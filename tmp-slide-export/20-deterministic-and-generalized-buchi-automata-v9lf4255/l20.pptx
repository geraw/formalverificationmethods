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64"/>
  </p:notesMasterIdLst>
  <p:handoutMasterIdLst>
    <p:handoutMasterId r:id="rId65"/>
  </p:handoutMasterIdLst>
  <p:sldIdLst>
    <p:sldId id="256" r:id="rId2"/>
    <p:sldId id="257" r:id="rId3"/>
    <p:sldId id="307" r:id="rId4"/>
    <p:sldId id="285" r:id="rId5"/>
    <p:sldId id="262" r:id="rId6"/>
    <p:sldId id="261" r:id="rId7"/>
    <p:sldId id="265" r:id="rId8"/>
    <p:sldId id="286" r:id="rId9"/>
    <p:sldId id="266" r:id="rId10"/>
    <p:sldId id="300" r:id="rId11"/>
    <p:sldId id="268" r:id="rId12"/>
    <p:sldId id="311" r:id="rId13"/>
    <p:sldId id="270" r:id="rId14"/>
    <p:sldId id="292" r:id="rId15"/>
    <p:sldId id="291" r:id="rId16"/>
    <p:sldId id="328" r:id="rId17"/>
    <p:sldId id="290" r:id="rId18"/>
    <p:sldId id="271" r:id="rId19"/>
    <p:sldId id="295" r:id="rId20"/>
    <p:sldId id="303" r:id="rId21"/>
    <p:sldId id="272" r:id="rId22"/>
    <p:sldId id="301" r:id="rId23"/>
    <p:sldId id="312" r:id="rId24"/>
    <p:sldId id="330" r:id="rId25"/>
    <p:sldId id="331" r:id="rId26"/>
    <p:sldId id="332" r:id="rId27"/>
    <p:sldId id="302" r:id="rId28"/>
    <p:sldId id="267" r:id="rId29"/>
    <p:sldId id="273" r:id="rId30"/>
    <p:sldId id="274" r:id="rId31"/>
    <p:sldId id="313" r:id="rId32"/>
    <p:sldId id="314" r:id="rId33"/>
    <p:sldId id="315" r:id="rId34"/>
    <p:sldId id="316" r:id="rId35"/>
    <p:sldId id="337" r:id="rId36"/>
    <p:sldId id="339" r:id="rId37"/>
    <p:sldId id="340" r:id="rId38"/>
    <p:sldId id="338" r:id="rId39"/>
    <p:sldId id="275" r:id="rId40"/>
    <p:sldId id="293" r:id="rId41"/>
    <p:sldId id="276" r:id="rId42"/>
    <p:sldId id="333" r:id="rId43"/>
    <p:sldId id="277" r:id="rId44"/>
    <p:sldId id="283" r:id="rId45"/>
    <p:sldId id="304" r:id="rId46"/>
    <p:sldId id="278" r:id="rId47"/>
    <p:sldId id="310" r:id="rId48"/>
    <p:sldId id="341" r:id="rId49"/>
    <p:sldId id="288" r:id="rId50"/>
    <p:sldId id="317" r:id="rId51"/>
    <p:sldId id="321" r:id="rId52"/>
    <p:sldId id="326" r:id="rId53"/>
    <p:sldId id="323" r:id="rId54"/>
    <p:sldId id="324" r:id="rId55"/>
    <p:sldId id="320" r:id="rId56"/>
    <p:sldId id="279" r:id="rId57"/>
    <p:sldId id="280" r:id="rId58"/>
    <p:sldId id="335" r:id="rId59"/>
    <p:sldId id="336" r:id="rId60"/>
    <p:sldId id="282" r:id="rId61"/>
    <p:sldId id="306" r:id="rId62"/>
    <p:sldId id="284" r:id="rId63"/>
  </p:sldIdLst>
  <p:sldSz cx="9144000" cy="6858000" type="screen4x3"/>
  <p:notesSz cx="6797675" cy="9874250"/>
  <p:custDataLst>
    <p:tags r:id="rId66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ACC"/>
    <a:srgbClr val="000066"/>
    <a:srgbClr val="0000CC"/>
    <a:srgbClr val="FF0000"/>
    <a:srgbClr val="FBCA03"/>
    <a:srgbClr val="E9E5DC"/>
    <a:srgbClr val="34B2CF"/>
    <a:srgbClr val="0551FB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90DBAE-ECB2-4E9C-A37F-961F7E8C36DA}" v="9" dt="2025-07-30T14:48:33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2" d="100"/>
          <a:sy n="102" d="100"/>
        </p:scale>
        <p:origin x="180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52EDC25A-A55E-4068-A66A-7FC2F2CE10B5}"/>
    <pc:docChg chg="undo redo custSel addSld modSld sldOrd modMainMaster">
      <pc:chgData name="Gera Weiss" userId="f0aa0173-552d-4808-9782-d425e6aaf8d9" providerId="ADAL" clId="{52EDC25A-A55E-4068-A66A-7FC2F2CE10B5}" dt="2024-06-30T06:50:38.081" v="1901"/>
      <pc:docMkLst>
        <pc:docMk/>
      </pc:docMkLst>
      <pc:sldChg chg="addSp delSp modSp mod modShow">
        <pc:chgData name="Gera Weiss" userId="f0aa0173-552d-4808-9782-d425e6aaf8d9" providerId="ADAL" clId="{52EDC25A-A55E-4068-A66A-7FC2F2CE10B5}" dt="2024-06-27T06:12:36.260" v="298" actId="1076"/>
        <pc:sldMkLst>
          <pc:docMk/>
          <pc:sldMk cId="0" sldId="261"/>
        </pc:sldMkLst>
      </pc:sldChg>
      <pc:sldChg chg="modSp">
        <pc:chgData name="Gera Weiss" userId="f0aa0173-552d-4808-9782-d425e6aaf8d9" providerId="ADAL" clId="{52EDC25A-A55E-4068-A66A-7FC2F2CE10B5}" dt="2024-06-27T06:09:39.368" v="287" actId="20577"/>
        <pc:sldMkLst>
          <pc:docMk/>
          <pc:sldMk cId="0" sldId="265"/>
        </pc:sldMkLst>
      </pc:sldChg>
      <pc:sldChg chg="addSp delSp modSp mod">
        <pc:chgData name="Gera Weiss" userId="f0aa0173-552d-4808-9782-d425e6aaf8d9" providerId="ADAL" clId="{52EDC25A-A55E-4068-A66A-7FC2F2CE10B5}" dt="2024-06-27T06:19:06.916" v="449" actId="1076"/>
        <pc:sldMkLst>
          <pc:docMk/>
          <pc:sldMk cId="0" sldId="270"/>
        </pc:sldMkLst>
      </pc:sldChg>
      <pc:sldChg chg="addSp modSp mod">
        <pc:chgData name="Gera Weiss" userId="f0aa0173-552d-4808-9782-d425e6aaf8d9" providerId="ADAL" clId="{52EDC25A-A55E-4068-A66A-7FC2F2CE10B5}" dt="2024-06-27T06:35:17.442" v="689" actId="1076"/>
        <pc:sldMkLst>
          <pc:docMk/>
          <pc:sldMk cId="0" sldId="271"/>
        </pc:sldMkLst>
      </pc:sldChg>
      <pc:sldChg chg="addSp modSp mod">
        <pc:chgData name="Gera Weiss" userId="f0aa0173-552d-4808-9782-d425e6aaf8d9" providerId="ADAL" clId="{52EDC25A-A55E-4068-A66A-7FC2F2CE10B5}" dt="2024-06-27T06:43:12.332" v="763" actId="1038"/>
        <pc:sldMkLst>
          <pc:docMk/>
          <pc:sldMk cId="0" sldId="272"/>
        </pc:sldMkLst>
      </pc:sldChg>
      <pc:sldChg chg="addSp modSp mod">
        <pc:chgData name="Gera Weiss" userId="f0aa0173-552d-4808-9782-d425e6aaf8d9" providerId="ADAL" clId="{52EDC25A-A55E-4068-A66A-7FC2F2CE10B5}" dt="2024-06-30T05:48:47.555" v="1707" actId="208"/>
        <pc:sldMkLst>
          <pc:docMk/>
          <pc:sldMk cId="0" sldId="275"/>
        </pc:sldMkLst>
      </pc:sldChg>
      <pc:sldChg chg="addSp delSp modSp mod">
        <pc:chgData name="Gera Weiss" userId="f0aa0173-552d-4808-9782-d425e6aaf8d9" providerId="ADAL" clId="{52EDC25A-A55E-4068-A66A-7FC2F2CE10B5}" dt="2024-06-30T05:34:10.681" v="1202"/>
        <pc:sldMkLst>
          <pc:docMk/>
          <pc:sldMk cId="0" sldId="277"/>
        </pc:sldMkLst>
      </pc:sldChg>
      <pc:sldChg chg="modSp mod">
        <pc:chgData name="Gera Weiss" userId="f0aa0173-552d-4808-9782-d425e6aaf8d9" providerId="ADAL" clId="{52EDC25A-A55E-4068-A66A-7FC2F2CE10B5}" dt="2024-06-27T06:10:15.044" v="289" actId="27636"/>
        <pc:sldMkLst>
          <pc:docMk/>
          <pc:sldMk cId="0" sldId="286"/>
        </pc:sldMkLst>
      </pc:sldChg>
      <pc:sldChg chg="addSp delSp modSp mod">
        <pc:chgData name="Gera Weiss" userId="f0aa0173-552d-4808-9782-d425e6aaf8d9" providerId="ADAL" clId="{52EDC25A-A55E-4068-A66A-7FC2F2CE10B5}" dt="2024-06-27T06:33:03.204" v="666" actId="1076"/>
        <pc:sldMkLst>
          <pc:docMk/>
          <pc:sldMk cId="0" sldId="290"/>
        </pc:sldMkLst>
      </pc:sldChg>
      <pc:sldChg chg="delSp modSp mod">
        <pc:chgData name="Gera Weiss" userId="f0aa0173-552d-4808-9782-d425e6aaf8d9" providerId="ADAL" clId="{52EDC25A-A55E-4068-A66A-7FC2F2CE10B5}" dt="2024-06-27T06:30:55.507" v="654" actId="166"/>
        <pc:sldMkLst>
          <pc:docMk/>
          <pc:sldMk cId="0" sldId="291"/>
        </pc:sldMkLst>
      </pc:sldChg>
      <pc:sldChg chg="delSp modSp mod">
        <pc:chgData name="Gera Weiss" userId="f0aa0173-552d-4808-9782-d425e6aaf8d9" providerId="ADAL" clId="{52EDC25A-A55E-4068-A66A-7FC2F2CE10B5}" dt="2024-06-27T06:27:44.558" v="599" actId="1076"/>
        <pc:sldMkLst>
          <pc:docMk/>
          <pc:sldMk cId="0" sldId="292"/>
        </pc:sldMkLst>
      </pc:sldChg>
      <pc:sldChg chg="addSp modSp mod">
        <pc:chgData name="Gera Weiss" userId="f0aa0173-552d-4808-9782-d425e6aaf8d9" providerId="ADAL" clId="{52EDC25A-A55E-4068-A66A-7FC2F2CE10B5}" dt="2024-06-27T06:50:29.819" v="830" actId="1076"/>
        <pc:sldMkLst>
          <pc:docMk/>
          <pc:sldMk cId="3036277392" sldId="302"/>
        </pc:sldMkLst>
      </pc:sldChg>
      <pc:sldChg chg="modSp mod">
        <pc:chgData name="Gera Weiss" userId="f0aa0173-552d-4808-9782-d425e6aaf8d9" providerId="ADAL" clId="{52EDC25A-A55E-4068-A66A-7FC2F2CE10B5}" dt="2024-06-27T06:36:43.338" v="691" actId="692"/>
        <pc:sldMkLst>
          <pc:docMk/>
          <pc:sldMk cId="3468776144" sldId="303"/>
        </pc:sldMkLst>
      </pc:sldChg>
      <pc:sldChg chg="modSp">
        <pc:chgData name="Gera Weiss" userId="f0aa0173-552d-4808-9782-d425e6aaf8d9" providerId="ADAL" clId="{52EDC25A-A55E-4068-A66A-7FC2F2CE10B5}" dt="2024-06-27T05:47:48.651" v="4" actId="1076"/>
        <pc:sldMkLst>
          <pc:docMk/>
          <pc:sldMk cId="4235361845" sldId="307"/>
        </pc:sldMkLst>
      </pc:sldChg>
      <pc:sldChg chg="modSp">
        <pc:chgData name="Gera Weiss" userId="f0aa0173-552d-4808-9782-d425e6aaf8d9" providerId="ADAL" clId="{52EDC25A-A55E-4068-A66A-7FC2F2CE10B5}" dt="2024-06-30T05:51:02.013" v="1725" actId="20577"/>
        <pc:sldMkLst>
          <pc:docMk/>
          <pc:sldMk cId="2860259025" sldId="310"/>
        </pc:sldMkLst>
      </pc:sldChg>
      <pc:sldChg chg="addSp delSp modSp mod">
        <pc:chgData name="Gera Weiss" userId="f0aa0173-552d-4808-9782-d425e6aaf8d9" providerId="ADAL" clId="{52EDC25A-A55E-4068-A66A-7FC2F2CE10B5}" dt="2024-06-27T06:48:31.718" v="780"/>
        <pc:sldMkLst>
          <pc:docMk/>
          <pc:sldMk cId="4018271162" sldId="312"/>
        </pc:sldMkLst>
      </pc:sldChg>
      <pc:sldChg chg="modSp mod">
        <pc:chgData name="Gera Weiss" userId="f0aa0173-552d-4808-9782-d425e6aaf8d9" providerId="ADAL" clId="{52EDC25A-A55E-4068-A66A-7FC2F2CE10B5}" dt="2024-06-27T06:32:23.939" v="661" actId="1037"/>
        <pc:sldMkLst>
          <pc:docMk/>
          <pc:sldMk cId="1373928145" sldId="328"/>
        </pc:sldMkLst>
      </pc:sldChg>
      <pc:sldChg chg="addSp delSp modSp mod">
        <pc:chgData name="Gera Weiss" userId="f0aa0173-552d-4808-9782-d425e6aaf8d9" providerId="ADAL" clId="{52EDC25A-A55E-4068-A66A-7FC2F2CE10B5}" dt="2024-06-27T06:48:36.331" v="782"/>
        <pc:sldMkLst>
          <pc:docMk/>
          <pc:sldMk cId="75615785" sldId="330"/>
        </pc:sldMkLst>
      </pc:sldChg>
      <pc:sldChg chg="modSp mod">
        <pc:chgData name="Gera Weiss" userId="f0aa0173-552d-4808-9782-d425e6aaf8d9" providerId="ADAL" clId="{52EDC25A-A55E-4068-A66A-7FC2F2CE10B5}" dt="2024-06-27T06:48:20.981" v="778" actId="1036"/>
        <pc:sldMkLst>
          <pc:docMk/>
          <pc:sldMk cId="1033765213" sldId="331"/>
        </pc:sldMkLst>
      </pc:sldChg>
      <pc:sldChg chg="addSp delSp modSp mod">
        <pc:chgData name="Gera Weiss" userId="f0aa0173-552d-4808-9782-d425e6aaf8d9" providerId="ADAL" clId="{52EDC25A-A55E-4068-A66A-7FC2F2CE10B5}" dt="2024-06-27T06:48:41.548" v="784"/>
        <pc:sldMkLst>
          <pc:docMk/>
          <pc:sldMk cId="424755956" sldId="332"/>
        </pc:sldMkLst>
      </pc:sldChg>
      <pc:sldChg chg="addSp delSp modSp add mod ord">
        <pc:chgData name="Gera Weiss" userId="f0aa0173-552d-4808-9782-d425e6aaf8d9" providerId="ADAL" clId="{52EDC25A-A55E-4068-A66A-7FC2F2CE10B5}" dt="2024-06-30T05:17:43.924" v="1083" actId="14100"/>
        <pc:sldMkLst>
          <pc:docMk/>
          <pc:sldMk cId="2444147873" sldId="338"/>
        </pc:sldMkLst>
      </pc:sldChg>
      <pc:sldChg chg="add">
        <pc:chgData name="Gera Weiss" userId="f0aa0173-552d-4808-9782-d425e6aaf8d9" providerId="ADAL" clId="{52EDC25A-A55E-4068-A66A-7FC2F2CE10B5}" dt="2024-06-30T05:14:22.767" v="1043" actId="2890"/>
        <pc:sldMkLst>
          <pc:docMk/>
          <pc:sldMk cId="1858185525" sldId="339"/>
        </pc:sldMkLst>
      </pc:sldChg>
      <pc:sldChg chg="addSp delSp modSp add mod">
        <pc:chgData name="Gera Weiss" userId="f0aa0173-552d-4808-9782-d425e6aaf8d9" providerId="ADAL" clId="{52EDC25A-A55E-4068-A66A-7FC2F2CE10B5}" dt="2024-06-30T05:20:37.654" v="1107" actId="478"/>
        <pc:sldMkLst>
          <pc:docMk/>
          <pc:sldMk cId="3167194104" sldId="340"/>
        </pc:sldMkLst>
      </pc:sldChg>
      <pc:sldChg chg="addSp delSp modSp add mod">
        <pc:chgData name="Gera Weiss" userId="f0aa0173-552d-4808-9782-d425e6aaf8d9" providerId="ADAL" clId="{52EDC25A-A55E-4068-A66A-7FC2F2CE10B5}" dt="2024-06-30T06:19:43.766" v="1899" actId="1076"/>
        <pc:sldMkLst>
          <pc:docMk/>
          <pc:sldMk cId="2132340017" sldId="341"/>
        </pc:sldMkLst>
      </pc:sldChg>
      <pc:sldMasterChg chg="modSldLayout">
        <pc:chgData name="Gera Weiss" userId="f0aa0173-552d-4808-9782-d425e6aaf8d9" providerId="ADAL" clId="{52EDC25A-A55E-4068-A66A-7FC2F2CE10B5}" dt="2024-06-30T06:50:38.081" v="1901"/>
        <pc:sldMasterMkLst>
          <pc:docMk/>
          <pc:sldMasterMk cId="0" sldId="2147483708"/>
        </pc:sldMasterMkLst>
        <pc:sldLayoutChg chg="addSp delSp modSp mod">
          <pc:chgData name="Gera Weiss" userId="f0aa0173-552d-4808-9782-d425e6aaf8d9" providerId="ADAL" clId="{52EDC25A-A55E-4068-A66A-7FC2F2CE10B5}" dt="2024-06-30T06:50:38.081" v="1901"/>
          <pc:sldLayoutMkLst>
            <pc:docMk/>
            <pc:sldMasterMk cId="0" sldId="2147483708"/>
            <pc:sldLayoutMk cId="0" sldId="2147483710"/>
          </pc:sldLayoutMkLst>
        </pc:sldLayoutChg>
      </pc:sldMasterChg>
    </pc:docChg>
  </pc:docChgLst>
  <pc:docChgLst>
    <pc:chgData name="Gera Weiss" userId="f0aa0173-552d-4808-9782-d425e6aaf8d9" providerId="ADAL" clId="{D63C4520-EF87-47DB-8E70-0F7A8F3A6FAD}"/>
    <pc:docChg chg="undo custSel addSld delSld modSld sldOrd">
      <pc:chgData name="Gera Weiss" userId="f0aa0173-552d-4808-9782-d425e6aaf8d9" providerId="ADAL" clId="{D63C4520-EF87-47DB-8E70-0F7A8F3A6FAD}" dt="2025-06-04T08:39:50.438" v="230"/>
      <pc:docMkLst>
        <pc:docMk/>
      </pc:docMkLst>
      <pc:sldChg chg="addSp modSp mod">
        <pc:chgData name="Gera Weiss" userId="f0aa0173-552d-4808-9782-d425e6aaf8d9" providerId="ADAL" clId="{D63C4520-EF87-47DB-8E70-0F7A8F3A6FAD}" dt="2025-05-26T08:32:38.004" v="2" actId="20577"/>
        <pc:sldMkLst>
          <pc:docMk/>
          <pc:sldMk cId="0" sldId="256"/>
        </pc:sldMkLst>
        <pc:spChg chg="add mod">
          <ac:chgData name="Gera Weiss" userId="f0aa0173-552d-4808-9782-d425e6aaf8d9" providerId="ADAL" clId="{D63C4520-EF87-47DB-8E70-0F7A8F3A6FAD}" dt="2025-05-26T08:32:38.004" v="2" actId="20577"/>
          <ac:spMkLst>
            <pc:docMk/>
            <pc:sldMk cId="0" sldId="256"/>
            <ac:spMk id="5" creationId="{F1A0B1E1-FAF0-79D1-8412-1FABABF30786}"/>
          </ac:spMkLst>
        </pc:spChg>
        <pc:picChg chg="add mod">
          <ac:chgData name="Gera Weiss" userId="f0aa0173-552d-4808-9782-d425e6aaf8d9" providerId="ADAL" clId="{D63C4520-EF87-47DB-8E70-0F7A8F3A6FAD}" dt="2025-05-26T08:32:03.637" v="0"/>
          <ac:picMkLst>
            <pc:docMk/>
            <pc:sldMk cId="0" sldId="256"/>
            <ac:picMk id="6" creationId="{00EF2CE9-0905-172A-C549-9385C745284F}"/>
          </ac:picMkLst>
        </pc:picChg>
      </pc:sldChg>
      <pc:sldChg chg="delSp mod">
        <pc:chgData name="Gera Weiss" userId="f0aa0173-552d-4808-9782-d425e6aaf8d9" providerId="ADAL" clId="{D63C4520-EF87-47DB-8E70-0F7A8F3A6FAD}" dt="2025-05-26T08:37:13.695" v="6" actId="478"/>
        <pc:sldMkLst>
          <pc:docMk/>
          <pc:sldMk cId="0" sldId="261"/>
        </pc:sldMkLst>
      </pc:sldChg>
      <pc:sldChg chg="mod ord modShow">
        <pc:chgData name="Gera Weiss" userId="f0aa0173-552d-4808-9782-d425e6aaf8d9" providerId="ADAL" clId="{D63C4520-EF87-47DB-8E70-0F7A8F3A6FAD}" dt="2025-05-26T08:37:00.646" v="5" actId="729"/>
        <pc:sldMkLst>
          <pc:docMk/>
          <pc:sldMk cId="0" sldId="262"/>
        </pc:sldMkLst>
      </pc:sldChg>
      <pc:sldChg chg="modSp">
        <pc:chgData name="Gera Weiss" userId="f0aa0173-552d-4808-9782-d425e6aaf8d9" providerId="ADAL" clId="{D63C4520-EF87-47DB-8E70-0F7A8F3A6FAD}" dt="2025-05-26T08:39:39.444" v="7" actId="207"/>
        <pc:sldMkLst>
          <pc:docMk/>
          <pc:sldMk cId="0" sldId="265"/>
        </pc:sldMkLst>
        <pc:spChg chg="mod">
          <ac:chgData name="Gera Weiss" userId="f0aa0173-552d-4808-9782-d425e6aaf8d9" providerId="ADAL" clId="{D63C4520-EF87-47DB-8E70-0F7A8F3A6FAD}" dt="2025-05-26T08:39:39.444" v="7" actId="207"/>
          <ac:spMkLst>
            <pc:docMk/>
            <pc:sldMk cId="0" sldId="265"/>
            <ac:spMk id="9" creationId="{00000000-0000-0000-0000-000000000000}"/>
          </ac:spMkLst>
        </pc:spChg>
      </pc:sldChg>
      <pc:sldChg chg="addSp delSp modSp mod">
        <pc:chgData name="Gera Weiss" userId="f0aa0173-552d-4808-9782-d425e6aaf8d9" providerId="ADAL" clId="{D63C4520-EF87-47DB-8E70-0F7A8F3A6FAD}" dt="2025-05-26T08:47:17.648" v="12"/>
        <pc:sldMkLst>
          <pc:docMk/>
          <pc:sldMk cId="0" sldId="270"/>
        </pc:sldMkLst>
        <pc:picChg chg="mod">
          <ac:chgData name="Gera Weiss" userId="f0aa0173-552d-4808-9782-d425e6aaf8d9" providerId="ADAL" clId="{D63C4520-EF87-47DB-8E70-0F7A8F3A6FAD}" dt="2025-05-26T08:47:17.648" v="12"/>
          <ac:picMkLst>
            <pc:docMk/>
            <pc:sldMk cId="0" sldId="270"/>
            <ac:picMk id="92" creationId="{E75480A8-C00F-6F48-8399-691619DA1323}"/>
          </ac:picMkLst>
        </pc:picChg>
      </pc:sldChg>
      <pc:sldChg chg="addSp delSp modSp mod delAnim modAnim">
        <pc:chgData name="Gera Weiss" userId="f0aa0173-552d-4808-9782-d425e6aaf8d9" providerId="ADAL" clId="{D63C4520-EF87-47DB-8E70-0F7A8F3A6FAD}" dt="2025-06-04T08:22:10.502" v="80" actId="478"/>
        <pc:sldMkLst>
          <pc:docMk/>
          <pc:sldMk cId="0" sldId="276"/>
        </pc:sldMkLst>
      </pc:sldChg>
      <pc:sldChg chg="del">
        <pc:chgData name="Gera Weiss" userId="f0aa0173-552d-4808-9782-d425e6aaf8d9" providerId="ADAL" clId="{D63C4520-EF87-47DB-8E70-0F7A8F3A6FAD}" dt="2025-06-04T08:23:09.022" v="81" actId="2696"/>
        <pc:sldMkLst>
          <pc:docMk/>
          <pc:sldMk cId="0" sldId="281"/>
        </pc:sldMkLst>
      </pc:sldChg>
      <pc:sldChg chg="add del mod modShow">
        <pc:chgData name="Gera Weiss" userId="f0aa0173-552d-4808-9782-d425e6aaf8d9" providerId="ADAL" clId="{D63C4520-EF87-47DB-8E70-0F7A8F3A6FAD}" dt="2025-06-04T08:31:31.731" v="116" actId="47"/>
        <pc:sldMkLst>
          <pc:docMk/>
          <pc:sldMk cId="249983716" sldId="281"/>
        </pc:sldMkLst>
      </pc:sldChg>
      <pc:sldChg chg="add del">
        <pc:chgData name="Gera Weiss" userId="f0aa0173-552d-4808-9782-d425e6aaf8d9" providerId="ADAL" clId="{D63C4520-EF87-47DB-8E70-0F7A8F3A6FAD}" dt="2025-06-04T08:25:14.105" v="84" actId="2696"/>
        <pc:sldMkLst>
          <pc:docMk/>
          <pc:sldMk cId="0" sldId="282"/>
        </pc:sldMkLst>
      </pc:sldChg>
      <pc:sldChg chg="addSp delSp modSp add del mod">
        <pc:chgData name="Gera Weiss" userId="f0aa0173-552d-4808-9782-d425e6aaf8d9" providerId="ADAL" clId="{D63C4520-EF87-47DB-8E70-0F7A8F3A6FAD}" dt="2025-06-04T08:31:05.756" v="113" actId="2696"/>
        <pc:sldMkLst>
          <pc:docMk/>
          <pc:sldMk cId="0" sldId="283"/>
        </pc:sldMkLst>
      </pc:sldChg>
      <pc:sldChg chg="addSp delSp modSp add mod">
        <pc:chgData name="Gera Weiss" userId="f0aa0173-552d-4808-9782-d425e6aaf8d9" providerId="ADAL" clId="{D63C4520-EF87-47DB-8E70-0F7A8F3A6FAD}" dt="2025-06-04T08:35:55.563" v="204" actId="478"/>
        <pc:sldMkLst>
          <pc:docMk/>
          <pc:sldMk cId="1849344837" sldId="283"/>
        </pc:sldMkLst>
        <pc:spChg chg="mod">
          <ac:chgData name="Gera Weiss" userId="f0aa0173-552d-4808-9782-d425e6aaf8d9" providerId="ADAL" clId="{D63C4520-EF87-47DB-8E70-0F7A8F3A6FAD}" dt="2025-06-04T08:34:50.478" v="196" actId="20577"/>
          <ac:spMkLst>
            <pc:docMk/>
            <pc:sldMk cId="1849344837" sldId="283"/>
            <ac:spMk id="2" creationId="{00000000-0000-0000-0000-000000000000}"/>
          </ac:spMkLst>
        </pc:spChg>
      </pc:sldChg>
      <pc:sldChg chg="mod modShow">
        <pc:chgData name="Gera Weiss" userId="f0aa0173-552d-4808-9782-d425e6aaf8d9" providerId="ADAL" clId="{D63C4520-EF87-47DB-8E70-0F7A8F3A6FAD}" dt="2025-05-26T08:40:56.761" v="8" actId="729"/>
        <pc:sldMkLst>
          <pc:docMk/>
          <pc:sldMk cId="0" sldId="286"/>
        </pc:sldMkLst>
      </pc:sldChg>
      <pc:sldChg chg="modSp">
        <pc:chgData name="Gera Weiss" userId="f0aa0173-552d-4808-9782-d425e6aaf8d9" providerId="ADAL" clId="{D63C4520-EF87-47DB-8E70-0F7A8F3A6FAD}" dt="2025-05-26T08:58:02.214" v="17" actId="20577"/>
        <pc:sldMkLst>
          <pc:docMk/>
          <pc:sldMk cId="3081709794" sldId="295"/>
        </pc:sldMkLst>
        <pc:spChg chg="mod">
          <ac:chgData name="Gera Weiss" userId="f0aa0173-552d-4808-9782-d425e6aaf8d9" providerId="ADAL" clId="{D63C4520-EF87-47DB-8E70-0F7A8F3A6FAD}" dt="2025-05-26T08:58:02.214" v="17" actId="20577"/>
          <ac:spMkLst>
            <pc:docMk/>
            <pc:sldMk cId="3081709794" sldId="295"/>
            <ac:spMk id="24" creationId="{00000000-0000-0000-0000-000000000000}"/>
          </ac:spMkLst>
        </pc:spChg>
        <pc:spChg chg="mod">
          <ac:chgData name="Gera Weiss" userId="f0aa0173-552d-4808-9782-d425e6aaf8d9" providerId="ADAL" clId="{D63C4520-EF87-47DB-8E70-0F7A8F3A6FAD}" dt="2025-05-26T08:58:02.214" v="17" actId="20577"/>
          <ac:spMkLst>
            <pc:docMk/>
            <pc:sldMk cId="3081709794" sldId="295"/>
            <ac:spMk id="25" creationId="{00000000-0000-0000-0000-000000000000}"/>
          </ac:spMkLst>
        </pc:spChg>
        <pc:spChg chg="mod">
          <ac:chgData name="Gera Weiss" userId="f0aa0173-552d-4808-9782-d425e6aaf8d9" providerId="ADAL" clId="{D63C4520-EF87-47DB-8E70-0F7A8F3A6FAD}" dt="2025-05-26T08:58:02.214" v="17" actId="20577"/>
          <ac:spMkLst>
            <pc:docMk/>
            <pc:sldMk cId="3081709794" sldId="295"/>
            <ac:spMk id="26" creationId="{00000000-0000-0000-0000-000000000000}"/>
          </ac:spMkLst>
        </pc:spChg>
        <pc:spChg chg="mod">
          <ac:chgData name="Gera Weiss" userId="f0aa0173-552d-4808-9782-d425e6aaf8d9" providerId="ADAL" clId="{D63C4520-EF87-47DB-8E70-0F7A8F3A6FAD}" dt="2025-05-26T08:58:02.214" v="17" actId="20577"/>
          <ac:spMkLst>
            <pc:docMk/>
            <pc:sldMk cId="3081709794" sldId="295"/>
            <ac:spMk id="27" creationId="{00000000-0000-0000-0000-000000000000}"/>
          </ac:spMkLst>
        </pc:spChg>
        <pc:spChg chg="mod">
          <ac:chgData name="Gera Weiss" userId="f0aa0173-552d-4808-9782-d425e6aaf8d9" providerId="ADAL" clId="{D63C4520-EF87-47DB-8E70-0F7A8F3A6FAD}" dt="2025-05-26T08:58:02.214" v="17" actId="20577"/>
          <ac:spMkLst>
            <pc:docMk/>
            <pc:sldMk cId="3081709794" sldId="295"/>
            <ac:spMk id="28" creationId="{00000000-0000-0000-0000-000000000000}"/>
          </ac:spMkLst>
        </pc:spChg>
        <pc:spChg chg="mod">
          <ac:chgData name="Gera Weiss" userId="f0aa0173-552d-4808-9782-d425e6aaf8d9" providerId="ADAL" clId="{D63C4520-EF87-47DB-8E70-0F7A8F3A6FAD}" dt="2025-05-26T08:58:02.214" v="17" actId="20577"/>
          <ac:spMkLst>
            <pc:docMk/>
            <pc:sldMk cId="3081709794" sldId="295"/>
            <ac:spMk id="31" creationId="{00000000-0000-0000-0000-000000000000}"/>
          </ac:spMkLst>
        </pc:spChg>
        <pc:spChg chg="mod">
          <ac:chgData name="Gera Weiss" userId="f0aa0173-552d-4808-9782-d425e6aaf8d9" providerId="ADAL" clId="{D63C4520-EF87-47DB-8E70-0F7A8F3A6FAD}" dt="2025-05-26T08:58:02.214" v="17" actId="20577"/>
          <ac:spMkLst>
            <pc:docMk/>
            <pc:sldMk cId="3081709794" sldId="295"/>
            <ac:spMk id="32" creationId="{00000000-0000-0000-0000-000000000000}"/>
          </ac:spMkLst>
        </pc:spChg>
        <pc:spChg chg="mod">
          <ac:chgData name="Gera Weiss" userId="f0aa0173-552d-4808-9782-d425e6aaf8d9" providerId="ADAL" clId="{D63C4520-EF87-47DB-8E70-0F7A8F3A6FAD}" dt="2025-05-26T08:58:02.214" v="17" actId="20577"/>
          <ac:spMkLst>
            <pc:docMk/>
            <pc:sldMk cId="3081709794" sldId="295"/>
            <ac:spMk id="33" creationId="{00000000-0000-0000-0000-000000000000}"/>
          </ac:spMkLst>
        </pc:spChg>
        <pc:spChg chg="mod">
          <ac:chgData name="Gera Weiss" userId="f0aa0173-552d-4808-9782-d425e6aaf8d9" providerId="ADAL" clId="{D63C4520-EF87-47DB-8E70-0F7A8F3A6FAD}" dt="2025-05-26T08:58:02.214" v="17" actId="20577"/>
          <ac:spMkLst>
            <pc:docMk/>
            <pc:sldMk cId="3081709794" sldId="295"/>
            <ac:spMk id="34" creationId="{00000000-0000-0000-0000-000000000000}"/>
          </ac:spMkLst>
        </pc:spChg>
        <pc:grpChg chg="mod">
          <ac:chgData name="Gera Weiss" userId="f0aa0173-552d-4808-9782-d425e6aaf8d9" providerId="ADAL" clId="{D63C4520-EF87-47DB-8E70-0F7A8F3A6FAD}" dt="2025-05-26T08:58:02.214" v="17" actId="20577"/>
          <ac:grpSpMkLst>
            <pc:docMk/>
            <pc:sldMk cId="3081709794" sldId="295"/>
            <ac:grpSpMk id="20" creationId="{00000000-0000-0000-0000-000000000000}"/>
          </ac:grpSpMkLst>
        </pc:grpChg>
      </pc:sldChg>
      <pc:sldChg chg="add">
        <pc:chgData name="Gera Weiss" userId="f0aa0173-552d-4808-9782-d425e6aaf8d9" providerId="ADAL" clId="{D63C4520-EF87-47DB-8E70-0F7A8F3A6FAD}" dt="2025-06-04T08:31:16.906" v="114"/>
        <pc:sldMkLst>
          <pc:docMk/>
          <pc:sldMk cId="3692556830" sldId="304"/>
        </pc:sldMkLst>
      </pc:sldChg>
      <pc:sldChg chg="modSp add del mod">
        <pc:chgData name="Gera Weiss" userId="f0aa0173-552d-4808-9782-d425e6aaf8d9" providerId="ADAL" clId="{D63C4520-EF87-47DB-8E70-0F7A8F3A6FAD}" dt="2025-06-04T08:31:05.756" v="113" actId="2696"/>
        <pc:sldMkLst>
          <pc:docMk/>
          <pc:sldMk cId="3769140058" sldId="304"/>
        </pc:sldMkLst>
      </pc:sldChg>
      <pc:sldChg chg="add">
        <pc:chgData name="Gera Weiss" userId="f0aa0173-552d-4808-9782-d425e6aaf8d9" providerId="ADAL" clId="{D63C4520-EF87-47DB-8E70-0F7A8F3A6FAD}" dt="2025-06-04T08:39:50.438" v="230"/>
        <pc:sldMkLst>
          <pc:docMk/>
          <pc:sldMk cId="28048471" sldId="306"/>
        </pc:sldMkLst>
      </pc:sldChg>
      <pc:sldChg chg="addSp delSp modSp add del mod ord">
        <pc:chgData name="Gera Weiss" userId="f0aa0173-552d-4808-9782-d425e6aaf8d9" providerId="ADAL" clId="{D63C4520-EF87-47DB-8E70-0F7A8F3A6FAD}" dt="2025-06-04T08:39:43.168" v="229" actId="2696"/>
        <pc:sldMkLst>
          <pc:docMk/>
          <pc:sldMk cId="1643924982" sldId="306"/>
        </pc:sldMkLst>
      </pc:sldChg>
      <pc:sldChg chg="del">
        <pc:chgData name="Gera Weiss" userId="f0aa0173-552d-4808-9782-d425e6aaf8d9" providerId="ADAL" clId="{D63C4520-EF87-47DB-8E70-0F7A8F3A6FAD}" dt="2025-06-04T08:23:09.022" v="81" actId="2696"/>
        <pc:sldMkLst>
          <pc:docMk/>
          <pc:sldMk cId="3810996488" sldId="306"/>
        </pc:sldMkLst>
      </pc:sldChg>
      <pc:sldChg chg="ord">
        <pc:chgData name="Gera Weiss" userId="f0aa0173-552d-4808-9782-d425e6aaf8d9" providerId="ADAL" clId="{D63C4520-EF87-47DB-8E70-0F7A8F3A6FAD}" dt="2025-06-04T08:15:43.500" v="21" actId="20578"/>
        <pc:sldMkLst>
          <pc:docMk/>
          <pc:sldMk cId="511566290" sldId="313"/>
        </pc:sldMkLst>
      </pc:sldChg>
      <pc:sldChg chg="modSp">
        <pc:chgData name="Gera Weiss" userId="f0aa0173-552d-4808-9782-d425e6aaf8d9" providerId="ADAL" clId="{D63C4520-EF87-47DB-8E70-0F7A8F3A6FAD}" dt="2025-06-04T08:15:52.369" v="22" actId="20577"/>
        <pc:sldMkLst>
          <pc:docMk/>
          <pc:sldMk cId="1858185525" sldId="339"/>
        </pc:sldMkLst>
        <pc:spChg chg="mod">
          <ac:chgData name="Gera Weiss" userId="f0aa0173-552d-4808-9782-d425e6aaf8d9" providerId="ADAL" clId="{D63C4520-EF87-47DB-8E70-0F7A8F3A6FAD}" dt="2025-06-04T08:15:52.369" v="22" actId="20577"/>
          <ac:spMkLst>
            <pc:docMk/>
            <pc:sldMk cId="1858185525" sldId="339"/>
            <ac:spMk id="5" creationId="{111C4E63-1028-70DB-9496-54CAB6DAF53E}"/>
          </ac:spMkLst>
        </pc:spChg>
      </pc:sldChg>
    </pc:docChg>
  </pc:docChgLst>
  <pc:docChgLst>
    <pc:chgData name="Gera Weiss" userId="f0aa0173-552d-4808-9782-d425e6aaf8d9" providerId="ADAL" clId="{BCBDB34D-6191-4267-A5B7-3948A64E6454}"/>
    <pc:docChg chg="undo redo custSel addSld delSld modSld sldOrd">
      <pc:chgData name="Gera Weiss" userId="f0aa0173-552d-4808-9782-d425e6aaf8d9" providerId="ADAL" clId="{BCBDB34D-6191-4267-A5B7-3948A64E6454}" dt="2024-07-14T16:06:57.421" v="589"/>
      <pc:docMkLst>
        <pc:docMk/>
      </pc:docMkLst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56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57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61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62"/>
        </pc:sldMkLst>
      </pc:sldChg>
      <pc:sldChg chg="modSp mod 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65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66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67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68"/>
        </pc:sldMkLst>
      </pc:sldChg>
      <pc:sldChg chg="addSp delSp modSp 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70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71"/>
        </pc:sldMkLst>
      </pc:sldChg>
      <pc:sldChg chg="modSp 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72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73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74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75"/>
        </pc:sldMkLst>
      </pc:sldChg>
      <pc:sldChg chg="modSp modTransition">
        <pc:chgData name="Gera Weiss" userId="f0aa0173-552d-4808-9782-d425e6aaf8d9" providerId="ADAL" clId="{BCBDB34D-6191-4267-A5B7-3948A64E6454}" dt="2024-06-26T21:26:28.155" v="520" actId="114"/>
        <pc:sldMkLst>
          <pc:docMk/>
          <pc:sldMk cId="0" sldId="276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77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78"/>
        </pc:sldMkLst>
      </pc:sldChg>
      <pc:sldChg chg="modSp mod modTransition">
        <pc:chgData name="Gera Weiss" userId="f0aa0173-552d-4808-9782-d425e6aaf8d9" providerId="ADAL" clId="{BCBDB34D-6191-4267-A5B7-3948A64E6454}" dt="2024-06-29T20:52:28.585" v="568" actId="6549"/>
        <pc:sldMkLst>
          <pc:docMk/>
          <pc:sldMk cId="0" sldId="279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80"/>
        </pc:sldMkLst>
      </pc:sldChg>
      <pc:sldChg chg="delSp modSp mod modTransition">
        <pc:chgData name="Gera Weiss" userId="f0aa0173-552d-4808-9782-d425e6aaf8d9" providerId="ADAL" clId="{BCBDB34D-6191-4267-A5B7-3948A64E6454}" dt="2024-06-29T20:54:33.118" v="578" actId="2711"/>
        <pc:sldMkLst>
          <pc:docMk/>
          <pc:sldMk cId="0" sldId="281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82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83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84"/>
        </pc:sldMkLst>
      </pc:sldChg>
      <pc:sldChg chg="ord modTransition">
        <pc:chgData name="Gera Weiss" userId="f0aa0173-552d-4808-9782-d425e6aaf8d9" providerId="ADAL" clId="{BCBDB34D-6191-4267-A5B7-3948A64E6454}" dt="2024-07-14T16:06:57.421" v="589"/>
        <pc:sldMkLst>
          <pc:docMk/>
          <pc:sldMk cId="0" sldId="285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86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88"/>
        </pc:sldMkLst>
      </pc:sldChg>
      <pc:sldChg chg="modSp 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90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91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92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0" sldId="293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3081709794" sldId="295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2522546795" sldId="300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1201885428" sldId="301"/>
        </pc:sldMkLst>
      </pc:sldChg>
      <pc:sldChg chg="modSp mod modTransition">
        <pc:chgData name="Gera Weiss" userId="f0aa0173-552d-4808-9782-d425e6aaf8d9" providerId="ADAL" clId="{BCBDB34D-6191-4267-A5B7-3948A64E6454}" dt="2024-06-26T20:58:50.948" v="243" actId="1076"/>
        <pc:sldMkLst>
          <pc:docMk/>
          <pc:sldMk cId="3036277392" sldId="302"/>
        </pc:sldMkLst>
      </pc:sldChg>
      <pc:sldChg chg="addSp delSp modSp mod modTransition">
        <pc:chgData name="Gera Weiss" userId="f0aa0173-552d-4808-9782-d425e6aaf8d9" providerId="ADAL" clId="{BCBDB34D-6191-4267-A5B7-3948A64E6454}" dt="2024-06-26T20:43:02.817" v="146"/>
        <pc:sldMkLst>
          <pc:docMk/>
          <pc:sldMk cId="3468776144" sldId="303"/>
        </pc:sldMkLst>
      </pc:sldChg>
      <pc:sldChg chg="modSp mod modTransition">
        <pc:chgData name="Gera Weiss" userId="f0aa0173-552d-4808-9782-d425e6aaf8d9" providerId="ADAL" clId="{BCBDB34D-6191-4267-A5B7-3948A64E6454}" dt="2024-06-29T20:58:35.054" v="587" actId="14100"/>
        <pc:sldMkLst>
          <pc:docMk/>
          <pc:sldMk cId="3769140058" sldId="304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3810996488" sldId="306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4235361845" sldId="307"/>
        </pc:sldMkLst>
      </pc:sldChg>
      <pc:sldChg chg="modSp modTransition">
        <pc:chgData name="Gera Weiss" userId="f0aa0173-552d-4808-9782-d425e6aaf8d9" providerId="ADAL" clId="{BCBDB34D-6191-4267-A5B7-3948A64E6454}" dt="2024-06-26T21:38:01.510" v="521" actId="1440"/>
        <pc:sldMkLst>
          <pc:docMk/>
          <pc:sldMk cId="2860259025" sldId="310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2577363280" sldId="311"/>
        </pc:sldMkLst>
      </pc:sldChg>
      <pc:sldChg chg="addSp delSp modSp mod modTransition">
        <pc:chgData name="Gera Weiss" userId="f0aa0173-552d-4808-9782-d425e6aaf8d9" providerId="ADAL" clId="{BCBDB34D-6191-4267-A5B7-3948A64E6454}" dt="2024-06-26T20:56:34.738" v="225"/>
        <pc:sldMkLst>
          <pc:docMk/>
          <pc:sldMk cId="4018271162" sldId="312"/>
        </pc:sldMkLst>
      </pc:sldChg>
      <pc:sldChg chg="addSp delSp modSp mod modTransition">
        <pc:chgData name="Gera Weiss" userId="f0aa0173-552d-4808-9782-d425e6aaf8d9" providerId="ADAL" clId="{BCBDB34D-6191-4267-A5B7-3948A64E6454}" dt="2024-06-26T21:01:45.264" v="250"/>
        <pc:sldMkLst>
          <pc:docMk/>
          <pc:sldMk cId="511566290" sldId="313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3055227058" sldId="314"/>
        </pc:sldMkLst>
      </pc:sldChg>
      <pc:sldChg chg="addSp delSp modSp mod modTransition">
        <pc:chgData name="Gera Weiss" userId="f0aa0173-552d-4808-9782-d425e6aaf8d9" providerId="ADAL" clId="{BCBDB34D-6191-4267-A5B7-3948A64E6454}" dt="2024-06-26T21:04:42.252" v="253"/>
        <pc:sldMkLst>
          <pc:docMk/>
          <pc:sldMk cId="4279129040" sldId="315"/>
        </pc:sldMkLst>
      </pc:sldChg>
      <pc:sldChg chg="addSp delSp modSp mod modTransition">
        <pc:chgData name="Gera Weiss" userId="f0aa0173-552d-4808-9782-d425e6aaf8d9" providerId="ADAL" clId="{BCBDB34D-6191-4267-A5B7-3948A64E6454}" dt="2024-06-26T21:24:38.911" v="512" actId="478"/>
        <pc:sldMkLst>
          <pc:docMk/>
          <pc:sldMk cId="1399641508" sldId="316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2454334795" sldId="317"/>
        </pc:sldMkLst>
      </pc:sldChg>
      <pc:sldChg chg="addSp modSp mod modTransition modShow">
        <pc:chgData name="Gera Weiss" userId="f0aa0173-552d-4808-9782-d425e6aaf8d9" providerId="ADAL" clId="{BCBDB34D-6191-4267-A5B7-3948A64E6454}" dt="2024-06-29T20:51:53.031" v="559" actId="20577"/>
        <pc:sldMkLst>
          <pc:docMk/>
          <pc:sldMk cId="100591925" sldId="320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1093269531" sldId="321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4126616334" sldId="323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1303298284" sldId="324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1634604912" sldId="326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1373928145" sldId="328"/>
        </pc:sldMkLst>
      </pc:sldChg>
      <pc:sldChg chg="addSp delSp modSp mod modTransition">
        <pc:chgData name="Gera Weiss" userId="f0aa0173-552d-4808-9782-d425e6aaf8d9" providerId="ADAL" clId="{BCBDB34D-6191-4267-A5B7-3948A64E6454}" dt="2024-06-26T20:56:42.299" v="227"/>
        <pc:sldMkLst>
          <pc:docMk/>
          <pc:sldMk cId="75615785" sldId="330"/>
        </pc:sldMkLst>
      </pc:sldChg>
      <pc:sldChg chg="addSp delSp modSp mod modTransition">
        <pc:chgData name="Gera Weiss" userId="f0aa0173-552d-4808-9782-d425e6aaf8d9" providerId="ADAL" clId="{BCBDB34D-6191-4267-A5B7-3948A64E6454}" dt="2024-06-26T20:56:48.489" v="229"/>
        <pc:sldMkLst>
          <pc:docMk/>
          <pc:sldMk cId="1033765213" sldId="331"/>
        </pc:sldMkLst>
      </pc:sldChg>
      <pc:sldChg chg="addSp delSp modSp mod modTransition">
        <pc:chgData name="Gera Weiss" userId="f0aa0173-552d-4808-9782-d425e6aaf8d9" providerId="ADAL" clId="{BCBDB34D-6191-4267-A5B7-3948A64E6454}" dt="2024-06-26T20:56:01.849" v="217" actId="122"/>
        <pc:sldMkLst>
          <pc:docMk/>
          <pc:sldMk cId="424755956" sldId="332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2870477236" sldId="333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3202043392" sldId="335"/>
        </pc:sldMkLst>
      </pc:sldChg>
      <pc:sldChg chg="modTransition">
        <pc:chgData name="Gera Weiss" userId="f0aa0173-552d-4808-9782-d425e6aaf8d9" providerId="ADAL" clId="{BCBDB34D-6191-4267-A5B7-3948A64E6454}" dt="2024-06-26T20:43:02.817" v="146"/>
        <pc:sldMkLst>
          <pc:docMk/>
          <pc:sldMk cId="249377566" sldId="336"/>
        </pc:sldMkLst>
      </pc:sldChg>
      <pc:sldChg chg="modSp add mod">
        <pc:chgData name="Gera Weiss" userId="f0aa0173-552d-4808-9782-d425e6aaf8d9" providerId="ADAL" clId="{BCBDB34D-6191-4267-A5B7-3948A64E6454}" dt="2024-06-26T21:25:05.368" v="519" actId="1076"/>
        <pc:sldMkLst>
          <pc:docMk/>
          <pc:sldMk cId="1251621123" sldId="337"/>
        </pc:sldMkLst>
      </pc:sldChg>
      <pc:sldChg chg="add del">
        <pc:chgData name="Gera Weiss" userId="f0aa0173-552d-4808-9782-d425e6aaf8d9" providerId="ADAL" clId="{BCBDB34D-6191-4267-A5B7-3948A64E6454}" dt="2024-06-26T20:49:49.439" v="186" actId="47"/>
        <pc:sldMkLst>
          <pc:docMk/>
          <pc:sldMk cId="2995171994" sldId="337"/>
        </pc:sldMkLst>
      </pc:sldChg>
    </pc:docChg>
  </pc:docChgLst>
  <pc:docChgLst>
    <pc:chgData name="Gera Weiss" userId="f0aa0173-552d-4808-9782-d425e6aaf8d9" providerId="ADAL" clId="{7790DBAE-ECB2-4E9C-A37F-961F7E8C36DA}"/>
    <pc:docChg chg="modSld">
      <pc:chgData name="Gera Weiss" userId="f0aa0173-552d-4808-9782-d425e6aaf8d9" providerId="ADAL" clId="{7790DBAE-ECB2-4E9C-A37F-961F7E8C36DA}" dt="2025-07-30T14:48:37.159" v="8" actId="14100"/>
      <pc:docMkLst>
        <pc:docMk/>
      </pc:docMkLst>
      <pc:sldChg chg="modSp mod">
        <pc:chgData name="Gera Weiss" userId="f0aa0173-552d-4808-9782-d425e6aaf8d9" providerId="ADAL" clId="{7790DBAE-ECB2-4E9C-A37F-961F7E8C36DA}" dt="2025-07-30T14:48:37.159" v="8" actId="14100"/>
        <pc:sldMkLst>
          <pc:docMk/>
          <pc:sldMk cId="0" sldId="288"/>
        </pc:sldMkLst>
        <pc:spChg chg="mod">
          <ac:chgData name="Gera Weiss" userId="f0aa0173-552d-4808-9782-d425e6aaf8d9" providerId="ADAL" clId="{7790DBAE-ECB2-4E9C-A37F-961F7E8C36DA}" dt="2025-07-30T14:48:37.159" v="8" actId="14100"/>
          <ac:spMkLst>
            <pc:docMk/>
            <pc:sldMk cId="0" sldId="288"/>
            <ac:spMk id="17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vList4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/>
      <dgm:t>
        <a:bodyPr/>
        <a:lstStyle/>
        <a:p>
          <a:pPr algn="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בדיקה אם שפת האוטומט ריקה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r"/>
          <a:endParaRPr lang="en-US" sz="1400">
            <a:latin typeface="Arial Rounded MT Bold" panose="020F0704030504030204" pitchFamily="34" charset="0"/>
          </a:endParaRPr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r"/>
          <a:endParaRPr lang="en-US" sz="1400">
            <a:latin typeface="Arial Rounded MT Bold" panose="020F0704030504030204" pitchFamily="34" charset="0"/>
          </a:endParaRPr>
        </a:p>
      </dgm:t>
    </dgm:pt>
    <dgm:pt modelId="{4891CBF0-58E0-4743-A889-2AB25C8F32B7}">
      <dgm:prSet phldrT="[Text]" custT="1"/>
      <dgm:spPr/>
      <dgm:t>
        <a:bodyPr/>
        <a:lstStyle/>
        <a:p>
          <a:pPr algn="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דטרמיניסטים (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DBA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rtl="1"/>
          <a:endParaRPr lang="he-IL" sz="1400">
            <a:latin typeface="Arial Rounded MT Bold" panose="020F0704030504030204" pitchFamily="34" charset="0"/>
          </a:endParaRPr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rtl="1"/>
          <a:endParaRPr lang="he-IL" sz="1400">
            <a:latin typeface="Arial Rounded MT Bold" panose="020F0704030504030204" pitchFamily="34" charset="0"/>
          </a:endParaRPr>
        </a:p>
      </dgm:t>
    </dgm:pt>
    <dgm:pt modelId="{7EF6208D-0F18-498F-A4FB-E9613A12DF07}">
      <dgm:prSet phldrT="[Text]" custT="1"/>
      <dgm:spPr/>
      <dgm:t>
        <a:bodyPr/>
        <a:lstStyle/>
        <a:p>
          <a:pPr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מוכללים (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GNBA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rtl="1"/>
          <a:endParaRPr lang="he-IL" sz="1400">
            <a:latin typeface="Arial Rounded MT Bold" panose="020F0704030504030204" pitchFamily="34" charset="0"/>
          </a:endParaRPr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rtl="1"/>
          <a:endParaRPr lang="he-IL" sz="1400">
            <a:latin typeface="Arial Rounded MT Bold" panose="020F0704030504030204" pitchFamily="34" charset="0"/>
          </a:endParaRPr>
        </a:p>
      </dgm:t>
    </dgm:pt>
    <dgm:pt modelId="{F914EBAB-9AE0-4C9C-AD59-C8AF93FB6377}" type="pres">
      <dgm:prSet presAssocID="{268E5045-F80D-4251-9166-477E54A6FF0C}" presName="linear" presStyleCnt="0">
        <dgm:presLayoutVars>
          <dgm:dir/>
          <dgm:resizeHandles val="exact"/>
        </dgm:presLayoutVars>
      </dgm:prSet>
      <dgm:spPr/>
    </dgm:pt>
    <dgm:pt modelId="{ABE1C741-270E-44A0-8FAA-56C8D6192DF5}" type="pres">
      <dgm:prSet presAssocID="{810C7596-5982-444A-A894-55C290CED637}" presName="comp" presStyleCnt="0"/>
      <dgm:spPr/>
    </dgm:pt>
    <dgm:pt modelId="{8E0F2305-258D-4428-9FBF-D94A5D3D3C9F}" type="pres">
      <dgm:prSet presAssocID="{810C7596-5982-444A-A894-55C290CED637}" presName="box" presStyleLbl="node1" presStyleIdx="0" presStyleCnt="3"/>
      <dgm:spPr/>
    </dgm:pt>
    <dgm:pt modelId="{158E2DB7-D6B0-46E7-BE6A-C62634D34FFA}" type="pres">
      <dgm:prSet presAssocID="{810C7596-5982-444A-A894-55C290CED637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469B5D2-5C1D-4E16-81D9-7CE4020DBD97}" type="pres">
      <dgm:prSet presAssocID="{810C7596-5982-444A-A894-55C290CED637}" presName="text" presStyleLbl="node1" presStyleIdx="0" presStyleCnt="3">
        <dgm:presLayoutVars>
          <dgm:bulletEnabled val="1"/>
        </dgm:presLayoutVars>
      </dgm:prSet>
      <dgm:spPr/>
    </dgm:pt>
    <dgm:pt modelId="{E6D01480-D6F9-4817-ABFB-3AE46EB9A852}" type="pres">
      <dgm:prSet presAssocID="{47434C3C-211F-4BB7-9D35-8651158F09AD}" presName="spacer" presStyleCnt="0"/>
      <dgm:spPr/>
    </dgm:pt>
    <dgm:pt modelId="{7B79AD2B-6A8A-4467-A1C1-A9C0199D90C6}" type="pres">
      <dgm:prSet presAssocID="{4891CBF0-58E0-4743-A889-2AB25C8F32B7}" presName="comp" presStyleCnt="0"/>
      <dgm:spPr/>
    </dgm:pt>
    <dgm:pt modelId="{72EC1CC4-9F98-4FF6-AFF5-359F01F835C5}" type="pres">
      <dgm:prSet presAssocID="{4891CBF0-58E0-4743-A889-2AB25C8F32B7}" presName="box" presStyleLbl="node1" presStyleIdx="1" presStyleCnt="3"/>
      <dgm:spPr/>
    </dgm:pt>
    <dgm:pt modelId="{E03ADDCD-18FF-44AF-84C5-7DE435534974}" type="pres">
      <dgm:prSet presAssocID="{4891CBF0-58E0-4743-A889-2AB25C8F32B7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0B99703-76E8-42B1-9954-BFC81FE1D8B9}" type="pres">
      <dgm:prSet presAssocID="{4891CBF0-58E0-4743-A889-2AB25C8F32B7}" presName="text" presStyleLbl="node1" presStyleIdx="1" presStyleCnt="3">
        <dgm:presLayoutVars>
          <dgm:bulletEnabled val="1"/>
        </dgm:presLayoutVars>
      </dgm:prSet>
      <dgm:spPr/>
    </dgm:pt>
    <dgm:pt modelId="{5147987D-A1A0-49A4-B921-5F9E09ECF2AE}" type="pres">
      <dgm:prSet presAssocID="{B2956733-7E18-418B-8B3E-46C1B5A83573}" presName="spacer" presStyleCnt="0"/>
      <dgm:spPr/>
    </dgm:pt>
    <dgm:pt modelId="{A9025056-6CAE-4853-AF54-2C96B2829A56}" type="pres">
      <dgm:prSet presAssocID="{7EF6208D-0F18-498F-A4FB-E9613A12DF07}" presName="comp" presStyleCnt="0"/>
      <dgm:spPr/>
    </dgm:pt>
    <dgm:pt modelId="{C92EE605-6976-48F1-9426-8399DE8D452F}" type="pres">
      <dgm:prSet presAssocID="{7EF6208D-0F18-498F-A4FB-E9613A12DF07}" presName="box" presStyleLbl="node1" presStyleIdx="2" presStyleCnt="3"/>
      <dgm:spPr/>
    </dgm:pt>
    <dgm:pt modelId="{049AD942-7533-41E4-BBA2-424C5AC17A9D}" type="pres">
      <dgm:prSet presAssocID="{7EF6208D-0F18-498F-A4FB-E9613A12DF07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8507ACD-3393-4A87-87B3-73D4DE5192B9}" type="pres">
      <dgm:prSet presAssocID="{7EF6208D-0F18-498F-A4FB-E9613A12DF07}" presName="text" presStyleLbl="node1" presStyleIdx="2" presStyleCnt="3">
        <dgm:presLayoutVars>
          <dgm:bulletEnabled val="1"/>
        </dgm:presLayoutVars>
      </dgm:prSet>
      <dgm:spPr/>
    </dgm:pt>
  </dgm:ptLst>
  <dgm:cxnLst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8A793085-9A73-44C6-BF55-FF8B15293D5E}" type="presOf" srcId="{810C7596-5982-444A-A894-55C290CED637}" destId="{8E0F2305-258D-4428-9FBF-D94A5D3D3C9F}" srcOrd="0" destOrd="0" presId="urn:microsoft.com/office/officeart/2005/8/layout/vList4#1"/>
    <dgm:cxn modelId="{4E8E9896-4B17-4EB6-A98A-42F67B282A00}" type="presOf" srcId="{268E5045-F80D-4251-9166-477E54A6FF0C}" destId="{F914EBAB-9AE0-4C9C-AD59-C8AF93FB6377}" srcOrd="0" destOrd="0" presId="urn:microsoft.com/office/officeart/2005/8/layout/vList4#1"/>
    <dgm:cxn modelId="{8BE3A996-4737-48FA-B76A-52F7D170C697}" type="presOf" srcId="{4891CBF0-58E0-4743-A889-2AB25C8F32B7}" destId="{72EC1CC4-9F98-4FF6-AFF5-359F01F835C5}" srcOrd="0" destOrd="0" presId="urn:microsoft.com/office/officeart/2005/8/layout/vList4#1"/>
    <dgm:cxn modelId="{273A47BE-4CF5-4955-B06C-285F882E84AE}" type="presOf" srcId="{7EF6208D-0F18-498F-A4FB-E9613A12DF07}" destId="{C92EE605-6976-48F1-9426-8399DE8D452F}" srcOrd="0" destOrd="0" presId="urn:microsoft.com/office/officeart/2005/8/layout/vList4#1"/>
    <dgm:cxn modelId="{CA92F8CB-8305-46E3-8CC7-D585DFB25D0E}" type="presOf" srcId="{4891CBF0-58E0-4743-A889-2AB25C8F32B7}" destId="{70B99703-76E8-42B1-9954-BFC81FE1D8B9}" srcOrd="1" destOrd="0" presId="urn:microsoft.com/office/officeart/2005/8/layout/vList4#1"/>
    <dgm:cxn modelId="{F2DFB6D4-B2C9-4D4E-B02B-3431EA7E07FB}" type="presOf" srcId="{7EF6208D-0F18-498F-A4FB-E9613A12DF07}" destId="{68507ACD-3393-4A87-87B3-73D4DE5192B9}" srcOrd="1" destOrd="0" presId="urn:microsoft.com/office/officeart/2005/8/layout/vList4#1"/>
    <dgm:cxn modelId="{DA103AED-14CB-4AA0-BA80-9D7C6AE0D29D}" type="presOf" srcId="{810C7596-5982-444A-A894-55C290CED637}" destId="{A469B5D2-5C1D-4E16-81D9-7CE4020DBD97}" srcOrd="1" destOrd="0" presId="urn:microsoft.com/office/officeart/2005/8/layout/vList4#1"/>
    <dgm:cxn modelId="{8379961A-4866-4430-ADBC-E1CD2087BBC8}" type="presParOf" srcId="{F914EBAB-9AE0-4C9C-AD59-C8AF93FB6377}" destId="{ABE1C741-270E-44A0-8FAA-56C8D6192DF5}" srcOrd="0" destOrd="0" presId="urn:microsoft.com/office/officeart/2005/8/layout/vList4#1"/>
    <dgm:cxn modelId="{26D4D600-0D69-483D-80A9-53DB943A09C1}" type="presParOf" srcId="{ABE1C741-270E-44A0-8FAA-56C8D6192DF5}" destId="{8E0F2305-258D-4428-9FBF-D94A5D3D3C9F}" srcOrd="0" destOrd="0" presId="urn:microsoft.com/office/officeart/2005/8/layout/vList4#1"/>
    <dgm:cxn modelId="{E1CFF7A2-C17F-48B3-A436-16D5B894159C}" type="presParOf" srcId="{ABE1C741-270E-44A0-8FAA-56C8D6192DF5}" destId="{158E2DB7-D6B0-46E7-BE6A-C62634D34FFA}" srcOrd="1" destOrd="0" presId="urn:microsoft.com/office/officeart/2005/8/layout/vList4#1"/>
    <dgm:cxn modelId="{A224C7D2-0253-4F50-917E-672B93ED8BA6}" type="presParOf" srcId="{ABE1C741-270E-44A0-8FAA-56C8D6192DF5}" destId="{A469B5D2-5C1D-4E16-81D9-7CE4020DBD97}" srcOrd="2" destOrd="0" presId="urn:microsoft.com/office/officeart/2005/8/layout/vList4#1"/>
    <dgm:cxn modelId="{7B7DDFB0-D714-45C8-AE6B-8C69CA78DC3B}" type="presParOf" srcId="{F914EBAB-9AE0-4C9C-AD59-C8AF93FB6377}" destId="{E6D01480-D6F9-4817-ABFB-3AE46EB9A852}" srcOrd="1" destOrd="0" presId="urn:microsoft.com/office/officeart/2005/8/layout/vList4#1"/>
    <dgm:cxn modelId="{55064957-301E-49E9-9764-59E20C45B53B}" type="presParOf" srcId="{F914EBAB-9AE0-4C9C-AD59-C8AF93FB6377}" destId="{7B79AD2B-6A8A-4467-A1C1-A9C0199D90C6}" srcOrd="2" destOrd="0" presId="urn:microsoft.com/office/officeart/2005/8/layout/vList4#1"/>
    <dgm:cxn modelId="{151F17B1-5E56-4179-9229-36502195AB1F}" type="presParOf" srcId="{7B79AD2B-6A8A-4467-A1C1-A9C0199D90C6}" destId="{72EC1CC4-9F98-4FF6-AFF5-359F01F835C5}" srcOrd="0" destOrd="0" presId="urn:microsoft.com/office/officeart/2005/8/layout/vList4#1"/>
    <dgm:cxn modelId="{0C6BB69D-D999-4F93-B102-5D74EF0D27DA}" type="presParOf" srcId="{7B79AD2B-6A8A-4467-A1C1-A9C0199D90C6}" destId="{E03ADDCD-18FF-44AF-84C5-7DE435534974}" srcOrd="1" destOrd="0" presId="urn:microsoft.com/office/officeart/2005/8/layout/vList4#1"/>
    <dgm:cxn modelId="{3EE13088-D6B8-4901-A965-A9911E428DD7}" type="presParOf" srcId="{7B79AD2B-6A8A-4467-A1C1-A9C0199D90C6}" destId="{70B99703-76E8-42B1-9954-BFC81FE1D8B9}" srcOrd="2" destOrd="0" presId="urn:microsoft.com/office/officeart/2005/8/layout/vList4#1"/>
    <dgm:cxn modelId="{40D70053-FFFE-467B-BC2C-F925D197CAB2}" type="presParOf" srcId="{F914EBAB-9AE0-4C9C-AD59-C8AF93FB6377}" destId="{5147987D-A1A0-49A4-B921-5F9E09ECF2AE}" srcOrd="3" destOrd="0" presId="urn:microsoft.com/office/officeart/2005/8/layout/vList4#1"/>
    <dgm:cxn modelId="{3BFF8115-F017-41B9-B087-7E9847398A6F}" type="presParOf" srcId="{F914EBAB-9AE0-4C9C-AD59-C8AF93FB6377}" destId="{A9025056-6CAE-4853-AF54-2C96B2829A56}" srcOrd="4" destOrd="0" presId="urn:microsoft.com/office/officeart/2005/8/layout/vList4#1"/>
    <dgm:cxn modelId="{E6021765-4D0B-4362-B528-7E6E5C13709C}" type="presParOf" srcId="{A9025056-6CAE-4853-AF54-2C96B2829A56}" destId="{C92EE605-6976-48F1-9426-8399DE8D452F}" srcOrd="0" destOrd="0" presId="urn:microsoft.com/office/officeart/2005/8/layout/vList4#1"/>
    <dgm:cxn modelId="{F32F2335-8691-4980-9BDB-395B0D31D412}" type="presParOf" srcId="{A9025056-6CAE-4853-AF54-2C96B2829A56}" destId="{049AD942-7533-41E4-BBA2-424C5AC17A9D}" srcOrd="1" destOrd="0" presId="urn:microsoft.com/office/officeart/2005/8/layout/vList4#1"/>
    <dgm:cxn modelId="{E929810C-1EB6-497D-8CC8-4A618258A200}" type="presParOf" srcId="{A9025056-6CAE-4853-AF54-2C96B2829A56}" destId="{68507ACD-3393-4A87-87B3-73D4DE5192B9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vList4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בדיקה אם שפת האוטומט ריקה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4891CBF0-58E0-4743-A889-2AB25C8F32B7}">
      <dgm:prSet phldrT="[Text]" custT="1"/>
      <dgm:spPr/>
      <dgm:t>
        <a:bodyPr/>
        <a:lstStyle/>
        <a:p>
          <a:pPr algn="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דטרמיניסטים (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DBA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7EF6208D-0F18-498F-A4FB-E9613A12DF0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מוכללים (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GNBA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F914EBAB-9AE0-4C9C-AD59-C8AF93FB6377}" type="pres">
      <dgm:prSet presAssocID="{268E5045-F80D-4251-9166-477E54A6FF0C}" presName="linear" presStyleCnt="0">
        <dgm:presLayoutVars>
          <dgm:dir/>
          <dgm:resizeHandles val="exact"/>
        </dgm:presLayoutVars>
      </dgm:prSet>
      <dgm:spPr/>
    </dgm:pt>
    <dgm:pt modelId="{ABE1C741-270E-44A0-8FAA-56C8D6192DF5}" type="pres">
      <dgm:prSet presAssocID="{810C7596-5982-444A-A894-55C290CED637}" presName="comp" presStyleCnt="0"/>
      <dgm:spPr/>
    </dgm:pt>
    <dgm:pt modelId="{8E0F2305-258D-4428-9FBF-D94A5D3D3C9F}" type="pres">
      <dgm:prSet presAssocID="{810C7596-5982-444A-A894-55C290CED637}" presName="box" presStyleLbl="node1" presStyleIdx="0" presStyleCnt="3"/>
      <dgm:spPr/>
    </dgm:pt>
    <dgm:pt modelId="{158E2DB7-D6B0-46E7-BE6A-C62634D34FFA}" type="pres">
      <dgm:prSet presAssocID="{810C7596-5982-444A-A894-55C290CED637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469B5D2-5C1D-4E16-81D9-7CE4020DBD97}" type="pres">
      <dgm:prSet presAssocID="{810C7596-5982-444A-A894-55C290CED637}" presName="text" presStyleLbl="node1" presStyleIdx="0" presStyleCnt="3">
        <dgm:presLayoutVars>
          <dgm:bulletEnabled val="1"/>
        </dgm:presLayoutVars>
      </dgm:prSet>
      <dgm:spPr/>
    </dgm:pt>
    <dgm:pt modelId="{E6D01480-D6F9-4817-ABFB-3AE46EB9A852}" type="pres">
      <dgm:prSet presAssocID="{47434C3C-211F-4BB7-9D35-8651158F09AD}" presName="spacer" presStyleCnt="0"/>
      <dgm:spPr/>
    </dgm:pt>
    <dgm:pt modelId="{7B79AD2B-6A8A-4467-A1C1-A9C0199D90C6}" type="pres">
      <dgm:prSet presAssocID="{4891CBF0-58E0-4743-A889-2AB25C8F32B7}" presName="comp" presStyleCnt="0"/>
      <dgm:spPr/>
    </dgm:pt>
    <dgm:pt modelId="{72EC1CC4-9F98-4FF6-AFF5-359F01F835C5}" type="pres">
      <dgm:prSet presAssocID="{4891CBF0-58E0-4743-A889-2AB25C8F32B7}" presName="box" presStyleLbl="node1" presStyleIdx="1" presStyleCnt="3"/>
      <dgm:spPr/>
    </dgm:pt>
    <dgm:pt modelId="{E03ADDCD-18FF-44AF-84C5-7DE435534974}" type="pres">
      <dgm:prSet presAssocID="{4891CBF0-58E0-4743-A889-2AB25C8F32B7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0B99703-76E8-42B1-9954-BFC81FE1D8B9}" type="pres">
      <dgm:prSet presAssocID="{4891CBF0-58E0-4743-A889-2AB25C8F32B7}" presName="text" presStyleLbl="node1" presStyleIdx="1" presStyleCnt="3">
        <dgm:presLayoutVars>
          <dgm:bulletEnabled val="1"/>
        </dgm:presLayoutVars>
      </dgm:prSet>
      <dgm:spPr/>
    </dgm:pt>
    <dgm:pt modelId="{5147987D-A1A0-49A4-B921-5F9E09ECF2AE}" type="pres">
      <dgm:prSet presAssocID="{B2956733-7E18-418B-8B3E-46C1B5A83573}" presName="spacer" presStyleCnt="0"/>
      <dgm:spPr/>
    </dgm:pt>
    <dgm:pt modelId="{A9025056-6CAE-4853-AF54-2C96B2829A56}" type="pres">
      <dgm:prSet presAssocID="{7EF6208D-0F18-498F-A4FB-E9613A12DF07}" presName="comp" presStyleCnt="0"/>
      <dgm:spPr/>
    </dgm:pt>
    <dgm:pt modelId="{C92EE605-6976-48F1-9426-8399DE8D452F}" type="pres">
      <dgm:prSet presAssocID="{7EF6208D-0F18-498F-A4FB-E9613A12DF07}" presName="box" presStyleLbl="node1" presStyleIdx="2" presStyleCnt="3"/>
      <dgm:spPr/>
    </dgm:pt>
    <dgm:pt modelId="{049AD942-7533-41E4-BBA2-424C5AC17A9D}" type="pres">
      <dgm:prSet presAssocID="{7EF6208D-0F18-498F-A4FB-E9613A12DF07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8507ACD-3393-4A87-87B3-73D4DE5192B9}" type="pres">
      <dgm:prSet presAssocID="{7EF6208D-0F18-498F-A4FB-E9613A12DF07}" presName="text" presStyleLbl="node1" presStyleIdx="2" presStyleCnt="3">
        <dgm:presLayoutVars>
          <dgm:bulletEnabled val="1"/>
        </dgm:presLayoutVars>
      </dgm:prSet>
      <dgm:spPr/>
    </dgm:pt>
  </dgm:ptLst>
  <dgm:cxnLst>
    <dgm:cxn modelId="{FBD8F013-5EBB-492B-87FE-0D2375AE5D4C}" type="presOf" srcId="{810C7596-5982-444A-A894-55C290CED637}" destId="{A469B5D2-5C1D-4E16-81D9-7CE4020DBD97}" srcOrd="1" destOrd="0" presId="urn:microsoft.com/office/officeart/2005/8/layout/vList4#2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79C09F55-C50E-4422-AD77-C3AB2C57A7F4}" type="presOf" srcId="{4891CBF0-58E0-4743-A889-2AB25C8F32B7}" destId="{70B99703-76E8-42B1-9954-BFC81FE1D8B9}" srcOrd="1" destOrd="0" presId="urn:microsoft.com/office/officeart/2005/8/layout/vList4#2"/>
    <dgm:cxn modelId="{283B0F77-A591-4DDA-A8DF-791EDA31989B}" type="presOf" srcId="{4891CBF0-58E0-4743-A889-2AB25C8F32B7}" destId="{72EC1CC4-9F98-4FF6-AFF5-359F01F835C5}" srcOrd="0" destOrd="0" presId="urn:microsoft.com/office/officeart/2005/8/layout/vList4#2"/>
    <dgm:cxn modelId="{0F2BF58D-C1C0-437B-9D1F-A61CC57F0A30}" type="presOf" srcId="{7EF6208D-0F18-498F-A4FB-E9613A12DF07}" destId="{68507ACD-3393-4A87-87B3-73D4DE5192B9}" srcOrd="1" destOrd="0" presId="urn:microsoft.com/office/officeart/2005/8/layout/vList4#2"/>
    <dgm:cxn modelId="{6E3B2ED2-607A-4513-99A1-287CC71C96EF}" type="presOf" srcId="{810C7596-5982-444A-A894-55C290CED637}" destId="{8E0F2305-258D-4428-9FBF-D94A5D3D3C9F}" srcOrd="0" destOrd="0" presId="urn:microsoft.com/office/officeart/2005/8/layout/vList4#2"/>
    <dgm:cxn modelId="{BEDFE9DC-C8D5-4F0A-8739-3FE2C194A10B}" type="presOf" srcId="{268E5045-F80D-4251-9166-477E54A6FF0C}" destId="{F914EBAB-9AE0-4C9C-AD59-C8AF93FB6377}" srcOrd="0" destOrd="0" presId="urn:microsoft.com/office/officeart/2005/8/layout/vList4#2"/>
    <dgm:cxn modelId="{E4FC72FF-7E30-472B-9627-33092CBFC3A7}" type="presOf" srcId="{7EF6208D-0F18-498F-A4FB-E9613A12DF07}" destId="{C92EE605-6976-48F1-9426-8399DE8D452F}" srcOrd="0" destOrd="0" presId="urn:microsoft.com/office/officeart/2005/8/layout/vList4#2"/>
    <dgm:cxn modelId="{9A732497-5F89-4407-9D32-A3BF0EAF2E08}" type="presParOf" srcId="{F914EBAB-9AE0-4C9C-AD59-C8AF93FB6377}" destId="{ABE1C741-270E-44A0-8FAA-56C8D6192DF5}" srcOrd="0" destOrd="0" presId="urn:microsoft.com/office/officeart/2005/8/layout/vList4#2"/>
    <dgm:cxn modelId="{1B1D189F-C74D-4882-94F4-927717F886B4}" type="presParOf" srcId="{ABE1C741-270E-44A0-8FAA-56C8D6192DF5}" destId="{8E0F2305-258D-4428-9FBF-D94A5D3D3C9F}" srcOrd="0" destOrd="0" presId="urn:microsoft.com/office/officeart/2005/8/layout/vList4#2"/>
    <dgm:cxn modelId="{74FC73CB-654F-44FF-B883-978382EACE75}" type="presParOf" srcId="{ABE1C741-270E-44A0-8FAA-56C8D6192DF5}" destId="{158E2DB7-D6B0-46E7-BE6A-C62634D34FFA}" srcOrd="1" destOrd="0" presId="urn:microsoft.com/office/officeart/2005/8/layout/vList4#2"/>
    <dgm:cxn modelId="{CCD25E5C-727C-4C18-A3CE-28BE20D440B0}" type="presParOf" srcId="{ABE1C741-270E-44A0-8FAA-56C8D6192DF5}" destId="{A469B5D2-5C1D-4E16-81D9-7CE4020DBD97}" srcOrd="2" destOrd="0" presId="urn:microsoft.com/office/officeart/2005/8/layout/vList4#2"/>
    <dgm:cxn modelId="{EB5DF8D6-4964-4305-9685-7F3AC2175104}" type="presParOf" srcId="{F914EBAB-9AE0-4C9C-AD59-C8AF93FB6377}" destId="{E6D01480-D6F9-4817-ABFB-3AE46EB9A852}" srcOrd="1" destOrd="0" presId="urn:microsoft.com/office/officeart/2005/8/layout/vList4#2"/>
    <dgm:cxn modelId="{5856D04B-29C5-4CA6-8763-1AE28BC04C43}" type="presParOf" srcId="{F914EBAB-9AE0-4C9C-AD59-C8AF93FB6377}" destId="{7B79AD2B-6A8A-4467-A1C1-A9C0199D90C6}" srcOrd="2" destOrd="0" presId="urn:microsoft.com/office/officeart/2005/8/layout/vList4#2"/>
    <dgm:cxn modelId="{7E6E0262-86E4-4FCD-99A8-BA5A20DEB760}" type="presParOf" srcId="{7B79AD2B-6A8A-4467-A1C1-A9C0199D90C6}" destId="{72EC1CC4-9F98-4FF6-AFF5-359F01F835C5}" srcOrd="0" destOrd="0" presId="urn:microsoft.com/office/officeart/2005/8/layout/vList4#2"/>
    <dgm:cxn modelId="{8110D868-3A67-41BB-9878-91537CB659B2}" type="presParOf" srcId="{7B79AD2B-6A8A-4467-A1C1-A9C0199D90C6}" destId="{E03ADDCD-18FF-44AF-84C5-7DE435534974}" srcOrd="1" destOrd="0" presId="urn:microsoft.com/office/officeart/2005/8/layout/vList4#2"/>
    <dgm:cxn modelId="{F0BE05D2-7C5A-4FC1-934F-76AC68705044}" type="presParOf" srcId="{7B79AD2B-6A8A-4467-A1C1-A9C0199D90C6}" destId="{70B99703-76E8-42B1-9954-BFC81FE1D8B9}" srcOrd="2" destOrd="0" presId="urn:microsoft.com/office/officeart/2005/8/layout/vList4#2"/>
    <dgm:cxn modelId="{36985A2F-7132-44A8-B7F5-D1C178E5EB15}" type="presParOf" srcId="{F914EBAB-9AE0-4C9C-AD59-C8AF93FB6377}" destId="{5147987D-A1A0-49A4-B921-5F9E09ECF2AE}" srcOrd="3" destOrd="0" presId="urn:microsoft.com/office/officeart/2005/8/layout/vList4#2"/>
    <dgm:cxn modelId="{47B61B19-EE4C-4A05-84B1-F5A3DB844FA8}" type="presParOf" srcId="{F914EBAB-9AE0-4C9C-AD59-C8AF93FB6377}" destId="{A9025056-6CAE-4853-AF54-2C96B2829A56}" srcOrd="4" destOrd="0" presId="urn:microsoft.com/office/officeart/2005/8/layout/vList4#2"/>
    <dgm:cxn modelId="{CB3623C2-C9B4-4EC3-833C-8801D1C8625F}" type="presParOf" srcId="{A9025056-6CAE-4853-AF54-2C96B2829A56}" destId="{C92EE605-6976-48F1-9426-8399DE8D452F}" srcOrd="0" destOrd="0" presId="urn:microsoft.com/office/officeart/2005/8/layout/vList4#2"/>
    <dgm:cxn modelId="{1989C627-DB6F-4853-A38A-B2FD3733D88C}" type="presParOf" srcId="{A9025056-6CAE-4853-AF54-2C96B2829A56}" destId="{049AD942-7533-41E4-BBA2-424C5AC17A9D}" srcOrd="1" destOrd="0" presId="urn:microsoft.com/office/officeart/2005/8/layout/vList4#2"/>
    <dgm:cxn modelId="{F2F7F979-11A3-4D0C-8ED3-76A17D74AEAC}" type="presParOf" srcId="{A9025056-6CAE-4853-AF54-2C96B2829A56}" destId="{68507ACD-3393-4A87-87B3-73D4DE5192B9}" srcOrd="2" destOrd="0" presId="urn:microsoft.com/office/officeart/2005/8/layout/vList4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vList4#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בדיקה אם שפת האוטומט ריקה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r"/>
          <a:endParaRPr lang="en-US" sz="1400"/>
        </a:p>
      </dgm:t>
    </dgm:pt>
    <dgm:pt modelId="{4891CBF0-58E0-4743-A889-2AB25C8F32B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דטרמיניסטים (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DBA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rtl="1"/>
          <a:endParaRPr lang="he-IL" sz="1400"/>
        </a:p>
      </dgm:t>
    </dgm:pt>
    <dgm:pt modelId="{7EF6208D-0F18-498F-A4FB-E9613A12DF07}">
      <dgm:prSet phldrT="[Text]" custT="1"/>
      <dgm:spPr>
        <a:solidFill>
          <a:schemeClr val="accent1"/>
        </a:solidFill>
      </dgm:spPr>
      <dgm:t>
        <a:bodyPr/>
        <a:lstStyle/>
        <a:p>
          <a:pPr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מוכללים (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GNBA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rtl="1"/>
          <a:endParaRPr lang="he-IL" sz="1400"/>
        </a:p>
      </dgm:t>
    </dgm:pt>
    <dgm:pt modelId="{F914EBAB-9AE0-4C9C-AD59-C8AF93FB6377}" type="pres">
      <dgm:prSet presAssocID="{268E5045-F80D-4251-9166-477E54A6FF0C}" presName="linear" presStyleCnt="0">
        <dgm:presLayoutVars>
          <dgm:dir/>
          <dgm:resizeHandles val="exact"/>
        </dgm:presLayoutVars>
      </dgm:prSet>
      <dgm:spPr/>
    </dgm:pt>
    <dgm:pt modelId="{ABE1C741-270E-44A0-8FAA-56C8D6192DF5}" type="pres">
      <dgm:prSet presAssocID="{810C7596-5982-444A-A894-55C290CED637}" presName="comp" presStyleCnt="0"/>
      <dgm:spPr/>
    </dgm:pt>
    <dgm:pt modelId="{8E0F2305-258D-4428-9FBF-D94A5D3D3C9F}" type="pres">
      <dgm:prSet presAssocID="{810C7596-5982-444A-A894-55C290CED637}" presName="box" presStyleLbl="node1" presStyleIdx="0" presStyleCnt="3"/>
      <dgm:spPr/>
    </dgm:pt>
    <dgm:pt modelId="{158E2DB7-D6B0-46E7-BE6A-C62634D34FFA}" type="pres">
      <dgm:prSet presAssocID="{810C7596-5982-444A-A894-55C290CED637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469B5D2-5C1D-4E16-81D9-7CE4020DBD97}" type="pres">
      <dgm:prSet presAssocID="{810C7596-5982-444A-A894-55C290CED637}" presName="text" presStyleLbl="node1" presStyleIdx="0" presStyleCnt="3">
        <dgm:presLayoutVars>
          <dgm:bulletEnabled val="1"/>
        </dgm:presLayoutVars>
      </dgm:prSet>
      <dgm:spPr/>
    </dgm:pt>
    <dgm:pt modelId="{E6D01480-D6F9-4817-ABFB-3AE46EB9A852}" type="pres">
      <dgm:prSet presAssocID="{47434C3C-211F-4BB7-9D35-8651158F09AD}" presName="spacer" presStyleCnt="0"/>
      <dgm:spPr/>
    </dgm:pt>
    <dgm:pt modelId="{7B79AD2B-6A8A-4467-A1C1-A9C0199D90C6}" type="pres">
      <dgm:prSet presAssocID="{4891CBF0-58E0-4743-A889-2AB25C8F32B7}" presName="comp" presStyleCnt="0"/>
      <dgm:spPr/>
    </dgm:pt>
    <dgm:pt modelId="{72EC1CC4-9F98-4FF6-AFF5-359F01F835C5}" type="pres">
      <dgm:prSet presAssocID="{4891CBF0-58E0-4743-A889-2AB25C8F32B7}" presName="box" presStyleLbl="node1" presStyleIdx="1" presStyleCnt="3"/>
      <dgm:spPr/>
    </dgm:pt>
    <dgm:pt modelId="{E03ADDCD-18FF-44AF-84C5-7DE435534974}" type="pres">
      <dgm:prSet presAssocID="{4891CBF0-58E0-4743-A889-2AB25C8F32B7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70B99703-76E8-42B1-9954-BFC81FE1D8B9}" type="pres">
      <dgm:prSet presAssocID="{4891CBF0-58E0-4743-A889-2AB25C8F32B7}" presName="text" presStyleLbl="node1" presStyleIdx="1" presStyleCnt="3">
        <dgm:presLayoutVars>
          <dgm:bulletEnabled val="1"/>
        </dgm:presLayoutVars>
      </dgm:prSet>
      <dgm:spPr/>
    </dgm:pt>
    <dgm:pt modelId="{5147987D-A1A0-49A4-B921-5F9E09ECF2AE}" type="pres">
      <dgm:prSet presAssocID="{B2956733-7E18-418B-8B3E-46C1B5A83573}" presName="spacer" presStyleCnt="0"/>
      <dgm:spPr/>
    </dgm:pt>
    <dgm:pt modelId="{A9025056-6CAE-4853-AF54-2C96B2829A56}" type="pres">
      <dgm:prSet presAssocID="{7EF6208D-0F18-498F-A4FB-E9613A12DF07}" presName="comp" presStyleCnt="0"/>
      <dgm:spPr/>
    </dgm:pt>
    <dgm:pt modelId="{C92EE605-6976-48F1-9426-8399DE8D452F}" type="pres">
      <dgm:prSet presAssocID="{7EF6208D-0F18-498F-A4FB-E9613A12DF07}" presName="box" presStyleLbl="node1" presStyleIdx="2" presStyleCnt="3"/>
      <dgm:spPr/>
    </dgm:pt>
    <dgm:pt modelId="{049AD942-7533-41E4-BBA2-424C5AC17A9D}" type="pres">
      <dgm:prSet presAssocID="{7EF6208D-0F18-498F-A4FB-E9613A12DF07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68507ACD-3393-4A87-87B3-73D4DE5192B9}" type="pres">
      <dgm:prSet presAssocID="{7EF6208D-0F18-498F-A4FB-E9613A12DF07}" presName="text" presStyleLbl="node1" presStyleIdx="2" presStyleCnt="3">
        <dgm:presLayoutVars>
          <dgm:bulletEnabled val="1"/>
        </dgm:presLayoutVars>
      </dgm:prSet>
      <dgm:spPr/>
    </dgm:pt>
  </dgm:ptLst>
  <dgm:cxnLst>
    <dgm:cxn modelId="{57609A29-32FC-4998-B7B5-F1E7B2572072}" type="presOf" srcId="{7EF6208D-0F18-498F-A4FB-E9613A12DF07}" destId="{68507ACD-3393-4A87-87B3-73D4DE5192B9}" srcOrd="1" destOrd="0" presId="urn:microsoft.com/office/officeart/2005/8/layout/vList4#3"/>
    <dgm:cxn modelId="{B3D5FC39-07C2-4923-8154-E0FEAF43021A}" type="presOf" srcId="{4891CBF0-58E0-4743-A889-2AB25C8F32B7}" destId="{72EC1CC4-9F98-4FF6-AFF5-359F01F835C5}" srcOrd="0" destOrd="0" presId="urn:microsoft.com/office/officeart/2005/8/layout/vList4#3"/>
    <dgm:cxn modelId="{6141915F-6D46-4420-95D8-69F91785460E}" type="presOf" srcId="{4891CBF0-58E0-4743-A889-2AB25C8F32B7}" destId="{70B99703-76E8-42B1-9954-BFC81FE1D8B9}" srcOrd="1" destOrd="0" presId="urn:microsoft.com/office/officeart/2005/8/layout/vList4#3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5C341579-C0A6-44C5-9619-B9391A86E6A9}" type="presOf" srcId="{810C7596-5982-444A-A894-55C290CED637}" destId="{A469B5D2-5C1D-4E16-81D9-7CE4020DBD97}" srcOrd="1" destOrd="0" presId="urn:microsoft.com/office/officeart/2005/8/layout/vList4#3"/>
    <dgm:cxn modelId="{3F574C8D-AC3F-49D9-8042-059E46F4F26D}" type="presOf" srcId="{268E5045-F80D-4251-9166-477E54A6FF0C}" destId="{F914EBAB-9AE0-4C9C-AD59-C8AF93FB6377}" srcOrd="0" destOrd="0" presId="urn:microsoft.com/office/officeart/2005/8/layout/vList4#3"/>
    <dgm:cxn modelId="{3A5FCFAD-A063-4AA0-88D2-3E34B0A82011}" type="presOf" srcId="{810C7596-5982-444A-A894-55C290CED637}" destId="{8E0F2305-258D-4428-9FBF-D94A5D3D3C9F}" srcOrd="0" destOrd="0" presId="urn:microsoft.com/office/officeart/2005/8/layout/vList4#3"/>
    <dgm:cxn modelId="{F60F29B6-A0C0-4ECE-A6FF-4EBAA2BE7706}" type="presOf" srcId="{7EF6208D-0F18-498F-A4FB-E9613A12DF07}" destId="{C92EE605-6976-48F1-9426-8399DE8D452F}" srcOrd="0" destOrd="0" presId="urn:microsoft.com/office/officeart/2005/8/layout/vList4#3"/>
    <dgm:cxn modelId="{6872D38E-1443-4858-83DF-D21DDD6ADC10}" type="presParOf" srcId="{F914EBAB-9AE0-4C9C-AD59-C8AF93FB6377}" destId="{ABE1C741-270E-44A0-8FAA-56C8D6192DF5}" srcOrd="0" destOrd="0" presId="urn:microsoft.com/office/officeart/2005/8/layout/vList4#3"/>
    <dgm:cxn modelId="{10370A92-8F1A-4750-85DE-A1502A84099D}" type="presParOf" srcId="{ABE1C741-270E-44A0-8FAA-56C8D6192DF5}" destId="{8E0F2305-258D-4428-9FBF-D94A5D3D3C9F}" srcOrd="0" destOrd="0" presId="urn:microsoft.com/office/officeart/2005/8/layout/vList4#3"/>
    <dgm:cxn modelId="{F1081A09-CADB-42FE-A1F3-7E2F2915A4B5}" type="presParOf" srcId="{ABE1C741-270E-44A0-8FAA-56C8D6192DF5}" destId="{158E2DB7-D6B0-46E7-BE6A-C62634D34FFA}" srcOrd="1" destOrd="0" presId="urn:microsoft.com/office/officeart/2005/8/layout/vList4#3"/>
    <dgm:cxn modelId="{8EFB3AF3-6B54-4FB5-B432-F699B19D71D9}" type="presParOf" srcId="{ABE1C741-270E-44A0-8FAA-56C8D6192DF5}" destId="{A469B5D2-5C1D-4E16-81D9-7CE4020DBD97}" srcOrd="2" destOrd="0" presId="urn:microsoft.com/office/officeart/2005/8/layout/vList4#3"/>
    <dgm:cxn modelId="{BA952740-7CD6-40E9-9CAD-28C47DD05766}" type="presParOf" srcId="{F914EBAB-9AE0-4C9C-AD59-C8AF93FB6377}" destId="{E6D01480-D6F9-4817-ABFB-3AE46EB9A852}" srcOrd="1" destOrd="0" presId="urn:microsoft.com/office/officeart/2005/8/layout/vList4#3"/>
    <dgm:cxn modelId="{3DA0E972-40D5-4709-8BE2-CA7C39539C70}" type="presParOf" srcId="{F914EBAB-9AE0-4C9C-AD59-C8AF93FB6377}" destId="{7B79AD2B-6A8A-4467-A1C1-A9C0199D90C6}" srcOrd="2" destOrd="0" presId="urn:microsoft.com/office/officeart/2005/8/layout/vList4#3"/>
    <dgm:cxn modelId="{0CAFDE99-7871-4C1C-AEA6-3646D1D943CD}" type="presParOf" srcId="{7B79AD2B-6A8A-4467-A1C1-A9C0199D90C6}" destId="{72EC1CC4-9F98-4FF6-AFF5-359F01F835C5}" srcOrd="0" destOrd="0" presId="urn:microsoft.com/office/officeart/2005/8/layout/vList4#3"/>
    <dgm:cxn modelId="{457A964A-B9A9-463F-A2C2-12166E17A2A1}" type="presParOf" srcId="{7B79AD2B-6A8A-4467-A1C1-A9C0199D90C6}" destId="{E03ADDCD-18FF-44AF-84C5-7DE435534974}" srcOrd="1" destOrd="0" presId="urn:microsoft.com/office/officeart/2005/8/layout/vList4#3"/>
    <dgm:cxn modelId="{0554860F-DE76-4E62-8F7E-A7C49294157F}" type="presParOf" srcId="{7B79AD2B-6A8A-4467-A1C1-A9C0199D90C6}" destId="{70B99703-76E8-42B1-9954-BFC81FE1D8B9}" srcOrd="2" destOrd="0" presId="urn:microsoft.com/office/officeart/2005/8/layout/vList4#3"/>
    <dgm:cxn modelId="{B4A3BF10-0393-4146-BFC1-565BAD8BF5ED}" type="presParOf" srcId="{F914EBAB-9AE0-4C9C-AD59-C8AF93FB6377}" destId="{5147987D-A1A0-49A4-B921-5F9E09ECF2AE}" srcOrd="3" destOrd="0" presId="urn:microsoft.com/office/officeart/2005/8/layout/vList4#3"/>
    <dgm:cxn modelId="{79453A00-8B40-4259-A750-CE3BBC1C6B8A}" type="presParOf" srcId="{F914EBAB-9AE0-4C9C-AD59-C8AF93FB6377}" destId="{A9025056-6CAE-4853-AF54-2C96B2829A56}" srcOrd="4" destOrd="0" presId="urn:microsoft.com/office/officeart/2005/8/layout/vList4#3"/>
    <dgm:cxn modelId="{F2CE4A90-B6F3-4AA0-B6FE-26ABB8E85987}" type="presParOf" srcId="{A9025056-6CAE-4853-AF54-2C96B2829A56}" destId="{C92EE605-6976-48F1-9426-8399DE8D452F}" srcOrd="0" destOrd="0" presId="urn:microsoft.com/office/officeart/2005/8/layout/vList4#3"/>
    <dgm:cxn modelId="{71164FF9-C227-4738-A34D-C09DF80745F6}" type="presParOf" srcId="{A9025056-6CAE-4853-AF54-2C96B2829A56}" destId="{049AD942-7533-41E4-BBA2-424C5AC17A9D}" srcOrd="1" destOrd="0" presId="urn:microsoft.com/office/officeart/2005/8/layout/vList4#3"/>
    <dgm:cxn modelId="{F7889292-5BDA-4FD1-A47F-DC4AA79241F3}" type="presParOf" srcId="{A9025056-6CAE-4853-AF54-2C96B2829A56}" destId="{68507ACD-3393-4A87-87B3-73D4DE5192B9}" srcOrd="2" destOrd="0" presId="urn:microsoft.com/office/officeart/2005/8/layout/vList4#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F2305-258D-4428-9FBF-D94A5D3D3C9F}">
      <dsp:nvSpPr>
        <dsp:cNvPr id="0" name=""/>
        <dsp:cNvSpPr/>
      </dsp:nvSpPr>
      <dsp:spPr>
        <a:xfrm>
          <a:off x="0" y="0"/>
          <a:ext cx="7848600" cy="1555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בדיקה אם שפת האוטומט ריקה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725295" y="0"/>
        <a:ext cx="6123305" cy="1555749"/>
      </dsp:txXfrm>
    </dsp:sp>
    <dsp:sp modelId="{158E2DB7-D6B0-46E7-BE6A-C62634D34FFA}">
      <dsp:nvSpPr>
        <dsp:cNvPr id="0" name=""/>
        <dsp:cNvSpPr/>
      </dsp:nvSpPr>
      <dsp:spPr>
        <a:xfrm>
          <a:off x="155574" y="155575"/>
          <a:ext cx="1569720" cy="12445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C1CC4-9F98-4FF6-AFF5-359F01F835C5}">
      <dsp:nvSpPr>
        <dsp:cNvPr id="0" name=""/>
        <dsp:cNvSpPr/>
      </dsp:nvSpPr>
      <dsp:spPr>
        <a:xfrm>
          <a:off x="0" y="1711324"/>
          <a:ext cx="7848600" cy="1555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דטרמיניסטים (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DBA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725295" y="1711324"/>
        <a:ext cx="6123305" cy="1555749"/>
      </dsp:txXfrm>
    </dsp:sp>
    <dsp:sp modelId="{E03ADDCD-18FF-44AF-84C5-7DE435534974}">
      <dsp:nvSpPr>
        <dsp:cNvPr id="0" name=""/>
        <dsp:cNvSpPr/>
      </dsp:nvSpPr>
      <dsp:spPr>
        <a:xfrm>
          <a:off x="155574" y="1866900"/>
          <a:ext cx="1569720" cy="12445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EE605-6976-48F1-9426-8399DE8D452F}">
      <dsp:nvSpPr>
        <dsp:cNvPr id="0" name=""/>
        <dsp:cNvSpPr/>
      </dsp:nvSpPr>
      <dsp:spPr>
        <a:xfrm>
          <a:off x="0" y="3422649"/>
          <a:ext cx="7848600" cy="1555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מוכללים (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GNBA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725295" y="3422649"/>
        <a:ext cx="6123305" cy="1555749"/>
      </dsp:txXfrm>
    </dsp:sp>
    <dsp:sp modelId="{049AD942-7533-41E4-BBA2-424C5AC17A9D}">
      <dsp:nvSpPr>
        <dsp:cNvPr id="0" name=""/>
        <dsp:cNvSpPr/>
      </dsp:nvSpPr>
      <dsp:spPr>
        <a:xfrm>
          <a:off x="155574" y="3578224"/>
          <a:ext cx="1569720" cy="12445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F2305-258D-4428-9FBF-D94A5D3D3C9F}">
      <dsp:nvSpPr>
        <dsp:cNvPr id="0" name=""/>
        <dsp:cNvSpPr/>
      </dsp:nvSpPr>
      <dsp:spPr>
        <a:xfrm>
          <a:off x="0" y="0"/>
          <a:ext cx="7848600" cy="155574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בדיקה אם שפת האוטומט ריקה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725295" y="0"/>
        <a:ext cx="6123305" cy="1555749"/>
      </dsp:txXfrm>
    </dsp:sp>
    <dsp:sp modelId="{158E2DB7-D6B0-46E7-BE6A-C62634D34FFA}">
      <dsp:nvSpPr>
        <dsp:cNvPr id="0" name=""/>
        <dsp:cNvSpPr/>
      </dsp:nvSpPr>
      <dsp:spPr>
        <a:xfrm>
          <a:off x="155574" y="155575"/>
          <a:ext cx="1569720" cy="12445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C1CC4-9F98-4FF6-AFF5-359F01F835C5}">
      <dsp:nvSpPr>
        <dsp:cNvPr id="0" name=""/>
        <dsp:cNvSpPr/>
      </dsp:nvSpPr>
      <dsp:spPr>
        <a:xfrm>
          <a:off x="0" y="1711324"/>
          <a:ext cx="7848600" cy="1555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דטרמיניסטים (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DBA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725295" y="1711324"/>
        <a:ext cx="6123305" cy="1555749"/>
      </dsp:txXfrm>
    </dsp:sp>
    <dsp:sp modelId="{E03ADDCD-18FF-44AF-84C5-7DE435534974}">
      <dsp:nvSpPr>
        <dsp:cNvPr id="0" name=""/>
        <dsp:cNvSpPr/>
      </dsp:nvSpPr>
      <dsp:spPr>
        <a:xfrm>
          <a:off x="155574" y="1866900"/>
          <a:ext cx="1569720" cy="12445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EE605-6976-48F1-9426-8399DE8D452F}">
      <dsp:nvSpPr>
        <dsp:cNvPr id="0" name=""/>
        <dsp:cNvSpPr/>
      </dsp:nvSpPr>
      <dsp:spPr>
        <a:xfrm>
          <a:off x="0" y="3422649"/>
          <a:ext cx="7848600" cy="155574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מוכללים (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GNBA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725295" y="3422649"/>
        <a:ext cx="6123305" cy="1555749"/>
      </dsp:txXfrm>
    </dsp:sp>
    <dsp:sp modelId="{049AD942-7533-41E4-BBA2-424C5AC17A9D}">
      <dsp:nvSpPr>
        <dsp:cNvPr id="0" name=""/>
        <dsp:cNvSpPr/>
      </dsp:nvSpPr>
      <dsp:spPr>
        <a:xfrm>
          <a:off x="155574" y="3578224"/>
          <a:ext cx="1569720" cy="12445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F2305-258D-4428-9FBF-D94A5D3D3C9F}">
      <dsp:nvSpPr>
        <dsp:cNvPr id="0" name=""/>
        <dsp:cNvSpPr/>
      </dsp:nvSpPr>
      <dsp:spPr>
        <a:xfrm>
          <a:off x="0" y="0"/>
          <a:ext cx="7848600" cy="155574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בדיקה אם שפת האוטומט ריקה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725295" y="0"/>
        <a:ext cx="6123305" cy="1555749"/>
      </dsp:txXfrm>
    </dsp:sp>
    <dsp:sp modelId="{158E2DB7-D6B0-46E7-BE6A-C62634D34FFA}">
      <dsp:nvSpPr>
        <dsp:cNvPr id="0" name=""/>
        <dsp:cNvSpPr/>
      </dsp:nvSpPr>
      <dsp:spPr>
        <a:xfrm>
          <a:off x="155574" y="155575"/>
          <a:ext cx="1569720" cy="12445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C1CC4-9F98-4FF6-AFF5-359F01F835C5}">
      <dsp:nvSpPr>
        <dsp:cNvPr id="0" name=""/>
        <dsp:cNvSpPr/>
      </dsp:nvSpPr>
      <dsp:spPr>
        <a:xfrm>
          <a:off x="0" y="1711324"/>
          <a:ext cx="7848600" cy="1555749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דטרמיניסטים (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DBA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725295" y="1711324"/>
        <a:ext cx="6123305" cy="1555749"/>
      </dsp:txXfrm>
    </dsp:sp>
    <dsp:sp modelId="{E03ADDCD-18FF-44AF-84C5-7DE435534974}">
      <dsp:nvSpPr>
        <dsp:cNvPr id="0" name=""/>
        <dsp:cNvSpPr/>
      </dsp:nvSpPr>
      <dsp:spPr>
        <a:xfrm>
          <a:off x="155574" y="1866900"/>
          <a:ext cx="1569720" cy="12445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EE605-6976-48F1-9426-8399DE8D452F}">
      <dsp:nvSpPr>
        <dsp:cNvPr id="0" name=""/>
        <dsp:cNvSpPr/>
      </dsp:nvSpPr>
      <dsp:spPr>
        <a:xfrm>
          <a:off x="0" y="3422649"/>
          <a:ext cx="7848600" cy="1555749"/>
        </a:xfrm>
        <a:prstGeom prst="roundRect">
          <a:avLst>
            <a:gd name="adj" fmla="val 10000"/>
          </a:avLst>
        </a:prstGeom>
        <a:solidFill>
          <a:schemeClr val="accent1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אוטומטי </a:t>
          </a:r>
          <a:r>
            <a:rPr lang="en-US" sz="3200" kern="1200" err="1">
              <a:latin typeface="Gisha" panose="020B0502040204020203" pitchFamily="34" charset="-79"/>
              <a:cs typeface="Gisha" panose="020B0502040204020203" pitchFamily="34" charset="-79"/>
            </a:rPr>
            <a:t>Büchi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מוכללים (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GNBA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1725295" y="3422649"/>
        <a:ext cx="6123305" cy="1555749"/>
      </dsp:txXfrm>
    </dsp:sp>
    <dsp:sp modelId="{049AD942-7533-41E4-BBA2-424C5AC17A9D}">
      <dsp:nvSpPr>
        <dsp:cNvPr id="0" name=""/>
        <dsp:cNvSpPr/>
      </dsp:nvSpPr>
      <dsp:spPr>
        <a:xfrm>
          <a:off x="155574" y="3578224"/>
          <a:ext cx="1569720" cy="1244599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#2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#3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6E06B-AB57-4294-8372-16948D4FAE29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312D5-B96B-4B48-8ADE-466FDF7757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068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4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3" name="Picture 2" descr="סרט מודעות צהוב – ויקיפדיה">
            <a:extLst>
              <a:ext uri="{FF2B5EF4-FFF2-40B4-BE49-F238E27FC236}">
                <a16:creationId xmlns:a16="http://schemas.microsoft.com/office/drawing/2014/main" id="{2A919E72-3A69-5764-823A-BA843B17C0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926" y="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9.gif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3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hyperlink" Target="https://quickstrom.github.io/ltl-visualizer/?formulae=always%28and%28B%2C+eventually%28A%29%29%29&amp;trace=ABC%7CR%7CBC%7CAB%7CAR%7CAB%7CA%7CAB%7CAB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3.pn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23" Type="http://schemas.openxmlformats.org/officeDocument/2006/relationships/image" Target="../media/image38.jpe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55.png"/><Relationship Id="rId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image" Target="../media/image113.png"/><Relationship Id="rId21" Type="http://schemas.openxmlformats.org/officeDocument/2006/relationships/image" Target="../media/image131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" Type="http://schemas.openxmlformats.org/officeDocument/2006/relationships/image" Target="../media/image112.png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19" Type="http://schemas.openxmlformats.org/officeDocument/2006/relationships/image" Target="../media/image129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12.png"/><Relationship Id="rId3" Type="http://schemas.openxmlformats.org/officeDocument/2006/relationships/image" Target="../media/image114.png"/><Relationship Id="rId21" Type="http://schemas.openxmlformats.org/officeDocument/2006/relationships/image" Target="../media/image131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image" Target="../media/image113.png"/><Relationship Id="rId16" Type="http://schemas.openxmlformats.org/officeDocument/2006/relationships/image" Target="../media/image127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19" Type="http://schemas.openxmlformats.org/officeDocument/2006/relationships/image" Target="../media/image129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12.png"/><Relationship Id="rId3" Type="http://schemas.openxmlformats.org/officeDocument/2006/relationships/image" Target="../media/image114.png"/><Relationship Id="rId21" Type="http://schemas.openxmlformats.org/officeDocument/2006/relationships/image" Target="../media/image130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image" Target="../media/image113.png"/><Relationship Id="rId16" Type="http://schemas.openxmlformats.org/officeDocument/2006/relationships/image" Target="../media/image127.png"/><Relationship Id="rId20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19" Type="http://schemas.openxmlformats.org/officeDocument/2006/relationships/image" Target="../media/image129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12.png"/><Relationship Id="rId3" Type="http://schemas.openxmlformats.org/officeDocument/2006/relationships/image" Target="../media/image114.png"/><Relationship Id="rId21" Type="http://schemas.openxmlformats.org/officeDocument/2006/relationships/image" Target="../media/image131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image" Target="../media/image113.png"/><Relationship Id="rId16" Type="http://schemas.openxmlformats.org/officeDocument/2006/relationships/image" Target="../media/image127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24" Type="http://schemas.openxmlformats.org/officeDocument/2006/relationships/image" Target="../media/image56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23" Type="http://schemas.openxmlformats.org/officeDocument/2006/relationships/image" Target="../media/image132.png"/><Relationship Id="rId10" Type="http://schemas.openxmlformats.org/officeDocument/2006/relationships/image" Target="../media/image121.png"/><Relationship Id="rId19" Type="http://schemas.openxmlformats.org/officeDocument/2006/relationships/image" Target="../media/image129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136.png"/><Relationship Id="rId7" Type="http://schemas.openxmlformats.org/officeDocument/2006/relationships/image" Target="../media/image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1.png"/><Relationship Id="rId7" Type="http://schemas.openxmlformats.org/officeDocument/2006/relationships/image" Target="../media/image14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6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2" Type="http://schemas.openxmlformats.org/officeDocument/2006/relationships/image" Target="../media/image150.png"/><Relationship Id="rId16" Type="http://schemas.openxmlformats.org/officeDocument/2006/relationships/image" Target="../media/image164.png"/><Relationship Id="rId20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10" Type="http://schemas.openxmlformats.org/officeDocument/2006/relationships/image" Target="../media/image158.png"/><Relationship Id="rId19" Type="http://schemas.openxmlformats.org/officeDocument/2006/relationships/image" Target="../media/image167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6.png"/><Relationship Id="rId3" Type="http://schemas.openxmlformats.org/officeDocument/2006/relationships/image" Target="../media/image151.png"/><Relationship Id="rId21" Type="http://schemas.openxmlformats.org/officeDocument/2006/relationships/image" Target="../media/image170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2" Type="http://schemas.openxmlformats.org/officeDocument/2006/relationships/image" Target="../media/image150.png"/><Relationship Id="rId16" Type="http://schemas.openxmlformats.org/officeDocument/2006/relationships/image" Target="../media/image164.png"/><Relationship Id="rId20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68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23" Type="http://schemas.openxmlformats.org/officeDocument/2006/relationships/image" Target="../media/image172.png"/><Relationship Id="rId10" Type="http://schemas.openxmlformats.org/officeDocument/2006/relationships/image" Target="../media/image158.png"/><Relationship Id="rId19" Type="http://schemas.openxmlformats.org/officeDocument/2006/relationships/image" Target="../media/image167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7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5.png"/><Relationship Id="rId26" Type="http://schemas.openxmlformats.org/officeDocument/2006/relationships/image" Target="../media/image174.png"/><Relationship Id="rId3" Type="http://schemas.openxmlformats.org/officeDocument/2006/relationships/image" Target="../media/image151.png"/><Relationship Id="rId21" Type="http://schemas.openxmlformats.org/officeDocument/2006/relationships/image" Target="../media/image169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4.png"/><Relationship Id="rId25" Type="http://schemas.openxmlformats.org/officeDocument/2006/relationships/image" Target="../media/image172.png"/><Relationship Id="rId2" Type="http://schemas.openxmlformats.org/officeDocument/2006/relationships/image" Target="../media/image150.png"/><Relationship Id="rId16" Type="http://schemas.openxmlformats.org/officeDocument/2006/relationships/image" Target="../media/image168.png"/><Relationship Id="rId20" Type="http://schemas.openxmlformats.org/officeDocument/2006/relationships/image" Target="../media/image167.png"/><Relationship Id="rId29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71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23" Type="http://schemas.openxmlformats.org/officeDocument/2006/relationships/image" Target="../media/image170.png"/><Relationship Id="rId28" Type="http://schemas.openxmlformats.org/officeDocument/2006/relationships/image" Target="../media/image176.png"/><Relationship Id="rId10" Type="http://schemas.openxmlformats.org/officeDocument/2006/relationships/image" Target="../media/image158.png"/><Relationship Id="rId19" Type="http://schemas.openxmlformats.org/officeDocument/2006/relationships/image" Target="../media/image166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73.png"/><Relationship Id="rId27" Type="http://schemas.openxmlformats.org/officeDocument/2006/relationships/image" Target="../media/image17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5.png"/><Relationship Id="rId26" Type="http://schemas.openxmlformats.org/officeDocument/2006/relationships/image" Target="../media/image174.png"/><Relationship Id="rId3" Type="http://schemas.openxmlformats.org/officeDocument/2006/relationships/image" Target="../media/image151.png"/><Relationship Id="rId21" Type="http://schemas.openxmlformats.org/officeDocument/2006/relationships/image" Target="../media/image169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4.png"/><Relationship Id="rId25" Type="http://schemas.openxmlformats.org/officeDocument/2006/relationships/image" Target="../media/image172.png"/><Relationship Id="rId2" Type="http://schemas.openxmlformats.org/officeDocument/2006/relationships/image" Target="../media/image150.png"/><Relationship Id="rId16" Type="http://schemas.openxmlformats.org/officeDocument/2006/relationships/image" Target="../media/image168.png"/><Relationship Id="rId20" Type="http://schemas.openxmlformats.org/officeDocument/2006/relationships/image" Target="../media/image167.png"/><Relationship Id="rId29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71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23" Type="http://schemas.openxmlformats.org/officeDocument/2006/relationships/image" Target="../media/image170.png"/><Relationship Id="rId28" Type="http://schemas.openxmlformats.org/officeDocument/2006/relationships/image" Target="../media/image177.png"/><Relationship Id="rId10" Type="http://schemas.openxmlformats.org/officeDocument/2006/relationships/image" Target="../media/image158.png"/><Relationship Id="rId19" Type="http://schemas.openxmlformats.org/officeDocument/2006/relationships/image" Target="../media/image166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73.png"/><Relationship Id="rId27" Type="http://schemas.openxmlformats.org/officeDocument/2006/relationships/image" Target="../media/image17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5.png"/><Relationship Id="rId26" Type="http://schemas.openxmlformats.org/officeDocument/2006/relationships/image" Target="../media/image174.png"/><Relationship Id="rId3" Type="http://schemas.openxmlformats.org/officeDocument/2006/relationships/image" Target="../media/image151.png"/><Relationship Id="rId21" Type="http://schemas.openxmlformats.org/officeDocument/2006/relationships/image" Target="../media/image169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4.png"/><Relationship Id="rId25" Type="http://schemas.openxmlformats.org/officeDocument/2006/relationships/image" Target="../media/image172.png"/><Relationship Id="rId2" Type="http://schemas.openxmlformats.org/officeDocument/2006/relationships/image" Target="../media/image150.png"/><Relationship Id="rId16" Type="http://schemas.openxmlformats.org/officeDocument/2006/relationships/image" Target="../media/image168.png"/><Relationship Id="rId20" Type="http://schemas.openxmlformats.org/officeDocument/2006/relationships/image" Target="../media/image167.png"/><Relationship Id="rId29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71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23" Type="http://schemas.openxmlformats.org/officeDocument/2006/relationships/image" Target="../media/image170.png"/><Relationship Id="rId28" Type="http://schemas.openxmlformats.org/officeDocument/2006/relationships/image" Target="../media/image177.png"/><Relationship Id="rId10" Type="http://schemas.openxmlformats.org/officeDocument/2006/relationships/image" Target="../media/image158.png"/><Relationship Id="rId19" Type="http://schemas.openxmlformats.org/officeDocument/2006/relationships/image" Target="../media/image166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73.png"/><Relationship Id="rId27" Type="http://schemas.openxmlformats.org/officeDocument/2006/relationships/image" Target="../media/image175.png"/><Relationship Id="rId30" Type="http://schemas.openxmlformats.org/officeDocument/2006/relationships/image" Target="../media/image93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1.png"/><Relationship Id="rId18" Type="http://schemas.openxmlformats.org/officeDocument/2006/relationships/image" Target="../media/image165.png"/><Relationship Id="rId26" Type="http://schemas.openxmlformats.org/officeDocument/2006/relationships/image" Target="../media/image172.png"/><Relationship Id="rId3" Type="http://schemas.openxmlformats.org/officeDocument/2006/relationships/image" Target="../media/image151.png"/><Relationship Id="rId21" Type="http://schemas.openxmlformats.org/officeDocument/2006/relationships/image" Target="../media/image179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4.png"/><Relationship Id="rId25" Type="http://schemas.openxmlformats.org/officeDocument/2006/relationships/image" Target="../media/image169.png"/><Relationship Id="rId33" Type="http://schemas.openxmlformats.org/officeDocument/2006/relationships/image" Target="../media/image97.png"/><Relationship Id="rId2" Type="http://schemas.openxmlformats.org/officeDocument/2006/relationships/image" Target="../media/image150.png"/><Relationship Id="rId16" Type="http://schemas.openxmlformats.org/officeDocument/2006/relationships/image" Target="../media/image168.png"/><Relationship Id="rId20" Type="http://schemas.openxmlformats.org/officeDocument/2006/relationships/image" Target="../media/image167.png"/><Relationship Id="rId29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71.png"/><Relationship Id="rId32" Type="http://schemas.openxmlformats.org/officeDocument/2006/relationships/image" Target="../media/image95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23" Type="http://schemas.openxmlformats.org/officeDocument/2006/relationships/image" Target="../media/image170.png"/><Relationship Id="rId28" Type="http://schemas.openxmlformats.org/officeDocument/2006/relationships/image" Target="../media/image175.png"/><Relationship Id="rId10" Type="http://schemas.openxmlformats.org/officeDocument/2006/relationships/image" Target="../media/image158.png"/><Relationship Id="rId19" Type="http://schemas.openxmlformats.org/officeDocument/2006/relationships/image" Target="../media/image166.png"/><Relationship Id="rId31" Type="http://schemas.openxmlformats.org/officeDocument/2006/relationships/image" Target="../media/image93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73.png"/><Relationship Id="rId27" Type="http://schemas.openxmlformats.org/officeDocument/2006/relationships/image" Target="../media/image174.png"/><Relationship Id="rId30" Type="http://schemas.openxmlformats.org/officeDocument/2006/relationships/image" Target="../media/image176.png"/><Relationship Id="rId8" Type="http://schemas.openxmlformats.org/officeDocument/2006/relationships/image" Target="../media/image15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6.png"/><Relationship Id="rId26" Type="http://schemas.openxmlformats.org/officeDocument/2006/relationships/image" Target="../media/image175.png"/><Relationship Id="rId3" Type="http://schemas.openxmlformats.org/officeDocument/2006/relationships/image" Target="../media/image151.png"/><Relationship Id="rId21" Type="http://schemas.openxmlformats.org/officeDocument/2006/relationships/image" Target="../media/image173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25" Type="http://schemas.openxmlformats.org/officeDocument/2006/relationships/image" Target="../media/image174.png"/><Relationship Id="rId2" Type="http://schemas.openxmlformats.org/officeDocument/2006/relationships/image" Target="../media/image150.png"/><Relationship Id="rId16" Type="http://schemas.openxmlformats.org/officeDocument/2006/relationships/image" Target="../media/image164.png"/><Relationship Id="rId20" Type="http://schemas.openxmlformats.org/officeDocument/2006/relationships/image" Target="../media/image169.png"/><Relationship Id="rId29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72.png"/><Relationship Id="rId32" Type="http://schemas.openxmlformats.org/officeDocument/2006/relationships/image" Target="../media/image97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23" Type="http://schemas.openxmlformats.org/officeDocument/2006/relationships/image" Target="../media/image171.png"/><Relationship Id="rId28" Type="http://schemas.openxmlformats.org/officeDocument/2006/relationships/image" Target="../media/image182.png"/><Relationship Id="rId10" Type="http://schemas.openxmlformats.org/officeDocument/2006/relationships/image" Target="../media/image158.png"/><Relationship Id="rId19" Type="http://schemas.openxmlformats.org/officeDocument/2006/relationships/image" Target="../media/image167.png"/><Relationship Id="rId31" Type="http://schemas.openxmlformats.org/officeDocument/2006/relationships/image" Target="../media/image183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70.png"/><Relationship Id="rId27" Type="http://schemas.openxmlformats.org/officeDocument/2006/relationships/image" Target="../media/image177.png"/><Relationship Id="rId30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8.png"/><Relationship Id="rId26" Type="http://schemas.openxmlformats.org/officeDocument/2006/relationships/image" Target="../media/image171.png"/><Relationship Id="rId3" Type="http://schemas.openxmlformats.org/officeDocument/2006/relationships/image" Target="../media/image151.png"/><Relationship Id="rId21" Type="http://schemas.openxmlformats.org/officeDocument/2006/relationships/image" Target="../media/image166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97.png"/><Relationship Id="rId25" Type="http://schemas.openxmlformats.org/officeDocument/2006/relationships/image" Target="../media/image170.png"/><Relationship Id="rId2" Type="http://schemas.openxmlformats.org/officeDocument/2006/relationships/image" Target="../media/image150.png"/><Relationship Id="rId16" Type="http://schemas.openxmlformats.org/officeDocument/2006/relationships/image" Target="../media/image184.png"/><Relationship Id="rId20" Type="http://schemas.openxmlformats.org/officeDocument/2006/relationships/image" Target="../media/image165.png"/><Relationship Id="rId29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24" Type="http://schemas.openxmlformats.org/officeDocument/2006/relationships/image" Target="../media/image173.png"/><Relationship Id="rId32" Type="http://schemas.openxmlformats.org/officeDocument/2006/relationships/image" Target="../media/image93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23" Type="http://schemas.openxmlformats.org/officeDocument/2006/relationships/image" Target="../media/image169.png"/><Relationship Id="rId28" Type="http://schemas.openxmlformats.org/officeDocument/2006/relationships/image" Target="../media/image174.png"/><Relationship Id="rId10" Type="http://schemas.openxmlformats.org/officeDocument/2006/relationships/image" Target="../media/image158.png"/><Relationship Id="rId19" Type="http://schemas.openxmlformats.org/officeDocument/2006/relationships/image" Target="../media/image164.png"/><Relationship Id="rId31" Type="http://schemas.openxmlformats.org/officeDocument/2006/relationships/image" Target="../media/image176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67.png"/><Relationship Id="rId27" Type="http://schemas.openxmlformats.org/officeDocument/2006/relationships/image" Target="../media/image172.png"/><Relationship Id="rId30" Type="http://schemas.openxmlformats.org/officeDocument/2006/relationships/image" Target="../media/image17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86.png"/><Relationship Id="rId7" Type="http://schemas.openxmlformats.org/officeDocument/2006/relationships/image" Target="../media/image190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11" Type="http://schemas.openxmlformats.org/officeDocument/2006/relationships/image" Target="../media/image194.png"/><Relationship Id="rId5" Type="http://schemas.openxmlformats.org/officeDocument/2006/relationships/image" Target="../media/image188.png"/><Relationship Id="rId10" Type="http://schemas.openxmlformats.org/officeDocument/2006/relationships/image" Target="../media/image193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200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5" Type="http://schemas.openxmlformats.org/officeDocument/2006/relationships/image" Target="../media/image202.png"/><Relationship Id="rId10" Type="http://schemas.openxmlformats.org/officeDocument/2006/relationships/image" Target="../media/image207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1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99.emf"/><Relationship Id="rId5" Type="http://schemas.openxmlformats.org/officeDocument/2006/relationships/image" Target="../media/image98.emf"/><Relationship Id="rId4" Type="http://schemas.openxmlformats.org/officeDocument/2006/relationships/image" Target="../media/image29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png"/><Relationship Id="rId13" Type="http://schemas.openxmlformats.org/officeDocument/2006/relationships/image" Target="../media/image307.png"/><Relationship Id="rId18" Type="http://schemas.openxmlformats.org/officeDocument/2006/relationships/image" Target="../media/image312.png"/><Relationship Id="rId3" Type="http://schemas.openxmlformats.org/officeDocument/2006/relationships/tags" Target="../tags/tag8.xml"/><Relationship Id="rId7" Type="http://schemas.openxmlformats.org/officeDocument/2006/relationships/image" Target="../media/image108.emf"/><Relationship Id="rId12" Type="http://schemas.openxmlformats.org/officeDocument/2006/relationships/image" Target="../media/image306.png"/><Relationship Id="rId17" Type="http://schemas.openxmlformats.org/officeDocument/2006/relationships/image" Target="../media/image311.png"/><Relationship Id="rId2" Type="http://schemas.openxmlformats.org/officeDocument/2006/relationships/tags" Target="../tags/tag7.xml"/><Relationship Id="rId16" Type="http://schemas.openxmlformats.org/officeDocument/2006/relationships/image" Target="../media/image310.png"/><Relationship Id="rId1" Type="http://schemas.openxmlformats.org/officeDocument/2006/relationships/tags" Target="../tags/tag6.xml"/><Relationship Id="rId6" Type="http://schemas.openxmlformats.org/officeDocument/2006/relationships/image" Target="../media/image107.emf"/><Relationship Id="rId11" Type="http://schemas.openxmlformats.org/officeDocument/2006/relationships/image" Target="../media/image305.png"/><Relationship Id="rId5" Type="http://schemas.openxmlformats.org/officeDocument/2006/relationships/image" Target="../media/image106.emf"/><Relationship Id="rId15" Type="http://schemas.openxmlformats.org/officeDocument/2006/relationships/image" Target="../media/image309.png"/><Relationship Id="rId10" Type="http://schemas.openxmlformats.org/officeDocument/2006/relationships/image" Target="../media/image304.png"/><Relationship Id="rId19" Type="http://schemas.openxmlformats.org/officeDocument/2006/relationships/image" Target="../media/image313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03.png"/><Relationship Id="rId14" Type="http://schemas.openxmlformats.org/officeDocument/2006/relationships/image" Target="../media/image30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4.png"/><Relationship Id="rId4" Type="http://schemas.openxmlformats.org/officeDocument/2006/relationships/image" Target="../media/image109.gif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Relationship Id="rId9" Type="http://schemas.openxmlformats.org/officeDocument/2006/relationships/image" Target="../media/image17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8.png"/><Relationship Id="rId18" Type="http://schemas.openxmlformats.org/officeDocument/2006/relationships/image" Target="../media/image243.png"/><Relationship Id="rId3" Type="http://schemas.openxmlformats.org/officeDocument/2006/relationships/image" Target="../media/image228.png"/><Relationship Id="rId7" Type="http://schemas.openxmlformats.org/officeDocument/2006/relationships/image" Target="../media/image232.png"/><Relationship Id="rId12" Type="http://schemas.openxmlformats.org/officeDocument/2006/relationships/image" Target="../media/image237.png"/><Relationship Id="rId17" Type="http://schemas.openxmlformats.org/officeDocument/2006/relationships/image" Target="../media/image242.png"/><Relationship Id="rId2" Type="http://schemas.openxmlformats.org/officeDocument/2006/relationships/image" Target="../media/image227.png"/><Relationship Id="rId16" Type="http://schemas.openxmlformats.org/officeDocument/2006/relationships/image" Target="../media/image2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11" Type="http://schemas.openxmlformats.org/officeDocument/2006/relationships/image" Target="../media/image236.png"/><Relationship Id="rId5" Type="http://schemas.openxmlformats.org/officeDocument/2006/relationships/image" Target="../media/image230.png"/><Relationship Id="rId15" Type="http://schemas.openxmlformats.org/officeDocument/2006/relationships/image" Target="../media/image240.png"/><Relationship Id="rId10" Type="http://schemas.openxmlformats.org/officeDocument/2006/relationships/image" Target="../media/image235.png"/><Relationship Id="rId4" Type="http://schemas.openxmlformats.org/officeDocument/2006/relationships/image" Target="../media/image229.png"/><Relationship Id="rId9" Type="http://schemas.openxmlformats.org/officeDocument/2006/relationships/image" Target="../media/image234.png"/><Relationship Id="rId14" Type="http://schemas.openxmlformats.org/officeDocument/2006/relationships/image" Target="../media/image23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32.png"/><Relationship Id="rId18" Type="http://schemas.openxmlformats.org/officeDocument/2006/relationships/image" Target="../media/image246.png"/><Relationship Id="rId3" Type="http://schemas.openxmlformats.org/officeDocument/2006/relationships/image" Target="../media/image228.png"/><Relationship Id="rId21" Type="http://schemas.openxmlformats.org/officeDocument/2006/relationships/image" Target="../media/image249.png"/><Relationship Id="rId7" Type="http://schemas.openxmlformats.org/officeDocument/2006/relationships/image" Target="../media/image237.png"/><Relationship Id="rId12" Type="http://schemas.openxmlformats.org/officeDocument/2006/relationships/image" Target="../media/image243.png"/><Relationship Id="rId17" Type="http://schemas.openxmlformats.org/officeDocument/2006/relationships/image" Target="../media/image245.png"/><Relationship Id="rId2" Type="http://schemas.openxmlformats.org/officeDocument/2006/relationships/image" Target="../media/image242.png"/><Relationship Id="rId16" Type="http://schemas.openxmlformats.org/officeDocument/2006/relationships/image" Target="../media/image244.png"/><Relationship Id="rId20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11" Type="http://schemas.openxmlformats.org/officeDocument/2006/relationships/image" Target="../media/image230.png"/><Relationship Id="rId5" Type="http://schemas.openxmlformats.org/officeDocument/2006/relationships/image" Target="../media/image235.png"/><Relationship Id="rId15" Type="http://schemas.openxmlformats.org/officeDocument/2006/relationships/image" Target="../media/image241.png"/><Relationship Id="rId10" Type="http://schemas.openxmlformats.org/officeDocument/2006/relationships/image" Target="../media/image229.png"/><Relationship Id="rId19" Type="http://schemas.openxmlformats.org/officeDocument/2006/relationships/image" Target="../media/image247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0.png"/><Relationship Id="rId22" Type="http://schemas.openxmlformats.org/officeDocument/2006/relationships/image" Target="../media/image25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32.png"/><Relationship Id="rId18" Type="http://schemas.openxmlformats.org/officeDocument/2006/relationships/image" Target="../media/image248.png"/><Relationship Id="rId3" Type="http://schemas.openxmlformats.org/officeDocument/2006/relationships/image" Target="../media/image228.png"/><Relationship Id="rId21" Type="http://schemas.openxmlformats.org/officeDocument/2006/relationships/image" Target="../media/image253.png"/><Relationship Id="rId7" Type="http://schemas.openxmlformats.org/officeDocument/2006/relationships/image" Target="../media/image237.png"/><Relationship Id="rId12" Type="http://schemas.openxmlformats.org/officeDocument/2006/relationships/image" Target="../media/image243.png"/><Relationship Id="rId17" Type="http://schemas.openxmlformats.org/officeDocument/2006/relationships/image" Target="../media/image247.png"/><Relationship Id="rId2" Type="http://schemas.openxmlformats.org/officeDocument/2006/relationships/image" Target="../media/image242.png"/><Relationship Id="rId16" Type="http://schemas.openxmlformats.org/officeDocument/2006/relationships/image" Target="../media/image246.png"/><Relationship Id="rId20" Type="http://schemas.openxmlformats.org/officeDocument/2006/relationships/image" Target="../media/image2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11" Type="http://schemas.openxmlformats.org/officeDocument/2006/relationships/image" Target="../media/image230.png"/><Relationship Id="rId5" Type="http://schemas.openxmlformats.org/officeDocument/2006/relationships/image" Target="../media/image235.png"/><Relationship Id="rId15" Type="http://schemas.openxmlformats.org/officeDocument/2006/relationships/image" Target="../media/image245.png"/><Relationship Id="rId10" Type="http://schemas.openxmlformats.org/officeDocument/2006/relationships/image" Target="../media/image229.png"/><Relationship Id="rId19" Type="http://schemas.openxmlformats.org/officeDocument/2006/relationships/image" Target="../media/image251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4.png"/><Relationship Id="rId22" Type="http://schemas.openxmlformats.org/officeDocument/2006/relationships/image" Target="../media/image25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32.png"/><Relationship Id="rId18" Type="http://schemas.openxmlformats.org/officeDocument/2006/relationships/image" Target="../media/image248.png"/><Relationship Id="rId3" Type="http://schemas.openxmlformats.org/officeDocument/2006/relationships/image" Target="../media/image228.png"/><Relationship Id="rId21" Type="http://schemas.openxmlformats.org/officeDocument/2006/relationships/image" Target="../media/image253.png"/><Relationship Id="rId7" Type="http://schemas.openxmlformats.org/officeDocument/2006/relationships/image" Target="../media/image237.png"/><Relationship Id="rId12" Type="http://schemas.openxmlformats.org/officeDocument/2006/relationships/image" Target="../media/image243.png"/><Relationship Id="rId17" Type="http://schemas.openxmlformats.org/officeDocument/2006/relationships/image" Target="../media/image247.png"/><Relationship Id="rId2" Type="http://schemas.openxmlformats.org/officeDocument/2006/relationships/image" Target="../media/image242.png"/><Relationship Id="rId16" Type="http://schemas.openxmlformats.org/officeDocument/2006/relationships/image" Target="../media/image246.png"/><Relationship Id="rId20" Type="http://schemas.openxmlformats.org/officeDocument/2006/relationships/image" Target="../media/image2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6.png"/><Relationship Id="rId11" Type="http://schemas.openxmlformats.org/officeDocument/2006/relationships/image" Target="../media/image230.png"/><Relationship Id="rId5" Type="http://schemas.openxmlformats.org/officeDocument/2006/relationships/image" Target="../media/image235.png"/><Relationship Id="rId15" Type="http://schemas.openxmlformats.org/officeDocument/2006/relationships/image" Target="../media/image245.png"/><Relationship Id="rId10" Type="http://schemas.openxmlformats.org/officeDocument/2006/relationships/image" Target="../media/image229.png"/><Relationship Id="rId19" Type="http://schemas.openxmlformats.org/officeDocument/2006/relationships/image" Target="../media/image251.png"/><Relationship Id="rId4" Type="http://schemas.openxmlformats.org/officeDocument/2006/relationships/image" Target="../media/image234.png"/><Relationship Id="rId9" Type="http://schemas.openxmlformats.org/officeDocument/2006/relationships/image" Target="../media/image239.png"/><Relationship Id="rId14" Type="http://schemas.openxmlformats.org/officeDocument/2006/relationships/image" Target="../media/image244.png"/><Relationship Id="rId22" Type="http://schemas.openxmlformats.org/officeDocument/2006/relationships/image" Target="../media/image25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56.png"/><Relationship Id="rId7" Type="http://schemas.openxmlformats.org/officeDocument/2006/relationships/image" Target="../media/image260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9.png"/><Relationship Id="rId5" Type="http://schemas.openxmlformats.org/officeDocument/2006/relationships/image" Target="../media/image258.png"/><Relationship Id="rId10" Type="http://schemas.openxmlformats.org/officeDocument/2006/relationships/image" Target="../media/image37.svg"/><Relationship Id="rId4" Type="http://schemas.openxmlformats.org/officeDocument/2006/relationships/image" Target="../media/image257.png"/><Relationship Id="rId9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7" Type="http://schemas.openxmlformats.org/officeDocument/2006/relationships/image" Target="../media/image267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6.png"/><Relationship Id="rId5" Type="http://schemas.openxmlformats.org/officeDocument/2006/relationships/image" Target="../media/image265.png"/><Relationship Id="rId4" Type="http://schemas.openxmlformats.org/officeDocument/2006/relationships/image" Target="../media/image26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13" Type="http://schemas.openxmlformats.org/officeDocument/2006/relationships/image" Target="../media/image288.png"/><Relationship Id="rId18" Type="http://schemas.openxmlformats.org/officeDocument/2006/relationships/image" Target="../media/image293.png"/><Relationship Id="rId3" Type="http://schemas.openxmlformats.org/officeDocument/2006/relationships/image" Target="../media/image214.emf"/><Relationship Id="rId7" Type="http://schemas.openxmlformats.org/officeDocument/2006/relationships/image" Target="../media/image282.png"/><Relationship Id="rId17" Type="http://schemas.openxmlformats.org/officeDocument/2006/relationships/image" Target="../media/image29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1.png"/><Relationship Id="rId1" Type="http://schemas.openxmlformats.org/officeDocument/2006/relationships/tags" Target="../tags/tag9.xml"/><Relationship Id="rId6" Type="http://schemas.openxmlformats.org/officeDocument/2006/relationships/image" Target="../media/image281.png"/><Relationship Id="rId11" Type="http://schemas.openxmlformats.org/officeDocument/2006/relationships/image" Target="../media/image286.png"/><Relationship Id="rId5" Type="http://schemas.openxmlformats.org/officeDocument/2006/relationships/image" Target="../media/image280.png"/><Relationship Id="rId15" Type="http://schemas.openxmlformats.org/officeDocument/2006/relationships/image" Target="../media/image290.png"/><Relationship Id="rId10" Type="http://schemas.openxmlformats.org/officeDocument/2006/relationships/image" Target="../media/image285.png"/><Relationship Id="rId19" Type="http://schemas.openxmlformats.org/officeDocument/2006/relationships/image" Target="../media/image294.png"/><Relationship Id="rId9" Type="http://schemas.openxmlformats.org/officeDocument/2006/relationships/image" Target="../media/image284.png"/><Relationship Id="rId14" Type="http://schemas.openxmlformats.org/officeDocument/2006/relationships/image" Target="../media/image28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אוטומטי </a:t>
            </a:r>
            <a:r>
              <a:rPr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דטרמיניסטים ומוכללים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92333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TexPoint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fonts used in EMF. </a:t>
            </a:r>
          </a:p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Read the TexPoint manual before you delete this box.: 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TMARY10"/>
              </a:rPr>
              <a:t>AAAAAAAAAA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AAAAA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0B1E1-FAF0-79D1-8412-1FABABF30786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he-IL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597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Picture 2" descr="סרט מודעות צהוב – ויקיפדיה">
            <a:extLst>
              <a:ext uri="{FF2B5EF4-FFF2-40B4-BE49-F238E27FC236}">
                <a16:creationId xmlns:a16="http://schemas.microsoft.com/office/drawing/2014/main" id="{00EF2CE9-0905-172A-C549-9385C7452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47">
        <p159:morph option="byObject"/>
      </p:transition>
    </mc:Choice>
    <mc:Fallback xmlns="">
      <p:transition spd="slow" advTm="104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992526581"/>
              </p:ext>
            </p:extLst>
          </p:nvPr>
        </p:nvGraphicFramePr>
        <p:xfrm>
          <a:off x="7620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אוטומט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1600200"/>
                <a:ext cx="8077200" cy="48006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800"/>
                  </a:spcBef>
                  <a:spcAft>
                    <a:spcPts val="1800"/>
                  </a:spcAft>
                  <a:buNone/>
                </a:pP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</a:t>
                </a:r>
                <a:r>
                  <a:rPr lang="en-US" sz="2800" err="1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לא דטרמיניסטי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) הוא 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〈</m:t>
                    </m:r>
                    <m:r>
                      <a:rPr lang="en-US" sz="2800" i="1" dirty="0" smtClean="0">
                        <a:latin typeface="Cambria Math"/>
                      </a:rPr>
                      <m:t>𝑄</m:t>
                    </m:r>
                    <m:r>
                      <a:rPr lang="en-US" sz="2800" i="1" dirty="0" smtClean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/>
                      </a:rPr>
                      <m:t>Σ</m:t>
                    </m:r>
                    <m:r>
                      <a:rPr lang="en-US" sz="2800" i="1" dirty="0" smtClean="0">
                        <a:latin typeface="Cambria Math"/>
                      </a:rPr>
                      <m:t>, </m:t>
                    </m:r>
                    <m:r>
                      <a:rPr lang="en-US" sz="2800" b="0" i="1" dirty="0" smtClean="0">
                        <a:latin typeface="Cambria Math"/>
                      </a:rPr>
                      <m:t>𝛿</m:t>
                    </m:r>
                    <m:r>
                      <a:rPr lang="en-US" sz="2800" i="1" dirty="0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i="1" dirty="0" smtClean="0">
                        <a:latin typeface="Cambria Math"/>
                      </a:rPr>
                      <m:t>, </m:t>
                    </m:r>
                    <m:r>
                      <a:rPr lang="en-US" sz="2800" b="0" i="1" dirty="0" smtClean="0">
                        <a:latin typeface="Cambria Math"/>
                      </a:rPr>
                      <m:t>𝐹</m:t>
                    </m:r>
                    <m:r>
                      <a:rPr lang="en-US" sz="2800" b="0" i="1" dirty="0" smtClean="0">
                        <a:latin typeface="Cambria Math"/>
                      </a:rPr>
                      <m:t>〉</m:t>
                    </m:r>
                  </m:oMath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000"/>
                  </a:spcBef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מצבים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סופית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latin typeface="Cambria Math"/>
                      </a:rPr>
                      <m:t>Σ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הוא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האלפבית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𝛿</m:t>
                    </m:r>
                    <m:r>
                      <a:rPr lang="en-US" sz="2800" i="1" dirty="0" smtClean="0">
                        <a:latin typeface="Cambria Math"/>
                      </a:rPr>
                      <m:t>: </m:t>
                    </m:r>
                    <m:r>
                      <a:rPr lang="en-US" sz="2800" i="1" dirty="0" smtClean="0">
                        <a:latin typeface="Cambria Math"/>
                      </a:rPr>
                      <m:t>𝑄</m:t>
                    </m:r>
                    <m:r>
                      <a:rPr lang="en-US" sz="2800" b="0" i="1" dirty="0" smtClean="0">
                        <a:latin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/>
                      </a:rPr>
                      <m:t>Σ</m:t>
                    </m:r>
                    <m:r>
                      <a:rPr lang="en-US" sz="2800" b="0" i="1" dirty="0" smtClean="0">
                        <a:latin typeface="Cambria Math"/>
                      </a:rPr>
                      <m:t>→</m:t>
                    </m:r>
                    <m:sSup>
                      <m:sSu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b="0" i="1" dirty="0" smtClean="0">
                            <a:latin typeface="Cambria Math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פונקציית מעברים</a:t>
                </a:r>
              </a:p>
              <a:p>
                <a:pPr>
                  <a:spcBef>
                    <a:spcPts val="3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⊆</m:t>
                    </m:r>
                    <m:r>
                      <a:rPr lang="en-US" sz="2800" b="0" i="1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מצבים התחלתיים</a:t>
                </a:r>
              </a:p>
              <a:p>
                <a:pPr>
                  <a:spcBef>
                    <a:spcPts val="3000"/>
                  </a:spcBef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𝐹</m:t>
                    </m:r>
                    <m:r>
                      <a:rPr lang="en-US" sz="2800" i="1">
                        <a:latin typeface="Cambria Math"/>
                      </a:rPr>
                      <m:t>⊆</m:t>
                    </m:r>
                    <m:r>
                      <a:rPr lang="en-US" sz="2800" i="1">
                        <a:latin typeface="Cambria Math"/>
                      </a:rPr>
                      <m:t>𝑄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מצבים מקבלים</a:t>
                </a:r>
                <a:endParaRPr lang="he-IL" sz="2800">
                  <a:solidFill>
                    <a:srgbClr val="0070C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1600200"/>
                <a:ext cx="8077200" cy="4800600"/>
              </a:xfrm>
              <a:blipFill>
                <a:blip r:embed="rId3"/>
                <a:stretch>
                  <a:fillRect l="-2038" t="-1525" r="-1509" b="-3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304800" y="2667000"/>
            <a:ext cx="3346719" cy="1353943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097" dir="2700131" rotWithShape="0">
              <a:srgbClr val="000000">
                <a:alpha val="40000"/>
              </a:srgbClr>
            </a:outerShdw>
          </a:effectLst>
        </p:spPr>
      </p:pic>
      <p:pic>
        <p:nvPicPr>
          <p:cNvPr id="1026" name="Picture 2" descr="Image result for no difference animated 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5615245"/>
            <a:ext cx="2869722" cy="12057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361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09600" y="1976973"/>
            <a:ext cx="8181975" cy="6858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מילים</a:t>
            </a:r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אינסופית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 "המבקרות" אינסוף פעמים במצב מקבל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שפה של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52400" y="4652427"/>
                <a:ext cx="8639175" cy="113877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24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ריצה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אינסופית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/>
                      </a:rPr>
                      <m:t>0</m:t>
                    </m:r>
                    <m:r>
                      <a:rPr lang="en-US" sz="2400" i="1" dirty="0" smtClean="0">
                        <a:latin typeface="Cambria Math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/>
                      </a:rPr>
                      <m:t>1</m:t>
                    </m:r>
                    <m:r>
                      <a:rPr lang="en-US" sz="2400" i="1" dirty="0" smtClean="0">
                        <a:latin typeface="Cambria Math"/>
                      </a:rPr>
                      <m:t>…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מקבלת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he-IL" sz="4800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+mj-ea"/>
                        <a:cs typeface="+mj-cs"/>
                      </a:rPr>
                      <m:t>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אינסוף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-ים</a:t>
                </a:r>
              </a:p>
              <a:p>
                <a:pPr algn="ctr">
                  <a:spcBef>
                    <a:spcPts val="2400"/>
                  </a:spcBef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𝑤</m:t>
                    </m:r>
                    <m:r>
                      <a:rPr lang="en-US" sz="2400" b="0" i="1" dirty="0" smtClean="0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he-IL" sz="2400" b="0" i="0" dirty="0" smtClean="0"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he-IL" sz="2400" i="1" baseline="3000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מתקבלת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ע"י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אם יש ריצה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אינסופית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מקבלת של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𝑤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ב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𝒜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652427"/>
                <a:ext cx="8639175" cy="113877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Notched Right Arrow 11"/>
          <p:cNvSpPr/>
          <p:nvPr/>
        </p:nvSpPr>
        <p:spPr>
          <a:xfrm rot="5400000">
            <a:off x="3924300" y="3276600"/>
            <a:ext cx="1295400" cy="762000"/>
          </a:xfrm>
          <a:prstGeom prst="notched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707762" y="5715000"/>
            <a:ext cx="3959738" cy="889792"/>
            <a:chOff x="2707762" y="5715000"/>
            <a:chExt cx="3959738" cy="889792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4800600" y="5715000"/>
              <a:ext cx="0" cy="533400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2707762" y="6235460"/>
              <a:ext cx="3959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>
                  <a:solidFill>
                    <a:srgbClr val="7030A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אנחנו עובדים עם אוטומט לא דטרמיניסטי</a:t>
              </a:r>
              <a:endParaRPr lang="en-US">
                <a:solidFill>
                  <a:srgbClr val="7030A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83376" y="-76200"/>
                <a:ext cx="7772400" cy="1143000"/>
              </a:xfrm>
            </p:spPr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תזכורת: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ושפות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83376" y="-76200"/>
                <a:ext cx="7772400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14667" y="1494473"/>
                <a:ext cx="7914666" cy="98488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ctr">
                  <a:spcBef>
                    <a:spcPts val="12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מחלקת השפות שאפשר להגדיר באמצעות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NBA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זהה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למחלקת השפות שאפשר להגדיר באמצעות ביטויים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-רגולריים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67" y="1494473"/>
                <a:ext cx="7914666" cy="9848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65055" y="4829382"/>
            <a:ext cx="7664278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הוכחנו את שתי הטענות (באופן קוֹנְסְטְרוּקְטִיבִי) במצגת קודמת</a:t>
            </a:r>
            <a:endParaRPr lang="en-US" sz="24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26880" y="3084983"/>
                <a:ext cx="7285392" cy="113877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>
                  <a:spcBef>
                    <a:spcPts val="2400"/>
                  </a:spcBef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עבור כל אוטומט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השפה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𝒜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</a:t>
                </a:r>
              </a:p>
              <a:p>
                <a:pPr>
                  <a:spcBef>
                    <a:spcPts val="2400"/>
                  </a:spcBef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שפה </a:t>
                </a:r>
                <a14:m>
                  <m:oMath xmlns:m="http://schemas.openxmlformats.org/officeDocument/2006/math">
                    <m:r>
                      <a:rPr lang="he-IL" sz="2400" i="1" dirty="0">
                        <a:solidFill>
                          <a:srgbClr val="0000FF"/>
                        </a:solidFill>
                        <a:latin typeface="Cambria Math"/>
                      </a:rPr>
                      <m:t>𝜔</m:t>
                    </m:r>
                    <m:r>
                      <a:rPr lang="he-IL" sz="2400" i="1" dirty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קיים אוטומט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כך 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𝒜</m:t>
                        </m:r>
                      </m:e>
                    </m:d>
                  </m:oMath>
                </a14:m>
                <a:endParaRPr lang="he-IL" sz="2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880" y="3084983"/>
                <a:ext cx="7285392" cy="1138773"/>
              </a:xfrm>
              <a:prstGeom prst="rect">
                <a:avLst/>
              </a:prstGeom>
              <a:blipFill>
                <a:blip r:embed="rId4"/>
                <a:stretch>
                  <a:fillRect l="-1590" t="-4813" r="-1255" b="-10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אוטומטים שקולים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62000" y="4616258"/>
                <a:ext cx="7832401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שני האוטומטים מגדירים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 אינסוף פעמים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וגם אינסוף פעמים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𝑏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616258"/>
                <a:ext cx="7832401" cy="461665"/>
              </a:xfrm>
              <a:prstGeom prst="rect">
                <a:avLst/>
              </a:prstGeom>
              <a:blipFill>
                <a:blip r:embed="rId2"/>
                <a:stretch>
                  <a:fillRect l="-1712" t="-11842" r="-778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52400" y="5765956"/>
            <a:ext cx="8833497" cy="83099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כדי להכריע אם שני אוטומטים שקולים צריך אלגוריתם לבדיקה אם השפה של האוטומט המתאר את ההפרש בין השפות שלהם היא ריקה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447800" y="5108137"/>
                <a:ext cx="6300827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always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eventually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𝑎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∧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always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eventually</m:t>
                          </m:r>
                          <m:r>
                            <m:rPr>
                              <m:nor/>
                            </m:rPr>
                            <a:rPr lang="en-US" sz="2400" i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5108137"/>
                <a:ext cx="6300827" cy="461665"/>
              </a:xfrm>
              <a:prstGeom prst="rect">
                <a:avLst/>
              </a:prstGeom>
              <a:blipFill>
                <a:blip r:embed="rId3"/>
                <a:stretch>
                  <a:fillRect t="-11842" r="-145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AA8EC28-1B38-10AD-EBFE-C018E1961361}"/>
              </a:ext>
            </a:extLst>
          </p:cNvPr>
          <p:cNvGrpSpPr/>
          <p:nvPr/>
        </p:nvGrpSpPr>
        <p:grpSpPr>
          <a:xfrm>
            <a:off x="1447781" y="1066800"/>
            <a:ext cx="2252055" cy="3566160"/>
            <a:chOff x="1447781" y="1066800"/>
            <a:chExt cx="2252055" cy="3566160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E2FD84F1-5701-6AA3-6844-9AF994FD150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447781" y="1066800"/>
              <a:ext cx="2252055" cy="35661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89" dir="2700383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0A4A5D49-F7ED-845D-0786-AF0CECB42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7578" y="1266178"/>
              <a:ext cx="533400" cy="531813"/>
            </a:xfrm>
            <a:custGeom>
              <a:avLst/>
              <a:gdLst>
                <a:gd name="T0" fmla="*/ 336 w 336"/>
                <a:gd name="T1" fmla="*/ 168 h 335"/>
                <a:gd name="T2" fmla="*/ 324 w 336"/>
                <a:gd name="T3" fmla="*/ 102 h 335"/>
                <a:gd name="T4" fmla="*/ 288 w 336"/>
                <a:gd name="T5" fmla="*/ 49 h 335"/>
                <a:gd name="T6" fmla="*/ 234 w 336"/>
                <a:gd name="T7" fmla="*/ 13 h 335"/>
                <a:gd name="T8" fmla="*/ 168 w 336"/>
                <a:gd name="T9" fmla="*/ 0 h 335"/>
                <a:gd name="T10" fmla="*/ 103 w 336"/>
                <a:gd name="T11" fmla="*/ 13 h 335"/>
                <a:gd name="T12" fmla="*/ 49 w 336"/>
                <a:gd name="T13" fmla="*/ 49 h 335"/>
                <a:gd name="T14" fmla="*/ 13 w 336"/>
                <a:gd name="T15" fmla="*/ 102 h 335"/>
                <a:gd name="T16" fmla="*/ 0 w 336"/>
                <a:gd name="T17" fmla="*/ 168 h 335"/>
                <a:gd name="T18" fmla="*/ 13 w 336"/>
                <a:gd name="T19" fmla="*/ 233 h 335"/>
                <a:gd name="T20" fmla="*/ 49 w 336"/>
                <a:gd name="T21" fmla="*/ 286 h 335"/>
                <a:gd name="T22" fmla="*/ 103 w 336"/>
                <a:gd name="T23" fmla="*/ 322 h 335"/>
                <a:gd name="T24" fmla="*/ 168 w 336"/>
                <a:gd name="T25" fmla="*/ 335 h 335"/>
                <a:gd name="T26" fmla="*/ 234 w 336"/>
                <a:gd name="T27" fmla="*/ 322 h 335"/>
                <a:gd name="T28" fmla="*/ 288 w 336"/>
                <a:gd name="T29" fmla="*/ 286 h 335"/>
                <a:gd name="T30" fmla="*/ 324 w 336"/>
                <a:gd name="T31" fmla="*/ 233 h 335"/>
                <a:gd name="T32" fmla="*/ 336 w 336"/>
                <a:gd name="T33" fmla="*/ 168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6" h="335">
                  <a:moveTo>
                    <a:pt x="336" y="168"/>
                  </a:moveTo>
                  <a:lnTo>
                    <a:pt x="324" y="102"/>
                  </a:lnTo>
                  <a:lnTo>
                    <a:pt x="288" y="49"/>
                  </a:lnTo>
                  <a:lnTo>
                    <a:pt x="234" y="13"/>
                  </a:lnTo>
                  <a:lnTo>
                    <a:pt x="168" y="0"/>
                  </a:lnTo>
                  <a:lnTo>
                    <a:pt x="103" y="13"/>
                  </a:lnTo>
                  <a:lnTo>
                    <a:pt x="49" y="49"/>
                  </a:lnTo>
                  <a:lnTo>
                    <a:pt x="13" y="102"/>
                  </a:lnTo>
                  <a:lnTo>
                    <a:pt x="0" y="168"/>
                  </a:lnTo>
                  <a:lnTo>
                    <a:pt x="13" y="233"/>
                  </a:lnTo>
                  <a:lnTo>
                    <a:pt x="49" y="286"/>
                  </a:lnTo>
                  <a:lnTo>
                    <a:pt x="103" y="322"/>
                  </a:lnTo>
                  <a:lnTo>
                    <a:pt x="168" y="335"/>
                  </a:lnTo>
                  <a:lnTo>
                    <a:pt x="234" y="322"/>
                  </a:lnTo>
                  <a:lnTo>
                    <a:pt x="288" y="286"/>
                  </a:lnTo>
                  <a:lnTo>
                    <a:pt x="324" y="233"/>
                  </a:lnTo>
                  <a:lnTo>
                    <a:pt x="336" y="168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3311EFD-A67D-8FC1-382B-982D80B21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841" y="1210616"/>
              <a:ext cx="536575" cy="531813"/>
            </a:xfrm>
            <a:custGeom>
              <a:avLst/>
              <a:gdLst>
                <a:gd name="T0" fmla="*/ 338 w 338"/>
                <a:gd name="T1" fmla="*/ 167 h 335"/>
                <a:gd name="T2" fmla="*/ 325 w 338"/>
                <a:gd name="T3" fmla="*/ 101 h 335"/>
                <a:gd name="T4" fmla="*/ 289 w 338"/>
                <a:gd name="T5" fmla="*/ 48 h 335"/>
                <a:gd name="T6" fmla="*/ 235 w 338"/>
                <a:gd name="T7" fmla="*/ 12 h 335"/>
                <a:gd name="T8" fmla="*/ 169 w 338"/>
                <a:gd name="T9" fmla="*/ 0 h 335"/>
                <a:gd name="T10" fmla="*/ 104 w 338"/>
                <a:gd name="T11" fmla="*/ 12 h 335"/>
                <a:gd name="T12" fmla="*/ 50 w 338"/>
                <a:gd name="T13" fmla="*/ 48 h 335"/>
                <a:gd name="T14" fmla="*/ 14 w 338"/>
                <a:gd name="T15" fmla="*/ 101 h 335"/>
                <a:gd name="T16" fmla="*/ 0 w 338"/>
                <a:gd name="T17" fmla="*/ 167 h 335"/>
                <a:gd name="T18" fmla="*/ 14 w 338"/>
                <a:gd name="T19" fmla="*/ 232 h 335"/>
                <a:gd name="T20" fmla="*/ 50 w 338"/>
                <a:gd name="T21" fmla="*/ 285 h 335"/>
                <a:gd name="T22" fmla="*/ 104 w 338"/>
                <a:gd name="T23" fmla="*/ 321 h 335"/>
                <a:gd name="T24" fmla="*/ 169 w 338"/>
                <a:gd name="T25" fmla="*/ 335 h 335"/>
                <a:gd name="T26" fmla="*/ 235 w 338"/>
                <a:gd name="T27" fmla="*/ 321 h 335"/>
                <a:gd name="T28" fmla="*/ 289 w 338"/>
                <a:gd name="T29" fmla="*/ 285 h 335"/>
                <a:gd name="T30" fmla="*/ 325 w 338"/>
                <a:gd name="T31" fmla="*/ 232 h 335"/>
                <a:gd name="T32" fmla="*/ 338 w 338"/>
                <a:gd name="T33" fmla="*/ 167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8" h="335">
                  <a:moveTo>
                    <a:pt x="338" y="167"/>
                  </a:moveTo>
                  <a:lnTo>
                    <a:pt x="325" y="101"/>
                  </a:lnTo>
                  <a:lnTo>
                    <a:pt x="289" y="48"/>
                  </a:lnTo>
                  <a:lnTo>
                    <a:pt x="235" y="12"/>
                  </a:lnTo>
                  <a:lnTo>
                    <a:pt x="169" y="0"/>
                  </a:lnTo>
                  <a:lnTo>
                    <a:pt x="104" y="12"/>
                  </a:lnTo>
                  <a:lnTo>
                    <a:pt x="50" y="48"/>
                  </a:lnTo>
                  <a:lnTo>
                    <a:pt x="14" y="101"/>
                  </a:lnTo>
                  <a:lnTo>
                    <a:pt x="0" y="167"/>
                  </a:lnTo>
                  <a:lnTo>
                    <a:pt x="14" y="232"/>
                  </a:lnTo>
                  <a:lnTo>
                    <a:pt x="50" y="285"/>
                  </a:lnTo>
                  <a:lnTo>
                    <a:pt x="104" y="321"/>
                  </a:lnTo>
                  <a:lnTo>
                    <a:pt x="169" y="335"/>
                  </a:lnTo>
                  <a:lnTo>
                    <a:pt x="235" y="321"/>
                  </a:lnTo>
                  <a:lnTo>
                    <a:pt x="289" y="285"/>
                  </a:lnTo>
                  <a:lnTo>
                    <a:pt x="325" y="232"/>
                  </a:lnTo>
                  <a:lnTo>
                    <a:pt x="338" y="167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94710EC-B798-42B4-9F2A-51E9E163CBB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248841" y="1210616"/>
              <a:ext cx="536575" cy="531813"/>
            </a:xfrm>
            <a:custGeom>
              <a:avLst/>
              <a:gdLst>
                <a:gd name="T0" fmla="*/ 403 w 403"/>
                <a:gd name="T1" fmla="*/ 201 h 402"/>
                <a:gd name="T2" fmla="*/ 387 w 403"/>
                <a:gd name="T3" fmla="*/ 280 h 402"/>
                <a:gd name="T4" fmla="*/ 344 w 403"/>
                <a:gd name="T5" fmla="*/ 344 h 402"/>
                <a:gd name="T6" fmla="*/ 280 w 403"/>
                <a:gd name="T7" fmla="*/ 387 h 402"/>
                <a:gd name="T8" fmla="*/ 201 w 403"/>
                <a:gd name="T9" fmla="*/ 402 h 402"/>
                <a:gd name="T10" fmla="*/ 123 w 403"/>
                <a:gd name="T11" fmla="*/ 387 h 402"/>
                <a:gd name="T12" fmla="*/ 59 w 403"/>
                <a:gd name="T13" fmla="*/ 344 h 402"/>
                <a:gd name="T14" fmla="*/ 16 w 403"/>
                <a:gd name="T15" fmla="*/ 280 h 402"/>
                <a:gd name="T16" fmla="*/ 0 w 403"/>
                <a:gd name="T17" fmla="*/ 201 h 402"/>
                <a:gd name="T18" fmla="*/ 16 w 403"/>
                <a:gd name="T19" fmla="*/ 123 h 402"/>
                <a:gd name="T20" fmla="*/ 59 w 403"/>
                <a:gd name="T21" fmla="*/ 59 h 402"/>
                <a:gd name="T22" fmla="*/ 123 w 403"/>
                <a:gd name="T23" fmla="*/ 16 h 402"/>
                <a:gd name="T24" fmla="*/ 201 w 403"/>
                <a:gd name="T25" fmla="*/ 0 h 402"/>
                <a:gd name="T26" fmla="*/ 280 w 403"/>
                <a:gd name="T27" fmla="*/ 16 h 402"/>
                <a:gd name="T28" fmla="*/ 344 w 403"/>
                <a:gd name="T29" fmla="*/ 59 h 402"/>
                <a:gd name="T30" fmla="*/ 387 w 403"/>
                <a:gd name="T31" fmla="*/ 123 h 402"/>
                <a:gd name="T32" fmla="*/ 403 w 403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3" h="402">
                  <a:moveTo>
                    <a:pt x="403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3" y="20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C7C3A85-026B-7C10-05E5-FA5020402A8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248841" y="1210616"/>
              <a:ext cx="536575" cy="531813"/>
            </a:xfrm>
            <a:custGeom>
              <a:avLst/>
              <a:gdLst>
                <a:gd name="T0" fmla="*/ 403 w 403"/>
                <a:gd name="T1" fmla="*/ 201 h 402"/>
                <a:gd name="T2" fmla="*/ 387 w 403"/>
                <a:gd name="T3" fmla="*/ 280 h 402"/>
                <a:gd name="T4" fmla="*/ 344 w 403"/>
                <a:gd name="T5" fmla="*/ 344 h 402"/>
                <a:gd name="T6" fmla="*/ 280 w 403"/>
                <a:gd name="T7" fmla="*/ 387 h 402"/>
                <a:gd name="T8" fmla="*/ 201 w 403"/>
                <a:gd name="T9" fmla="*/ 402 h 402"/>
                <a:gd name="T10" fmla="*/ 123 w 403"/>
                <a:gd name="T11" fmla="*/ 387 h 402"/>
                <a:gd name="T12" fmla="*/ 59 w 403"/>
                <a:gd name="T13" fmla="*/ 344 h 402"/>
                <a:gd name="T14" fmla="*/ 16 w 403"/>
                <a:gd name="T15" fmla="*/ 280 h 402"/>
                <a:gd name="T16" fmla="*/ 0 w 403"/>
                <a:gd name="T17" fmla="*/ 201 h 402"/>
                <a:gd name="T18" fmla="*/ 16 w 403"/>
                <a:gd name="T19" fmla="*/ 123 h 402"/>
                <a:gd name="T20" fmla="*/ 59 w 403"/>
                <a:gd name="T21" fmla="*/ 59 h 402"/>
                <a:gd name="T22" fmla="*/ 123 w 403"/>
                <a:gd name="T23" fmla="*/ 16 h 402"/>
                <a:gd name="T24" fmla="*/ 201 w 403"/>
                <a:gd name="T25" fmla="*/ 0 h 402"/>
                <a:gd name="T26" fmla="*/ 280 w 403"/>
                <a:gd name="T27" fmla="*/ 16 h 402"/>
                <a:gd name="T28" fmla="*/ 344 w 403"/>
                <a:gd name="T29" fmla="*/ 59 h 402"/>
                <a:gd name="T30" fmla="*/ 387 w 403"/>
                <a:gd name="T31" fmla="*/ 123 h 402"/>
                <a:gd name="T32" fmla="*/ 403 w 403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3" h="402">
                  <a:moveTo>
                    <a:pt x="403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2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3" y="201"/>
                  </a:lnTo>
                </a:path>
              </a:pathLst>
            </a:custGeom>
            <a:noFill/>
            <a:ln w="15875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2DE6A801-F1EA-7AEE-D242-FE716D322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8066" y="1267766"/>
              <a:ext cx="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3BA885EE-3E33-5429-1187-B1CF5240A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128" y="1378891"/>
              <a:ext cx="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3132D5EE-3952-AB92-B359-62F0DFD1F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1028" y="1475728"/>
              <a:ext cx="212725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F8C7DD0-6333-D548-FB69-D413B3143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253" y="1440803"/>
              <a:ext cx="84138" cy="69850"/>
            </a:xfrm>
            <a:custGeom>
              <a:avLst/>
              <a:gdLst>
                <a:gd name="T0" fmla="*/ 53 w 53"/>
                <a:gd name="T1" fmla="*/ 22 h 44"/>
                <a:gd name="T2" fmla="*/ 0 w 53"/>
                <a:gd name="T3" fmla="*/ 0 h 44"/>
                <a:gd name="T4" fmla="*/ 15 w 53"/>
                <a:gd name="T5" fmla="*/ 22 h 44"/>
                <a:gd name="T6" fmla="*/ 0 w 53"/>
                <a:gd name="T7" fmla="*/ 44 h 44"/>
                <a:gd name="T8" fmla="*/ 53 w 53"/>
                <a:gd name="T9" fmla="*/ 2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44">
                  <a:moveTo>
                    <a:pt x="53" y="22"/>
                  </a:moveTo>
                  <a:lnTo>
                    <a:pt x="0" y="0"/>
                  </a:lnTo>
                  <a:lnTo>
                    <a:pt x="15" y="22"/>
                  </a:lnTo>
                  <a:lnTo>
                    <a:pt x="0" y="44"/>
                  </a:lnTo>
                  <a:lnTo>
                    <a:pt x="53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E0C6C80A-3EBD-CB87-EE07-2002EEDEADA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20253" y="1440803"/>
              <a:ext cx="84138" cy="69850"/>
            </a:xfrm>
            <a:custGeom>
              <a:avLst/>
              <a:gdLst>
                <a:gd name="T0" fmla="*/ 63 w 63"/>
                <a:gd name="T1" fmla="*/ 26 h 52"/>
                <a:gd name="T2" fmla="*/ 0 w 63"/>
                <a:gd name="T3" fmla="*/ 52 h 52"/>
                <a:gd name="T4" fmla="*/ 18 w 63"/>
                <a:gd name="T5" fmla="*/ 26 h 52"/>
                <a:gd name="T6" fmla="*/ 0 w 63"/>
                <a:gd name="T7" fmla="*/ 0 h 52"/>
                <a:gd name="T8" fmla="*/ 63 w 63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52">
                  <a:moveTo>
                    <a:pt x="63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3" y="2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2CFAE871-E380-E461-5E49-59F48BE9E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053" y="3515666"/>
              <a:ext cx="534988" cy="533400"/>
            </a:xfrm>
            <a:custGeom>
              <a:avLst/>
              <a:gdLst>
                <a:gd name="T0" fmla="*/ 337 w 337"/>
                <a:gd name="T1" fmla="*/ 168 h 336"/>
                <a:gd name="T2" fmla="*/ 325 w 337"/>
                <a:gd name="T3" fmla="*/ 103 h 336"/>
                <a:gd name="T4" fmla="*/ 289 w 337"/>
                <a:gd name="T5" fmla="*/ 49 h 336"/>
                <a:gd name="T6" fmla="*/ 235 w 337"/>
                <a:gd name="T7" fmla="*/ 13 h 336"/>
                <a:gd name="T8" fmla="*/ 169 w 337"/>
                <a:gd name="T9" fmla="*/ 0 h 336"/>
                <a:gd name="T10" fmla="*/ 103 w 337"/>
                <a:gd name="T11" fmla="*/ 13 h 336"/>
                <a:gd name="T12" fmla="*/ 50 w 337"/>
                <a:gd name="T13" fmla="*/ 49 h 336"/>
                <a:gd name="T14" fmla="*/ 14 w 337"/>
                <a:gd name="T15" fmla="*/ 103 h 336"/>
                <a:gd name="T16" fmla="*/ 0 w 337"/>
                <a:gd name="T17" fmla="*/ 168 h 336"/>
                <a:gd name="T18" fmla="*/ 14 w 337"/>
                <a:gd name="T19" fmla="*/ 233 h 336"/>
                <a:gd name="T20" fmla="*/ 50 w 337"/>
                <a:gd name="T21" fmla="*/ 287 h 336"/>
                <a:gd name="T22" fmla="*/ 103 w 337"/>
                <a:gd name="T23" fmla="*/ 323 h 336"/>
                <a:gd name="T24" fmla="*/ 169 w 337"/>
                <a:gd name="T25" fmla="*/ 336 h 336"/>
                <a:gd name="T26" fmla="*/ 235 w 337"/>
                <a:gd name="T27" fmla="*/ 323 h 336"/>
                <a:gd name="T28" fmla="*/ 289 w 337"/>
                <a:gd name="T29" fmla="*/ 287 h 336"/>
                <a:gd name="T30" fmla="*/ 325 w 337"/>
                <a:gd name="T31" fmla="*/ 233 h 336"/>
                <a:gd name="T32" fmla="*/ 337 w 337"/>
                <a:gd name="T33" fmla="*/ 168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7" h="336">
                  <a:moveTo>
                    <a:pt x="337" y="168"/>
                  </a:moveTo>
                  <a:lnTo>
                    <a:pt x="325" y="103"/>
                  </a:lnTo>
                  <a:lnTo>
                    <a:pt x="289" y="49"/>
                  </a:lnTo>
                  <a:lnTo>
                    <a:pt x="235" y="13"/>
                  </a:lnTo>
                  <a:lnTo>
                    <a:pt x="169" y="0"/>
                  </a:lnTo>
                  <a:lnTo>
                    <a:pt x="103" y="13"/>
                  </a:lnTo>
                  <a:lnTo>
                    <a:pt x="50" y="49"/>
                  </a:lnTo>
                  <a:lnTo>
                    <a:pt x="14" y="103"/>
                  </a:lnTo>
                  <a:lnTo>
                    <a:pt x="0" y="168"/>
                  </a:lnTo>
                  <a:lnTo>
                    <a:pt x="14" y="233"/>
                  </a:lnTo>
                  <a:lnTo>
                    <a:pt x="50" y="287"/>
                  </a:lnTo>
                  <a:lnTo>
                    <a:pt x="103" y="323"/>
                  </a:lnTo>
                  <a:lnTo>
                    <a:pt x="169" y="336"/>
                  </a:lnTo>
                  <a:lnTo>
                    <a:pt x="235" y="323"/>
                  </a:lnTo>
                  <a:lnTo>
                    <a:pt x="289" y="287"/>
                  </a:lnTo>
                  <a:lnTo>
                    <a:pt x="325" y="233"/>
                  </a:lnTo>
                  <a:lnTo>
                    <a:pt x="337" y="168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61710F07-4032-5B05-1382-B4500DB2F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903" y="3458516"/>
              <a:ext cx="534988" cy="533400"/>
            </a:xfrm>
            <a:custGeom>
              <a:avLst/>
              <a:gdLst>
                <a:gd name="T0" fmla="*/ 337 w 337"/>
                <a:gd name="T1" fmla="*/ 169 h 336"/>
                <a:gd name="T2" fmla="*/ 325 w 337"/>
                <a:gd name="T3" fmla="*/ 103 h 336"/>
                <a:gd name="T4" fmla="*/ 289 w 337"/>
                <a:gd name="T5" fmla="*/ 49 h 336"/>
                <a:gd name="T6" fmla="*/ 235 w 337"/>
                <a:gd name="T7" fmla="*/ 14 h 336"/>
                <a:gd name="T8" fmla="*/ 169 w 337"/>
                <a:gd name="T9" fmla="*/ 0 h 336"/>
                <a:gd name="T10" fmla="*/ 103 w 337"/>
                <a:gd name="T11" fmla="*/ 14 h 336"/>
                <a:gd name="T12" fmla="*/ 50 w 337"/>
                <a:gd name="T13" fmla="*/ 49 h 336"/>
                <a:gd name="T14" fmla="*/ 14 w 337"/>
                <a:gd name="T15" fmla="*/ 103 h 336"/>
                <a:gd name="T16" fmla="*/ 0 w 337"/>
                <a:gd name="T17" fmla="*/ 169 h 336"/>
                <a:gd name="T18" fmla="*/ 14 w 337"/>
                <a:gd name="T19" fmla="*/ 234 h 336"/>
                <a:gd name="T20" fmla="*/ 50 w 337"/>
                <a:gd name="T21" fmla="*/ 287 h 336"/>
                <a:gd name="T22" fmla="*/ 103 w 337"/>
                <a:gd name="T23" fmla="*/ 323 h 336"/>
                <a:gd name="T24" fmla="*/ 169 w 337"/>
                <a:gd name="T25" fmla="*/ 336 h 336"/>
                <a:gd name="T26" fmla="*/ 235 w 337"/>
                <a:gd name="T27" fmla="*/ 323 h 336"/>
                <a:gd name="T28" fmla="*/ 289 w 337"/>
                <a:gd name="T29" fmla="*/ 287 h 336"/>
                <a:gd name="T30" fmla="*/ 325 w 337"/>
                <a:gd name="T31" fmla="*/ 234 h 336"/>
                <a:gd name="T32" fmla="*/ 337 w 337"/>
                <a:gd name="T33" fmla="*/ 169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7" h="336">
                  <a:moveTo>
                    <a:pt x="337" y="169"/>
                  </a:moveTo>
                  <a:lnTo>
                    <a:pt x="325" y="103"/>
                  </a:lnTo>
                  <a:lnTo>
                    <a:pt x="289" y="49"/>
                  </a:lnTo>
                  <a:lnTo>
                    <a:pt x="235" y="14"/>
                  </a:lnTo>
                  <a:lnTo>
                    <a:pt x="169" y="0"/>
                  </a:lnTo>
                  <a:lnTo>
                    <a:pt x="103" y="14"/>
                  </a:lnTo>
                  <a:lnTo>
                    <a:pt x="50" y="49"/>
                  </a:lnTo>
                  <a:lnTo>
                    <a:pt x="14" y="103"/>
                  </a:lnTo>
                  <a:lnTo>
                    <a:pt x="0" y="169"/>
                  </a:lnTo>
                  <a:lnTo>
                    <a:pt x="14" y="234"/>
                  </a:lnTo>
                  <a:lnTo>
                    <a:pt x="50" y="287"/>
                  </a:lnTo>
                  <a:lnTo>
                    <a:pt x="103" y="323"/>
                  </a:lnTo>
                  <a:lnTo>
                    <a:pt x="169" y="336"/>
                  </a:lnTo>
                  <a:lnTo>
                    <a:pt x="235" y="323"/>
                  </a:lnTo>
                  <a:lnTo>
                    <a:pt x="289" y="287"/>
                  </a:lnTo>
                  <a:lnTo>
                    <a:pt x="325" y="234"/>
                  </a:lnTo>
                  <a:lnTo>
                    <a:pt x="337" y="169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8E106FA1-2C9A-0575-12C9-8BD33E7F869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02903" y="3458516"/>
              <a:ext cx="534988" cy="533400"/>
            </a:xfrm>
            <a:custGeom>
              <a:avLst/>
              <a:gdLst>
                <a:gd name="T0" fmla="*/ 402 w 402"/>
                <a:gd name="T1" fmla="*/ 201 h 403"/>
                <a:gd name="T2" fmla="*/ 387 w 402"/>
                <a:gd name="T3" fmla="*/ 280 h 403"/>
                <a:gd name="T4" fmla="*/ 344 w 402"/>
                <a:gd name="T5" fmla="*/ 344 h 403"/>
                <a:gd name="T6" fmla="*/ 280 w 402"/>
                <a:gd name="T7" fmla="*/ 387 h 403"/>
                <a:gd name="T8" fmla="*/ 201 w 402"/>
                <a:gd name="T9" fmla="*/ 403 h 403"/>
                <a:gd name="T10" fmla="*/ 123 w 402"/>
                <a:gd name="T11" fmla="*/ 387 h 403"/>
                <a:gd name="T12" fmla="*/ 59 w 402"/>
                <a:gd name="T13" fmla="*/ 344 h 403"/>
                <a:gd name="T14" fmla="*/ 16 w 402"/>
                <a:gd name="T15" fmla="*/ 280 h 403"/>
                <a:gd name="T16" fmla="*/ 0 w 402"/>
                <a:gd name="T17" fmla="*/ 201 h 403"/>
                <a:gd name="T18" fmla="*/ 16 w 402"/>
                <a:gd name="T19" fmla="*/ 123 h 403"/>
                <a:gd name="T20" fmla="*/ 59 w 402"/>
                <a:gd name="T21" fmla="*/ 59 h 403"/>
                <a:gd name="T22" fmla="*/ 123 w 402"/>
                <a:gd name="T23" fmla="*/ 16 h 403"/>
                <a:gd name="T24" fmla="*/ 201 w 402"/>
                <a:gd name="T25" fmla="*/ 0 h 403"/>
                <a:gd name="T26" fmla="*/ 280 w 402"/>
                <a:gd name="T27" fmla="*/ 16 h 403"/>
                <a:gd name="T28" fmla="*/ 344 w 402"/>
                <a:gd name="T29" fmla="*/ 59 h 403"/>
                <a:gd name="T30" fmla="*/ 387 w 402"/>
                <a:gd name="T31" fmla="*/ 123 h 403"/>
                <a:gd name="T32" fmla="*/ 402 w 402"/>
                <a:gd name="T33" fmla="*/ 201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3">
                  <a:moveTo>
                    <a:pt x="402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2" y="20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19B56DB2-3903-B599-AEBE-F881A4CDF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516" y="3515666"/>
              <a:ext cx="534988" cy="533400"/>
            </a:xfrm>
            <a:custGeom>
              <a:avLst/>
              <a:gdLst>
                <a:gd name="T0" fmla="*/ 337 w 337"/>
                <a:gd name="T1" fmla="*/ 168 h 336"/>
                <a:gd name="T2" fmla="*/ 324 w 337"/>
                <a:gd name="T3" fmla="*/ 103 h 336"/>
                <a:gd name="T4" fmla="*/ 288 w 337"/>
                <a:gd name="T5" fmla="*/ 49 h 336"/>
                <a:gd name="T6" fmla="*/ 234 w 337"/>
                <a:gd name="T7" fmla="*/ 13 h 336"/>
                <a:gd name="T8" fmla="*/ 168 w 337"/>
                <a:gd name="T9" fmla="*/ 0 h 336"/>
                <a:gd name="T10" fmla="*/ 103 w 337"/>
                <a:gd name="T11" fmla="*/ 13 h 336"/>
                <a:gd name="T12" fmla="*/ 49 w 337"/>
                <a:gd name="T13" fmla="*/ 49 h 336"/>
                <a:gd name="T14" fmla="*/ 13 w 337"/>
                <a:gd name="T15" fmla="*/ 103 h 336"/>
                <a:gd name="T16" fmla="*/ 0 w 337"/>
                <a:gd name="T17" fmla="*/ 168 h 336"/>
                <a:gd name="T18" fmla="*/ 13 w 337"/>
                <a:gd name="T19" fmla="*/ 233 h 336"/>
                <a:gd name="T20" fmla="*/ 49 w 337"/>
                <a:gd name="T21" fmla="*/ 287 h 336"/>
                <a:gd name="T22" fmla="*/ 103 w 337"/>
                <a:gd name="T23" fmla="*/ 323 h 336"/>
                <a:gd name="T24" fmla="*/ 168 w 337"/>
                <a:gd name="T25" fmla="*/ 336 h 336"/>
                <a:gd name="T26" fmla="*/ 234 w 337"/>
                <a:gd name="T27" fmla="*/ 323 h 336"/>
                <a:gd name="T28" fmla="*/ 288 w 337"/>
                <a:gd name="T29" fmla="*/ 287 h 336"/>
                <a:gd name="T30" fmla="*/ 324 w 337"/>
                <a:gd name="T31" fmla="*/ 233 h 336"/>
                <a:gd name="T32" fmla="*/ 337 w 337"/>
                <a:gd name="T33" fmla="*/ 168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7" h="336">
                  <a:moveTo>
                    <a:pt x="337" y="168"/>
                  </a:moveTo>
                  <a:lnTo>
                    <a:pt x="324" y="103"/>
                  </a:lnTo>
                  <a:lnTo>
                    <a:pt x="288" y="49"/>
                  </a:lnTo>
                  <a:lnTo>
                    <a:pt x="234" y="13"/>
                  </a:lnTo>
                  <a:lnTo>
                    <a:pt x="168" y="0"/>
                  </a:lnTo>
                  <a:lnTo>
                    <a:pt x="103" y="13"/>
                  </a:lnTo>
                  <a:lnTo>
                    <a:pt x="49" y="49"/>
                  </a:lnTo>
                  <a:lnTo>
                    <a:pt x="13" y="103"/>
                  </a:lnTo>
                  <a:lnTo>
                    <a:pt x="0" y="168"/>
                  </a:lnTo>
                  <a:lnTo>
                    <a:pt x="13" y="233"/>
                  </a:lnTo>
                  <a:lnTo>
                    <a:pt x="49" y="287"/>
                  </a:lnTo>
                  <a:lnTo>
                    <a:pt x="103" y="323"/>
                  </a:lnTo>
                  <a:lnTo>
                    <a:pt x="168" y="336"/>
                  </a:lnTo>
                  <a:lnTo>
                    <a:pt x="234" y="323"/>
                  </a:lnTo>
                  <a:lnTo>
                    <a:pt x="288" y="287"/>
                  </a:lnTo>
                  <a:lnTo>
                    <a:pt x="324" y="233"/>
                  </a:lnTo>
                  <a:lnTo>
                    <a:pt x="337" y="168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0C38AAA0-84A4-1738-584A-E5DD76FA3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366" y="3458516"/>
              <a:ext cx="534988" cy="533400"/>
            </a:xfrm>
            <a:custGeom>
              <a:avLst/>
              <a:gdLst>
                <a:gd name="T0" fmla="*/ 337 w 337"/>
                <a:gd name="T1" fmla="*/ 169 h 336"/>
                <a:gd name="T2" fmla="*/ 324 w 337"/>
                <a:gd name="T3" fmla="*/ 103 h 336"/>
                <a:gd name="T4" fmla="*/ 288 w 337"/>
                <a:gd name="T5" fmla="*/ 49 h 336"/>
                <a:gd name="T6" fmla="*/ 234 w 337"/>
                <a:gd name="T7" fmla="*/ 14 h 336"/>
                <a:gd name="T8" fmla="*/ 168 w 337"/>
                <a:gd name="T9" fmla="*/ 0 h 336"/>
                <a:gd name="T10" fmla="*/ 103 w 337"/>
                <a:gd name="T11" fmla="*/ 14 h 336"/>
                <a:gd name="T12" fmla="*/ 49 w 337"/>
                <a:gd name="T13" fmla="*/ 49 h 336"/>
                <a:gd name="T14" fmla="*/ 13 w 337"/>
                <a:gd name="T15" fmla="*/ 103 h 336"/>
                <a:gd name="T16" fmla="*/ 0 w 337"/>
                <a:gd name="T17" fmla="*/ 169 h 336"/>
                <a:gd name="T18" fmla="*/ 13 w 337"/>
                <a:gd name="T19" fmla="*/ 234 h 336"/>
                <a:gd name="T20" fmla="*/ 49 w 337"/>
                <a:gd name="T21" fmla="*/ 287 h 336"/>
                <a:gd name="T22" fmla="*/ 103 w 337"/>
                <a:gd name="T23" fmla="*/ 323 h 336"/>
                <a:gd name="T24" fmla="*/ 168 w 337"/>
                <a:gd name="T25" fmla="*/ 336 h 336"/>
                <a:gd name="T26" fmla="*/ 234 w 337"/>
                <a:gd name="T27" fmla="*/ 323 h 336"/>
                <a:gd name="T28" fmla="*/ 288 w 337"/>
                <a:gd name="T29" fmla="*/ 287 h 336"/>
                <a:gd name="T30" fmla="*/ 324 w 337"/>
                <a:gd name="T31" fmla="*/ 234 h 336"/>
                <a:gd name="T32" fmla="*/ 337 w 337"/>
                <a:gd name="T33" fmla="*/ 169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7" h="336">
                  <a:moveTo>
                    <a:pt x="337" y="169"/>
                  </a:moveTo>
                  <a:lnTo>
                    <a:pt x="324" y="103"/>
                  </a:lnTo>
                  <a:lnTo>
                    <a:pt x="288" y="49"/>
                  </a:lnTo>
                  <a:lnTo>
                    <a:pt x="234" y="14"/>
                  </a:lnTo>
                  <a:lnTo>
                    <a:pt x="168" y="0"/>
                  </a:lnTo>
                  <a:lnTo>
                    <a:pt x="103" y="14"/>
                  </a:lnTo>
                  <a:lnTo>
                    <a:pt x="49" y="49"/>
                  </a:lnTo>
                  <a:lnTo>
                    <a:pt x="13" y="103"/>
                  </a:lnTo>
                  <a:lnTo>
                    <a:pt x="0" y="169"/>
                  </a:lnTo>
                  <a:lnTo>
                    <a:pt x="13" y="234"/>
                  </a:lnTo>
                  <a:lnTo>
                    <a:pt x="49" y="287"/>
                  </a:lnTo>
                  <a:lnTo>
                    <a:pt x="103" y="323"/>
                  </a:lnTo>
                  <a:lnTo>
                    <a:pt x="168" y="336"/>
                  </a:lnTo>
                  <a:lnTo>
                    <a:pt x="234" y="323"/>
                  </a:lnTo>
                  <a:lnTo>
                    <a:pt x="288" y="287"/>
                  </a:lnTo>
                  <a:lnTo>
                    <a:pt x="324" y="234"/>
                  </a:lnTo>
                  <a:lnTo>
                    <a:pt x="337" y="169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18CD9012-BDB2-D6CC-8449-D0F1E5CFC79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96366" y="3458516"/>
              <a:ext cx="534988" cy="533400"/>
            </a:xfrm>
            <a:custGeom>
              <a:avLst/>
              <a:gdLst>
                <a:gd name="T0" fmla="*/ 403 w 403"/>
                <a:gd name="T1" fmla="*/ 201 h 403"/>
                <a:gd name="T2" fmla="*/ 387 w 403"/>
                <a:gd name="T3" fmla="*/ 280 h 403"/>
                <a:gd name="T4" fmla="*/ 344 w 403"/>
                <a:gd name="T5" fmla="*/ 344 h 403"/>
                <a:gd name="T6" fmla="*/ 280 w 403"/>
                <a:gd name="T7" fmla="*/ 387 h 403"/>
                <a:gd name="T8" fmla="*/ 201 w 403"/>
                <a:gd name="T9" fmla="*/ 403 h 403"/>
                <a:gd name="T10" fmla="*/ 123 w 403"/>
                <a:gd name="T11" fmla="*/ 387 h 403"/>
                <a:gd name="T12" fmla="*/ 59 w 403"/>
                <a:gd name="T13" fmla="*/ 344 h 403"/>
                <a:gd name="T14" fmla="*/ 16 w 403"/>
                <a:gd name="T15" fmla="*/ 280 h 403"/>
                <a:gd name="T16" fmla="*/ 0 w 403"/>
                <a:gd name="T17" fmla="*/ 201 h 403"/>
                <a:gd name="T18" fmla="*/ 16 w 403"/>
                <a:gd name="T19" fmla="*/ 123 h 403"/>
                <a:gd name="T20" fmla="*/ 59 w 403"/>
                <a:gd name="T21" fmla="*/ 59 h 403"/>
                <a:gd name="T22" fmla="*/ 123 w 403"/>
                <a:gd name="T23" fmla="*/ 16 h 403"/>
                <a:gd name="T24" fmla="*/ 201 w 403"/>
                <a:gd name="T25" fmla="*/ 0 h 403"/>
                <a:gd name="T26" fmla="*/ 280 w 403"/>
                <a:gd name="T27" fmla="*/ 16 h 403"/>
                <a:gd name="T28" fmla="*/ 344 w 403"/>
                <a:gd name="T29" fmla="*/ 59 h 403"/>
                <a:gd name="T30" fmla="*/ 387 w 403"/>
                <a:gd name="T31" fmla="*/ 123 h 403"/>
                <a:gd name="T32" fmla="*/ 403 w 403"/>
                <a:gd name="T33" fmla="*/ 201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3" h="403">
                  <a:moveTo>
                    <a:pt x="403" y="201"/>
                  </a:moveTo>
                  <a:lnTo>
                    <a:pt x="387" y="280"/>
                  </a:lnTo>
                  <a:lnTo>
                    <a:pt x="344" y="344"/>
                  </a:lnTo>
                  <a:lnTo>
                    <a:pt x="280" y="387"/>
                  </a:lnTo>
                  <a:lnTo>
                    <a:pt x="201" y="403"/>
                  </a:lnTo>
                  <a:lnTo>
                    <a:pt x="123" y="387"/>
                  </a:lnTo>
                  <a:lnTo>
                    <a:pt x="59" y="344"/>
                  </a:lnTo>
                  <a:lnTo>
                    <a:pt x="16" y="280"/>
                  </a:lnTo>
                  <a:lnTo>
                    <a:pt x="0" y="201"/>
                  </a:lnTo>
                  <a:lnTo>
                    <a:pt x="16" y="123"/>
                  </a:lnTo>
                  <a:lnTo>
                    <a:pt x="59" y="59"/>
                  </a:lnTo>
                  <a:lnTo>
                    <a:pt x="123" y="16"/>
                  </a:lnTo>
                  <a:lnTo>
                    <a:pt x="201" y="0"/>
                  </a:lnTo>
                  <a:lnTo>
                    <a:pt x="280" y="16"/>
                  </a:lnTo>
                  <a:lnTo>
                    <a:pt x="344" y="59"/>
                  </a:lnTo>
                  <a:lnTo>
                    <a:pt x="387" y="123"/>
                  </a:lnTo>
                  <a:lnTo>
                    <a:pt x="403" y="201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2">
              <a:extLst>
                <a:ext uri="{FF2B5EF4-FFF2-40B4-BE49-F238E27FC236}">
                  <a16:creationId xmlns:a16="http://schemas.microsoft.com/office/drawing/2014/main" id="{53DF2544-BD76-64EE-5FDA-203403969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003" y="3518841"/>
              <a:ext cx="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31ED8A14-B81C-49FB-E5C0-946D3B997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6028" y="1740841"/>
              <a:ext cx="561975" cy="167640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2F87647E-2B36-7F79-394D-1407EF8E5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616" y="3345803"/>
              <a:ext cx="65088" cy="92075"/>
            </a:xfrm>
            <a:custGeom>
              <a:avLst/>
              <a:gdLst>
                <a:gd name="T0" fmla="*/ 37 w 41"/>
                <a:gd name="T1" fmla="*/ 58 h 58"/>
                <a:gd name="T2" fmla="*/ 41 w 41"/>
                <a:gd name="T3" fmla="*/ 0 h 58"/>
                <a:gd name="T4" fmla="*/ 25 w 41"/>
                <a:gd name="T5" fmla="*/ 22 h 58"/>
                <a:gd name="T6" fmla="*/ 0 w 41"/>
                <a:gd name="T7" fmla="*/ 15 h 58"/>
                <a:gd name="T8" fmla="*/ 37 w 41"/>
                <a:gd name="T9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8">
                  <a:moveTo>
                    <a:pt x="37" y="58"/>
                  </a:moveTo>
                  <a:lnTo>
                    <a:pt x="41" y="0"/>
                  </a:lnTo>
                  <a:lnTo>
                    <a:pt x="25" y="22"/>
                  </a:lnTo>
                  <a:lnTo>
                    <a:pt x="0" y="15"/>
                  </a:lnTo>
                  <a:lnTo>
                    <a:pt x="37" y="5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90A31B61-871D-DD3D-F997-E89F65EB545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15616" y="3345803"/>
              <a:ext cx="65088" cy="92075"/>
            </a:xfrm>
            <a:custGeom>
              <a:avLst/>
              <a:gdLst>
                <a:gd name="T0" fmla="*/ 45 w 49"/>
                <a:gd name="T1" fmla="*/ 0 h 69"/>
                <a:gd name="T2" fmla="*/ 49 w 49"/>
                <a:gd name="T3" fmla="*/ 69 h 69"/>
                <a:gd name="T4" fmla="*/ 30 w 49"/>
                <a:gd name="T5" fmla="*/ 43 h 69"/>
                <a:gd name="T6" fmla="*/ 0 w 49"/>
                <a:gd name="T7" fmla="*/ 52 h 69"/>
                <a:gd name="T8" fmla="*/ 45 w 49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69">
                  <a:moveTo>
                    <a:pt x="45" y="0"/>
                  </a:moveTo>
                  <a:lnTo>
                    <a:pt x="49" y="69"/>
                  </a:lnTo>
                  <a:lnTo>
                    <a:pt x="30" y="43"/>
                  </a:lnTo>
                  <a:lnTo>
                    <a:pt x="0" y="52"/>
                  </a:lnTo>
                  <a:lnTo>
                    <a:pt x="45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81714D1-FA22-67FF-DBA1-282A03D3085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69591" y="3988741"/>
              <a:ext cx="193675" cy="323850"/>
            </a:xfrm>
            <a:custGeom>
              <a:avLst/>
              <a:gdLst>
                <a:gd name="T0" fmla="*/ 130 w 146"/>
                <a:gd name="T1" fmla="*/ 245 h 245"/>
                <a:gd name="T2" fmla="*/ 146 w 146"/>
                <a:gd name="T3" fmla="*/ 140 h 245"/>
                <a:gd name="T4" fmla="*/ 137 w 146"/>
                <a:gd name="T5" fmla="*/ 64 h 245"/>
                <a:gd name="T6" fmla="*/ 110 w 146"/>
                <a:gd name="T7" fmla="*/ 17 h 245"/>
                <a:gd name="T8" fmla="*/ 75 w 146"/>
                <a:gd name="T9" fmla="*/ 0 h 245"/>
                <a:gd name="T10" fmla="*/ 39 w 146"/>
                <a:gd name="T11" fmla="*/ 10 h 245"/>
                <a:gd name="T12" fmla="*/ 11 w 146"/>
                <a:gd name="T13" fmla="*/ 48 h 245"/>
                <a:gd name="T14" fmla="*/ 0 w 146"/>
                <a:gd name="T15" fmla="*/ 114 h 245"/>
                <a:gd name="T16" fmla="*/ 13 w 146"/>
                <a:gd name="T17" fmla="*/ 206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245">
                  <a:moveTo>
                    <a:pt x="130" y="245"/>
                  </a:moveTo>
                  <a:lnTo>
                    <a:pt x="146" y="140"/>
                  </a:lnTo>
                  <a:lnTo>
                    <a:pt x="137" y="64"/>
                  </a:lnTo>
                  <a:lnTo>
                    <a:pt x="110" y="17"/>
                  </a:lnTo>
                  <a:lnTo>
                    <a:pt x="75" y="0"/>
                  </a:lnTo>
                  <a:lnTo>
                    <a:pt x="39" y="10"/>
                  </a:lnTo>
                  <a:lnTo>
                    <a:pt x="11" y="48"/>
                  </a:lnTo>
                  <a:lnTo>
                    <a:pt x="0" y="114"/>
                  </a:lnTo>
                  <a:lnTo>
                    <a:pt x="13" y="20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801F9F43-07AF-30FC-F982-74D927532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253" y="4018903"/>
              <a:ext cx="68263" cy="90488"/>
            </a:xfrm>
            <a:custGeom>
              <a:avLst/>
              <a:gdLst>
                <a:gd name="T0" fmla="*/ 35 w 43"/>
                <a:gd name="T1" fmla="*/ 0 h 57"/>
                <a:gd name="T2" fmla="*/ 0 w 43"/>
                <a:gd name="T3" fmla="*/ 46 h 57"/>
                <a:gd name="T4" fmla="*/ 25 w 43"/>
                <a:gd name="T5" fmla="*/ 37 h 57"/>
                <a:gd name="T6" fmla="*/ 43 w 43"/>
                <a:gd name="T7" fmla="*/ 57 h 57"/>
                <a:gd name="T8" fmla="*/ 35 w 43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57">
                  <a:moveTo>
                    <a:pt x="35" y="0"/>
                  </a:moveTo>
                  <a:lnTo>
                    <a:pt x="0" y="46"/>
                  </a:lnTo>
                  <a:lnTo>
                    <a:pt x="25" y="37"/>
                  </a:lnTo>
                  <a:lnTo>
                    <a:pt x="43" y="57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EBF927DF-3ECE-BF0B-43D5-657C9E717ED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36253" y="4018903"/>
              <a:ext cx="68263" cy="90488"/>
            </a:xfrm>
            <a:custGeom>
              <a:avLst/>
              <a:gdLst>
                <a:gd name="T0" fmla="*/ 42 w 51"/>
                <a:gd name="T1" fmla="*/ 69 h 69"/>
                <a:gd name="T2" fmla="*/ 0 w 51"/>
                <a:gd name="T3" fmla="*/ 14 h 69"/>
                <a:gd name="T4" fmla="*/ 30 w 51"/>
                <a:gd name="T5" fmla="*/ 24 h 69"/>
                <a:gd name="T6" fmla="*/ 51 w 51"/>
                <a:gd name="T7" fmla="*/ 0 h 69"/>
                <a:gd name="T8" fmla="*/ 42 w 51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69">
                  <a:moveTo>
                    <a:pt x="42" y="69"/>
                  </a:moveTo>
                  <a:lnTo>
                    <a:pt x="0" y="14"/>
                  </a:lnTo>
                  <a:lnTo>
                    <a:pt x="30" y="24"/>
                  </a:lnTo>
                  <a:lnTo>
                    <a:pt x="51" y="0"/>
                  </a:lnTo>
                  <a:lnTo>
                    <a:pt x="42" y="6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34">
              <a:extLst>
                <a:ext uri="{FF2B5EF4-FFF2-40B4-BE49-F238E27FC236}">
                  <a16:creationId xmlns:a16="http://schemas.microsoft.com/office/drawing/2014/main" id="{63447454-7066-A563-DA60-ECBF0005E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2441" y="4239566"/>
              <a:ext cx="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35">
                  <a:extLst>
                    <a:ext uri="{FF2B5EF4-FFF2-40B4-BE49-F238E27FC236}">
                      <a16:creationId xmlns:a16="http://schemas.microsoft.com/office/drawing/2014/main" id="{DF8FB3DD-F632-68D6-07CB-A56BEA667B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8141" y="4239566"/>
                  <a:ext cx="434975" cy="3238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he-IL" altLang="en-US" sz="21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kumimoji="0" lang="en-US" altLang="en-US" sz="21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2" name="Rectangle 35">
                  <a:extLst>
                    <a:ext uri="{FF2B5EF4-FFF2-40B4-BE49-F238E27FC236}">
                      <a16:creationId xmlns:a16="http://schemas.microsoft.com/office/drawing/2014/main" id="{DF8FB3DD-F632-68D6-07CB-A56BEA667B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98141" y="4239566"/>
                  <a:ext cx="434975" cy="323850"/>
                </a:xfrm>
                <a:prstGeom prst="rect">
                  <a:avLst/>
                </a:prstGeom>
                <a:blipFill>
                  <a:blip r:embed="rId4"/>
                  <a:stretch>
                    <a:fillRect l="-2817" r="-563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Line 36">
              <a:extLst>
                <a:ext uri="{FF2B5EF4-FFF2-40B4-BE49-F238E27FC236}">
                  <a16:creationId xmlns:a16="http://schemas.microsoft.com/office/drawing/2014/main" id="{ABD553B0-D53A-3A65-3E26-729FB10728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8503" y="3726803"/>
              <a:ext cx="909638" cy="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7790356B-ECA8-5E98-355C-14122A0F7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453" y="3691878"/>
              <a:ext cx="82550" cy="66675"/>
            </a:xfrm>
            <a:custGeom>
              <a:avLst/>
              <a:gdLst>
                <a:gd name="T0" fmla="*/ 0 w 52"/>
                <a:gd name="T1" fmla="*/ 22 h 42"/>
                <a:gd name="T2" fmla="*/ 52 w 52"/>
                <a:gd name="T3" fmla="*/ 42 h 42"/>
                <a:gd name="T4" fmla="*/ 37 w 52"/>
                <a:gd name="T5" fmla="*/ 22 h 42"/>
                <a:gd name="T6" fmla="*/ 52 w 52"/>
                <a:gd name="T7" fmla="*/ 0 h 42"/>
                <a:gd name="T8" fmla="*/ 0 w 52"/>
                <a:gd name="T9" fmla="*/ 2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2">
                  <a:moveTo>
                    <a:pt x="0" y="22"/>
                  </a:moveTo>
                  <a:lnTo>
                    <a:pt x="52" y="42"/>
                  </a:lnTo>
                  <a:lnTo>
                    <a:pt x="37" y="22"/>
                  </a:lnTo>
                  <a:lnTo>
                    <a:pt x="52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097D85BE-9F54-1BC3-E0C2-5D9E0B0D944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69453" y="3691878"/>
              <a:ext cx="82550" cy="66675"/>
            </a:xfrm>
            <a:custGeom>
              <a:avLst/>
              <a:gdLst>
                <a:gd name="T0" fmla="*/ 0 w 63"/>
                <a:gd name="T1" fmla="*/ 25 h 51"/>
                <a:gd name="T2" fmla="*/ 63 w 63"/>
                <a:gd name="T3" fmla="*/ 0 h 51"/>
                <a:gd name="T4" fmla="*/ 45 w 63"/>
                <a:gd name="T5" fmla="*/ 25 h 51"/>
                <a:gd name="T6" fmla="*/ 63 w 63"/>
                <a:gd name="T7" fmla="*/ 51 h 51"/>
                <a:gd name="T8" fmla="*/ 0 w 63"/>
                <a:gd name="T9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51">
                  <a:moveTo>
                    <a:pt x="0" y="25"/>
                  </a:moveTo>
                  <a:lnTo>
                    <a:pt x="63" y="0"/>
                  </a:lnTo>
                  <a:lnTo>
                    <a:pt x="45" y="25"/>
                  </a:lnTo>
                  <a:lnTo>
                    <a:pt x="63" y="51"/>
                  </a:lnTo>
                  <a:lnTo>
                    <a:pt x="0" y="2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39">
                  <a:extLst>
                    <a:ext uri="{FF2B5EF4-FFF2-40B4-BE49-F238E27FC236}">
                      <a16:creationId xmlns:a16="http://schemas.microsoft.com/office/drawing/2014/main" id="{7209C134-D3B2-9F0E-1F3F-8AF993CD4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7278" y="3658541"/>
                  <a:ext cx="233363" cy="3238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1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6" name="Rectangle 39">
                  <a:extLst>
                    <a:ext uri="{FF2B5EF4-FFF2-40B4-BE49-F238E27FC236}">
                      <a16:creationId xmlns:a16="http://schemas.microsoft.com/office/drawing/2014/main" id="{7209C134-D3B2-9F0E-1F3F-8AF993CD4D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7278" y="3658541"/>
                  <a:ext cx="233363" cy="323850"/>
                </a:xfrm>
                <a:prstGeom prst="rect">
                  <a:avLst/>
                </a:prstGeom>
                <a:blipFill>
                  <a:blip r:embed="rId5"/>
                  <a:stretch>
                    <a:fillRect l="-12821" r="-7692"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804FEF46-11E5-185C-D00F-2595357F92A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61466" y="3988741"/>
              <a:ext cx="195263" cy="323850"/>
            </a:xfrm>
            <a:custGeom>
              <a:avLst/>
              <a:gdLst>
                <a:gd name="T0" fmla="*/ 130 w 146"/>
                <a:gd name="T1" fmla="*/ 245 h 245"/>
                <a:gd name="T2" fmla="*/ 146 w 146"/>
                <a:gd name="T3" fmla="*/ 140 h 245"/>
                <a:gd name="T4" fmla="*/ 137 w 146"/>
                <a:gd name="T5" fmla="*/ 64 h 245"/>
                <a:gd name="T6" fmla="*/ 111 w 146"/>
                <a:gd name="T7" fmla="*/ 17 h 245"/>
                <a:gd name="T8" fmla="*/ 75 w 146"/>
                <a:gd name="T9" fmla="*/ 0 h 245"/>
                <a:gd name="T10" fmla="*/ 39 w 146"/>
                <a:gd name="T11" fmla="*/ 10 h 245"/>
                <a:gd name="T12" fmla="*/ 11 w 146"/>
                <a:gd name="T13" fmla="*/ 48 h 245"/>
                <a:gd name="T14" fmla="*/ 0 w 146"/>
                <a:gd name="T15" fmla="*/ 114 h 245"/>
                <a:gd name="T16" fmla="*/ 13 w 146"/>
                <a:gd name="T17" fmla="*/ 206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245">
                  <a:moveTo>
                    <a:pt x="130" y="245"/>
                  </a:moveTo>
                  <a:lnTo>
                    <a:pt x="146" y="140"/>
                  </a:lnTo>
                  <a:lnTo>
                    <a:pt x="137" y="64"/>
                  </a:lnTo>
                  <a:lnTo>
                    <a:pt x="111" y="17"/>
                  </a:lnTo>
                  <a:lnTo>
                    <a:pt x="75" y="0"/>
                  </a:lnTo>
                  <a:lnTo>
                    <a:pt x="39" y="10"/>
                  </a:lnTo>
                  <a:lnTo>
                    <a:pt x="11" y="48"/>
                  </a:lnTo>
                  <a:lnTo>
                    <a:pt x="0" y="114"/>
                  </a:lnTo>
                  <a:lnTo>
                    <a:pt x="13" y="20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1">
              <a:extLst>
                <a:ext uri="{FF2B5EF4-FFF2-40B4-BE49-F238E27FC236}">
                  <a16:creationId xmlns:a16="http://schemas.microsoft.com/office/drawing/2014/main" id="{CDF510BD-5804-7F78-BF21-61FCA33B0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128" y="4018903"/>
              <a:ext cx="68263" cy="90488"/>
            </a:xfrm>
            <a:custGeom>
              <a:avLst/>
              <a:gdLst>
                <a:gd name="T0" fmla="*/ 36 w 43"/>
                <a:gd name="T1" fmla="*/ 0 h 57"/>
                <a:gd name="T2" fmla="*/ 0 w 43"/>
                <a:gd name="T3" fmla="*/ 46 h 57"/>
                <a:gd name="T4" fmla="*/ 25 w 43"/>
                <a:gd name="T5" fmla="*/ 37 h 57"/>
                <a:gd name="T6" fmla="*/ 43 w 43"/>
                <a:gd name="T7" fmla="*/ 57 h 57"/>
                <a:gd name="T8" fmla="*/ 36 w 43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57">
                  <a:moveTo>
                    <a:pt x="36" y="0"/>
                  </a:moveTo>
                  <a:lnTo>
                    <a:pt x="0" y="46"/>
                  </a:lnTo>
                  <a:lnTo>
                    <a:pt x="25" y="37"/>
                  </a:lnTo>
                  <a:lnTo>
                    <a:pt x="43" y="57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2">
              <a:extLst>
                <a:ext uri="{FF2B5EF4-FFF2-40B4-BE49-F238E27FC236}">
                  <a16:creationId xmlns:a16="http://schemas.microsoft.com/office/drawing/2014/main" id="{0160951A-2C25-A1AF-3DA6-F24BC19FF67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28128" y="4018903"/>
              <a:ext cx="68263" cy="90488"/>
            </a:xfrm>
            <a:custGeom>
              <a:avLst/>
              <a:gdLst>
                <a:gd name="T0" fmla="*/ 42 w 51"/>
                <a:gd name="T1" fmla="*/ 69 h 69"/>
                <a:gd name="T2" fmla="*/ 0 w 51"/>
                <a:gd name="T3" fmla="*/ 14 h 69"/>
                <a:gd name="T4" fmla="*/ 30 w 51"/>
                <a:gd name="T5" fmla="*/ 24 h 69"/>
                <a:gd name="T6" fmla="*/ 51 w 51"/>
                <a:gd name="T7" fmla="*/ 0 h 69"/>
                <a:gd name="T8" fmla="*/ 42 w 51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69">
                  <a:moveTo>
                    <a:pt x="42" y="69"/>
                  </a:moveTo>
                  <a:lnTo>
                    <a:pt x="0" y="14"/>
                  </a:lnTo>
                  <a:lnTo>
                    <a:pt x="30" y="24"/>
                  </a:lnTo>
                  <a:lnTo>
                    <a:pt x="51" y="0"/>
                  </a:lnTo>
                  <a:lnTo>
                    <a:pt x="42" y="6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44">
                  <a:extLst>
                    <a:ext uri="{FF2B5EF4-FFF2-40B4-BE49-F238E27FC236}">
                      <a16:creationId xmlns:a16="http://schemas.microsoft.com/office/drawing/2014/main" id="{FEE80703-8E4D-4EC3-6C3F-64B05D11BC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053" y="4257028"/>
                  <a:ext cx="428625" cy="3238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1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kumimoji="0" lang="en-US" altLang="en-US" sz="21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1" name="Rectangle 44">
                  <a:extLst>
                    <a:ext uri="{FF2B5EF4-FFF2-40B4-BE49-F238E27FC236}">
                      <a16:creationId xmlns:a16="http://schemas.microsoft.com/office/drawing/2014/main" id="{FEE80703-8E4D-4EC3-6C3F-64B05D11BC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36053" y="4257028"/>
                  <a:ext cx="428625" cy="323850"/>
                </a:xfrm>
                <a:prstGeom prst="rect">
                  <a:avLst/>
                </a:prstGeom>
                <a:blipFill>
                  <a:blip r:embed="rId6"/>
                  <a:stretch>
                    <a:fillRect l="-2857" r="-12857" b="-113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Line 45">
              <a:extLst>
                <a:ext uri="{FF2B5EF4-FFF2-40B4-BE49-F238E27FC236}">
                  <a16:creationId xmlns:a16="http://schemas.microsoft.com/office/drawing/2014/main" id="{556C55C4-64EC-3102-9CC0-526D33C75A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8791" y="1790053"/>
              <a:ext cx="563563" cy="167798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6">
              <a:extLst>
                <a:ext uri="{FF2B5EF4-FFF2-40B4-BE49-F238E27FC236}">
                  <a16:creationId xmlns:a16="http://schemas.microsoft.com/office/drawing/2014/main" id="{99B8695D-2CB5-4983-58F3-66955BC75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8378" y="1771003"/>
              <a:ext cx="65088" cy="90488"/>
            </a:xfrm>
            <a:custGeom>
              <a:avLst/>
              <a:gdLst>
                <a:gd name="T0" fmla="*/ 38 w 41"/>
                <a:gd name="T1" fmla="*/ 0 h 57"/>
                <a:gd name="T2" fmla="*/ 0 w 41"/>
                <a:gd name="T3" fmla="*/ 43 h 57"/>
                <a:gd name="T4" fmla="*/ 25 w 41"/>
                <a:gd name="T5" fmla="*/ 36 h 57"/>
                <a:gd name="T6" fmla="*/ 41 w 41"/>
                <a:gd name="T7" fmla="*/ 57 h 57"/>
                <a:gd name="T8" fmla="*/ 38 w 41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57">
                  <a:moveTo>
                    <a:pt x="38" y="0"/>
                  </a:moveTo>
                  <a:lnTo>
                    <a:pt x="0" y="43"/>
                  </a:lnTo>
                  <a:lnTo>
                    <a:pt x="25" y="36"/>
                  </a:lnTo>
                  <a:lnTo>
                    <a:pt x="41" y="5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7">
              <a:extLst>
                <a:ext uri="{FF2B5EF4-FFF2-40B4-BE49-F238E27FC236}">
                  <a16:creationId xmlns:a16="http://schemas.microsoft.com/office/drawing/2014/main" id="{8C8A70A8-4FBC-CE09-9CE0-8E75BD270D0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58378" y="1771003"/>
              <a:ext cx="65088" cy="90488"/>
            </a:xfrm>
            <a:custGeom>
              <a:avLst/>
              <a:gdLst>
                <a:gd name="T0" fmla="*/ 45 w 49"/>
                <a:gd name="T1" fmla="*/ 69 h 69"/>
                <a:gd name="T2" fmla="*/ 0 w 49"/>
                <a:gd name="T3" fmla="*/ 17 h 69"/>
                <a:gd name="T4" fmla="*/ 30 w 49"/>
                <a:gd name="T5" fmla="*/ 26 h 69"/>
                <a:gd name="T6" fmla="*/ 49 w 49"/>
                <a:gd name="T7" fmla="*/ 0 h 69"/>
                <a:gd name="T8" fmla="*/ 45 w 49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69">
                  <a:moveTo>
                    <a:pt x="45" y="69"/>
                  </a:moveTo>
                  <a:lnTo>
                    <a:pt x="0" y="17"/>
                  </a:lnTo>
                  <a:lnTo>
                    <a:pt x="30" y="26"/>
                  </a:lnTo>
                  <a:lnTo>
                    <a:pt x="49" y="0"/>
                  </a:lnTo>
                  <a:lnTo>
                    <a:pt x="45" y="69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48">
                  <a:extLst>
                    <a:ext uri="{FF2B5EF4-FFF2-40B4-BE49-F238E27FC236}">
                      <a16:creationId xmlns:a16="http://schemas.microsoft.com/office/drawing/2014/main" id="{0EA9EAAF-F2A9-B36C-D1CC-CA38E2B518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37678" y="2456803"/>
                  <a:ext cx="227013" cy="3238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1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5" name="Rectangle 48">
                  <a:extLst>
                    <a:ext uri="{FF2B5EF4-FFF2-40B4-BE49-F238E27FC236}">
                      <a16:creationId xmlns:a16="http://schemas.microsoft.com/office/drawing/2014/main" id="{0EA9EAAF-F2A9-B36C-D1CC-CA38E2B518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37678" y="2456803"/>
                  <a:ext cx="227013" cy="323850"/>
                </a:xfrm>
                <a:prstGeom prst="rect">
                  <a:avLst/>
                </a:prstGeom>
                <a:blipFill>
                  <a:blip r:embed="rId7"/>
                  <a:stretch>
                    <a:fillRect l="-26316" r="-21053" b="-113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Rectangle 39">
                  <a:extLst>
                    <a:ext uri="{FF2B5EF4-FFF2-40B4-BE49-F238E27FC236}">
                      <a16:creationId xmlns:a16="http://schemas.microsoft.com/office/drawing/2014/main" id="{813B67A9-75F7-F2B0-98F1-9F8D9DBE12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0435" y="2404823"/>
                  <a:ext cx="516423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0" name="Rectangle 39">
                  <a:extLst>
                    <a:ext uri="{FF2B5EF4-FFF2-40B4-BE49-F238E27FC236}">
                      <a16:creationId xmlns:a16="http://schemas.microsoft.com/office/drawing/2014/main" id="{813B67A9-75F7-F2B0-98F1-9F8D9DBE12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80435" y="2404823"/>
                  <a:ext cx="516423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8235" r="-7059" b="-652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D4A5577-5B7D-8A75-4ADE-9322CAECAE4E}"/>
              </a:ext>
            </a:extLst>
          </p:cNvPr>
          <p:cNvGrpSpPr/>
          <p:nvPr/>
        </p:nvGrpSpPr>
        <p:grpSpPr>
          <a:xfrm>
            <a:off x="4742156" y="1066800"/>
            <a:ext cx="3011112" cy="3566160"/>
            <a:chOff x="4742156" y="1066800"/>
            <a:chExt cx="3011112" cy="3566160"/>
          </a:xfrm>
        </p:grpSpPr>
        <p:sp>
          <p:nvSpPr>
            <p:cNvPr id="57" name="AutoShape 50">
              <a:extLst>
                <a:ext uri="{FF2B5EF4-FFF2-40B4-BE49-F238E27FC236}">
                  <a16:creationId xmlns:a16="http://schemas.microsoft.com/office/drawing/2014/main" id="{1EE22BCD-F1BD-68D5-5872-E0054DE6954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742156" y="1066800"/>
              <a:ext cx="3011112" cy="35661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95" dir="2700191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1CEF1E30-7B8D-C158-974B-CC04DE08B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1770063"/>
              <a:ext cx="471488" cy="469900"/>
            </a:xfrm>
            <a:custGeom>
              <a:avLst/>
              <a:gdLst>
                <a:gd name="T0" fmla="*/ 297 w 297"/>
                <a:gd name="T1" fmla="*/ 148 h 296"/>
                <a:gd name="T2" fmla="*/ 285 w 297"/>
                <a:gd name="T3" fmla="*/ 90 h 296"/>
                <a:gd name="T4" fmla="*/ 254 w 297"/>
                <a:gd name="T5" fmla="*/ 43 h 296"/>
                <a:gd name="T6" fmla="*/ 207 w 297"/>
                <a:gd name="T7" fmla="*/ 11 h 296"/>
                <a:gd name="T8" fmla="*/ 149 w 297"/>
                <a:gd name="T9" fmla="*/ 0 h 296"/>
                <a:gd name="T10" fmla="*/ 90 w 297"/>
                <a:gd name="T11" fmla="*/ 11 h 296"/>
                <a:gd name="T12" fmla="*/ 43 w 297"/>
                <a:gd name="T13" fmla="*/ 43 h 296"/>
                <a:gd name="T14" fmla="*/ 11 w 297"/>
                <a:gd name="T15" fmla="*/ 90 h 296"/>
                <a:gd name="T16" fmla="*/ 0 w 297"/>
                <a:gd name="T17" fmla="*/ 148 h 296"/>
                <a:gd name="T18" fmla="*/ 11 w 297"/>
                <a:gd name="T19" fmla="*/ 206 h 296"/>
                <a:gd name="T20" fmla="*/ 43 w 297"/>
                <a:gd name="T21" fmla="*/ 253 h 296"/>
                <a:gd name="T22" fmla="*/ 90 w 297"/>
                <a:gd name="T23" fmla="*/ 285 h 296"/>
                <a:gd name="T24" fmla="*/ 149 w 297"/>
                <a:gd name="T25" fmla="*/ 296 h 296"/>
                <a:gd name="T26" fmla="*/ 207 w 297"/>
                <a:gd name="T27" fmla="*/ 285 h 296"/>
                <a:gd name="T28" fmla="*/ 254 w 297"/>
                <a:gd name="T29" fmla="*/ 253 h 296"/>
                <a:gd name="T30" fmla="*/ 285 w 297"/>
                <a:gd name="T31" fmla="*/ 206 h 296"/>
                <a:gd name="T32" fmla="*/ 297 w 297"/>
                <a:gd name="T33" fmla="*/ 148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7" h="296">
                  <a:moveTo>
                    <a:pt x="297" y="148"/>
                  </a:moveTo>
                  <a:lnTo>
                    <a:pt x="285" y="90"/>
                  </a:lnTo>
                  <a:lnTo>
                    <a:pt x="254" y="43"/>
                  </a:lnTo>
                  <a:lnTo>
                    <a:pt x="207" y="11"/>
                  </a:lnTo>
                  <a:lnTo>
                    <a:pt x="149" y="0"/>
                  </a:lnTo>
                  <a:lnTo>
                    <a:pt x="90" y="11"/>
                  </a:lnTo>
                  <a:lnTo>
                    <a:pt x="43" y="43"/>
                  </a:lnTo>
                  <a:lnTo>
                    <a:pt x="11" y="90"/>
                  </a:lnTo>
                  <a:lnTo>
                    <a:pt x="0" y="148"/>
                  </a:lnTo>
                  <a:lnTo>
                    <a:pt x="11" y="206"/>
                  </a:lnTo>
                  <a:lnTo>
                    <a:pt x="43" y="253"/>
                  </a:lnTo>
                  <a:lnTo>
                    <a:pt x="90" y="285"/>
                  </a:lnTo>
                  <a:lnTo>
                    <a:pt x="149" y="296"/>
                  </a:lnTo>
                  <a:lnTo>
                    <a:pt x="207" y="285"/>
                  </a:lnTo>
                  <a:lnTo>
                    <a:pt x="254" y="253"/>
                  </a:lnTo>
                  <a:lnTo>
                    <a:pt x="285" y="206"/>
                  </a:lnTo>
                  <a:lnTo>
                    <a:pt x="297" y="148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97AEBBA2-BE0D-160D-F6E8-FD076C96C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151" y="1720850"/>
              <a:ext cx="471488" cy="469900"/>
            </a:xfrm>
            <a:custGeom>
              <a:avLst/>
              <a:gdLst>
                <a:gd name="T0" fmla="*/ 297 w 297"/>
                <a:gd name="T1" fmla="*/ 148 h 296"/>
                <a:gd name="T2" fmla="*/ 285 w 297"/>
                <a:gd name="T3" fmla="*/ 90 h 296"/>
                <a:gd name="T4" fmla="*/ 253 w 297"/>
                <a:gd name="T5" fmla="*/ 43 h 296"/>
                <a:gd name="T6" fmla="*/ 207 w 297"/>
                <a:gd name="T7" fmla="*/ 11 h 296"/>
                <a:gd name="T8" fmla="*/ 149 w 297"/>
                <a:gd name="T9" fmla="*/ 0 h 296"/>
                <a:gd name="T10" fmla="*/ 90 w 297"/>
                <a:gd name="T11" fmla="*/ 11 h 296"/>
                <a:gd name="T12" fmla="*/ 43 w 297"/>
                <a:gd name="T13" fmla="*/ 43 h 296"/>
                <a:gd name="T14" fmla="*/ 11 w 297"/>
                <a:gd name="T15" fmla="*/ 90 h 296"/>
                <a:gd name="T16" fmla="*/ 0 w 297"/>
                <a:gd name="T17" fmla="*/ 148 h 296"/>
                <a:gd name="T18" fmla="*/ 11 w 297"/>
                <a:gd name="T19" fmla="*/ 206 h 296"/>
                <a:gd name="T20" fmla="*/ 43 w 297"/>
                <a:gd name="T21" fmla="*/ 253 h 296"/>
                <a:gd name="T22" fmla="*/ 90 w 297"/>
                <a:gd name="T23" fmla="*/ 285 h 296"/>
                <a:gd name="T24" fmla="*/ 149 w 297"/>
                <a:gd name="T25" fmla="*/ 296 h 296"/>
                <a:gd name="T26" fmla="*/ 207 w 297"/>
                <a:gd name="T27" fmla="*/ 285 h 296"/>
                <a:gd name="T28" fmla="*/ 253 w 297"/>
                <a:gd name="T29" fmla="*/ 253 h 296"/>
                <a:gd name="T30" fmla="*/ 285 w 297"/>
                <a:gd name="T31" fmla="*/ 206 h 296"/>
                <a:gd name="T32" fmla="*/ 297 w 297"/>
                <a:gd name="T33" fmla="*/ 148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7" h="296">
                  <a:moveTo>
                    <a:pt x="297" y="148"/>
                  </a:moveTo>
                  <a:lnTo>
                    <a:pt x="285" y="90"/>
                  </a:lnTo>
                  <a:lnTo>
                    <a:pt x="253" y="43"/>
                  </a:lnTo>
                  <a:lnTo>
                    <a:pt x="207" y="11"/>
                  </a:lnTo>
                  <a:lnTo>
                    <a:pt x="149" y="0"/>
                  </a:lnTo>
                  <a:lnTo>
                    <a:pt x="90" y="11"/>
                  </a:lnTo>
                  <a:lnTo>
                    <a:pt x="43" y="43"/>
                  </a:lnTo>
                  <a:lnTo>
                    <a:pt x="11" y="90"/>
                  </a:lnTo>
                  <a:lnTo>
                    <a:pt x="0" y="148"/>
                  </a:lnTo>
                  <a:lnTo>
                    <a:pt x="11" y="206"/>
                  </a:lnTo>
                  <a:lnTo>
                    <a:pt x="43" y="253"/>
                  </a:lnTo>
                  <a:lnTo>
                    <a:pt x="90" y="285"/>
                  </a:lnTo>
                  <a:lnTo>
                    <a:pt x="149" y="296"/>
                  </a:lnTo>
                  <a:lnTo>
                    <a:pt x="207" y="285"/>
                  </a:lnTo>
                  <a:lnTo>
                    <a:pt x="253" y="253"/>
                  </a:lnTo>
                  <a:lnTo>
                    <a:pt x="285" y="206"/>
                  </a:lnTo>
                  <a:lnTo>
                    <a:pt x="297" y="148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4B8DF5F5-D65B-2352-7DBB-4E56D91DC2E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137151" y="1720850"/>
              <a:ext cx="471488" cy="469900"/>
            </a:xfrm>
            <a:custGeom>
              <a:avLst/>
              <a:gdLst>
                <a:gd name="T0" fmla="*/ 411 w 411"/>
                <a:gd name="T1" fmla="*/ 205 h 410"/>
                <a:gd name="T2" fmla="*/ 395 w 411"/>
                <a:gd name="T3" fmla="*/ 285 h 410"/>
                <a:gd name="T4" fmla="*/ 351 w 411"/>
                <a:gd name="T5" fmla="*/ 350 h 410"/>
                <a:gd name="T6" fmla="*/ 286 w 411"/>
                <a:gd name="T7" fmla="*/ 394 h 410"/>
                <a:gd name="T8" fmla="*/ 206 w 411"/>
                <a:gd name="T9" fmla="*/ 410 h 410"/>
                <a:gd name="T10" fmla="*/ 125 w 411"/>
                <a:gd name="T11" fmla="*/ 394 h 410"/>
                <a:gd name="T12" fmla="*/ 60 w 411"/>
                <a:gd name="T13" fmla="*/ 350 h 410"/>
                <a:gd name="T14" fmla="*/ 16 w 411"/>
                <a:gd name="T15" fmla="*/ 285 h 410"/>
                <a:gd name="T16" fmla="*/ 0 w 411"/>
                <a:gd name="T17" fmla="*/ 205 h 410"/>
                <a:gd name="T18" fmla="*/ 16 w 411"/>
                <a:gd name="T19" fmla="*/ 125 h 410"/>
                <a:gd name="T20" fmla="*/ 60 w 411"/>
                <a:gd name="T21" fmla="*/ 60 h 410"/>
                <a:gd name="T22" fmla="*/ 125 w 411"/>
                <a:gd name="T23" fmla="*/ 16 h 410"/>
                <a:gd name="T24" fmla="*/ 206 w 411"/>
                <a:gd name="T25" fmla="*/ 0 h 410"/>
                <a:gd name="T26" fmla="*/ 286 w 411"/>
                <a:gd name="T27" fmla="*/ 16 h 410"/>
                <a:gd name="T28" fmla="*/ 351 w 411"/>
                <a:gd name="T29" fmla="*/ 60 h 410"/>
                <a:gd name="T30" fmla="*/ 395 w 411"/>
                <a:gd name="T31" fmla="*/ 125 h 410"/>
                <a:gd name="T32" fmla="*/ 411 w 411"/>
                <a:gd name="T33" fmla="*/ 205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1" h="410">
                  <a:moveTo>
                    <a:pt x="411" y="205"/>
                  </a:moveTo>
                  <a:lnTo>
                    <a:pt x="395" y="285"/>
                  </a:lnTo>
                  <a:lnTo>
                    <a:pt x="351" y="350"/>
                  </a:lnTo>
                  <a:lnTo>
                    <a:pt x="286" y="394"/>
                  </a:lnTo>
                  <a:lnTo>
                    <a:pt x="206" y="410"/>
                  </a:lnTo>
                  <a:lnTo>
                    <a:pt x="125" y="394"/>
                  </a:lnTo>
                  <a:lnTo>
                    <a:pt x="60" y="350"/>
                  </a:lnTo>
                  <a:lnTo>
                    <a:pt x="16" y="285"/>
                  </a:lnTo>
                  <a:lnTo>
                    <a:pt x="0" y="205"/>
                  </a:lnTo>
                  <a:lnTo>
                    <a:pt x="16" y="125"/>
                  </a:lnTo>
                  <a:lnTo>
                    <a:pt x="60" y="60"/>
                  </a:lnTo>
                  <a:lnTo>
                    <a:pt x="125" y="16"/>
                  </a:lnTo>
                  <a:lnTo>
                    <a:pt x="206" y="0"/>
                  </a:lnTo>
                  <a:lnTo>
                    <a:pt x="286" y="16"/>
                  </a:lnTo>
                  <a:lnTo>
                    <a:pt x="351" y="60"/>
                  </a:lnTo>
                  <a:lnTo>
                    <a:pt x="395" y="125"/>
                  </a:lnTo>
                  <a:lnTo>
                    <a:pt x="411" y="2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57">
              <a:extLst>
                <a:ext uri="{FF2B5EF4-FFF2-40B4-BE49-F238E27FC236}">
                  <a16:creationId xmlns:a16="http://schemas.microsoft.com/office/drawing/2014/main" id="{3AC93E65-DBB2-A99D-6430-1E84427E8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788" y="1955800"/>
              <a:ext cx="1825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0190A187-6389-5818-D1E1-ED4A25409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376" y="1925638"/>
              <a:ext cx="73025" cy="60325"/>
            </a:xfrm>
            <a:custGeom>
              <a:avLst/>
              <a:gdLst>
                <a:gd name="T0" fmla="*/ 46 w 46"/>
                <a:gd name="T1" fmla="*/ 19 h 38"/>
                <a:gd name="T2" fmla="*/ 0 w 46"/>
                <a:gd name="T3" fmla="*/ 0 h 38"/>
                <a:gd name="T4" fmla="*/ 12 w 46"/>
                <a:gd name="T5" fmla="*/ 19 h 38"/>
                <a:gd name="T6" fmla="*/ 0 w 46"/>
                <a:gd name="T7" fmla="*/ 38 h 38"/>
                <a:gd name="T8" fmla="*/ 46 w 46"/>
                <a:gd name="T9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8">
                  <a:moveTo>
                    <a:pt x="46" y="19"/>
                  </a:moveTo>
                  <a:lnTo>
                    <a:pt x="0" y="0"/>
                  </a:lnTo>
                  <a:lnTo>
                    <a:pt x="12" y="19"/>
                  </a:lnTo>
                  <a:lnTo>
                    <a:pt x="0" y="38"/>
                  </a:lnTo>
                  <a:lnTo>
                    <a:pt x="46" y="1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9">
              <a:extLst>
                <a:ext uri="{FF2B5EF4-FFF2-40B4-BE49-F238E27FC236}">
                  <a16:creationId xmlns:a16="http://schemas.microsoft.com/office/drawing/2014/main" id="{C3F41F24-4E78-8ACE-0F99-024E6E6AA0B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32376" y="1925638"/>
              <a:ext cx="73025" cy="60325"/>
            </a:xfrm>
            <a:custGeom>
              <a:avLst/>
              <a:gdLst>
                <a:gd name="T0" fmla="*/ 63 w 63"/>
                <a:gd name="T1" fmla="*/ 26 h 52"/>
                <a:gd name="T2" fmla="*/ 0 w 63"/>
                <a:gd name="T3" fmla="*/ 52 h 52"/>
                <a:gd name="T4" fmla="*/ 17 w 63"/>
                <a:gd name="T5" fmla="*/ 26 h 52"/>
                <a:gd name="T6" fmla="*/ 0 w 63"/>
                <a:gd name="T7" fmla="*/ 0 h 52"/>
                <a:gd name="T8" fmla="*/ 63 w 63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52">
                  <a:moveTo>
                    <a:pt x="63" y="26"/>
                  </a:moveTo>
                  <a:lnTo>
                    <a:pt x="0" y="52"/>
                  </a:lnTo>
                  <a:lnTo>
                    <a:pt x="17" y="26"/>
                  </a:lnTo>
                  <a:lnTo>
                    <a:pt x="0" y="0"/>
                  </a:lnTo>
                  <a:lnTo>
                    <a:pt x="63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0">
              <a:extLst>
                <a:ext uri="{FF2B5EF4-FFF2-40B4-BE49-F238E27FC236}">
                  <a16:creationId xmlns:a16="http://schemas.microsoft.com/office/drawing/2014/main" id="{94D21524-E3BA-1CB2-2B5F-A1685ABF4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888" y="1770063"/>
              <a:ext cx="471488" cy="469900"/>
            </a:xfrm>
            <a:custGeom>
              <a:avLst/>
              <a:gdLst>
                <a:gd name="T0" fmla="*/ 297 w 297"/>
                <a:gd name="T1" fmla="*/ 148 h 296"/>
                <a:gd name="T2" fmla="*/ 285 w 297"/>
                <a:gd name="T3" fmla="*/ 90 h 296"/>
                <a:gd name="T4" fmla="*/ 253 w 297"/>
                <a:gd name="T5" fmla="*/ 43 h 296"/>
                <a:gd name="T6" fmla="*/ 206 w 297"/>
                <a:gd name="T7" fmla="*/ 11 h 296"/>
                <a:gd name="T8" fmla="*/ 148 w 297"/>
                <a:gd name="T9" fmla="*/ 0 h 296"/>
                <a:gd name="T10" fmla="*/ 91 w 297"/>
                <a:gd name="T11" fmla="*/ 11 h 296"/>
                <a:gd name="T12" fmla="*/ 44 w 297"/>
                <a:gd name="T13" fmla="*/ 43 h 296"/>
                <a:gd name="T14" fmla="*/ 12 w 297"/>
                <a:gd name="T15" fmla="*/ 90 h 296"/>
                <a:gd name="T16" fmla="*/ 0 w 297"/>
                <a:gd name="T17" fmla="*/ 148 h 296"/>
                <a:gd name="T18" fmla="*/ 12 w 297"/>
                <a:gd name="T19" fmla="*/ 206 h 296"/>
                <a:gd name="T20" fmla="*/ 44 w 297"/>
                <a:gd name="T21" fmla="*/ 253 h 296"/>
                <a:gd name="T22" fmla="*/ 91 w 297"/>
                <a:gd name="T23" fmla="*/ 285 h 296"/>
                <a:gd name="T24" fmla="*/ 148 w 297"/>
                <a:gd name="T25" fmla="*/ 296 h 296"/>
                <a:gd name="T26" fmla="*/ 206 w 297"/>
                <a:gd name="T27" fmla="*/ 285 h 296"/>
                <a:gd name="T28" fmla="*/ 253 w 297"/>
                <a:gd name="T29" fmla="*/ 253 h 296"/>
                <a:gd name="T30" fmla="*/ 285 w 297"/>
                <a:gd name="T31" fmla="*/ 206 h 296"/>
                <a:gd name="T32" fmla="*/ 297 w 297"/>
                <a:gd name="T33" fmla="*/ 148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7" h="296">
                  <a:moveTo>
                    <a:pt x="297" y="148"/>
                  </a:moveTo>
                  <a:lnTo>
                    <a:pt x="285" y="90"/>
                  </a:lnTo>
                  <a:lnTo>
                    <a:pt x="253" y="43"/>
                  </a:lnTo>
                  <a:lnTo>
                    <a:pt x="206" y="11"/>
                  </a:lnTo>
                  <a:lnTo>
                    <a:pt x="148" y="0"/>
                  </a:lnTo>
                  <a:lnTo>
                    <a:pt x="91" y="11"/>
                  </a:lnTo>
                  <a:lnTo>
                    <a:pt x="44" y="43"/>
                  </a:lnTo>
                  <a:lnTo>
                    <a:pt x="12" y="90"/>
                  </a:lnTo>
                  <a:lnTo>
                    <a:pt x="0" y="148"/>
                  </a:lnTo>
                  <a:lnTo>
                    <a:pt x="12" y="206"/>
                  </a:lnTo>
                  <a:lnTo>
                    <a:pt x="44" y="253"/>
                  </a:lnTo>
                  <a:lnTo>
                    <a:pt x="91" y="285"/>
                  </a:lnTo>
                  <a:lnTo>
                    <a:pt x="148" y="296"/>
                  </a:lnTo>
                  <a:lnTo>
                    <a:pt x="206" y="285"/>
                  </a:lnTo>
                  <a:lnTo>
                    <a:pt x="253" y="253"/>
                  </a:lnTo>
                  <a:lnTo>
                    <a:pt x="285" y="206"/>
                  </a:lnTo>
                  <a:lnTo>
                    <a:pt x="297" y="148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1">
              <a:extLst>
                <a:ext uri="{FF2B5EF4-FFF2-40B4-BE49-F238E27FC236}">
                  <a16:creationId xmlns:a16="http://schemas.microsoft.com/office/drawing/2014/main" id="{592B9AEE-23B1-5417-B775-F6DE31616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4676" y="1720850"/>
              <a:ext cx="471488" cy="469900"/>
            </a:xfrm>
            <a:custGeom>
              <a:avLst/>
              <a:gdLst>
                <a:gd name="T0" fmla="*/ 297 w 297"/>
                <a:gd name="T1" fmla="*/ 148 h 296"/>
                <a:gd name="T2" fmla="*/ 285 w 297"/>
                <a:gd name="T3" fmla="*/ 90 h 296"/>
                <a:gd name="T4" fmla="*/ 254 w 297"/>
                <a:gd name="T5" fmla="*/ 43 h 296"/>
                <a:gd name="T6" fmla="*/ 206 w 297"/>
                <a:gd name="T7" fmla="*/ 11 h 296"/>
                <a:gd name="T8" fmla="*/ 148 w 297"/>
                <a:gd name="T9" fmla="*/ 0 h 296"/>
                <a:gd name="T10" fmla="*/ 91 w 297"/>
                <a:gd name="T11" fmla="*/ 11 h 296"/>
                <a:gd name="T12" fmla="*/ 44 w 297"/>
                <a:gd name="T13" fmla="*/ 43 h 296"/>
                <a:gd name="T14" fmla="*/ 12 w 297"/>
                <a:gd name="T15" fmla="*/ 90 h 296"/>
                <a:gd name="T16" fmla="*/ 0 w 297"/>
                <a:gd name="T17" fmla="*/ 148 h 296"/>
                <a:gd name="T18" fmla="*/ 12 w 297"/>
                <a:gd name="T19" fmla="*/ 206 h 296"/>
                <a:gd name="T20" fmla="*/ 44 w 297"/>
                <a:gd name="T21" fmla="*/ 253 h 296"/>
                <a:gd name="T22" fmla="*/ 91 w 297"/>
                <a:gd name="T23" fmla="*/ 285 h 296"/>
                <a:gd name="T24" fmla="*/ 148 w 297"/>
                <a:gd name="T25" fmla="*/ 296 h 296"/>
                <a:gd name="T26" fmla="*/ 206 w 297"/>
                <a:gd name="T27" fmla="*/ 285 h 296"/>
                <a:gd name="T28" fmla="*/ 254 w 297"/>
                <a:gd name="T29" fmla="*/ 253 h 296"/>
                <a:gd name="T30" fmla="*/ 285 w 297"/>
                <a:gd name="T31" fmla="*/ 206 h 296"/>
                <a:gd name="T32" fmla="*/ 297 w 297"/>
                <a:gd name="T33" fmla="*/ 148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7" h="296">
                  <a:moveTo>
                    <a:pt x="297" y="148"/>
                  </a:moveTo>
                  <a:lnTo>
                    <a:pt x="285" y="90"/>
                  </a:lnTo>
                  <a:lnTo>
                    <a:pt x="254" y="43"/>
                  </a:lnTo>
                  <a:lnTo>
                    <a:pt x="206" y="11"/>
                  </a:lnTo>
                  <a:lnTo>
                    <a:pt x="148" y="0"/>
                  </a:lnTo>
                  <a:lnTo>
                    <a:pt x="91" y="11"/>
                  </a:lnTo>
                  <a:lnTo>
                    <a:pt x="44" y="43"/>
                  </a:lnTo>
                  <a:lnTo>
                    <a:pt x="12" y="90"/>
                  </a:lnTo>
                  <a:lnTo>
                    <a:pt x="0" y="148"/>
                  </a:lnTo>
                  <a:lnTo>
                    <a:pt x="12" y="206"/>
                  </a:lnTo>
                  <a:lnTo>
                    <a:pt x="44" y="253"/>
                  </a:lnTo>
                  <a:lnTo>
                    <a:pt x="91" y="285"/>
                  </a:lnTo>
                  <a:lnTo>
                    <a:pt x="148" y="296"/>
                  </a:lnTo>
                  <a:lnTo>
                    <a:pt x="206" y="285"/>
                  </a:lnTo>
                  <a:lnTo>
                    <a:pt x="254" y="253"/>
                  </a:lnTo>
                  <a:lnTo>
                    <a:pt x="285" y="206"/>
                  </a:lnTo>
                  <a:lnTo>
                    <a:pt x="297" y="148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2">
              <a:extLst>
                <a:ext uri="{FF2B5EF4-FFF2-40B4-BE49-F238E27FC236}">
                  <a16:creationId xmlns:a16="http://schemas.microsoft.com/office/drawing/2014/main" id="{0CDAD83B-8156-3D40-B544-F23136A9C7D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24676" y="1720850"/>
              <a:ext cx="471488" cy="469900"/>
            </a:xfrm>
            <a:custGeom>
              <a:avLst/>
              <a:gdLst>
                <a:gd name="T0" fmla="*/ 410 w 410"/>
                <a:gd name="T1" fmla="*/ 205 h 410"/>
                <a:gd name="T2" fmla="*/ 394 w 410"/>
                <a:gd name="T3" fmla="*/ 285 h 410"/>
                <a:gd name="T4" fmla="*/ 351 w 410"/>
                <a:gd name="T5" fmla="*/ 350 h 410"/>
                <a:gd name="T6" fmla="*/ 285 w 410"/>
                <a:gd name="T7" fmla="*/ 394 h 410"/>
                <a:gd name="T8" fmla="*/ 205 w 410"/>
                <a:gd name="T9" fmla="*/ 410 h 410"/>
                <a:gd name="T10" fmla="*/ 125 w 410"/>
                <a:gd name="T11" fmla="*/ 394 h 410"/>
                <a:gd name="T12" fmla="*/ 60 w 410"/>
                <a:gd name="T13" fmla="*/ 350 h 410"/>
                <a:gd name="T14" fmla="*/ 16 w 410"/>
                <a:gd name="T15" fmla="*/ 285 h 410"/>
                <a:gd name="T16" fmla="*/ 0 w 410"/>
                <a:gd name="T17" fmla="*/ 205 h 410"/>
                <a:gd name="T18" fmla="*/ 16 w 410"/>
                <a:gd name="T19" fmla="*/ 125 h 410"/>
                <a:gd name="T20" fmla="*/ 60 w 410"/>
                <a:gd name="T21" fmla="*/ 60 h 410"/>
                <a:gd name="T22" fmla="*/ 125 w 410"/>
                <a:gd name="T23" fmla="*/ 16 h 410"/>
                <a:gd name="T24" fmla="*/ 205 w 410"/>
                <a:gd name="T25" fmla="*/ 0 h 410"/>
                <a:gd name="T26" fmla="*/ 285 w 410"/>
                <a:gd name="T27" fmla="*/ 16 h 410"/>
                <a:gd name="T28" fmla="*/ 351 w 410"/>
                <a:gd name="T29" fmla="*/ 60 h 410"/>
                <a:gd name="T30" fmla="*/ 394 w 410"/>
                <a:gd name="T31" fmla="*/ 125 h 410"/>
                <a:gd name="T32" fmla="*/ 410 w 410"/>
                <a:gd name="T33" fmla="*/ 205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0" h="410">
                  <a:moveTo>
                    <a:pt x="410" y="205"/>
                  </a:moveTo>
                  <a:lnTo>
                    <a:pt x="394" y="285"/>
                  </a:lnTo>
                  <a:lnTo>
                    <a:pt x="351" y="350"/>
                  </a:lnTo>
                  <a:lnTo>
                    <a:pt x="285" y="394"/>
                  </a:lnTo>
                  <a:lnTo>
                    <a:pt x="205" y="410"/>
                  </a:lnTo>
                  <a:lnTo>
                    <a:pt x="125" y="394"/>
                  </a:lnTo>
                  <a:lnTo>
                    <a:pt x="60" y="350"/>
                  </a:lnTo>
                  <a:lnTo>
                    <a:pt x="16" y="285"/>
                  </a:lnTo>
                  <a:lnTo>
                    <a:pt x="0" y="205"/>
                  </a:lnTo>
                  <a:lnTo>
                    <a:pt x="16" y="125"/>
                  </a:lnTo>
                  <a:lnTo>
                    <a:pt x="60" y="60"/>
                  </a:lnTo>
                  <a:lnTo>
                    <a:pt x="125" y="16"/>
                  </a:lnTo>
                  <a:lnTo>
                    <a:pt x="205" y="0"/>
                  </a:lnTo>
                  <a:lnTo>
                    <a:pt x="285" y="16"/>
                  </a:lnTo>
                  <a:lnTo>
                    <a:pt x="351" y="60"/>
                  </a:lnTo>
                  <a:lnTo>
                    <a:pt x="394" y="125"/>
                  </a:lnTo>
                  <a:lnTo>
                    <a:pt x="410" y="205"/>
                  </a:lnTo>
                </a:path>
              </a:pathLst>
            </a:custGeom>
            <a:noFill/>
            <a:ln w="333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3">
              <a:extLst>
                <a:ext uri="{FF2B5EF4-FFF2-40B4-BE49-F238E27FC236}">
                  <a16:creationId xmlns:a16="http://schemas.microsoft.com/office/drawing/2014/main" id="{8D95A0F8-58D9-8FA2-EA61-CD87A8E9F05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24676" y="1720850"/>
              <a:ext cx="471488" cy="469900"/>
            </a:xfrm>
            <a:custGeom>
              <a:avLst/>
              <a:gdLst>
                <a:gd name="T0" fmla="*/ 410 w 410"/>
                <a:gd name="T1" fmla="*/ 205 h 410"/>
                <a:gd name="T2" fmla="*/ 394 w 410"/>
                <a:gd name="T3" fmla="*/ 285 h 410"/>
                <a:gd name="T4" fmla="*/ 351 w 410"/>
                <a:gd name="T5" fmla="*/ 350 h 410"/>
                <a:gd name="T6" fmla="*/ 285 w 410"/>
                <a:gd name="T7" fmla="*/ 394 h 410"/>
                <a:gd name="T8" fmla="*/ 205 w 410"/>
                <a:gd name="T9" fmla="*/ 410 h 410"/>
                <a:gd name="T10" fmla="*/ 125 w 410"/>
                <a:gd name="T11" fmla="*/ 394 h 410"/>
                <a:gd name="T12" fmla="*/ 60 w 410"/>
                <a:gd name="T13" fmla="*/ 350 h 410"/>
                <a:gd name="T14" fmla="*/ 16 w 410"/>
                <a:gd name="T15" fmla="*/ 285 h 410"/>
                <a:gd name="T16" fmla="*/ 0 w 410"/>
                <a:gd name="T17" fmla="*/ 205 h 410"/>
                <a:gd name="T18" fmla="*/ 16 w 410"/>
                <a:gd name="T19" fmla="*/ 125 h 410"/>
                <a:gd name="T20" fmla="*/ 60 w 410"/>
                <a:gd name="T21" fmla="*/ 60 h 410"/>
                <a:gd name="T22" fmla="*/ 125 w 410"/>
                <a:gd name="T23" fmla="*/ 16 h 410"/>
                <a:gd name="T24" fmla="*/ 205 w 410"/>
                <a:gd name="T25" fmla="*/ 0 h 410"/>
                <a:gd name="T26" fmla="*/ 285 w 410"/>
                <a:gd name="T27" fmla="*/ 16 h 410"/>
                <a:gd name="T28" fmla="*/ 351 w 410"/>
                <a:gd name="T29" fmla="*/ 60 h 410"/>
                <a:gd name="T30" fmla="*/ 394 w 410"/>
                <a:gd name="T31" fmla="*/ 125 h 410"/>
                <a:gd name="T32" fmla="*/ 410 w 410"/>
                <a:gd name="T33" fmla="*/ 205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0" h="410">
                  <a:moveTo>
                    <a:pt x="410" y="205"/>
                  </a:moveTo>
                  <a:lnTo>
                    <a:pt x="394" y="285"/>
                  </a:lnTo>
                  <a:lnTo>
                    <a:pt x="351" y="350"/>
                  </a:lnTo>
                  <a:lnTo>
                    <a:pt x="285" y="394"/>
                  </a:lnTo>
                  <a:lnTo>
                    <a:pt x="205" y="410"/>
                  </a:lnTo>
                  <a:lnTo>
                    <a:pt x="125" y="394"/>
                  </a:lnTo>
                  <a:lnTo>
                    <a:pt x="60" y="350"/>
                  </a:lnTo>
                  <a:lnTo>
                    <a:pt x="16" y="285"/>
                  </a:lnTo>
                  <a:lnTo>
                    <a:pt x="0" y="205"/>
                  </a:lnTo>
                  <a:lnTo>
                    <a:pt x="16" y="125"/>
                  </a:lnTo>
                  <a:lnTo>
                    <a:pt x="60" y="60"/>
                  </a:lnTo>
                  <a:lnTo>
                    <a:pt x="125" y="16"/>
                  </a:lnTo>
                  <a:lnTo>
                    <a:pt x="205" y="0"/>
                  </a:lnTo>
                  <a:lnTo>
                    <a:pt x="285" y="16"/>
                  </a:lnTo>
                  <a:lnTo>
                    <a:pt x="351" y="60"/>
                  </a:lnTo>
                  <a:lnTo>
                    <a:pt x="394" y="125"/>
                  </a:lnTo>
                  <a:lnTo>
                    <a:pt x="410" y="205"/>
                  </a:lnTo>
                </a:path>
              </a:pathLst>
            </a:custGeom>
            <a:noFill/>
            <a:ln w="1428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6">
              <a:extLst>
                <a:ext uri="{FF2B5EF4-FFF2-40B4-BE49-F238E27FC236}">
                  <a16:creationId xmlns:a16="http://schemas.microsoft.com/office/drawing/2014/main" id="{D26EBF11-DFED-69EB-7D4D-F4D9804F4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888" y="3559175"/>
              <a:ext cx="471488" cy="471488"/>
            </a:xfrm>
            <a:custGeom>
              <a:avLst/>
              <a:gdLst>
                <a:gd name="T0" fmla="*/ 297 w 297"/>
                <a:gd name="T1" fmla="*/ 148 h 297"/>
                <a:gd name="T2" fmla="*/ 285 w 297"/>
                <a:gd name="T3" fmla="*/ 90 h 297"/>
                <a:gd name="T4" fmla="*/ 253 w 297"/>
                <a:gd name="T5" fmla="*/ 43 h 297"/>
                <a:gd name="T6" fmla="*/ 206 w 297"/>
                <a:gd name="T7" fmla="*/ 11 h 297"/>
                <a:gd name="T8" fmla="*/ 148 w 297"/>
                <a:gd name="T9" fmla="*/ 0 h 297"/>
                <a:gd name="T10" fmla="*/ 91 w 297"/>
                <a:gd name="T11" fmla="*/ 11 h 297"/>
                <a:gd name="T12" fmla="*/ 44 w 297"/>
                <a:gd name="T13" fmla="*/ 43 h 297"/>
                <a:gd name="T14" fmla="*/ 12 w 297"/>
                <a:gd name="T15" fmla="*/ 90 h 297"/>
                <a:gd name="T16" fmla="*/ 0 w 297"/>
                <a:gd name="T17" fmla="*/ 148 h 297"/>
                <a:gd name="T18" fmla="*/ 12 w 297"/>
                <a:gd name="T19" fmla="*/ 206 h 297"/>
                <a:gd name="T20" fmla="*/ 44 w 297"/>
                <a:gd name="T21" fmla="*/ 253 h 297"/>
                <a:gd name="T22" fmla="*/ 91 w 297"/>
                <a:gd name="T23" fmla="*/ 285 h 297"/>
                <a:gd name="T24" fmla="*/ 148 w 297"/>
                <a:gd name="T25" fmla="*/ 297 h 297"/>
                <a:gd name="T26" fmla="*/ 206 w 297"/>
                <a:gd name="T27" fmla="*/ 285 h 297"/>
                <a:gd name="T28" fmla="*/ 253 w 297"/>
                <a:gd name="T29" fmla="*/ 253 h 297"/>
                <a:gd name="T30" fmla="*/ 285 w 297"/>
                <a:gd name="T31" fmla="*/ 206 h 297"/>
                <a:gd name="T32" fmla="*/ 297 w 297"/>
                <a:gd name="T33" fmla="*/ 148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7" h="297">
                  <a:moveTo>
                    <a:pt x="297" y="148"/>
                  </a:moveTo>
                  <a:lnTo>
                    <a:pt x="285" y="90"/>
                  </a:lnTo>
                  <a:lnTo>
                    <a:pt x="253" y="43"/>
                  </a:lnTo>
                  <a:lnTo>
                    <a:pt x="206" y="11"/>
                  </a:lnTo>
                  <a:lnTo>
                    <a:pt x="148" y="0"/>
                  </a:lnTo>
                  <a:lnTo>
                    <a:pt x="91" y="11"/>
                  </a:lnTo>
                  <a:lnTo>
                    <a:pt x="44" y="43"/>
                  </a:lnTo>
                  <a:lnTo>
                    <a:pt x="12" y="90"/>
                  </a:lnTo>
                  <a:lnTo>
                    <a:pt x="0" y="148"/>
                  </a:lnTo>
                  <a:lnTo>
                    <a:pt x="12" y="206"/>
                  </a:lnTo>
                  <a:lnTo>
                    <a:pt x="44" y="253"/>
                  </a:lnTo>
                  <a:lnTo>
                    <a:pt x="91" y="285"/>
                  </a:lnTo>
                  <a:lnTo>
                    <a:pt x="148" y="297"/>
                  </a:lnTo>
                  <a:lnTo>
                    <a:pt x="206" y="285"/>
                  </a:lnTo>
                  <a:lnTo>
                    <a:pt x="253" y="253"/>
                  </a:lnTo>
                  <a:lnTo>
                    <a:pt x="285" y="206"/>
                  </a:lnTo>
                  <a:lnTo>
                    <a:pt x="297" y="148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67">
              <a:extLst>
                <a:ext uri="{FF2B5EF4-FFF2-40B4-BE49-F238E27FC236}">
                  <a16:creationId xmlns:a16="http://schemas.microsoft.com/office/drawing/2014/main" id="{0D6B2963-0A03-D43C-2E78-025BDCBF3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4676" y="3508375"/>
              <a:ext cx="471488" cy="473075"/>
            </a:xfrm>
            <a:custGeom>
              <a:avLst/>
              <a:gdLst>
                <a:gd name="T0" fmla="*/ 297 w 297"/>
                <a:gd name="T1" fmla="*/ 149 h 298"/>
                <a:gd name="T2" fmla="*/ 285 w 297"/>
                <a:gd name="T3" fmla="*/ 91 h 298"/>
                <a:gd name="T4" fmla="*/ 254 w 297"/>
                <a:gd name="T5" fmla="*/ 44 h 298"/>
                <a:gd name="T6" fmla="*/ 206 w 297"/>
                <a:gd name="T7" fmla="*/ 12 h 298"/>
                <a:gd name="T8" fmla="*/ 148 w 297"/>
                <a:gd name="T9" fmla="*/ 0 h 298"/>
                <a:gd name="T10" fmla="*/ 91 w 297"/>
                <a:gd name="T11" fmla="*/ 12 h 298"/>
                <a:gd name="T12" fmla="*/ 44 w 297"/>
                <a:gd name="T13" fmla="*/ 44 h 298"/>
                <a:gd name="T14" fmla="*/ 12 w 297"/>
                <a:gd name="T15" fmla="*/ 91 h 298"/>
                <a:gd name="T16" fmla="*/ 0 w 297"/>
                <a:gd name="T17" fmla="*/ 149 h 298"/>
                <a:gd name="T18" fmla="*/ 12 w 297"/>
                <a:gd name="T19" fmla="*/ 207 h 298"/>
                <a:gd name="T20" fmla="*/ 44 w 297"/>
                <a:gd name="T21" fmla="*/ 254 h 298"/>
                <a:gd name="T22" fmla="*/ 91 w 297"/>
                <a:gd name="T23" fmla="*/ 286 h 298"/>
                <a:gd name="T24" fmla="*/ 148 w 297"/>
                <a:gd name="T25" fmla="*/ 298 h 298"/>
                <a:gd name="T26" fmla="*/ 206 w 297"/>
                <a:gd name="T27" fmla="*/ 286 h 298"/>
                <a:gd name="T28" fmla="*/ 254 w 297"/>
                <a:gd name="T29" fmla="*/ 254 h 298"/>
                <a:gd name="T30" fmla="*/ 285 w 297"/>
                <a:gd name="T31" fmla="*/ 207 h 298"/>
                <a:gd name="T32" fmla="*/ 297 w 297"/>
                <a:gd name="T33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7" h="298">
                  <a:moveTo>
                    <a:pt x="297" y="149"/>
                  </a:moveTo>
                  <a:lnTo>
                    <a:pt x="285" y="91"/>
                  </a:lnTo>
                  <a:lnTo>
                    <a:pt x="254" y="44"/>
                  </a:lnTo>
                  <a:lnTo>
                    <a:pt x="206" y="12"/>
                  </a:lnTo>
                  <a:lnTo>
                    <a:pt x="148" y="0"/>
                  </a:lnTo>
                  <a:lnTo>
                    <a:pt x="91" y="12"/>
                  </a:lnTo>
                  <a:lnTo>
                    <a:pt x="44" y="44"/>
                  </a:lnTo>
                  <a:lnTo>
                    <a:pt x="12" y="91"/>
                  </a:lnTo>
                  <a:lnTo>
                    <a:pt x="0" y="149"/>
                  </a:lnTo>
                  <a:lnTo>
                    <a:pt x="12" y="207"/>
                  </a:lnTo>
                  <a:lnTo>
                    <a:pt x="44" y="254"/>
                  </a:lnTo>
                  <a:lnTo>
                    <a:pt x="91" y="286"/>
                  </a:lnTo>
                  <a:lnTo>
                    <a:pt x="148" y="298"/>
                  </a:lnTo>
                  <a:lnTo>
                    <a:pt x="206" y="286"/>
                  </a:lnTo>
                  <a:lnTo>
                    <a:pt x="254" y="254"/>
                  </a:lnTo>
                  <a:lnTo>
                    <a:pt x="285" y="207"/>
                  </a:lnTo>
                  <a:lnTo>
                    <a:pt x="297" y="149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68">
              <a:extLst>
                <a:ext uri="{FF2B5EF4-FFF2-40B4-BE49-F238E27FC236}">
                  <a16:creationId xmlns:a16="http://schemas.microsoft.com/office/drawing/2014/main" id="{E6C26930-AC3E-2A45-11A7-523280DED7A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24676" y="3508375"/>
              <a:ext cx="471488" cy="473075"/>
            </a:xfrm>
            <a:custGeom>
              <a:avLst/>
              <a:gdLst>
                <a:gd name="T0" fmla="*/ 410 w 410"/>
                <a:gd name="T1" fmla="*/ 205 h 411"/>
                <a:gd name="T2" fmla="*/ 394 w 410"/>
                <a:gd name="T3" fmla="*/ 286 h 411"/>
                <a:gd name="T4" fmla="*/ 351 w 410"/>
                <a:gd name="T5" fmla="*/ 351 h 411"/>
                <a:gd name="T6" fmla="*/ 285 w 410"/>
                <a:gd name="T7" fmla="*/ 395 h 411"/>
                <a:gd name="T8" fmla="*/ 205 w 410"/>
                <a:gd name="T9" fmla="*/ 411 h 411"/>
                <a:gd name="T10" fmla="*/ 125 w 410"/>
                <a:gd name="T11" fmla="*/ 395 h 411"/>
                <a:gd name="T12" fmla="*/ 60 w 410"/>
                <a:gd name="T13" fmla="*/ 351 h 411"/>
                <a:gd name="T14" fmla="*/ 16 w 410"/>
                <a:gd name="T15" fmla="*/ 286 h 411"/>
                <a:gd name="T16" fmla="*/ 0 w 410"/>
                <a:gd name="T17" fmla="*/ 205 h 411"/>
                <a:gd name="T18" fmla="*/ 16 w 410"/>
                <a:gd name="T19" fmla="*/ 125 h 411"/>
                <a:gd name="T20" fmla="*/ 60 w 410"/>
                <a:gd name="T21" fmla="*/ 60 h 411"/>
                <a:gd name="T22" fmla="*/ 125 w 410"/>
                <a:gd name="T23" fmla="*/ 16 h 411"/>
                <a:gd name="T24" fmla="*/ 205 w 410"/>
                <a:gd name="T25" fmla="*/ 0 h 411"/>
                <a:gd name="T26" fmla="*/ 285 w 410"/>
                <a:gd name="T27" fmla="*/ 16 h 411"/>
                <a:gd name="T28" fmla="*/ 351 w 410"/>
                <a:gd name="T29" fmla="*/ 60 h 411"/>
                <a:gd name="T30" fmla="*/ 394 w 410"/>
                <a:gd name="T31" fmla="*/ 125 h 411"/>
                <a:gd name="T32" fmla="*/ 410 w 410"/>
                <a:gd name="T33" fmla="*/ 205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0" h="411">
                  <a:moveTo>
                    <a:pt x="410" y="205"/>
                  </a:moveTo>
                  <a:lnTo>
                    <a:pt x="394" y="286"/>
                  </a:lnTo>
                  <a:lnTo>
                    <a:pt x="351" y="351"/>
                  </a:lnTo>
                  <a:lnTo>
                    <a:pt x="285" y="395"/>
                  </a:lnTo>
                  <a:lnTo>
                    <a:pt x="205" y="411"/>
                  </a:lnTo>
                  <a:lnTo>
                    <a:pt x="125" y="395"/>
                  </a:lnTo>
                  <a:lnTo>
                    <a:pt x="60" y="351"/>
                  </a:lnTo>
                  <a:lnTo>
                    <a:pt x="16" y="286"/>
                  </a:lnTo>
                  <a:lnTo>
                    <a:pt x="0" y="205"/>
                  </a:lnTo>
                  <a:lnTo>
                    <a:pt x="16" y="125"/>
                  </a:lnTo>
                  <a:lnTo>
                    <a:pt x="60" y="60"/>
                  </a:lnTo>
                  <a:lnTo>
                    <a:pt x="125" y="16"/>
                  </a:lnTo>
                  <a:lnTo>
                    <a:pt x="205" y="0"/>
                  </a:lnTo>
                  <a:lnTo>
                    <a:pt x="285" y="16"/>
                  </a:lnTo>
                  <a:lnTo>
                    <a:pt x="351" y="60"/>
                  </a:lnTo>
                  <a:lnTo>
                    <a:pt x="394" y="125"/>
                  </a:lnTo>
                  <a:lnTo>
                    <a:pt x="410" y="2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71">
              <a:extLst>
                <a:ext uri="{FF2B5EF4-FFF2-40B4-BE49-F238E27FC236}">
                  <a16:creationId xmlns:a16="http://schemas.microsoft.com/office/drawing/2014/main" id="{E07B68B0-9CBD-58ED-9307-17DFBD69F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3551238"/>
              <a:ext cx="471488" cy="471488"/>
            </a:xfrm>
            <a:custGeom>
              <a:avLst/>
              <a:gdLst>
                <a:gd name="T0" fmla="*/ 297 w 297"/>
                <a:gd name="T1" fmla="*/ 148 h 297"/>
                <a:gd name="T2" fmla="*/ 285 w 297"/>
                <a:gd name="T3" fmla="*/ 91 h 297"/>
                <a:gd name="T4" fmla="*/ 254 w 297"/>
                <a:gd name="T5" fmla="*/ 44 h 297"/>
                <a:gd name="T6" fmla="*/ 207 w 297"/>
                <a:gd name="T7" fmla="*/ 12 h 297"/>
                <a:gd name="T8" fmla="*/ 149 w 297"/>
                <a:gd name="T9" fmla="*/ 0 h 297"/>
                <a:gd name="T10" fmla="*/ 90 w 297"/>
                <a:gd name="T11" fmla="*/ 12 h 297"/>
                <a:gd name="T12" fmla="*/ 43 w 297"/>
                <a:gd name="T13" fmla="*/ 44 h 297"/>
                <a:gd name="T14" fmla="*/ 11 w 297"/>
                <a:gd name="T15" fmla="*/ 91 h 297"/>
                <a:gd name="T16" fmla="*/ 0 w 297"/>
                <a:gd name="T17" fmla="*/ 148 h 297"/>
                <a:gd name="T18" fmla="*/ 11 w 297"/>
                <a:gd name="T19" fmla="*/ 207 h 297"/>
                <a:gd name="T20" fmla="*/ 43 w 297"/>
                <a:gd name="T21" fmla="*/ 254 h 297"/>
                <a:gd name="T22" fmla="*/ 90 w 297"/>
                <a:gd name="T23" fmla="*/ 286 h 297"/>
                <a:gd name="T24" fmla="*/ 149 w 297"/>
                <a:gd name="T25" fmla="*/ 297 h 297"/>
                <a:gd name="T26" fmla="*/ 207 w 297"/>
                <a:gd name="T27" fmla="*/ 286 h 297"/>
                <a:gd name="T28" fmla="*/ 254 w 297"/>
                <a:gd name="T29" fmla="*/ 254 h 297"/>
                <a:gd name="T30" fmla="*/ 285 w 297"/>
                <a:gd name="T31" fmla="*/ 207 h 297"/>
                <a:gd name="T32" fmla="*/ 297 w 297"/>
                <a:gd name="T33" fmla="*/ 148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7" h="297">
                  <a:moveTo>
                    <a:pt x="297" y="148"/>
                  </a:moveTo>
                  <a:lnTo>
                    <a:pt x="285" y="91"/>
                  </a:lnTo>
                  <a:lnTo>
                    <a:pt x="254" y="44"/>
                  </a:lnTo>
                  <a:lnTo>
                    <a:pt x="207" y="12"/>
                  </a:lnTo>
                  <a:lnTo>
                    <a:pt x="149" y="0"/>
                  </a:lnTo>
                  <a:lnTo>
                    <a:pt x="90" y="12"/>
                  </a:lnTo>
                  <a:lnTo>
                    <a:pt x="43" y="44"/>
                  </a:lnTo>
                  <a:lnTo>
                    <a:pt x="11" y="91"/>
                  </a:lnTo>
                  <a:lnTo>
                    <a:pt x="0" y="148"/>
                  </a:lnTo>
                  <a:lnTo>
                    <a:pt x="11" y="207"/>
                  </a:lnTo>
                  <a:lnTo>
                    <a:pt x="43" y="254"/>
                  </a:lnTo>
                  <a:lnTo>
                    <a:pt x="90" y="286"/>
                  </a:lnTo>
                  <a:lnTo>
                    <a:pt x="149" y="297"/>
                  </a:lnTo>
                  <a:lnTo>
                    <a:pt x="207" y="286"/>
                  </a:lnTo>
                  <a:lnTo>
                    <a:pt x="254" y="254"/>
                  </a:lnTo>
                  <a:lnTo>
                    <a:pt x="285" y="207"/>
                  </a:lnTo>
                  <a:lnTo>
                    <a:pt x="297" y="148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72">
              <a:extLst>
                <a:ext uri="{FF2B5EF4-FFF2-40B4-BE49-F238E27FC236}">
                  <a16:creationId xmlns:a16="http://schemas.microsoft.com/office/drawing/2014/main" id="{48B495D8-F3B9-F09D-1E57-DE20985B0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151" y="3502025"/>
              <a:ext cx="471488" cy="471488"/>
            </a:xfrm>
            <a:custGeom>
              <a:avLst/>
              <a:gdLst>
                <a:gd name="T0" fmla="*/ 297 w 297"/>
                <a:gd name="T1" fmla="*/ 148 h 297"/>
                <a:gd name="T2" fmla="*/ 285 w 297"/>
                <a:gd name="T3" fmla="*/ 90 h 297"/>
                <a:gd name="T4" fmla="*/ 253 w 297"/>
                <a:gd name="T5" fmla="*/ 43 h 297"/>
                <a:gd name="T6" fmla="*/ 207 w 297"/>
                <a:gd name="T7" fmla="*/ 12 h 297"/>
                <a:gd name="T8" fmla="*/ 149 w 297"/>
                <a:gd name="T9" fmla="*/ 0 h 297"/>
                <a:gd name="T10" fmla="*/ 90 w 297"/>
                <a:gd name="T11" fmla="*/ 12 h 297"/>
                <a:gd name="T12" fmla="*/ 43 w 297"/>
                <a:gd name="T13" fmla="*/ 43 h 297"/>
                <a:gd name="T14" fmla="*/ 11 w 297"/>
                <a:gd name="T15" fmla="*/ 90 h 297"/>
                <a:gd name="T16" fmla="*/ 0 w 297"/>
                <a:gd name="T17" fmla="*/ 148 h 297"/>
                <a:gd name="T18" fmla="*/ 11 w 297"/>
                <a:gd name="T19" fmla="*/ 207 h 297"/>
                <a:gd name="T20" fmla="*/ 43 w 297"/>
                <a:gd name="T21" fmla="*/ 254 h 297"/>
                <a:gd name="T22" fmla="*/ 90 w 297"/>
                <a:gd name="T23" fmla="*/ 286 h 297"/>
                <a:gd name="T24" fmla="*/ 149 w 297"/>
                <a:gd name="T25" fmla="*/ 297 h 297"/>
                <a:gd name="T26" fmla="*/ 207 w 297"/>
                <a:gd name="T27" fmla="*/ 286 h 297"/>
                <a:gd name="T28" fmla="*/ 253 w 297"/>
                <a:gd name="T29" fmla="*/ 254 h 297"/>
                <a:gd name="T30" fmla="*/ 285 w 297"/>
                <a:gd name="T31" fmla="*/ 207 h 297"/>
                <a:gd name="T32" fmla="*/ 297 w 297"/>
                <a:gd name="T33" fmla="*/ 148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7" h="297">
                  <a:moveTo>
                    <a:pt x="297" y="148"/>
                  </a:moveTo>
                  <a:lnTo>
                    <a:pt x="285" y="90"/>
                  </a:lnTo>
                  <a:lnTo>
                    <a:pt x="253" y="43"/>
                  </a:lnTo>
                  <a:lnTo>
                    <a:pt x="207" y="12"/>
                  </a:lnTo>
                  <a:lnTo>
                    <a:pt x="149" y="0"/>
                  </a:lnTo>
                  <a:lnTo>
                    <a:pt x="90" y="12"/>
                  </a:lnTo>
                  <a:lnTo>
                    <a:pt x="43" y="43"/>
                  </a:lnTo>
                  <a:lnTo>
                    <a:pt x="11" y="90"/>
                  </a:lnTo>
                  <a:lnTo>
                    <a:pt x="0" y="148"/>
                  </a:lnTo>
                  <a:lnTo>
                    <a:pt x="11" y="207"/>
                  </a:lnTo>
                  <a:lnTo>
                    <a:pt x="43" y="254"/>
                  </a:lnTo>
                  <a:lnTo>
                    <a:pt x="90" y="286"/>
                  </a:lnTo>
                  <a:lnTo>
                    <a:pt x="149" y="297"/>
                  </a:lnTo>
                  <a:lnTo>
                    <a:pt x="207" y="286"/>
                  </a:lnTo>
                  <a:lnTo>
                    <a:pt x="253" y="254"/>
                  </a:lnTo>
                  <a:lnTo>
                    <a:pt x="285" y="207"/>
                  </a:lnTo>
                  <a:lnTo>
                    <a:pt x="297" y="148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3">
              <a:extLst>
                <a:ext uri="{FF2B5EF4-FFF2-40B4-BE49-F238E27FC236}">
                  <a16:creationId xmlns:a16="http://schemas.microsoft.com/office/drawing/2014/main" id="{0AB8B579-A7E1-CC4D-38D8-56603EB30BA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137151" y="3502025"/>
              <a:ext cx="471488" cy="471488"/>
            </a:xfrm>
            <a:custGeom>
              <a:avLst/>
              <a:gdLst>
                <a:gd name="T0" fmla="*/ 411 w 411"/>
                <a:gd name="T1" fmla="*/ 206 h 411"/>
                <a:gd name="T2" fmla="*/ 395 w 411"/>
                <a:gd name="T3" fmla="*/ 286 h 411"/>
                <a:gd name="T4" fmla="*/ 351 w 411"/>
                <a:gd name="T5" fmla="*/ 351 h 411"/>
                <a:gd name="T6" fmla="*/ 286 w 411"/>
                <a:gd name="T7" fmla="*/ 395 h 411"/>
                <a:gd name="T8" fmla="*/ 206 w 411"/>
                <a:gd name="T9" fmla="*/ 411 h 411"/>
                <a:gd name="T10" fmla="*/ 125 w 411"/>
                <a:gd name="T11" fmla="*/ 395 h 411"/>
                <a:gd name="T12" fmla="*/ 60 w 411"/>
                <a:gd name="T13" fmla="*/ 351 h 411"/>
                <a:gd name="T14" fmla="*/ 16 w 411"/>
                <a:gd name="T15" fmla="*/ 286 h 411"/>
                <a:gd name="T16" fmla="*/ 0 w 411"/>
                <a:gd name="T17" fmla="*/ 206 h 411"/>
                <a:gd name="T18" fmla="*/ 16 w 411"/>
                <a:gd name="T19" fmla="*/ 125 h 411"/>
                <a:gd name="T20" fmla="*/ 60 w 411"/>
                <a:gd name="T21" fmla="*/ 60 h 411"/>
                <a:gd name="T22" fmla="*/ 125 w 411"/>
                <a:gd name="T23" fmla="*/ 16 h 411"/>
                <a:gd name="T24" fmla="*/ 206 w 411"/>
                <a:gd name="T25" fmla="*/ 0 h 411"/>
                <a:gd name="T26" fmla="*/ 286 w 411"/>
                <a:gd name="T27" fmla="*/ 16 h 411"/>
                <a:gd name="T28" fmla="*/ 351 w 411"/>
                <a:gd name="T29" fmla="*/ 60 h 411"/>
                <a:gd name="T30" fmla="*/ 395 w 411"/>
                <a:gd name="T31" fmla="*/ 125 h 411"/>
                <a:gd name="T32" fmla="*/ 411 w 411"/>
                <a:gd name="T33" fmla="*/ 206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11" h="411">
                  <a:moveTo>
                    <a:pt x="411" y="206"/>
                  </a:moveTo>
                  <a:lnTo>
                    <a:pt x="395" y="286"/>
                  </a:lnTo>
                  <a:lnTo>
                    <a:pt x="351" y="351"/>
                  </a:lnTo>
                  <a:lnTo>
                    <a:pt x="286" y="395"/>
                  </a:lnTo>
                  <a:lnTo>
                    <a:pt x="206" y="411"/>
                  </a:lnTo>
                  <a:lnTo>
                    <a:pt x="125" y="395"/>
                  </a:lnTo>
                  <a:lnTo>
                    <a:pt x="60" y="351"/>
                  </a:lnTo>
                  <a:lnTo>
                    <a:pt x="16" y="286"/>
                  </a:lnTo>
                  <a:lnTo>
                    <a:pt x="0" y="206"/>
                  </a:lnTo>
                  <a:lnTo>
                    <a:pt x="16" y="125"/>
                  </a:lnTo>
                  <a:lnTo>
                    <a:pt x="60" y="60"/>
                  </a:lnTo>
                  <a:lnTo>
                    <a:pt x="125" y="16"/>
                  </a:lnTo>
                  <a:lnTo>
                    <a:pt x="206" y="0"/>
                  </a:lnTo>
                  <a:lnTo>
                    <a:pt x="286" y="16"/>
                  </a:lnTo>
                  <a:lnTo>
                    <a:pt x="351" y="60"/>
                  </a:lnTo>
                  <a:lnTo>
                    <a:pt x="395" y="125"/>
                  </a:lnTo>
                  <a:lnTo>
                    <a:pt x="411" y="20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76">
              <a:extLst>
                <a:ext uri="{FF2B5EF4-FFF2-40B4-BE49-F238E27FC236}">
                  <a16:creationId xmlns:a16="http://schemas.microsoft.com/office/drawing/2014/main" id="{48A7737F-27F5-4348-E8B3-E1DC0CF52A7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291138" y="1435100"/>
              <a:ext cx="171450" cy="287338"/>
            </a:xfrm>
            <a:custGeom>
              <a:avLst/>
              <a:gdLst>
                <a:gd name="T0" fmla="*/ 17 w 150"/>
                <a:gd name="T1" fmla="*/ 0 h 250"/>
                <a:gd name="T2" fmla="*/ 0 w 150"/>
                <a:gd name="T3" fmla="*/ 107 h 250"/>
                <a:gd name="T4" fmla="*/ 10 w 150"/>
                <a:gd name="T5" fmla="*/ 184 h 250"/>
                <a:gd name="T6" fmla="*/ 37 w 150"/>
                <a:gd name="T7" fmla="*/ 232 h 250"/>
                <a:gd name="T8" fmla="*/ 73 w 150"/>
                <a:gd name="T9" fmla="*/ 250 h 250"/>
                <a:gd name="T10" fmla="*/ 109 w 150"/>
                <a:gd name="T11" fmla="*/ 239 h 250"/>
                <a:gd name="T12" fmla="*/ 138 w 150"/>
                <a:gd name="T13" fmla="*/ 200 h 250"/>
                <a:gd name="T14" fmla="*/ 150 w 150"/>
                <a:gd name="T15" fmla="*/ 133 h 250"/>
                <a:gd name="T16" fmla="*/ 136 w 150"/>
                <a:gd name="T17" fmla="*/ 3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50">
                  <a:moveTo>
                    <a:pt x="17" y="0"/>
                  </a:moveTo>
                  <a:lnTo>
                    <a:pt x="0" y="107"/>
                  </a:lnTo>
                  <a:lnTo>
                    <a:pt x="10" y="184"/>
                  </a:lnTo>
                  <a:lnTo>
                    <a:pt x="37" y="232"/>
                  </a:lnTo>
                  <a:lnTo>
                    <a:pt x="73" y="250"/>
                  </a:lnTo>
                  <a:lnTo>
                    <a:pt x="109" y="239"/>
                  </a:lnTo>
                  <a:lnTo>
                    <a:pt x="138" y="200"/>
                  </a:lnTo>
                  <a:lnTo>
                    <a:pt x="150" y="133"/>
                  </a:lnTo>
                  <a:lnTo>
                    <a:pt x="136" y="3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77">
              <a:extLst>
                <a:ext uri="{FF2B5EF4-FFF2-40B4-BE49-F238E27FC236}">
                  <a16:creationId xmlns:a16="http://schemas.microsoft.com/office/drawing/2014/main" id="{4B9D8060-891E-B732-BFD0-AF6A913E3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2426" y="1617663"/>
              <a:ext cx="57150" cy="79375"/>
            </a:xfrm>
            <a:custGeom>
              <a:avLst/>
              <a:gdLst>
                <a:gd name="T0" fmla="*/ 6 w 36"/>
                <a:gd name="T1" fmla="*/ 50 h 50"/>
                <a:gd name="T2" fmla="*/ 36 w 36"/>
                <a:gd name="T3" fmla="*/ 10 h 50"/>
                <a:gd name="T4" fmla="*/ 15 w 36"/>
                <a:gd name="T5" fmla="*/ 18 h 50"/>
                <a:gd name="T6" fmla="*/ 0 w 36"/>
                <a:gd name="T7" fmla="*/ 0 h 50"/>
                <a:gd name="T8" fmla="*/ 6 w 36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50">
                  <a:moveTo>
                    <a:pt x="6" y="50"/>
                  </a:moveTo>
                  <a:lnTo>
                    <a:pt x="36" y="10"/>
                  </a:lnTo>
                  <a:lnTo>
                    <a:pt x="15" y="18"/>
                  </a:lnTo>
                  <a:lnTo>
                    <a:pt x="0" y="0"/>
                  </a:lnTo>
                  <a:lnTo>
                    <a:pt x="6" y="5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78">
              <a:extLst>
                <a:ext uri="{FF2B5EF4-FFF2-40B4-BE49-F238E27FC236}">
                  <a16:creationId xmlns:a16="http://schemas.microsoft.com/office/drawing/2014/main" id="{D76464F7-434B-5AA4-EE5F-1705873C673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432426" y="1617663"/>
              <a:ext cx="57150" cy="79375"/>
            </a:xfrm>
            <a:custGeom>
              <a:avLst/>
              <a:gdLst>
                <a:gd name="T0" fmla="*/ 8 w 50"/>
                <a:gd name="T1" fmla="*/ 0 h 68"/>
                <a:gd name="T2" fmla="*/ 50 w 50"/>
                <a:gd name="T3" fmla="*/ 55 h 68"/>
                <a:gd name="T4" fmla="*/ 20 w 50"/>
                <a:gd name="T5" fmla="*/ 44 h 68"/>
                <a:gd name="T6" fmla="*/ 0 w 50"/>
                <a:gd name="T7" fmla="*/ 68 h 68"/>
                <a:gd name="T8" fmla="*/ 8 w 50"/>
                <a:gd name="T9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8" y="0"/>
                  </a:moveTo>
                  <a:lnTo>
                    <a:pt x="50" y="55"/>
                  </a:lnTo>
                  <a:lnTo>
                    <a:pt x="20" y="44"/>
                  </a:lnTo>
                  <a:lnTo>
                    <a:pt x="0" y="68"/>
                  </a:lnTo>
                  <a:lnTo>
                    <a:pt x="8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83">
              <a:extLst>
                <a:ext uri="{FF2B5EF4-FFF2-40B4-BE49-F238E27FC236}">
                  <a16:creationId xmlns:a16="http://schemas.microsoft.com/office/drawing/2014/main" id="{EEEC305C-E27F-9A05-2B98-4FE5167F8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3401" y="1955800"/>
              <a:ext cx="12541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84">
              <a:extLst>
                <a:ext uri="{FF2B5EF4-FFF2-40B4-BE49-F238E27FC236}">
                  <a16:creationId xmlns:a16="http://schemas.microsoft.com/office/drawing/2014/main" id="{82E084DF-3C4B-DB35-B02E-0ADB56199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3" y="1925638"/>
              <a:ext cx="74613" cy="60325"/>
            </a:xfrm>
            <a:custGeom>
              <a:avLst/>
              <a:gdLst>
                <a:gd name="T0" fmla="*/ 47 w 47"/>
                <a:gd name="T1" fmla="*/ 19 h 38"/>
                <a:gd name="T2" fmla="*/ 0 w 47"/>
                <a:gd name="T3" fmla="*/ 0 h 38"/>
                <a:gd name="T4" fmla="*/ 13 w 47"/>
                <a:gd name="T5" fmla="*/ 19 h 38"/>
                <a:gd name="T6" fmla="*/ 0 w 47"/>
                <a:gd name="T7" fmla="*/ 38 h 38"/>
                <a:gd name="T8" fmla="*/ 47 w 47"/>
                <a:gd name="T9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38">
                  <a:moveTo>
                    <a:pt x="47" y="19"/>
                  </a:moveTo>
                  <a:lnTo>
                    <a:pt x="0" y="0"/>
                  </a:lnTo>
                  <a:lnTo>
                    <a:pt x="13" y="19"/>
                  </a:lnTo>
                  <a:lnTo>
                    <a:pt x="0" y="38"/>
                  </a:lnTo>
                  <a:lnTo>
                    <a:pt x="47" y="1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85">
              <a:extLst>
                <a:ext uri="{FF2B5EF4-FFF2-40B4-BE49-F238E27FC236}">
                  <a16:creationId xmlns:a16="http://schemas.microsoft.com/office/drawing/2014/main" id="{DD117103-52D9-3DA9-3DF9-A38B5EFD55C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811963" y="1925638"/>
              <a:ext cx="74613" cy="60325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87">
              <a:extLst>
                <a:ext uri="{FF2B5EF4-FFF2-40B4-BE49-F238E27FC236}">
                  <a16:creationId xmlns:a16="http://schemas.microsoft.com/office/drawing/2014/main" id="{2D6C0AD7-12FB-1535-849C-43C1777D8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9626" y="2203450"/>
              <a:ext cx="0" cy="12557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88">
              <a:extLst>
                <a:ext uri="{FF2B5EF4-FFF2-40B4-BE49-F238E27FC236}">
                  <a16:creationId xmlns:a16="http://schemas.microsoft.com/office/drawing/2014/main" id="{ECD5CFF3-6FFB-2101-38C3-A8EAC3ABA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1051" y="3403600"/>
              <a:ext cx="58738" cy="73025"/>
            </a:xfrm>
            <a:custGeom>
              <a:avLst/>
              <a:gdLst>
                <a:gd name="T0" fmla="*/ 18 w 37"/>
                <a:gd name="T1" fmla="*/ 46 h 46"/>
                <a:gd name="T2" fmla="*/ 37 w 37"/>
                <a:gd name="T3" fmla="*/ 0 h 46"/>
                <a:gd name="T4" fmla="*/ 18 w 37"/>
                <a:gd name="T5" fmla="*/ 13 h 46"/>
                <a:gd name="T6" fmla="*/ 0 w 37"/>
                <a:gd name="T7" fmla="*/ 0 h 46"/>
                <a:gd name="T8" fmla="*/ 18 w 37"/>
                <a:gd name="T9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6">
                  <a:moveTo>
                    <a:pt x="18" y="46"/>
                  </a:moveTo>
                  <a:lnTo>
                    <a:pt x="37" y="0"/>
                  </a:lnTo>
                  <a:lnTo>
                    <a:pt x="18" y="13"/>
                  </a:lnTo>
                  <a:lnTo>
                    <a:pt x="0" y="0"/>
                  </a:lnTo>
                  <a:lnTo>
                    <a:pt x="18" y="4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89">
              <a:extLst>
                <a:ext uri="{FF2B5EF4-FFF2-40B4-BE49-F238E27FC236}">
                  <a16:creationId xmlns:a16="http://schemas.microsoft.com/office/drawing/2014/main" id="{1FF831EE-09A8-8FDB-71A7-BA31FA97085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131051" y="3403600"/>
              <a:ext cx="58738" cy="73025"/>
            </a:xfrm>
            <a:custGeom>
              <a:avLst/>
              <a:gdLst>
                <a:gd name="T0" fmla="*/ 26 w 52"/>
                <a:gd name="T1" fmla="*/ 0 h 64"/>
                <a:gd name="T2" fmla="*/ 52 w 52"/>
                <a:gd name="T3" fmla="*/ 64 h 64"/>
                <a:gd name="T4" fmla="*/ 26 w 52"/>
                <a:gd name="T5" fmla="*/ 46 h 64"/>
                <a:gd name="T6" fmla="*/ 0 w 52"/>
                <a:gd name="T7" fmla="*/ 64 h 64"/>
                <a:gd name="T8" fmla="*/ 26 w 52"/>
                <a:gd name="T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64">
                  <a:moveTo>
                    <a:pt x="26" y="0"/>
                  </a:moveTo>
                  <a:lnTo>
                    <a:pt x="52" y="64"/>
                  </a:lnTo>
                  <a:lnTo>
                    <a:pt x="26" y="46"/>
                  </a:lnTo>
                  <a:lnTo>
                    <a:pt x="0" y="64"/>
                  </a:lnTo>
                  <a:lnTo>
                    <a:pt x="2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Line 94">
              <a:extLst>
                <a:ext uri="{FF2B5EF4-FFF2-40B4-BE49-F238E27FC236}">
                  <a16:creationId xmlns:a16="http://schemas.microsoft.com/office/drawing/2014/main" id="{7BAEF6BF-2374-EA20-7A21-45FCAF9E70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59438" y="3740150"/>
              <a:ext cx="1260475" cy="47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95">
              <a:extLst>
                <a:ext uri="{FF2B5EF4-FFF2-40B4-BE49-F238E27FC236}">
                  <a16:creationId xmlns:a16="http://schemas.microsoft.com/office/drawing/2014/main" id="{23C7BB89-4A08-29D2-5ABE-27AAFDAB3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0388" y="3709988"/>
              <a:ext cx="73025" cy="60325"/>
            </a:xfrm>
            <a:custGeom>
              <a:avLst/>
              <a:gdLst>
                <a:gd name="T0" fmla="*/ 0 w 46"/>
                <a:gd name="T1" fmla="*/ 18 h 38"/>
                <a:gd name="T2" fmla="*/ 46 w 46"/>
                <a:gd name="T3" fmla="*/ 38 h 38"/>
                <a:gd name="T4" fmla="*/ 33 w 46"/>
                <a:gd name="T5" fmla="*/ 19 h 38"/>
                <a:gd name="T6" fmla="*/ 46 w 46"/>
                <a:gd name="T7" fmla="*/ 0 h 38"/>
                <a:gd name="T8" fmla="*/ 0 w 46"/>
                <a:gd name="T9" fmla="*/ 1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8">
                  <a:moveTo>
                    <a:pt x="0" y="18"/>
                  </a:moveTo>
                  <a:lnTo>
                    <a:pt x="46" y="38"/>
                  </a:lnTo>
                  <a:lnTo>
                    <a:pt x="33" y="19"/>
                  </a:lnTo>
                  <a:lnTo>
                    <a:pt x="46" y="0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96">
              <a:extLst>
                <a:ext uri="{FF2B5EF4-FFF2-40B4-BE49-F238E27FC236}">
                  <a16:creationId xmlns:a16="http://schemas.microsoft.com/office/drawing/2014/main" id="{03F873CB-02AE-4DBC-9E9B-B38C390581F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640388" y="3709988"/>
              <a:ext cx="73025" cy="60325"/>
            </a:xfrm>
            <a:custGeom>
              <a:avLst/>
              <a:gdLst>
                <a:gd name="T0" fmla="*/ 0 w 64"/>
                <a:gd name="T1" fmla="*/ 27 h 52"/>
                <a:gd name="T2" fmla="*/ 63 w 64"/>
                <a:gd name="T3" fmla="*/ 0 h 52"/>
                <a:gd name="T4" fmla="*/ 46 w 64"/>
                <a:gd name="T5" fmla="*/ 26 h 52"/>
                <a:gd name="T6" fmla="*/ 64 w 64"/>
                <a:gd name="T7" fmla="*/ 52 h 52"/>
                <a:gd name="T8" fmla="*/ 0 w 64"/>
                <a:gd name="T9" fmla="*/ 2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0" y="27"/>
                  </a:moveTo>
                  <a:lnTo>
                    <a:pt x="63" y="0"/>
                  </a:lnTo>
                  <a:lnTo>
                    <a:pt x="46" y="26"/>
                  </a:lnTo>
                  <a:lnTo>
                    <a:pt x="64" y="52"/>
                  </a:lnTo>
                  <a:lnTo>
                    <a:pt x="0" y="2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98">
              <a:extLst>
                <a:ext uri="{FF2B5EF4-FFF2-40B4-BE49-F238E27FC236}">
                  <a16:creationId xmlns:a16="http://schemas.microsoft.com/office/drawing/2014/main" id="{37FFC41E-A044-849A-68DB-DAC20685BA8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070726" y="3976688"/>
              <a:ext cx="171450" cy="287338"/>
            </a:xfrm>
            <a:custGeom>
              <a:avLst/>
              <a:gdLst>
                <a:gd name="T0" fmla="*/ 132 w 149"/>
                <a:gd name="T1" fmla="*/ 250 h 250"/>
                <a:gd name="T2" fmla="*/ 149 w 149"/>
                <a:gd name="T3" fmla="*/ 142 h 250"/>
                <a:gd name="T4" fmla="*/ 140 w 149"/>
                <a:gd name="T5" fmla="*/ 65 h 250"/>
                <a:gd name="T6" fmla="*/ 113 w 149"/>
                <a:gd name="T7" fmla="*/ 18 h 250"/>
                <a:gd name="T8" fmla="*/ 77 w 149"/>
                <a:gd name="T9" fmla="*/ 0 h 250"/>
                <a:gd name="T10" fmla="*/ 40 w 149"/>
                <a:gd name="T11" fmla="*/ 10 h 250"/>
                <a:gd name="T12" fmla="*/ 12 w 149"/>
                <a:gd name="T13" fmla="*/ 50 h 250"/>
                <a:gd name="T14" fmla="*/ 0 w 149"/>
                <a:gd name="T15" fmla="*/ 117 h 250"/>
                <a:gd name="T16" fmla="*/ 14 w 149"/>
                <a:gd name="T17" fmla="*/ 211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" h="250">
                  <a:moveTo>
                    <a:pt x="132" y="250"/>
                  </a:moveTo>
                  <a:lnTo>
                    <a:pt x="149" y="142"/>
                  </a:lnTo>
                  <a:lnTo>
                    <a:pt x="140" y="65"/>
                  </a:lnTo>
                  <a:lnTo>
                    <a:pt x="113" y="18"/>
                  </a:lnTo>
                  <a:lnTo>
                    <a:pt x="77" y="0"/>
                  </a:lnTo>
                  <a:lnTo>
                    <a:pt x="40" y="10"/>
                  </a:lnTo>
                  <a:lnTo>
                    <a:pt x="12" y="50"/>
                  </a:lnTo>
                  <a:lnTo>
                    <a:pt x="0" y="117"/>
                  </a:lnTo>
                  <a:lnTo>
                    <a:pt x="14" y="21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99">
              <a:extLst>
                <a:ext uri="{FF2B5EF4-FFF2-40B4-BE49-F238E27FC236}">
                  <a16:creationId xmlns:a16="http://schemas.microsoft.com/office/drawing/2014/main" id="{9233A06E-F394-0EF8-CDA2-9726D5258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738" y="4003675"/>
              <a:ext cx="57150" cy="79375"/>
            </a:xfrm>
            <a:custGeom>
              <a:avLst/>
              <a:gdLst>
                <a:gd name="T0" fmla="*/ 30 w 36"/>
                <a:gd name="T1" fmla="*/ 0 h 50"/>
                <a:gd name="T2" fmla="*/ 0 w 36"/>
                <a:gd name="T3" fmla="*/ 40 h 50"/>
                <a:gd name="T4" fmla="*/ 21 w 36"/>
                <a:gd name="T5" fmla="*/ 33 h 50"/>
                <a:gd name="T6" fmla="*/ 36 w 36"/>
                <a:gd name="T7" fmla="*/ 50 h 50"/>
                <a:gd name="T8" fmla="*/ 30 w 36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50">
                  <a:moveTo>
                    <a:pt x="30" y="0"/>
                  </a:moveTo>
                  <a:lnTo>
                    <a:pt x="0" y="40"/>
                  </a:lnTo>
                  <a:lnTo>
                    <a:pt x="21" y="33"/>
                  </a:lnTo>
                  <a:lnTo>
                    <a:pt x="36" y="5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100">
              <a:extLst>
                <a:ext uri="{FF2B5EF4-FFF2-40B4-BE49-F238E27FC236}">
                  <a16:creationId xmlns:a16="http://schemas.microsoft.com/office/drawing/2014/main" id="{5567DCC2-40A8-7141-1CA9-91065990AB5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043738" y="4003675"/>
              <a:ext cx="57150" cy="79375"/>
            </a:xfrm>
            <a:custGeom>
              <a:avLst/>
              <a:gdLst>
                <a:gd name="T0" fmla="*/ 42 w 50"/>
                <a:gd name="T1" fmla="*/ 69 h 69"/>
                <a:gd name="T2" fmla="*/ 0 w 50"/>
                <a:gd name="T3" fmla="*/ 14 h 69"/>
                <a:gd name="T4" fmla="*/ 30 w 50"/>
                <a:gd name="T5" fmla="*/ 24 h 69"/>
                <a:gd name="T6" fmla="*/ 50 w 50"/>
                <a:gd name="T7" fmla="*/ 0 h 69"/>
                <a:gd name="T8" fmla="*/ 42 w 50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9">
                  <a:moveTo>
                    <a:pt x="42" y="69"/>
                  </a:moveTo>
                  <a:lnTo>
                    <a:pt x="0" y="14"/>
                  </a:lnTo>
                  <a:lnTo>
                    <a:pt x="30" y="24"/>
                  </a:lnTo>
                  <a:lnTo>
                    <a:pt x="50" y="0"/>
                  </a:lnTo>
                  <a:lnTo>
                    <a:pt x="42" y="6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Line 105">
              <a:extLst>
                <a:ext uri="{FF2B5EF4-FFF2-40B4-BE49-F238E27FC236}">
                  <a16:creationId xmlns:a16="http://schemas.microsoft.com/office/drawing/2014/main" id="{F8F986BA-775A-EB12-C5A0-830DDB461A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3688" y="2241550"/>
              <a:ext cx="0" cy="12557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106">
              <a:extLst>
                <a:ext uri="{FF2B5EF4-FFF2-40B4-BE49-F238E27FC236}">
                  <a16:creationId xmlns:a16="http://schemas.microsoft.com/office/drawing/2014/main" id="{9EE70B7B-494B-6772-DC6E-6BE6A3681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3526" y="2224088"/>
              <a:ext cx="58738" cy="73025"/>
            </a:xfrm>
            <a:custGeom>
              <a:avLst/>
              <a:gdLst>
                <a:gd name="T0" fmla="*/ 19 w 37"/>
                <a:gd name="T1" fmla="*/ 0 h 46"/>
                <a:gd name="T2" fmla="*/ 0 w 37"/>
                <a:gd name="T3" fmla="*/ 46 h 46"/>
                <a:gd name="T4" fmla="*/ 19 w 37"/>
                <a:gd name="T5" fmla="*/ 33 h 46"/>
                <a:gd name="T6" fmla="*/ 37 w 37"/>
                <a:gd name="T7" fmla="*/ 46 h 46"/>
                <a:gd name="T8" fmla="*/ 19 w 37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6">
                  <a:moveTo>
                    <a:pt x="19" y="0"/>
                  </a:moveTo>
                  <a:lnTo>
                    <a:pt x="0" y="46"/>
                  </a:lnTo>
                  <a:lnTo>
                    <a:pt x="19" y="33"/>
                  </a:lnTo>
                  <a:lnTo>
                    <a:pt x="37" y="46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107">
              <a:extLst>
                <a:ext uri="{FF2B5EF4-FFF2-40B4-BE49-F238E27FC236}">
                  <a16:creationId xmlns:a16="http://schemas.microsoft.com/office/drawing/2014/main" id="{BDBC6586-0AAC-8A8A-9F6F-06F7B4461F5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343526" y="2224088"/>
              <a:ext cx="58738" cy="73025"/>
            </a:xfrm>
            <a:custGeom>
              <a:avLst/>
              <a:gdLst>
                <a:gd name="T0" fmla="*/ 26 w 51"/>
                <a:gd name="T1" fmla="*/ 64 h 64"/>
                <a:gd name="T2" fmla="*/ 0 w 51"/>
                <a:gd name="T3" fmla="*/ 0 h 64"/>
                <a:gd name="T4" fmla="*/ 26 w 51"/>
                <a:gd name="T5" fmla="*/ 18 h 64"/>
                <a:gd name="T6" fmla="*/ 51 w 51"/>
                <a:gd name="T7" fmla="*/ 0 h 64"/>
                <a:gd name="T8" fmla="*/ 26 w 51"/>
                <a:gd name="T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64">
                  <a:moveTo>
                    <a:pt x="26" y="64"/>
                  </a:moveTo>
                  <a:lnTo>
                    <a:pt x="0" y="0"/>
                  </a:lnTo>
                  <a:lnTo>
                    <a:pt x="26" y="18"/>
                  </a:lnTo>
                  <a:lnTo>
                    <a:pt x="51" y="0"/>
                  </a:lnTo>
                  <a:lnTo>
                    <a:pt x="26" y="6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tangle 48">
                  <a:extLst>
                    <a:ext uri="{FF2B5EF4-FFF2-40B4-BE49-F238E27FC236}">
                      <a16:creationId xmlns:a16="http://schemas.microsoft.com/office/drawing/2014/main" id="{3CB3D86A-1B1F-06A8-EA03-4162DA01F9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7125" y="3790156"/>
                  <a:ext cx="227013" cy="3238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1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8" name="Rectangle 48">
                  <a:extLst>
                    <a:ext uri="{FF2B5EF4-FFF2-40B4-BE49-F238E27FC236}">
                      <a16:creationId xmlns:a16="http://schemas.microsoft.com/office/drawing/2014/main" id="{3CB3D86A-1B1F-06A8-EA03-4162DA01F9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07125" y="3790156"/>
                  <a:ext cx="227013" cy="323850"/>
                </a:xfrm>
                <a:prstGeom prst="rect">
                  <a:avLst/>
                </a:prstGeom>
                <a:blipFill>
                  <a:blip r:embed="rId9"/>
                  <a:stretch>
                    <a:fillRect l="-27027" r="-24324" b="-1132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Rectangle 39">
                  <a:extLst>
                    <a:ext uri="{FF2B5EF4-FFF2-40B4-BE49-F238E27FC236}">
                      <a16:creationId xmlns:a16="http://schemas.microsoft.com/office/drawing/2014/main" id="{A1B6C915-37A4-583F-840B-092F48C610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9656" y="1608138"/>
                  <a:ext cx="233363" cy="3238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1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9" name="Rectangle 39">
                  <a:extLst>
                    <a:ext uri="{FF2B5EF4-FFF2-40B4-BE49-F238E27FC236}">
                      <a16:creationId xmlns:a16="http://schemas.microsoft.com/office/drawing/2014/main" id="{A1B6C915-37A4-583F-840B-092F48C610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39656" y="1608138"/>
                  <a:ext cx="233363" cy="323850"/>
                </a:xfrm>
                <a:prstGeom prst="rect">
                  <a:avLst/>
                </a:prstGeom>
                <a:blipFill>
                  <a:blip r:embed="rId10"/>
                  <a:stretch>
                    <a:fillRect l="-13158" r="-10526" b="-188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Rectangle 39">
                  <a:extLst>
                    <a:ext uri="{FF2B5EF4-FFF2-40B4-BE49-F238E27FC236}">
                      <a16:creationId xmlns:a16="http://schemas.microsoft.com/office/drawing/2014/main" id="{5394F621-7CC9-AFDD-C5D7-363E0B5CDD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1956" y="1163442"/>
                  <a:ext cx="516423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1" name="Rectangle 39">
                  <a:extLst>
                    <a:ext uri="{FF2B5EF4-FFF2-40B4-BE49-F238E27FC236}">
                      <a16:creationId xmlns:a16="http://schemas.microsoft.com/office/drawing/2014/main" id="{5394F621-7CC9-AFDD-C5D7-363E0B5CDD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31956" y="1163442"/>
                  <a:ext cx="516423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8235" r="-7059" b="-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Rectangle 39">
                  <a:extLst>
                    <a:ext uri="{FF2B5EF4-FFF2-40B4-BE49-F238E27FC236}">
                      <a16:creationId xmlns:a16="http://schemas.microsoft.com/office/drawing/2014/main" id="{D6E3C4D2-9C86-73A0-183D-277C27DE12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50030" y="2613216"/>
                  <a:ext cx="516423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2" name="Rectangle 39">
                  <a:extLst>
                    <a:ext uri="{FF2B5EF4-FFF2-40B4-BE49-F238E27FC236}">
                      <a16:creationId xmlns:a16="http://schemas.microsoft.com/office/drawing/2014/main" id="{D6E3C4D2-9C86-73A0-183D-277C27DE12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50030" y="2613216"/>
                  <a:ext cx="516423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8333" r="-8333" b="-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Rectangle 39">
                  <a:extLst>
                    <a:ext uri="{FF2B5EF4-FFF2-40B4-BE49-F238E27FC236}">
                      <a16:creationId xmlns:a16="http://schemas.microsoft.com/office/drawing/2014/main" id="{5EF5AE2D-7607-738B-E8B7-249C536578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2676" y="4209149"/>
                  <a:ext cx="516423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3" name="Rectangle 39">
                  <a:extLst>
                    <a:ext uri="{FF2B5EF4-FFF2-40B4-BE49-F238E27FC236}">
                      <a16:creationId xmlns:a16="http://schemas.microsoft.com/office/drawing/2014/main" id="{5EF5AE2D-7607-738B-E8B7-249C536578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42676" y="4209149"/>
                  <a:ext cx="516423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7059" r="-8235" b="-652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Rectangle 39">
                  <a:extLst>
                    <a:ext uri="{FF2B5EF4-FFF2-40B4-BE49-F238E27FC236}">
                      <a16:creationId xmlns:a16="http://schemas.microsoft.com/office/drawing/2014/main" id="{98278AE7-B856-F1AE-E3A7-C009BA435B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56451" y="2681842"/>
                  <a:ext cx="516423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4" name="Rectangle 39">
                  <a:extLst>
                    <a:ext uri="{FF2B5EF4-FFF2-40B4-BE49-F238E27FC236}">
                      <a16:creationId xmlns:a16="http://schemas.microsoft.com/office/drawing/2014/main" id="{98278AE7-B856-F1AE-E3A7-C009BA435B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56451" y="2681842"/>
                  <a:ext cx="51642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8235" r="-7059" b="-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393EDCA-002D-D342-B616-D94700D9D00F}"/>
                  </a:ext>
                </a:extLst>
              </p:cNvPr>
              <p:cNvSpPr txBox="1"/>
              <p:nvPr/>
            </p:nvSpPr>
            <p:spPr>
              <a:xfrm>
                <a:off x="3947650" y="2526714"/>
                <a:ext cx="6174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</m:oMath>
                  </m:oMathPara>
                </a14:m>
                <a:endParaRPr lang="en-US" sz="3600" b="1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4393EDCA-002D-D342-B616-D94700D9D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650" y="2526714"/>
                <a:ext cx="617477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תנאי שקול 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לאי</a:t>
            </a:r>
            <a:r>
              <a:rPr lang="he-IL" b="1">
                <a:latin typeface="Gisha" panose="020B0502040204020203" pitchFamily="34" charset="-79"/>
                <a:cs typeface="Gisha" panose="020B0502040204020203" pitchFamily="34" charset="-79"/>
              </a:rPr>
              <a:t>-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רֵיקוּת השפה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81200" y="1600200"/>
            <a:ext cx="525779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אם ורק אם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81200" y="1219200"/>
                <a:ext cx="525780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219200"/>
                <a:ext cx="5257800" cy="369332"/>
              </a:xfrm>
              <a:prstGeom prst="rect">
                <a:avLst/>
              </a:prstGeom>
              <a:blipFill>
                <a:blip r:embed="rId2"/>
                <a:stretch>
                  <a:fillRect t="-26230" b="-45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905000" y="2209800"/>
                <a:ext cx="5486400" cy="129266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1">
                <a:spAutoFit/>
              </a:bodyPr>
              <a:lstStyle/>
              <a:p>
                <a:pPr algn="l" rt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∃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800" b="0" i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8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09800"/>
                <a:ext cx="5486400" cy="1292662"/>
              </a:xfrm>
              <a:prstGeom prst="rect">
                <a:avLst/>
              </a:prstGeom>
              <a:blipFill>
                <a:blip r:embed="rId3"/>
                <a:stretch>
                  <a:fillRect b="-9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3009900" y="3757540"/>
            <a:ext cx="3124200" cy="1569661"/>
            <a:chOff x="1764792" y="1644869"/>
            <a:chExt cx="5906287" cy="3079531"/>
          </a:xfrm>
        </p:grpSpPr>
        <p:sp>
          <p:nvSpPr>
            <p:cNvPr id="20" name="Oval 19"/>
            <p:cNvSpPr/>
            <p:nvPr/>
          </p:nvSpPr>
          <p:spPr>
            <a:xfrm>
              <a:off x="2057400" y="2670503"/>
              <a:ext cx="381000" cy="381000"/>
            </a:xfrm>
            <a:prstGeom prst="ellipse">
              <a:avLst/>
            </a:prstGeom>
            <a:ln w="28575"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4495800" y="2670503"/>
              <a:ext cx="381000" cy="381000"/>
            </a:xfrm>
            <a:prstGeom prst="ellipse">
              <a:avLst/>
            </a:prstGeom>
            <a:ln w="76200" cmpd="dbl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6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2427890" y="2682765"/>
              <a:ext cx="2144110" cy="2041635"/>
            </a:xfrm>
            <a:custGeom>
              <a:avLst/>
              <a:gdLst>
                <a:gd name="connsiteX0" fmla="*/ 0 w 2144110"/>
                <a:gd name="connsiteY0" fmla="*/ 1236717 h 2986689"/>
                <a:gd name="connsiteX1" fmla="*/ 672662 w 2144110"/>
                <a:gd name="connsiteY1" fmla="*/ 259255 h 2986689"/>
                <a:gd name="connsiteX2" fmla="*/ 1008993 w 2144110"/>
                <a:gd name="connsiteY2" fmla="*/ 2792248 h 2986689"/>
                <a:gd name="connsiteX3" fmla="*/ 2144110 w 2144110"/>
                <a:gd name="connsiteY3" fmla="*/ 1425904 h 2986689"/>
                <a:gd name="connsiteX4" fmla="*/ 2144110 w 2144110"/>
                <a:gd name="connsiteY4" fmla="*/ 1425904 h 2986689"/>
                <a:gd name="connsiteX0" fmla="*/ 0 w 2144110"/>
                <a:gd name="connsiteY0" fmla="*/ 618359 h 2490952"/>
                <a:gd name="connsiteX1" fmla="*/ 444062 w 2144110"/>
                <a:gd name="connsiteY1" fmla="*/ 2231697 h 2490952"/>
                <a:gd name="connsiteX2" fmla="*/ 1008993 w 2144110"/>
                <a:gd name="connsiteY2" fmla="*/ 2173890 h 2490952"/>
                <a:gd name="connsiteX3" fmla="*/ 2144110 w 2144110"/>
                <a:gd name="connsiteY3" fmla="*/ 807546 h 2490952"/>
                <a:gd name="connsiteX4" fmla="*/ 2144110 w 2144110"/>
                <a:gd name="connsiteY4" fmla="*/ 807546 h 2490952"/>
                <a:gd name="connsiteX0" fmla="*/ 0 w 2144110"/>
                <a:gd name="connsiteY0" fmla="*/ 618359 h 2490952"/>
                <a:gd name="connsiteX1" fmla="*/ 444062 w 2144110"/>
                <a:gd name="connsiteY1" fmla="*/ 2231697 h 2490952"/>
                <a:gd name="connsiteX2" fmla="*/ 1008993 w 2144110"/>
                <a:gd name="connsiteY2" fmla="*/ 2173890 h 2490952"/>
                <a:gd name="connsiteX3" fmla="*/ 2144110 w 2144110"/>
                <a:gd name="connsiteY3" fmla="*/ 807546 h 2490952"/>
                <a:gd name="connsiteX4" fmla="*/ 2144110 w 2144110"/>
                <a:gd name="connsiteY4" fmla="*/ 807546 h 2490952"/>
                <a:gd name="connsiteX0" fmla="*/ 0 w 2144110"/>
                <a:gd name="connsiteY0" fmla="*/ 169042 h 2041635"/>
                <a:gd name="connsiteX1" fmla="*/ 444062 w 2144110"/>
                <a:gd name="connsiteY1" fmla="*/ 1782380 h 2041635"/>
                <a:gd name="connsiteX2" fmla="*/ 1008993 w 2144110"/>
                <a:gd name="connsiteY2" fmla="*/ 1724573 h 2041635"/>
                <a:gd name="connsiteX3" fmla="*/ 2144110 w 2144110"/>
                <a:gd name="connsiteY3" fmla="*/ 358229 h 2041635"/>
                <a:gd name="connsiteX4" fmla="*/ 2144110 w 2144110"/>
                <a:gd name="connsiteY4" fmla="*/ 358229 h 204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4110" h="2041635">
                  <a:moveTo>
                    <a:pt x="0" y="169042"/>
                  </a:moveTo>
                  <a:cubicBezTo>
                    <a:pt x="546538" y="0"/>
                    <a:pt x="275897" y="1523125"/>
                    <a:pt x="444062" y="1782380"/>
                  </a:cubicBezTo>
                  <a:cubicBezTo>
                    <a:pt x="612228" y="2041635"/>
                    <a:pt x="725652" y="1961931"/>
                    <a:pt x="1008993" y="1724573"/>
                  </a:cubicBezTo>
                  <a:cubicBezTo>
                    <a:pt x="1292334" y="1487215"/>
                    <a:pt x="2144110" y="358229"/>
                    <a:pt x="2144110" y="358229"/>
                  </a:cubicBezTo>
                  <a:lnTo>
                    <a:pt x="2144110" y="358229"/>
                  </a:lnTo>
                </a:path>
              </a:pathLst>
            </a:custGeom>
            <a:ln w="38100">
              <a:headEnd type="non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sz="16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3" name="Freeform 22"/>
            <p:cNvSpPr/>
            <p:nvPr/>
          </p:nvSpPr>
          <p:spPr>
            <a:xfrm>
              <a:off x="4687614" y="1644869"/>
              <a:ext cx="2890345" cy="2843049"/>
            </a:xfrm>
            <a:custGeom>
              <a:avLst/>
              <a:gdLst>
                <a:gd name="connsiteX0" fmla="*/ 0 w 2890345"/>
                <a:gd name="connsiteY0" fmla="*/ 982717 h 2843049"/>
                <a:gd name="connsiteX1" fmla="*/ 399393 w 2890345"/>
                <a:gd name="connsiteY1" fmla="*/ 310055 h 2843049"/>
                <a:gd name="connsiteX2" fmla="*/ 1566041 w 2890345"/>
                <a:gd name="connsiteY2" fmla="*/ 835572 h 2843049"/>
                <a:gd name="connsiteX3" fmla="*/ 2427889 w 2890345"/>
                <a:gd name="connsiteY3" fmla="*/ 236483 h 2843049"/>
                <a:gd name="connsiteX4" fmla="*/ 2774731 w 2890345"/>
                <a:gd name="connsiteY4" fmla="*/ 2254469 h 2843049"/>
                <a:gd name="connsiteX5" fmla="*/ 1734207 w 2890345"/>
                <a:gd name="connsiteY5" fmla="*/ 1602828 h 2843049"/>
                <a:gd name="connsiteX6" fmla="*/ 641131 w 2890345"/>
                <a:gd name="connsiteY6" fmla="*/ 2769476 h 2843049"/>
                <a:gd name="connsiteX7" fmla="*/ 945931 w 2890345"/>
                <a:gd name="connsiteY7" fmla="*/ 1161393 h 2843049"/>
                <a:gd name="connsiteX8" fmla="*/ 199696 w 2890345"/>
                <a:gd name="connsiteY8" fmla="*/ 1129862 h 2843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0345" h="2843049">
                  <a:moveTo>
                    <a:pt x="0" y="982717"/>
                  </a:moveTo>
                  <a:cubicBezTo>
                    <a:pt x="69193" y="658648"/>
                    <a:pt x="138386" y="334579"/>
                    <a:pt x="399393" y="310055"/>
                  </a:cubicBezTo>
                  <a:cubicBezTo>
                    <a:pt x="660400" y="285531"/>
                    <a:pt x="1227958" y="847834"/>
                    <a:pt x="1566041" y="835572"/>
                  </a:cubicBezTo>
                  <a:cubicBezTo>
                    <a:pt x="1904124" y="823310"/>
                    <a:pt x="2226441" y="0"/>
                    <a:pt x="2427889" y="236483"/>
                  </a:cubicBezTo>
                  <a:cubicBezTo>
                    <a:pt x="2629337" y="472966"/>
                    <a:pt x="2890345" y="2026745"/>
                    <a:pt x="2774731" y="2254469"/>
                  </a:cubicBezTo>
                  <a:cubicBezTo>
                    <a:pt x="2659117" y="2482193"/>
                    <a:pt x="2089807" y="1516994"/>
                    <a:pt x="1734207" y="1602828"/>
                  </a:cubicBezTo>
                  <a:cubicBezTo>
                    <a:pt x="1378607" y="1688662"/>
                    <a:pt x="772510" y="2843049"/>
                    <a:pt x="641131" y="2769476"/>
                  </a:cubicBezTo>
                  <a:cubicBezTo>
                    <a:pt x="509752" y="2695904"/>
                    <a:pt x="1019503" y="1434662"/>
                    <a:pt x="945931" y="1161393"/>
                  </a:cubicBezTo>
                  <a:cubicBezTo>
                    <a:pt x="872359" y="888124"/>
                    <a:pt x="536027" y="1008993"/>
                    <a:pt x="199696" y="1129862"/>
                  </a:cubicBezTo>
                </a:path>
              </a:pathLst>
            </a:custGeom>
            <a:ln w="38100">
              <a:headEnd type="non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sz="16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486328" y="2949693"/>
                  <a:ext cx="495062" cy="898331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he-IL" sz="2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6328" y="2949693"/>
                  <a:ext cx="495062" cy="898331"/>
                </a:xfrm>
                <a:prstGeom prst="rect">
                  <a:avLst/>
                </a:prstGeom>
                <a:blipFill>
                  <a:blip r:embed="rId4"/>
                  <a:stretch>
                    <a:fillRect t="-6579" r="-76744"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868003" y="1711204"/>
                  <a:ext cx="429089" cy="88235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 sz="2000" baseline="-25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8003" y="1711204"/>
                  <a:ext cx="429089" cy="882352"/>
                </a:xfrm>
                <a:prstGeom prst="rect">
                  <a:avLst/>
                </a:prstGeom>
                <a:blipFill>
                  <a:blip r:embed="rId5"/>
                  <a:stretch>
                    <a:fillRect r="-118919"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2186219" y="3676940"/>
                  <a:ext cx="287260" cy="898331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he-IL" sz="2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6219" y="3676940"/>
                  <a:ext cx="287260" cy="898331"/>
                </a:xfrm>
                <a:prstGeom prst="rect">
                  <a:avLst/>
                </a:prstGeom>
                <a:blipFill>
                  <a:blip r:embed="rId6"/>
                  <a:stretch>
                    <a:fillRect t="-6667" r="-228000"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7383819" y="2260775"/>
                  <a:ext cx="287260" cy="898331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he-IL" sz="2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3819" y="2260775"/>
                  <a:ext cx="287260" cy="898331"/>
                </a:xfrm>
                <a:prstGeom prst="rect">
                  <a:avLst/>
                </a:prstGeom>
                <a:blipFill>
                  <a:blip r:embed="rId7"/>
                  <a:stretch>
                    <a:fillRect t="-8000" r="-196000"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/>
            <p:cNvCxnSpPr>
              <a:endCxn id="20" idx="2"/>
            </p:cNvCxnSpPr>
            <p:nvPr/>
          </p:nvCxnSpPr>
          <p:spPr>
            <a:xfrm flipV="1">
              <a:off x="1764792" y="2861003"/>
              <a:ext cx="292608" cy="13716"/>
            </a:xfrm>
            <a:prstGeom prst="straightConnector1">
              <a:avLst/>
            </a:prstGeom>
            <a:ln w="38100">
              <a:headEnd type="none" w="med" len="med"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28600" y="5562600"/>
                <a:ext cx="8686800" cy="1079976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pPr>
                  <a:spcBef>
                    <a:spcPts val="24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he-IL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 dirty="0">
                            <a:latin typeface="Cambria Math"/>
                          </a:rPr>
                          <m:t>𝛿</m:t>
                        </m:r>
                      </m:e>
                      <m:sup>
                        <m:r>
                          <a:rPr lang="en-US" i="1" dirty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𝑞</m:t>
                        </m:r>
                        <m:r>
                          <a:rPr lang="en-US" i="1" dirty="0">
                            <a:latin typeface="Cambria Math"/>
                          </a:rPr>
                          <m:t>, </m:t>
                        </m:r>
                        <m:r>
                          <a:rPr lang="en-US" i="1" dirty="0">
                            <a:latin typeface="Cambria Math"/>
                          </a:rPr>
                          <m:t>𝑤</m:t>
                        </m:r>
                      </m:e>
                    </m:d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הוא סימון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לקבוצת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solidFill>
                      <a:schemeClr val="accent1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המצבים שהאוטומט יכול להגיע מ-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he-IL" dirty="0">
                    <a:solidFill>
                      <a:schemeClr val="accent1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בקריאת המילה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 rtl="0">
                  <a:spcBef>
                    <a:spcPts val="2400"/>
                  </a:spcBef>
                  <a:buFont typeface="Wingdings 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/>
                            </a:rPr>
                            <m:t>𝛿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/>
                            </a:rPr>
                            <m:t>𝑞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i="1" dirty="0">
                              <a:latin typeface="Cambria Math"/>
                            </a:rPr>
                            <m:t>𝜖</m:t>
                          </m:r>
                        </m:e>
                      </m:d>
                      <m:r>
                        <a:rPr lang="en-US" i="1" dirty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/>
                            </a:rPr>
                            <m:t>𝑞</m:t>
                          </m:r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he-IL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i="1" dirty="0">
                              <a:latin typeface="Cambria Math"/>
                            </a:rPr>
                            <m:t>𝛿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/>
                            </a:rPr>
                            <m:t>𝑞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i="1" dirty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i="1" dirty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𝛿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/>
                            </a:rPr>
                            <m:t>𝑞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i="1" dirty="0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i="1" dirty="0">
                              <a:latin typeface="Cambria Math"/>
                            </a:rPr>
                            <m:t>𝛿</m:t>
                          </m:r>
                        </m:e>
                        <m:sup>
                          <m:r>
                            <a:rPr lang="en-US" i="1" dirty="0">
                              <a:latin typeface="Cambria Math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/>
                            </a:rPr>
                            <m:t>𝑞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he-IL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i="1" dirty="0">
                          <a:latin typeface="Cambria Math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 dirty="0">
                              <a:latin typeface="Cambria Math"/>
                            </a:rPr>
                            <m:t>𝑝</m:t>
                          </m:r>
                          <m:r>
                            <a:rPr lang="en-US" i="1" dirty="0">
                              <a:latin typeface="Cambria Math"/>
                            </a:rPr>
                            <m:t>∈</m:t>
                          </m:r>
                          <m:r>
                            <a:rPr lang="en-US" i="1" dirty="0">
                              <a:latin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i="1" dirty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sub>
                        <m:sup/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𝛿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i="1" dirty="0">
                              <a:latin typeface="Cambria Math"/>
                            </a:rPr>
                            <m:t>(</m:t>
                          </m:r>
                          <m:r>
                            <a:rPr lang="en-US" i="1" dirty="0">
                              <a:latin typeface="Cambria Math"/>
                            </a:rPr>
                            <m:t>𝑝</m:t>
                          </m:r>
                          <m:r>
                            <a:rPr lang="en-US" i="1" dirty="0">
                              <a:latin typeface="Cambria Math"/>
                            </a:rPr>
                            <m:t>,</m:t>
                          </m:r>
                          <m:r>
                            <a:rPr lang="he-IL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he-IL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</m:e>
                          </m:d>
                          <m:r>
                            <a:rPr lang="en-US" i="1" dirty="0">
                              <a:latin typeface="Cambria Math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562600"/>
                <a:ext cx="8686800" cy="1079976"/>
              </a:xfrm>
              <a:prstGeom prst="rect">
                <a:avLst/>
              </a:prstGeom>
              <a:blipFill>
                <a:blip r:embed="rId8"/>
                <a:stretch>
                  <a:fillRect t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62000" y="-152400"/>
                <a:ext cx="77724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בדיקה אם שפת ה-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של אוטומט ריקה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62000" y="-152400"/>
                <a:ext cx="7772400" cy="1143000"/>
              </a:xfrm>
              <a:blipFill>
                <a:blip r:embed="rId2"/>
                <a:stretch>
                  <a:fillRect b="-15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219200"/>
                <a:ext cx="9144000" cy="52578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10000"/>
                  </a:lnSpc>
                  <a:spcAft>
                    <a:spcPts val="1800"/>
                  </a:spcAft>
                </a:pP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אם מתעלמים מהאותיות על המעברים אפשר להתייחס לאוטומט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כגרף </a:t>
                </a:r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𝒜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=</m:t>
                    </m:r>
                    <m:r>
                      <a:rPr lang="en-US" sz="1800" b="0" i="1" dirty="0" smtClean="0">
                        <a:latin typeface="Cambria Math"/>
                      </a:rPr>
                      <m:t>〈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𝒜</m:t>
                        </m:r>
                      </m:sub>
                    </m:sSub>
                    <m:r>
                      <a:rPr lang="en-US" sz="1800" b="0" i="1" dirty="0" smtClean="0">
                        <a:latin typeface="Cambria Math"/>
                      </a:rPr>
                      <m:t>,</m:t>
                    </m:r>
                    <m:r>
                      <a:rPr lang="en-US" sz="1800" i="1" dirty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err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𝒜</m:t>
                        </m:r>
                      </m:sub>
                    </m:sSub>
                    <m:r>
                      <a:rPr lang="en-US" sz="1800" b="0" i="1" dirty="0" smtClean="0">
                        <a:latin typeface="Cambria Math"/>
                      </a:rPr>
                      <m:t>〉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he-IL" sz="1800" b="0" i="1" smtClean="0">
                            <a:latin typeface="Cambria Math"/>
                          </a:rPr>
                          <m:t>𝒜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r>
                      <a:rPr lang="en-US" sz="1800" b="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he-IL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אם ורק אם קיימת </a:t>
                </a:r>
                <a14:m>
                  <m:oMath xmlns:m="http://schemas.openxmlformats.org/officeDocument/2006/math">
                    <m:r>
                      <a:rPr lang="he-IL" sz="1800" b="0" i="1" smtClean="0">
                        <a:latin typeface="Cambria Math"/>
                      </a:rPr>
                      <m:t>𝛼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כך ש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he-IL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𝑠</m:t>
                        </m:r>
                        <m:r>
                          <a:rPr lang="en-US" sz="1800" b="0" i="1" smtClean="0">
                            <a:latin typeface="Cambria Math"/>
                          </a:rPr>
                          <m:t>,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𝛼</m:t>
                        </m:r>
                        <m:r>
                          <a:rPr lang="en-US" sz="1800" b="0" i="1" smtClean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800" b="0" i="1" smtClean="0">
                        <a:latin typeface="Cambria Math"/>
                      </a:rPr>
                      <m:t>∈</m:t>
                    </m:r>
                    <m:r>
                      <a:rPr lang="en-US" sz="1800" b="0" i="1" smtClean="0">
                        <a:latin typeface="Cambria Math"/>
                      </a:rPr>
                      <m:t>𝛿</m:t>
                    </m:r>
                  </m:oMath>
                </a14:m>
                <a:endParaRPr lang="he-IL" sz="1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קבוצת צמתים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𝑋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בגרף נקראת </a:t>
                </a:r>
                <a:r>
                  <a:rPr lang="he-IL" sz="1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רכיב קשירות חזק 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אם בין כל זוג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𝑣</m:t>
                    </m:r>
                    <m:r>
                      <a:rPr lang="en-US" sz="1800" i="1" dirty="0" smtClean="0">
                        <a:latin typeface="Cambria Math"/>
                      </a:rPr>
                      <m:t>, </m:t>
                    </m:r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 smtClean="0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sz="1800" b="0" i="1" dirty="0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800" b="0" i="1" dirty="0" smtClean="0">
                        <a:latin typeface="Cambria Math"/>
                      </a:rPr>
                      <m:t>∈</m:t>
                    </m:r>
                    <m:r>
                      <a:rPr lang="en-US" sz="1800" i="1" dirty="0" smtClean="0">
                        <a:latin typeface="Cambria Math"/>
                      </a:rPr>
                      <m:t>𝑋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 מחבר מסלול בגרף</a:t>
                </a:r>
              </a:p>
              <a:p>
                <a:pPr lvl="1"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רכיב קשירות חזק אינו טריוויאלי אם הוא מכיל לפחות קשת אחת. </a:t>
                </a:r>
              </a:p>
              <a:p>
                <a:pPr lvl="1">
                  <a:lnSpc>
                    <a:spcPct val="110000"/>
                  </a:lnSpc>
                  <a:spcAft>
                    <a:spcPts val="1800"/>
                  </a:spcAft>
                </a:pP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הוא מקסימאלי אם אין רכיב קשירות חזק המכיל אותו.</a:t>
                </a:r>
              </a:p>
              <a:p>
                <a:pPr>
                  <a:lnSpc>
                    <a:spcPct val="110000"/>
                  </a:lnSpc>
                  <a:spcAft>
                    <a:spcPts val="1800"/>
                  </a:spcAft>
                </a:pP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כל מעגל נמצא ברכיב קשירות חזק לא טריוויאלי</a:t>
                </a:r>
                <a:b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וכל רכיב קשירות לא טריוויאלי מכיל מעגל </a:t>
                </a:r>
              </a:p>
              <a:p>
                <a:pPr>
                  <a:lnSpc>
                    <a:spcPct val="110000"/>
                  </a:lnSpc>
                  <a:spcAft>
                    <a:spcPts val="1800"/>
                  </a:spcAft>
                </a:pP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מקבלים: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𝜔</m:t>
                        </m:r>
                      </m:sub>
                    </m:sSub>
                    <m:r>
                      <a:rPr lang="en-US" sz="1800" b="0" i="1" dirty="0" smtClean="0">
                        <a:latin typeface="Cambria Math"/>
                      </a:rPr>
                      <m:t>(</m:t>
                    </m:r>
                    <m:r>
                      <a:rPr lang="en-US" sz="1800" b="0" i="1" dirty="0" smtClean="0">
                        <a:latin typeface="Cambria Math"/>
                      </a:rPr>
                      <m:t>𝒜</m:t>
                    </m:r>
                    <m:r>
                      <a:rPr lang="en-US" sz="18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אינה ריקה אם ורק אם קיים רכיב קשירות חזק לא טריוויאלי 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1800" i="1" dirty="0">
                            <a:latin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הנגיש ממצב התחלתי ומכיל מצב מקבל.  מספיק לבדוק </a:t>
                </a:r>
                <a:r>
                  <a:rPr lang="he-IL" sz="1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רכיבי קשירות חזקים מקסימאליים.</a:t>
                </a:r>
              </a:p>
              <a:p>
                <a:pPr>
                  <a:lnSpc>
                    <a:spcPct val="110000"/>
                  </a:lnSpc>
                  <a:spcAft>
                    <a:spcPts val="1800"/>
                  </a:spcAft>
                </a:pP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מציאת רכיבי הקשירות המקסימאליים ובדיקת נגישות לוקחות, כל אחת,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0000FF"/>
                        </a:solidFill>
                        <a:latin typeface="Cambria Math"/>
                      </a:rPr>
                      <m:t>𝒪</m:t>
                    </m:r>
                    <m:d>
                      <m:dPr>
                        <m:ctrlPr>
                          <a:rPr lang="en-US" sz="1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</m:d>
                      </m:e>
                    </m:d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צעדים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219200"/>
                <a:ext cx="9144000" cy="5257800"/>
              </a:xfrm>
              <a:blipFill>
                <a:blip r:embed="rId3"/>
                <a:stretch>
                  <a:fillRect t="-463" r="-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66800" y="6076890"/>
                <a:ext cx="672517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מסקנה: ניתן לבדוק אם שפת 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sz="20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ריקה בזמן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𝒪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he-IL" sz="2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6076890"/>
                <a:ext cx="672517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upload.wikimedia.org/wikipedia/commons/thumb/5/5c/Scc.png/220px-Scc.png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0"/>
            <a:ext cx="2895600" cy="132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אוטומט שאינו חוסם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14400" y="2286000"/>
                <a:ext cx="7391400" cy="1676400"/>
              </a:xfrm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32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אינו חוסם </a:t>
                </a: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𝛿</m:t>
                    </m:r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32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𝑞</m:t>
                    </m:r>
                    <m:r>
                      <a:rPr lang="en-US" sz="32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sz="32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𝐴</m:t>
                    </m:r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 </m:t>
                    </m:r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/>
                        <a:sym typeface="Symbol"/>
                      </a:rPr>
                      <m:t></m:t>
                    </m:r>
                    <m:r>
                      <a:rPr lang="en-US" sz="32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32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∅</m:t>
                    </m:r>
                    <m:r>
                      <a:rPr lang="he-IL" sz="32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sz="32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/>
                      </a:rPr>
                      <m:t>𝑞</m:t>
                    </m:r>
                    <m:r>
                      <a:rPr lang="en-US" sz="3200" b="0" i="1" dirty="0" smtClean="0">
                        <a:latin typeface="Cambria Math"/>
                      </a:rPr>
                      <m:t>∈</m:t>
                    </m:r>
                    <m:r>
                      <a:rPr lang="en-US" sz="3200" b="0" i="1" dirty="0" smtClean="0">
                        <a:latin typeface="Cambria Math"/>
                      </a:rPr>
                      <m:t>𝑆</m:t>
                    </m:r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 ולכל 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/>
                      </a:rPr>
                      <m:t>𝐴</m:t>
                    </m:r>
                    <m:r>
                      <a:rPr lang="en-US" sz="3200" b="0" i="1" dirty="0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sz="3200" b="0" i="0" dirty="0" smtClean="0">
                        <a:latin typeface="Cambria Math"/>
                      </a:rPr>
                      <m:t>Σ</m:t>
                    </m:r>
                  </m:oMath>
                </a14:m>
                <a:endParaRPr lang="he-IL" sz="3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14400" y="2286000"/>
                <a:ext cx="7391400" cy="1676400"/>
              </a:xfrm>
              <a:blipFill>
                <a:blip r:embed="rId2"/>
                <a:stretch>
                  <a:fillRect b="-4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727440" y="5344180"/>
            <a:ext cx="5359160" cy="52322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lvl="1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לכל מילת קלט יש ריצה אינסופית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1094" y="153838"/>
            <a:ext cx="65532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בלי הגבלת הכלליות: 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נניח אוטומט שאינו חוסם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598762"/>
                <a:ext cx="8382000" cy="45720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אוטומט </a:t>
                </a:r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קיים אוטומט לא חוסם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𝑡𝑟𝑎𝑝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𝒜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כך ש: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|</m:t>
                    </m:r>
                    <m:r>
                      <a:rPr lang="en-US" i="1" dirty="0" smtClean="0">
                        <a:latin typeface="Cambria Math"/>
                      </a:rPr>
                      <m:t>𝑡𝑟𝑎𝑝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𝒜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|</m:t>
                    </m:r>
                    <m:r>
                      <a:rPr lang="en-US" i="1" dirty="0" smtClean="0">
                        <a:latin typeface="Cambria Math"/>
                      </a:rPr>
                      <m:t> =</m:t>
                    </m:r>
                    <m:r>
                      <a:rPr lang="en-US" b="0" i="1" dirty="0" smtClean="0">
                        <a:latin typeface="Cambria Math"/>
                      </a:rPr>
                      <m:t>𝒪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/>
                      </a:rPr>
                      <m:t>|</m:t>
                    </m:r>
                    <m:r>
                      <a:rPr lang="en-US" b="0" i="1" dirty="0" smtClean="0">
                        <a:latin typeface="Cambria Math"/>
                      </a:rPr>
                      <m:t>𝒜</m:t>
                    </m:r>
                    <m:r>
                      <a:rPr lang="en-US" b="0" i="1" dirty="0" smtClean="0">
                        <a:latin typeface="Cambria Math"/>
                      </a:rPr>
                      <m:t>|)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וגם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𝒜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/>
                          </a:rPr>
                          <m:t>𝑡𝑟𝑎𝑝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𝒜</m:t>
                            </m:r>
                          </m:e>
                        </m:d>
                      </m:e>
                    </m:d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4800"/>
                  </a:spcBef>
                  <a:spcAft>
                    <a:spcPts val="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 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נגדיר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𝑡𝑟𝑎𝑝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he-IL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)=〈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err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𝑄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Σ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𝛿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′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𝑄</m:t>
                    </m:r>
                    <m:r>
                      <a:rPr lang="en-US" sz="24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0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r>
                      <a:rPr lang="en-US" sz="24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𝐹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〉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 algn="ct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/>
                      </a:rPr>
                      <m:t>𝑄</m:t>
                    </m:r>
                    <m:r>
                      <a:rPr lang="en-US" sz="2200" i="1" dirty="0" smtClean="0">
                        <a:latin typeface="Cambria Math"/>
                      </a:rPr>
                      <m:t>’</m:t>
                    </m:r>
                    <m:r>
                      <a:rPr lang="en-US" sz="2200" i="1" dirty="0" smtClean="0">
                        <a:latin typeface="Cambria Math"/>
                      </a:rPr>
                      <m:t>=</m:t>
                    </m:r>
                    <m:r>
                      <a:rPr lang="en-US" sz="2200" i="1" dirty="0" smtClean="0">
                        <a:latin typeface="Cambria Math"/>
                      </a:rPr>
                      <m:t>𝑄</m:t>
                    </m:r>
                    <m:r>
                      <a:rPr lang="en-US" sz="2200" b="0" i="1" dirty="0" smtClean="0">
                        <a:latin typeface="Cambria Math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err="1" smtClean="0">
                            <a:latin typeface="Cambria Math"/>
                          </a:rPr>
                          <m:t>𝑞</m:t>
                        </m:r>
                        <m:r>
                          <a:rPr lang="en-US" sz="2200" i="1" baseline="-25000" dirty="0" err="1" smtClean="0">
                            <a:latin typeface="Cambria Math"/>
                          </a:rPr>
                          <m:t>𝑡𝑟𝑎𝑝</m:t>
                        </m:r>
                      </m:e>
                    </m:d>
                  </m:oMath>
                </a14:m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(בהנחה ש-</a:t>
                </a:r>
                <a: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𝑡𝑟𝑎𝑝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איננו איבר ב-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  <a:buNone/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598762"/>
                <a:ext cx="8382000" cy="4572000"/>
              </a:xfrm>
              <a:blipFill>
                <a:blip r:embed="rId2"/>
                <a:stretch>
                  <a:fillRect t="-1200" r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28800" y="5438369"/>
                <a:ext cx="6181116" cy="10515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and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trap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otherwise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latin typeface="Gisha" panose="020B0502040204020203" pitchFamily="34" charset="-79"/>
                                  <a:cs typeface="Gisha" panose="020B0502040204020203" pitchFamily="34" charset="-79"/>
                                </a:rPr>
                                <m:t>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5438369"/>
                <a:ext cx="6181116" cy="1051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546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20312538"/>
              </p:ext>
            </p:extLst>
          </p:nvPr>
        </p:nvGraphicFramePr>
        <p:xfrm>
          <a:off x="7620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5506" y="2273300"/>
            <a:ext cx="7566494" cy="76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5506" y="4127500"/>
            <a:ext cx="7566494" cy="76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872" y="-190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אוטומט דֶּטֶרְמִינִיסְטִי ואוטומט שלם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0" y="1447800"/>
                <a:ext cx="7924800" cy="3962400"/>
              </a:xfrm>
            </p:spPr>
            <p:txBody>
              <a:bodyPr/>
              <a:lstStyle/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נקרא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דֶּטֶרְמִינִיסְטִי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(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deterministic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|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וגם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/>
                          </a:rPr>
                          <m:t>𝛿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 smtClean="0">
                                <a:latin typeface="Cambria Math"/>
                              </a:rPr>
                              <m:t>𝑞</m:t>
                            </m:r>
                            <m:r>
                              <a:rPr lang="en-US" i="1" dirty="0" err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i="1" dirty="0" err="1" smtClean="0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לכל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b="0" i="1" dirty="0" smtClean="0">
                        <a:latin typeface="Cambria Math"/>
                      </a:rPr>
                      <m:t>∈</m:t>
                    </m:r>
                    <m:r>
                      <a:rPr lang="en-US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ולכל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b="0" i="1" dirty="0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/>
                      </a:rPr>
                      <m:t>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נקרא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שלם</a:t>
                </a:r>
                <a:r>
                  <a:rPr lang="he-IL">
                    <a:solidFill>
                      <a:srgbClr val="0551FB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(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total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  אם</a:t>
                </a:r>
              </a:p>
              <a:p>
                <a:pPr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/>
                          </a:rPr>
                          <m:t>𝛿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>
                                <a:latin typeface="Cambria Math"/>
                              </a:rPr>
                              <m:t>𝑞</m:t>
                            </m:r>
                            <m:r>
                              <a:rPr lang="en-US" i="1" dirty="0" err="1">
                                <a:latin typeface="Cambria Math"/>
                              </a:rPr>
                              <m:t>,</m:t>
                            </m:r>
                            <m:r>
                              <a:rPr lang="en-US" i="1" dirty="0" err="1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 dirty="0">
                        <a:latin typeface="Cambria Math"/>
                      </a:rPr>
                      <m:t>1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לכל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𝑞</m:t>
                    </m:r>
                    <m:r>
                      <a:rPr lang="en-US" i="1" dirty="0">
                        <a:latin typeface="Cambria Math"/>
                      </a:rPr>
                      <m:t>∈</m:t>
                    </m:r>
                    <m:r>
                      <a:rPr lang="en-US" i="1" dirty="0">
                        <a:latin typeface="Cambria Math"/>
                      </a:rPr>
                      <m:t>𝑄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ולכל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𝐴</m:t>
                    </m:r>
                    <m:r>
                      <a:rPr lang="en-US" i="1" dirty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dirty="0">
                        <a:latin typeface="Cambria Math"/>
                      </a:rPr>
                      <m:t>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0" y="1447800"/>
                <a:ext cx="7924800" cy="3962400"/>
              </a:xfrm>
              <a:blipFill>
                <a:blip r:embed="rId2"/>
                <a:stretch>
                  <a:fillRect t="-1692" r="-1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15506" y="5479246"/>
            <a:ext cx="7566494" cy="95410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algn="ctr"/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באוטומט דֶּטֶרְמִינִיסְטִי יש ריצה יחידה לכל מילת קלט</a:t>
            </a:r>
          </a:p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אפשר להפוך כל אוטומט לאוטומט שלם שקול (איך?)</a:t>
            </a:r>
          </a:p>
        </p:txBody>
      </p:sp>
    </p:spTree>
    <p:extLst>
      <p:ext uri="{BB962C8B-B14F-4D97-AF65-F5344CB8AC3E}">
        <p14:creationId xmlns:p14="http://schemas.microsoft.com/office/powerpoint/2010/main" val="2577363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של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לתכונת זמן ליניארי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41074" y="4674894"/>
                <a:ext cx="8051307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שני האוטומטים מייצגים את תכונת הזמן הליניארי: "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תמיד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ואינסוף פעמים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𝑎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74" y="4674894"/>
                <a:ext cx="8051307" cy="400110"/>
              </a:xfrm>
              <a:prstGeom prst="rect">
                <a:avLst/>
              </a:prstGeom>
              <a:blipFill>
                <a:blip r:embed="rId2"/>
                <a:stretch>
                  <a:fillRect l="-606" t="-9091" r="-833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18081" y="3669268"/>
            <a:ext cx="63991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BA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405" y="3712777"/>
            <a:ext cx="62869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D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BA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947433" y="5511243"/>
                <a:ext cx="3038588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always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∧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eventually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433" y="5511243"/>
                <a:ext cx="3038588" cy="400110"/>
              </a:xfrm>
              <a:prstGeom prst="rect">
                <a:avLst/>
              </a:prstGeom>
              <a:blipFill>
                <a:blip r:embed="rId3"/>
                <a:stretch>
                  <a:fillRect t="-7576" r="-281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utoShape 3">
            <a:extLst>
              <a:ext uri="{FF2B5EF4-FFF2-40B4-BE49-F238E27FC236}">
                <a16:creationId xmlns:a16="http://schemas.microsoft.com/office/drawing/2014/main" id="{086568D8-F348-6C0F-BFA4-412F31E85BC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000125" y="2065338"/>
            <a:ext cx="3071813" cy="143986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086" dir="2700511" rotWithShape="0">
              <a:srgbClr val="00000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E972639-C8F9-F9FF-5A15-8C306447E369}"/>
              </a:ext>
            </a:extLst>
          </p:cNvPr>
          <p:cNvSpPr>
            <a:spLocks/>
          </p:cNvSpPr>
          <p:nvPr/>
        </p:nvSpPr>
        <p:spPr bwMode="auto">
          <a:xfrm>
            <a:off x="1423988" y="2806700"/>
            <a:ext cx="360363" cy="360362"/>
          </a:xfrm>
          <a:custGeom>
            <a:avLst/>
            <a:gdLst>
              <a:gd name="T0" fmla="*/ 227 w 227"/>
              <a:gd name="T1" fmla="*/ 113 h 227"/>
              <a:gd name="T2" fmla="*/ 218 w 227"/>
              <a:gd name="T3" fmla="*/ 69 h 227"/>
              <a:gd name="T4" fmla="*/ 193 w 227"/>
              <a:gd name="T5" fmla="*/ 33 h 227"/>
              <a:gd name="T6" fmla="*/ 157 w 227"/>
              <a:gd name="T7" fmla="*/ 9 h 227"/>
              <a:gd name="T8" fmla="*/ 113 w 227"/>
              <a:gd name="T9" fmla="*/ 0 h 227"/>
              <a:gd name="T10" fmla="*/ 69 w 227"/>
              <a:gd name="T11" fmla="*/ 9 h 227"/>
              <a:gd name="T12" fmla="*/ 33 w 227"/>
              <a:gd name="T13" fmla="*/ 33 h 227"/>
              <a:gd name="T14" fmla="*/ 9 w 227"/>
              <a:gd name="T15" fmla="*/ 69 h 227"/>
              <a:gd name="T16" fmla="*/ 0 w 227"/>
              <a:gd name="T17" fmla="*/ 113 h 227"/>
              <a:gd name="T18" fmla="*/ 9 w 227"/>
              <a:gd name="T19" fmla="*/ 157 h 227"/>
              <a:gd name="T20" fmla="*/ 33 w 227"/>
              <a:gd name="T21" fmla="*/ 194 h 227"/>
              <a:gd name="T22" fmla="*/ 69 w 227"/>
              <a:gd name="T23" fmla="*/ 219 h 227"/>
              <a:gd name="T24" fmla="*/ 113 w 227"/>
              <a:gd name="T25" fmla="*/ 227 h 227"/>
              <a:gd name="T26" fmla="*/ 157 w 227"/>
              <a:gd name="T27" fmla="*/ 219 h 227"/>
              <a:gd name="T28" fmla="*/ 193 w 227"/>
              <a:gd name="T29" fmla="*/ 194 h 227"/>
              <a:gd name="T30" fmla="*/ 218 w 227"/>
              <a:gd name="T31" fmla="*/ 157 h 227"/>
              <a:gd name="T32" fmla="*/ 227 w 227"/>
              <a:gd name="T33" fmla="*/ 11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7" h="227">
                <a:moveTo>
                  <a:pt x="227" y="113"/>
                </a:moveTo>
                <a:lnTo>
                  <a:pt x="218" y="69"/>
                </a:lnTo>
                <a:lnTo>
                  <a:pt x="193" y="33"/>
                </a:lnTo>
                <a:lnTo>
                  <a:pt x="157" y="9"/>
                </a:lnTo>
                <a:lnTo>
                  <a:pt x="113" y="0"/>
                </a:lnTo>
                <a:lnTo>
                  <a:pt x="69" y="9"/>
                </a:lnTo>
                <a:lnTo>
                  <a:pt x="33" y="33"/>
                </a:lnTo>
                <a:lnTo>
                  <a:pt x="9" y="69"/>
                </a:lnTo>
                <a:lnTo>
                  <a:pt x="0" y="113"/>
                </a:lnTo>
                <a:lnTo>
                  <a:pt x="9" y="157"/>
                </a:lnTo>
                <a:lnTo>
                  <a:pt x="33" y="194"/>
                </a:lnTo>
                <a:lnTo>
                  <a:pt x="69" y="219"/>
                </a:lnTo>
                <a:lnTo>
                  <a:pt x="113" y="227"/>
                </a:lnTo>
                <a:lnTo>
                  <a:pt x="157" y="219"/>
                </a:lnTo>
                <a:lnTo>
                  <a:pt x="193" y="194"/>
                </a:lnTo>
                <a:lnTo>
                  <a:pt x="218" y="157"/>
                </a:lnTo>
                <a:lnTo>
                  <a:pt x="227" y="113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4AFC0151-39E7-E0F6-EC4C-27FF5EBD2B1F}"/>
              </a:ext>
            </a:extLst>
          </p:cNvPr>
          <p:cNvSpPr>
            <a:spLocks/>
          </p:cNvSpPr>
          <p:nvPr/>
        </p:nvSpPr>
        <p:spPr bwMode="auto">
          <a:xfrm>
            <a:off x="1357313" y="2738438"/>
            <a:ext cx="358775" cy="360362"/>
          </a:xfrm>
          <a:custGeom>
            <a:avLst/>
            <a:gdLst>
              <a:gd name="T0" fmla="*/ 226 w 226"/>
              <a:gd name="T1" fmla="*/ 113 h 227"/>
              <a:gd name="T2" fmla="*/ 217 w 226"/>
              <a:gd name="T3" fmla="*/ 69 h 227"/>
              <a:gd name="T4" fmla="*/ 192 w 226"/>
              <a:gd name="T5" fmla="*/ 33 h 227"/>
              <a:gd name="T6" fmla="*/ 156 w 226"/>
              <a:gd name="T7" fmla="*/ 9 h 227"/>
              <a:gd name="T8" fmla="*/ 112 w 226"/>
              <a:gd name="T9" fmla="*/ 0 h 227"/>
              <a:gd name="T10" fmla="*/ 68 w 226"/>
              <a:gd name="T11" fmla="*/ 9 h 227"/>
              <a:gd name="T12" fmla="*/ 32 w 226"/>
              <a:gd name="T13" fmla="*/ 33 h 227"/>
              <a:gd name="T14" fmla="*/ 8 w 226"/>
              <a:gd name="T15" fmla="*/ 69 h 227"/>
              <a:gd name="T16" fmla="*/ 0 w 226"/>
              <a:gd name="T17" fmla="*/ 113 h 227"/>
              <a:gd name="T18" fmla="*/ 8 w 226"/>
              <a:gd name="T19" fmla="*/ 157 h 227"/>
              <a:gd name="T20" fmla="*/ 32 w 226"/>
              <a:gd name="T21" fmla="*/ 193 h 227"/>
              <a:gd name="T22" fmla="*/ 68 w 226"/>
              <a:gd name="T23" fmla="*/ 218 h 227"/>
              <a:gd name="T24" fmla="*/ 112 w 226"/>
              <a:gd name="T25" fmla="*/ 227 h 227"/>
              <a:gd name="T26" fmla="*/ 156 w 226"/>
              <a:gd name="T27" fmla="*/ 218 h 227"/>
              <a:gd name="T28" fmla="*/ 192 w 226"/>
              <a:gd name="T29" fmla="*/ 193 h 227"/>
              <a:gd name="T30" fmla="*/ 217 w 226"/>
              <a:gd name="T31" fmla="*/ 157 h 227"/>
              <a:gd name="T32" fmla="*/ 226 w 226"/>
              <a:gd name="T33" fmla="*/ 11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6" h="227">
                <a:moveTo>
                  <a:pt x="226" y="113"/>
                </a:moveTo>
                <a:lnTo>
                  <a:pt x="217" y="69"/>
                </a:lnTo>
                <a:lnTo>
                  <a:pt x="192" y="33"/>
                </a:lnTo>
                <a:lnTo>
                  <a:pt x="156" y="9"/>
                </a:lnTo>
                <a:lnTo>
                  <a:pt x="112" y="0"/>
                </a:lnTo>
                <a:lnTo>
                  <a:pt x="68" y="9"/>
                </a:lnTo>
                <a:lnTo>
                  <a:pt x="32" y="33"/>
                </a:lnTo>
                <a:lnTo>
                  <a:pt x="8" y="69"/>
                </a:lnTo>
                <a:lnTo>
                  <a:pt x="0" y="113"/>
                </a:lnTo>
                <a:lnTo>
                  <a:pt x="8" y="157"/>
                </a:lnTo>
                <a:lnTo>
                  <a:pt x="32" y="193"/>
                </a:lnTo>
                <a:lnTo>
                  <a:pt x="68" y="218"/>
                </a:lnTo>
                <a:lnTo>
                  <a:pt x="112" y="227"/>
                </a:lnTo>
                <a:lnTo>
                  <a:pt x="156" y="218"/>
                </a:lnTo>
                <a:lnTo>
                  <a:pt x="192" y="193"/>
                </a:lnTo>
                <a:lnTo>
                  <a:pt x="217" y="157"/>
                </a:lnTo>
                <a:lnTo>
                  <a:pt x="226" y="113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DCEB6D2-8D8D-F6E6-E53D-FB828474E455}"/>
              </a:ext>
            </a:extLst>
          </p:cNvPr>
          <p:cNvSpPr>
            <a:spLocks/>
          </p:cNvSpPr>
          <p:nvPr/>
        </p:nvSpPr>
        <p:spPr bwMode="auto">
          <a:xfrm flipV="1">
            <a:off x="1357313" y="2738438"/>
            <a:ext cx="358775" cy="360362"/>
          </a:xfrm>
          <a:custGeom>
            <a:avLst/>
            <a:gdLst>
              <a:gd name="T0" fmla="*/ 227 w 227"/>
              <a:gd name="T1" fmla="*/ 114 h 227"/>
              <a:gd name="T2" fmla="*/ 218 w 227"/>
              <a:gd name="T3" fmla="*/ 158 h 227"/>
              <a:gd name="T4" fmla="*/ 193 w 227"/>
              <a:gd name="T5" fmla="*/ 194 h 227"/>
              <a:gd name="T6" fmla="*/ 157 w 227"/>
              <a:gd name="T7" fmla="*/ 218 h 227"/>
              <a:gd name="T8" fmla="*/ 113 w 227"/>
              <a:gd name="T9" fmla="*/ 227 h 227"/>
              <a:gd name="T10" fmla="*/ 69 w 227"/>
              <a:gd name="T11" fmla="*/ 218 h 227"/>
              <a:gd name="T12" fmla="*/ 33 w 227"/>
              <a:gd name="T13" fmla="*/ 194 h 227"/>
              <a:gd name="T14" fmla="*/ 9 w 227"/>
              <a:gd name="T15" fmla="*/ 158 h 227"/>
              <a:gd name="T16" fmla="*/ 0 w 227"/>
              <a:gd name="T17" fmla="*/ 114 h 227"/>
              <a:gd name="T18" fmla="*/ 9 w 227"/>
              <a:gd name="T19" fmla="*/ 70 h 227"/>
              <a:gd name="T20" fmla="*/ 33 w 227"/>
              <a:gd name="T21" fmla="*/ 34 h 227"/>
              <a:gd name="T22" fmla="*/ 69 w 227"/>
              <a:gd name="T23" fmla="*/ 9 h 227"/>
              <a:gd name="T24" fmla="*/ 113 w 227"/>
              <a:gd name="T25" fmla="*/ 0 h 227"/>
              <a:gd name="T26" fmla="*/ 157 w 227"/>
              <a:gd name="T27" fmla="*/ 9 h 227"/>
              <a:gd name="T28" fmla="*/ 193 w 227"/>
              <a:gd name="T29" fmla="*/ 34 h 227"/>
              <a:gd name="T30" fmla="*/ 218 w 227"/>
              <a:gd name="T31" fmla="*/ 70 h 227"/>
              <a:gd name="T32" fmla="*/ 227 w 227"/>
              <a:gd name="T33" fmla="*/ 114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7" h="227">
                <a:moveTo>
                  <a:pt x="227" y="114"/>
                </a:moveTo>
                <a:lnTo>
                  <a:pt x="218" y="158"/>
                </a:lnTo>
                <a:lnTo>
                  <a:pt x="193" y="194"/>
                </a:lnTo>
                <a:lnTo>
                  <a:pt x="157" y="218"/>
                </a:lnTo>
                <a:lnTo>
                  <a:pt x="113" y="227"/>
                </a:lnTo>
                <a:lnTo>
                  <a:pt x="69" y="218"/>
                </a:lnTo>
                <a:lnTo>
                  <a:pt x="33" y="194"/>
                </a:lnTo>
                <a:lnTo>
                  <a:pt x="9" y="158"/>
                </a:lnTo>
                <a:lnTo>
                  <a:pt x="0" y="114"/>
                </a:lnTo>
                <a:lnTo>
                  <a:pt x="9" y="70"/>
                </a:lnTo>
                <a:lnTo>
                  <a:pt x="33" y="34"/>
                </a:lnTo>
                <a:lnTo>
                  <a:pt x="69" y="9"/>
                </a:lnTo>
                <a:lnTo>
                  <a:pt x="113" y="0"/>
                </a:lnTo>
                <a:lnTo>
                  <a:pt x="157" y="9"/>
                </a:lnTo>
                <a:lnTo>
                  <a:pt x="193" y="34"/>
                </a:lnTo>
                <a:lnTo>
                  <a:pt x="218" y="70"/>
                </a:lnTo>
                <a:lnTo>
                  <a:pt x="227" y="114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8">
            <a:extLst>
              <a:ext uri="{FF2B5EF4-FFF2-40B4-BE49-F238E27FC236}">
                <a16:creationId xmlns:a16="http://schemas.microsoft.com/office/drawing/2014/main" id="{FD56BEAC-24E2-60BB-C060-BF75A241E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5050" y="2917825"/>
            <a:ext cx="25241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4195D2D0-CE73-4593-C095-68A5A09176CA}"/>
              </a:ext>
            </a:extLst>
          </p:cNvPr>
          <p:cNvSpPr>
            <a:spLocks/>
          </p:cNvSpPr>
          <p:nvPr/>
        </p:nvSpPr>
        <p:spPr bwMode="auto">
          <a:xfrm>
            <a:off x="1211263" y="2876550"/>
            <a:ext cx="101600" cy="82550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0 h 52"/>
              <a:gd name="T4" fmla="*/ 18 w 64"/>
              <a:gd name="T5" fmla="*/ 26 h 52"/>
              <a:gd name="T6" fmla="*/ 0 w 64"/>
              <a:gd name="T7" fmla="*/ 52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0"/>
                </a:lnTo>
                <a:lnTo>
                  <a:pt x="18" y="26"/>
                </a:lnTo>
                <a:lnTo>
                  <a:pt x="0" y="52"/>
                </a:lnTo>
                <a:lnTo>
                  <a:pt x="64" y="26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309A9E3A-F394-844B-147B-B1ED25EB1A18}"/>
              </a:ext>
            </a:extLst>
          </p:cNvPr>
          <p:cNvSpPr>
            <a:spLocks/>
          </p:cNvSpPr>
          <p:nvPr/>
        </p:nvSpPr>
        <p:spPr bwMode="auto">
          <a:xfrm flipV="1">
            <a:off x="1211263" y="2876550"/>
            <a:ext cx="101600" cy="82550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F04792ED-E892-B7B0-73A8-E0C9B1C83620}"/>
              </a:ext>
            </a:extLst>
          </p:cNvPr>
          <p:cNvSpPr>
            <a:spLocks/>
          </p:cNvSpPr>
          <p:nvPr/>
        </p:nvSpPr>
        <p:spPr bwMode="auto">
          <a:xfrm>
            <a:off x="3597275" y="2806700"/>
            <a:ext cx="358775" cy="360362"/>
          </a:xfrm>
          <a:custGeom>
            <a:avLst/>
            <a:gdLst>
              <a:gd name="T0" fmla="*/ 226 w 226"/>
              <a:gd name="T1" fmla="*/ 113 h 227"/>
              <a:gd name="T2" fmla="*/ 217 w 226"/>
              <a:gd name="T3" fmla="*/ 69 h 227"/>
              <a:gd name="T4" fmla="*/ 193 w 226"/>
              <a:gd name="T5" fmla="*/ 33 h 227"/>
              <a:gd name="T6" fmla="*/ 158 w 226"/>
              <a:gd name="T7" fmla="*/ 9 h 227"/>
              <a:gd name="T8" fmla="*/ 114 w 226"/>
              <a:gd name="T9" fmla="*/ 0 h 227"/>
              <a:gd name="T10" fmla="*/ 69 w 226"/>
              <a:gd name="T11" fmla="*/ 9 h 227"/>
              <a:gd name="T12" fmla="*/ 33 w 226"/>
              <a:gd name="T13" fmla="*/ 33 h 227"/>
              <a:gd name="T14" fmla="*/ 9 w 226"/>
              <a:gd name="T15" fmla="*/ 69 h 227"/>
              <a:gd name="T16" fmla="*/ 0 w 226"/>
              <a:gd name="T17" fmla="*/ 113 h 227"/>
              <a:gd name="T18" fmla="*/ 9 w 226"/>
              <a:gd name="T19" fmla="*/ 157 h 227"/>
              <a:gd name="T20" fmla="*/ 33 w 226"/>
              <a:gd name="T21" fmla="*/ 194 h 227"/>
              <a:gd name="T22" fmla="*/ 69 w 226"/>
              <a:gd name="T23" fmla="*/ 219 h 227"/>
              <a:gd name="T24" fmla="*/ 114 w 226"/>
              <a:gd name="T25" fmla="*/ 227 h 227"/>
              <a:gd name="T26" fmla="*/ 158 w 226"/>
              <a:gd name="T27" fmla="*/ 219 h 227"/>
              <a:gd name="T28" fmla="*/ 193 w 226"/>
              <a:gd name="T29" fmla="*/ 194 h 227"/>
              <a:gd name="T30" fmla="*/ 217 w 226"/>
              <a:gd name="T31" fmla="*/ 157 h 227"/>
              <a:gd name="T32" fmla="*/ 226 w 226"/>
              <a:gd name="T33" fmla="*/ 11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6" h="227">
                <a:moveTo>
                  <a:pt x="226" y="113"/>
                </a:moveTo>
                <a:lnTo>
                  <a:pt x="217" y="69"/>
                </a:lnTo>
                <a:lnTo>
                  <a:pt x="193" y="33"/>
                </a:lnTo>
                <a:lnTo>
                  <a:pt x="158" y="9"/>
                </a:lnTo>
                <a:lnTo>
                  <a:pt x="114" y="0"/>
                </a:lnTo>
                <a:lnTo>
                  <a:pt x="69" y="9"/>
                </a:lnTo>
                <a:lnTo>
                  <a:pt x="33" y="33"/>
                </a:lnTo>
                <a:lnTo>
                  <a:pt x="9" y="69"/>
                </a:lnTo>
                <a:lnTo>
                  <a:pt x="0" y="113"/>
                </a:lnTo>
                <a:lnTo>
                  <a:pt x="9" y="157"/>
                </a:lnTo>
                <a:lnTo>
                  <a:pt x="33" y="194"/>
                </a:lnTo>
                <a:lnTo>
                  <a:pt x="69" y="219"/>
                </a:lnTo>
                <a:lnTo>
                  <a:pt x="114" y="227"/>
                </a:lnTo>
                <a:lnTo>
                  <a:pt x="158" y="219"/>
                </a:lnTo>
                <a:lnTo>
                  <a:pt x="193" y="194"/>
                </a:lnTo>
                <a:lnTo>
                  <a:pt x="217" y="157"/>
                </a:lnTo>
                <a:lnTo>
                  <a:pt x="226" y="113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0102E82A-3A04-3EBB-08D3-9C8E4ADDC556}"/>
              </a:ext>
            </a:extLst>
          </p:cNvPr>
          <p:cNvSpPr>
            <a:spLocks/>
          </p:cNvSpPr>
          <p:nvPr/>
        </p:nvSpPr>
        <p:spPr bwMode="auto">
          <a:xfrm>
            <a:off x="3529013" y="2738438"/>
            <a:ext cx="358775" cy="360362"/>
          </a:xfrm>
          <a:custGeom>
            <a:avLst/>
            <a:gdLst>
              <a:gd name="T0" fmla="*/ 226 w 226"/>
              <a:gd name="T1" fmla="*/ 113 h 227"/>
              <a:gd name="T2" fmla="*/ 218 w 226"/>
              <a:gd name="T3" fmla="*/ 69 h 227"/>
              <a:gd name="T4" fmla="*/ 194 w 226"/>
              <a:gd name="T5" fmla="*/ 33 h 227"/>
              <a:gd name="T6" fmla="*/ 158 w 226"/>
              <a:gd name="T7" fmla="*/ 9 h 227"/>
              <a:gd name="T8" fmla="*/ 114 w 226"/>
              <a:gd name="T9" fmla="*/ 0 h 227"/>
              <a:gd name="T10" fmla="*/ 70 w 226"/>
              <a:gd name="T11" fmla="*/ 9 h 227"/>
              <a:gd name="T12" fmla="*/ 33 w 226"/>
              <a:gd name="T13" fmla="*/ 33 h 227"/>
              <a:gd name="T14" fmla="*/ 9 w 226"/>
              <a:gd name="T15" fmla="*/ 69 h 227"/>
              <a:gd name="T16" fmla="*/ 0 w 226"/>
              <a:gd name="T17" fmla="*/ 113 h 227"/>
              <a:gd name="T18" fmla="*/ 9 w 226"/>
              <a:gd name="T19" fmla="*/ 157 h 227"/>
              <a:gd name="T20" fmla="*/ 33 w 226"/>
              <a:gd name="T21" fmla="*/ 193 h 227"/>
              <a:gd name="T22" fmla="*/ 70 w 226"/>
              <a:gd name="T23" fmla="*/ 218 h 227"/>
              <a:gd name="T24" fmla="*/ 114 w 226"/>
              <a:gd name="T25" fmla="*/ 227 h 227"/>
              <a:gd name="T26" fmla="*/ 158 w 226"/>
              <a:gd name="T27" fmla="*/ 218 h 227"/>
              <a:gd name="T28" fmla="*/ 194 w 226"/>
              <a:gd name="T29" fmla="*/ 193 h 227"/>
              <a:gd name="T30" fmla="*/ 218 w 226"/>
              <a:gd name="T31" fmla="*/ 157 h 227"/>
              <a:gd name="T32" fmla="*/ 226 w 226"/>
              <a:gd name="T33" fmla="*/ 11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6" h="227">
                <a:moveTo>
                  <a:pt x="226" y="113"/>
                </a:moveTo>
                <a:lnTo>
                  <a:pt x="218" y="69"/>
                </a:lnTo>
                <a:lnTo>
                  <a:pt x="194" y="33"/>
                </a:lnTo>
                <a:lnTo>
                  <a:pt x="158" y="9"/>
                </a:lnTo>
                <a:lnTo>
                  <a:pt x="114" y="0"/>
                </a:lnTo>
                <a:lnTo>
                  <a:pt x="70" y="9"/>
                </a:lnTo>
                <a:lnTo>
                  <a:pt x="33" y="33"/>
                </a:lnTo>
                <a:lnTo>
                  <a:pt x="9" y="69"/>
                </a:lnTo>
                <a:lnTo>
                  <a:pt x="0" y="113"/>
                </a:lnTo>
                <a:lnTo>
                  <a:pt x="9" y="157"/>
                </a:lnTo>
                <a:lnTo>
                  <a:pt x="33" y="193"/>
                </a:lnTo>
                <a:lnTo>
                  <a:pt x="70" y="218"/>
                </a:lnTo>
                <a:lnTo>
                  <a:pt x="114" y="227"/>
                </a:lnTo>
                <a:lnTo>
                  <a:pt x="158" y="218"/>
                </a:lnTo>
                <a:lnTo>
                  <a:pt x="194" y="193"/>
                </a:lnTo>
                <a:lnTo>
                  <a:pt x="218" y="157"/>
                </a:lnTo>
                <a:lnTo>
                  <a:pt x="226" y="113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5CE750D-1202-73A8-9690-1E6CC02591E5}"/>
              </a:ext>
            </a:extLst>
          </p:cNvPr>
          <p:cNvSpPr>
            <a:spLocks/>
          </p:cNvSpPr>
          <p:nvPr/>
        </p:nvSpPr>
        <p:spPr bwMode="auto">
          <a:xfrm flipV="1">
            <a:off x="3529013" y="2738438"/>
            <a:ext cx="358775" cy="360362"/>
          </a:xfrm>
          <a:custGeom>
            <a:avLst/>
            <a:gdLst>
              <a:gd name="T0" fmla="*/ 227 w 227"/>
              <a:gd name="T1" fmla="*/ 114 h 227"/>
              <a:gd name="T2" fmla="*/ 218 w 227"/>
              <a:gd name="T3" fmla="*/ 158 h 227"/>
              <a:gd name="T4" fmla="*/ 194 w 227"/>
              <a:gd name="T5" fmla="*/ 194 h 227"/>
              <a:gd name="T6" fmla="*/ 158 w 227"/>
              <a:gd name="T7" fmla="*/ 218 h 227"/>
              <a:gd name="T8" fmla="*/ 114 w 227"/>
              <a:gd name="T9" fmla="*/ 227 h 227"/>
              <a:gd name="T10" fmla="*/ 70 w 227"/>
              <a:gd name="T11" fmla="*/ 218 h 227"/>
              <a:gd name="T12" fmla="*/ 33 w 227"/>
              <a:gd name="T13" fmla="*/ 194 h 227"/>
              <a:gd name="T14" fmla="*/ 9 w 227"/>
              <a:gd name="T15" fmla="*/ 158 h 227"/>
              <a:gd name="T16" fmla="*/ 0 w 227"/>
              <a:gd name="T17" fmla="*/ 114 h 227"/>
              <a:gd name="T18" fmla="*/ 9 w 227"/>
              <a:gd name="T19" fmla="*/ 70 h 227"/>
              <a:gd name="T20" fmla="*/ 33 w 227"/>
              <a:gd name="T21" fmla="*/ 34 h 227"/>
              <a:gd name="T22" fmla="*/ 70 w 227"/>
              <a:gd name="T23" fmla="*/ 9 h 227"/>
              <a:gd name="T24" fmla="*/ 114 w 227"/>
              <a:gd name="T25" fmla="*/ 0 h 227"/>
              <a:gd name="T26" fmla="*/ 158 w 227"/>
              <a:gd name="T27" fmla="*/ 9 h 227"/>
              <a:gd name="T28" fmla="*/ 194 w 227"/>
              <a:gd name="T29" fmla="*/ 34 h 227"/>
              <a:gd name="T30" fmla="*/ 218 w 227"/>
              <a:gd name="T31" fmla="*/ 70 h 227"/>
              <a:gd name="T32" fmla="*/ 227 w 227"/>
              <a:gd name="T33" fmla="*/ 114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7" h="227">
                <a:moveTo>
                  <a:pt x="227" y="114"/>
                </a:moveTo>
                <a:lnTo>
                  <a:pt x="218" y="158"/>
                </a:lnTo>
                <a:lnTo>
                  <a:pt x="194" y="194"/>
                </a:lnTo>
                <a:lnTo>
                  <a:pt x="158" y="218"/>
                </a:lnTo>
                <a:lnTo>
                  <a:pt x="114" y="227"/>
                </a:lnTo>
                <a:lnTo>
                  <a:pt x="70" y="218"/>
                </a:lnTo>
                <a:lnTo>
                  <a:pt x="33" y="194"/>
                </a:lnTo>
                <a:lnTo>
                  <a:pt x="9" y="158"/>
                </a:lnTo>
                <a:lnTo>
                  <a:pt x="0" y="114"/>
                </a:lnTo>
                <a:lnTo>
                  <a:pt x="9" y="70"/>
                </a:lnTo>
                <a:lnTo>
                  <a:pt x="33" y="34"/>
                </a:lnTo>
                <a:lnTo>
                  <a:pt x="70" y="9"/>
                </a:lnTo>
                <a:lnTo>
                  <a:pt x="114" y="0"/>
                </a:lnTo>
                <a:lnTo>
                  <a:pt x="158" y="9"/>
                </a:lnTo>
                <a:lnTo>
                  <a:pt x="194" y="34"/>
                </a:lnTo>
                <a:lnTo>
                  <a:pt x="218" y="70"/>
                </a:lnTo>
                <a:lnTo>
                  <a:pt x="227" y="114"/>
                </a:lnTo>
              </a:path>
            </a:pathLst>
          </a:custGeom>
          <a:noFill/>
          <a:ln w="444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4">
            <a:extLst>
              <a:ext uri="{FF2B5EF4-FFF2-40B4-BE49-F238E27FC236}">
                <a16:creationId xmlns:a16="http://schemas.microsoft.com/office/drawing/2014/main" id="{EA0BC74F-2FB0-3B01-D8E7-E141D02FC7A0}"/>
              </a:ext>
            </a:extLst>
          </p:cNvPr>
          <p:cNvSpPr>
            <a:spLocks/>
          </p:cNvSpPr>
          <p:nvPr/>
        </p:nvSpPr>
        <p:spPr bwMode="auto">
          <a:xfrm flipV="1">
            <a:off x="3529013" y="2738438"/>
            <a:ext cx="358775" cy="360362"/>
          </a:xfrm>
          <a:custGeom>
            <a:avLst/>
            <a:gdLst>
              <a:gd name="T0" fmla="*/ 227 w 227"/>
              <a:gd name="T1" fmla="*/ 114 h 227"/>
              <a:gd name="T2" fmla="*/ 218 w 227"/>
              <a:gd name="T3" fmla="*/ 158 h 227"/>
              <a:gd name="T4" fmla="*/ 194 w 227"/>
              <a:gd name="T5" fmla="*/ 194 h 227"/>
              <a:gd name="T6" fmla="*/ 158 w 227"/>
              <a:gd name="T7" fmla="*/ 218 h 227"/>
              <a:gd name="T8" fmla="*/ 114 w 227"/>
              <a:gd name="T9" fmla="*/ 227 h 227"/>
              <a:gd name="T10" fmla="*/ 70 w 227"/>
              <a:gd name="T11" fmla="*/ 218 h 227"/>
              <a:gd name="T12" fmla="*/ 33 w 227"/>
              <a:gd name="T13" fmla="*/ 194 h 227"/>
              <a:gd name="T14" fmla="*/ 9 w 227"/>
              <a:gd name="T15" fmla="*/ 158 h 227"/>
              <a:gd name="T16" fmla="*/ 0 w 227"/>
              <a:gd name="T17" fmla="*/ 114 h 227"/>
              <a:gd name="T18" fmla="*/ 9 w 227"/>
              <a:gd name="T19" fmla="*/ 70 h 227"/>
              <a:gd name="T20" fmla="*/ 33 w 227"/>
              <a:gd name="T21" fmla="*/ 34 h 227"/>
              <a:gd name="T22" fmla="*/ 70 w 227"/>
              <a:gd name="T23" fmla="*/ 9 h 227"/>
              <a:gd name="T24" fmla="*/ 114 w 227"/>
              <a:gd name="T25" fmla="*/ 0 h 227"/>
              <a:gd name="T26" fmla="*/ 158 w 227"/>
              <a:gd name="T27" fmla="*/ 9 h 227"/>
              <a:gd name="T28" fmla="*/ 194 w 227"/>
              <a:gd name="T29" fmla="*/ 34 h 227"/>
              <a:gd name="T30" fmla="*/ 218 w 227"/>
              <a:gd name="T31" fmla="*/ 70 h 227"/>
              <a:gd name="T32" fmla="*/ 227 w 227"/>
              <a:gd name="T33" fmla="*/ 114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7" h="227">
                <a:moveTo>
                  <a:pt x="227" y="114"/>
                </a:moveTo>
                <a:lnTo>
                  <a:pt x="218" y="158"/>
                </a:lnTo>
                <a:lnTo>
                  <a:pt x="194" y="194"/>
                </a:lnTo>
                <a:lnTo>
                  <a:pt x="158" y="218"/>
                </a:lnTo>
                <a:lnTo>
                  <a:pt x="114" y="227"/>
                </a:lnTo>
                <a:lnTo>
                  <a:pt x="70" y="218"/>
                </a:lnTo>
                <a:lnTo>
                  <a:pt x="33" y="194"/>
                </a:lnTo>
                <a:lnTo>
                  <a:pt x="9" y="158"/>
                </a:lnTo>
                <a:lnTo>
                  <a:pt x="0" y="114"/>
                </a:lnTo>
                <a:lnTo>
                  <a:pt x="9" y="70"/>
                </a:lnTo>
                <a:lnTo>
                  <a:pt x="33" y="34"/>
                </a:lnTo>
                <a:lnTo>
                  <a:pt x="70" y="9"/>
                </a:lnTo>
                <a:lnTo>
                  <a:pt x="114" y="0"/>
                </a:lnTo>
                <a:lnTo>
                  <a:pt x="158" y="9"/>
                </a:lnTo>
                <a:lnTo>
                  <a:pt x="194" y="34"/>
                </a:lnTo>
                <a:lnTo>
                  <a:pt x="218" y="70"/>
                </a:lnTo>
                <a:lnTo>
                  <a:pt x="227" y="114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5">
            <a:extLst>
              <a:ext uri="{FF2B5EF4-FFF2-40B4-BE49-F238E27FC236}">
                <a16:creationId xmlns:a16="http://schemas.microsoft.com/office/drawing/2014/main" id="{E0B9CD1E-D33E-1FFB-294B-151C7114F462}"/>
              </a:ext>
            </a:extLst>
          </p:cNvPr>
          <p:cNvSpPr>
            <a:spLocks/>
          </p:cNvSpPr>
          <p:nvPr/>
        </p:nvSpPr>
        <p:spPr bwMode="auto">
          <a:xfrm flipV="1">
            <a:off x="1462088" y="2401888"/>
            <a:ext cx="157163" cy="336550"/>
          </a:xfrm>
          <a:custGeom>
            <a:avLst/>
            <a:gdLst>
              <a:gd name="T0" fmla="*/ 16 w 99"/>
              <a:gd name="T1" fmla="*/ 0 h 211"/>
              <a:gd name="T2" fmla="*/ 0 w 99"/>
              <a:gd name="T3" fmla="*/ 90 h 211"/>
              <a:gd name="T4" fmla="*/ 5 w 99"/>
              <a:gd name="T5" fmla="*/ 155 h 211"/>
              <a:gd name="T6" fmla="*/ 23 w 99"/>
              <a:gd name="T7" fmla="*/ 195 h 211"/>
              <a:gd name="T8" fmla="*/ 47 w 99"/>
              <a:gd name="T9" fmla="*/ 211 h 211"/>
              <a:gd name="T10" fmla="*/ 73 w 99"/>
              <a:gd name="T11" fmla="*/ 202 h 211"/>
              <a:gd name="T12" fmla="*/ 92 w 99"/>
              <a:gd name="T13" fmla="*/ 171 h 211"/>
              <a:gd name="T14" fmla="*/ 99 w 99"/>
              <a:gd name="T15" fmla="*/ 116 h 211"/>
              <a:gd name="T16" fmla="*/ 87 w 99"/>
              <a:gd name="T17" fmla="*/ 39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" h="211">
                <a:moveTo>
                  <a:pt x="16" y="0"/>
                </a:moveTo>
                <a:lnTo>
                  <a:pt x="0" y="90"/>
                </a:lnTo>
                <a:lnTo>
                  <a:pt x="5" y="155"/>
                </a:lnTo>
                <a:lnTo>
                  <a:pt x="23" y="195"/>
                </a:lnTo>
                <a:lnTo>
                  <a:pt x="47" y="211"/>
                </a:lnTo>
                <a:lnTo>
                  <a:pt x="73" y="202"/>
                </a:lnTo>
                <a:lnTo>
                  <a:pt x="92" y="171"/>
                </a:lnTo>
                <a:lnTo>
                  <a:pt x="99" y="116"/>
                </a:lnTo>
                <a:lnTo>
                  <a:pt x="87" y="39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EC965EF6-E70C-A322-B506-652FE5AB95F0}"/>
              </a:ext>
            </a:extLst>
          </p:cNvPr>
          <p:cNvSpPr>
            <a:spLocks/>
          </p:cNvSpPr>
          <p:nvPr/>
        </p:nvSpPr>
        <p:spPr bwMode="auto">
          <a:xfrm>
            <a:off x="1579563" y="2590800"/>
            <a:ext cx="79375" cy="107950"/>
          </a:xfrm>
          <a:custGeom>
            <a:avLst/>
            <a:gdLst>
              <a:gd name="T0" fmla="*/ 9 w 50"/>
              <a:gd name="T1" fmla="*/ 68 h 68"/>
              <a:gd name="T2" fmla="*/ 50 w 50"/>
              <a:gd name="T3" fmla="*/ 13 h 68"/>
              <a:gd name="T4" fmla="*/ 21 w 50"/>
              <a:gd name="T5" fmla="*/ 24 h 68"/>
              <a:gd name="T6" fmla="*/ 0 w 50"/>
              <a:gd name="T7" fmla="*/ 0 h 68"/>
              <a:gd name="T8" fmla="*/ 9 w 50"/>
              <a:gd name="T9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8">
                <a:moveTo>
                  <a:pt x="9" y="68"/>
                </a:moveTo>
                <a:lnTo>
                  <a:pt x="50" y="13"/>
                </a:lnTo>
                <a:lnTo>
                  <a:pt x="21" y="24"/>
                </a:lnTo>
                <a:lnTo>
                  <a:pt x="0" y="0"/>
                </a:lnTo>
                <a:lnTo>
                  <a:pt x="9" y="68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2B33D788-F754-3665-7A01-DA0DCA83E8DF}"/>
              </a:ext>
            </a:extLst>
          </p:cNvPr>
          <p:cNvSpPr>
            <a:spLocks/>
          </p:cNvSpPr>
          <p:nvPr/>
        </p:nvSpPr>
        <p:spPr bwMode="auto">
          <a:xfrm flipV="1">
            <a:off x="1579563" y="2590800"/>
            <a:ext cx="79375" cy="107950"/>
          </a:xfrm>
          <a:custGeom>
            <a:avLst/>
            <a:gdLst>
              <a:gd name="T0" fmla="*/ 9 w 50"/>
              <a:gd name="T1" fmla="*/ 0 h 68"/>
              <a:gd name="T2" fmla="*/ 50 w 50"/>
              <a:gd name="T3" fmla="*/ 55 h 68"/>
              <a:gd name="T4" fmla="*/ 21 w 50"/>
              <a:gd name="T5" fmla="*/ 44 h 68"/>
              <a:gd name="T6" fmla="*/ 0 w 50"/>
              <a:gd name="T7" fmla="*/ 68 h 68"/>
              <a:gd name="T8" fmla="*/ 9 w 50"/>
              <a:gd name="T9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8">
                <a:moveTo>
                  <a:pt x="9" y="0"/>
                </a:moveTo>
                <a:lnTo>
                  <a:pt x="50" y="55"/>
                </a:lnTo>
                <a:lnTo>
                  <a:pt x="21" y="44"/>
                </a:lnTo>
                <a:lnTo>
                  <a:pt x="0" y="68"/>
                </a:lnTo>
                <a:lnTo>
                  <a:pt x="9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Freeform 22">
            <a:extLst>
              <a:ext uri="{FF2B5EF4-FFF2-40B4-BE49-F238E27FC236}">
                <a16:creationId xmlns:a16="http://schemas.microsoft.com/office/drawing/2014/main" id="{F0A11A5E-C360-4D00-9A49-2E08460A4440}"/>
              </a:ext>
            </a:extLst>
          </p:cNvPr>
          <p:cNvSpPr>
            <a:spLocks/>
          </p:cNvSpPr>
          <p:nvPr/>
        </p:nvSpPr>
        <p:spPr bwMode="auto">
          <a:xfrm flipV="1">
            <a:off x="1711325" y="2981325"/>
            <a:ext cx="1754188" cy="188912"/>
          </a:xfrm>
          <a:custGeom>
            <a:avLst/>
            <a:gdLst>
              <a:gd name="T0" fmla="*/ 0 w 1110"/>
              <a:gd name="T1" fmla="*/ 118 h 118"/>
              <a:gd name="T2" fmla="*/ 297 w 1110"/>
              <a:gd name="T3" fmla="*/ 31 h 118"/>
              <a:gd name="T4" fmla="*/ 569 w 1110"/>
              <a:gd name="T5" fmla="*/ 0 h 118"/>
              <a:gd name="T6" fmla="*/ 834 w 1110"/>
              <a:gd name="T7" fmla="*/ 24 h 118"/>
              <a:gd name="T8" fmla="*/ 1110 w 1110"/>
              <a:gd name="T9" fmla="*/ 102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0" h="118">
                <a:moveTo>
                  <a:pt x="0" y="118"/>
                </a:moveTo>
                <a:lnTo>
                  <a:pt x="297" y="31"/>
                </a:lnTo>
                <a:lnTo>
                  <a:pt x="569" y="0"/>
                </a:lnTo>
                <a:lnTo>
                  <a:pt x="834" y="24"/>
                </a:lnTo>
                <a:lnTo>
                  <a:pt x="1110" y="10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23">
            <a:extLst>
              <a:ext uri="{FF2B5EF4-FFF2-40B4-BE49-F238E27FC236}">
                <a16:creationId xmlns:a16="http://schemas.microsoft.com/office/drawing/2014/main" id="{7786CD4F-01F2-D947-13F1-0483621CF14D}"/>
              </a:ext>
            </a:extLst>
          </p:cNvPr>
          <p:cNvSpPr>
            <a:spLocks/>
          </p:cNvSpPr>
          <p:nvPr/>
        </p:nvSpPr>
        <p:spPr bwMode="auto">
          <a:xfrm>
            <a:off x="3381375" y="2994025"/>
            <a:ext cx="107950" cy="77787"/>
          </a:xfrm>
          <a:custGeom>
            <a:avLst/>
            <a:gdLst>
              <a:gd name="T0" fmla="*/ 68 w 68"/>
              <a:gd name="T1" fmla="*/ 3 h 49"/>
              <a:gd name="T2" fmla="*/ 0 w 68"/>
              <a:gd name="T3" fmla="*/ 0 h 49"/>
              <a:gd name="T4" fmla="*/ 26 w 68"/>
              <a:gd name="T5" fmla="*/ 18 h 49"/>
              <a:gd name="T6" fmla="*/ 18 w 68"/>
              <a:gd name="T7" fmla="*/ 49 h 49"/>
              <a:gd name="T8" fmla="*/ 68 w 68"/>
              <a:gd name="T9" fmla="*/ 3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" h="49">
                <a:moveTo>
                  <a:pt x="68" y="3"/>
                </a:moveTo>
                <a:lnTo>
                  <a:pt x="0" y="0"/>
                </a:lnTo>
                <a:lnTo>
                  <a:pt x="26" y="18"/>
                </a:lnTo>
                <a:lnTo>
                  <a:pt x="18" y="49"/>
                </a:lnTo>
                <a:lnTo>
                  <a:pt x="68" y="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24">
            <a:extLst>
              <a:ext uri="{FF2B5EF4-FFF2-40B4-BE49-F238E27FC236}">
                <a16:creationId xmlns:a16="http://schemas.microsoft.com/office/drawing/2014/main" id="{2269943A-0088-6E73-1EF3-F7CB00AA72A4}"/>
              </a:ext>
            </a:extLst>
          </p:cNvPr>
          <p:cNvSpPr>
            <a:spLocks/>
          </p:cNvSpPr>
          <p:nvPr/>
        </p:nvSpPr>
        <p:spPr bwMode="auto">
          <a:xfrm flipV="1">
            <a:off x="3381375" y="2994025"/>
            <a:ext cx="107950" cy="77787"/>
          </a:xfrm>
          <a:custGeom>
            <a:avLst/>
            <a:gdLst>
              <a:gd name="T0" fmla="*/ 69 w 69"/>
              <a:gd name="T1" fmla="*/ 46 h 49"/>
              <a:gd name="T2" fmla="*/ 0 w 69"/>
              <a:gd name="T3" fmla="*/ 49 h 49"/>
              <a:gd name="T4" fmla="*/ 26 w 69"/>
              <a:gd name="T5" fmla="*/ 31 h 49"/>
              <a:gd name="T6" fmla="*/ 18 w 69"/>
              <a:gd name="T7" fmla="*/ 0 h 49"/>
              <a:gd name="T8" fmla="*/ 69 w 69"/>
              <a:gd name="T9" fmla="*/ 4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" h="49">
                <a:moveTo>
                  <a:pt x="69" y="46"/>
                </a:moveTo>
                <a:lnTo>
                  <a:pt x="0" y="49"/>
                </a:lnTo>
                <a:lnTo>
                  <a:pt x="26" y="31"/>
                </a:lnTo>
                <a:lnTo>
                  <a:pt x="18" y="0"/>
                </a:lnTo>
                <a:lnTo>
                  <a:pt x="69" y="46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28">
            <a:extLst>
              <a:ext uri="{FF2B5EF4-FFF2-40B4-BE49-F238E27FC236}">
                <a16:creationId xmlns:a16="http://schemas.microsoft.com/office/drawing/2014/main" id="{E9402F5C-6DE8-B6B1-D358-CEBA4FBBC881}"/>
              </a:ext>
            </a:extLst>
          </p:cNvPr>
          <p:cNvSpPr>
            <a:spLocks/>
          </p:cNvSpPr>
          <p:nvPr/>
        </p:nvSpPr>
        <p:spPr bwMode="auto">
          <a:xfrm flipV="1">
            <a:off x="3633788" y="2393950"/>
            <a:ext cx="161925" cy="333375"/>
          </a:xfrm>
          <a:custGeom>
            <a:avLst/>
            <a:gdLst>
              <a:gd name="T0" fmla="*/ 16 w 102"/>
              <a:gd name="T1" fmla="*/ 0 h 210"/>
              <a:gd name="T2" fmla="*/ 0 w 102"/>
              <a:gd name="T3" fmla="*/ 90 h 210"/>
              <a:gd name="T4" fmla="*/ 5 w 102"/>
              <a:gd name="T5" fmla="*/ 155 h 210"/>
              <a:gd name="T6" fmla="*/ 24 w 102"/>
              <a:gd name="T7" fmla="*/ 195 h 210"/>
              <a:gd name="T8" fmla="*/ 49 w 102"/>
              <a:gd name="T9" fmla="*/ 210 h 210"/>
              <a:gd name="T10" fmla="*/ 75 w 102"/>
              <a:gd name="T11" fmla="*/ 202 h 210"/>
              <a:gd name="T12" fmla="*/ 95 w 102"/>
              <a:gd name="T13" fmla="*/ 170 h 210"/>
              <a:gd name="T14" fmla="*/ 102 w 102"/>
              <a:gd name="T15" fmla="*/ 116 h 210"/>
              <a:gd name="T16" fmla="*/ 90 w 102"/>
              <a:gd name="T17" fmla="*/ 39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2" h="210">
                <a:moveTo>
                  <a:pt x="16" y="0"/>
                </a:moveTo>
                <a:lnTo>
                  <a:pt x="0" y="90"/>
                </a:lnTo>
                <a:lnTo>
                  <a:pt x="5" y="155"/>
                </a:lnTo>
                <a:lnTo>
                  <a:pt x="24" y="195"/>
                </a:lnTo>
                <a:lnTo>
                  <a:pt x="49" y="210"/>
                </a:lnTo>
                <a:lnTo>
                  <a:pt x="75" y="202"/>
                </a:lnTo>
                <a:lnTo>
                  <a:pt x="95" y="170"/>
                </a:lnTo>
                <a:lnTo>
                  <a:pt x="102" y="116"/>
                </a:lnTo>
                <a:lnTo>
                  <a:pt x="90" y="39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29">
            <a:extLst>
              <a:ext uri="{FF2B5EF4-FFF2-40B4-BE49-F238E27FC236}">
                <a16:creationId xmlns:a16="http://schemas.microsoft.com/office/drawing/2014/main" id="{298CAAAC-EFF8-9535-154A-0351F0D618CA}"/>
              </a:ext>
            </a:extLst>
          </p:cNvPr>
          <p:cNvSpPr>
            <a:spLocks/>
          </p:cNvSpPr>
          <p:nvPr/>
        </p:nvSpPr>
        <p:spPr bwMode="auto">
          <a:xfrm>
            <a:off x="3756025" y="2581275"/>
            <a:ext cx="80963" cy="109537"/>
          </a:xfrm>
          <a:custGeom>
            <a:avLst/>
            <a:gdLst>
              <a:gd name="T0" fmla="*/ 9 w 51"/>
              <a:gd name="T1" fmla="*/ 69 h 69"/>
              <a:gd name="T2" fmla="*/ 51 w 51"/>
              <a:gd name="T3" fmla="*/ 14 h 69"/>
              <a:gd name="T4" fmla="*/ 21 w 51"/>
              <a:gd name="T5" fmla="*/ 24 h 69"/>
              <a:gd name="T6" fmla="*/ 0 w 51"/>
              <a:gd name="T7" fmla="*/ 0 h 69"/>
              <a:gd name="T8" fmla="*/ 9 w 51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69">
                <a:moveTo>
                  <a:pt x="9" y="69"/>
                </a:moveTo>
                <a:lnTo>
                  <a:pt x="51" y="14"/>
                </a:lnTo>
                <a:lnTo>
                  <a:pt x="21" y="24"/>
                </a:lnTo>
                <a:lnTo>
                  <a:pt x="0" y="0"/>
                </a:lnTo>
                <a:lnTo>
                  <a:pt x="9" y="6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30">
            <a:extLst>
              <a:ext uri="{FF2B5EF4-FFF2-40B4-BE49-F238E27FC236}">
                <a16:creationId xmlns:a16="http://schemas.microsoft.com/office/drawing/2014/main" id="{65396968-03E2-0974-D149-891C2A256796}"/>
              </a:ext>
            </a:extLst>
          </p:cNvPr>
          <p:cNvSpPr>
            <a:spLocks/>
          </p:cNvSpPr>
          <p:nvPr/>
        </p:nvSpPr>
        <p:spPr bwMode="auto">
          <a:xfrm flipV="1">
            <a:off x="3756025" y="2581275"/>
            <a:ext cx="80963" cy="109537"/>
          </a:xfrm>
          <a:custGeom>
            <a:avLst/>
            <a:gdLst>
              <a:gd name="T0" fmla="*/ 9 w 51"/>
              <a:gd name="T1" fmla="*/ 0 h 69"/>
              <a:gd name="T2" fmla="*/ 51 w 51"/>
              <a:gd name="T3" fmla="*/ 55 h 69"/>
              <a:gd name="T4" fmla="*/ 21 w 51"/>
              <a:gd name="T5" fmla="*/ 45 h 69"/>
              <a:gd name="T6" fmla="*/ 0 w 51"/>
              <a:gd name="T7" fmla="*/ 69 h 69"/>
              <a:gd name="T8" fmla="*/ 9 w 51"/>
              <a:gd name="T9" fmla="*/ 0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69">
                <a:moveTo>
                  <a:pt x="9" y="0"/>
                </a:moveTo>
                <a:lnTo>
                  <a:pt x="51" y="55"/>
                </a:lnTo>
                <a:lnTo>
                  <a:pt x="21" y="45"/>
                </a:lnTo>
                <a:lnTo>
                  <a:pt x="0" y="69"/>
                </a:lnTo>
                <a:lnTo>
                  <a:pt x="9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34">
            <a:extLst>
              <a:ext uri="{FF2B5EF4-FFF2-40B4-BE49-F238E27FC236}">
                <a16:creationId xmlns:a16="http://schemas.microsoft.com/office/drawing/2014/main" id="{D2FFE0FF-9871-565D-7A00-AF9248268B3E}"/>
              </a:ext>
            </a:extLst>
          </p:cNvPr>
          <p:cNvSpPr>
            <a:spLocks/>
          </p:cNvSpPr>
          <p:nvPr/>
        </p:nvSpPr>
        <p:spPr bwMode="auto">
          <a:xfrm flipV="1">
            <a:off x="1770063" y="2665413"/>
            <a:ext cx="1755775" cy="185737"/>
          </a:xfrm>
          <a:custGeom>
            <a:avLst/>
            <a:gdLst>
              <a:gd name="T0" fmla="*/ 1111 w 1111"/>
              <a:gd name="T1" fmla="*/ 0 h 116"/>
              <a:gd name="T2" fmla="*/ 813 w 1111"/>
              <a:gd name="T3" fmla="*/ 86 h 116"/>
              <a:gd name="T4" fmla="*/ 541 w 1111"/>
              <a:gd name="T5" fmla="*/ 116 h 116"/>
              <a:gd name="T6" fmla="*/ 276 w 1111"/>
              <a:gd name="T7" fmla="*/ 90 h 116"/>
              <a:gd name="T8" fmla="*/ 0 w 1111"/>
              <a:gd name="T9" fmla="*/ 1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1" h="116">
                <a:moveTo>
                  <a:pt x="1111" y="0"/>
                </a:moveTo>
                <a:lnTo>
                  <a:pt x="813" y="86"/>
                </a:lnTo>
                <a:lnTo>
                  <a:pt x="541" y="116"/>
                </a:lnTo>
                <a:lnTo>
                  <a:pt x="276" y="90"/>
                </a:lnTo>
                <a:lnTo>
                  <a:pt x="0" y="1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Freeform 35">
            <a:extLst>
              <a:ext uri="{FF2B5EF4-FFF2-40B4-BE49-F238E27FC236}">
                <a16:creationId xmlns:a16="http://schemas.microsoft.com/office/drawing/2014/main" id="{BFC0E79B-A737-1887-68F4-FC96EBA31D20}"/>
              </a:ext>
            </a:extLst>
          </p:cNvPr>
          <p:cNvSpPr>
            <a:spLocks/>
          </p:cNvSpPr>
          <p:nvPr/>
        </p:nvSpPr>
        <p:spPr bwMode="auto">
          <a:xfrm>
            <a:off x="1746250" y="2767013"/>
            <a:ext cx="107950" cy="77787"/>
          </a:xfrm>
          <a:custGeom>
            <a:avLst/>
            <a:gdLst>
              <a:gd name="T0" fmla="*/ 0 w 68"/>
              <a:gd name="T1" fmla="*/ 47 h 49"/>
              <a:gd name="T2" fmla="*/ 68 w 68"/>
              <a:gd name="T3" fmla="*/ 49 h 49"/>
              <a:gd name="T4" fmla="*/ 42 w 68"/>
              <a:gd name="T5" fmla="*/ 31 h 49"/>
              <a:gd name="T6" fmla="*/ 50 w 68"/>
              <a:gd name="T7" fmla="*/ 0 h 49"/>
              <a:gd name="T8" fmla="*/ 0 w 68"/>
              <a:gd name="T9" fmla="*/ 47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" h="49">
                <a:moveTo>
                  <a:pt x="0" y="47"/>
                </a:moveTo>
                <a:lnTo>
                  <a:pt x="68" y="49"/>
                </a:lnTo>
                <a:lnTo>
                  <a:pt x="42" y="31"/>
                </a:lnTo>
                <a:lnTo>
                  <a:pt x="50" y="0"/>
                </a:lnTo>
                <a:lnTo>
                  <a:pt x="0" y="47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36">
            <a:extLst>
              <a:ext uri="{FF2B5EF4-FFF2-40B4-BE49-F238E27FC236}">
                <a16:creationId xmlns:a16="http://schemas.microsoft.com/office/drawing/2014/main" id="{16CD9DB0-9A79-1D3E-361A-708C5AE396ED}"/>
              </a:ext>
            </a:extLst>
          </p:cNvPr>
          <p:cNvSpPr>
            <a:spLocks/>
          </p:cNvSpPr>
          <p:nvPr/>
        </p:nvSpPr>
        <p:spPr bwMode="auto">
          <a:xfrm flipV="1">
            <a:off x="1746250" y="2767013"/>
            <a:ext cx="107950" cy="77787"/>
          </a:xfrm>
          <a:custGeom>
            <a:avLst/>
            <a:gdLst>
              <a:gd name="T0" fmla="*/ 0 w 69"/>
              <a:gd name="T1" fmla="*/ 2 h 49"/>
              <a:gd name="T2" fmla="*/ 69 w 69"/>
              <a:gd name="T3" fmla="*/ 0 h 49"/>
              <a:gd name="T4" fmla="*/ 43 w 69"/>
              <a:gd name="T5" fmla="*/ 18 h 49"/>
              <a:gd name="T6" fmla="*/ 51 w 69"/>
              <a:gd name="T7" fmla="*/ 49 h 49"/>
              <a:gd name="T8" fmla="*/ 0 w 69"/>
              <a:gd name="T9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" h="49">
                <a:moveTo>
                  <a:pt x="0" y="2"/>
                </a:moveTo>
                <a:lnTo>
                  <a:pt x="69" y="0"/>
                </a:lnTo>
                <a:lnTo>
                  <a:pt x="43" y="18"/>
                </a:lnTo>
                <a:lnTo>
                  <a:pt x="51" y="49"/>
                </a:lnTo>
                <a:lnTo>
                  <a:pt x="0" y="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369CEA-A3B2-0D15-D4E3-FC310B9FC351}"/>
                  </a:ext>
                </a:extLst>
              </p:cNvPr>
              <p:cNvSpPr txBox="1"/>
              <p:nvPr/>
            </p:nvSpPr>
            <p:spPr>
              <a:xfrm>
                <a:off x="1086815" y="2066402"/>
                <a:ext cx="911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369CEA-A3B2-0D15-D4E3-FC310B9FC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15" y="2066402"/>
                <a:ext cx="9119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855AFD8-2A95-345B-122F-428887825FCC}"/>
                  </a:ext>
                </a:extLst>
              </p:cNvPr>
              <p:cNvSpPr txBox="1"/>
              <p:nvPr/>
            </p:nvSpPr>
            <p:spPr>
              <a:xfrm>
                <a:off x="2190405" y="2272915"/>
                <a:ext cx="9119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855AFD8-2A95-345B-122F-428887825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405" y="2272915"/>
                <a:ext cx="911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0F8BC13-BC86-787F-EA16-F2012A84240E}"/>
                  </a:ext>
                </a:extLst>
              </p:cNvPr>
              <p:cNvSpPr txBox="1"/>
              <p:nvPr/>
            </p:nvSpPr>
            <p:spPr>
              <a:xfrm>
                <a:off x="3395458" y="2044366"/>
                <a:ext cx="738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0F8BC13-BC86-787F-EA16-F2012A842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458" y="2044366"/>
                <a:ext cx="73879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03C6E88-808C-D0CC-8788-BAC5A616867C}"/>
                  </a:ext>
                </a:extLst>
              </p:cNvPr>
              <p:cNvSpPr txBox="1"/>
              <p:nvPr/>
            </p:nvSpPr>
            <p:spPr>
              <a:xfrm>
                <a:off x="2231362" y="3127206"/>
                <a:ext cx="738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03C6E88-808C-D0CC-8788-BAC5A6168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362" y="3127206"/>
                <a:ext cx="73879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AutoShape 42">
            <a:extLst>
              <a:ext uri="{FF2B5EF4-FFF2-40B4-BE49-F238E27FC236}">
                <a16:creationId xmlns:a16="http://schemas.microsoft.com/office/drawing/2014/main" id="{9BC18FB6-B5DE-CC48-7769-DFC7898BEA2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103812" y="2057401"/>
            <a:ext cx="3074987" cy="14414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083" dir="2700638" rotWithShape="0">
              <a:srgbClr val="00000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44">
            <a:extLst>
              <a:ext uri="{FF2B5EF4-FFF2-40B4-BE49-F238E27FC236}">
                <a16:creationId xmlns:a16="http://schemas.microsoft.com/office/drawing/2014/main" id="{1C87D484-FD16-EF72-8A68-5658837E3B1D}"/>
              </a:ext>
            </a:extLst>
          </p:cNvPr>
          <p:cNvSpPr>
            <a:spLocks/>
          </p:cNvSpPr>
          <p:nvPr/>
        </p:nvSpPr>
        <p:spPr bwMode="auto">
          <a:xfrm>
            <a:off x="5529262" y="2798763"/>
            <a:ext cx="358775" cy="360363"/>
          </a:xfrm>
          <a:custGeom>
            <a:avLst/>
            <a:gdLst>
              <a:gd name="T0" fmla="*/ 226 w 226"/>
              <a:gd name="T1" fmla="*/ 114 h 227"/>
              <a:gd name="T2" fmla="*/ 217 w 226"/>
              <a:gd name="T3" fmla="*/ 70 h 227"/>
              <a:gd name="T4" fmla="*/ 192 w 226"/>
              <a:gd name="T5" fmla="*/ 33 h 227"/>
              <a:gd name="T6" fmla="*/ 156 w 226"/>
              <a:gd name="T7" fmla="*/ 9 h 227"/>
              <a:gd name="T8" fmla="*/ 112 w 226"/>
              <a:gd name="T9" fmla="*/ 0 h 227"/>
              <a:gd name="T10" fmla="*/ 68 w 226"/>
              <a:gd name="T11" fmla="*/ 9 h 227"/>
              <a:gd name="T12" fmla="*/ 33 w 226"/>
              <a:gd name="T13" fmla="*/ 33 h 227"/>
              <a:gd name="T14" fmla="*/ 9 w 226"/>
              <a:gd name="T15" fmla="*/ 70 h 227"/>
              <a:gd name="T16" fmla="*/ 0 w 226"/>
              <a:gd name="T17" fmla="*/ 114 h 227"/>
              <a:gd name="T18" fmla="*/ 9 w 226"/>
              <a:gd name="T19" fmla="*/ 158 h 227"/>
              <a:gd name="T20" fmla="*/ 33 w 226"/>
              <a:gd name="T21" fmla="*/ 194 h 227"/>
              <a:gd name="T22" fmla="*/ 68 w 226"/>
              <a:gd name="T23" fmla="*/ 219 h 227"/>
              <a:gd name="T24" fmla="*/ 112 w 226"/>
              <a:gd name="T25" fmla="*/ 227 h 227"/>
              <a:gd name="T26" fmla="*/ 156 w 226"/>
              <a:gd name="T27" fmla="*/ 219 h 227"/>
              <a:gd name="T28" fmla="*/ 192 w 226"/>
              <a:gd name="T29" fmla="*/ 194 h 227"/>
              <a:gd name="T30" fmla="*/ 217 w 226"/>
              <a:gd name="T31" fmla="*/ 158 h 227"/>
              <a:gd name="T32" fmla="*/ 226 w 226"/>
              <a:gd name="T33" fmla="*/ 114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6" h="227">
                <a:moveTo>
                  <a:pt x="226" y="114"/>
                </a:moveTo>
                <a:lnTo>
                  <a:pt x="217" y="70"/>
                </a:lnTo>
                <a:lnTo>
                  <a:pt x="192" y="33"/>
                </a:lnTo>
                <a:lnTo>
                  <a:pt x="156" y="9"/>
                </a:lnTo>
                <a:lnTo>
                  <a:pt x="112" y="0"/>
                </a:lnTo>
                <a:lnTo>
                  <a:pt x="68" y="9"/>
                </a:lnTo>
                <a:lnTo>
                  <a:pt x="33" y="33"/>
                </a:lnTo>
                <a:lnTo>
                  <a:pt x="9" y="70"/>
                </a:lnTo>
                <a:lnTo>
                  <a:pt x="0" y="114"/>
                </a:lnTo>
                <a:lnTo>
                  <a:pt x="9" y="158"/>
                </a:lnTo>
                <a:lnTo>
                  <a:pt x="33" y="194"/>
                </a:lnTo>
                <a:lnTo>
                  <a:pt x="68" y="219"/>
                </a:lnTo>
                <a:lnTo>
                  <a:pt x="112" y="227"/>
                </a:lnTo>
                <a:lnTo>
                  <a:pt x="156" y="219"/>
                </a:lnTo>
                <a:lnTo>
                  <a:pt x="192" y="194"/>
                </a:lnTo>
                <a:lnTo>
                  <a:pt x="217" y="158"/>
                </a:lnTo>
                <a:lnTo>
                  <a:pt x="226" y="114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Freeform 45">
            <a:extLst>
              <a:ext uri="{FF2B5EF4-FFF2-40B4-BE49-F238E27FC236}">
                <a16:creationId xmlns:a16="http://schemas.microsoft.com/office/drawing/2014/main" id="{0F9D6344-9F76-5BA8-790A-F90C770369B7}"/>
              </a:ext>
            </a:extLst>
          </p:cNvPr>
          <p:cNvSpPr>
            <a:spLocks/>
          </p:cNvSpPr>
          <p:nvPr/>
        </p:nvSpPr>
        <p:spPr bwMode="auto">
          <a:xfrm>
            <a:off x="5460999" y="2730501"/>
            <a:ext cx="358775" cy="361950"/>
          </a:xfrm>
          <a:custGeom>
            <a:avLst/>
            <a:gdLst>
              <a:gd name="T0" fmla="*/ 226 w 226"/>
              <a:gd name="T1" fmla="*/ 114 h 228"/>
              <a:gd name="T2" fmla="*/ 217 w 226"/>
              <a:gd name="T3" fmla="*/ 69 h 228"/>
              <a:gd name="T4" fmla="*/ 192 w 226"/>
              <a:gd name="T5" fmla="*/ 33 h 228"/>
              <a:gd name="T6" fmla="*/ 156 w 226"/>
              <a:gd name="T7" fmla="*/ 9 h 228"/>
              <a:gd name="T8" fmla="*/ 112 w 226"/>
              <a:gd name="T9" fmla="*/ 0 h 228"/>
              <a:gd name="T10" fmla="*/ 69 w 226"/>
              <a:gd name="T11" fmla="*/ 9 h 228"/>
              <a:gd name="T12" fmla="*/ 33 w 226"/>
              <a:gd name="T13" fmla="*/ 33 h 228"/>
              <a:gd name="T14" fmla="*/ 9 w 226"/>
              <a:gd name="T15" fmla="*/ 69 h 228"/>
              <a:gd name="T16" fmla="*/ 0 w 226"/>
              <a:gd name="T17" fmla="*/ 114 h 228"/>
              <a:gd name="T18" fmla="*/ 9 w 226"/>
              <a:gd name="T19" fmla="*/ 158 h 228"/>
              <a:gd name="T20" fmla="*/ 33 w 226"/>
              <a:gd name="T21" fmla="*/ 194 h 228"/>
              <a:gd name="T22" fmla="*/ 69 w 226"/>
              <a:gd name="T23" fmla="*/ 219 h 228"/>
              <a:gd name="T24" fmla="*/ 112 w 226"/>
              <a:gd name="T25" fmla="*/ 228 h 228"/>
              <a:gd name="T26" fmla="*/ 156 w 226"/>
              <a:gd name="T27" fmla="*/ 219 h 228"/>
              <a:gd name="T28" fmla="*/ 192 w 226"/>
              <a:gd name="T29" fmla="*/ 194 h 228"/>
              <a:gd name="T30" fmla="*/ 217 w 226"/>
              <a:gd name="T31" fmla="*/ 158 h 228"/>
              <a:gd name="T32" fmla="*/ 226 w 226"/>
              <a:gd name="T33" fmla="*/ 114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6" h="228">
                <a:moveTo>
                  <a:pt x="226" y="114"/>
                </a:moveTo>
                <a:lnTo>
                  <a:pt x="217" y="69"/>
                </a:lnTo>
                <a:lnTo>
                  <a:pt x="192" y="33"/>
                </a:lnTo>
                <a:lnTo>
                  <a:pt x="156" y="9"/>
                </a:lnTo>
                <a:lnTo>
                  <a:pt x="112" y="0"/>
                </a:lnTo>
                <a:lnTo>
                  <a:pt x="69" y="9"/>
                </a:lnTo>
                <a:lnTo>
                  <a:pt x="33" y="33"/>
                </a:lnTo>
                <a:lnTo>
                  <a:pt x="9" y="69"/>
                </a:lnTo>
                <a:lnTo>
                  <a:pt x="0" y="114"/>
                </a:lnTo>
                <a:lnTo>
                  <a:pt x="9" y="158"/>
                </a:lnTo>
                <a:lnTo>
                  <a:pt x="33" y="194"/>
                </a:lnTo>
                <a:lnTo>
                  <a:pt x="69" y="219"/>
                </a:lnTo>
                <a:lnTo>
                  <a:pt x="112" y="228"/>
                </a:lnTo>
                <a:lnTo>
                  <a:pt x="156" y="219"/>
                </a:lnTo>
                <a:lnTo>
                  <a:pt x="192" y="194"/>
                </a:lnTo>
                <a:lnTo>
                  <a:pt x="217" y="158"/>
                </a:lnTo>
                <a:lnTo>
                  <a:pt x="226" y="114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46">
            <a:extLst>
              <a:ext uri="{FF2B5EF4-FFF2-40B4-BE49-F238E27FC236}">
                <a16:creationId xmlns:a16="http://schemas.microsoft.com/office/drawing/2014/main" id="{B272CBCA-6D23-833E-FEA2-4559BADAFD4F}"/>
              </a:ext>
            </a:extLst>
          </p:cNvPr>
          <p:cNvSpPr>
            <a:spLocks/>
          </p:cNvSpPr>
          <p:nvPr/>
        </p:nvSpPr>
        <p:spPr bwMode="auto">
          <a:xfrm flipV="1">
            <a:off x="5460999" y="2730501"/>
            <a:ext cx="358775" cy="361950"/>
          </a:xfrm>
          <a:custGeom>
            <a:avLst/>
            <a:gdLst>
              <a:gd name="T0" fmla="*/ 227 w 227"/>
              <a:gd name="T1" fmla="*/ 114 h 227"/>
              <a:gd name="T2" fmla="*/ 218 w 227"/>
              <a:gd name="T3" fmla="*/ 158 h 227"/>
              <a:gd name="T4" fmla="*/ 193 w 227"/>
              <a:gd name="T5" fmla="*/ 194 h 227"/>
              <a:gd name="T6" fmla="*/ 157 w 227"/>
              <a:gd name="T7" fmla="*/ 218 h 227"/>
              <a:gd name="T8" fmla="*/ 113 w 227"/>
              <a:gd name="T9" fmla="*/ 227 h 227"/>
              <a:gd name="T10" fmla="*/ 69 w 227"/>
              <a:gd name="T11" fmla="*/ 218 h 227"/>
              <a:gd name="T12" fmla="*/ 33 w 227"/>
              <a:gd name="T13" fmla="*/ 194 h 227"/>
              <a:gd name="T14" fmla="*/ 9 w 227"/>
              <a:gd name="T15" fmla="*/ 158 h 227"/>
              <a:gd name="T16" fmla="*/ 0 w 227"/>
              <a:gd name="T17" fmla="*/ 114 h 227"/>
              <a:gd name="T18" fmla="*/ 9 w 227"/>
              <a:gd name="T19" fmla="*/ 70 h 227"/>
              <a:gd name="T20" fmla="*/ 33 w 227"/>
              <a:gd name="T21" fmla="*/ 34 h 227"/>
              <a:gd name="T22" fmla="*/ 69 w 227"/>
              <a:gd name="T23" fmla="*/ 9 h 227"/>
              <a:gd name="T24" fmla="*/ 113 w 227"/>
              <a:gd name="T25" fmla="*/ 0 h 227"/>
              <a:gd name="T26" fmla="*/ 157 w 227"/>
              <a:gd name="T27" fmla="*/ 9 h 227"/>
              <a:gd name="T28" fmla="*/ 193 w 227"/>
              <a:gd name="T29" fmla="*/ 34 h 227"/>
              <a:gd name="T30" fmla="*/ 218 w 227"/>
              <a:gd name="T31" fmla="*/ 70 h 227"/>
              <a:gd name="T32" fmla="*/ 227 w 227"/>
              <a:gd name="T33" fmla="*/ 114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7" h="227">
                <a:moveTo>
                  <a:pt x="227" y="114"/>
                </a:moveTo>
                <a:lnTo>
                  <a:pt x="218" y="158"/>
                </a:lnTo>
                <a:lnTo>
                  <a:pt x="193" y="194"/>
                </a:lnTo>
                <a:lnTo>
                  <a:pt x="157" y="218"/>
                </a:lnTo>
                <a:lnTo>
                  <a:pt x="113" y="227"/>
                </a:lnTo>
                <a:lnTo>
                  <a:pt x="69" y="218"/>
                </a:lnTo>
                <a:lnTo>
                  <a:pt x="33" y="194"/>
                </a:lnTo>
                <a:lnTo>
                  <a:pt x="9" y="158"/>
                </a:lnTo>
                <a:lnTo>
                  <a:pt x="0" y="114"/>
                </a:lnTo>
                <a:lnTo>
                  <a:pt x="9" y="70"/>
                </a:lnTo>
                <a:lnTo>
                  <a:pt x="33" y="34"/>
                </a:lnTo>
                <a:lnTo>
                  <a:pt x="69" y="9"/>
                </a:lnTo>
                <a:lnTo>
                  <a:pt x="113" y="0"/>
                </a:lnTo>
                <a:lnTo>
                  <a:pt x="157" y="9"/>
                </a:lnTo>
                <a:lnTo>
                  <a:pt x="193" y="34"/>
                </a:lnTo>
                <a:lnTo>
                  <a:pt x="218" y="70"/>
                </a:lnTo>
                <a:lnTo>
                  <a:pt x="227" y="114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Line 47">
            <a:extLst>
              <a:ext uri="{FF2B5EF4-FFF2-40B4-BE49-F238E27FC236}">
                <a16:creationId xmlns:a16="http://schemas.microsoft.com/office/drawing/2014/main" id="{E660C479-DEF9-7EF1-55FA-457A56B3B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8737" y="2911476"/>
            <a:ext cx="25241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48">
            <a:extLst>
              <a:ext uri="{FF2B5EF4-FFF2-40B4-BE49-F238E27FC236}">
                <a16:creationId xmlns:a16="http://schemas.microsoft.com/office/drawing/2014/main" id="{9647F915-56C5-09D9-C532-616F67E6B7B9}"/>
              </a:ext>
            </a:extLst>
          </p:cNvPr>
          <p:cNvSpPr>
            <a:spLocks/>
          </p:cNvSpPr>
          <p:nvPr/>
        </p:nvSpPr>
        <p:spPr bwMode="auto">
          <a:xfrm>
            <a:off x="5314949" y="2868613"/>
            <a:ext cx="101600" cy="84138"/>
          </a:xfrm>
          <a:custGeom>
            <a:avLst/>
            <a:gdLst>
              <a:gd name="T0" fmla="*/ 64 w 64"/>
              <a:gd name="T1" fmla="*/ 27 h 53"/>
              <a:gd name="T2" fmla="*/ 0 w 64"/>
              <a:gd name="T3" fmla="*/ 0 h 53"/>
              <a:gd name="T4" fmla="*/ 18 w 64"/>
              <a:gd name="T5" fmla="*/ 27 h 53"/>
              <a:gd name="T6" fmla="*/ 0 w 64"/>
              <a:gd name="T7" fmla="*/ 53 h 53"/>
              <a:gd name="T8" fmla="*/ 64 w 64"/>
              <a:gd name="T9" fmla="*/ 27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3">
                <a:moveTo>
                  <a:pt x="64" y="27"/>
                </a:moveTo>
                <a:lnTo>
                  <a:pt x="0" y="0"/>
                </a:lnTo>
                <a:lnTo>
                  <a:pt x="18" y="27"/>
                </a:lnTo>
                <a:lnTo>
                  <a:pt x="0" y="53"/>
                </a:lnTo>
                <a:lnTo>
                  <a:pt x="64" y="27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49">
            <a:extLst>
              <a:ext uri="{FF2B5EF4-FFF2-40B4-BE49-F238E27FC236}">
                <a16:creationId xmlns:a16="http://schemas.microsoft.com/office/drawing/2014/main" id="{79B571A3-14F2-B007-6149-3DED416C90B7}"/>
              </a:ext>
            </a:extLst>
          </p:cNvPr>
          <p:cNvSpPr>
            <a:spLocks/>
          </p:cNvSpPr>
          <p:nvPr/>
        </p:nvSpPr>
        <p:spPr bwMode="auto">
          <a:xfrm flipV="1">
            <a:off x="5314949" y="2868613"/>
            <a:ext cx="101600" cy="84138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50">
            <a:extLst>
              <a:ext uri="{FF2B5EF4-FFF2-40B4-BE49-F238E27FC236}">
                <a16:creationId xmlns:a16="http://schemas.microsoft.com/office/drawing/2014/main" id="{5ADFB329-EF17-2923-CDC6-E97BC9A65686}"/>
              </a:ext>
            </a:extLst>
          </p:cNvPr>
          <p:cNvSpPr>
            <a:spLocks/>
          </p:cNvSpPr>
          <p:nvPr/>
        </p:nvSpPr>
        <p:spPr bwMode="auto">
          <a:xfrm>
            <a:off x="7704136" y="2798763"/>
            <a:ext cx="358775" cy="360363"/>
          </a:xfrm>
          <a:custGeom>
            <a:avLst/>
            <a:gdLst>
              <a:gd name="T0" fmla="*/ 226 w 226"/>
              <a:gd name="T1" fmla="*/ 114 h 227"/>
              <a:gd name="T2" fmla="*/ 217 w 226"/>
              <a:gd name="T3" fmla="*/ 70 h 227"/>
              <a:gd name="T4" fmla="*/ 193 w 226"/>
              <a:gd name="T5" fmla="*/ 33 h 227"/>
              <a:gd name="T6" fmla="*/ 157 w 226"/>
              <a:gd name="T7" fmla="*/ 9 h 227"/>
              <a:gd name="T8" fmla="*/ 114 w 226"/>
              <a:gd name="T9" fmla="*/ 0 h 227"/>
              <a:gd name="T10" fmla="*/ 69 w 226"/>
              <a:gd name="T11" fmla="*/ 9 h 227"/>
              <a:gd name="T12" fmla="*/ 33 w 226"/>
              <a:gd name="T13" fmla="*/ 33 h 227"/>
              <a:gd name="T14" fmla="*/ 9 w 226"/>
              <a:gd name="T15" fmla="*/ 70 h 227"/>
              <a:gd name="T16" fmla="*/ 0 w 226"/>
              <a:gd name="T17" fmla="*/ 114 h 227"/>
              <a:gd name="T18" fmla="*/ 9 w 226"/>
              <a:gd name="T19" fmla="*/ 158 h 227"/>
              <a:gd name="T20" fmla="*/ 33 w 226"/>
              <a:gd name="T21" fmla="*/ 194 h 227"/>
              <a:gd name="T22" fmla="*/ 69 w 226"/>
              <a:gd name="T23" fmla="*/ 219 h 227"/>
              <a:gd name="T24" fmla="*/ 114 w 226"/>
              <a:gd name="T25" fmla="*/ 227 h 227"/>
              <a:gd name="T26" fmla="*/ 157 w 226"/>
              <a:gd name="T27" fmla="*/ 219 h 227"/>
              <a:gd name="T28" fmla="*/ 193 w 226"/>
              <a:gd name="T29" fmla="*/ 194 h 227"/>
              <a:gd name="T30" fmla="*/ 217 w 226"/>
              <a:gd name="T31" fmla="*/ 158 h 227"/>
              <a:gd name="T32" fmla="*/ 226 w 226"/>
              <a:gd name="T33" fmla="*/ 114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6" h="227">
                <a:moveTo>
                  <a:pt x="226" y="114"/>
                </a:moveTo>
                <a:lnTo>
                  <a:pt x="217" y="70"/>
                </a:lnTo>
                <a:lnTo>
                  <a:pt x="193" y="33"/>
                </a:lnTo>
                <a:lnTo>
                  <a:pt x="157" y="9"/>
                </a:lnTo>
                <a:lnTo>
                  <a:pt x="114" y="0"/>
                </a:lnTo>
                <a:lnTo>
                  <a:pt x="69" y="9"/>
                </a:lnTo>
                <a:lnTo>
                  <a:pt x="33" y="33"/>
                </a:lnTo>
                <a:lnTo>
                  <a:pt x="9" y="70"/>
                </a:lnTo>
                <a:lnTo>
                  <a:pt x="0" y="114"/>
                </a:lnTo>
                <a:lnTo>
                  <a:pt x="9" y="158"/>
                </a:lnTo>
                <a:lnTo>
                  <a:pt x="33" y="194"/>
                </a:lnTo>
                <a:lnTo>
                  <a:pt x="69" y="219"/>
                </a:lnTo>
                <a:lnTo>
                  <a:pt x="114" y="227"/>
                </a:lnTo>
                <a:lnTo>
                  <a:pt x="157" y="219"/>
                </a:lnTo>
                <a:lnTo>
                  <a:pt x="193" y="194"/>
                </a:lnTo>
                <a:lnTo>
                  <a:pt x="217" y="158"/>
                </a:lnTo>
                <a:lnTo>
                  <a:pt x="226" y="114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Freeform 51">
            <a:extLst>
              <a:ext uri="{FF2B5EF4-FFF2-40B4-BE49-F238E27FC236}">
                <a16:creationId xmlns:a16="http://schemas.microsoft.com/office/drawing/2014/main" id="{6D57DF0D-909F-56B8-AF03-A34CFC241F0A}"/>
              </a:ext>
            </a:extLst>
          </p:cNvPr>
          <p:cNvSpPr>
            <a:spLocks/>
          </p:cNvSpPr>
          <p:nvPr/>
        </p:nvSpPr>
        <p:spPr bwMode="auto">
          <a:xfrm>
            <a:off x="7635874" y="2730501"/>
            <a:ext cx="358775" cy="361950"/>
          </a:xfrm>
          <a:custGeom>
            <a:avLst/>
            <a:gdLst>
              <a:gd name="T0" fmla="*/ 226 w 226"/>
              <a:gd name="T1" fmla="*/ 114 h 228"/>
              <a:gd name="T2" fmla="*/ 217 w 226"/>
              <a:gd name="T3" fmla="*/ 69 h 228"/>
              <a:gd name="T4" fmla="*/ 193 w 226"/>
              <a:gd name="T5" fmla="*/ 33 h 228"/>
              <a:gd name="T6" fmla="*/ 158 w 226"/>
              <a:gd name="T7" fmla="*/ 9 h 228"/>
              <a:gd name="T8" fmla="*/ 114 w 226"/>
              <a:gd name="T9" fmla="*/ 0 h 228"/>
              <a:gd name="T10" fmla="*/ 70 w 226"/>
              <a:gd name="T11" fmla="*/ 9 h 228"/>
              <a:gd name="T12" fmla="*/ 33 w 226"/>
              <a:gd name="T13" fmla="*/ 33 h 228"/>
              <a:gd name="T14" fmla="*/ 9 w 226"/>
              <a:gd name="T15" fmla="*/ 69 h 228"/>
              <a:gd name="T16" fmla="*/ 0 w 226"/>
              <a:gd name="T17" fmla="*/ 114 h 228"/>
              <a:gd name="T18" fmla="*/ 9 w 226"/>
              <a:gd name="T19" fmla="*/ 158 h 228"/>
              <a:gd name="T20" fmla="*/ 33 w 226"/>
              <a:gd name="T21" fmla="*/ 194 h 228"/>
              <a:gd name="T22" fmla="*/ 70 w 226"/>
              <a:gd name="T23" fmla="*/ 219 h 228"/>
              <a:gd name="T24" fmla="*/ 114 w 226"/>
              <a:gd name="T25" fmla="*/ 228 h 228"/>
              <a:gd name="T26" fmla="*/ 158 w 226"/>
              <a:gd name="T27" fmla="*/ 219 h 228"/>
              <a:gd name="T28" fmla="*/ 193 w 226"/>
              <a:gd name="T29" fmla="*/ 194 h 228"/>
              <a:gd name="T30" fmla="*/ 217 w 226"/>
              <a:gd name="T31" fmla="*/ 158 h 228"/>
              <a:gd name="T32" fmla="*/ 226 w 226"/>
              <a:gd name="T33" fmla="*/ 114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6" h="228">
                <a:moveTo>
                  <a:pt x="226" y="114"/>
                </a:moveTo>
                <a:lnTo>
                  <a:pt x="217" y="69"/>
                </a:lnTo>
                <a:lnTo>
                  <a:pt x="193" y="33"/>
                </a:lnTo>
                <a:lnTo>
                  <a:pt x="158" y="9"/>
                </a:lnTo>
                <a:lnTo>
                  <a:pt x="114" y="0"/>
                </a:lnTo>
                <a:lnTo>
                  <a:pt x="70" y="9"/>
                </a:lnTo>
                <a:lnTo>
                  <a:pt x="33" y="33"/>
                </a:lnTo>
                <a:lnTo>
                  <a:pt x="9" y="69"/>
                </a:lnTo>
                <a:lnTo>
                  <a:pt x="0" y="114"/>
                </a:lnTo>
                <a:lnTo>
                  <a:pt x="9" y="158"/>
                </a:lnTo>
                <a:lnTo>
                  <a:pt x="33" y="194"/>
                </a:lnTo>
                <a:lnTo>
                  <a:pt x="70" y="219"/>
                </a:lnTo>
                <a:lnTo>
                  <a:pt x="114" y="228"/>
                </a:lnTo>
                <a:lnTo>
                  <a:pt x="158" y="219"/>
                </a:lnTo>
                <a:lnTo>
                  <a:pt x="193" y="194"/>
                </a:lnTo>
                <a:lnTo>
                  <a:pt x="217" y="158"/>
                </a:lnTo>
                <a:lnTo>
                  <a:pt x="226" y="114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Freeform 52">
            <a:extLst>
              <a:ext uri="{FF2B5EF4-FFF2-40B4-BE49-F238E27FC236}">
                <a16:creationId xmlns:a16="http://schemas.microsoft.com/office/drawing/2014/main" id="{78F0D061-A392-8997-6928-3D706CBFFBF7}"/>
              </a:ext>
            </a:extLst>
          </p:cNvPr>
          <p:cNvSpPr>
            <a:spLocks/>
          </p:cNvSpPr>
          <p:nvPr/>
        </p:nvSpPr>
        <p:spPr bwMode="auto">
          <a:xfrm flipV="1">
            <a:off x="7635874" y="2730501"/>
            <a:ext cx="358775" cy="361950"/>
          </a:xfrm>
          <a:custGeom>
            <a:avLst/>
            <a:gdLst>
              <a:gd name="T0" fmla="*/ 227 w 227"/>
              <a:gd name="T1" fmla="*/ 114 h 227"/>
              <a:gd name="T2" fmla="*/ 218 w 227"/>
              <a:gd name="T3" fmla="*/ 158 h 227"/>
              <a:gd name="T4" fmla="*/ 194 w 227"/>
              <a:gd name="T5" fmla="*/ 194 h 227"/>
              <a:gd name="T6" fmla="*/ 158 w 227"/>
              <a:gd name="T7" fmla="*/ 218 h 227"/>
              <a:gd name="T8" fmla="*/ 114 w 227"/>
              <a:gd name="T9" fmla="*/ 227 h 227"/>
              <a:gd name="T10" fmla="*/ 70 w 227"/>
              <a:gd name="T11" fmla="*/ 218 h 227"/>
              <a:gd name="T12" fmla="*/ 33 w 227"/>
              <a:gd name="T13" fmla="*/ 194 h 227"/>
              <a:gd name="T14" fmla="*/ 9 w 227"/>
              <a:gd name="T15" fmla="*/ 158 h 227"/>
              <a:gd name="T16" fmla="*/ 0 w 227"/>
              <a:gd name="T17" fmla="*/ 114 h 227"/>
              <a:gd name="T18" fmla="*/ 9 w 227"/>
              <a:gd name="T19" fmla="*/ 70 h 227"/>
              <a:gd name="T20" fmla="*/ 33 w 227"/>
              <a:gd name="T21" fmla="*/ 34 h 227"/>
              <a:gd name="T22" fmla="*/ 70 w 227"/>
              <a:gd name="T23" fmla="*/ 9 h 227"/>
              <a:gd name="T24" fmla="*/ 114 w 227"/>
              <a:gd name="T25" fmla="*/ 0 h 227"/>
              <a:gd name="T26" fmla="*/ 158 w 227"/>
              <a:gd name="T27" fmla="*/ 9 h 227"/>
              <a:gd name="T28" fmla="*/ 194 w 227"/>
              <a:gd name="T29" fmla="*/ 34 h 227"/>
              <a:gd name="T30" fmla="*/ 218 w 227"/>
              <a:gd name="T31" fmla="*/ 70 h 227"/>
              <a:gd name="T32" fmla="*/ 227 w 227"/>
              <a:gd name="T33" fmla="*/ 114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7" h="227">
                <a:moveTo>
                  <a:pt x="227" y="114"/>
                </a:moveTo>
                <a:lnTo>
                  <a:pt x="218" y="158"/>
                </a:lnTo>
                <a:lnTo>
                  <a:pt x="194" y="194"/>
                </a:lnTo>
                <a:lnTo>
                  <a:pt x="158" y="218"/>
                </a:lnTo>
                <a:lnTo>
                  <a:pt x="114" y="227"/>
                </a:lnTo>
                <a:lnTo>
                  <a:pt x="70" y="218"/>
                </a:lnTo>
                <a:lnTo>
                  <a:pt x="33" y="194"/>
                </a:lnTo>
                <a:lnTo>
                  <a:pt x="9" y="158"/>
                </a:lnTo>
                <a:lnTo>
                  <a:pt x="0" y="114"/>
                </a:lnTo>
                <a:lnTo>
                  <a:pt x="9" y="70"/>
                </a:lnTo>
                <a:lnTo>
                  <a:pt x="33" y="34"/>
                </a:lnTo>
                <a:lnTo>
                  <a:pt x="70" y="9"/>
                </a:lnTo>
                <a:lnTo>
                  <a:pt x="114" y="0"/>
                </a:lnTo>
                <a:lnTo>
                  <a:pt x="158" y="9"/>
                </a:lnTo>
                <a:lnTo>
                  <a:pt x="194" y="34"/>
                </a:lnTo>
                <a:lnTo>
                  <a:pt x="218" y="70"/>
                </a:lnTo>
                <a:lnTo>
                  <a:pt x="227" y="114"/>
                </a:lnTo>
              </a:path>
            </a:pathLst>
          </a:custGeom>
          <a:noFill/>
          <a:ln w="444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53">
            <a:extLst>
              <a:ext uri="{FF2B5EF4-FFF2-40B4-BE49-F238E27FC236}">
                <a16:creationId xmlns:a16="http://schemas.microsoft.com/office/drawing/2014/main" id="{4987D5FA-7F5B-8A48-C2B1-5271CC635F66}"/>
              </a:ext>
            </a:extLst>
          </p:cNvPr>
          <p:cNvSpPr>
            <a:spLocks/>
          </p:cNvSpPr>
          <p:nvPr/>
        </p:nvSpPr>
        <p:spPr bwMode="auto">
          <a:xfrm flipV="1">
            <a:off x="7635874" y="2730501"/>
            <a:ext cx="358775" cy="361950"/>
          </a:xfrm>
          <a:custGeom>
            <a:avLst/>
            <a:gdLst>
              <a:gd name="T0" fmla="*/ 227 w 227"/>
              <a:gd name="T1" fmla="*/ 114 h 227"/>
              <a:gd name="T2" fmla="*/ 218 w 227"/>
              <a:gd name="T3" fmla="*/ 158 h 227"/>
              <a:gd name="T4" fmla="*/ 194 w 227"/>
              <a:gd name="T5" fmla="*/ 194 h 227"/>
              <a:gd name="T6" fmla="*/ 158 w 227"/>
              <a:gd name="T7" fmla="*/ 218 h 227"/>
              <a:gd name="T8" fmla="*/ 114 w 227"/>
              <a:gd name="T9" fmla="*/ 227 h 227"/>
              <a:gd name="T10" fmla="*/ 70 w 227"/>
              <a:gd name="T11" fmla="*/ 218 h 227"/>
              <a:gd name="T12" fmla="*/ 33 w 227"/>
              <a:gd name="T13" fmla="*/ 194 h 227"/>
              <a:gd name="T14" fmla="*/ 9 w 227"/>
              <a:gd name="T15" fmla="*/ 158 h 227"/>
              <a:gd name="T16" fmla="*/ 0 w 227"/>
              <a:gd name="T17" fmla="*/ 114 h 227"/>
              <a:gd name="T18" fmla="*/ 9 w 227"/>
              <a:gd name="T19" fmla="*/ 70 h 227"/>
              <a:gd name="T20" fmla="*/ 33 w 227"/>
              <a:gd name="T21" fmla="*/ 34 h 227"/>
              <a:gd name="T22" fmla="*/ 70 w 227"/>
              <a:gd name="T23" fmla="*/ 9 h 227"/>
              <a:gd name="T24" fmla="*/ 114 w 227"/>
              <a:gd name="T25" fmla="*/ 0 h 227"/>
              <a:gd name="T26" fmla="*/ 158 w 227"/>
              <a:gd name="T27" fmla="*/ 9 h 227"/>
              <a:gd name="T28" fmla="*/ 194 w 227"/>
              <a:gd name="T29" fmla="*/ 34 h 227"/>
              <a:gd name="T30" fmla="*/ 218 w 227"/>
              <a:gd name="T31" fmla="*/ 70 h 227"/>
              <a:gd name="T32" fmla="*/ 227 w 227"/>
              <a:gd name="T33" fmla="*/ 114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7" h="227">
                <a:moveTo>
                  <a:pt x="227" y="114"/>
                </a:moveTo>
                <a:lnTo>
                  <a:pt x="218" y="158"/>
                </a:lnTo>
                <a:lnTo>
                  <a:pt x="194" y="194"/>
                </a:lnTo>
                <a:lnTo>
                  <a:pt x="158" y="218"/>
                </a:lnTo>
                <a:lnTo>
                  <a:pt x="114" y="227"/>
                </a:lnTo>
                <a:lnTo>
                  <a:pt x="70" y="218"/>
                </a:lnTo>
                <a:lnTo>
                  <a:pt x="33" y="194"/>
                </a:lnTo>
                <a:lnTo>
                  <a:pt x="9" y="158"/>
                </a:lnTo>
                <a:lnTo>
                  <a:pt x="0" y="114"/>
                </a:lnTo>
                <a:lnTo>
                  <a:pt x="9" y="70"/>
                </a:lnTo>
                <a:lnTo>
                  <a:pt x="33" y="34"/>
                </a:lnTo>
                <a:lnTo>
                  <a:pt x="70" y="9"/>
                </a:lnTo>
                <a:lnTo>
                  <a:pt x="114" y="0"/>
                </a:lnTo>
                <a:lnTo>
                  <a:pt x="158" y="9"/>
                </a:lnTo>
                <a:lnTo>
                  <a:pt x="194" y="34"/>
                </a:lnTo>
                <a:lnTo>
                  <a:pt x="218" y="70"/>
                </a:lnTo>
                <a:lnTo>
                  <a:pt x="227" y="114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54">
            <a:extLst>
              <a:ext uri="{FF2B5EF4-FFF2-40B4-BE49-F238E27FC236}">
                <a16:creationId xmlns:a16="http://schemas.microsoft.com/office/drawing/2014/main" id="{5C541291-401C-DB22-7E71-E8B8E43376EC}"/>
              </a:ext>
            </a:extLst>
          </p:cNvPr>
          <p:cNvSpPr>
            <a:spLocks/>
          </p:cNvSpPr>
          <p:nvPr/>
        </p:nvSpPr>
        <p:spPr bwMode="auto">
          <a:xfrm flipV="1">
            <a:off x="5567362" y="2393951"/>
            <a:ext cx="155575" cy="336550"/>
          </a:xfrm>
          <a:custGeom>
            <a:avLst/>
            <a:gdLst>
              <a:gd name="T0" fmla="*/ 16 w 99"/>
              <a:gd name="T1" fmla="*/ 0 h 211"/>
              <a:gd name="T2" fmla="*/ 0 w 99"/>
              <a:gd name="T3" fmla="*/ 90 h 211"/>
              <a:gd name="T4" fmla="*/ 5 w 99"/>
              <a:gd name="T5" fmla="*/ 155 h 211"/>
              <a:gd name="T6" fmla="*/ 23 w 99"/>
              <a:gd name="T7" fmla="*/ 195 h 211"/>
              <a:gd name="T8" fmla="*/ 47 w 99"/>
              <a:gd name="T9" fmla="*/ 211 h 211"/>
              <a:gd name="T10" fmla="*/ 73 w 99"/>
              <a:gd name="T11" fmla="*/ 202 h 211"/>
              <a:gd name="T12" fmla="*/ 92 w 99"/>
              <a:gd name="T13" fmla="*/ 171 h 211"/>
              <a:gd name="T14" fmla="*/ 99 w 99"/>
              <a:gd name="T15" fmla="*/ 116 h 211"/>
              <a:gd name="T16" fmla="*/ 87 w 99"/>
              <a:gd name="T17" fmla="*/ 39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" h="211">
                <a:moveTo>
                  <a:pt x="16" y="0"/>
                </a:moveTo>
                <a:lnTo>
                  <a:pt x="0" y="90"/>
                </a:lnTo>
                <a:lnTo>
                  <a:pt x="5" y="155"/>
                </a:lnTo>
                <a:lnTo>
                  <a:pt x="23" y="195"/>
                </a:lnTo>
                <a:lnTo>
                  <a:pt x="47" y="211"/>
                </a:lnTo>
                <a:lnTo>
                  <a:pt x="73" y="202"/>
                </a:lnTo>
                <a:lnTo>
                  <a:pt x="92" y="171"/>
                </a:lnTo>
                <a:lnTo>
                  <a:pt x="99" y="116"/>
                </a:lnTo>
                <a:lnTo>
                  <a:pt x="87" y="39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55">
            <a:extLst>
              <a:ext uri="{FF2B5EF4-FFF2-40B4-BE49-F238E27FC236}">
                <a16:creationId xmlns:a16="http://schemas.microsoft.com/office/drawing/2014/main" id="{56368E44-DA50-5BD0-6350-828BB517BD44}"/>
              </a:ext>
            </a:extLst>
          </p:cNvPr>
          <p:cNvSpPr>
            <a:spLocks/>
          </p:cNvSpPr>
          <p:nvPr/>
        </p:nvSpPr>
        <p:spPr bwMode="auto">
          <a:xfrm>
            <a:off x="5683249" y="2582863"/>
            <a:ext cx="79375" cy="109538"/>
          </a:xfrm>
          <a:custGeom>
            <a:avLst/>
            <a:gdLst>
              <a:gd name="T0" fmla="*/ 9 w 50"/>
              <a:gd name="T1" fmla="*/ 69 h 69"/>
              <a:gd name="T2" fmla="*/ 50 w 50"/>
              <a:gd name="T3" fmla="*/ 14 h 69"/>
              <a:gd name="T4" fmla="*/ 21 w 50"/>
              <a:gd name="T5" fmla="*/ 25 h 69"/>
              <a:gd name="T6" fmla="*/ 0 w 50"/>
              <a:gd name="T7" fmla="*/ 0 h 69"/>
              <a:gd name="T8" fmla="*/ 9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9" y="69"/>
                </a:moveTo>
                <a:lnTo>
                  <a:pt x="50" y="14"/>
                </a:lnTo>
                <a:lnTo>
                  <a:pt x="21" y="25"/>
                </a:lnTo>
                <a:lnTo>
                  <a:pt x="0" y="0"/>
                </a:lnTo>
                <a:lnTo>
                  <a:pt x="9" y="6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Freeform 56">
            <a:extLst>
              <a:ext uri="{FF2B5EF4-FFF2-40B4-BE49-F238E27FC236}">
                <a16:creationId xmlns:a16="http://schemas.microsoft.com/office/drawing/2014/main" id="{5B5F8CBA-1C47-7157-CE74-7F0CB867D844}"/>
              </a:ext>
            </a:extLst>
          </p:cNvPr>
          <p:cNvSpPr>
            <a:spLocks/>
          </p:cNvSpPr>
          <p:nvPr/>
        </p:nvSpPr>
        <p:spPr bwMode="auto">
          <a:xfrm flipV="1">
            <a:off x="5683249" y="2582863"/>
            <a:ext cx="79375" cy="109538"/>
          </a:xfrm>
          <a:custGeom>
            <a:avLst/>
            <a:gdLst>
              <a:gd name="T0" fmla="*/ 9 w 50"/>
              <a:gd name="T1" fmla="*/ 0 h 68"/>
              <a:gd name="T2" fmla="*/ 50 w 50"/>
              <a:gd name="T3" fmla="*/ 55 h 68"/>
              <a:gd name="T4" fmla="*/ 21 w 50"/>
              <a:gd name="T5" fmla="*/ 44 h 68"/>
              <a:gd name="T6" fmla="*/ 0 w 50"/>
              <a:gd name="T7" fmla="*/ 68 h 68"/>
              <a:gd name="T8" fmla="*/ 9 w 50"/>
              <a:gd name="T9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8">
                <a:moveTo>
                  <a:pt x="9" y="0"/>
                </a:moveTo>
                <a:lnTo>
                  <a:pt x="50" y="55"/>
                </a:lnTo>
                <a:lnTo>
                  <a:pt x="21" y="44"/>
                </a:lnTo>
                <a:lnTo>
                  <a:pt x="0" y="68"/>
                </a:lnTo>
                <a:lnTo>
                  <a:pt x="9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58">
            <a:extLst>
              <a:ext uri="{FF2B5EF4-FFF2-40B4-BE49-F238E27FC236}">
                <a16:creationId xmlns:a16="http://schemas.microsoft.com/office/drawing/2014/main" id="{6FE5E347-AB9A-0B28-FC82-4A1B61962F16}"/>
              </a:ext>
            </a:extLst>
          </p:cNvPr>
          <p:cNvSpPr>
            <a:spLocks/>
          </p:cNvSpPr>
          <p:nvPr/>
        </p:nvSpPr>
        <p:spPr bwMode="auto">
          <a:xfrm flipV="1">
            <a:off x="5815012" y="2974976"/>
            <a:ext cx="1757362" cy="187325"/>
          </a:xfrm>
          <a:custGeom>
            <a:avLst/>
            <a:gdLst>
              <a:gd name="T0" fmla="*/ 0 w 1110"/>
              <a:gd name="T1" fmla="*/ 118 h 118"/>
              <a:gd name="T2" fmla="*/ 297 w 1110"/>
              <a:gd name="T3" fmla="*/ 31 h 118"/>
              <a:gd name="T4" fmla="*/ 569 w 1110"/>
              <a:gd name="T5" fmla="*/ 0 h 118"/>
              <a:gd name="T6" fmla="*/ 834 w 1110"/>
              <a:gd name="T7" fmla="*/ 24 h 118"/>
              <a:gd name="T8" fmla="*/ 1110 w 1110"/>
              <a:gd name="T9" fmla="*/ 102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0" h="118">
                <a:moveTo>
                  <a:pt x="0" y="118"/>
                </a:moveTo>
                <a:lnTo>
                  <a:pt x="297" y="31"/>
                </a:lnTo>
                <a:lnTo>
                  <a:pt x="569" y="0"/>
                </a:lnTo>
                <a:lnTo>
                  <a:pt x="834" y="24"/>
                </a:lnTo>
                <a:lnTo>
                  <a:pt x="1110" y="10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59">
            <a:extLst>
              <a:ext uri="{FF2B5EF4-FFF2-40B4-BE49-F238E27FC236}">
                <a16:creationId xmlns:a16="http://schemas.microsoft.com/office/drawing/2014/main" id="{69B0AABA-EE03-55FB-2AED-D542B26915D6}"/>
              </a:ext>
            </a:extLst>
          </p:cNvPr>
          <p:cNvSpPr>
            <a:spLocks/>
          </p:cNvSpPr>
          <p:nvPr/>
        </p:nvSpPr>
        <p:spPr bwMode="auto">
          <a:xfrm>
            <a:off x="7486649" y="2987676"/>
            <a:ext cx="109537" cy="77788"/>
          </a:xfrm>
          <a:custGeom>
            <a:avLst/>
            <a:gdLst>
              <a:gd name="T0" fmla="*/ 69 w 69"/>
              <a:gd name="T1" fmla="*/ 3 h 49"/>
              <a:gd name="T2" fmla="*/ 0 w 69"/>
              <a:gd name="T3" fmla="*/ 0 h 49"/>
              <a:gd name="T4" fmla="*/ 26 w 69"/>
              <a:gd name="T5" fmla="*/ 18 h 49"/>
              <a:gd name="T6" fmla="*/ 18 w 69"/>
              <a:gd name="T7" fmla="*/ 49 h 49"/>
              <a:gd name="T8" fmla="*/ 69 w 69"/>
              <a:gd name="T9" fmla="*/ 3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" h="49">
                <a:moveTo>
                  <a:pt x="69" y="3"/>
                </a:moveTo>
                <a:lnTo>
                  <a:pt x="0" y="0"/>
                </a:lnTo>
                <a:lnTo>
                  <a:pt x="26" y="18"/>
                </a:lnTo>
                <a:lnTo>
                  <a:pt x="18" y="49"/>
                </a:lnTo>
                <a:lnTo>
                  <a:pt x="69" y="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Freeform 60">
            <a:extLst>
              <a:ext uri="{FF2B5EF4-FFF2-40B4-BE49-F238E27FC236}">
                <a16:creationId xmlns:a16="http://schemas.microsoft.com/office/drawing/2014/main" id="{F8CD50A0-87A3-055E-97BB-3207AB92BF1A}"/>
              </a:ext>
            </a:extLst>
          </p:cNvPr>
          <p:cNvSpPr>
            <a:spLocks/>
          </p:cNvSpPr>
          <p:nvPr/>
        </p:nvSpPr>
        <p:spPr bwMode="auto">
          <a:xfrm flipV="1">
            <a:off x="7486649" y="2987676"/>
            <a:ext cx="109537" cy="77788"/>
          </a:xfrm>
          <a:custGeom>
            <a:avLst/>
            <a:gdLst>
              <a:gd name="T0" fmla="*/ 69 w 69"/>
              <a:gd name="T1" fmla="*/ 46 h 49"/>
              <a:gd name="T2" fmla="*/ 0 w 69"/>
              <a:gd name="T3" fmla="*/ 49 h 49"/>
              <a:gd name="T4" fmla="*/ 26 w 69"/>
              <a:gd name="T5" fmla="*/ 31 h 49"/>
              <a:gd name="T6" fmla="*/ 18 w 69"/>
              <a:gd name="T7" fmla="*/ 0 h 49"/>
              <a:gd name="T8" fmla="*/ 69 w 69"/>
              <a:gd name="T9" fmla="*/ 4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" h="49">
                <a:moveTo>
                  <a:pt x="69" y="46"/>
                </a:moveTo>
                <a:lnTo>
                  <a:pt x="0" y="49"/>
                </a:lnTo>
                <a:lnTo>
                  <a:pt x="26" y="31"/>
                </a:lnTo>
                <a:lnTo>
                  <a:pt x="18" y="0"/>
                </a:lnTo>
                <a:lnTo>
                  <a:pt x="69" y="46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Freeform 62">
            <a:extLst>
              <a:ext uri="{FF2B5EF4-FFF2-40B4-BE49-F238E27FC236}">
                <a16:creationId xmlns:a16="http://schemas.microsoft.com/office/drawing/2014/main" id="{DEE61018-7B17-1B4A-EA41-0B627DA6684A}"/>
              </a:ext>
            </a:extLst>
          </p:cNvPr>
          <p:cNvSpPr>
            <a:spLocks/>
          </p:cNvSpPr>
          <p:nvPr/>
        </p:nvSpPr>
        <p:spPr bwMode="auto">
          <a:xfrm flipV="1">
            <a:off x="7740649" y="2386013"/>
            <a:ext cx="161925" cy="334963"/>
          </a:xfrm>
          <a:custGeom>
            <a:avLst/>
            <a:gdLst>
              <a:gd name="T0" fmla="*/ 16 w 102"/>
              <a:gd name="T1" fmla="*/ 0 h 210"/>
              <a:gd name="T2" fmla="*/ 0 w 102"/>
              <a:gd name="T3" fmla="*/ 90 h 210"/>
              <a:gd name="T4" fmla="*/ 5 w 102"/>
              <a:gd name="T5" fmla="*/ 155 h 210"/>
              <a:gd name="T6" fmla="*/ 24 w 102"/>
              <a:gd name="T7" fmla="*/ 195 h 210"/>
              <a:gd name="T8" fmla="*/ 49 w 102"/>
              <a:gd name="T9" fmla="*/ 210 h 210"/>
              <a:gd name="T10" fmla="*/ 75 w 102"/>
              <a:gd name="T11" fmla="*/ 202 h 210"/>
              <a:gd name="T12" fmla="*/ 95 w 102"/>
              <a:gd name="T13" fmla="*/ 170 h 210"/>
              <a:gd name="T14" fmla="*/ 102 w 102"/>
              <a:gd name="T15" fmla="*/ 116 h 210"/>
              <a:gd name="T16" fmla="*/ 90 w 102"/>
              <a:gd name="T17" fmla="*/ 39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2" h="210">
                <a:moveTo>
                  <a:pt x="16" y="0"/>
                </a:moveTo>
                <a:lnTo>
                  <a:pt x="0" y="90"/>
                </a:lnTo>
                <a:lnTo>
                  <a:pt x="5" y="155"/>
                </a:lnTo>
                <a:lnTo>
                  <a:pt x="24" y="195"/>
                </a:lnTo>
                <a:lnTo>
                  <a:pt x="49" y="210"/>
                </a:lnTo>
                <a:lnTo>
                  <a:pt x="75" y="202"/>
                </a:lnTo>
                <a:lnTo>
                  <a:pt x="95" y="170"/>
                </a:lnTo>
                <a:lnTo>
                  <a:pt x="102" y="116"/>
                </a:lnTo>
                <a:lnTo>
                  <a:pt x="90" y="39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63">
            <a:extLst>
              <a:ext uri="{FF2B5EF4-FFF2-40B4-BE49-F238E27FC236}">
                <a16:creationId xmlns:a16="http://schemas.microsoft.com/office/drawing/2014/main" id="{A5B07E89-D07F-C5E9-7D93-B377B6F4428E}"/>
              </a:ext>
            </a:extLst>
          </p:cNvPr>
          <p:cNvSpPr>
            <a:spLocks/>
          </p:cNvSpPr>
          <p:nvPr/>
        </p:nvSpPr>
        <p:spPr bwMode="auto">
          <a:xfrm>
            <a:off x="7862886" y="2573338"/>
            <a:ext cx="79375" cy="111125"/>
          </a:xfrm>
          <a:custGeom>
            <a:avLst/>
            <a:gdLst>
              <a:gd name="T0" fmla="*/ 9 w 50"/>
              <a:gd name="T1" fmla="*/ 70 h 70"/>
              <a:gd name="T2" fmla="*/ 50 w 50"/>
              <a:gd name="T3" fmla="*/ 15 h 70"/>
              <a:gd name="T4" fmla="*/ 21 w 50"/>
              <a:gd name="T5" fmla="*/ 25 h 70"/>
              <a:gd name="T6" fmla="*/ 0 w 50"/>
              <a:gd name="T7" fmla="*/ 0 h 70"/>
              <a:gd name="T8" fmla="*/ 9 w 50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70">
                <a:moveTo>
                  <a:pt x="9" y="70"/>
                </a:moveTo>
                <a:lnTo>
                  <a:pt x="50" y="15"/>
                </a:lnTo>
                <a:lnTo>
                  <a:pt x="21" y="25"/>
                </a:lnTo>
                <a:lnTo>
                  <a:pt x="0" y="0"/>
                </a:lnTo>
                <a:lnTo>
                  <a:pt x="9" y="7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6" name="Freeform 64">
            <a:extLst>
              <a:ext uri="{FF2B5EF4-FFF2-40B4-BE49-F238E27FC236}">
                <a16:creationId xmlns:a16="http://schemas.microsoft.com/office/drawing/2014/main" id="{9FDDFE2E-CF7A-3B6F-B2EA-8DE896C984AC}"/>
              </a:ext>
            </a:extLst>
          </p:cNvPr>
          <p:cNvSpPr>
            <a:spLocks/>
          </p:cNvSpPr>
          <p:nvPr/>
        </p:nvSpPr>
        <p:spPr bwMode="auto">
          <a:xfrm flipV="1">
            <a:off x="7862886" y="2573338"/>
            <a:ext cx="79375" cy="111125"/>
          </a:xfrm>
          <a:custGeom>
            <a:avLst/>
            <a:gdLst>
              <a:gd name="T0" fmla="*/ 9 w 51"/>
              <a:gd name="T1" fmla="*/ 0 h 69"/>
              <a:gd name="T2" fmla="*/ 51 w 51"/>
              <a:gd name="T3" fmla="*/ 55 h 69"/>
              <a:gd name="T4" fmla="*/ 21 w 51"/>
              <a:gd name="T5" fmla="*/ 45 h 69"/>
              <a:gd name="T6" fmla="*/ 0 w 51"/>
              <a:gd name="T7" fmla="*/ 69 h 69"/>
              <a:gd name="T8" fmla="*/ 9 w 51"/>
              <a:gd name="T9" fmla="*/ 0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69">
                <a:moveTo>
                  <a:pt x="9" y="0"/>
                </a:moveTo>
                <a:lnTo>
                  <a:pt x="51" y="55"/>
                </a:lnTo>
                <a:lnTo>
                  <a:pt x="21" y="45"/>
                </a:lnTo>
                <a:lnTo>
                  <a:pt x="0" y="69"/>
                </a:lnTo>
                <a:lnTo>
                  <a:pt x="9" y="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" name="Freeform 68">
            <a:extLst>
              <a:ext uri="{FF2B5EF4-FFF2-40B4-BE49-F238E27FC236}">
                <a16:creationId xmlns:a16="http://schemas.microsoft.com/office/drawing/2014/main" id="{BA8CBD51-28CA-0655-F550-45E5B51CADE5}"/>
              </a:ext>
            </a:extLst>
          </p:cNvPr>
          <p:cNvSpPr>
            <a:spLocks/>
          </p:cNvSpPr>
          <p:nvPr/>
        </p:nvSpPr>
        <p:spPr bwMode="auto">
          <a:xfrm flipV="1">
            <a:off x="5873749" y="2659063"/>
            <a:ext cx="1758949" cy="184150"/>
          </a:xfrm>
          <a:custGeom>
            <a:avLst/>
            <a:gdLst>
              <a:gd name="T0" fmla="*/ 1111 w 1111"/>
              <a:gd name="T1" fmla="*/ 0 h 116"/>
              <a:gd name="T2" fmla="*/ 813 w 1111"/>
              <a:gd name="T3" fmla="*/ 86 h 116"/>
              <a:gd name="T4" fmla="*/ 541 w 1111"/>
              <a:gd name="T5" fmla="*/ 116 h 116"/>
              <a:gd name="T6" fmla="*/ 276 w 1111"/>
              <a:gd name="T7" fmla="*/ 90 h 116"/>
              <a:gd name="T8" fmla="*/ 0 w 1111"/>
              <a:gd name="T9" fmla="*/ 1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11" h="116">
                <a:moveTo>
                  <a:pt x="1111" y="0"/>
                </a:moveTo>
                <a:lnTo>
                  <a:pt x="813" y="86"/>
                </a:lnTo>
                <a:lnTo>
                  <a:pt x="541" y="116"/>
                </a:lnTo>
                <a:lnTo>
                  <a:pt x="276" y="90"/>
                </a:lnTo>
                <a:lnTo>
                  <a:pt x="0" y="1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" name="Freeform 69">
            <a:extLst>
              <a:ext uri="{FF2B5EF4-FFF2-40B4-BE49-F238E27FC236}">
                <a16:creationId xmlns:a16="http://schemas.microsoft.com/office/drawing/2014/main" id="{003F0C1B-BC17-A51F-B082-86432A5C2409}"/>
              </a:ext>
            </a:extLst>
          </p:cNvPr>
          <p:cNvSpPr>
            <a:spLocks/>
          </p:cNvSpPr>
          <p:nvPr/>
        </p:nvSpPr>
        <p:spPr bwMode="auto">
          <a:xfrm>
            <a:off x="5849937" y="2759076"/>
            <a:ext cx="109537" cy="77788"/>
          </a:xfrm>
          <a:custGeom>
            <a:avLst/>
            <a:gdLst>
              <a:gd name="T0" fmla="*/ 0 w 69"/>
              <a:gd name="T1" fmla="*/ 47 h 49"/>
              <a:gd name="T2" fmla="*/ 69 w 69"/>
              <a:gd name="T3" fmla="*/ 49 h 49"/>
              <a:gd name="T4" fmla="*/ 43 w 69"/>
              <a:gd name="T5" fmla="*/ 31 h 49"/>
              <a:gd name="T6" fmla="*/ 51 w 69"/>
              <a:gd name="T7" fmla="*/ 0 h 49"/>
              <a:gd name="T8" fmla="*/ 0 w 69"/>
              <a:gd name="T9" fmla="*/ 47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" h="49">
                <a:moveTo>
                  <a:pt x="0" y="47"/>
                </a:moveTo>
                <a:lnTo>
                  <a:pt x="69" y="49"/>
                </a:lnTo>
                <a:lnTo>
                  <a:pt x="43" y="31"/>
                </a:lnTo>
                <a:lnTo>
                  <a:pt x="51" y="0"/>
                </a:lnTo>
                <a:lnTo>
                  <a:pt x="0" y="47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Freeform 70">
            <a:extLst>
              <a:ext uri="{FF2B5EF4-FFF2-40B4-BE49-F238E27FC236}">
                <a16:creationId xmlns:a16="http://schemas.microsoft.com/office/drawing/2014/main" id="{15CB8533-A331-6E4F-9916-ECD0A5D7F7A4}"/>
              </a:ext>
            </a:extLst>
          </p:cNvPr>
          <p:cNvSpPr>
            <a:spLocks/>
          </p:cNvSpPr>
          <p:nvPr/>
        </p:nvSpPr>
        <p:spPr bwMode="auto">
          <a:xfrm flipV="1">
            <a:off x="5849937" y="2759076"/>
            <a:ext cx="109537" cy="77788"/>
          </a:xfrm>
          <a:custGeom>
            <a:avLst/>
            <a:gdLst>
              <a:gd name="T0" fmla="*/ 0 w 69"/>
              <a:gd name="T1" fmla="*/ 2 h 49"/>
              <a:gd name="T2" fmla="*/ 69 w 69"/>
              <a:gd name="T3" fmla="*/ 0 h 49"/>
              <a:gd name="T4" fmla="*/ 43 w 69"/>
              <a:gd name="T5" fmla="*/ 18 h 49"/>
              <a:gd name="T6" fmla="*/ 51 w 69"/>
              <a:gd name="T7" fmla="*/ 49 h 49"/>
              <a:gd name="T8" fmla="*/ 0 w 69"/>
              <a:gd name="T9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" h="49">
                <a:moveTo>
                  <a:pt x="0" y="2"/>
                </a:moveTo>
                <a:lnTo>
                  <a:pt x="69" y="0"/>
                </a:lnTo>
                <a:lnTo>
                  <a:pt x="43" y="18"/>
                </a:lnTo>
                <a:lnTo>
                  <a:pt x="51" y="49"/>
                </a:lnTo>
                <a:lnTo>
                  <a:pt x="0" y="2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5976D19-6358-7303-877A-B72A1B0AFA7A}"/>
                  </a:ext>
                </a:extLst>
              </p:cNvPr>
              <p:cNvSpPr txBox="1"/>
              <p:nvPr/>
            </p:nvSpPr>
            <p:spPr>
              <a:xfrm>
                <a:off x="6378849" y="2313505"/>
                <a:ext cx="738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5976D19-6358-7303-877A-B72A1B0AF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849" y="2313505"/>
                <a:ext cx="73879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C83AE6E-278C-877F-AC71-63BFF9BCA98B}"/>
                  </a:ext>
                </a:extLst>
              </p:cNvPr>
              <p:cNvSpPr txBox="1"/>
              <p:nvPr/>
            </p:nvSpPr>
            <p:spPr>
              <a:xfrm>
                <a:off x="7452215" y="2068183"/>
                <a:ext cx="738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C83AE6E-278C-877F-AC71-63BFF9BCA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215" y="2068183"/>
                <a:ext cx="73879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EEFB779-7C37-E00C-3E5E-7E0CD1E4933D}"/>
                  </a:ext>
                </a:extLst>
              </p:cNvPr>
              <p:cNvSpPr txBox="1"/>
              <p:nvPr/>
            </p:nvSpPr>
            <p:spPr>
              <a:xfrm>
                <a:off x="5474704" y="2050312"/>
                <a:ext cx="36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EEFB779-7C37-E00C-3E5E-7E0CD1E49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704" y="2050312"/>
                <a:ext cx="3660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0CA95BA-6D2F-7149-431F-AB968411DBB2}"/>
                  </a:ext>
                </a:extLst>
              </p:cNvPr>
              <p:cNvSpPr txBox="1"/>
              <p:nvPr/>
            </p:nvSpPr>
            <p:spPr>
              <a:xfrm>
                <a:off x="6477000" y="3135868"/>
                <a:ext cx="36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0CA95BA-6D2F-7149-431F-AB968411D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3135868"/>
                <a:ext cx="36606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" name="Graphic 91" descr="Owl">
            <a:hlinkClick r:id="rId12"/>
            <a:extLst>
              <a:ext uri="{FF2B5EF4-FFF2-40B4-BE49-F238E27FC236}">
                <a16:creationId xmlns:a16="http://schemas.microsoft.com/office/drawing/2014/main" id="{E75480A8-C00F-6F48-8399-691619DA132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5163" y="5269823"/>
            <a:ext cx="914400" cy="91440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DEC76D72-D6F2-01B3-9AA2-6C024F784C1A}"/>
              </a:ext>
            </a:extLst>
          </p:cNvPr>
          <p:cNvSpPr txBox="1"/>
          <p:nvPr/>
        </p:nvSpPr>
        <p:spPr>
          <a:xfrm>
            <a:off x="475953" y="6184223"/>
            <a:ext cx="1244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הוכיחו טענה זאת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85797" y="228001"/>
                <a:ext cx="7772400" cy="846678"/>
              </a:xfrm>
            </p:spPr>
            <p:txBody>
              <a:bodyPr>
                <a:normAutofit fontScale="900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תזכורת: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שקילות אומגה</a:t>
                </a:r>
                <a:r>
                  <a:rPr lang="he-IL">
                    <a:solidFill>
                      <a:srgbClr val="FF0000"/>
                    </a:solidFill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⇍</m:t>
                    </m:r>
                  </m:oMath>
                </a14:m>
                <a:r>
                  <a:rPr lang="he-IL">
                    <a:ln>
                      <a:solidFill>
                        <a:srgbClr val="0000FF"/>
                      </a:solidFill>
                    </a:ln>
                    <a:solidFill>
                      <a:srgbClr val="0551FB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שקילות סופית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797" y="228001"/>
                <a:ext cx="7772400" cy="846678"/>
              </a:xfrm>
              <a:blipFill>
                <a:blip r:embed="rId2"/>
                <a:stretch>
                  <a:fillRect l="-2667" r="-1098" b="-21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5799" y="5659758"/>
                <a:ext cx="8992397" cy="64633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3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3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3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3600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</m:t>
                    </m:r>
                    <m:sSub>
                      <m:sSubPr>
                        <m:ctrlPr>
                          <a:rPr lang="en-US" sz="3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3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r>
                      <a:rPr lang="en-US" sz="3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3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3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3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3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3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</a:t>
                </a:r>
                <a:r>
                  <a:rPr lang="he-IL" sz="3600">
                    <a:latin typeface="Gisha" panose="020B0502040204020203" pitchFamily="34" charset="-79"/>
                    <a:cs typeface="Gisha" panose="020B0502040204020203" pitchFamily="34" charset="-79"/>
                  </a:rPr>
                  <a:t>אבל   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3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  <m:r>
                      <a:rPr lang="en-US" sz="3600" i="1" dirty="0" smtClean="0">
                        <a:solidFill>
                          <a:srgbClr val="0000FF"/>
                        </a:solidFill>
                        <a:latin typeface="Cambria Math"/>
                        <a:sym typeface="Symbol"/>
                      </a:rPr>
                      <m:t></m:t>
                    </m:r>
                    <m:r>
                      <a:rPr lang="en-US" sz="3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  <m:r>
                      <a:rPr lang="en-US" sz="36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3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he-IL" sz="3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9" y="5659758"/>
                <a:ext cx="8992397" cy="646331"/>
              </a:xfrm>
              <a:prstGeom prst="rect">
                <a:avLst/>
              </a:prstGeom>
              <a:blipFill>
                <a:blip r:embed="rId3"/>
                <a:stretch>
                  <a:fillRect l="-1558" t="-15094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Elbow Connector 5"/>
          <p:cNvCxnSpPr/>
          <p:nvPr/>
        </p:nvCxnSpPr>
        <p:spPr>
          <a:xfrm rot="10800000" flipV="1">
            <a:off x="2514601" y="4253994"/>
            <a:ext cx="390019" cy="1308605"/>
          </a:xfrm>
          <a:prstGeom prst="bentConnector2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 rot="10800000" flipV="1">
            <a:off x="990601" y="2280740"/>
            <a:ext cx="2015125" cy="3395433"/>
          </a:xfrm>
          <a:prstGeom prst="bentConnector2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799" y="1370904"/>
            <a:ext cx="26670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כל המילים הסופיות בהן כל האותיות מכילות את הפסוק האטומי 𝑎</a:t>
            </a:r>
            <a:r>
              <a:rPr lang="en-US" sz="1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1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ואורכן אי-זוגי</a:t>
            </a:r>
          </a:p>
        </p:txBody>
      </p:sp>
      <p:cxnSp>
        <p:nvCxnSpPr>
          <p:cNvPr id="12" name="Elbow Connector 11"/>
          <p:cNvCxnSpPr/>
          <p:nvPr/>
        </p:nvCxnSpPr>
        <p:spPr>
          <a:xfrm>
            <a:off x="6138272" y="2280741"/>
            <a:ext cx="872128" cy="351045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>
            <a:off x="6019126" y="4253995"/>
            <a:ext cx="991274" cy="153720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115169" y="3128429"/>
                <a:ext cx="1574507" cy="132343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1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המילים האינסופיות בהן כל האותיות מכילות את הפסוק האטומי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169" y="3128429"/>
                <a:ext cx="1574507" cy="1323439"/>
              </a:xfrm>
              <a:prstGeom prst="rect">
                <a:avLst/>
              </a:prstGeom>
              <a:blipFill>
                <a:blip r:embed="rId4"/>
                <a:stretch>
                  <a:fillRect l="-5039" t="-1382" r="-2326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091706" y="3137357"/>
            <a:ext cx="1914019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כל המילים הסופיות בהן כל האותיות מכילות את הפסוק האטומי 𝑎</a:t>
            </a:r>
            <a:r>
              <a:rPr lang="en-US" sz="1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1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ואורכן זוגי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0B70A7-46BB-4A26-5C64-83FB2A21448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05138" y="1627189"/>
            <a:ext cx="3133725" cy="1254125"/>
            <a:chOff x="1893" y="1025"/>
            <a:chExt cx="1974" cy="790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796FF24B-C481-119A-48BE-3429A47AED3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893" y="1059"/>
              <a:ext cx="1974" cy="7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95" dir="2700191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8ED25C8-8F9C-E44E-BB2F-E36D615DC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1338"/>
              <a:ext cx="339" cy="341"/>
            </a:xfrm>
            <a:custGeom>
              <a:avLst/>
              <a:gdLst>
                <a:gd name="T0" fmla="*/ 339 w 339"/>
                <a:gd name="T1" fmla="*/ 172 h 341"/>
                <a:gd name="T2" fmla="*/ 326 w 339"/>
                <a:gd name="T3" fmla="*/ 104 h 341"/>
                <a:gd name="T4" fmla="*/ 289 w 339"/>
                <a:gd name="T5" fmla="*/ 50 h 341"/>
                <a:gd name="T6" fmla="*/ 235 w 339"/>
                <a:gd name="T7" fmla="*/ 14 h 341"/>
                <a:gd name="T8" fmla="*/ 169 w 339"/>
                <a:gd name="T9" fmla="*/ 0 h 341"/>
                <a:gd name="T10" fmla="*/ 103 w 339"/>
                <a:gd name="T11" fmla="*/ 14 h 341"/>
                <a:gd name="T12" fmla="*/ 50 w 339"/>
                <a:gd name="T13" fmla="*/ 50 h 341"/>
                <a:gd name="T14" fmla="*/ 14 w 339"/>
                <a:gd name="T15" fmla="*/ 104 h 341"/>
                <a:gd name="T16" fmla="*/ 0 w 339"/>
                <a:gd name="T17" fmla="*/ 172 h 341"/>
                <a:gd name="T18" fmla="*/ 14 w 339"/>
                <a:gd name="T19" fmla="*/ 238 h 341"/>
                <a:gd name="T20" fmla="*/ 50 w 339"/>
                <a:gd name="T21" fmla="*/ 292 h 341"/>
                <a:gd name="T22" fmla="*/ 103 w 339"/>
                <a:gd name="T23" fmla="*/ 328 h 341"/>
                <a:gd name="T24" fmla="*/ 169 w 339"/>
                <a:gd name="T25" fmla="*/ 341 h 341"/>
                <a:gd name="T26" fmla="*/ 235 w 339"/>
                <a:gd name="T27" fmla="*/ 328 h 341"/>
                <a:gd name="T28" fmla="*/ 289 w 339"/>
                <a:gd name="T29" fmla="*/ 292 h 341"/>
                <a:gd name="T30" fmla="*/ 326 w 339"/>
                <a:gd name="T31" fmla="*/ 238 h 341"/>
                <a:gd name="T32" fmla="*/ 339 w 339"/>
                <a:gd name="T33" fmla="*/ 17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41">
                  <a:moveTo>
                    <a:pt x="339" y="172"/>
                  </a:moveTo>
                  <a:lnTo>
                    <a:pt x="326" y="104"/>
                  </a:lnTo>
                  <a:lnTo>
                    <a:pt x="289" y="50"/>
                  </a:lnTo>
                  <a:lnTo>
                    <a:pt x="235" y="14"/>
                  </a:lnTo>
                  <a:lnTo>
                    <a:pt x="169" y="0"/>
                  </a:lnTo>
                  <a:lnTo>
                    <a:pt x="103" y="14"/>
                  </a:lnTo>
                  <a:lnTo>
                    <a:pt x="50" y="50"/>
                  </a:lnTo>
                  <a:lnTo>
                    <a:pt x="14" y="104"/>
                  </a:lnTo>
                  <a:lnTo>
                    <a:pt x="0" y="172"/>
                  </a:lnTo>
                  <a:lnTo>
                    <a:pt x="14" y="238"/>
                  </a:lnTo>
                  <a:lnTo>
                    <a:pt x="50" y="292"/>
                  </a:lnTo>
                  <a:lnTo>
                    <a:pt x="103" y="328"/>
                  </a:lnTo>
                  <a:lnTo>
                    <a:pt x="169" y="341"/>
                  </a:lnTo>
                  <a:lnTo>
                    <a:pt x="235" y="328"/>
                  </a:lnTo>
                  <a:lnTo>
                    <a:pt x="289" y="292"/>
                  </a:lnTo>
                  <a:lnTo>
                    <a:pt x="326" y="238"/>
                  </a:lnTo>
                  <a:lnTo>
                    <a:pt x="339" y="172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2520AEB-7A31-AA18-A0BA-14C690E74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1274"/>
              <a:ext cx="339" cy="341"/>
            </a:xfrm>
            <a:custGeom>
              <a:avLst/>
              <a:gdLst>
                <a:gd name="T0" fmla="*/ 339 w 339"/>
                <a:gd name="T1" fmla="*/ 171 h 341"/>
                <a:gd name="T2" fmla="*/ 326 w 339"/>
                <a:gd name="T3" fmla="*/ 103 h 341"/>
                <a:gd name="T4" fmla="*/ 288 w 339"/>
                <a:gd name="T5" fmla="*/ 49 h 341"/>
                <a:gd name="T6" fmla="*/ 235 w 339"/>
                <a:gd name="T7" fmla="*/ 13 h 341"/>
                <a:gd name="T8" fmla="*/ 169 w 339"/>
                <a:gd name="T9" fmla="*/ 0 h 341"/>
                <a:gd name="T10" fmla="*/ 103 w 339"/>
                <a:gd name="T11" fmla="*/ 13 h 341"/>
                <a:gd name="T12" fmla="*/ 50 w 339"/>
                <a:gd name="T13" fmla="*/ 49 h 341"/>
                <a:gd name="T14" fmla="*/ 14 w 339"/>
                <a:gd name="T15" fmla="*/ 103 h 341"/>
                <a:gd name="T16" fmla="*/ 0 w 339"/>
                <a:gd name="T17" fmla="*/ 171 h 341"/>
                <a:gd name="T18" fmla="*/ 14 w 339"/>
                <a:gd name="T19" fmla="*/ 237 h 341"/>
                <a:gd name="T20" fmla="*/ 50 w 339"/>
                <a:gd name="T21" fmla="*/ 291 h 341"/>
                <a:gd name="T22" fmla="*/ 103 w 339"/>
                <a:gd name="T23" fmla="*/ 327 h 341"/>
                <a:gd name="T24" fmla="*/ 169 w 339"/>
                <a:gd name="T25" fmla="*/ 341 h 341"/>
                <a:gd name="T26" fmla="*/ 235 w 339"/>
                <a:gd name="T27" fmla="*/ 327 h 341"/>
                <a:gd name="T28" fmla="*/ 288 w 339"/>
                <a:gd name="T29" fmla="*/ 291 h 341"/>
                <a:gd name="T30" fmla="*/ 326 w 339"/>
                <a:gd name="T31" fmla="*/ 237 h 341"/>
                <a:gd name="T32" fmla="*/ 339 w 339"/>
                <a:gd name="T33" fmla="*/ 17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41">
                  <a:moveTo>
                    <a:pt x="339" y="171"/>
                  </a:moveTo>
                  <a:lnTo>
                    <a:pt x="326" y="103"/>
                  </a:lnTo>
                  <a:lnTo>
                    <a:pt x="288" y="49"/>
                  </a:lnTo>
                  <a:lnTo>
                    <a:pt x="235" y="13"/>
                  </a:lnTo>
                  <a:lnTo>
                    <a:pt x="169" y="0"/>
                  </a:lnTo>
                  <a:lnTo>
                    <a:pt x="103" y="13"/>
                  </a:lnTo>
                  <a:lnTo>
                    <a:pt x="50" y="49"/>
                  </a:lnTo>
                  <a:lnTo>
                    <a:pt x="14" y="103"/>
                  </a:lnTo>
                  <a:lnTo>
                    <a:pt x="0" y="171"/>
                  </a:lnTo>
                  <a:lnTo>
                    <a:pt x="14" y="237"/>
                  </a:lnTo>
                  <a:lnTo>
                    <a:pt x="50" y="291"/>
                  </a:lnTo>
                  <a:lnTo>
                    <a:pt x="103" y="327"/>
                  </a:lnTo>
                  <a:lnTo>
                    <a:pt x="169" y="341"/>
                  </a:lnTo>
                  <a:lnTo>
                    <a:pt x="235" y="327"/>
                  </a:lnTo>
                  <a:lnTo>
                    <a:pt x="288" y="291"/>
                  </a:lnTo>
                  <a:lnTo>
                    <a:pt x="326" y="237"/>
                  </a:lnTo>
                  <a:lnTo>
                    <a:pt x="339" y="17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E2388F-3AD8-DE51-862D-F1A5EC8633F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229" y="1274"/>
              <a:ext cx="339" cy="341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3 w 227"/>
                <a:gd name="T5" fmla="*/ 194 h 227"/>
                <a:gd name="T6" fmla="*/ 157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3 w 227"/>
                <a:gd name="T21" fmla="*/ 33 h 227"/>
                <a:gd name="T22" fmla="*/ 69 w 227"/>
                <a:gd name="T23" fmla="*/ 9 h 227"/>
                <a:gd name="T24" fmla="*/ 113 w 227"/>
                <a:gd name="T25" fmla="*/ 0 h 227"/>
                <a:gd name="T26" fmla="*/ 157 w 227"/>
                <a:gd name="T27" fmla="*/ 9 h 227"/>
                <a:gd name="T28" fmla="*/ 193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B0967033-1F7A-4961-437C-3B68BAA1A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6" y="1445"/>
              <a:ext cx="2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B4303525-06D9-0A26-4840-0D6243512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1406"/>
              <a:ext cx="96" cy="78"/>
            </a:xfrm>
            <a:custGeom>
              <a:avLst/>
              <a:gdLst>
                <a:gd name="T0" fmla="*/ 96 w 96"/>
                <a:gd name="T1" fmla="*/ 39 h 78"/>
                <a:gd name="T2" fmla="*/ 0 w 96"/>
                <a:gd name="T3" fmla="*/ 0 h 78"/>
                <a:gd name="T4" fmla="*/ 27 w 96"/>
                <a:gd name="T5" fmla="*/ 39 h 78"/>
                <a:gd name="T6" fmla="*/ 0 w 96"/>
                <a:gd name="T7" fmla="*/ 78 h 78"/>
                <a:gd name="T8" fmla="*/ 96 w 96"/>
                <a:gd name="T9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lnTo>
                    <a:pt x="0" y="0"/>
                  </a:lnTo>
                  <a:lnTo>
                    <a:pt x="27" y="39"/>
                  </a:lnTo>
                  <a:lnTo>
                    <a:pt x="0" y="78"/>
                  </a:lnTo>
                  <a:lnTo>
                    <a:pt x="96" y="3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E3EFBCBA-5A3B-8C74-B901-6CD7D7BF95D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92" y="1406"/>
              <a:ext cx="96" cy="78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DD27F1ED-FEBB-F82E-3061-C325CB473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338"/>
              <a:ext cx="339" cy="341"/>
            </a:xfrm>
            <a:custGeom>
              <a:avLst/>
              <a:gdLst>
                <a:gd name="T0" fmla="*/ 339 w 339"/>
                <a:gd name="T1" fmla="*/ 172 h 341"/>
                <a:gd name="T2" fmla="*/ 325 w 339"/>
                <a:gd name="T3" fmla="*/ 104 h 341"/>
                <a:gd name="T4" fmla="*/ 289 w 339"/>
                <a:gd name="T5" fmla="*/ 50 h 341"/>
                <a:gd name="T6" fmla="*/ 236 w 339"/>
                <a:gd name="T7" fmla="*/ 14 h 341"/>
                <a:gd name="T8" fmla="*/ 170 w 339"/>
                <a:gd name="T9" fmla="*/ 0 h 341"/>
                <a:gd name="T10" fmla="*/ 103 w 339"/>
                <a:gd name="T11" fmla="*/ 14 h 341"/>
                <a:gd name="T12" fmla="*/ 49 w 339"/>
                <a:gd name="T13" fmla="*/ 50 h 341"/>
                <a:gd name="T14" fmla="*/ 13 w 339"/>
                <a:gd name="T15" fmla="*/ 104 h 341"/>
                <a:gd name="T16" fmla="*/ 0 w 339"/>
                <a:gd name="T17" fmla="*/ 172 h 341"/>
                <a:gd name="T18" fmla="*/ 13 w 339"/>
                <a:gd name="T19" fmla="*/ 238 h 341"/>
                <a:gd name="T20" fmla="*/ 49 w 339"/>
                <a:gd name="T21" fmla="*/ 292 h 341"/>
                <a:gd name="T22" fmla="*/ 103 w 339"/>
                <a:gd name="T23" fmla="*/ 328 h 341"/>
                <a:gd name="T24" fmla="*/ 170 w 339"/>
                <a:gd name="T25" fmla="*/ 341 h 341"/>
                <a:gd name="T26" fmla="*/ 236 w 339"/>
                <a:gd name="T27" fmla="*/ 328 h 341"/>
                <a:gd name="T28" fmla="*/ 289 w 339"/>
                <a:gd name="T29" fmla="*/ 292 h 341"/>
                <a:gd name="T30" fmla="*/ 325 w 339"/>
                <a:gd name="T31" fmla="*/ 238 h 341"/>
                <a:gd name="T32" fmla="*/ 339 w 339"/>
                <a:gd name="T33" fmla="*/ 17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41">
                  <a:moveTo>
                    <a:pt x="339" y="172"/>
                  </a:moveTo>
                  <a:lnTo>
                    <a:pt x="325" y="104"/>
                  </a:lnTo>
                  <a:lnTo>
                    <a:pt x="289" y="50"/>
                  </a:lnTo>
                  <a:lnTo>
                    <a:pt x="236" y="14"/>
                  </a:lnTo>
                  <a:lnTo>
                    <a:pt x="170" y="0"/>
                  </a:lnTo>
                  <a:lnTo>
                    <a:pt x="103" y="14"/>
                  </a:lnTo>
                  <a:lnTo>
                    <a:pt x="49" y="50"/>
                  </a:lnTo>
                  <a:lnTo>
                    <a:pt x="13" y="104"/>
                  </a:lnTo>
                  <a:lnTo>
                    <a:pt x="0" y="172"/>
                  </a:lnTo>
                  <a:lnTo>
                    <a:pt x="13" y="238"/>
                  </a:lnTo>
                  <a:lnTo>
                    <a:pt x="49" y="292"/>
                  </a:lnTo>
                  <a:lnTo>
                    <a:pt x="103" y="328"/>
                  </a:lnTo>
                  <a:lnTo>
                    <a:pt x="170" y="341"/>
                  </a:lnTo>
                  <a:lnTo>
                    <a:pt x="236" y="328"/>
                  </a:lnTo>
                  <a:lnTo>
                    <a:pt x="289" y="292"/>
                  </a:lnTo>
                  <a:lnTo>
                    <a:pt x="325" y="238"/>
                  </a:lnTo>
                  <a:lnTo>
                    <a:pt x="339" y="172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574A5C60-E527-AC9A-9548-82052A176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1274"/>
              <a:ext cx="338" cy="341"/>
            </a:xfrm>
            <a:custGeom>
              <a:avLst/>
              <a:gdLst>
                <a:gd name="T0" fmla="*/ 338 w 338"/>
                <a:gd name="T1" fmla="*/ 171 h 341"/>
                <a:gd name="T2" fmla="*/ 325 w 338"/>
                <a:gd name="T3" fmla="*/ 103 h 341"/>
                <a:gd name="T4" fmla="*/ 289 w 338"/>
                <a:gd name="T5" fmla="*/ 49 h 341"/>
                <a:gd name="T6" fmla="*/ 235 w 338"/>
                <a:gd name="T7" fmla="*/ 13 h 341"/>
                <a:gd name="T8" fmla="*/ 170 w 338"/>
                <a:gd name="T9" fmla="*/ 0 h 341"/>
                <a:gd name="T10" fmla="*/ 104 w 338"/>
                <a:gd name="T11" fmla="*/ 13 h 341"/>
                <a:gd name="T12" fmla="*/ 50 w 338"/>
                <a:gd name="T13" fmla="*/ 49 h 341"/>
                <a:gd name="T14" fmla="*/ 13 w 338"/>
                <a:gd name="T15" fmla="*/ 103 h 341"/>
                <a:gd name="T16" fmla="*/ 0 w 338"/>
                <a:gd name="T17" fmla="*/ 171 h 341"/>
                <a:gd name="T18" fmla="*/ 13 w 338"/>
                <a:gd name="T19" fmla="*/ 237 h 341"/>
                <a:gd name="T20" fmla="*/ 50 w 338"/>
                <a:gd name="T21" fmla="*/ 291 h 341"/>
                <a:gd name="T22" fmla="*/ 104 w 338"/>
                <a:gd name="T23" fmla="*/ 327 h 341"/>
                <a:gd name="T24" fmla="*/ 170 w 338"/>
                <a:gd name="T25" fmla="*/ 341 h 341"/>
                <a:gd name="T26" fmla="*/ 235 w 338"/>
                <a:gd name="T27" fmla="*/ 327 h 341"/>
                <a:gd name="T28" fmla="*/ 289 w 338"/>
                <a:gd name="T29" fmla="*/ 291 h 341"/>
                <a:gd name="T30" fmla="*/ 325 w 338"/>
                <a:gd name="T31" fmla="*/ 237 h 341"/>
                <a:gd name="T32" fmla="*/ 338 w 338"/>
                <a:gd name="T33" fmla="*/ 17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8" h="341">
                  <a:moveTo>
                    <a:pt x="338" y="171"/>
                  </a:moveTo>
                  <a:lnTo>
                    <a:pt x="325" y="103"/>
                  </a:lnTo>
                  <a:lnTo>
                    <a:pt x="289" y="49"/>
                  </a:lnTo>
                  <a:lnTo>
                    <a:pt x="235" y="13"/>
                  </a:lnTo>
                  <a:lnTo>
                    <a:pt x="170" y="0"/>
                  </a:lnTo>
                  <a:lnTo>
                    <a:pt x="104" y="13"/>
                  </a:lnTo>
                  <a:lnTo>
                    <a:pt x="50" y="49"/>
                  </a:lnTo>
                  <a:lnTo>
                    <a:pt x="13" y="103"/>
                  </a:lnTo>
                  <a:lnTo>
                    <a:pt x="0" y="171"/>
                  </a:lnTo>
                  <a:lnTo>
                    <a:pt x="13" y="237"/>
                  </a:lnTo>
                  <a:lnTo>
                    <a:pt x="50" y="291"/>
                  </a:lnTo>
                  <a:lnTo>
                    <a:pt x="104" y="327"/>
                  </a:lnTo>
                  <a:lnTo>
                    <a:pt x="170" y="341"/>
                  </a:lnTo>
                  <a:lnTo>
                    <a:pt x="235" y="327"/>
                  </a:lnTo>
                  <a:lnTo>
                    <a:pt x="289" y="291"/>
                  </a:lnTo>
                  <a:lnTo>
                    <a:pt x="325" y="237"/>
                  </a:lnTo>
                  <a:lnTo>
                    <a:pt x="338" y="17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0C5017C8-E81F-32FA-A9E0-E0B3E6D8887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34" y="1274"/>
              <a:ext cx="338" cy="341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4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4 w 227"/>
                <a:gd name="T21" fmla="*/ 33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4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4" y="33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666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BBF11B39-3910-5DDB-BFEE-1300FD15B30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34" y="1274"/>
              <a:ext cx="338" cy="341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4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4 w 227"/>
                <a:gd name="T21" fmla="*/ 33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4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4" y="33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97913654-9302-A64A-CDDE-478D87AA784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64" y="1293"/>
              <a:ext cx="810" cy="92"/>
            </a:xfrm>
            <a:custGeom>
              <a:avLst/>
              <a:gdLst>
                <a:gd name="T0" fmla="*/ 0 w 543"/>
                <a:gd name="T1" fmla="*/ 0 h 61"/>
                <a:gd name="T2" fmla="*/ 150 w 543"/>
                <a:gd name="T3" fmla="*/ 45 h 61"/>
                <a:gd name="T4" fmla="*/ 285 w 543"/>
                <a:gd name="T5" fmla="*/ 61 h 61"/>
                <a:gd name="T6" fmla="*/ 414 w 543"/>
                <a:gd name="T7" fmla="*/ 51 h 61"/>
                <a:gd name="T8" fmla="*/ 543 w 543"/>
                <a:gd name="T9" fmla="*/ 16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3" h="61">
                  <a:moveTo>
                    <a:pt x="0" y="0"/>
                  </a:moveTo>
                  <a:lnTo>
                    <a:pt x="150" y="45"/>
                  </a:lnTo>
                  <a:lnTo>
                    <a:pt x="285" y="61"/>
                  </a:lnTo>
                  <a:lnTo>
                    <a:pt x="414" y="51"/>
                  </a:lnTo>
                  <a:lnTo>
                    <a:pt x="543" y="1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6AAB4B5C-CDC7-89CC-CBC3-CFCEAF5F4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3" y="1299"/>
              <a:ext cx="103" cy="74"/>
            </a:xfrm>
            <a:custGeom>
              <a:avLst/>
              <a:gdLst>
                <a:gd name="T0" fmla="*/ 103 w 103"/>
                <a:gd name="T1" fmla="*/ 69 h 74"/>
                <a:gd name="T2" fmla="*/ 27 w 103"/>
                <a:gd name="T3" fmla="*/ 0 h 74"/>
                <a:gd name="T4" fmla="*/ 39 w 103"/>
                <a:gd name="T5" fmla="*/ 47 h 74"/>
                <a:gd name="T6" fmla="*/ 0 w 103"/>
                <a:gd name="T7" fmla="*/ 74 h 74"/>
                <a:gd name="T8" fmla="*/ 103 w 103"/>
                <a:gd name="T9" fmla="*/ 69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74">
                  <a:moveTo>
                    <a:pt x="103" y="69"/>
                  </a:moveTo>
                  <a:lnTo>
                    <a:pt x="27" y="0"/>
                  </a:lnTo>
                  <a:lnTo>
                    <a:pt x="39" y="47"/>
                  </a:lnTo>
                  <a:lnTo>
                    <a:pt x="0" y="74"/>
                  </a:lnTo>
                  <a:lnTo>
                    <a:pt x="103" y="6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0BCD91C6-5ED3-5BAE-A053-E4FF09C87AD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93" y="1299"/>
              <a:ext cx="103" cy="74"/>
            </a:xfrm>
            <a:custGeom>
              <a:avLst/>
              <a:gdLst>
                <a:gd name="T0" fmla="*/ 69 w 69"/>
                <a:gd name="T1" fmla="*/ 3 h 49"/>
                <a:gd name="T2" fmla="*/ 18 w 69"/>
                <a:gd name="T3" fmla="*/ 49 h 49"/>
                <a:gd name="T4" fmla="*/ 26 w 69"/>
                <a:gd name="T5" fmla="*/ 18 h 49"/>
                <a:gd name="T6" fmla="*/ 0 w 69"/>
                <a:gd name="T7" fmla="*/ 0 h 49"/>
                <a:gd name="T8" fmla="*/ 69 w 69"/>
                <a:gd name="T9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69" y="3"/>
                  </a:moveTo>
                  <a:lnTo>
                    <a:pt x="18" y="49"/>
                  </a:lnTo>
                  <a:lnTo>
                    <a:pt x="26" y="18"/>
                  </a:lnTo>
                  <a:lnTo>
                    <a:pt x="0" y="0"/>
                  </a:lnTo>
                  <a:lnTo>
                    <a:pt x="69" y="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18">
                  <a:extLst>
                    <a:ext uri="{FF2B5EF4-FFF2-40B4-BE49-F238E27FC236}">
                      <a16:creationId xmlns:a16="http://schemas.microsoft.com/office/drawing/2014/main" id="{9DBCB0B2-A81D-FC63-D429-C5C3090446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98" y="1025"/>
                  <a:ext cx="19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MMI10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0" name="Rectangle 18">
                  <a:extLst>
                    <a:ext uri="{FF2B5EF4-FFF2-40B4-BE49-F238E27FC236}">
                      <a16:creationId xmlns:a16="http://schemas.microsoft.com/office/drawing/2014/main" id="{9DBCB0B2-A81D-FC63-D429-C5C3090446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98" y="1025"/>
                  <a:ext cx="194" cy="27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840B7C96-FA0F-FB60-F98C-9B78AFEF4AF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19" y="1508"/>
              <a:ext cx="812" cy="89"/>
            </a:xfrm>
            <a:custGeom>
              <a:avLst/>
              <a:gdLst>
                <a:gd name="T0" fmla="*/ 544 w 544"/>
                <a:gd name="T1" fmla="*/ 59 h 59"/>
                <a:gd name="T2" fmla="*/ 394 w 544"/>
                <a:gd name="T3" fmla="*/ 16 h 59"/>
                <a:gd name="T4" fmla="*/ 258 w 544"/>
                <a:gd name="T5" fmla="*/ 0 h 59"/>
                <a:gd name="T6" fmla="*/ 129 w 544"/>
                <a:gd name="T7" fmla="*/ 11 h 59"/>
                <a:gd name="T8" fmla="*/ 0 w 544"/>
                <a:gd name="T9" fmla="*/ 4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59">
                  <a:moveTo>
                    <a:pt x="544" y="59"/>
                  </a:moveTo>
                  <a:lnTo>
                    <a:pt x="394" y="16"/>
                  </a:lnTo>
                  <a:lnTo>
                    <a:pt x="258" y="0"/>
                  </a:lnTo>
                  <a:lnTo>
                    <a:pt x="129" y="11"/>
                  </a:lnTo>
                  <a:lnTo>
                    <a:pt x="0" y="4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3D09A2A5-F8CF-CEF3-60FB-24973FFE3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514"/>
              <a:ext cx="103" cy="74"/>
            </a:xfrm>
            <a:custGeom>
              <a:avLst/>
              <a:gdLst>
                <a:gd name="T0" fmla="*/ 0 w 103"/>
                <a:gd name="T1" fmla="*/ 3 h 74"/>
                <a:gd name="T2" fmla="*/ 77 w 103"/>
                <a:gd name="T3" fmla="*/ 74 h 74"/>
                <a:gd name="T4" fmla="*/ 65 w 103"/>
                <a:gd name="T5" fmla="*/ 27 h 74"/>
                <a:gd name="T6" fmla="*/ 103 w 103"/>
                <a:gd name="T7" fmla="*/ 0 h 74"/>
                <a:gd name="T8" fmla="*/ 0 w 103"/>
                <a:gd name="T9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74">
                  <a:moveTo>
                    <a:pt x="0" y="3"/>
                  </a:moveTo>
                  <a:lnTo>
                    <a:pt x="77" y="74"/>
                  </a:lnTo>
                  <a:lnTo>
                    <a:pt x="65" y="27"/>
                  </a:lnTo>
                  <a:lnTo>
                    <a:pt x="103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5204577F-7A95-60FE-4689-BE5753A0684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96" y="1514"/>
              <a:ext cx="103" cy="74"/>
            </a:xfrm>
            <a:custGeom>
              <a:avLst/>
              <a:gdLst>
                <a:gd name="T0" fmla="*/ 0 w 69"/>
                <a:gd name="T1" fmla="*/ 47 h 49"/>
                <a:gd name="T2" fmla="*/ 51 w 69"/>
                <a:gd name="T3" fmla="*/ 0 h 49"/>
                <a:gd name="T4" fmla="*/ 43 w 69"/>
                <a:gd name="T5" fmla="*/ 31 h 49"/>
                <a:gd name="T6" fmla="*/ 69 w 69"/>
                <a:gd name="T7" fmla="*/ 49 h 49"/>
                <a:gd name="T8" fmla="*/ 0 w 69"/>
                <a:gd name="T9" fmla="*/ 4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0" y="47"/>
                  </a:moveTo>
                  <a:lnTo>
                    <a:pt x="51" y="0"/>
                  </a:lnTo>
                  <a:lnTo>
                    <a:pt x="43" y="31"/>
                  </a:lnTo>
                  <a:lnTo>
                    <a:pt x="69" y="49"/>
                  </a:lnTo>
                  <a:lnTo>
                    <a:pt x="0" y="4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22">
                  <a:extLst>
                    <a:ext uri="{FF2B5EF4-FFF2-40B4-BE49-F238E27FC236}">
                      <a16:creationId xmlns:a16="http://schemas.microsoft.com/office/drawing/2014/main" id="{073D7E25-566B-7701-B143-3EC5B7BE7C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1519"/>
                  <a:ext cx="19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4" name="Rectangle 22">
                  <a:extLst>
                    <a:ext uri="{FF2B5EF4-FFF2-40B4-BE49-F238E27FC236}">
                      <a16:creationId xmlns:a16="http://schemas.microsoft.com/office/drawing/2014/main" id="{073D7E25-566B-7701-B143-3EC5B7BE7C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0" y="1519"/>
                  <a:ext cx="194" cy="27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Group 25">
            <a:extLst>
              <a:ext uri="{FF2B5EF4-FFF2-40B4-BE49-F238E27FC236}">
                <a16:creationId xmlns:a16="http://schemas.microsoft.com/office/drawing/2014/main" id="{38A972CC-B662-46FC-7303-B625CB867C2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905125" y="3617911"/>
            <a:ext cx="3114675" cy="1231900"/>
            <a:chOff x="1830" y="2279"/>
            <a:chExt cx="1962" cy="776"/>
          </a:xfrm>
        </p:grpSpPr>
        <p:sp>
          <p:nvSpPr>
            <p:cNvPr id="36" name="AutoShape 24">
              <a:extLst>
                <a:ext uri="{FF2B5EF4-FFF2-40B4-BE49-F238E27FC236}">
                  <a16:creationId xmlns:a16="http://schemas.microsoft.com/office/drawing/2014/main" id="{3B060074-44B2-0EA4-8B0F-190958E1287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830" y="2304"/>
              <a:ext cx="1962" cy="7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94" dir="2700191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28772599-8B9E-2CDB-A795-5CE362BFE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2581"/>
              <a:ext cx="335" cy="339"/>
            </a:xfrm>
            <a:custGeom>
              <a:avLst/>
              <a:gdLst>
                <a:gd name="T0" fmla="*/ 335 w 335"/>
                <a:gd name="T1" fmla="*/ 171 h 339"/>
                <a:gd name="T2" fmla="*/ 323 w 335"/>
                <a:gd name="T3" fmla="*/ 103 h 339"/>
                <a:gd name="T4" fmla="*/ 286 w 335"/>
                <a:gd name="T5" fmla="*/ 50 h 339"/>
                <a:gd name="T6" fmla="*/ 233 w 335"/>
                <a:gd name="T7" fmla="*/ 14 h 339"/>
                <a:gd name="T8" fmla="*/ 168 w 335"/>
                <a:gd name="T9" fmla="*/ 0 h 339"/>
                <a:gd name="T10" fmla="*/ 102 w 335"/>
                <a:gd name="T11" fmla="*/ 14 h 339"/>
                <a:gd name="T12" fmla="*/ 49 w 335"/>
                <a:gd name="T13" fmla="*/ 50 h 339"/>
                <a:gd name="T14" fmla="*/ 13 w 335"/>
                <a:gd name="T15" fmla="*/ 103 h 339"/>
                <a:gd name="T16" fmla="*/ 0 w 335"/>
                <a:gd name="T17" fmla="*/ 171 h 339"/>
                <a:gd name="T18" fmla="*/ 13 w 335"/>
                <a:gd name="T19" fmla="*/ 236 h 339"/>
                <a:gd name="T20" fmla="*/ 49 w 335"/>
                <a:gd name="T21" fmla="*/ 290 h 339"/>
                <a:gd name="T22" fmla="*/ 102 w 335"/>
                <a:gd name="T23" fmla="*/ 326 h 339"/>
                <a:gd name="T24" fmla="*/ 168 w 335"/>
                <a:gd name="T25" fmla="*/ 339 h 339"/>
                <a:gd name="T26" fmla="*/ 233 w 335"/>
                <a:gd name="T27" fmla="*/ 326 h 339"/>
                <a:gd name="T28" fmla="*/ 286 w 335"/>
                <a:gd name="T29" fmla="*/ 290 h 339"/>
                <a:gd name="T30" fmla="*/ 323 w 335"/>
                <a:gd name="T31" fmla="*/ 236 h 339"/>
                <a:gd name="T32" fmla="*/ 335 w 335"/>
                <a:gd name="T33" fmla="*/ 171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5" h="339">
                  <a:moveTo>
                    <a:pt x="335" y="171"/>
                  </a:moveTo>
                  <a:lnTo>
                    <a:pt x="323" y="103"/>
                  </a:lnTo>
                  <a:lnTo>
                    <a:pt x="286" y="50"/>
                  </a:lnTo>
                  <a:lnTo>
                    <a:pt x="233" y="14"/>
                  </a:lnTo>
                  <a:lnTo>
                    <a:pt x="168" y="0"/>
                  </a:lnTo>
                  <a:lnTo>
                    <a:pt x="102" y="14"/>
                  </a:lnTo>
                  <a:lnTo>
                    <a:pt x="49" y="50"/>
                  </a:lnTo>
                  <a:lnTo>
                    <a:pt x="13" y="103"/>
                  </a:lnTo>
                  <a:lnTo>
                    <a:pt x="0" y="171"/>
                  </a:lnTo>
                  <a:lnTo>
                    <a:pt x="13" y="236"/>
                  </a:lnTo>
                  <a:lnTo>
                    <a:pt x="49" y="290"/>
                  </a:lnTo>
                  <a:lnTo>
                    <a:pt x="102" y="326"/>
                  </a:lnTo>
                  <a:lnTo>
                    <a:pt x="168" y="339"/>
                  </a:lnTo>
                  <a:lnTo>
                    <a:pt x="233" y="326"/>
                  </a:lnTo>
                  <a:lnTo>
                    <a:pt x="286" y="290"/>
                  </a:lnTo>
                  <a:lnTo>
                    <a:pt x="323" y="236"/>
                  </a:lnTo>
                  <a:lnTo>
                    <a:pt x="335" y="171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1AFB9F9C-2519-87F3-2EF4-B5022803D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3" y="2517"/>
              <a:ext cx="337" cy="339"/>
            </a:xfrm>
            <a:custGeom>
              <a:avLst/>
              <a:gdLst>
                <a:gd name="T0" fmla="*/ 337 w 337"/>
                <a:gd name="T1" fmla="*/ 170 h 339"/>
                <a:gd name="T2" fmla="*/ 324 w 337"/>
                <a:gd name="T3" fmla="*/ 103 h 339"/>
                <a:gd name="T4" fmla="*/ 286 w 337"/>
                <a:gd name="T5" fmla="*/ 49 h 339"/>
                <a:gd name="T6" fmla="*/ 233 w 337"/>
                <a:gd name="T7" fmla="*/ 14 h 339"/>
                <a:gd name="T8" fmla="*/ 168 w 337"/>
                <a:gd name="T9" fmla="*/ 0 h 339"/>
                <a:gd name="T10" fmla="*/ 103 w 337"/>
                <a:gd name="T11" fmla="*/ 14 h 339"/>
                <a:gd name="T12" fmla="*/ 49 w 337"/>
                <a:gd name="T13" fmla="*/ 49 h 339"/>
                <a:gd name="T14" fmla="*/ 14 w 337"/>
                <a:gd name="T15" fmla="*/ 103 h 339"/>
                <a:gd name="T16" fmla="*/ 0 w 337"/>
                <a:gd name="T17" fmla="*/ 170 h 339"/>
                <a:gd name="T18" fmla="*/ 14 w 337"/>
                <a:gd name="T19" fmla="*/ 236 h 339"/>
                <a:gd name="T20" fmla="*/ 49 w 337"/>
                <a:gd name="T21" fmla="*/ 290 h 339"/>
                <a:gd name="T22" fmla="*/ 103 w 337"/>
                <a:gd name="T23" fmla="*/ 326 h 339"/>
                <a:gd name="T24" fmla="*/ 168 w 337"/>
                <a:gd name="T25" fmla="*/ 339 h 339"/>
                <a:gd name="T26" fmla="*/ 233 w 337"/>
                <a:gd name="T27" fmla="*/ 326 h 339"/>
                <a:gd name="T28" fmla="*/ 286 w 337"/>
                <a:gd name="T29" fmla="*/ 290 h 339"/>
                <a:gd name="T30" fmla="*/ 324 w 337"/>
                <a:gd name="T31" fmla="*/ 236 h 339"/>
                <a:gd name="T32" fmla="*/ 337 w 337"/>
                <a:gd name="T33" fmla="*/ 170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7" h="339">
                  <a:moveTo>
                    <a:pt x="337" y="170"/>
                  </a:moveTo>
                  <a:lnTo>
                    <a:pt x="324" y="103"/>
                  </a:lnTo>
                  <a:lnTo>
                    <a:pt x="286" y="49"/>
                  </a:lnTo>
                  <a:lnTo>
                    <a:pt x="233" y="14"/>
                  </a:lnTo>
                  <a:lnTo>
                    <a:pt x="168" y="0"/>
                  </a:lnTo>
                  <a:lnTo>
                    <a:pt x="103" y="14"/>
                  </a:lnTo>
                  <a:lnTo>
                    <a:pt x="49" y="49"/>
                  </a:lnTo>
                  <a:lnTo>
                    <a:pt x="14" y="103"/>
                  </a:lnTo>
                  <a:lnTo>
                    <a:pt x="0" y="170"/>
                  </a:lnTo>
                  <a:lnTo>
                    <a:pt x="14" y="236"/>
                  </a:lnTo>
                  <a:lnTo>
                    <a:pt x="49" y="290"/>
                  </a:lnTo>
                  <a:lnTo>
                    <a:pt x="103" y="326"/>
                  </a:lnTo>
                  <a:lnTo>
                    <a:pt x="168" y="339"/>
                  </a:lnTo>
                  <a:lnTo>
                    <a:pt x="233" y="326"/>
                  </a:lnTo>
                  <a:lnTo>
                    <a:pt x="286" y="290"/>
                  </a:lnTo>
                  <a:lnTo>
                    <a:pt x="324" y="236"/>
                  </a:lnTo>
                  <a:lnTo>
                    <a:pt x="337" y="170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AE981164-15A6-92E2-2548-48CF116CC76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73" y="2517"/>
              <a:ext cx="337" cy="339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3 w 227"/>
                <a:gd name="T5" fmla="*/ 194 h 227"/>
                <a:gd name="T6" fmla="*/ 157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3 w 227"/>
                <a:gd name="T21" fmla="*/ 33 h 227"/>
                <a:gd name="T22" fmla="*/ 69 w 227"/>
                <a:gd name="T23" fmla="*/ 9 h 227"/>
                <a:gd name="T24" fmla="*/ 113 w 227"/>
                <a:gd name="T25" fmla="*/ 0 h 227"/>
                <a:gd name="T26" fmla="*/ 157 w 227"/>
                <a:gd name="T27" fmla="*/ 9 h 227"/>
                <a:gd name="T28" fmla="*/ 193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666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3109A53F-B184-78AF-3BF9-BF1C9224B94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73" y="2517"/>
              <a:ext cx="337" cy="339"/>
            </a:xfrm>
            <a:custGeom>
              <a:avLst/>
              <a:gdLst>
                <a:gd name="T0" fmla="*/ 227 w 227"/>
                <a:gd name="T1" fmla="*/ 113 h 227"/>
                <a:gd name="T2" fmla="*/ 218 w 227"/>
                <a:gd name="T3" fmla="*/ 158 h 227"/>
                <a:gd name="T4" fmla="*/ 193 w 227"/>
                <a:gd name="T5" fmla="*/ 194 h 227"/>
                <a:gd name="T6" fmla="*/ 157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3 h 227"/>
                <a:gd name="T18" fmla="*/ 9 w 227"/>
                <a:gd name="T19" fmla="*/ 69 h 227"/>
                <a:gd name="T20" fmla="*/ 33 w 227"/>
                <a:gd name="T21" fmla="*/ 33 h 227"/>
                <a:gd name="T22" fmla="*/ 69 w 227"/>
                <a:gd name="T23" fmla="*/ 9 h 227"/>
                <a:gd name="T24" fmla="*/ 113 w 227"/>
                <a:gd name="T25" fmla="*/ 0 h 227"/>
                <a:gd name="T26" fmla="*/ 157 w 227"/>
                <a:gd name="T27" fmla="*/ 9 h 227"/>
                <a:gd name="T28" fmla="*/ 193 w 227"/>
                <a:gd name="T29" fmla="*/ 33 h 227"/>
                <a:gd name="T30" fmla="*/ 218 w 227"/>
                <a:gd name="T31" fmla="*/ 69 h 227"/>
                <a:gd name="T32" fmla="*/ 227 w 227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3"/>
                  </a:moveTo>
                  <a:lnTo>
                    <a:pt x="218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3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3"/>
                  </a:lnTo>
                  <a:lnTo>
                    <a:pt x="218" y="69"/>
                  </a:lnTo>
                  <a:lnTo>
                    <a:pt x="227" y="113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30">
              <a:extLst>
                <a:ext uri="{FF2B5EF4-FFF2-40B4-BE49-F238E27FC236}">
                  <a16:creationId xmlns:a16="http://schemas.microsoft.com/office/drawing/2014/main" id="{88FB463C-1A90-35DC-DCC8-FBD78E628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2687"/>
              <a:ext cx="2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FBAAE26E-5F04-A6C6-A905-FA2F6AE1C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2649"/>
              <a:ext cx="95" cy="77"/>
            </a:xfrm>
            <a:custGeom>
              <a:avLst/>
              <a:gdLst>
                <a:gd name="T0" fmla="*/ 95 w 95"/>
                <a:gd name="T1" fmla="*/ 38 h 77"/>
                <a:gd name="T2" fmla="*/ 0 w 95"/>
                <a:gd name="T3" fmla="*/ 0 h 77"/>
                <a:gd name="T4" fmla="*/ 27 w 95"/>
                <a:gd name="T5" fmla="*/ 38 h 77"/>
                <a:gd name="T6" fmla="*/ 0 w 95"/>
                <a:gd name="T7" fmla="*/ 77 h 77"/>
                <a:gd name="T8" fmla="*/ 95 w 95"/>
                <a:gd name="T9" fmla="*/ 3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77">
                  <a:moveTo>
                    <a:pt x="95" y="38"/>
                  </a:moveTo>
                  <a:lnTo>
                    <a:pt x="0" y="0"/>
                  </a:lnTo>
                  <a:lnTo>
                    <a:pt x="27" y="38"/>
                  </a:lnTo>
                  <a:lnTo>
                    <a:pt x="0" y="77"/>
                  </a:lnTo>
                  <a:lnTo>
                    <a:pt x="9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687045CA-F8F5-E1A7-ABBE-154BDBA89E4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28" y="2649"/>
              <a:ext cx="95" cy="77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AE3C1ED1-9502-FF66-02A1-8BA1DFB52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581"/>
              <a:ext cx="337" cy="339"/>
            </a:xfrm>
            <a:custGeom>
              <a:avLst/>
              <a:gdLst>
                <a:gd name="T0" fmla="*/ 337 w 337"/>
                <a:gd name="T1" fmla="*/ 171 h 339"/>
                <a:gd name="T2" fmla="*/ 323 w 337"/>
                <a:gd name="T3" fmla="*/ 103 h 339"/>
                <a:gd name="T4" fmla="*/ 288 w 337"/>
                <a:gd name="T5" fmla="*/ 50 h 339"/>
                <a:gd name="T6" fmla="*/ 234 w 337"/>
                <a:gd name="T7" fmla="*/ 14 h 339"/>
                <a:gd name="T8" fmla="*/ 169 w 337"/>
                <a:gd name="T9" fmla="*/ 0 h 339"/>
                <a:gd name="T10" fmla="*/ 102 w 337"/>
                <a:gd name="T11" fmla="*/ 14 h 339"/>
                <a:gd name="T12" fmla="*/ 49 w 337"/>
                <a:gd name="T13" fmla="*/ 50 h 339"/>
                <a:gd name="T14" fmla="*/ 13 w 337"/>
                <a:gd name="T15" fmla="*/ 103 h 339"/>
                <a:gd name="T16" fmla="*/ 0 w 337"/>
                <a:gd name="T17" fmla="*/ 171 h 339"/>
                <a:gd name="T18" fmla="*/ 13 w 337"/>
                <a:gd name="T19" fmla="*/ 236 h 339"/>
                <a:gd name="T20" fmla="*/ 49 w 337"/>
                <a:gd name="T21" fmla="*/ 290 h 339"/>
                <a:gd name="T22" fmla="*/ 102 w 337"/>
                <a:gd name="T23" fmla="*/ 326 h 339"/>
                <a:gd name="T24" fmla="*/ 169 w 337"/>
                <a:gd name="T25" fmla="*/ 339 h 339"/>
                <a:gd name="T26" fmla="*/ 234 w 337"/>
                <a:gd name="T27" fmla="*/ 326 h 339"/>
                <a:gd name="T28" fmla="*/ 288 w 337"/>
                <a:gd name="T29" fmla="*/ 290 h 339"/>
                <a:gd name="T30" fmla="*/ 323 w 337"/>
                <a:gd name="T31" fmla="*/ 236 h 339"/>
                <a:gd name="T32" fmla="*/ 337 w 337"/>
                <a:gd name="T33" fmla="*/ 171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7" h="339">
                  <a:moveTo>
                    <a:pt x="337" y="171"/>
                  </a:moveTo>
                  <a:lnTo>
                    <a:pt x="323" y="103"/>
                  </a:lnTo>
                  <a:lnTo>
                    <a:pt x="288" y="50"/>
                  </a:lnTo>
                  <a:lnTo>
                    <a:pt x="234" y="14"/>
                  </a:lnTo>
                  <a:lnTo>
                    <a:pt x="169" y="0"/>
                  </a:lnTo>
                  <a:lnTo>
                    <a:pt x="102" y="14"/>
                  </a:lnTo>
                  <a:lnTo>
                    <a:pt x="49" y="50"/>
                  </a:lnTo>
                  <a:lnTo>
                    <a:pt x="13" y="103"/>
                  </a:lnTo>
                  <a:lnTo>
                    <a:pt x="0" y="171"/>
                  </a:lnTo>
                  <a:lnTo>
                    <a:pt x="13" y="236"/>
                  </a:lnTo>
                  <a:lnTo>
                    <a:pt x="49" y="290"/>
                  </a:lnTo>
                  <a:lnTo>
                    <a:pt x="102" y="326"/>
                  </a:lnTo>
                  <a:lnTo>
                    <a:pt x="169" y="339"/>
                  </a:lnTo>
                  <a:lnTo>
                    <a:pt x="234" y="326"/>
                  </a:lnTo>
                  <a:lnTo>
                    <a:pt x="288" y="290"/>
                  </a:lnTo>
                  <a:lnTo>
                    <a:pt x="323" y="236"/>
                  </a:lnTo>
                  <a:lnTo>
                    <a:pt x="337" y="171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89037F44-7C53-9107-5AB4-3FADD1B45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517"/>
              <a:ext cx="335" cy="339"/>
            </a:xfrm>
            <a:custGeom>
              <a:avLst/>
              <a:gdLst>
                <a:gd name="T0" fmla="*/ 335 w 335"/>
                <a:gd name="T1" fmla="*/ 170 h 339"/>
                <a:gd name="T2" fmla="*/ 322 w 335"/>
                <a:gd name="T3" fmla="*/ 103 h 339"/>
                <a:gd name="T4" fmla="*/ 286 w 335"/>
                <a:gd name="T5" fmla="*/ 49 h 339"/>
                <a:gd name="T6" fmla="*/ 233 w 335"/>
                <a:gd name="T7" fmla="*/ 14 h 339"/>
                <a:gd name="T8" fmla="*/ 167 w 335"/>
                <a:gd name="T9" fmla="*/ 0 h 339"/>
                <a:gd name="T10" fmla="*/ 102 w 335"/>
                <a:gd name="T11" fmla="*/ 14 h 339"/>
                <a:gd name="T12" fmla="*/ 49 w 335"/>
                <a:gd name="T13" fmla="*/ 49 h 339"/>
                <a:gd name="T14" fmla="*/ 12 w 335"/>
                <a:gd name="T15" fmla="*/ 103 h 339"/>
                <a:gd name="T16" fmla="*/ 0 w 335"/>
                <a:gd name="T17" fmla="*/ 170 h 339"/>
                <a:gd name="T18" fmla="*/ 12 w 335"/>
                <a:gd name="T19" fmla="*/ 236 h 339"/>
                <a:gd name="T20" fmla="*/ 49 w 335"/>
                <a:gd name="T21" fmla="*/ 290 h 339"/>
                <a:gd name="T22" fmla="*/ 102 w 335"/>
                <a:gd name="T23" fmla="*/ 326 h 339"/>
                <a:gd name="T24" fmla="*/ 167 w 335"/>
                <a:gd name="T25" fmla="*/ 339 h 339"/>
                <a:gd name="T26" fmla="*/ 233 w 335"/>
                <a:gd name="T27" fmla="*/ 326 h 339"/>
                <a:gd name="T28" fmla="*/ 286 w 335"/>
                <a:gd name="T29" fmla="*/ 290 h 339"/>
                <a:gd name="T30" fmla="*/ 322 w 335"/>
                <a:gd name="T31" fmla="*/ 236 h 339"/>
                <a:gd name="T32" fmla="*/ 335 w 335"/>
                <a:gd name="T33" fmla="*/ 170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5" h="339">
                  <a:moveTo>
                    <a:pt x="335" y="170"/>
                  </a:moveTo>
                  <a:lnTo>
                    <a:pt x="322" y="103"/>
                  </a:lnTo>
                  <a:lnTo>
                    <a:pt x="286" y="49"/>
                  </a:lnTo>
                  <a:lnTo>
                    <a:pt x="233" y="14"/>
                  </a:lnTo>
                  <a:lnTo>
                    <a:pt x="167" y="0"/>
                  </a:lnTo>
                  <a:lnTo>
                    <a:pt x="102" y="14"/>
                  </a:lnTo>
                  <a:lnTo>
                    <a:pt x="49" y="49"/>
                  </a:lnTo>
                  <a:lnTo>
                    <a:pt x="12" y="103"/>
                  </a:lnTo>
                  <a:lnTo>
                    <a:pt x="0" y="170"/>
                  </a:lnTo>
                  <a:lnTo>
                    <a:pt x="12" y="236"/>
                  </a:lnTo>
                  <a:lnTo>
                    <a:pt x="49" y="290"/>
                  </a:lnTo>
                  <a:lnTo>
                    <a:pt x="102" y="326"/>
                  </a:lnTo>
                  <a:lnTo>
                    <a:pt x="167" y="339"/>
                  </a:lnTo>
                  <a:lnTo>
                    <a:pt x="233" y="326"/>
                  </a:lnTo>
                  <a:lnTo>
                    <a:pt x="286" y="290"/>
                  </a:lnTo>
                  <a:lnTo>
                    <a:pt x="322" y="236"/>
                  </a:lnTo>
                  <a:lnTo>
                    <a:pt x="335" y="170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D478C5E4-9E17-3457-2D70-99CB0C1BC65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372" y="2517"/>
              <a:ext cx="335" cy="339"/>
            </a:xfrm>
            <a:custGeom>
              <a:avLst/>
              <a:gdLst>
                <a:gd name="T0" fmla="*/ 226 w 226"/>
                <a:gd name="T1" fmla="*/ 113 h 227"/>
                <a:gd name="T2" fmla="*/ 217 w 226"/>
                <a:gd name="T3" fmla="*/ 158 h 227"/>
                <a:gd name="T4" fmla="*/ 193 w 226"/>
                <a:gd name="T5" fmla="*/ 194 h 227"/>
                <a:gd name="T6" fmla="*/ 157 w 226"/>
                <a:gd name="T7" fmla="*/ 218 h 227"/>
                <a:gd name="T8" fmla="*/ 113 w 226"/>
                <a:gd name="T9" fmla="*/ 227 h 227"/>
                <a:gd name="T10" fmla="*/ 69 w 226"/>
                <a:gd name="T11" fmla="*/ 218 h 227"/>
                <a:gd name="T12" fmla="*/ 33 w 226"/>
                <a:gd name="T13" fmla="*/ 194 h 227"/>
                <a:gd name="T14" fmla="*/ 8 w 226"/>
                <a:gd name="T15" fmla="*/ 158 h 227"/>
                <a:gd name="T16" fmla="*/ 0 w 226"/>
                <a:gd name="T17" fmla="*/ 113 h 227"/>
                <a:gd name="T18" fmla="*/ 8 w 226"/>
                <a:gd name="T19" fmla="*/ 69 h 227"/>
                <a:gd name="T20" fmla="*/ 33 w 226"/>
                <a:gd name="T21" fmla="*/ 33 h 227"/>
                <a:gd name="T22" fmla="*/ 69 w 226"/>
                <a:gd name="T23" fmla="*/ 9 h 227"/>
                <a:gd name="T24" fmla="*/ 113 w 226"/>
                <a:gd name="T25" fmla="*/ 0 h 227"/>
                <a:gd name="T26" fmla="*/ 157 w 226"/>
                <a:gd name="T27" fmla="*/ 9 h 227"/>
                <a:gd name="T28" fmla="*/ 193 w 226"/>
                <a:gd name="T29" fmla="*/ 33 h 227"/>
                <a:gd name="T30" fmla="*/ 217 w 226"/>
                <a:gd name="T31" fmla="*/ 69 h 227"/>
                <a:gd name="T32" fmla="*/ 226 w 226"/>
                <a:gd name="T33" fmla="*/ 113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6" h="227">
                  <a:moveTo>
                    <a:pt x="226" y="113"/>
                  </a:moveTo>
                  <a:lnTo>
                    <a:pt x="217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8" y="158"/>
                  </a:lnTo>
                  <a:lnTo>
                    <a:pt x="0" y="113"/>
                  </a:lnTo>
                  <a:lnTo>
                    <a:pt x="8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3"/>
                  </a:lnTo>
                  <a:lnTo>
                    <a:pt x="217" y="69"/>
                  </a:lnTo>
                  <a:lnTo>
                    <a:pt x="226" y="11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C3FC0B86-9CD2-75A3-992B-9F3B6CA4FB5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13" y="2537"/>
              <a:ext cx="807" cy="88"/>
            </a:xfrm>
            <a:custGeom>
              <a:avLst/>
              <a:gdLst>
                <a:gd name="T0" fmla="*/ 0 w 544"/>
                <a:gd name="T1" fmla="*/ 0 h 59"/>
                <a:gd name="T2" fmla="*/ 150 w 544"/>
                <a:gd name="T3" fmla="*/ 44 h 59"/>
                <a:gd name="T4" fmla="*/ 286 w 544"/>
                <a:gd name="T5" fmla="*/ 59 h 59"/>
                <a:gd name="T6" fmla="*/ 415 w 544"/>
                <a:gd name="T7" fmla="*/ 48 h 59"/>
                <a:gd name="T8" fmla="*/ 544 w 544"/>
                <a:gd name="T9" fmla="*/ 1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59">
                  <a:moveTo>
                    <a:pt x="0" y="0"/>
                  </a:moveTo>
                  <a:lnTo>
                    <a:pt x="150" y="44"/>
                  </a:lnTo>
                  <a:lnTo>
                    <a:pt x="286" y="59"/>
                  </a:lnTo>
                  <a:lnTo>
                    <a:pt x="415" y="48"/>
                  </a:lnTo>
                  <a:lnTo>
                    <a:pt x="544" y="12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1AEACC60-F8B0-E91B-0F9F-8511DB4C6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2546"/>
              <a:ext cx="102" cy="73"/>
            </a:xfrm>
            <a:custGeom>
              <a:avLst/>
              <a:gdLst>
                <a:gd name="T0" fmla="*/ 102 w 102"/>
                <a:gd name="T1" fmla="*/ 68 h 73"/>
                <a:gd name="T2" fmla="*/ 26 w 102"/>
                <a:gd name="T3" fmla="*/ 0 h 73"/>
                <a:gd name="T4" fmla="*/ 38 w 102"/>
                <a:gd name="T5" fmla="*/ 44 h 73"/>
                <a:gd name="T6" fmla="*/ 0 w 102"/>
                <a:gd name="T7" fmla="*/ 73 h 73"/>
                <a:gd name="T8" fmla="*/ 102 w 102"/>
                <a:gd name="T9" fmla="*/ 68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73">
                  <a:moveTo>
                    <a:pt x="102" y="68"/>
                  </a:moveTo>
                  <a:lnTo>
                    <a:pt x="26" y="0"/>
                  </a:lnTo>
                  <a:lnTo>
                    <a:pt x="38" y="44"/>
                  </a:lnTo>
                  <a:lnTo>
                    <a:pt x="0" y="73"/>
                  </a:lnTo>
                  <a:lnTo>
                    <a:pt x="102" y="6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F84981A9-F273-2905-5D32-794962EC8E3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40" y="2546"/>
              <a:ext cx="102" cy="73"/>
            </a:xfrm>
            <a:custGeom>
              <a:avLst/>
              <a:gdLst>
                <a:gd name="T0" fmla="*/ 69 w 69"/>
                <a:gd name="T1" fmla="*/ 3 h 49"/>
                <a:gd name="T2" fmla="*/ 18 w 69"/>
                <a:gd name="T3" fmla="*/ 49 h 49"/>
                <a:gd name="T4" fmla="*/ 26 w 69"/>
                <a:gd name="T5" fmla="*/ 19 h 49"/>
                <a:gd name="T6" fmla="*/ 0 w 69"/>
                <a:gd name="T7" fmla="*/ 0 h 49"/>
                <a:gd name="T8" fmla="*/ 69 w 69"/>
                <a:gd name="T9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69" y="3"/>
                  </a:moveTo>
                  <a:lnTo>
                    <a:pt x="18" y="49"/>
                  </a:lnTo>
                  <a:lnTo>
                    <a:pt x="26" y="19"/>
                  </a:lnTo>
                  <a:lnTo>
                    <a:pt x="0" y="0"/>
                  </a:lnTo>
                  <a:lnTo>
                    <a:pt x="69" y="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39">
                  <a:extLst>
                    <a:ext uri="{FF2B5EF4-FFF2-40B4-BE49-F238E27FC236}">
                      <a16:creationId xmlns:a16="http://schemas.microsoft.com/office/drawing/2014/main" id="{D5C3F27F-F34E-3388-40D0-826202C228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38" y="2279"/>
                  <a:ext cx="19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0" name="Rectangle 39">
                  <a:extLst>
                    <a:ext uri="{FF2B5EF4-FFF2-40B4-BE49-F238E27FC236}">
                      <a16:creationId xmlns:a16="http://schemas.microsoft.com/office/drawing/2014/main" id="{D5C3F27F-F34E-3388-40D0-826202C228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38" y="2279"/>
                  <a:ext cx="194" cy="27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F20F859F-FF95-EB3C-2C2E-11B36F4B6B7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69" y="2747"/>
              <a:ext cx="806" cy="91"/>
            </a:xfrm>
            <a:custGeom>
              <a:avLst/>
              <a:gdLst>
                <a:gd name="T0" fmla="*/ 543 w 543"/>
                <a:gd name="T1" fmla="*/ 61 h 61"/>
                <a:gd name="T2" fmla="*/ 393 w 543"/>
                <a:gd name="T3" fmla="*/ 17 h 61"/>
                <a:gd name="T4" fmla="*/ 258 w 543"/>
                <a:gd name="T5" fmla="*/ 0 h 61"/>
                <a:gd name="T6" fmla="*/ 129 w 543"/>
                <a:gd name="T7" fmla="*/ 10 h 61"/>
                <a:gd name="T8" fmla="*/ 0 w 543"/>
                <a:gd name="T9" fmla="*/ 4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3" h="61">
                  <a:moveTo>
                    <a:pt x="543" y="61"/>
                  </a:moveTo>
                  <a:lnTo>
                    <a:pt x="393" y="17"/>
                  </a:lnTo>
                  <a:lnTo>
                    <a:pt x="258" y="0"/>
                  </a:lnTo>
                  <a:lnTo>
                    <a:pt x="129" y="10"/>
                  </a:lnTo>
                  <a:lnTo>
                    <a:pt x="0" y="4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AF29DE11-6F09-3E03-EABB-C2E42E876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758"/>
              <a:ext cx="102" cy="73"/>
            </a:xfrm>
            <a:custGeom>
              <a:avLst/>
              <a:gdLst>
                <a:gd name="T0" fmla="*/ 0 w 102"/>
                <a:gd name="T1" fmla="*/ 4 h 73"/>
                <a:gd name="T2" fmla="*/ 76 w 102"/>
                <a:gd name="T3" fmla="*/ 73 h 73"/>
                <a:gd name="T4" fmla="*/ 64 w 102"/>
                <a:gd name="T5" fmla="*/ 28 h 73"/>
                <a:gd name="T6" fmla="*/ 102 w 102"/>
                <a:gd name="T7" fmla="*/ 0 h 73"/>
                <a:gd name="T8" fmla="*/ 0 w 102"/>
                <a:gd name="T9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2" h="73">
                  <a:moveTo>
                    <a:pt x="0" y="4"/>
                  </a:moveTo>
                  <a:lnTo>
                    <a:pt x="76" y="73"/>
                  </a:lnTo>
                  <a:lnTo>
                    <a:pt x="64" y="28"/>
                  </a:lnTo>
                  <a:lnTo>
                    <a:pt x="102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433C6090-D40C-3274-5582-8455E6EFB6C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7" y="2758"/>
              <a:ext cx="102" cy="73"/>
            </a:xfrm>
            <a:custGeom>
              <a:avLst/>
              <a:gdLst>
                <a:gd name="T0" fmla="*/ 0 w 69"/>
                <a:gd name="T1" fmla="*/ 46 h 49"/>
                <a:gd name="T2" fmla="*/ 51 w 69"/>
                <a:gd name="T3" fmla="*/ 0 h 49"/>
                <a:gd name="T4" fmla="*/ 43 w 69"/>
                <a:gd name="T5" fmla="*/ 30 h 49"/>
                <a:gd name="T6" fmla="*/ 69 w 69"/>
                <a:gd name="T7" fmla="*/ 49 h 49"/>
                <a:gd name="T8" fmla="*/ 0 w 69"/>
                <a:gd name="T9" fmla="*/ 4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0" y="46"/>
                  </a:moveTo>
                  <a:lnTo>
                    <a:pt x="51" y="0"/>
                  </a:lnTo>
                  <a:lnTo>
                    <a:pt x="43" y="30"/>
                  </a:lnTo>
                  <a:lnTo>
                    <a:pt x="69" y="49"/>
                  </a:lnTo>
                  <a:lnTo>
                    <a:pt x="0" y="4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43">
                  <a:extLst>
                    <a:ext uri="{FF2B5EF4-FFF2-40B4-BE49-F238E27FC236}">
                      <a16:creationId xmlns:a16="http://schemas.microsoft.com/office/drawing/2014/main" id="{6B969C1A-5A7B-B6BD-B7D0-D038A1AB25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32" y="2760"/>
                  <a:ext cx="19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4" name="Rectangle 43">
                  <a:extLst>
                    <a:ext uri="{FF2B5EF4-FFF2-40B4-BE49-F238E27FC236}">
                      <a16:creationId xmlns:a16="http://schemas.microsoft.com/office/drawing/2014/main" id="{6B969C1A-5A7B-B6BD-B7D0-D038A1AB25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32" y="2760"/>
                  <a:ext cx="194" cy="2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2921" y="228600"/>
                <a:ext cx="7772400" cy="996101"/>
              </a:xfrm>
            </p:spPr>
            <p:txBody>
              <a:bodyPr>
                <a:normAutofit/>
              </a:bodyPr>
              <a:lstStyle/>
              <a:p>
                <a:r>
                  <a:rPr lang="he-IL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תזכורת: </a:t>
                </a:r>
                <a:r>
                  <a:rPr lang="he-IL">
                    <a:ln>
                      <a:solidFill>
                        <a:srgbClr val="FF0000"/>
                      </a:solidFill>
                    </a:ln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שקילות סופית </a:t>
                </a:r>
                <a:r>
                  <a:rPr lang="en-US">
                    <a:ln>
                      <a:solidFill>
                        <a:srgbClr val="FF0000"/>
                      </a:solidFill>
                    </a:ln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⇍</m:t>
                    </m:r>
                  </m:oMath>
                </a14:m>
                <a:r>
                  <a:rPr lang="he-IL">
                    <a:ln>
                      <a:solidFill>
                        <a:srgbClr val="0000FF"/>
                      </a:solidFill>
                    </a:ln>
                    <a:solidFill>
                      <a:srgbClr val="0551FB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שקילות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n>
                          <a:solidFill>
                            <a:srgbClr val="0000FF"/>
                          </a:solidFill>
                        </a:ln>
                        <a:solidFill>
                          <a:srgbClr val="0551FB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he-IL">
                  <a:ln>
                    <a:solidFill>
                      <a:srgbClr val="0000FF"/>
                    </a:solidFill>
                  </a:ln>
                  <a:solidFill>
                    <a:srgbClr val="0551FB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2921" y="228600"/>
                <a:ext cx="7772400" cy="996101"/>
              </a:xfrm>
              <a:blipFill>
                <a:blip r:embed="rId2"/>
                <a:stretch>
                  <a:fillRect r="-1020" b="-21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147" y="5906869"/>
                <a:ext cx="8948925" cy="64633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3600" b="0" i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3600" b="0" i="1" smtClean="0">
                        <a:solidFill>
                          <a:srgbClr val="FF0000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3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36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3600">
                    <a:latin typeface="Gisha" panose="020B0502040204020203" pitchFamily="34" charset="-79"/>
                    <a:cs typeface="Gisha" panose="020B0502040204020203" pitchFamily="34" charset="-79"/>
                  </a:rPr>
                  <a:t>    אבל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3600" b="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3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600" b="0" i="1" dirty="0" smtClean="0">
                        <a:solidFill>
                          <a:srgbClr val="0000FF"/>
                        </a:solidFill>
                        <a:latin typeface="Cambria Math"/>
                        <a:sym typeface="Symbol"/>
                      </a:rPr>
                      <m:t>≠</m:t>
                    </m:r>
                    <m:sSub>
                      <m:sSubPr>
                        <m:ctrlPr>
                          <a:rPr lang="en-US" sz="3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3600" b="0" i="1" dirty="0" smtClean="0">
                            <a:solidFill>
                              <a:srgbClr val="0000FF"/>
                            </a:solidFill>
                            <a:latin typeface="Cambria Math"/>
                            <a:sym typeface="Symbol"/>
                          </a:rPr>
                          <m:t>ℒ</m:t>
                        </m:r>
                      </m:e>
                      <m:sub>
                        <m:r>
                          <a:rPr lang="en-US" sz="3600" b="0" i="1" dirty="0" smtClean="0">
                            <a:solidFill>
                              <a:srgbClr val="0000FF"/>
                            </a:solidFill>
                            <a:latin typeface="Cambria Math"/>
                            <a:sym typeface="Symbol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3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3600" b="0" i="1" dirty="0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he-IL" sz="3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7" y="5906869"/>
                <a:ext cx="8948925" cy="646331"/>
              </a:xfrm>
              <a:prstGeom prst="rect">
                <a:avLst/>
              </a:prstGeom>
              <a:blipFill>
                <a:blip r:embed="rId3"/>
                <a:stretch>
                  <a:fillRect l="-2520" t="-16038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/>
          <p:nvPr/>
        </p:nvCxnSpPr>
        <p:spPr>
          <a:xfrm rot="10800000" flipV="1">
            <a:off x="515150" y="2478746"/>
            <a:ext cx="2472380" cy="3312453"/>
          </a:xfrm>
          <a:prstGeom prst="bentConnector2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10800000" flipV="1">
            <a:off x="2698857" y="4593939"/>
            <a:ext cx="306870" cy="1008129"/>
          </a:xfrm>
          <a:prstGeom prst="bentConnector2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2921" y="4198600"/>
            <a:ext cx="218370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שפה ריקה</a:t>
            </a:r>
          </a:p>
        </p:txBody>
      </p:sp>
      <p:cxnSp>
        <p:nvCxnSpPr>
          <p:cNvPr id="18" name="Elbow Connector 17"/>
          <p:cNvCxnSpPr/>
          <p:nvPr/>
        </p:nvCxnSpPr>
        <p:spPr>
          <a:xfrm>
            <a:off x="6156470" y="2478747"/>
            <a:ext cx="1158731" cy="354105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>
            <a:off x="6138274" y="4593940"/>
            <a:ext cx="1176926" cy="142586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34354" y="1647749"/>
                <a:ext cx="2116610" cy="83099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16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המילים האינסופיות  בהן כל האותיות מכילות את הפסוק האטומי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he-IL" sz="16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54" y="1647749"/>
                <a:ext cx="2116610" cy="830997"/>
              </a:xfrm>
              <a:prstGeom prst="rect">
                <a:avLst/>
              </a:prstGeom>
              <a:blipFill>
                <a:blip r:embed="rId4"/>
                <a:stretch>
                  <a:fillRect l="-4598" t="-2190" r="-1437" b="-8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345908" y="3382273"/>
                <a:ext cx="1633454" cy="156966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1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המילים הסופיות באורך גדול מ-1 בהן כל האותיות מכילות את הפסוק האטומי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he-IL" sz="16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5908" y="3382273"/>
                <a:ext cx="1633454" cy="1569660"/>
              </a:xfrm>
              <a:prstGeom prst="rect">
                <a:avLst/>
              </a:prstGeom>
              <a:blipFill>
                <a:blip r:embed="rId5"/>
                <a:stretch>
                  <a:fillRect l="-1493" t="-1167" b="-4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A853F69-6805-6A4B-1E16-F5EA07D8F2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05138" y="3760788"/>
            <a:ext cx="3133725" cy="1622425"/>
            <a:chOff x="1893" y="2369"/>
            <a:chExt cx="1974" cy="1022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0D908C5B-AA16-8A86-D57A-6C3F39758EB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893" y="2397"/>
              <a:ext cx="1974" cy="9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95" dir="2700191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5A893374-D958-9C5F-2FB1-F04CE4D51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3006"/>
              <a:ext cx="339" cy="340"/>
            </a:xfrm>
            <a:custGeom>
              <a:avLst/>
              <a:gdLst>
                <a:gd name="T0" fmla="*/ 339 w 339"/>
                <a:gd name="T1" fmla="*/ 169 h 340"/>
                <a:gd name="T2" fmla="*/ 326 w 339"/>
                <a:gd name="T3" fmla="*/ 103 h 340"/>
                <a:gd name="T4" fmla="*/ 289 w 339"/>
                <a:gd name="T5" fmla="*/ 49 h 340"/>
                <a:gd name="T6" fmla="*/ 235 w 339"/>
                <a:gd name="T7" fmla="*/ 13 h 340"/>
                <a:gd name="T8" fmla="*/ 169 w 339"/>
                <a:gd name="T9" fmla="*/ 0 h 340"/>
                <a:gd name="T10" fmla="*/ 103 w 339"/>
                <a:gd name="T11" fmla="*/ 13 h 340"/>
                <a:gd name="T12" fmla="*/ 50 w 339"/>
                <a:gd name="T13" fmla="*/ 49 h 340"/>
                <a:gd name="T14" fmla="*/ 14 w 339"/>
                <a:gd name="T15" fmla="*/ 103 h 340"/>
                <a:gd name="T16" fmla="*/ 0 w 339"/>
                <a:gd name="T17" fmla="*/ 169 h 340"/>
                <a:gd name="T18" fmla="*/ 14 w 339"/>
                <a:gd name="T19" fmla="*/ 235 h 340"/>
                <a:gd name="T20" fmla="*/ 50 w 339"/>
                <a:gd name="T21" fmla="*/ 290 h 340"/>
                <a:gd name="T22" fmla="*/ 103 w 339"/>
                <a:gd name="T23" fmla="*/ 326 h 340"/>
                <a:gd name="T24" fmla="*/ 169 w 339"/>
                <a:gd name="T25" fmla="*/ 340 h 340"/>
                <a:gd name="T26" fmla="*/ 235 w 339"/>
                <a:gd name="T27" fmla="*/ 326 h 340"/>
                <a:gd name="T28" fmla="*/ 289 w 339"/>
                <a:gd name="T29" fmla="*/ 290 h 340"/>
                <a:gd name="T30" fmla="*/ 326 w 339"/>
                <a:gd name="T31" fmla="*/ 235 h 340"/>
                <a:gd name="T32" fmla="*/ 339 w 339"/>
                <a:gd name="T33" fmla="*/ 169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40">
                  <a:moveTo>
                    <a:pt x="339" y="169"/>
                  </a:moveTo>
                  <a:lnTo>
                    <a:pt x="326" y="103"/>
                  </a:lnTo>
                  <a:lnTo>
                    <a:pt x="289" y="49"/>
                  </a:lnTo>
                  <a:lnTo>
                    <a:pt x="235" y="13"/>
                  </a:lnTo>
                  <a:lnTo>
                    <a:pt x="169" y="0"/>
                  </a:lnTo>
                  <a:lnTo>
                    <a:pt x="103" y="13"/>
                  </a:lnTo>
                  <a:lnTo>
                    <a:pt x="50" y="49"/>
                  </a:lnTo>
                  <a:lnTo>
                    <a:pt x="14" y="103"/>
                  </a:lnTo>
                  <a:lnTo>
                    <a:pt x="0" y="169"/>
                  </a:lnTo>
                  <a:lnTo>
                    <a:pt x="14" y="235"/>
                  </a:lnTo>
                  <a:lnTo>
                    <a:pt x="50" y="290"/>
                  </a:lnTo>
                  <a:lnTo>
                    <a:pt x="103" y="326"/>
                  </a:lnTo>
                  <a:lnTo>
                    <a:pt x="169" y="340"/>
                  </a:lnTo>
                  <a:lnTo>
                    <a:pt x="235" y="326"/>
                  </a:lnTo>
                  <a:lnTo>
                    <a:pt x="289" y="290"/>
                  </a:lnTo>
                  <a:lnTo>
                    <a:pt x="326" y="235"/>
                  </a:lnTo>
                  <a:lnTo>
                    <a:pt x="339" y="169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42D03F1-F753-E000-1ECE-33802A0BA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941"/>
              <a:ext cx="339" cy="340"/>
            </a:xfrm>
            <a:custGeom>
              <a:avLst/>
              <a:gdLst>
                <a:gd name="T0" fmla="*/ 339 w 339"/>
                <a:gd name="T1" fmla="*/ 170 h 340"/>
                <a:gd name="T2" fmla="*/ 326 w 339"/>
                <a:gd name="T3" fmla="*/ 104 h 340"/>
                <a:gd name="T4" fmla="*/ 288 w 339"/>
                <a:gd name="T5" fmla="*/ 50 h 340"/>
                <a:gd name="T6" fmla="*/ 235 w 339"/>
                <a:gd name="T7" fmla="*/ 14 h 340"/>
                <a:gd name="T8" fmla="*/ 169 w 339"/>
                <a:gd name="T9" fmla="*/ 0 h 340"/>
                <a:gd name="T10" fmla="*/ 103 w 339"/>
                <a:gd name="T11" fmla="*/ 14 h 340"/>
                <a:gd name="T12" fmla="*/ 50 w 339"/>
                <a:gd name="T13" fmla="*/ 50 h 340"/>
                <a:gd name="T14" fmla="*/ 14 w 339"/>
                <a:gd name="T15" fmla="*/ 104 h 340"/>
                <a:gd name="T16" fmla="*/ 0 w 339"/>
                <a:gd name="T17" fmla="*/ 170 h 340"/>
                <a:gd name="T18" fmla="*/ 14 w 339"/>
                <a:gd name="T19" fmla="*/ 237 h 340"/>
                <a:gd name="T20" fmla="*/ 50 w 339"/>
                <a:gd name="T21" fmla="*/ 291 h 340"/>
                <a:gd name="T22" fmla="*/ 103 w 339"/>
                <a:gd name="T23" fmla="*/ 327 h 340"/>
                <a:gd name="T24" fmla="*/ 169 w 339"/>
                <a:gd name="T25" fmla="*/ 340 h 340"/>
                <a:gd name="T26" fmla="*/ 235 w 339"/>
                <a:gd name="T27" fmla="*/ 327 h 340"/>
                <a:gd name="T28" fmla="*/ 288 w 339"/>
                <a:gd name="T29" fmla="*/ 291 h 340"/>
                <a:gd name="T30" fmla="*/ 326 w 339"/>
                <a:gd name="T31" fmla="*/ 237 h 340"/>
                <a:gd name="T32" fmla="*/ 339 w 339"/>
                <a:gd name="T33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40">
                  <a:moveTo>
                    <a:pt x="339" y="170"/>
                  </a:moveTo>
                  <a:lnTo>
                    <a:pt x="326" y="104"/>
                  </a:lnTo>
                  <a:lnTo>
                    <a:pt x="288" y="50"/>
                  </a:lnTo>
                  <a:lnTo>
                    <a:pt x="235" y="14"/>
                  </a:lnTo>
                  <a:lnTo>
                    <a:pt x="169" y="0"/>
                  </a:lnTo>
                  <a:lnTo>
                    <a:pt x="103" y="14"/>
                  </a:lnTo>
                  <a:lnTo>
                    <a:pt x="50" y="50"/>
                  </a:lnTo>
                  <a:lnTo>
                    <a:pt x="14" y="104"/>
                  </a:lnTo>
                  <a:lnTo>
                    <a:pt x="0" y="170"/>
                  </a:lnTo>
                  <a:lnTo>
                    <a:pt x="14" y="237"/>
                  </a:lnTo>
                  <a:lnTo>
                    <a:pt x="50" y="291"/>
                  </a:lnTo>
                  <a:lnTo>
                    <a:pt x="103" y="327"/>
                  </a:lnTo>
                  <a:lnTo>
                    <a:pt x="169" y="340"/>
                  </a:lnTo>
                  <a:lnTo>
                    <a:pt x="235" y="327"/>
                  </a:lnTo>
                  <a:lnTo>
                    <a:pt x="288" y="291"/>
                  </a:lnTo>
                  <a:lnTo>
                    <a:pt x="326" y="237"/>
                  </a:lnTo>
                  <a:lnTo>
                    <a:pt x="339" y="170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2640643-712E-22F2-0358-43FAC89D5FE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229" y="2941"/>
              <a:ext cx="339" cy="340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3 w 227"/>
                <a:gd name="T5" fmla="*/ 194 h 227"/>
                <a:gd name="T6" fmla="*/ 157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69 h 227"/>
                <a:gd name="T20" fmla="*/ 33 w 227"/>
                <a:gd name="T21" fmla="*/ 33 h 227"/>
                <a:gd name="T22" fmla="*/ 69 w 227"/>
                <a:gd name="T23" fmla="*/ 9 h 227"/>
                <a:gd name="T24" fmla="*/ 113 w 227"/>
                <a:gd name="T25" fmla="*/ 0 h 227"/>
                <a:gd name="T26" fmla="*/ 157 w 227"/>
                <a:gd name="T27" fmla="*/ 9 h 227"/>
                <a:gd name="T28" fmla="*/ 193 w 227"/>
                <a:gd name="T29" fmla="*/ 33 h 227"/>
                <a:gd name="T30" fmla="*/ 218 w 227"/>
                <a:gd name="T31" fmla="*/ 69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3"/>
                  </a:lnTo>
                  <a:lnTo>
                    <a:pt x="218" y="69"/>
                  </a:lnTo>
                  <a:lnTo>
                    <a:pt x="227" y="11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E045661B-A8E7-5CC9-A29B-44AB89902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6" y="3111"/>
              <a:ext cx="2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899718A5-12EB-BAE9-3214-B4C0F3986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3073"/>
              <a:ext cx="96" cy="76"/>
            </a:xfrm>
            <a:custGeom>
              <a:avLst/>
              <a:gdLst>
                <a:gd name="T0" fmla="*/ 96 w 96"/>
                <a:gd name="T1" fmla="*/ 38 h 76"/>
                <a:gd name="T2" fmla="*/ 0 w 96"/>
                <a:gd name="T3" fmla="*/ 0 h 76"/>
                <a:gd name="T4" fmla="*/ 27 w 96"/>
                <a:gd name="T5" fmla="*/ 38 h 76"/>
                <a:gd name="T6" fmla="*/ 0 w 96"/>
                <a:gd name="T7" fmla="*/ 76 h 76"/>
                <a:gd name="T8" fmla="*/ 96 w 96"/>
                <a:gd name="T9" fmla="*/ 3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76">
                  <a:moveTo>
                    <a:pt x="96" y="38"/>
                  </a:moveTo>
                  <a:lnTo>
                    <a:pt x="0" y="0"/>
                  </a:lnTo>
                  <a:lnTo>
                    <a:pt x="27" y="38"/>
                  </a:lnTo>
                  <a:lnTo>
                    <a:pt x="0" y="76"/>
                  </a:lnTo>
                  <a:lnTo>
                    <a:pt x="96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AA33B1DB-5A11-EBE3-DDCE-5083B0538B8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92" y="3073"/>
              <a:ext cx="96" cy="76"/>
            </a:xfrm>
            <a:custGeom>
              <a:avLst/>
              <a:gdLst>
                <a:gd name="T0" fmla="*/ 64 w 64"/>
                <a:gd name="T1" fmla="*/ 26 h 51"/>
                <a:gd name="T2" fmla="*/ 0 w 64"/>
                <a:gd name="T3" fmla="*/ 51 h 51"/>
                <a:gd name="T4" fmla="*/ 18 w 64"/>
                <a:gd name="T5" fmla="*/ 26 h 51"/>
                <a:gd name="T6" fmla="*/ 0 w 64"/>
                <a:gd name="T7" fmla="*/ 0 h 51"/>
                <a:gd name="T8" fmla="*/ 64 w 64"/>
                <a:gd name="T9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1">
                  <a:moveTo>
                    <a:pt x="64" y="26"/>
                  </a:moveTo>
                  <a:lnTo>
                    <a:pt x="0" y="51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59BF419-D814-92F1-3AC0-B0D22C77F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06"/>
              <a:ext cx="339" cy="340"/>
            </a:xfrm>
            <a:custGeom>
              <a:avLst/>
              <a:gdLst>
                <a:gd name="T0" fmla="*/ 339 w 339"/>
                <a:gd name="T1" fmla="*/ 169 h 340"/>
                <a:gd name="T2" fmla="*/ 325 w 339"/>
                <a:gd name="T3" fmla="*/ 103 h 340"/>
                <a:gd name="T4" fmla="*/ 289 w 339"/>
                <a:gd name="T5" fmla="*/ 49 h 340"/>
                <a:gd name="T6" fmla="*/ 236 w 339"/>
                <a:gd name="T7" fmla="*/ 13 h 340"/>
                <a:gd name="T8" fmla="*/ 170 w 339"/>
                <a:gd name="T9" fmla="*/ 0 h 340"/>
                <a:gd name="T10" fmla="*/ 103 w 339"/>
                <a:gd name="T11" fmla="*/ 13 h 340"/>
                <a:gd name="T12" fmla="*/ 49 w 339"/>
                <a:gd name="T13" fmla="*/ 49 h 340"/>
                <a:gd name="T14" fmla="*/ 13 w 339"/>
                <a:gd name="T15" fmla="*/ 103 h 340"/>
                <a:gd name="T16" fmla="*/ 0 w 339"/>
                <a:gd name="T17" fmla="*/ 169 h 340"/>
                <a:gd name="T18" fmla="*/ 13 w 339"/>
                <a:gd name="T19" fmla="*/ 235 h 340"/>
                <a:gd name="T20" fmla="*/ 49 w 339"/>
                <a:gd name="T21" fmla="*/ 290 h 340"/>
                <a:gd name="T22" fmla="*/ 103 w 339"/>
                <a:gd name="T23" fmla="*/ 326 h 340"/>
                <a:gd name="T24" fmla="*/ 170 w 339"/>
                <a:gd name="T25" fmla="*/ 340 h 340"/>
                <a:gd name="T26" fmla="*/ 236 w 339"/>
                <a:gd name="T27" fmla="*/ 326 h 340"/>
                <a:gd name="T28" fmla="*/ 289 w 339"/>
                <a:gd name="T29" fmla="*/ 290 h 340"/>
                <a:gd name="T30" fmla="*/ 325 w 339"/>
                <a:gd name="T31" fmla="*/ 235 h 340"/>
                <a:gd name="T32" fmla="*/ 339 w 339"/>
                <a:gd name="T33" fmla="*/ 169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9" h="340">
                  <a:moveTo>
                    <a:pt x="339" y="169"/>
                  </a:moveTo>
                  <a:lnTo>
                    <a:pt x="325" y="103"/>
                  </a:lnTo>
                  <a:lnTo>
                    <a:pt x="289" y="49"/>
                  </a:lnTo>
                  <a:lnTo>
                    <a:pt x="236" y="13"/>
                  </a:lnTo>
                  <a:lnTo>
                    <a:pt x="170" y="0"/>
                  </a:lnTo>
                  <a:lnTo>
                    <a:pt x="103" y="13"/>
                  </a:lnTo>
                  <a:lnTo>
                    <a:pt x="49" y="49"/>
                  </a:lnTo>
                  <a:lnTo>
                    <a:pt x="13" y="103"/>
                  </a:lnTo>
                  <a:lnTo>
                    <a:pt x="0" y="169"/>
                  </a:lnTo>
                  <a:lnTo>
                    <a:pt x="13" y="235"/>
                  </a:lnTo>
                  <a:lnTo>
                    <a:pt x="49" y="290"/>
                  </a:lnTo>
                  <a:lnTo>
                    <a:pt x="103" y="326"/>
                  </a:lnTo>
                  <a:lnTo>
                    <a:pt x="170" y="340"/>
                  </a:lnTo>
                  <a:lnTo>
                    <a:pt x="236" y="326"/>
                  </a:lnTo>
                  <a:lnTo>
                    <a:pt x="289" y="290"/>
                  </a:lnTo>
                  <a:lnTo>
                    <a:pt x="325" y="235"/>
                  </a:lnTo>
                  <a:lnTo>
                    <a:pt x="339" y="169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5F7BB14-2883-01E7-A047-07F07B91A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4" y="2941"/>
              <a:ext cx="338" cy="340"/>
            </a:xfrm>
            <a:custGeom>
              <a:avLst/>
              <a:gdLst>
                <a:gd name="T0" fmla="*/ 338 w 338"/>
                <a:gd name="T1" fmla="*/ 170 h 340"/>
                <a:gd name="T2" fmla="*/ 325 w 338"/>
                <a:gd name="T3" fmla="*/ 104 h 340"/>
                <a:gd name="T4" fmla="*/ 289 w 338"/>
                <a:gd name="T5" fmla="*/ 50 h 340"/>
                <a:gd name="T6" fmla="*/ 235 w 338"/>
                <a:gd name="T7" fmla="*/ 14 h 340"/>
                <a:gd name="T8" fmla="*/ 170 w 338"/>
                <a:gd name="T9" fmla="*/ 0 h 340"/>
                <a:gd name="T10" fmla="*/ 104 w 338"/>
                <a:gd name="T11" fmla="*/ 14 h 340"/>
                <a:gd name="T12" fmla="*/ 50 w 338"/>
                <a:gd name="T13" fmla="*/ 50 h 340"/>
                <a:gd name="T14" fmla="*/ 13 w 338"/>
                <a:gd name="T15" fmla="*/ 104 h 340"/>
                <a:gd name="T16" fmla="*/ 0 w 338"/>
                <a:gd name="T17" fmla="*/ 170 h 340"/>
                <a:gd name="T18" fmla="*/ 13 w 338"/>
                <a:gd name="T19" fmla="*/ 237 h 340"/>
                <a:gd name="T20" fmla="*/ 50 w 338"/>
                <a:gd name="T21" fmla="*/ 291 h 340"/>
                <a:gd name="T22" fmla="*/ 104 w 338"/>
                <a:gd name="T23" fmla="*/ 327 h 340"/>
                <a:gd name="T24" fmla="*/ 170 w 338"/>
                <a:gd name="T25" fmla="*/ 340 h 340"/>
                <a:gd name="T26" fmla="*/ 235 w 338"/>
                <a:gd name="T27" fmla="*/ 327 h 340"/>
                <a:gd name="T28" fmla="*/ 289 w 338"/>
                <a:gd name="T29" fmla="*/ 291 h 340"/>
                <a:gd name="T30" fmla="*/ 325 w 338"/>
                <a:gd name="T31" fmla="*/ 237 h 340"/>
                <a:gd name="T32" fmla="*/ 338 w 338"/>
                <a:gd name="T33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8" h="340">
                  <a:moveTo>
                    <a:pt x="338" y="170"/>
                  </a:moveTo>
                  <a:lnTo>
                    <a:pt x="325" y="104"/>
                  </a:lnTo>
                  <a:lnTo>
                    <a:pt x="289" y="50"/>
                  </a:lnTo>
                  <a:lnTo>
                    <a:pt x="235" y="14"/>
                  </a:lnTo>
                  <a:lnTo>
                    <a:pt x="170" y="0"/>
                  </a:lnTo>
                  <a:lnTo>
                    <a:pt x="104" y="14"/>
                  </a:lnTo>
                  <a:lnTo>
                    <a:pt x="50" y="50"/>
                  </a:lnTo>
                  <a:lnTo>
                    <a:pt x="13" y="104"/>
                  </a:lnTo>
                  <a:lnTo>
                    <a:pt x="0" y="170"/>
                  </a:lnTo>
                  <a:lnTo>
                    <a:pt x="13" y="237"/>
                  </a:lnTo>
                  <a:lnTo>
                    <a:pt x="50" y="291"/>
                  </a:lnTo>
                  <a:lnTo>
                    <a:pt x="104" y="327"/>
                  </a:lnTo>
                  <a:lnTo>
                    <a:pt x="170" y="340"/>
                  </a:lnTo>
                  <a:lnTo>
                    <a:pt x="235" y="327"/>
                  </a:lnTo>
                  <a:lnTo>
                    <a:pt x="289" y="291"/>
                  </a:lnTo>
                  <a:lnTo>
                    <a:pt x="325" y="237"/>
                  </a:lnTo>
                  <a:lnTo>
                    <a:pt x="338" y="170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256443ED-D13A-8D2C-B5E6-2059517BE91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34" y="2941"/>
              <a:ext cx="338" cy="340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4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69 h 227"/>
                <a:gd name="T20" fmla="*/ 34 w 227"/>
                <a:gd name="T21" fmla="*/ 33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4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69"/>
                  </a:lnTo>
                  <a:lnTo>
                    <a:pt x="34" y="33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4"/>
                  </a:lnTo>
                </a:path>
              </a:pathLst>
            </a:custGeom>
            <a:noFill/>
            <a:ln w="666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4EB5AAA3-C694-27CC-892E-876E734E98D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34" y="2941"/>
              <a:ext cx="338" cy="340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4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69 h 227"/>
                <a:gd name="T20" fmla="*/ 34 w 227"/>
                <a:gd name="T21" fmla="*/ 33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4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69"/>
                  </a:lnTo>
                  <a:lnTo>
                    <a:pt x="34" y="33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4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DD419028-4236-35AA-13F1-E6F4D7474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4" y="3111"/>
              <a:ext cx="7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59AB281D-4346-90EB-311E-89CD5087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9" y="3073"/>
              <a:ext cx="95" cy="76"/>
            </a:xfrm>
            <a:custGeom>
              <a:avLst/>
              <a:gdLst>
                <a:gd name="T0" fmla="*/ 95 w 95"/>
                <a:gd name="T1" fmla="*/ 38 h 76"/>
                <a:gd name="T2" fmla="*/ 0 w 95"/>
                <a:gd name="T3" fmla="*/ 0 h 76"/>
                <a:gd name="T4" fmla="*/ 27 w 95"/>
                <a:gd name="T5" fmla="*/ 38 h 76"/>
                <a:gd name="T6" fmla="*/ 0 w 95"/>
                <a:gd name="T7" fmla="*/ 76 h 76"/>
                <a:gd name="T8" fmla="*/ 95 w 95"/>
                <a:gd name="T9" fmla="*/ 3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76">
                  <a:moveTo>
                    <a:pt x="95" y="38"/>
                  </a:moveTo>
                  <a:lnTo>
                    <a:pt x="0" y="0"/>
                  </a:lnTo>
                  <a:lnTo>
                    <a:pt x="27" y="38"/>
                  </a:lnTo>
                  <a:lnTo>
                    <a:pt x="0" y="76"/>
                  </a:lnTo>
                  <a:lnTo>
                    <a:pt x="95" y="3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EAC93BD3-9B35-7834-C585-8844E36D0E4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89" y="3073"/>
              <a:ext cx="95" cy="76"/>
            </a:xfrm>
            <a:custGeom>
              <a:avLst/>
              <a:gdLst>
                <a:gd name="T0" fmla="*/ 64 w 64"/>
                <a:gd name="T1" fmla="*/ 26 h 51"/>
                <a:gd name="T2" fmla="*/ 0 w 64"/>
                <a:gd name="T3" fmla="*/ 51 h 51"/>
                <a:gd name="T4" fmla="*/ 18 w 64"/>
                <a:gd name="T5" fmla="*/ 26 h 51"/>
                <a:gd name="T6" fmla="*/ 0 w 64"/>
                <a:gd name="T7" fmla="*/ 0 h 51"/>
                <a:gd name="T8" fmla="*/ 64 w 64"/>
                <a:gd name="T9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1">
                  <a:moveTo>
                    <a:pt x="64" y="26"/>
                  </a:moveTo>
                  <a:lnTo>
                    <a:pt x="0" y="51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18">
                  <a:extLst>
                    <a:ext uri="{FF2B5EF4-FFF2-40B4-BE49-F238E27FC236}">
                      <a16:creationId xmlns:a16="http://schemas.microsoft.com/office/drawing/2014/main" id="{8D9735C7-1FF9-344A-E6C7-D07A5C2990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2849"/>
                  <a:ext cx="19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MMI10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1" name="Rectangle 18">
                  <a:extLst>
                    <a:ext uri="{FF2B5EF4-FFF2-40B4-BE49-F238E27FC236}">
                      <a16:creationId xmlns:a16="http://schemas.microsoft.com/office/drawing/2014/main" id="{8D9735C7-1FF9-344A-E6C7-D07A5C2990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0" y="2849"/>
                  <a:ext cx="194" cy="27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20F6031E-2CED-441B-1F50-A491733ABF8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29" y="2626"/>
              <a:ext cx="148" cy="315"/>
            </a:xfrm>
            <a:custGeom>
              <a:avLst/>
              <a:gdLst>
                <a:gd name="T0" fmla="*/ 16 w 99"/>
                <a:gd name="T1" fmla="*/ 0 h 210"/>
                <a:gd name="T2" fmla="*/ 0 w 99"/>
                <a:gd name="T3" fmla="*/ 90 h 210"/>
                <a:gd name="T4" fmla="*/ 5 w 99"/>
                <a:gd name="T5" fmla="*/ 155 h 210"/>
                <a:gd name="T6" fmla="*/ 23 w 99"/>
                <a:gd name="T7" fmla="*/ 195 h 210"/>
                <a:gd name="T8" fmla="*/ 47 w 99"/>
                <a:gd name="T9" fmla="*/ 210 h 210"/>
                <a:gd name="T10" fmla="*/ 73 w 99"/>
                <a:gd name="T11" fmla="*/ 202 h 210"/>
                <a:gd name="T12" fmla="*/ 92 w 99"/>
                <a:gd name="T13" fmla="*/ 170 h 210"/>
                <a:gd name="T14" fmla="*/ 99 w 99"/>
                <a:gd name="T15" fmla="*/ 116 h 210"/>
                <a:gd name="T16" fmla="*/ 87 w 99"/>
                <a:gd name="T17" fmla="*/ 3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210">
                  <a:moveTo>
                    <a:pt x="16" y="0"/>
                  </a:moveTo>
                  <a:lnTo>
                    <a:pt x="0" y="90"/>
                  </a:lnTo>
                  <a:lnTo>
                    <a:pt x="5" y="155"/>
                  </a:lnTo>
                  <a:lnTo>
                    <a:pt x="23" y="195"/>
                  </a:lnTo>
                  <a:lnTo>
                    <a:pt x="47" y="210"/>
                  </a:lnTo>
                  <a:lnTo>
                    <a:pt x="73" y="202"/>
                  </a:lnTo>
                  <a:lnTo>
                    <a:pt x="92" y="170"/>
                  </a:lnTo>
                  <a:lnTo>
                    <a:pt x="99" y="116"/>
                  </a:lnTo>
                  <a:lnTo>
                    <a:pt x="87" y="39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8B2112B1-D730-B127-B296-A34BB9E7B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" y="2803"/>
              <a:ext cx="74" cy="104"/>
            </a:xfrm>
            <a:custGeom>
              <a:avLst/>
              <a:gdLst>
                <a:gd name="T0" fmla="*/ 13 w 74"/>
                <a:gd name="T1" fmla="*/ 104 h 104"/>
                <a:gd name="T2" fmla="*/ 74 w 74"/>
                <a:gd name="T3" fmla="*/ 21 h 104"/>
                <a:gd name="T4" fmla="*/ 31 w 74"/>
                <a:gd name="T5" fmla="*/ 36 h 104"/>
                <a:gd name="T6" fmla="*/ 0 w 74"/>
                <a:gd name="T7" fmla="*/ 0 h 104"/>
                <a:gd name="T8" fmla="*/ 13 w 74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104">
                  <a:moveTo>
                    <a:pt x="13" y="104"/>
                  </a:moveTo>
                  <a:lnTo>
                    <a:pt x="74" y="21"/>
                  </a:lnTo>
                  <a:lnTo>
                    <a:pt x="31" y="36"/>
                  </a:lnTo>
                  <a:lnTo>
                    <a:pt x="0" y="0"/>
                  </a:lnTo>
                  <a:lnTo>
                    <a:pt x="13" y="10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44D1B670-5D90-AAC7-0A98-6AC33D75213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40" y="2803"/>
              <a:ext cx="74" cy="104"/>
            </a:xfrm>
            <a:custGeom>
              <a:avLst/>
              <a:gdLst>
                <a:gd name="T0" fmla="*/ 9 w 50"/>
                <a:gd name="T1" fmla="*/ 0 h 69"/>
                <a:gd name="T2" fmla="*/ 50 w 50"/>
                <a:gd name="T3" fmla="*/ 55 h 69"/>
                <a:gd name="T4" fmla="*/ 21 w 50"/>
                <a:gd name="T5" fmla="*/ 45 h 69"/>
                <a:gd name="T6" fmla="*/ 0 w 50"/>
                <a:gd name="T7" fmla="*/ 69 h 69"/>
                <a:gd name="T8" fmla="*/ 9 w 5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9">
                  <a:moveTo>
                    <a:pt x="9" y="0"/>
                  </a:moveTo>
                  <a:lnTo>
                    <a:pt x="50" y="55"/>
                  </a:lnTo>
                  <a:lnTo>
                    <a:pt x="21" y="45"/>
                  </a:lnTo>
                  <a:lnTo>
                    <a:pt x="0" y="69"/>
                  </a:lnTo>
                  <a:lnTo>
                    <a:pt x="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22">
                  <a:extLst>
                    <a:ext uri="{FF2B5EF4-FFF2-40B4-BE49-F238E27FC236}">
                      <a16:creationId xmlns:a16="http://schemas.microsoft.com/office/drawing/2014/main" id="{87205E43-43E0-6A3F-6A7E-3090E4614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0" y="2369"/>
                  <a:ext cx="19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5" name="Rectangle 22">
                  <a:extLst>
                    <a:ext uri="{FF2B5EF4-FFF2-40B4-BE49-F238E27FC236}">
                      <a16:creationId xmlns:a16="http://schemas.microsoft.com/office/drawing/2014/main" id="{87205E43-43E0-6A3F-6A7E-3090E46146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20" y="2369"/>
                  <a:ext cx="194" cy="27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25">
            <a:extLst>
              <a:ext uri="{FF2B5EF4-FFF2-40B4-BE49-F238E27FC236}">
                <a16:creationId xmlns:a16="http://schemas.microsoft.com/office/drawing/2014/main" id="{CE715B98-4DEB-48C2-0C84-FDF9B5175B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987675" y="1627188"/>
            <a:ext cx="3168650" cy="1649412"/>
            <a:chOff x="1882" y="1025"/>
            <a:chExt cx="1996" cy="1039"/>
          </a:xfrm>
        </p:grpSpPr>
        <p:sp>
          <p:nvSpPr>
            <p:cNvPr id="37" name="AutoShape 24">
              <a:extLst>
                <a:ext uri="{FF2B5EF4-FFF2-40B4-BE49-F238E27FC236}">
                  <a16:creationId xmlns:a16="http://schemas.microsoft.com/office/drawing/2014/main" id="{F8555CF9-9178-1440-7DF7-773A055E350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882" y="1059"/>
              <a:ext cx="1996" cy="10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97" dir="2700128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FD7CD695-6CD5-2AEC-C8D8-DC46871E1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1683"/>
              <a:ext cx="342" cy="345"/>
            </a:xfrm>
            <a:custGeom>
              <a:avLst/>
              <a:gdLst>
                <a:gd name="T0" fmla="*/ 342 w 342"/>
                <a:gd name="T1" fmla="*/ 172 h 345"/>
                <a:gd name="T2" fmla="*/ 329 w 342"/>
                <a:gd name="T3" fmla="*/ 105 h 345"/>
                <a:gd name="T4" fmla="*/ 291 w 342"/>
                <a:gd name="T5" fmla="*/ 50 h 345"/>
                <a:gd name="T6" fmla="*/ 237 w 342"/>
                <a:gd name="T7" fmla="*/ 14 h 345"/>
                <a:gd name="T8" fmla="*/ 170 w 342"/>
                <a:gd name="T9" fmla="*/ 0 h 345"/>
                <a:gd name="T10" fmla="*/ 104 w 342"/>
                <a:gd name="T11" fmla="*/ 14 h 345"/>
                <a:gd name="T12" fmla="*/ 50 w 342"/>
                <a:gd name="T13" fmla="*/ 50 h 345"/>
                <a:gd name="T14" fmla="*/ 14 w 342"/>
                <a:gd name="T15" fmla="*/ 105 h 345"/>
                <a:gd name="T16" fmla="*/ 0 w 342"/>
                <a:gd name="T17" fmla="*/ 172 h 345"/>
                <a:gd name="T18" fmla="*/ 14 w 342"/>
                <a:gd name="T19" fmla="*/ 238 h 345"/>
                <a:gd name="T20" fmla="*/ 50 w 342"/>
                <a:gd name="T21" fmla="*/ 295 h 345"/>
                <a:gd name="T22" fmla="*/ 104 w 342"/>
                <a:gd name="T23" fmla="*/ 331 h 345"/>
                <a:gd name="T24" fmla="*/ 170 w 342"/>
                <a:gd name="T25" fmla="*/ 345 h 345"/>
                <a:gd name="T26" fmla="*/ 237 w 342"/>
                <a:gd name="T27" fmla="*/ 331 h 345"/>
                <a:gd name="T28" fmla="*/ 291 w 342"/>
                <a:gd name="T29" fmla="*/ 295 h 345"/>
                <a:gd name="T30" fmla="*/ 329 w 342"/>
                <a:gd name="T31" fmla="*/ 238 h 345"/>
                <a:gd name="T32" fmla="*/ 342 w 342"/>
                <a:gd name="T33" fmla="*/ 172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2" h="345">
                  <a:moveTo>
                    <a:pt x="342" y="172"/>
                  </a:moveTo>
                  <a:lnTo>
                    <a:pt x="329" y="105"/>
                  </a:lnTo>
                  <a:lnTo>
                    <a:pt x="291" y="50"/>
                  </a:lnTo>
                  <a:lnTo>
                    <a:pt x="237" y="14"/>
                  </a:lnTo>
                  <a:lnTo>
                    <a:pt x="170" y="0"/>
                  </a:lnTo>
                  <a:lnTo>
                    <a:pt x="104" y="14"/>
                  </a:lnTo>
                  <a:lnTo>
                    <a:pt x="50" y="50"/>
                  </a:lnTo>
                  <a:lnTo>
                    <a:pt x="14" y="105"/>
                  </a:lnTo>
                  <a:lnTo>
                    <a:pt x="0" y="172"/>
                  </a:lnTo>
                  <a:lnTo>
                    <a:pt x="14" y="238"/>
                  </a:lnTo>
                  <a:lnTo>
                    <a:pt x="50" y="295"/>
                  </a:lnTo>
                  <a:lnTo>
                    <a:pt x="104" y="331"/>
                  </a:lnTo>
                  <a:lnTo>
                    <a:pt x="170" y="345"/>
                  </a:lnTo>
                  <a:lnTo>
                    <a:pt x="237" y="331"/>
                  </a:lnTo>
                  <a:lnTo>
                    <a:pt x="291" y="295"/>
                  </a:lnTo>
                  <a:lnTo>
                    <a:pt x="329" y="238"/>
                  </a:lnTo>
                  <a:lnTo>
                    <a:pt x="342" y="172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02C1D491-6B59-3A4E-16F7-87B611F12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1618"/>
              <a:ext cx="343" cy="344"/>
            </a:xfrm>
            <a:custGeom>
              <a:avLst/>
              <a:gdLst>
                <a:gd name="T0" fmla="*/ 343 w 343"/>
                <a:gd name="T1" fmla="*/ 171 h 344"/>
                <a:gd name="T2" fmla="*/ 329 w 343"/>
                <a:gd name="T3" fmla="*/ 105 h 344"/>
                <a:gd name="T4" fmla="*/ 291 w 343"/>
                <a:gd name="T5" fmla="*/ 50 h 344"/>
                <a:gd name="T6" fmla="*/ 237 w 343"/>
                <a:gd name="T7" fmla="*/ 14 h 344"/>
                <a:gd name="T8" fmla="*/ 171 w 343"/>
                <a:gd name="T9" fmla="*/ 0 h 344"/>
                <a:gd name="T10" fmla="*/ 104 w 343"/>
                <a:gd name="T11" fmla="*/ 14 h 344"/>
                <a:gd name="T12" fmla="*/ 50 w 343"/>
                <a:gd name="T13" fmla="*/ 50 h 344"/>
                <a:gd name="T14" fmla="*/ 14 w 343"/>
                <a:gd name="T15" fmla="*/ 105 h 344"/>
                <a:gd name="T16" fmla="*/ 0 w 343"/>
                <a:gd name="T17" fmla="*/ 171 h 344"/>
                <a:gd name="T18" fmla="*/ 14 w 343"/>
                <a:gd name="T19" fmla="*/ 240 h 344"/>
                <a:gd name="T20" fmla="*/ 50 w 343"/>
                <a:gd name="T21" fmla="*/ 294 h 344"/>
                <a:gd name="T22" fmla="*/ 104 w 343"/>
                <a:gd name="T23" fmla="*/ 331 h 344"/>
                <a:gd name="T24" fmla="*/ 171 w 343"/>
                <a:gd name="T25" fmla="*/ 344 h 344"/>
                <a:gd name="T26" fmla="*/ 237 w 343"/>
                <a:gd name="T27" fmla="*/ 331 h 344"/>
                <a:gd name="T28" fmla="*/ 291 w 343"/>
                <a:gd name="T29" fmla="*/ 294 h 344"/>
                <a:gd name="T30" fmla="*/ 329 w 343"/>
                <a:gd name="T31" fmla="*/ 240 h 344"/>
                <a:gd name="T32" fmla="*/ 343 w 343"/>
                <a:gd name="T33" fmla="*/ 17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3" h="344">
                  <a:moveTo>
                    <a:pt x="343" y="171"/>
                  </a:moveTo>
                  <a:lnTo>
                    <a:pt x="329" y="105"/>
                  </a:lnTo>
                  <a:lnTo>
                    <a:pt x="291" y="50"/>
                  </a:lnTo>
                  <a:lnTo>
                    <a:pt x="237" y="14"/>
                  </a:lnTo>
                  <a:lnTo>
                    <a:pt x="171" y="0"/>
                  </a:lnTo>
                  <a:lnTo>
                    <a:pt x="104" y="14"/>
                  </a:lnTo>
                  <a:lnTo>
                    <a:pt x="50" y="50"/>
                  </a:lnTo>
                  <a:lnTo>
                    <a:pt x="14" y="105"/>
                  </a:lnTo>
                  <a:lnTo>
                    <a:pt x="0" y="171"/>
                  </a:lnTo>
                  <a:lnTo>
                    <a:pt x="14" y="240"/>
                  </a:lnTo>
                  <a:lnTo>
                    <a:pt x="50" y="294"/>
                  </a:lnTo>
                  <a:lnTo>
                    <a:pt x="104" y="331"/>
                  </a:lnTo>
                  <a:lnTo>
                    <a:pt x="171" y="344"/>
                  </a:lnTo>
                  <a:lnTo>
                    <a:pt x="237" y="331"/>
                  </a:lnTo>
                  <a:lnTo>
                    <a:pt x="291" y="294"/>
                  </a:lnTo>
                  <a:lnTo>
                    <a:pt x="329" y="240"/>
                  </a:lnTo>
                  <a:lnTo>
                    <a:pt x="343" y="17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6238217C-3E97-5D87-C1C3-B7E113653CA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222" y="1618"/>
              <a:ext cx="343" cy="344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3 w 227"/>
                <a:gd name="T5" fmla="*/ 194 h 227"/>
                <a:gd name="T6" fmla="*/ 157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69 h 227"/>
                <a:gd name="T20" fmla="*/ 33 w 227"/>
                <a:gd name="T21" fmla="*/ 33 h 227"/>
                <a:gd name="T22" fmla="*/ 69 w 227"/>
                <a:gd name="T23" fmla="*/ 9 h 227"/>
                <a:gd name="T24" fmla="*/ 113 w 227"/>
                <a:gd name="T25" fmla="*/ 0 h 227"/>
                <a:gd name="T26" fmla="*/ 157 w 227"/>
                <a:gd name="T27" fmla="*/ 9 h 227"/>
                <a:gd name="T28" fmla="*/ 193 w 227"/>
                <a:gd name="T29" fmla="*/ 33 h 227"/>
                <a:gd name="T30" fmla="*/ 218 w 227"/>
                <a:gd name="T31" fmla="*/ 69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69"/>
                  </a:lnTo>
                  <a:lnTo>
                    <a:pt x="33" y="33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3"/>
                  </a:lnTo>
                  <a:lnTo>
                    <a:pt x="218" y="69"/>
                  </a:lnTo>
                  <a:lnTo>
                    <a:pt x="227" y="114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29">
              <a:extLst>
                <a:ext uri="{FF2B5EF4-FFF2-40B4-BE49-F238E27FC236}">
                  <a16:creationId xmlns:a16="http://schemas.microsoft.com/office/drawing/2014/main" id="{76154D14-EAD0-C3A9-059D-C1454A658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789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66F066CC-DE8F-CCF5-814F-928AC7F75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3" y="1752"/>
              <a:ext cx="97" cy="77"/>
            </a:xfrm>
            <a:custGeom>
              <a:avLst/>
              <a:gdLst>
                <a:gd name="T0" fmla="*/ 97 w 97"/>
                <a:gd name="T1" fmla="*/ 37 h 77"/>
                <a:gd name="T2" fmla="*/ 0 w 97"/>
                <a:gd name="T3" fmla="*/ 0 h 77"/>
                <a:gd name="T4" fmla="*/ 27 w 97"/>
                <a:gd name="T5" fmla="*/ 37 h 77"/>
                <a:gd name="T6" fmla="*/ 0 w 97"/>
                <a:gd name="T7" fmla="*/ 77 h 77"/>
                <a:gd name="T8" fmla="*/ 97 w 97"/>
                <a:gd name="T9" fmla="*/ 3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77">
                  <a:moveTo>
                    <a:pt x="97" y="37"/>
                  </a:moveTo>
                  <a:lnTo>
                    <a:pt x="0" y="0"/>
                  </a:lnTo>
                  <a:lnTo>
                    <a:pt x="27" y="37"/>
                  </a:lnTo>
                  <a:lnTo>
                    <a:pt x="0" y="77"/>
                  </a:lnTo>
                  <a:lnTo>
                    <a:pt x="97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81429C41-AA3D-CB8A-BF94-980692CC50A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83" y="1752"/>
              <a:ext cx="97" cy="77"/>
            </a:xfrm>
            <a:custGeom>
              <a:avLst/>
              <a:gdLst>
                <a:gd name="T0" fmla="*/ 64 w 64"/>
                <a:gd name="T1" fmla="*/ 26 h 51"/>
                <a:gd name="T2" fmla="*/ 0 w 64"/>
                <a:gd name="T3" fmla="*/ 51 h 51"/>
                <a:gd name="T4" fmla="*/ 18 w 64"/>
                <a:gd name="T5" fmla="*/ 26 h 51"/>
                <a:gd name="T6" fmla="*/ 0 w 64"/>
                <a:gd name="T7" fmla="*/ 0 h 51"/>
                <a:gd name="T8" fmla="*/ 64 w 64"/>
                <a:gd name="T9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1">
                  <a:moveTo>
                    <a:pt x="64" y="26"/>
                  </a:moveTo>
                  <a:lnTo>
                    <a:pt x="0" y="51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0E7CF9F8-65AC-4C34-A2C0-B17F99D0E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1683"/>
              <a:ext cx="342" cy="345"/>
            </a:xfrm>
            <a:custGeom>
              <a:avLst/>
              <a:gdLst>
                <a:gd name="T0" fmla="*/ 342 w 342"/>
                <a:gd name="T1" fmla="*/ 172 h 345"/>
                <a:gd name="T2" fmla="*/ 329 w 342"/>
                <a:gd name="T3" fmla="*/ 105 h 345"/>
                <a:gd name="T4" fmla="*/ 293 w 342"/>
                <a:gd name="T5" fmla="*/ 50 h 345"/>
                <a:gd name="T6" fmla="*/ 238 w 342"/>
                <a:gd name="T7" fmla="*/ 14 h 345"/>
                <a:gd name="T8" fmla="*/ 172 w 342"/>
                <a:gd name="T9" fmla="*/ 0 h 345"/>
                <a:gd name="T10" fmla="*/ 104 w 342"/>
                <a:gd name="T11" fmla="*/ 14 h 345"/>
                <a:gd name="T12" fmla="*/ 50 w 342"/>
                <a:gd name="T13" fmla="*/ 50 h 345"/>
                <a:gd name="T14" fmla="*/ 13 w 342"/>
                <a:gd name="T15" fmla="*/ 105 h 345"/>
                <a:gd name="T16" fmla="*/ 0 w 342"/>
                <a:gd name="T17" fmla="*/ 172 h 345"/>
                <a:gd name="T18" fmla="*/ 13 w 342"/>
                <a:gd name="T19" fmla="*/ 238 h 345"/>
                <a:gd name="T20" fmla="*/ 50 w 342"/>
                <a:gd name="T21" fmla="*/ 295 h 345"/>
                <a:gd name="T22" fmla="*/ 104 w 342"/>
                <a:gd name="T23" fmla="*/ 331 h 345"/>
                <a:gd name="T24" fmla="*/ 172 w 342"/>
                <a:gd name="T25" fmla="*/ 345 h 345"/>
                <a:gd name="T26" fmla="*/ 238 w 342"/>
                <a:gd name="T27" fmla="*/ 331 h 345"/>
                <a:gd name="T28" fmla="*/ 293 w 342"/>
                <a:gd name="T29" fmla="*/ 295 h 345"/>
                <a:gd name="T30" fmla="*/ 329 w 342"/>
                <a:gd name="T31" fmla="*/ 238 h 345"/>
                <a:gd name="T32" fmla="*/ 342 w 342"/>
                <a:gd name="T33" fmla="*/ 172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2" h="345">
                  <a:moveTo>
                    <a:pt x="342" y="172"/>
                  </a:moveTo>
                  <a:lnTo>
                    <a:pt x="329" y="105"/>
                  </a:lnTo>
                  <a:lnTo>
                    <a:pt x="293" y="50"/>
                  </a:lnTo>
                  <a:lnTo>
                    <a:pt x="238" y="14"/>
                  </a:lnTo>
                  <a:lnTo>
                    <a:pt x="172" y="0"/>
                  </a:lnTo>
                  <a:lnTo>
                    <a:pt x="104" y="14"/>
                  </a:lnTo>
                  <a:lnTo>
                    <a:pt x="50" y="50"/>
                  </a:lnTo>
                  <a:lnTo>
                    <a:pt x="13" y="105"/>
                  </a:lnTo>
                  <a:lnTo>
                    <a:pt x="0" y="172"/>
                  </a:lnTo>
                  <a:lnTo>
                    <a:pt x="13" y="238"/>
                  </a:lnTo>
                  <a:lnTo>
                    <a:pt x="50" y="295"/>
                  </a:lnTo>
                  <a:lnTo>
                    <a:pt x="104" y="331"/>
                  </a:lnTo>
                  <a:lnTo>
                    <a:pt x="172" y="345"/>
                  </a:lnTo>
                  <a:lnTo>
                    <a:pt x="238" y="331"/>
                  </a:lnTo>
                  <a:lnTo>
                    <a:pt x="293" y="295"/>
                  </a:lnTo>
                  <a:lnTo>
                    <a:pt x="329" y="238"/>
                  </a:lnTo>
                  <a:lnTo>
                    <a:pt x="342" y="172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5492A27D-CC80-36B1-F33E-BE14A6D77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" y="1618"/>
              <a:ext cx="342" cy="344"/>
            </a:xfrm>
            <a:custGeom>
              <a:avLst/>
              <a:gdLst>
                <a:gd name="T0" fmla="*/ 342 w 342"/>
                <a:gd name="T1" fmla="*/ 171 h 344"/>
                <a:gd name="T2" fmla="*/ 329 w 342"/>
                <a:gd name="T3" fmla="*/ 105 h 344"/>
                <a:gd name="T4" fmla="*/ 293 w 342"/>
                <a:gd name="T5" fmla="*/ 50 h 344"/>
                <a:gd name="T6" fmla="*/ 238 w 342"/>
                <a:gd name="T7" fmla="*/ 14 h 344"/>
                <a:gd name="T8" fmla="*/ 172 w 342"/>
                <a:gd name="T9" fmla="*/ 0 h 344"/>
                <a:gd name="T10" fmla="*/ 105 w 342"/>
                <a:gd name="T11" fmla="*/ 14 h 344"/>
                <a:gd name="T12" fmla="*/ 51 w 342"/>
                <a:gd name="T13" fmla="*/ 50 h 344"/>
                <a:gd name="T14" fmla="*/ 13 w 342"/>
                <a:gd name="T15" fmla="*/ 105 h 344"/>
                <a:gd name="T16" fmla="*/ 0 w 342"/>
                <a:gd name="T17" fmla="*/ 171 h 344"/>
                <a:gd name="T18" fmla="*/ 13 w 342"/>
                <a:gd name="T19" fmla="*/ 240 h 344"/>
                <a:gd name="T20" fmla="*/ 51 w 342"/>
                <a:gd name="T21" fmla="*/ 294 h 344"/>
                <a:gd name="T22" fmla="*/ 105 w 342"/>
                <a:gd name="T23" fmla="*/ 331 h 344"/>
                <a:gd name="T24" fmla="*/ 172 w 342"/>
                <a:gd name="T25" fmla="*/ 344 h 344"/>
                <a:gd name="T26" fmla="*/ 238 w 342"/>
                <a:gd name="T27" fmla="*/ 331 h 344"/>
                <a:gd name="T28" fmla="*/ 293 w 342"/>
                <a:gd name="T29" fmla="*/ 294 h 344"/>
                <a:gd name="T30" fmla="*/ 329 w 342"/>
                <a:gd name="T31" fmla="*/ 240 h 344"/>
                <a:gd name="T32" fmla="*/ 342 w 342"/>
                <a:gd name="T33" fmla="*/ 17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2" h="344">
                  <a:moveTo>
                    <a:pt x="342" y="171"/>
                  </a:moveTo>
                  <a:lnTo>
                    <a:pt x="329" y="105"/>
                  </a:lnTo>
                  <a:lnTo>
                    <a:pt x="293" y="50"/>
                  </a:lnTo>
                  <a:lnTo>
                    <a:pt x="238" y="14"/>
                  </a:lnTo>
                  <a:lnTo>
                    <a:pt x="172" y="0"/>
                  </a:lnTo>
                  <a:lnTo>
                    <a:pt x="105" y="14"/>
                  </a:lnTo>
                  <a:lnTo>
                    <a:pt x="51" y="50"/>
                  </a:lnTo>
                  <a:lnTo>
                    <a:pt x="13" y="105"/>
                  </a:lnTo>
                  <a:lnTo>
                    <a:pt x="0" y="171"/>
                  </a:lnTo>
                  <a:lnTo>
                    <a:pt x="13" y="240"/>
                  </a:lnTo>
                  <a:lnTo>
                    <a:pt x="51" y="294"/>
                  </a:lnTo>
                  <a:lnTo>
                    <a:pt x="105" y="331"/>
                  </a:lnTo>
                  <a:lnTo>
                    <a:pt x="172" y="344"/>
                  </a:lnTo>
                  <a:lnTo>
                    <a:pt x="238" y="331"/>
                  </a:lnTo>
                  <a:lnTo>
                    <a:pt x="293" y="294"/>
                  </a:lnTo>
                  <a:lnTo>
                    <a:pt x="329" y="240"/>
                  </a:lnTo>
                  <a:lnTo>
                    <a:pt x="342" y="17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9AE6E2FA-D887-5EEF-FAB7-7511C9FB51C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40" y="1618"/>
              <a:ext cx="342" cy="344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4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69 h 227"/>
                <a:gd name="T20" fmla="*/ 34 w 227"/>
                <a:gd name="T21" fmla="*/ 33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4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69"/>
                  </a:lnTo>
                  <a:lnTo>
                    <a:pt x="34" y="33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4"/>
                  </a:lnTo>
                </a:path>
              </a:pathLst>
            </a:custGeom>
            <a:noFill/>
            <a:ln w="666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7AE56491-96C4-D4F9-466E-C3BBB8BE15F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440" y="1618"/>
              <a:ext cx="342" cy="344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4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69 h 227"/>
                <a:gd name="T20" fmla="*/ 34 w 227"/>
                <a:gd name="T21" fmla="*/ 33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3 h 227"/>
                <a:gd name="T30" fmla="*/ 218 w 227"/>
                <a:gd name="T31" fmla="*/ 69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4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69"/>
                  </a:lnTo>
                  <a:lnTo>
                    <a:pt x="34" y="33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3"/>
                  </a:lnTo>
                  <a:lnTo>
                    <a:pt x="218" y="69"/>
                  </a:lnTo>
                  <a:lnTo>
                    <a:pt x="227" y="114"/>
                  </a:lnTo>
                </a:path>
              </a:pathLst>
            </a:custGeom>
            <a:noFill/>
            <a:ln w="28575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36">
              <a:extLst>
                <a:ext uri="{FF2B5EF4-FFF2-40B4-BE49-F238E27FC236}">
                  <a16:creationId xmlns:a16="http://schemas.microsoft.com/office/drawing/2014/main" id="{5AAD5100-423A-7A5A-93D0-AA2B73C96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1" y="1789"/>
              <a:ext cx="7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77AD433A-EFE8-577D-7A8F-BB8E3DB52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3" y="1752"/>
              <a:ext cx="97" cy="77"/>
            </a:xfrm>
            <a:custGeom>
              <a:avLst/>
              <a:gdLst>
                <a:gd name="T0" fmla="*/ 97 w 97"/>
                <a:gd name="T1" fmla="*/ 37 h 77"/>
                <a:gd name="T2" fmla="*/ 0 w 97"/>
                <a:gd name="T3" fmla="*/ 0 h 77"/>
                <a:gd name="T4" fmla="*/ 28 w 97"/>
                <a:gd name="T5" fmla="*/ 37 h 77"/>
                <a:gd name="T6" fmla="*/ 0 w 97"/>
                <a:gd name="T7" fmla="*/ 77 h 77"/>
                <a:gd name="T8" fmla="*/ 97 w 97"/>
                <a:gd name="T9" fmla="*/ 3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77">
                  <a:moveTo>
                    <a:pt x="97" y="37"/>
                  </a:moveTo>
                  <a:lnTo>
                    <a:pt x="0" y="0"/>
                  </a:lnTo>
                  <a:lnTo>
                    <a:pt x="28" y="37"/>
                  </a:lnTo>
                  <a:lnTo>
                    <a:pt x="0" y="77"/>
                  </a:lnTo>
                  <a:lnTo>
                    <a:pt x="97" y="3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97016554-4F94-701A-9356-7C8E5F3D564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293" y="1752"/>
              <a:ext cx="97" cy="77"/>
            </a:xfrm>
            <a:custGeom>
              <a:avLst/>
              <a:gdLst>
                <a:gd name="T0" fmla="*/ 64 w 64"/>
                <a:gd name="T1" fmla="*/ 26 h 51"/>
                <a:gd name="T2" fmla="*/ 0 w 64"/>
                <a:gd name="T3" fmla="*/ 51 h 51"/>
                <a:gd name="T4" fmla="*/ 18 w 64"/>
                <a:gd name="T5" fmla="*/ 26 h 51"/>
                <a:gd name="T6" fmla="*/ 0 w 64"/>
                <a:gd name="T7" fmla="*/ 0 h 51"/>
                <a:gd name="T8" fmla="*/ 64 w 64"/>
                <a:gd name="T9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1">
                  <a:moveTo>
                    <a:pt x="64" y="26"/>
                  </a:moveTo>
                  <a:lnTo>
                    <a:pt x="0" y="51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39">
                  <a:extLst>
                    <a:ext uri="{FF2B5EF4-FFF2-40B4-BE49-F238E27FC236}">
                      <a16:creationId xmlns:a16="http://schemas.microsoft.com/office/drawing/2014/main" id="{8424D1C5-1466-29DA-6A11-9DC34CDEFC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32" y="1536"/>
                  <a:ext cx="19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1" name="Rectangle 39">
                  <a:extLst>
                    <a:ext uri="{FF2B5EF4-FFF2-40B4-BE49-F238E27FC236}">
                      <a16:creationId xmlns:a16="http://schemas.microsoft.com/office/drawing/2014/main" id="{8424D1C5-1466-29DA-6A11-9DC34CDEFC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32" y="1536"/>
                  <a:ext cx="194" cy="2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Freeform 40">
              <a:extLst>
                <a:ext uri="{FF2B5EF4-FFF2-40B4-BE49-F238E27FC236}">
                  <a16:creationId xmlns:a16="http://schemas.microsoft.com/office/drawing/2014/main" id="{1DAD5256-3569-FB37-96BB-48393824DCC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41" y="1291"/>
              <a:ext cx="152" cy="318"/>
            </a:xfrm>
            <a:custGeom>
              <a:avLst/>
              <a:gdLst>
                <a:gd name="T0" fmla="*/ 15 w 101"/>
                <a:gd name="T1" fmla="*/ 0 h 210"/>
                <a:gd name="T2" fmla="*/ 0 w 101"/>
                <a:gd name="T3" fmla="*/ 90 h 210"/>
                <a:gd name="T4" fmla="*/ 4 w 101"/>
                <a:gd name="T5" fmla="*/ 155 h 210"/>
                <a:gd name="T6" fmla="*/ 23 w 101"/>
                <a:gd name="T7" fmla="*/ 195 h 210"/>
                <a:gd name="T8" fmla="*/ 48 w 101"/>
                <a:gd name="T9" fmla="*/ 210 h 210"/>
                <a:gd name="T10" fmla="*/ 74 w 101"/>
                <a:gd name="T11" fmla="*/ 202 h 210"/>
                <a:gd name="T12" fmla="*/ 94 w 101"/>
                <a:gd name="T13" fmla="*/ 170 h 210"/>
                <a:gd name="T14" fmla="*/ 101 w 101"/>
                <a:gd name="T15" fmla="*/ 116 h 210"/>
                <a:gd name="T16" fmla="*/ 89 w 101"/>
                <a:gd name="T17" fmla="*/ 39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" h="210">
                  <a:moveTo>
                    <a:pt x="15" y="0"/>
                  </a:moveTo>
                  <a:lnTo>
                    <a:pt x="0" y="90"/>
                  </a:lnTo>
                  <a:lnTo>
                    <a:pt x="4" y="155"/>
                  </a:lnTo>
                  <a:lnTo>
                    <a:pt x="23" y="195"/>
                  </a:lnTo>
                  <a:lnTo>
                    <a:pt x="48" y="210"/>
                  </a:lnTo>
                  <a:lnTo>
                    <a:pt x="74" y="202"/>
                  </a:lnTo>
                  <a:lnTo>
                    <a:pt x="94" y="170"/>
                  </a:lnTo>
                  <a:lnTo>
                    <a:pt x="101" y="116"/>
                  </a:lnTo>
                  <a:lnTo>
                    <a:pt x="89" y="39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4485C4E9-6AAA-F1AE-7FA6-5CF89B826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1470"/>
              <a:ext cx="76" cy="104"/>
            </a:xfrm>
            <a:custGeom>
              <a:avLst/>
              <a:gdLst>
                <a:gd name="T0" fmla="*/ 12 w 76"/>
                <a:gd name="T1" fmla="*/ 104 h 104"/>
                <a:gd name="T2" fmla="*/ 76 w 76"/>
                <a:gd name="T3" fmla="*/ 21 h 104"/>
                <a:gd name="T4" fmla="*/ 30 w 76"/>
                <a:gd name="T5" fmla="*/ 37 h 104"/>
                <a:gd name="T6" fmla="*/ 0 w 76"/>
                <a:gd name="T7" fmla="*/ 0 h 104"/>
                <a:gd name="T8" fmla="*/ 12 w 76"/>
                <a:gd name="T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04">
                  <a:moveTo>
                    <a:pt x="12" y="104"/>
                  </a:moveTo>
                  <a:lnTo>
                    <a:pt x="76" y="21"/>
                  </a:lnTo>
                  <a:lnTo>
                    <a:pt x="30" y="37"/>
                  </a:lnTo>
                  <a:lnTo>
                    <a:pt x="0" y="0"/>
                  </a:lnTo>
                  <a:lnTo>
                    <a:pt x="12" y="10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42">
              <a:extLst>
                <a:ext uri="{FF2B5EF4-FFF2-40B4-BE49-F238E27FC236}">
                  <a16:creationId xmlns:a16="http://schemas.microsoft.com/office/drawing/2014/main" id="{AC86E7CE-7A27-89FB-5A7F-940C26293A9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57" y="1470"/>
              <a:ext cx="76" cy="104"/>
            </a:xfrm>
            <a:custGeom>
              <a:avLst/>
              <a:gdLst>
                <a:gd name="T0" fmla="*/ 8 w 50"/>
                <a:gd name="T1" fmla="*/ 0 h 69"/>
                <a:gd name="T2" fmla="*/ 50 w 50"/>
                <a:gd name="T3" fmla="*/ 55 h 69"/>
                <a:gd name="T4" fmla="*/ 20 w 50"/>
                <a:gd name="T5" fmla="*/ 44 h 69"/>
                <a:gd name="T6" fmla="*/ 0 w 50"/>
                <a:gd name="T7" fmla="*/ 69 h 69"/>
                <a:gd name="T8" fmla="*/ 8 w 5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9">
                  <a:moveTo>
                    <a:pt x="8" y="0"/>
                  </a:moveTo>
                  <a:lnTo>
                    <a:pt x="50" y="55"/>
                  </a:lnTo>
                  <a:lnTo>
                    <a:pt x="20" y="44"/>
                  </a:lnTo>
                  <a:lnTo>
                    <a:pt x="0" y="69"/>
                  </a:lnTo>
                  <a:lnTo>
                    <a:pt x="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43">
                  <a:extLst>
                    <a:ext uri="{FF2B5EF4-FFF2-40B4-BE49-F238E27FC236}">
                      <a16:creationId xmlns:a16="http://schemas.microsoft.com/office/drawing/2014/main" id="{AF379BD9-2B01-376D-6D25-F8EF270859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32" y="1025"/>
                  <a:ext cx="194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2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0" lang="en-US" altLang="en-US" sz="12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5" name="Rectangle 43">
                  <a:extLst>
                    <a:ext uri="{FF2B5EF4-FFF2-40B4-BE49-F238E27FC236}">
                      <a16:creationId xmlns:a16="http://schemas.microsoft.com/office/drawing/2014/main" id="{AF379BD9-2B01-376D-6D25-F8EF270859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32" y="1025"/>
                  <a:ext cx="194" cy="27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/>
          <p:cNvSpPr txBox="1"/>
          <p:nvPr/>
        </p:nvSpPr>
        <p:spPr>
          <a:xfrm rot="9546763" flipV="1">
            <a:off x="3991356" y="3567740"/>
            <a:ext cx="3153806" cy="743757"/>
          </a:xfrm>
          <a:prstGeom prst="notched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rtlCol="1" anchor="ctr" anchorCtr="0">
            <a:noAutofit/>
          </a:bodyPr>
          <a:lstStyle/>
          <a:p>
            <a:r>
              <a:rPr lang="he-IL" sz="200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בחירה לא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דֶּטֶרְמִינִיסְטִית</a:t>
            </a:r>
            <a:endParaRPr lang="he-IL" sz="2000">
              <a:solidFill>
                <a:schemeClr val="bg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70897" y="2027620"/>
            <a:ext cx="7183747" cy="531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7495" y="1284462"/>
                <a:ext cx="8077200" cy="468384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8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8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דטרמיניסטים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אז:</a:t>
                </a:r>
              </a:p>
              <a:p>
                <a:endParaRPr lang="he-IL" sz="28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ℒ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sz="2800" i="1" dirty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dirty="0" smtClean="0">
                        <a:latin typeface="Cambria Math"/>
                      </a:rPr>
                      <m:t>)=</m:t>
                    </m:r>
                    <m:r>
                      <a:rPr lang="en-US" sz="2800" b="0" i="1" dirty="0" smtClean="0"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he-IL" sz="2800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 גורר שגם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/>
                              </a:rPr>
                              <m:t>ℒ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𝜔</m:t>
                            </m:r>
                          </m:sub>
                        </m:sSub>
                        <m:r>
                          <a:rPr lang="en-US" sz="2800" i="1" dirty="0">
                            <a:latin typeface="Cambria Math"/>
                          </a:rPr>
                          <m:t>(</m:t>
                        </m:r>
                        <m:r>
                          <a:rPr lang="en-US" sz="2800" i="1" dirty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 dirty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he-IL" sz="2800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endParaRPr lang="he-IL" sz="28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הוכחה: אם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/>
                          </a:rPr>
                          <m:t>ℒ</m:t>
                        </m:r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/>
                      </a:rPr>
                      <m:t>)=</m:t>
                    </m:r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he-IL" sz="2800" dirty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מקבלים:</a:t>
                </a:r>
              </a:p>
              <a:p>
                <a:pPr marL="1981200" lvl="1"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/>
                        </a:rPr>
                        <m:t>𝑤</m:t>
                      </m:r>
                      <m:r>
                        <a:rPr lang="en-US" sz="2200" b="0" i="1" smtClean="0"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1981200" lvl="1"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2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981200" lvl="1"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limLowPr>
                            <m:e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∃</m:t>
                              </m:r>
                            </m:e>
                            <m:lim>
                              <m: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 . 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𝑤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  <m:r>
                                <a:rPr lang="en-US" sz="2200" i="1">
                                  <a:latin typeface="Cambria Math"/>
                                  <a:ea typeface="Cambria Math"/>
                                </a:rPr>
                                <m:t>..</m:t>
                              </m:r>
                              <m:r>
                                <a:rPr lang="en-US" sz="2200" i="1">
                                  <a:latin typeface="Cambria Math"/>
                                  <a:ea typeface="Cambria Math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∈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ℒ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/>
                                      <a:ea typeface="Cambria Math"/>
                                    </a:rPr>
                                    <m:t>𝒜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US" sz="2200" dirty="0">
                              <a:latin typeface="Gisha" panose="020B0502040204020203" pitchFamily="34" charset="-79"/>
                              <a:ea typeface="Cambria Math"/>
                              <a:cs typeface="Gisha" panose="020B0502040204020203" pitchFamily="34" charset="-79"/>
                            </a:rPr>
                            <m:t>  </m:t>
                          </m:r>
                        </m:e>
                      </m:func>
                    </m:oMath>
                  </m:oMathPara>
                </a14:m>
                <a:endParaRPr lang="en-US" sz="2200" b="0" i="1">
                  <a:solidFill>
                    <a:srgbClr val="FF0000"/>
                  </a:solidFill>
                  <a:latin typeface="Gisha" panose="020B0502040204020203" pitchFamily="34" charset="-79"/>
                  <a:ea typeface="Cambria Math"/>
                  <a:cs typeface="Gisha" panose="020B0502040204020203" pitchFamily="34" charset="-79"/>
                </a:endParaRPr>
              </a:p>
              <a:p>
                <a:pPr marL="1981200" lvl="1"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2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981200" lvl="1"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limLow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/>
                            </a:rPr>
                            <m:t>∃</m:t>
                          </m:r>
                        </m:e>
                        <m:lim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/>
                            </a:rPr>
                            <m:t>∞</m:t>
                          </m:r>
                        </m:lim>
                      </m:limLow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en-US" sz="2200" i="1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en-US" sz="2200" i="1">
                          <a:latin typeface="Cambria Math"/>
                          <a:ea typeface="Cambria Math"/>
                        </a:rPr>
                        <m:t> . </m:t>
                      </m:r>
                      <m:r>
                        <a:rPr lang="en-US" sz="2200" i="1">
                          <a:latin typeface="Cambria Math"/>
                          <a:ea typeface="Cambria Math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0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..</m:t>
                          </m:r>
                          <m:r>
                            <a:rPr lang="en-US" sz="2200" i="1">
                              <a:latin typeface="Cambria Math"/>
                              <a:ea typeface="Cambria Math"/>
                            </a:rPr>
                            <m:t>𝑖</m:t>
                          </m:r>
                        </m:e>
                      </m:d>
                      <m:r>
                        <a:rPr lang="en-US" sz="2200" i="1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sz="2200" i="1">
                          <a:latin typeface="Cambria Math"/>
                          <a:ea typeface="Cambria Math"/>
                        </a:rPr>
                        <m:t>ℒ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  <a:ea typeface="Cambria Math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200" b="0" i="1">
                  <a:latin typeface="Gisha" panose="020B0502040204020203" pitchFamily="34" charset="-79"/>
                  <a:ea typeface="Cambria Math"/>
                  <a:cs typeface="Gisha" panose="020B0502040204020203" pitchFamily="34" charset="-79"/>
                </a:endParaRPr>
              </a:p>
              <a:p>
                <a:pPr marL="1981200" lvl="1"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⇕</m:t>
                      </m:r>
                    </m:oMath>
                  </m:oMathPara>
                </a14:m>
                <a:endParaRPr lang="en-US" sz="220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981200" lvl="1"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/>
                        </a:rPr>
                        <m:t>𝑤</m:t>
                      </m:r>
                      <m:r>
                        <a:rPr lang="en-US" sz="2200" i="1"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95" y="1284462"/>
                <a:ext cx="8077200" cy="4683846"/>
              </a:xfrm>
              <a:prstGeom prst="rect">
                <a:avLst/>
              </a:prstGeom>
              <a:blipFill>
                <a:blip r:embed="rId2"/>
                <a:stretch>
                  <a:fillRect t="-1563" r="-1509" b="-156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שקילות אוטומטים דטרמיניסטיים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65517" y="3669858"/>
            <a:ext cx="458779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???</a:t>
            </a:r>
            <a:endParaRPr lang="he-IL" sz="16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495746" y="4495800"/>
            <a:ext cx="76200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03829" y="5181584"/>
            <a:ext cx="458779" cy="338554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6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???</a:t>
            </a:r>
            <a:endParaRPr lang="he-IL" sz="16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65517" y="4410332"/>
            <a:ext cx="994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מההנחה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5493201" y="3720450"/>
            <a:ext cx="3270436" cy="1062792"/>
            <a:chOff x="5387340" y="4008120"/>
            <a:chExt cx="3270436" cy="1062792"/>
          </a:xfrm>
        </p:grpSpPr>
        <p:sp>
          <p:nvSpPr>
            <p:cNvPr id="87" name="Freeform 86"/>
            <p:cNvSpPr/>
            <p:nvPr/>
          </p:nvSpPr>
          <p:spPr>
            <a:xfrm>
              <a:off x="5387340" y="4008120"/>
              <a:ext cx="1127760" cy="144780"/>
            </a:xfrm>
            <a:custGeom>
              <a:avLst/>
              <a:gdLst>
                <a:gd name="connsiteX0" fmla="*/ 0 w 1127760"/>
                <a:gd name="connsiteY0" fmla="*/ 0 h 144780"/>
                <a:gd name="connsiteX1" fmla="*/ 0 w 1127760"/>
                <a:gd name="connsiteY1" fmla="*/ 144780 h 144780"/>
                <a:gd name="connsiteX2" fmla="*/ 1127760 w 1127760"/>
                <a:gd name="connsiteY2" fmla="*/ 144780 h 144780"/>
                <a:gd name="connsiteX3" fmla="*/ 1127760 w 1127760"/>
                <a:gd name="connsiteY3" fmla="*/ 7620 h 14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7760" h="144780">
                  <a:moveTo>
                    <a:pt x="0" y="0"/>
                  </a:moveTo>
                  <a:lnTo>
                    <a:pt x="0" y="144780"/>
                  </a:lnTo>
                  <a:lnTo>
                    <a:pt x="1127760" y="144780"/>
                  </a:lnTo>
                  <a:lnTo>
                    <a:pt x="1127760" y="7620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ectangle 90"/>
                <p:cNvSpPr/>
                <p:nvPr/>
              </p:nvSpPr>
              <p:spPr>
                <a:xfrm>
                  <a:off x="5601573" y="4145506"/>
                  <a:ext cx="1327928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..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∈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ℒ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Rectangle 9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1573" y="4145506"/>
                  <a:ext cx="1327928" cy="276999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Freeform 92"/>
            <p:cNvSpPr/>
            <p:nvPr/>
          </p:nvSpPr>
          <p:spPr>
            <a:xfrm>
              <a:off x="5387340" y="4327734"/>
              <a:ext cx="2203636" cy="137386"/>
            </a:xfrm>
            <a:custGeom>
              <a:avLst/>
              <a:gdLst>
                <a:gd name="connsiteX0" fmla="*/ 0 w 1127760"/>
                <a:gd name="connsiteY0" fmla="*/ 0 h 144780"/>
                <a:gd name="connsiteX1" fmla="*/ 0 w 1127760"/>
                <a:gd name="connsiteY1" fmla="*/ 144780 h 144780"/>
                <a:gd name="connsiteX2" fmla="*/ 1127760 w 1127760"/>
                <a:gd name="connsiteY2" fmla="*/ 144780 h 144780"/>
                <a:gd name="connsiteX3" fmla="*/ 1127760 w 1127760"/>
                <a:gd name="connsiteY3" fmla="*/ 7620 h 14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7760" h="144780">
                  <a:moveTo>
                    <a:pt x="0" y="0"/>
                  </a:moveTo>
                  <a:lnTo>
                    <a:pt x="0" y="144780"/>
                  </a:lnTo>
                  <a:lnTo>
                    <a:pt x="1127760" y="144780"/>
                  </a:lnTo>
                  <a:lnTo>
                    <a:pt x="1127760" y="7620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Rectangle 94"/>
                <p:cNvSpPr/>
                <p:nvPr/>
              </p:nvSpPr>
              <p:spPr>
                <a:xfrm>
                  <a:off x="6018903" y="4465120"/>
                  <a:ext cx="1327928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..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∈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ℒ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Rectangle 9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8903" y="4465120"/>
                  <a:ext cx="1327928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6" name="Freeform 95"/>
            <p:cNvSpPr/>
            <p:nvPr/>
          </p:nvSpPr>
          <p:spPr>
            <a:xfrm>
              <a:off x="5387340" y="4625340"/>
              <a:ext cx="3270436" cy="170737"/>
            </a:xfrm>
            <a:custGeom>
              <a:avLst/>
              <a:gdLst>
                <a:gd name="connsiteX0" fmla="*/ 0 w 1127760"/>
                <a:gd name="connsiteY0" fmla="*/ 0 h 144780"/>
                <a:gd name="connsiteX1" fmla="*/ 0 w 1127760"/>
                <a:gd name="connsiteY1" fmla="*/ 144780 h 144780"/>
                <a:gd name="connsiteX2" fmla="*/ 1127760 w 1127760"/>
                <a:gd name="connsiteY2" fmla="*/ 144780 h 144780"/>
                <a:gd name="connsiteX3" fmla="*/ 1127760 w 1127760"/>
                <a:gd name="connsiteY3" fmla="*/ 7620 h 14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7760" h="144780">
                  <a:moveTo>
                    <a:pt x="0" y="0"/>
                  </a:moveTo>
                  <a:lnTo>
                    <a:pt x="0" y="144780"/>
                  </a:lnTo>
                  <a:lnTo>
                    <a:pt x="1127760" y="144780"/>
                  </a:lnTo>
                  <a:lnTo>
                    <a:pt x="1127760" y="7620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Rectangle 96"/>
                <p:cNvSpPr/>
                <p:nvPr/>
              </p:nvSpPr>
              <p:spPr>
                <a:xfrm>
                  <a:off x="6548798" y="4793913"/>
                  <a:ext cx="1327928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..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∈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ℒ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Rectangle 9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8798" y="4793913"/>
                  <a:ext cx="1327928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Group 124"/>
          <p:cNvGrpSpPr/>
          <p:nvPr/>
        </p:nvGrpSpPr>
        <p:grpSpPr>
          <a:xfrm>
            <a:off x="5209773" y="3211190"/>
            <a:ext cx="3733800" cy="766460"/>
            <a:chOff x="5115415" y="3528176"/>
            <a:chExt cx="3733800" cy="766460"/>
          </a:xfrm>
        </p:grpSpPr>
        <p:sp>
          <p:nvSpPr>
            <p:cNvPr id="23" name="Oval 22"/>
            <p:cNvSpPr/>
            <p:nvPr/>
          </p:nvSpPr>
          <p:spPr>
            <a:xfrm>
              <a:off x="5270342" y="3720028"/>
              <a:ext cx="282766" cy="242371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/>
            <p:cNvCxnSpPr>
              <a:endCxn id="23" idx="2"/>
            </p:cNvCxnSpPr>
            <p:nvPr/>
          </p:nvCxnSpPr>
          <p:spPr>
            <a:xfrm>
              <a:off x="5115415" y="3841214"/>
              <a:ext cx="154927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/>
                <p:cNvSpPr/>
                <p:nvPr/>
              </p:nvSpPr>
              <p:spPr>
                <a:xfrm>
                  <a:off x="5819693" y="3720028"/>
                  <a:ext cx="282766" cy="242371"/>
                </a:xfrm>
                <a:prstGeom prst="ellipse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Oval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9693" y="3720028"/>
                  <a:ext cx="282766" cy="242371"/>
                </a:xfrm>
                <a:prstGeom prst="ellipse">
                  <a:avLst/>
                </a:prstGeom>
                <a:blipFill>
                  <a:blip r:embed="rId6"/>
                  <a:stretch>
                    <a:fillRect l="-8511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/>
            <p:cNvCxnSpPr>
              <a:stCxn id="23" idx="6"/>
              <a:endCxn id="27" idx="2"/>
            </p:cNvCxnSpPr>
            <p:nvPr/>
          </p:nvCxnSpPr>
          <p:spPr>
            <a:xfrm>
              <a:off x="5553108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369044" y="3720028"/>
              <a:ext cx="282766" cy="242371"/>
            </a:xfrm>
            <a:prstGeom prst="ellipse">
              <a:avLst/>
            </a:prstGeom>
            <a:noFill/>
            <a:ln w="57150" cmpd="dbl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>
              <a:stCxn id="27" idx="6"/>
              <a:endCxn id="33" idx="2"/>
            </p:cNvCxnSpPr>
            <p:nvPr/>
          </p:nvCxnSpPr>
          <p:spPr>
            <a:xfrm>
              <a:off x="6102459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val 49"/>
                <p:cNvSpPr/>
                <p:nvPr/>
              </p:nvSpPr>
              <p:spPr>
                <a:xfrm>
                  <a:off x="6918395" y="3720028"/>
                  <a:ext cx="282766" cy="242371"/>
                </a:xfrm>
                <a:prstGeom prst="ellipse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Oval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8395" y="3720028"/>
                  <a:ext cx="282766" cy="242371"/>
                </a:xfrm>
                <a:prstGeom prst="ellipse">
                  <a:avLst/>
                </a:prstGeom>
                <a:blipFill>
                  <a:blip r:embed="rId7"/>
                  <a:stretch>
                    <a:fillRect l="-8511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/>
            <p:cNvCxnSpPr>
              <a:stCxn id="33" idx="6"/>
              <a:endCxn id="50" idx="2"/>
            </p:cNvCxnSpPr>
            <p:nvPr/>
          </p:nvCxnSpPr>
          <p:spPr>
            <a:xfrm>
              <a:off x="6651810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7467746" y="3720028"/>
              <a:ext cx="282766" cy="242371"/>
            </a:xfrm>
            <a:prstGeom prst="ellipse">
              <a:avLst/>
            </a:prstGeom>
            <a:noFill/>
            <a:ln w="57150" cmpd="dbl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Arrow Connector 56"/>
            <p:cNvCxnSpPr>
              <a:stCxn id="50" idx="6"/>
              <a:endCxn id="56" idx="2"/>
            </p:cNvCxnSpPr>
            <p:nvPr/>
          </p:nvCxnSpPr>
          <p:spPr>
            <a:xfrm>
              <a:off x="7201161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val 62"/>
                <p:cNvSpPr/>
                <p:nvPr/>
              </p:nvSpPr>
              <p:spPr>
                <a:xfrm>
                  <a:off x="8017097" y="3720028"/>
                  <a:ext cx="282766" cy="242371"/>
                </a:xfrm>
                <a:prstGeom prst="ellipse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Oval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7097" y="3720028"/>
                  <a:ext cx="282766" cy="242371"/>
                </a:xfrm>
                <a:prstGeom prst="ellipse">
                  <a:avLst/>
                </a:prstGeom>
                <a:blipFill>
                  <a:blip r:embed="rId8"/>
                  <a:stretch>
                    <a:fillRect l="-8696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Straight Arrow Connector 63"/>
            <p:cNvCxnSpPr>
              <a:stCxn id="56" idx="6"/>
              <a:endCxn id="63" idx="2"/>
            </p:cNvCxnSpPr>
            <p:nvPr/>
          </p:nvCxnSpPr>
          <p:spPr>
            <a:xfrm>
              <a:off x="7750512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Oval 64"/>
            <p:cNvSpPr/>
            <p:nvPr/>
          </p:nvSpPr>
          <p:spPr>
            <a:xfrm>
              <a:off x="8566449" y="3720028"/>
              <a:ext cx="282766" cy="242371"/>
            </a:xfrm>
            <a:prstGeom prst="ellipse">
              <a:avLst/>
            </a:prstGeom>
            <a:noFill/>
            <a:ln w="57150" cmpd="dbl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/>
            <p:cNvCxnSpPr>
              <a:stCxn id="63" idx="6"/>
              <a:endCxn id="65" idx="2"/>
            </p:cNvCxnSpPr>
            <p:nvPr/>
          </p:nvCxnSpPr>
          <p:spPr>
            <a:xfrm>
              <a:off x="8299863" y="3841214"/>
              <a:ext cx="26658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5430161" y="3528178"/>
                  <a:ext cx="530915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Rectangle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161" y="3528178"/>
                  <a:ext cx="530915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87"/>
                <p:cNvSpPr/>
                <p:nvPr/>
              </p:nvSpPr>
              <p:spPr>
                <a:xfrm>
                  <a:off x="5961076" y="3528177"/>
                  <a:ext cx="498918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e>
                        </m:d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Rectangle 8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1076" y="3528177"/>
                  <a:ext cx="498918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6544124" y="3528176"/>
                  <a:ext cx="694421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lang="en-US" sz="12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+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124" y="3528176"/>
                  <a:ext cx="69442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Rectangle 98"/>
                <p:cNvSpPr/>
                <p:nvPr/>
              </p:nvSpPr>
              <p:spPr>
                <a:xfrm>
                  <a:off x="8063823" y="3925304"/>
                  <a:ext cx="5465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Rectangle 9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3823" y="3925304"/>
                  <a:ext cx="546560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4" name="Group 133"/>
          <p:cNvGrpSpPr/>
          <p:nvPr/>
        </p:nvGrpSpPr>
        <p:grpSpPr>
          <a:xfrm>
            <a:off x="5509709" y="4814503"/>
            <a:ext cx="3270436" cy="1030814"/>
            <a:chOff x="5387340" y="3765263"/>
            <a:chExt cx="3270436" cy="1030814"/>
          </a:xfrm>
        </p:grpSpPr>
        <p:sp>
          <p:nvSpPr>
            <p:cNvPr id="135" name="Freeform 134"/>
            <p:cNvSpPr/>
            <p:nvPr/>
          </p:nvSpPr>
          <p:spPr>
            <a:xfrm flipV="1">
              <a:off x="5387340" y="4000554"/>
              <a:ext cx="1127760" cy="144780"/>
            </a:xfrm>
            <a:custGeom>
              <a:avLst/>
              <a:gdLst>
                <a:gd name="connsiteX0" fmla="*/ 0 w 1127760"/>
                <a:gd name="connsiteY0" fmla="*/ 0 h 144780"/>
                <a:gd name="connsiteX1" fmla="*/ 0 w 1127760"/>
                <a:gd name="connsiteY1" fmla="*/ 144780 h 144780"/>
                <a:gd name="connsiteX2" fmla="*/ 1127760 w 1127760"/>
                <a:gd name="connsiteY2" fmla="*/ 144780 h 144780"/>
                <a:gd name="connsiteX3" fmla="*/ 1127760 w 1127760"/>
                <a:gd name="connsiteY3" fmla="*/ 7620 h 14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7760" h="144780">
                  <a:moveTo>
                    <a:pt x="0" y="0"/>
                  </a:moveTo>
                  <a:lnTo>
                    <a:pt x="0" y="144780"/>
                  </a:lnTo>
                  <a:lnTo>
                    <a:pt x="1127760" y="144780"/>
                  </a:lnTo>
                  <a:lnTo>
                    <a:pt x="1127760" y="7620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Rectangle 135"/>
                <p:cNvSpPr/>
                <p:nvPr/>
              </p:nvSpPr>
              <p:spPr>
                <a:xfrm>
                  <a:off x="5398554" y="3765263"/>
                  <a:ext cx="1354602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..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∈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ℒ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Rectangle 1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8554" y="3765263"/>
                  <a:ext cx="1354602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7" name="Freeform 136"/>
            <p:cNvSpPr/>
            <p:nvPr/>
          </p:nvSpPr>
          <p:spPr>
            <a:xfrm flipV="1">
              <a:off x="5387340" y="4312494"/>
              <a:ext cx="2203636" cy="137386"/>
            </a:xfrm>
            <a:custGeom>
              <a:avLst/>
              <a:gdLst>
                <a:gd name="connsiteX0" fmla="*/ 0 w 1127760"/>
                <a:gd name="connsiteY0" fmla="*/ 0 h 144780"/>
                <a:gd name="connsiteX1" fmla="*/ 0 w 1127760"/>
                <a:gd name="connsiteY1" fmla="*/ 144780 h 144780"/>
                <a:gd name="connsiteX2" fmla="*/ 1127760 w 1127760"/>
                <a:gd name="connsiteY2" fmla="*/ 144780 h 144780"/>
                <a:gd name="connsiteX3" fmla="*/ 1127760 w 1127760"/>
                <a:gd name="connsiteY3" fmla="*/ 7620 h 14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7760" h="144780">
                  <a:moveTo>
                    <a:pt x="0" y="0"/>
                  </a:moveTo>
                  <a:lnTo>
                    <a:pt x="0" y="144780"/>
                  </a:lnTo>
                  <a:lnTo>
                    <a:pt x="1127760" y="144780"/>
                  </a:lnTo>
                  <a:lnTo>
                    <a:pt x="1127760" y="7620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Rectangle 137"/>
                <p:cNvSpPr/>
                <p:nvPr/>
              </p:nvSpPr>
              <p:spPr>
                <a:xfrm>
                  <a:off x="5856163" y="4074561"/>
                  <a:ext cx="1354602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..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∈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ℒ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Rectangle 1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6163" y="4074561"/>
                  <a:ext cx="1354602" cy="276999"/>
                </a:xfrm>
                <a:prstGeom prst="rect">
                  <a:avLst/>
                </a:prstGeom>
                <a:blipFill>
                  <a:blip r:embed="rId14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Freeform 138"/>
            <p:cNvSpPr/>
            <p:nvPr/>
          </p:nvSpPr>
          <p:spPr>
            <a:xfrm flipV="1">
              <a:off x="5387340" y="4625340"/>
              <a:ext cx="3270436" cy="170737"/>
            </a:xfrm>
            <a:custGeom>
              <a:avLst/>
              <a:gdLst>
                <a:gd name="connsiteX0" fmla="*/ 0 w 1127760"/>
                <a:gd name="connsiteY0" fmla="*/ 0 h 144780"/>
                <a:gd name="connsiteX1" fmla="*/ 0 w 1127760"/>
                <a:gd name="connsiteY1" fmla="*/ 144780 h 144780"/>
                <a:gd name="connsiteX2" fmla="*/ 1127760 w 1127760"/>
                <a:gd name="connsiteY2" fmla="*/ 144780 h 144780"/>
                <a:gd name="connsiteX3" fmla="*/ 1127760 w 1127760"/>
                <a:gd name="connsiteY3" fmla="*/ 7620 h 14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7760" h="144780">
                  <a:moveTo>
                    <a:pt x="0" y="0"/>
                  </a:moveTo>
                  <a:lnTo>
                    <a:pt x="0" y="144780"/>
                  </a:lnTo>
                  <a:lnTo>
                    <a:pt x="1127760" y="144780"/>
                  </a:lnTo>
                  <a:lnTo>
                    <a:pt x="1127760" y="7620"/>
                  </a:lnTo>
                </a:path>
              </a:pathLst>
            </a:cu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Rectangle 139"/>
                <p:cNvSpPr/>
                <p:nvPr/>
              </p:nvSpPr>
              <p:spPr>
                <a:xfrm>
                  <a:off x="6425902" y="4404047"/>
                  <a:ext cx="1354602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..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∈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ℒ</m:t>
                        </m:r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40" name="Rectangle 1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5902" y="4404047"/>
                  <a:ext cx="1354602" cy="276999"/>
                </a:xfrm>
                <a:prstGeom prst="rect">
                  <a:avLst/>
                </a:prstGeom>
                <a:blipFill>
                  <a:blip r:embed="rId1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/>
          <p:cNvGrpSpPr/>
          <p:nvPr/>
        </p:nvGrpSpPr>
        <p:grpSpPr>
          <a:xfrm>
            <a:off x="5168462" y="5926567"/>
            <a:ext cx="3733800" cy="779109"/>
            <a:chOff x="5115415" y="3528176"/>
            <a:chExt cx="3733800" cy="779109"/>
          </a:xfrm>
        </p:grpSpPr>
        <p:sp>
          <p:nvSpPr>
            <p:cNvPr id="142" name="Oval 141"/>
            <p:cNvSpPr/>
            <p:nvPr/>
          </p:nvSpPr>
          <p:spPr>
            <a:xfrm>
              <a:off x="5270342" y="3720028"/>
              <a:ext cx="282766" cy="242371"/>
            </a:xfrm>
            <a:prstGeom prst="ellipse">
              <a:avLst/>
            </a:prstGeom>
            <a:noFill/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3" name="Straight Arrow Connector 142"/>
            <p:cNvCxnSpPr>
              <a:endCxn id="142" idx="2"/>
            </p:cNvCxnSpPr>
            <p:nvPr/>
          </p:nvCxnSpPr>
          <p:spPr>
            <a:xfrm>
              <a:off x="5115415" y="3841214"/>
              <a:ext cx="154927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Oval 143"/>
                <p:cNvSpPr/>
                <p:nvPr/>
              </p:nvSpPr>
              <p:spPr>
                <a:xfrm>
                  <a:off x="5819693" y="3720028"/>
                  <a:ext cx="282766" cy="242371"/>
                </a:xfrm>
                <a:prstGeom prst="ellipse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Oval 1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9693" y="3720028"/>
                  <a:ext cx="282766" cy="242371"/>
                </a:xfrm>
                <a:prstGeom prst="ellipse">
                  <a:avLst/>
                </a:prstGeom>
                <a:blipFill>
                  <a:blip r:embed="rId16"/>
                  <a:stretch>
                    <a:fillRect l="-8511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5" name="Straight Arrow Connector 144"/>
            <p:cNvCxnSpPr>
              <a:stCxn id="142" idx="6"/>
              <a:endCxn id="144" idx="2"/>
            </p:cNvCxnSpPr>
            <p:nvPr/>
          </p:nvCxnSpPr>
          <p:spPr>
            <a:xfrm>
              <a:off x="5553108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Oval 145"/>
            <p:cNvSpPr/>
            <p:nvPr/>
          </p:nvSpPr>
          <p:spPr>
            <a:xfrm>
              <a:off x="6369044" y="3720028"/>
              <a:ext cx="282766" cy="242371"/>
            </a:xfrm>
            <a:prstGeom prst="ellipse">
              <a:avLst/>
            </a:prstGeom>
            <a:noFill/>
            <a:ln w="57150" cmpd="dbl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7" name="Straight Arrow Connector 146"/>
            <p:cNvCxnSpPr>
              <a:stCxn id="144" idx="6"/>
              <a:endCxn id="146" idx="2"/>
            </p:cNvCxnSpPr>
            <p:nvPr/>
          </p:nvCxnSpPr>
          <p:spPr>
            <a:xfrm>
              <a:off x="6102459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Oval 147"/>
                <p:cNvSpPr/>
                <p:nvPr/>
              </p:nvSpPr>
              <p:spPr>
                <a:xfrm>
                  <a:off x="6918395" y="3720028"/>
                  <a:ext cx="282766" cy="242371"/>
                </a:xfrm>
                <a:prstGeom prst="ellipse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48" name="Oval 1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8395" y="3720028"/>
                  <a:ext cx="282766" cy="242371"/>
                </a:xfrm>
                <a:prstGeom prst="ellipse">
                  <a:avLst/>
                </a:prstGeom>
                <a:blipFill>
                  <a:blip r:embed="rId17"/>
                  <a:stretch>
                    <a:fillRect l="-8696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9" name="Straight Arrow Connector 148"/>
            <p:cNvCxnSpPr>
              <a:stCxn id="146" idx="6"/>
              <a:endCxn id="148" idx="2"/>
            </p:cNvCxnSpPr>
            <p:nvPr/>
          </p:nvCxnSpPr>
          <p:spPr>
            <a:xfrm>
              <a:off x="6651810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>
            <a:xfrm>
              <a:off x="7467746" y="3720028"/>
              <a:ext cx="282766" cy="242371"/>
            </a:xfrm>
            <a:prstGeom prst="ellipse">
              <a:avLst/>
            </a:prstGeom>
            <a:noFill/>
            <a:ln w="57150" cmpd="dbl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1" name="Straight Arrow Connector 150"/>
            <p:cNvCxnSpPr>
              <a:stCxn id="148" idx="6"/>
              <a:endCxn id="150" idx="2"/>
            </p:cNvCxnSpPr>
            <p:nvPr/>
          </p:nvCxnSpPr>
          <p:spPr>
            <a:xfrm>
              <a:off x="7201161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Oval 151"/>
                <p:cNvSpPr/>
                <p:nvPr/>
              </p:nvSpPr>
              <p:spPr>
                <a:xfrm>
                  <a:off x="8017097" y="3720028"/>
                  <a:ext cx="282766" cy="242371"/>
                </a:xfrm>
                <a:prstGeom prst="ellipse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Oval 1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7097" y="3720028"/>
                  <a:ext cx="282766" cy="242371"/>
                </a:xfrm>
                <a:prstGeom prst="ellipse">
                  <a:avLst/>
                </a:prstGeom>
                <a:blipFill>
                  <a:blip r:embed="rId18"/>
                  <a:stretch>
                    <a:fillRect l="-8696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Straight Arrow Connector 152"/>
            <p:cNvCxnSpPr>
              <a:stCxn id="150" idx="6"/>
              <a:endCxn id="152" idx="2"/>
            </p:cNvCxnSpPr>
            <p:nvPr/>
          </p:nvCxnSpPr>
          <p:spPr>
            <a:xfrm>
              <a:off x="7750512" y="3841214"/>
              <a:ext cx="26658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Oval 153"/>
            <p:cNvSpPr/>
            <p:nvPr/>
          </p:nvSpPr>
          <p:spPr>
            <a:xfrm>
              <a:off x="8566449" y="3720028"/>
              <a:ext cx="282766" cy="242371"/>
            </a:xfrm>
            <a:prstGeom prst="ellipse">
              <a:avLst/>
            </a:prstGeom>
            <a:noFill/>
            <a:ln w="57150" cmpd="dbl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5" name="Straight Arrow Connector 154"/>
            <p:cNvCxnSpPr>
              <a:stCxn id="152" idx="6"/>
              <a:endCxn id="154" idx="2"/>
            </p:cNvCxnSpPr>
            <p:nvPr/>
          </p:nvCxnSpPr>
          <p:spPr>
            <a:xfrm>
              <a:off x="8299863" y="3841214"/>
              <a:ext cx="26658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Rectangle 155"/>
                <p:cNvSpPr/>
                <p:nvPr/>
              </p:nvSpPr>
              <p:spPr>
                <a:xfrm>
                  <a:off x="5430161" y="3528178"/>
                  <a:ext cx="530915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Rectangle 1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30161" y="3528178"/>
                  <a:ext cx="530915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Rectangle 156"/>
                <p:cNvSpPr/>
                <p:nvPr/>
              </p:nvSpPr>
              <p:spPr>
                <a:xfrm>
                  <a:off x="5961076" y="3528177"/>
                  <a:ext cx="498918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</m:e>
                        </m:d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7" name="Rectangle 1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1076" y="3528177"/>
                  <a:ext cx="498918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Rectangle 157"/>
                <p:cNvSpPr/>
                <p:nvPr/>
              </p:nvSpPr>
              <p:spPr>
                <a:xfrm>
                  <a:off x="6544124" y="3528176"/>
                  <a:ext cx="694421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𝑤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lang="en-US" sz="12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+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sz="12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Rectangle 1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124" y="3528176"/>
                  <a:ext cx="694421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Rectangle 158"/>
                <p:cNvSpPr/>
                <p:nvPr/>
              </p:nvSpPr>
              <p:spPr>
                <a:xfrm>
                  <a:off x="8188610" y="3937953"/>
                  <a:ext cx="55188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59" name="Rectangle 1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8610" y="3937953"/>
                  <a:ext cx="551882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0" name="Group 159"/>
          <p:cNvGrpSpPr/>
          <p:nvPr/>
        </p:nvGrpSpPr>
        <p:grpSpPr>
          <a:xfrm>
            <a:off x="74659" y="4461694"/>
            <a:ext cx="1416884" cy="2053110"/>
            <a:chOff x="6282019" y="3332560"/>
            <a:chExt cx="1904999" cy="2608523"/>
          </a:xfrm>
        </p:grpSpPr>
        <p:sp>
          <p:nvSpPr>
            <p:cNvPr id="161" name="TextBox 160"/>
            <p:cNvSpPr txBox="1"/>
            <p:nvPr/>
          </p:nvSpPr>
          <p:spPr>
            <a:xfrm>
              <a:off x="6282019" y="3332560"/>
              <a:ext cx="1904999" cy="1212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e-IL" sz="1400">
                  <a:solidFill>
                    <a:srgbClr val="34B2CF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איפה השתמשנו בעובדה שהאוטומטים דטרמיניסטיים?</a:t>
              </a:r>
              <a:endParaRPr lang="en-US" sz="1400">
                <a:solidFill>
                  <a:srgbClr val="34B2CF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pic>
          <p:nvPicPr>
            <p:cNvPr id="162" name="Picture 2" descr="Image result for I wonder"/>
            <p:cNvPicPr>
              <a:picLocks noChangeAspect="1" noChangeArrowheads="1"/>
            </p:cNvPicPr>
            <p:nvPr/>
          </p:nvPicPr>
          <p:blipFill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7500" y="4661931"/>
              <a:ext cx="1134038" cy="1279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7392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63064" y="1857770"/>
            <a:ext cx="8229600" cy="531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שקילות אוטומטים דטרמיניסטיים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3400" y="1143000"/>
                <a:ext cx="8077200" cy="186717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8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8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דטרמיניסטים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אז:</a:t>
                </a:r>
              </a:p>
              <a:p>
                <a:endParaRPr lang="he-IL" sz="28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ℒ</m:t>
                        </m:r>
                        <m:r>
                          <a:rPr lang="en-US" sz="2800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sz="2800" i="1" dirty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dirty="0" smtClean="0">
                        <a:latin typeface="Cambria Math"/>
                      </a:rPr>
                      <m:t>)=</m:t>
                    </m:r>
                    <m:r>
                      <a:rPr lang="en-US" sz="2800" b="0" i="1" dirty="0" smtClean="0"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he-IL" sz="2800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 גורר שגם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/>
                              </a:rPr>
                              <m:t>ℒ</m:t>
                            </m:r>
                          </m:e>
                          <m:sub>
                            <m:r>
                              <a:rPr lang="en-US" sz="2800" b="0" i="1" dirty="0" smtClean="0">
                                <a:latin typeface="Cambria Math"/>
                              </a:rPr>
                              <m:t>𝜔</m:t>
                            </m:r>
                          </m:sub>
                        </m:sSub>
                        <m:r>
                          <a:rPr lang="en-US" sz="2800" i="1" dirty="0">
                            <a:latin typeface="Cambria Math"/>
                          </a:rPr>
                          <m:t>(</m:t>
                        </m:r>
                        <m:r>
                          <a:rPr lang="en-US" sz="2800" i="1" dirty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 dirty="0">
                        <a:latin typeface="Cambria Math"/>
                      </a:rPr>
                      <m:t>)=</m:t>
                    </m:r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800" b="0" i="1" dirty="0" smtClean="0"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he-IL" sz="2800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endParaRPr lang="he-IL" sz="28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200"/>
                  </a:spcAft>
                </a:pPr>
                <a:endParaRPr lang="he-IL" sz="2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143000"/>
                <a:ext cx="8077200" cy="1867178"/>
              </a:xfrm>
              <a:prstGeom prst="rect">
                <a:avLst/>
              </a:prstGeom>
              <a:blipFill>
                <a:blip r:embed="rId2"/>
                <a:stretch>
                  <a:fillRect t="-3922" r="-1509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295400" y="3237796"/>
            <a:ext cx="7010400" cy="400110"/>
          </a:xfrm>
          <a:prstGeom prst="rect">
            <a:avLst/>
          </a:prstGeom>
          <a:solidFill>
            <a:srgbClr val="FFFF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he-IL" sz="20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המשפט ההפוך </a:t>
            </a:r>
            <a:r>
              <a:rPr lang="he-IL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נכון</a:t>
            </a:r>
            <a:r>
              <a:rPr lang="he-IL" sz="2000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, גם אם האוטומטים דטרמיניסטיים</a:t>
            </a:r>
          </a:p>
        </p:txBody>
      </p:sp>
      <p:sp>
        <p:nvSpPr>
          <p:cNvPr id="17" name="Oval 16"/>
          <p:cNvSpPr/>
          <p:nvPr/>
        </p:nvSpPr>
        <p:spPr>
          <a:xfrm>
            <a:off x="2495746" y="4495800"/>
            <a:ext cx="76200" cy="457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2050" name="Picture 2" descr="Image result for counterexample animated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784" y="4132873"/>
            <a:ext cx="1602431" cy="160243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427545" y="5943600"/>
            <a:ext cx="2066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דוגמה נגדית?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" name="Graphic 9" descr="Owl">
            <a:extLst>
              <a:ext uri="{FF2B5EF4-FFF2-40B4-BE49-F238E27FC236}">
                <a16:creationId xmlns:a16="http://schemas.microsoft.com/office/drawing/2014/main" id="{13767D33-0A08-6626-C0B9-1C074F1B8C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62200" y="5810420"/>
            <a:ext cx="789579" cy="7895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981200" y="4343400"/>
            <a:ext cx="4648200" cy="2057400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יותר עשירים מ-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DBA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95400"/>
                <a:ext cx="76962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למדנו בקורס מודלים חישוביים: 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NFA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:r>
                  <a:rPr lang="en-US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DFA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מתארים את אותה משפחת שפות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זה לא נכון למילים אינסופיות: </a:t>
                </a:r>
              </a:p>
              <a:p>
                <a:pPr algn="ctr">
                  <a:lnSpc>
                    <a:spcPct val="110000"/>
                  </a:lnSpc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DBA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u="sng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אינם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מתארים את אותה משפחת השפות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הוכחה:</a:t>
                </a:r>
              </a:p>
              <a:p>
                <a:pPr lvl="1" algn="ctr">
                  <a:lnSpc>
                    <a:spcPct val="150000"/>
                  </a:lnSpc>
                  <a:buNone/>
                </a:pP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 קיים 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DBA</a:t>
                </a: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את השפה</a:t>
                </a:r>
              </a:p>
              <a:p>
                <a:pPr lvl="1" algn="ctr">
                  <a:lnSpc>
                    <a:spcPct val="150000"/>
                  </a:lnSpc>
                  <a:buNone/>
                </a:pPr>
                <a:r>
                  <a:rPr lang="he-IL" sz="28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sz="2800" i="1" dirty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endParaRPr lang="he-IL" sz="2800" b="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 algn="ctr">
                  <a:lnSpc>
                    <a:spcPct val="150000"/>
                  </a:lnSpc>
                  <a:buNone/>
                </a:pP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אבל קיים אוטומט 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אותה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95400"/>
                <a:ext cx="7696200" cy="5181600"/>
              </a:xfrm>
              <a:blipFill>
                <a:blip r:embed="rId2"/>
                <a:stretch>
                  <a:fillRect l="-158" r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What is motive and is it necessary to prove a crime in | AskLegal.my">
            <a:extLst>
              <a:ext uri="{FF2B5EF4-FFF2-40B4-BE49-F238E27FC236}">
                <a16:creationId xmlns:a16="http://schemas.microsoft.com/office/drawing/2014/main" id="{55A838BB-BC33-0B75-C3C1-C455BD345F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03"/>
          <a:stretch/>
        </p:blipFill>
        <p:spPr bwMode="auto">
          <a:xfrm>
            <a:off x="457200" y="4972050"/>
            <a:ext cx="1336813" cy="800100"/>
          </a:xfrm>
          <a:prstGeom prst="homePlate">
            <a:avLst>
              <a:gd name="adj" fmla="val 2891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514600" y="1805355"/>
            <a:ext cx="3810000" cy="2514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אוטומט לא דטרמיניסטי שלא ניתן לחקות באמצעות אוטומט דטרמיניסטי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-98778" y="5429071"/>
                <a:ext cx="9384300" cy="89255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he-IL" sz="25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האוטומט "מנחש" באופן אי</a:t>
                </a:r>
                <a:r>
                  <a:rPr lang="en-US" sz="25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:r>
                  <a:rPr lang="he-IL" sz="25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דטרמיניסטי מתי מתחיל רצף ה-</a:t>
                </a:r>
                <a14:m>
                  <m:oMath xmlns:m="http://schemas.openxmlformats.org/officeDocument/2006/math">
                    <m:r>
                      <a:rPr lang="en-US" sz="2500" b="0" i="1" smtClean="0">
                        <a:solidFill>
                          <a:srgbClr val="0000FF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he-IL" sz="25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-ים</a:t>
                </a:r>
              </a:p>
              <a:p>
                <a:pPr algn="ctr"/>
                <a:r>
                  <a:rPr lang="he-IL" sz="25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טענה: לא ניתן לחקות את הניחוש הזה באמצעות אוטומט דטרמיניסטי!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8778" y="5429071"/>
                <a:ext cx="9384300" cy="892552"/>
              </a:xfrm>
              <a:prstGeom prst="rect">
                <a:avLst/>
              </a:prstGeom>
              <a:blipFill>
                <a:blip r:embed="rId2"/>
                <a:stretch>
                  <a:fillRect t="-6164" b="-1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514600" y="4491335"/>
                <a:ext cx="380999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𝐴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 sz="2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4491335"/>
                <a:ext cx="3809999" cy="461665"/>
              </a:xfrm>
              <a:prstGeom prst="rect">
                <a:avLst/>
              </a:prstGeom>
              <a:blipFill>
                <a:blip r:embed="rId3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2695268" y="1878771"/>
            <a:ext cx="3324532" cy="2348871"/>
            <a:chOff x="2667000" y="1388369"/>
            <a:chExt cx="3581400" cy="2594166"/>
          </a:xfrm>
        </p:grpSpPr>
        <p:sp>
          <p:nvSpPr>
            <p:cNvPr id="24" name="Oval 23"/>
            <p:cNvSpPr/>
            <p:nvPr/>
          </p:nvSpPr>
          <p:spPr>
            <a:xfrm>
              <a:off x="3039208" y="2429608"/>
              <a:ext cx="533400" cy="533400"/>
            </a:xfrm>
            <a:prstGeom prst="ellipse">
              <a:avLst/>
            </a:prstGeom>
            <a:solidFill>
              <a:srgbClr val="FFFFCC"/>
            </a:solidFill>
            <a:ln w="285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3002719" y="1859288"/>
              <a:ext cx="557772" cy="620142"/>
            </a:xfrm>
            <a:custGeom>
              <a:avLst/>
              <a:gdLst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  <a:gd name="connsiteX0" fmla="*/ 136135 w 557772"/>
                <a:gd name="connsiteY0" fmla="*/ 620143 h 620143"/>
                <a:gd name="connsiteX1" fmla="*/ 4250 w 557772"/>
                <a:gd name="connsiteY1" fmla="*/ 242074 h 620143"/>
                <a:gd name="connsiteX2" fmla="*/ 276812 w 557772"/>
                <a:gd name="connsiteY2" fmla="*/ 4681 h 620143"/>
                <a:gd name="connsiteX3" fmla="*/ 549373 w 557772"/>
                <a:gd name="connsiteY3" fmla="*/ 215697 h 620143"/>
                <a:gd name="connsiteX4" fmla="*/ 461450 w 557772"/>
                <a:gd name="connsiteY4" fmla="*/ 576181 h 620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72" h="620143">
                  <a:moveTo>
                    <a:pt x="136135" y="620143"/>
                  </a:moveTo>
                  <a:cubicBezTo>
                    <a:pt x="58469" y="482397"/>
                    <a:pt x="-19196" y="344651"/>
                    <a:pt x="4250" y="242074"/>
                  </a:cubicBezTo>
                  <a:cubicBezTo>
                    <a:pt x="27696" y="139497"/>
                    <a:pt x="65151" y="37658"/>
                    <a:pt x="276812" y="4681"/>
                  </a:cubicBezTo>
                  <a:cubicBezTo>
                    <a:pt x="488473" y="-28296"/>
                    <a:pt x="518600" y="120447"/>
                    <a:pt x="549373" y="215697"/>
                  </a:cubicBezTo>
                  <a:cubicBezTo>
                    <a:pt x="580146" y="310947"/>
                    <a:pt x="520798" y="443564"/>
                    <a:pt x="461450" y="576181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3011680" y="2936631"/>
              <a:ext cx="540442" cy="555032"/>
            </a:xfrm>
            <a:custGeom>
              <a:avLst/>
              <a:gdLst>
                <a:gd name="connsiteX0" fmla="*/ 434905 w 540442"/>
                <a:gd name="connsiteY0" fmla="*/ 0 h 555032"/>
                <a:gd name="connsiteX1" fmla="*/ 540412 w 540442"/>
                <a:gd name="connsiteY1" fmla="*/ 263769 h 555032"/>
                <a:gd name="connsiteX2" fmla="*/ 443697 w 540442"/>
                <a:gd name="connsiteY2" fmla="*/ 483577 h 555032"/>
                <a:gd name="connsiteX3" fmla="*/ 259058 w 540442"/>
                <a:gd name="connsiteY3" fmla="*/ 553915 h 555032"/>
                <a:gd name="connsiteX4" fmla="*/ 48043 w 540442"/>
                <a:gd name="connsiteY4" fmla="*/ 439615 h 555032"/>
                <a:gd name="connsiteX5" fmla="*/ 4082 w 540442"/>
                <a:gd name="connsiteY5" fmla="*/ 246184 h 555032"/>
                <a:gd name="connsiteX6" fmla="*/ 118382 w 540442"/>
                <a:gd name="connsiteY6" fmla="*/ 0 h 55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442" h="555032">
                  <a:moveTo>
                    <a:pt x="434905" y="0"/>
                  </a:moveTo>
                  <a:cubicBezTo>
                    <a:pt x="486926" y="91586"/>
                    <a:pt x="538947" y="183173"/>
                    <a:pt x="540412" y="263769"/>
                  </a:cubicBezTo>
                  <a:cubicBezTo>
                    <a:pt x="541877" y="344365"/>
                    <a:pt x="490589" y="435219"/>
                    <a:pt x="443697" y="483577"/>
                  </a:cubicBezTo>
                  <a:cubicBezTo>
                    <a:pt x="396805" y="531935"/>
                    <a:pt x="325000" y="561242"/>
                    <a:pt x="259058" y="553915"/>
                  </a:cubicBezTo>
                  <a:cubicBezTo>
                    <a:pt x="193116" y="546588"/>
                    <a:pt x="90539" y="490904"/>
                    <a:pt x="48043" y="439615"/>
                  </a:cubicBezTo>
                  <a:cubicBezTo>
                    <a:pt x="5547" y="388327"/>
                    <a:pt x="-7641" y="319453"/>
                    <a:pt x="4082" y="246184"/>
                  </a:cubicBezTo>
                  <a:cubicBezTo>
                    <a:pt x="15805" y="172915"/>
                    <a:pt x="67093" y="86457"/>
                    <a:pt x="118382" y="0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5690374" y="2915000"/>
              <a:ext cx="540442" cy="555032"/>
            </a:xfrm>
            <a:custGeom>
              <a:avLst/>
              <a:gdLst>
                <a:gd name="connsiteX0" fmla="*/ 434905 w 540442"/>
                <a:gd name="connsiteY0" fmla="*/ 0 h 555032"/>
                <a:gd name="connsiteX1" fmla="*/ 540412 w 540442"/>
                <a:gd name="connsiteY1" fmla="*/ 263769 h 555032"/>
                <a:gd name="connsiteX2" fmla="*/ 443697 w 540442"/>
                <a:gd name="connsiteY2" fmla="*/ 483577 h 555032"/>
                <a:gd name="connsiteX3" fmla="*/ 259058 w 540442"/>
                <a:gd name="connsiteY3" fmla="*/ 553915 h 555032"/>
                <a:gd name="connsiteX4" fmla="*/ 48043 w 540442"/>
                <a:gd name="connsiteY4" fmla="*/ 439615 h 555032"/>
                <a:gd name="connsiteX5" fmla="*/ 4082 w 540442"/>
                <a:gd name="connsiteY5" fmla="*/ 246184 h 555032"/>
                <a:gd name="connsiteX6" fmla="*/ 118382 w 540442"/>
                <a:gd name="connsiteY6" fmla="*/ 0 h 55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442" h="555032">
                  <a:moveTo>
                    <a:pt x="434905" y="0"/>
                  </a:moveTo>
                  <a:cubicBezTo>
                    <a:pt x="486926" y="91586"/>
                    <a:pt x="538947" y="183173"/>
                    <a:pt x="540412" y="263769"/>
                  </a:cubicBezTo>
                  <a:cubicBezTo>
                    <a:pt x="541877" y="344365"/>
                    <a:pt x="490589" y="435219"/>
                    <a:pt x="443697" y="483577"/>
                  </a:cubicBezTo>
                  <a:cubicBezTo>
                    <a:pt x="396805" y="531935"/>
                    <a:pt x="325000" y="561242"/>
                    <a:pt x="259058" y="553915"/>
                  </a:cubicBezTo>
                  <a:cubicBezTo>
                    <a:pt x="193116" y="546588"/>
                    <a:pt x="90539" y="490904"/>
                    <a:pt x="48043" y="439615"/>
                  </a:cubicBezTo>
                  <a:cubicBezTo>
                    <a:pt x="5547" y="388327"/>
                    <a:pt x="-7641" y="319453"/>
                    <a:pt x="4082" y="246184"/>
                  </a:cubicBezTo>
                  <a:cubicBezTo>
                    <a:pt x="15805" y="172915"/>
                    <a:pt x="67093" y="86457"/>
                    <a:pt x="118382" y="0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5715000" y="2438400"/>
              <a:ext cx="533400" cy="533400"/>
            </a:xfrm>
            <a:prstGeom prst="ellipse">
              <a:avLst/>
            </a:prstGeom>
            <a:solidFill>
              <a:srgbClr val="FFFFCC"/>
            </a:solidFill>
            <a:ln w="60325" cmpd="dbl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29" name="Straight Arrow Connector 28"/>
            <p:cNvCxnSpPr>
              <a:stCxn id="24" idx="6"/>
            </p:cNvCxnSpPr>
            <p:nvPr/>
          </p:nvCxnSpPr>
          <p:spPr>
            <a:xfrm flipV="1">
              <a:off x="3572608" y="2667000"/>
              <a:ext cx="2142392" cy="29308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>
              <a:off x="2667000" y="2667000"/>
              <a:ext cx="389792" cy="0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042306" y="1388369"/>
                  <a:ext cx="504381" cy="5098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2306" y="1388369"/>
                  <a:ext cx="504381" cy="509877"/>
                </a:xfrm>
                <a:prstGeom prst="rect">
                  <a:avLst/>
                </a:prstGeom>
                <a:blipFill>
                  <a:blip r:embed="rId4"/>
                  <a:stretch>
                    <a:fillRect t="-11842" r="-28571" b="-27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343400" y="2233020"/>
                  <a:ext cx="516952" cy="5098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he-IL" sz="2400" dirty="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400" y="2233020"/>
                  <a:ext cx="516952" cy="509877"/>
                </a:xfrm>
                <a:prstGeom prst="rect">
                  <a:avLst/>
                </a:prstGeom>
                <a:blipFill>
                  <a:blip r:embed="rId5"/>
                  <a:stretch>
                    <a:fillRect t="-12000" r="-27848" b="-29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3008755" y="3472658"/>
                  <a:ext cx="516952" cy="5098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8755" y="3472658"/>
                  <a:ext cx="516952" cy="509877"/>
                </a:xfrm>
                <a:prstGeom prst="rect">
                  <a:avLst/>
                </a:prstGeom>
                <a:blipFill>
                  <a:blip r:embed="rId6"/>
                  <a:stretch>
                    <a:fillRect t="-11842" r="-27848" b="-27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5651744" y="3464817"/>
                  <a:ext cx="516952" cy="50987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1744" y="3464817"/>
                  <a:ext cx="516952" cy="509877"/>
                </a:xfrm>
                <a:prstGeom prst="rect">
                  <a:avLst/>
                </a:prstGeom>
                <a:blipFill>
                  <a:blip r:embed="rId7"/>
                  <a:stretch>
                    <a:fillRect t="-12000" r="-28205" b="-29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81709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-76200"/>
            <a:ext cx="7976937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הוכחת הטענה מהשקף הקודם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499" y="6858000"/>
            <a:ext cx="2541671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69232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295400"/>
                <a:ext cx="8915400" cy="541020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spcAft>
                    <a:spcPts val="2400"/>
                  </a:spcAft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נניח בשלילה שקיים אוטומט דטרמיניסטי המקבל את השפה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𝐴</m:t>
                            </m:r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+</m:t>
                            </m:r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</m:oMath>
                </a14:m>
                <a:endParaRPr lang="he-IL" sz="2400" baseline="50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24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נזין אותו במילה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𝐴𝐵𝐵𝐵𝐵</m:t>
                    </m:r>
                    <m:r>
                      <a:rPr lang="en-US" sz="2400" i="1" dirty="0" smtClean="0">
                        <a:latin typeface="Cambria Math"/>
                      </a:rPr>
                      <m:t>…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עם מספיק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-ים עד שנגיע למצב מקבל</a:t>
                </a:r>
              </a:p>
              <a:p>
                <a:pPr>
                  <a:spcAft>
                    <a:spcPts val="24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נמשיך ב-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ואחריו מספיק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-ים עד שנגיע שוב למצב מקבל</a:t>
                </a:r>
              </a:p>
              <a:p>
                <a:pPr>
                  <a:spcAft>
                    <a:spcPts val="24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נחזור על התהליך עד שנבקר באותו המצב המקבל פעמיים (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שובך היונים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)              )</a:t>
                </a:r>
              </a:p>
              <a:p>
                <a:pPr>
                  <a:spcAft>
                    <a:spcPts val="24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קיבלנו את התמונה הבאה:</a:t>
                </a:r>
              </a:p>
              <a:p>
                <a:pPr marL="0" indent="0" algn="ctr" rtl="0">
                  <a:spcAft>
                    <a:spcPts val="2400"/>
                  </a:spcAft>
                  <a:buNone/>
                </a:pPr>
                <a:endParaRPr lang="en-US" sz="2400" b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2400"/>
                  </a:spcAft>
                </a:pP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זה אומר שיש מילה עם אינסוף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-ים שהאוטומט מקבל, בסתירה להגדרת השפה</a:t>
                </a:r>
              </a:p>
              <a:p>
                <a:pPr marL="0" indent="0" algn="l" rtl="0"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</a:rPr>
                        <m:t>𝐴𝐵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</a:rPr>
                        <m:t>…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</a:rPr>
                        <m:t>𝐵𝐴𝐵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</a:rPr>
                        <m:t>…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</a:rPr>
                        <m:t>𝐵𝐴𝐵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</a:rPr>
                        <m:t>…</m:t>
                      </m:r>
                      <m:r>
                        <a:rPr lang="en-US" sz="2400" i="1">
                          <a:solidFill>
                            <a:srgbClr val="002060"/>
                          </a:solidFill>
                          <a:latin typeface="Cambria Math"/>
                        </a:rPr>
                        <m:t>𝐵</m:t>
                      </m:r>
                      <m:r>
                        <m:rPr>
                          <m:lit/>
                        </m:rPr>
                        <a:rPr lang="he-IL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𝐴𝐵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…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𝐵𝐴𝐵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…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𝐵𝐴𝐵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…</m:t>
                              </m:r>
                              <m:r>
                                <a:rPr lang="en-US" sz="2400" i="1">
                                  <a:solidFill>
                                    <a:srgbClr val="002060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en-US" sz="2400" b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295400"/>
                <a:ext cx="8915400" cy="5410200"/>
              </a:xfrm>
              <a:blipFill>
                <a:blip r:embed="rId2"/>
                <a:stretch>
                  <a:fillRect t="-1917" r="-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jonathan-barnes.co.uk/wp-content/uploads/2009/11/Pigeonho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0"/>
            <a:ext cx="1062712" cy="839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8279F76-E9E6-6FDA-2E3F-1C69037F3FC4}"/>
              </a:ext>
            </a:extLst>
          </p:cNvPr>
          <p:cNvGrpSpPr/>
          <p:nvPr/>
        </p:nvGrpSpPr>
        <p:grpSpPr>
          <a:xfrm>
            <a:off x="1596112" y="4267203"/>
            <a:ext cx="6352776" cy="999883"/>
            <a:chOff x="1114824" y="4276078"/>
            <a:chExt cx="7684574" cy="1259632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4656163" y="4590075"/>
              <a:ext cx="0" cy="295275"/>
            </a:xfrm>
            <a:prstGeom prst="straightConnector1">
              <a:avLst/>
            </a:prstGeom>
            <a:ln w="19050">
              <a:tailEnd type="stealt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187244" y="4844989"/>
              <a:ext cx="1316479" cy="4652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האוטומט </a:t>
              </a:r>
            </a:p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במצב מקבל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flipV="1">
              <a:off x="7458817" y="4590075"/>
              <a:ext cx="0" cy="304800"/>
            </a:xfrm>
            <a:prstGeom prst="straightConnector1">
              <a:avLst/>
            </a:prstGeom>
            <a:ln w="19050">
              <a:tailEnd type="stealt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6520484" y="4844989"/>
              <a:ext cx="2278914" cy="4652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האוטומט במצב</a:t>
              </a:r>
              <a:br>
                <a:rPr lang="en-US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</a:br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מקבל שכבר היה קודם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1862043" y="4590075"/>
              <a:ext cx="0" cy="304800"/>
            </a:xfrm>
            <a:prstGeom prst="straightConnector1">
              <a:avLst/>
            </a:prstGeom>
            <a:ln w="19050">
              <a:tailEnd type="stealt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114824" y="4844989"/>
              <a:ext cx="1576419" cy="4652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האוטומט</a:t>
              </a:r>
            </a:p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במצב התחלתי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2791787" y="4590075"/>
              <a:ext cx="0" cy="304800"/>
            </a:xfrm>
            <a:prstGeom prst="straightConnector1">
              <a:avLst/>
            </a:prstGeom>
            <a:ln w="19050">
              <a:tailEnd type="stealt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3718251" y="4580551"/>
              <a:ext cx="0" cy="304800"/>
            </a:xfrm>
            <a:prstGeom prst="straightConnector1">
              <a:avLst/>
            </a:prstGeom>
            <a:ln w="19050">
              <a:tailEnd type="stealt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5580121" y="4590075"/>
              <a:ext cx="0" cy="304800"/>
            </a:xfrm>
            <a:prstGeom prst="straightConnector1">
              <a:avLst/>
            </a:prstGeom>
            <a:ln w="19050">
              <a:tailEnd type="stealt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V="1">
              <a:off x="6530330" y="4590075"/>
              <a:ext cx="0" cy="304800"/>
            </a:xfrm>
            <a:prstGeom prst="straightConnector1">
              <a:avLst/>
            </a:prstGeom>
            <a:ln w="19050">
              <a:tailEnd type="stealth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1750759" y="4276078"/>
                  <a:ext cx="49489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𝐴𝐵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…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𝐵𝐴𝐵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…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𝐵𝐴𝐵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…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𝐵𝐴𝐵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…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𝐵𝐴𝐵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…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𝐵𝐴𝐵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…</m:t>
                        </m:r>
                        <m:r>
                          <a:rPr lang="en-US" sz="20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0759" y="4276078"/>
                  <a:ext cx="4948984" cy="400110"/>
                </a:xfrm>
                <a:prstGeom prst="rect">
                  <a:avLst/>
                </a:prstGeom>
                <a:blipFill>
                  <a:blip r:embed="rId4"/>
                  <a:stretch>
                    <a:fillRect r="-18331" b="-13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/>
            <p:cNvSpPr txBox="1"/>
            <p:nvPr/>
          </p:nvSpPr>
          <p:spPr>
            <a:xfrm>
              <a:off x="3093055" y="4844989"/>
              <a:ext cx="1316479" cy="4652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האוטומט </a:t>
              </a:r>
            </a:p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במצב מקבל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51860" y="4844989"/>
              <a:ext cx="1316479" cy="4652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האוטומט </a:t>
              </a:r>
            </a:p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במצב מקבל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939347" y="4844989"/>
              <a:ext cx="1316479" cy="4652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האוטומט </a:t>
              </a:r>
            </a:p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במצב מקבל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13975" y="4844989"/>
              <a:ext cx="1316479" cy="4652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האוטומט </a:t>
              </a:r>
            </a:p>
            <a:p>
              <a:pPr algn="ctr"/>
              <a:r>
                <a:rPr lang="he-IL" sz="9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במצב מקבל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F86DAC9-686C-5A7E-20F1-183832CCE02C}"/>
                </a:ext>
              </a:extLst>
            </p:cNvPr>
            <p:cNvSpPr/>
            <p:nvPr/>
          </p:nvSpPr>
          <p:spPr>
            <a:xfrm>
              <a:off x="4784209" y="5226537"/>
              <a:ext cx="2655278" cy="309173"/>
            </a:xfrm>
            <a:custGeom>
              <a:avLst/>
              <a:gdLst>
                <a:gd name="connsiteX0" fmla="*/ 0 w 2547891"/>
                <a:gd name="connsiteY0" fmla="*/ 17756 h 165376"/>
                <a:gd name="connsiteX1" fmla="*/ 221942 w 2547891"/>
                <a:gd name="connsiteY1" fmla="*/ 150921 h 165376"/>
                <a:gd name="connsiteX2" fmla="*/ 861134 w 2547891"/>
                <a:gd name="connsiteY2" fmla="*/ 159798 h 165376"/>
                <a:gd name="connsiteX3" fmla="*/ 2246051 w 2547891"/>
                <a:gd name="connsiteY3" fmla="*/ 133165 h 165376"/>
                <a:gd name="connsiteX4" fmla="*/ 2547891 w 2547891"/>
                <a:gd name="connsiteY4" fmla="*/ 0 h 165376"/>
                <a:gd name="connsiteX5" fmla="*/ 2547891 w 2547891"/>
                <a:gd name="connsiteY5" fmla="*/ 0 h 165376"/>
                <a:gd name="connsiteX0" fmla="*/ 14971 w 2562862"/>
                <a:gd name="connsiteY0" fmla="*/ 17756 h 160463"/>
                <a:gd name="connsiteX1" fmla="*/ 236913 w 2562862"/>
                <a:gd name="connsiteY1" fmla="*/ 150921 h 160463"/>
                <a:gd name="connsiteX2" fmla="*/ 2261022 w 2562862"/>
                <a:gd name="connsiteY2" fmla="*/ 133165 h 160463"/>
                <a:gd name="connsiteX3" fmla="*/ 2562862 w 2562862"/>
                <a:gd name="connsiteY3" fmla="*/ 0 h 160463"/>
                <a:gd name="connsiteX4" fmla="*/ 2562862 w 2562862"/>
                <a:gd name="connsiteY4" fmla="*/ 0 h 160463"/>
                <a:gd name="connsiteX0" fmla="*/ 0 w 2655279"/>
                <a:gd name="connsiteY0" fmla="*/ 0 h 177113"/>
                <a:gd name="connsiteX1" fmla="*/ 329330 w 2655279"/>
                <a:gd name="connsiteY1" fmla="*/ 165199 h 177113"/>
                <a:gd name="connsiteX2" fmla="*/ 2353439 w 2655279"/>
                <a:gd name="connsiteY2" fmla="*/ 147443 h 177113"/>
                <a:gd name="connsiteX3" fmla="*/ 2655279 w 2655279"/>
                <a:gd name="connsiteY3" fmla="*/ 14278 h 177113"/>
                <a:gd name="connsiteX4" fmla="*/ 2655279 w 2655279"/>
                <a:gd name="connsiteY4" fmla="*/ 14278 h 177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279" h="177113">
                  <a:moveTo>
                    <a:pt x="0" y="0"/>
                  </a:moveTo>
                  <a:cubicBezTo>
                    <a:pt x="39210" y="54745"/>
                    <a:pt x="-62910" y="140625"/>
                    <a:pt x="329330" y="165199"/>
                  </a:cubicBezTo>
                  <a:cubicBezTo>
                    <a:pt x="721570" y="189773"/>
                    <a:pt x="1965781" y="172597"/>
                    <a:pt x="2353439" y="147443"/>
                  </a:cubicBezTo>
                  <a:cubicBezTo>
                    <a:pt x="2634565" y="120810"/>
                    <a:pt x="2655279" y="14278"/>
                    <a:pt x="2655279" y="14278"/>
                  </a:cubicBezTo>
                  <a:lnTo>
                    <a:pt x="2655279" y="14278"/>
                  </a:lnTo>
                </a:path>
              </a:pathLst>
            </a:custGeom>
            <a:noFill/>
            <a:ln w="28575"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600"/>
            </a:p>
          </p:txBody>
        </p:sp>
      </p:grpSp>
    </p:spTree>
    <p:extLst>
      <p:ext uri="{BB962C8B-B14F-4D97-AF65-F5344CB8AC3E}">
        <p14:creationId xmlns:p14="http://schemas.microsoft.com/office/powerpoint/2010/main" val="3468776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381000"/>
            <a:ext cx="7772400" cy="1143000"/>
          </a:xfrm>
        </p:spPr>
        <p:txBody>
          <a:bodyPr/>
          <a:lstStyle/>
          <a:p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אותה ההוכחה במילים יותר פורמליות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21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52400" y="4289334"/>
                <a:ext cx="8644812" cy="2067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Clr>
                    <a:schemeClr val="tx1">
                      <a:lumMod val="85000"/>
                      <a:lumOff val="15000"/>
                    </a:schemeClr>
                  </a:buClr>
                  <a:buFont typeface="+mj-lt"/>
                  <a:buAutoNum type="arabicPeriod" startAt="2"/>
                </a:pP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נסמן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  <a:sym typeface="MT Extra"/>
                          </a:rPr>
                          <m:t>𝑞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  <a:sym typeface="MT Extra"/>
                          </a:rPr>
                          <m:t>𝑖</m:t>
                        </m:r>
                      </m:sub>
                    </m:sSub>
                    <m:r>
                      <a:rPr lang="en-US" sz="1600" i="1" dirty="0" smtClean="0">
                        <a:latin typeface="Cambria Math"/>
                        <a:sym typeface="MT Extra"/>
                      </a:rPr>
                      <m:t>=</m:t>
                    </m:r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pPr>
                      <m:e>
                        <m:r>
                          <a:rPr lang="en-US" sz="1600" b="0" i="1" dirty="0" smtClean="0">
                            <a:latin typeface="Cambria Math"/>
                            <a:sym typeface="MT Extra"/>
                          </a:rPr>
                          <m:t>𝛿</m:t>
                        </m:r>
                      </m:e>
                      <m:sup>
                        <m:r>
                          <a:rPr lang="en-US" sz="1600" b="0" i="1" dirty="0" smtClean="0">
                            <a:latin typeface="Cambria Math"/>
                            <a:sym typeface="MT Extra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  <a:sym typeface="MT Extra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/>
                                <a:sym typeface="MT Extra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/>
                                <a:sym typeface="MT Extra"/>
                              </a:rPr>
                              <m:t>0</m:t>
                            </m:r>
                          </m:sub>
                        </m:sSub>
                        <m:r>
                          <a:rPr lang="en-US" sz="1600" i="1" dirty="0" smtClean="0">
                            <a:latin typeface="Cambria Math"/>
                            <a:sym typeface="MT Extra"/>
                          </a:rPr>
                          <m:t>,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sym typeface="MT Extra"/>
                          </a:rPr>
                          <m:t> 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sym typeface="MT Extra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sym typeface="MT Extra"/>
                              </a:rPr>
                              <m:t> </m:t>
                            </m:r>
                            <m:r>
                              <a:rPr lang="en-US" sz="1600" i="1" dirty="0">
                                <a:latin typeface="Cambria Math"/>
                                <a:sym typeface="MT Extra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/>
                                <a:sym typeface="MT Extra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1600" i="1" dirty="0">
                                <a:latin typeface="Cambria Math" panose="02040503050406030204" pitchFamily="18" charset="0"/>
                                <a:sym typeface="MT Extra"/>
                              </a:rPr>
                            </m:ctrlPr>
                          </m:dPr>
                          <m:e>
                            <m:r>
                              <a:rPr lang="en-US" sz="1600" i="1" dirty="0">
                                <a:latin typeface="Cambria Math"/>
                                <a:sym typeface="MT Extra"/>
                              </a:rPr>
                              <m:t>1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  <a:sym typeface="MT Extra"/>
                              </a:rPr>
                              <m:t>..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  <a:sym typeface="MT Extra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/>
                                    <a:sym typeface="MT Extra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/>
                                    <a:sym typeface="MT Extra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 את </a:t>
                </a:r>
                <a:r>
                  <a:rPr lang="he-IL" sz="16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המצב אליו מגיע האוטומט </a:t>
                </a: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אחרי קריאת המילה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sym typeface="MT Extra"/>
                          </a:rPr>
                          <m:t> </m:t>
                        </m:r>
                        <m:r>
                          <a:rPr lang="en-US" sz="1600" i="1" dirty="0">
                            <a:latin typeface="Cambria Math"/>
                            <a:sym typeface="MT Extra"/>
                          </a:rPr>
                          <m:t>𝑤</m:t>
                        </m:r>
                      </m:e>
                      <m:sub>
                        <m:r>
                          <a:rPr lang="en-US" sz="1600" i="1" dirty="0">
                            <a:latin typeface="Cambria Math"/>
                            <a:sym typeface="MT Extra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/>
                            <a:sym typeface="MT Extra"/>
                          </a:rPr>
                          <m:t>1</m:t>
                        </m:r>
                        <m:r>
                          <a:rPr lang="en-US" sz="1600" b="0" i="1" dirty="0" smtClean="0">
                            <a:latin typeface="Cambria Math" panose="02040503050406030204" pitchFamily="18" charset="0"/>
                            <a:sym typeface="MT Extra"/>
                          </a:rPr>
                          <m:t>..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  <a:sym typeface="MT Extra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/>
                                <a:sym typeface="MT Extra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/>
                                <a:sym typeface="MT Extra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he-IL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tx1">
                      <a:lumMod val="85000"/>
                      <a:lumOff val="15000"/>
                    </a:schemeClr>
                  </a:buClr>
                  <a:buFont typeface="+mj-lt"/>
                  <a:buAutoNum type="arabicPeriod" startAt="2"/>
                </a:pPr>
                <a:r>
                  <a:rPr lang="he-IL" sz="16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בגלל שכל המילים בשפה</a:t>
                </a: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, קיימים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/>
                      </a:rPr>
                      <m:t>0</m:t>
                    </m:r>
                    <m:r>
                      <a:rPr lang="en-US" sz="1600" i="1" dirty="0"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/>
                      </a:rPr>
                      <m:t>&lt;</m:t>
                    </m:r>
                    <m:r>
                      <a:rPr lang="en-US" sz="1600" i="1" dirty="0">
                        <a:latin typeface="Cambria Math"/>
                      </a:rPr>
                      <m:t>𝑛</m:t>
                    </m:r>
                    <m:r>
                      <a:rPr lang="en-US" sz="1600" i="1" baseline="-25000" dirty="0">
                        <a:latin typeface="Cambria Math"/>
                      </a:rPr>
                      <m:t>2</m:t>
                    </m:r>
                    <m:r>
                      <a:rPr lang="en-US" sz="1600" i="1" dirty="0">
                        <a:latin typeface="Cambria Math"/>
                      </a:rPr>
                      <m:t>&lt;</m:t>
                    </m:r>
                    <m:r>
                      <a:rPr lang="en-US" sz="1600" i="1" dirty="0">
                        <a:latin typeface="Cambria Math"/>
                      </a:rPr>
                      <m:t>𝑛</m:t>
                    </m:r>
                    <m:r>
                      <a:rPr lang="en-US" sz="1600" i="1" baseline="-25000" dirty="0">
                        <a:latin typeface="Cambria Math"/>
                      </a:rPr>
                      <m:t>3</m:t>
                    </m:r>
                    <m:r>
                      <a:rPr lang="en-US" sz="1600" i="1" dirty="0">
                        <a:latin typeface="Cambria Math"/>
                      </a:rPr>
                      <m:t>&lt;</m:t>
                    </m:r>
                    <m:r>
                      <a:rPr lang="en-US" sz="1600" i="1" dirty="0">
                        <a:latin typeface="Cambria Math"/>
                        <a:sym typeface="MT Extra"/>
                      </a:rPr>
                      <m:t></m:t>
                    </m:r>
                  </m:oMath>
                </a14:m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  עבורם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  <a:sym typeface="MT Extra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sym typeface="MT Extra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  <a:sym typeface="MT Extra"/>
                      </a:rPr>
                      <m:t>∈</m:t>
                    </m:r>
                    <m:r>
                      <a:rPr lang="en-US" sz="1600" b="0" i="1" smtClean="0">
                        <a:latin typeface="Cambria Math"/>
                        <a:sym typeface="MT Extra"/>
                      </a:rPr>
                      <m:t>𝐹</m:t>
                    </m:r>
                  </m:oMath>
                </a14:m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 לכל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sym typeface="MT Extra"/>
                      </a:rPr>
                      <m:t>𝑖</m:t>
                    </m:r>
                  </m:oMath>
                </a14:m>
                <a:endParaRPr lang="he-IL" sz="1600" b="0">
                  <a:latin typeface="Gisha" panose="020B0502040204020203" pitchFamily="34" charset="-79"/>
                  <a:cs typeface="Gisha" panose="020B0502040204020203" pitchFamily="34" charset="-79"/>
                  <a:sym typeface="MT Extra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tx1">
                      <a:lumMod val="85000"/>
                      <a:lumOff val="15000"/>
                    </a:schemeClr>
                  </a:buClr>
                  <a:buFont typeface="+mj-lt"/>
                  <a:buAutoNum type="arabicPeriod" startAt="2"/>
                </a:pPr>
                <a:r>
                  <a:rPr lang="he-IL" sz="16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ע"פ עקרון שובך היונים, בגלל ש-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MT Extra"/>
                      </a:rPr>
                      <m:t>𝐹</m:t>
                    </m:r>
                  </m:oMath>
                </a14:m>
                <a:r>
                  <a:rPr lang="he-IL" sz="16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 קבוצה סופית</a:t>
                </a: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, חייבים להיות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sym typeface="MT Extra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sym typeface="MT Extra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sym typeface="MT Extra"/>
                      </a:rPr>
                      <m:t>𝑗</m:t>
                    </m:r>
                  </m:oMath>
                </a14:m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,  כך ש-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sym typeface="MT Extra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sym typeface="MT Extra"/>
                      </a:rPr>
                      <m:t>&lt;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sym typeface="MT Extra"/>
                      </a:rPr>
                      <m:t>𝑗</m:t>
                    </m:r>
                  </m:oMath>
                </a14:m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 וגם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sym typeface="MT Extra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  <m:t>𝑗</m:t>
                        </m:r>
                      </m:sub>
                    </m:sSub>
                  </m:oMath>
                </a14:m>
                <a:endParaRPr lang="he-IL" sz="1600">
                  <a:latin typeface="Gisha" panose="020B0502040204020203" pitchFamily="34" charset="-79"/>
                  <a:cs typeface="Gisha" panose="020B0502040204020203" pitchFamily="34" charset="-79"/>
                  <a:sym typeface="MT Extra"/>
                </a:endParaRPr>
              </a:p>
              <a:p>
                <a:pPr marL="342900" indent="-342900">
                  <a:lnSpc>
                    <a:spcPct val="150000"/>
                  </a:lnSpc>
                  <a:buClr>
                    <a:schemeClr val="tx1">
                      <a:lumMod val="85000"/>
                      <a:lumOff val="15000"/>
                    </a:schemeClr>
                  </a:buClr>
                  <a:buFont typeface="+mj-lt"/>
                  <a:buAutoNum type="arabicPeriod" startAt="2"/>
                </a:pP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מקבלים שהריצה של המילה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  <a:sym typeface="MT Extra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sym typeface="MT Extra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  <a:sym typeface="MT Extra"/>
                          </a:rPr>
                          <m:t>1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  <m:t>..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sym typeface="MT Extra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  <a:sym typeface="MT Extra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  <a:sym typeface="MT Extra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  <a:sym typeface="MT Extra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  <a:sym typeface="MT Extra"/>
                          </a:rPr>
                          <m:t>𝑗</m:t>
                        </m:r>
                      </m:sub>
                    </m:sSub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latin typeface="Cambria Math" panose="02040503050406030204" pitchFamily="18" charset="0"/>
                                <a:sym typeface="MT Extra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sym typeface="MT Extra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sym typeface="MT Extr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/>
                                        <a:sym typeface="MT Extra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/>
                                        <a:sym typeface="MT Extra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600" i="0"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  <a:sym typeface="MT Extra"/>
                                  </a:rPr>
                                  <m:t>+</m:t>
                                </m:r>
                                <m:r>
                                  <a:rPr lang="en-US" sz="1600" i="1">
                                    <a:latin typeface="Cambria Math"/>
                                    <a:sym typeface="MT Extra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sym typeface="MT Extra"/>
                              </a:rPr>
                              <m:t>..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sym typeface="MT Extra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sym typeface="MT Extra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  <a:sym typeface="MT Extra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sym typeface="MT Extra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16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 עוברת אינסוף פעמים במצב מקבל</a:t>
                </a:r>
              </a:p>
              <a:p>
                <a:pPr marL="342900" indent="-342900">
                  <a:lnSpc>
                    <a:spcPct val="150000"/>
                  </a:lnSpc>
                  <a:buClr>
                    <a:schemeClr val="tx1">
                      <a:lumMod val="85000"/>
                      <a:lumOff val="15000"/>
                    </a:schemeClr>
                  </a:buClr>
                  <a:buFont typeface="+mj-lt"/>
                  <a:buAutoNum type="arabicPeriod" startAt="2"/>
                </a:pPr>
                <a:r>
                  <a:rPr lang="he-IL" sz="1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זאת סתירה, מכיוון שזה אומר שהאוטומט מקבל מילה המכילה אינסוף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MT Extra"/>
                      </a:rPr>
                      <m:t>𝐴</m:t>
                    </m:r>
                  </m:oMath>
                </a14:m>
                <a:r>
                  <a:rPr lang="he-IL" sz="1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-ים (ולכן איננה בשפה)</a:t>
                </a:r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289334"/>
                <a:ext cx="8644812" cy="2067810"/>
              </a:xfrm>
              <a:prstGeom prst="rect">
                <a:avLst/>
              </a:prstGeom>
              <a:blipFill>
                <a:blip r:embed="rId2"/>
                <a:stretch>
                  <a:fillRect r="-423" b="-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04859" y="762000"/>
                <a:ext cx="8156207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נניח </a:t>
                </a:r>
                <a:r>
                  <a:rPr lang="he-IL" sz="1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בשלילה </a:t>
                </a: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שקיים אוטומט </a:t>
                </a:r>
                <a:r>
                  <a:rPr lang="en-US" sz="1600" err="1"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דטרמיניסטי</a:t>
                </a: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/>
                      </a:rPr>
                      <m:t>𝒜</m:t>
                    </m:r>
                    <m:r>
                      <a:rPr lang="en-US" sz="1600" i="1" dirty="0" smtClean="0">
                        <a:latin typeface="Cambria Math"/>
                      </a:rPr>
                      <m:t>=</m:t>
                    </m:r>
                    <m:r>
                      <a:rPr lang="en-US" sz="1600" b="0" i="1" dirty="0" smtClean="0">
                        <a:latin typeface="Cambria Math"/>
                      </a:rPr>
                      <m:t>〈</m:t>
                    </m:r>
                    <m:r>
                      <a:rPr lang="en-US" sz="1600" i="1" dirty="0" err="1">
                        <a:latin typeface="Cambria Math"/>
                      </a:rPr>
                      <m:t>𝑄</m:t>
                    </m:r>
                    <m:r>
                      <a:rPr lang="en-US" sz="1600" i="1" dirty="0">
                        <a:latin typeface="Cambria Math"/>
                      </a:rPr>
                      <m:t>, </m:t>
                    </m:r>
                    <m:r>
                      <m:rPr>
                        <m:sty m:val="p"/>
                      </m:rPr>
                      <a:rPr lang="en-US" sz="1600" b="0" i="0" dirty="0" smtClean="0">
                        <a:latin typeface="Cambria Math"/>
                      </a:rPr>
                      <m:t>Σ</m:t>
                    </m:r>
                    <m:r>
                      <a:rPr lang="en-US" sz="1600" i="1" dirty="0">
                        <a:latin typeface="Cambria Math"/>
                      </a:rPr>
                      <m:t>, </m:t>
                    </m:r>
                    <m:r>
                      <a:rPr lang="en-US" sz="1600" b="0" i="1" dirty="0" smtClean="0">
                        <a:latin typeface="Cambria Math"/>
                      </a:rPr>
                      <m:t>𝛿</m:t>
                    </m:r>
                    <m:r>
                      <a:rPr lang="en-US" sz="1600" i="1" dirty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latin typeface="Cambria Math"/>
                      </a:rPr>
                      <m:t>,</m:t>
                    </m:r>
                    <m:r>
                      <a:rPr lang="en-US" sz="1600" i="1" dirty="0">
                        <a:latin typeface="Cambria Math"/>
                      </a:rPr>
                      <m:t>𝐹</m:t>
                    </m:r>
                    <m:r>
                      <a:rPr lang="en-US" sz="1600" b="0" i="1" dirty="0" smtClean="0">
                        <a:latin typeface="Cambria Math"/>
                      </a:rPr>
                      <m:t>〉</m:t>
                    </m:r>
                  </m:oMath>
                </a14:m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 המקבל את השפה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6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16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16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he-IL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42900" indent="-3429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עבור</a:t>
                </a:r>
                <a:r>
                  <a:rPr lang="en-US" sz="16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כל סדרת מספרים טבעיים 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0</m:t>
                    </m:r>
                    <m:r>
                      <a:rPr lang="en-US" sz="1600" i="1" dirty="0" smtClean="0">
                        <a:latin typeface="Cambria Math"/>
                      </a:rPr>
                      <m:t>&lt;</m:t>
                    </m:r>
                    <m:r>
                      <a:rPr lang="en-US" sz="1600" i="1" dirty="0" smtClean="0">
                        <a:latin typeface="Cambria Math"/>
                      </a:rPr>
                      <m:t>𝑛</m:t>
                    </m:r>
                    <m:r>
                      <a:rPr lang="en-US" sz="1600" i="1" baseline="-25000" dirty="0" smtClean="0">
                        <a:latin typeface="Cambria Math"/>
                      </a:rPr>
                      <m:t>1</m:t>
                    </m:r>
                    <m:r>
                      <a:rPr lang="en-US" sz="1600" i="1" dirty="0" smtClean="0">
                        <a:latin typeface="Cambria Math"/>
                      </a:rPr>
                      <m:t>&lt;</m:t>
                    </m:r>
                    <m:r>
                      <a:rPr lang="en-US" sz="1600" i="1" dirty="0" smtClean="0">
                        <a:latin typeface="Cambria Math"/>
                      </a:rPr>
                      <m:t>𝑛</m:t>
                    </m:r>
                    <m:r>
                      <a:rPr lang="en-US" sz="1600" i="1" baseline="-25000" dirty="0" smtClean="0">
                        <a:latin typeface="Cambria Math"/>
                      </a:rPr>
                      <m:t>2</m:t>
                    </m:r>
                    <m:r>
                      <a:rPr lang="en-US" sz="1600" i="1" dirty="0" smtClean="0">
                        <a:latin typeface="Cambria Math"/>
                      </a:rPr>
                      <m:t>&lt;</m:t>
                    </m:r>
                    <m:r>
                      <a:rPr lang="en-US" sz="1600" i="1" dirty="0" smtClean="0">
                        <a:latin typeface="Cambria Math"/>
                      </a:rPr>
                      <m:t>𝑛</m:t>
                    </m:r>
                    <m:r>
                      <a:rPr lang="en-US" sz="1600" i="1" baseline="-25000" dirty="0" smtClean="0">
                        <a:latin typeface="Cambria Math"/>
                      </a:rPr>
                      <m:t>3</m:t>
                    </m:r>
                    <m:r>
                      <a:rPr lang="en-US" sz="1600" i="1" dirty="0" smtClean="0">
                        <a:latin typeface="Cambria Math"/>
                      </a:rPr>
                      <m:t>&lt;</m:t>
                    </m:r>
                    <m:r>
                      <a:rPr lang="en-US" sz="1600" i="1" dirty="0" smtClean="0">
                        <a:latin typeface="Cambria Math"/>
                        <a:sym typeface="MT Extra"/>
                      </a:rPr>
                      <m:t></m:t>
                    </m:r>
                  </m:oMath>
                </a14:m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  <a:sym typeface="MT Extra"/>
                  </a:rPr>
                  <a:t>  </a:t>
                </a:r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נגדיר את המילים האינסופיות:</a:t>
                </a:r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59" y="762000"/>
                <a:ext cx="8156207" cy="738664"/>
              </a:xfrm>
              <a:prstGeom prst="rect">
                <a:avLst/>
              </a:prstGeom>
              <a:blipFill>
                <a:blip r:embed="rId3"/>
                <a:stretch>
                  <a:fillRect l="-75" t="-2479" r="-448" b="-9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33700" y="1752600"/>
                <a:ext cx="3390900" cy="234660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limUpp>
                      <m:limUp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groupChr>
                          <m:groupChrPr>
                            <m:chr m:val="⏞"/>
                            <m:pos m:val="top"/>
                            <m:vertJc m:val="bot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/>
                              </m:rP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𝐴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𝐵𝐵𝐵𝐵𝐵𝐵𝐵𝐵𝐵</m:t>
                            </m:r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lim>
                    </m:limUpp>
                    <m:r>
                      <a:rPr lang="en-US" sz="1600" b="0" i="1" smtClean="0">
                        <a:latin typeface="Cambria Math"/>
                      </a:rPr>
                      <m:t>𝐵𝐵</m:t>
                    </m:r>
                    <m:r>
                      <a:rPr lang="en-US" sz="1600" b="0" i="1" smtClean="0">
                        <a:latin typeface="Cambria Math"/>
                      </a:rPr>
                      <m:t>…</m:t>
                    </m:r>
                  </m:oMath>
                </a14:m>
                <a:r>
                  <a:rPr lang="en-US" sz="1600" b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algn="l" rtl="0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=</m:t>
                    </m:r>
                    <m:limUpp>
                      <m:limUp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groupChr>
                          <m:groupChrPr>
                            <m:chr m:val="⏞"/>
                            <m:pos m:val="top"/>
                            <m:vertJc m:val="bot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en-US" sz="16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..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𝐴</m:t>
                            </m:r>
                            <m:r>
                              <a:rPr lang="en-US" sz="1600" i="1">
                                <a:latin typeface="Cambria Math"/>
                              </a:rPr>
                              <m:t>𝐵𝐵𝐵𝐵𝐵𝐵𝐵</m:t>
                            </m:r>
                          </m:e>
                        </m:groupChr>
                        <m:r>
                          <a:rPr lang="en-US" sz="1600" b="0" i="1" smtClean="0">
                            <a:latin typeface="Cambria Math"/>
                          </a:rPr>
                          <m:t>𝐵𝐵</m:t>
                        </m:r>
                        <m:r>
                          <a:rPr lang="en-US" sz="1600" b="0" i="1" smtClean="0">
                            <a:latin typeface="Cambria Math"/>
                          </a:rPr>
                          <m:t>…</m:t>
                        </m:r>
                      </m:e>
                      <m:lim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lim>
                    </m:limUpp>
                  </m:oMath>
                </a14:m>
                <a:r>
                  <a:rPr lang="en-US" sz="1600" b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/>
                        </a:rPr>
                        <m:t>=</m:t>
                      </m:r>
                      <m:limUpp>
                        <m:limUp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..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𝐴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𝐵𝐵𝐵𝐵𝐵𝐵𝐵</m:t>
                              </m:r>
                            </m:e>
                          </m:groupChr>
                          <m:r>
                            <a:rPr lang="en-US" sz="1600" i="1">
                              <a:latin typeface="Cambria Math"/>
                            </a:rPr>
                            <m:t>𝐵𝐵</m:t>
                          </m:r>
                          <m:r>
                            <a:rPr lang="en-US" sz="1600" i="1">
                              <a:latin typeface="Cambria Math"/>
                            </a:rPr>
                            <m:t>…</m:t>
                          </m:r>
                        </m:e>
                        <m:li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i="1">
                              <a:latin typeface="Cambria Math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..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]</m:t>
                          </m:r>
                        </m:lim>
                      </m:limUpp>
                    </m:oMath>
                  </m:oMathPara>
                </a14:m>
                <a:endParaRPr lang="en-US" sz="16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he-IL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700" y="1752600"/>
                <a:ext cx="3390900" cy="2346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hought Bubble: Cloud 5">
                <a:extLst>
                  <a:ext uri="{FF2B5EF4-FFF2-40B4-BE49-F238E27FC236}">
                    <a16:creationId xmlns:a16="http://schemas.microsoft.com/office/drawing/2014/main" id="{E7C0933A-28B0-40DE-20AC-431C7729B586}"/>
                  </a:ext>
                </a:extLst>
              </p:cNvPr>
              <p:cNvSpPr/>
              <p:nvPr/>
            </p:nvSpPr>
            <p:spPr>
              <a:xfrm>
                <a:off x="116889" y="1551278"/>
                <a:ext cx="1246792" cy="785336"/>
              </a:xfrm>
              <a:prstGeom prst="cloudCallout">
                <a:avLst>
                  <a:gd name="adj1" fmla="val 46844"/>
                  <a:gd name="adj2" fmla="val -108405"/>
                </a:avLst>
              </a:prstGeom>
              <a:ln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he-IL" sz="1050">
                    <a:latin typeface="Gisha" panose="020B0502040204020203" pitchFamily="34" charset="-79"/>
                    <a:cs typeface="Gisha" panose="020B0502040204020203" pitchFamily="34" charset="-79"/>
                  </a:rPr>
                  <a:t>מילים עם מספר סופי של </a:t>
                </a:r>
                <a14:m>
                  <m:oMath xmlns:m="http://schemas.openxmlformats.org/officeDocument/2006/math">
                    <m:r>
                      <a:rPr lang="en-US" sz="105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𝐴</m:t>
                    </m:r>
                  </m:oMath>
                </a14:m>
                <a:r>
                  <a:rPr lang="he-IL" sz="1050">
                    <a:latin typeface="Gisha" panose="020B0502040204020203" pitchFamily="34" charset="-79"/>
                    <a:cs typeface="Gisha" panose="020B0502040204020203" pitchFamily="34" charset="-79"/>
                  </a:rPr>
                  <a:t>-ים</a:t>
                </a:r>
                <a:endParaRPr lang="en-US" sz="105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hought Bubble: Cloud 5">
                <a:extLst>
                  <a:ext uri="{FF2B5EF4-FFF2-40B4-BE49-F238E27FC236}">
                    <a16:creationId xmlns:a16="http://schemas.microsoft.com/office/drawing/2014/main" id="{E7C0933A-28B0-40DE-20AC-431C7729B5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89" y="1551278"/>
                <a:ext cx="1246792" cy="785336"/>
              </a:xfrm>
              <a:prstGeom prst="cloudCallout">
                <a:avLst>
                  <a:gd name="adj1" fmla="val 46844"/>
                  <a:gd name="adj2" fmla="val -108405"/>
                </a:avLst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24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למה בניית אוטומט הַחֶזְקָה לא עובדת?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524000"/>
            <a:ext cx="8534400" cy="4572000"/>
          </a:xfrm>
        </p:spPr>
        <p:txBody>
          <a:bodyPr>
            <a:normAutofit/>
          </a:bodyPr>
          <a:lstStyle/>
          <a:p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עבור אוטומטים לשפות מעל מילים סופיות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: מתרגמים אוטומט לא דטרמיניסטי לדטרמיניסטי שמצביו הן קבוצות מצבים</a:t>
            </a:r>
          </a:p>
          <a:p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אוטומט הַחֶזְקָה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מאפשר לעקוב לאיזה מצבים יכול האוטומט</a:t>
            </a:r>
            <a:b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האי-דטרמיניסטי להגיע לאחר קריאת רישא של המילה</a:t>
            </a:r>
          </a:p>
          <a:p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r"/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עבור מילים באורך סופי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: מקבלים את המילה אם אחד המצבים שהאוטומט האי-דטרמיניסטי יכול היה להגיע אליהם הוא מקבל</a:t>
            </a:r>
          </a:p>
          <a:p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למה זה לא עובד עבור שפות אינסופיות?</a:t>
            </a:r>
          </a:p>
          <a:p>
            <a:endParaRPr lang="he-IL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2050" name="Picture 2" descr="How To Grow When What You Sell Doesn't Scale - Salesforce Canada Blog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33" b="12388"/>
          <a:stretch/>
        </p:blipFill>
        <p:spPr bwMode="auto">
          <a:xfrm>
            <a:off x="1066800" y="4953000"/>
            <a:ext cx="1721448" cy="16695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1885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FEEF36-BF46-C034-5E20-CBDC6A3EAE02}"/>
                  </a:ext>
                </a:extLst>
              </p:cNvPr>
              <p:cNvSpPr txBox="1"/>
              <p:nvPr/>
            </p:nvSpPr>
            <p:spPr>
              <a:xfrm>
                <a:off x="4411618" y="5421868"/>
                <a:ext cx="44094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FEEF36-BF46-C034-5E20-CBDC6A3EA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618" y="5421868"/>
                <a:ext cx="440945" cy="369332"/>
              </a:xfrm>
              <a:prstGeom prst="rect">
                <a:avLst/>
              </a:prstGeom>
              <a:blipFill>
                <a:blip r:embed="rId2"/>
                <a:stretch>
                  <a:fillRect t="-8197" r="-111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Elbow Connector 152">
            <a:extLst>
              <a:ext uri="{FF2B5EF4-FFF2-40B4-BE49-F238E27FC236}">
                <a16:creationId xmlns:a16="http://schemas.microsoft.com/office/drawing/2014/main" id="{22AE77FA-B9A5-414F-0D73-5BDCBCE8A3DC}"/>
              </a:ext>
            </a:extLst>
          </p:cNvPr>
          <p:cNvCxnSpPr>
            <a:cxnSpLocks/>
          </p:cNvCxnSpPr>
          <p:nvPr/>
        </p:nvCxnSpPr>
        <p:spPr>
          <a:xfrm flipH="1">
            <a:off x="3796694" y="5243638"/>
            <a:ext cx="469425" cy="469425"/>
          </a:xfrm>
          <a:prstGeom prst="curvedConnector4">
            <a:avLst>
              <a:gd name="adj1" fmla="val -48698"/>
              <a:gd name="adj2" fmla="val 148698"/>
            </a:avLst>
          </a:prstGeom>
          <a:ln w="19050" cmpd="sng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למה בניית אוטומט הַחֶזְקָה לא עובדת?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08" name="Group 107"/>
          <p:cNvGrpSpPr/>
          <p:nvPr/>
        </p:nvGrpSpPr>
        <p:grpSpPr>
          <a:xfrm>
            <a:off x="6442524" y="2209800"/>
            <a:ext cx="2585273" cy="1325999"/>
            <a:chOff x="745982" y="2140047"/>
            <a:chExt cx="2272626" cy="1232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1066800" y="2382296"/>
                  <a:ext cx="457200" cy="457200"/>
                </a:xfrm>
                <a:prstGeom prst="ellipse">
                  <a:avLst/>
                </a:prstGeom>
                <a:solidFill>
                  <a:srgbClr val="FFFFCC"/>
                </a:solidFill>
                <a:ln w="190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b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800" y="2382296"/>
                  <a:ext cx="457200" cy="4572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/>
                <p:cNvSpPr/>
                <p:nvPr/>
              </p:nvSpPr>
              <p:spPr>
                <a:xfrm>
                  <a:off x="2057400" y="2382296"/>
                  <a:ext cx="457200" cy="457200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b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" name="Oval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2382296"/>
                  <a:ext cx="457200" cy="4572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Elbow Connector 12"/>
            <p:cNvCxnSpPr>
              <a:stCxn id="7" idx="4"/>
              <a:endCxn id="7" idx="2"/>
            </p:cNvCxnSpPr>
            <p:nvPr/>
          </p:nvCxnSpPr>
          <p:spPr>
            <a:xfrm rot="5400000" flipH="1">
              <a:off x="1066800" y="2610897"/>
              <a:ext cx="228600" cy="228600"/>
            </a:xfrm>
            <a:prstGeom prst="curvedConnector4">
              <a:avLst>
                <a:gd name="adj1" fmla="val -92982"/>
                <a:gd name="adj2" fmla="val 187907"/>
              </a:avLst>
            </a:prstGeom>
            <a:ln w="19050" cmpd="sng">
              <a:solidFill>
                <a:schemeClr val="tx1"/>
              </a:solidFill>
              <a:prstDash val="solid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7" idx="6"/>
              <a:endCxn id="8" idx="2"/>
            </p:cNvCxnSpPr>
            <p:nvPr/>
          </p:nvCxnSpPr>
          <p:spPr>
            <a:xfrm>
              <a:off x="1524000" y="2610896"/>
              <a:ext cx="533400" cy="0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endCxn id="7" idx="0"/>
            </p:cNvCxnSpPr>
            <p:nvPr/>
          </p:nvCxnSpPr>
          <p:spPr>
            <a:xfrm>
              <a:off x="1295400" y="2140047"/>
              <a:ext cx="0" cy="242249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1365630" y="2241366"/>
                  <a:ext cx="862039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630" y="2241366"/>
                  <a:ext cx="862039" cy="343413"/>
                </a:xfrm>
                <a:prstGeom prst="rect">
                  <a:avLst/>
                </a:prstGeom>
                <a:blipFill>
                  <a:blip r:embed="rId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2092558" y="3017521"/>
                  <a:ext cx="926050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2558" y="3017521"/>
                  <a:ext cx="926050" cy="343413"/>
                </a:xfrm>
                <a:prstGeom prst="rect">
                  <a:avLst/>
                </a:prstGeom>
                <a:blipFill>
                  <a:blip r:embed="rId6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Elbow Connector 12"/>
            <p:cNvCxnSpPr>
              <a:stCxn id="8" idx="6"/>
              <a:endCxn id="8" idx="4"/>
            </p:cNvCxnSpPr>
            <p:nvPr/>
          </p:nvCxnSpPr>
          <p:spPr>
            <a:xfrm flipH="1">
              <a:off x="2286000" y="2610896"/>
              <a:ext cx="228599" cy="228600"/>
            </a:xfrm>
            <a:prstGeom prst="curvedConnector4">
              <a:avLst>
                <a:gd name="adj1" fmla="val -87907"/>
                <a:gd name="adj2" fmla="val 192982"/>
              </a:avLst>
            </a:prstGeom>
            <a:ln w="19050" cmpd="sng">
              <a:solidFill>
                <a:schemeClr val="tx1"/>
              </a:solidFill>
              <a:prstDash val="solid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745982" y="3029578"/>
                  <a:ext cx="609315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982" y="3029578"/>
                  <a:ext cx="609315" cy="343413"/>
                </a:xfrm>
                <a:prstGeom prst="rect">
                  <a:avLst/>
                </a:prstGeom>
                <a:blipFill>
                  <a:blip r:embed="rId7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Group 185"/>
          <p:cNvGrpSpPr/>
          <p:nvPr/>
        </p:nvGrpSpPr>
        <p:grpSpPr>
          <a:xfrm>
            <a:off x="197984" y="2279434"/>
            <a:ext cx="4648679" cy="3433629"/>
            <a:chOff x="4252693" y="2584662"/>
            <a:chExt cx="4648679" cy="34336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Oval 109"/>
                <p:cNvSpPr/>
                <p:nvPr/>
              </p:nvSpPr>
              <p:spPr>
                <a:xfrm>
                  <a:off x="5021668" y="3161270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0" name="Oval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8" y="3161270"/>
                  <a:ext cx="849475" cy="849475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Oval 110"/>
                <p:cNvSpPr/>
                <p:nvPr/>
              </p:nvSpPr>
              <p:spPr>
                <a:xfrm>
                  <a:off x="7381977" y="5079440"/>
                  <a:ext cx="938851" cy="938851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1" name="Oval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977" y="5079440"/>
                  <a:ext cx="938851" cy="938851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/>
            <p:cNvCxnSpPr>
              <a:endCxn id="110" idx="0"/>
            </p:cNvCxnSpPr>
            <p:nvPr/>
          </p:nvCxnSpPr>
          <p:spPr>
            <a:xfrm>
              <a:off x="5446406" y="2881395"/>
              <a:ext cx="0" cy="279875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Oval 123"/>
                <p:cNvSpPr/>
                <p:nvPr/>
              </p:nvSpPr>
              <p:spPr>
                <a:xfrm>
                  <a:off x="7473656" y="3161270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i="1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4" name="Oval 1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3656" y="3161270"/>
                  <a:ext cx="849475" cy="8494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Oval 131"/>
                <p:cNvSpPr/>
                <p:nvPr/>
              </p:nvSpPr>
              <p:spPr>
                <a:xfrm>
                  <a:off x="4981923" y="5118573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2" name="Oval 1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923" y="5118573"/>
                  <a:ext cx="849475" cy="849475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Straight Arrow Connector 133"/>
            <p:cNvCxnSpPr>
              <a:stCxn id="124" idx="2"/>
              <a:endCxn id="110" idx="6"/>
            </p:cNvCxnSpPr>
            <p:nvPr/>
          </p:nvCxnSpPr>
          <p:spPr>
            <a:xfrm flipH="1">
              <a:off x="5871143" y="3586008"/>
              <a:ext cx="1602513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/>
                <p:cNvSpPr txBox="1"/>
                <p:nvPr/>
              </p:nvSpPr>
              <p:spPr>
                <a:xfrm>
                  <a:off x="6370622" y="258466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6" name="TextBox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622" y="2584662"/>
                  <a:ext cx="936620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Straight Arrow Connector 140"/>
            <p:cNvCxnSpPr>
              <a:stCxn id="110" idx="4"/>
              <a:endCxn id="132" idx="0"/>
            </p:cNvCxnSpPr>
            <p:nvPr/>
          </p:nvCxnSpPr>
          <p:spPr>
            <a:xfrm flipH="1">
              <a:off x="5406661" y="4010745"/>
              <a:ext cx="39745" cy="1107828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/>
                <p:cNvSpPr txBox="1"/>
                <p:nvPr/>
              </p:nvSpPr>
              <p:spPr>
                <a:xfrm>
                  <a:off x="4677762" y="4500799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44" name="TextBox 1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762" y="4500799"/>
                  <a:ext cx="936620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Elbow Connector 145"/>
            <p:cNvCxnSpPr>
              <a:stCxn id="110" idx="3"/>
              <a:endCxn id="110" idx="2"/>
            </p:cNvCxnSpPr>
            <p:nvPr/>
          </p:nvCxnSpPr>
          <p:spPr>
            <a:xfrm rot="5400000" flipH="1">
              <a:off x="4933703" y="3673974"/>
              <a:ext cx="300334" cy="124403"/>
            </a:xfrm>
            <a:prstGeom prst="curvedConnector4">
              <a:avLst>
                <a:gd name="adj1" fmla="val -36945"/>
                <a:gd name="adj2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/>
                <p:cNvSpPr txBox="1"/>
                <p:nvPr/>
              </p:nvSpPr>
              <p:spPr>
                <a:xfrm>
                  <a:off x="4252693" y="395116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0" name="TextBox 1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2693" y="3951162"/>
                  <a:ext cx="936620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8197" r="-779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Elbow Connector 152"/>
            <p:cNvCxnSpPr>
              <a:stCxn id="124" idx="7"/>
              <a:endCxn id="124" idx="6"/>
            </p:cNvCxnSpPr>
            <p:nvPr/>
          </p:nvCxnSpPr>
          <p:spPr>
            <a:xfrm rot="16200000" flipH="1">
              <a:off x="8110761" y="3373639"/>
              <a:ext cx="300335" cy="124403"/>
            </a:xfrm>
            <a:prstGeom prst="curvedConnector4">
              <a:avLst>
                <a:gd name="adj1" fmla="val -48883"/>
                <a:gd name="adj2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/>
                <p:cNvSpPr txBox="1"/>
                <p:nvPr/>
              </p:nvSpPr>
              <p:spPr>
                <a:xfrm>
                  <a:off x="7964752" y="2781664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6" name="TextBox 1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752" y="2781664"/>
                  <a:ext cx="936620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8" name="Elbow Connector 157"/>
            <p:cNvCxnSpPr>
              <a:stCxn id="110" idx="7"/>
              <a:endCxn id="124" idx="0"/>
            </p:cNvCxnSpPr>
            <p:nvPr/>
          </p:nvCxnSpPr>
          <p:spPr>
            <a:xfrm rot="5400000" flipH="1" flipV="1">
              <a:off x="6760366" y="2147645"/>
              <a:ext cx="124403" cy="2151654"/>
            </a:xfrm>
            <a:prstGeom prst="bentConnector3">
              <a:avLst>
                <a:gd name="adj1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/>
                <p:cNvSpPr txBox="1"/>
                <p:nvPr/>
              </p:nvSpPr>
              <p:spPr>
                <a:xfrm>
                  <a:off x="6252195" y="3216675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9" name="TextBox 1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2195" y="3216675"/>
                  <a:ext cx="936620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10000" r="-779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Straight Arrow Connector 166"/>
            <p:cNvCxnSpPr>
              <a:stCxn id="124" idx="4"/>
              <a:endCxn id="111" idx="0"/>
            </p:cNvCxnSpPr>
            <p:nvPr/>
          </p:nvCxnSpPr>
          <p:spPr>
            <a:xfrm flipH="1">
              <a:off x="7851403" y="4010745"/>
              <a:ext cx="46991" cy="1068695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/>
                <p:cNvSpPr txBox="1"/>
                <p:nvPr/>
              </p:nvSpPr>
              <p:spPr>
                <a:xfrm>
                  <a:off x="7850690" y="442345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0" name="TextBox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0690" y="4423452"/>
                  <a:ext cx="936620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10000" r="-784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Arrow Connector 171"/>
            <p:cNvCxnSpPr>
              <a:stCxn id="124" idx="3"/>
              <a:endCxn id="132" idx="7"/>
            </p:cNvCxnSpPr>
            <p:nvPr/>
          </p:nvCxnSpPr>
          <p:spPr>
            <a:xfrm flipH="1">
              <a:off x="5706995" y="3886342"/>
              <a:ext cx="1891064" cy="1356634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Box 172"/>
                <p:cNvSpPr txBox="1"/>
                <p:nvPr/>
              </p:nvSpPr>
              <p:spPr>
                <a:xfrm rot="19438512">
                  <a:off x="5936992" y="4268868"/>
                  <a:ext cx="119642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3" name="TextBox 1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438512">
                  <a:off x="5936992" y="4268868"/>
                  <a:ext cx="1196426" cy="369332"/>
                </a:xfrm>
                <a:prstGeom prst="rect">
                  <a:avLst/>
                </a:prstGeom>
                <a:blipFill>
                  <a:blip r:embed="rId18"/>
                  <a:stretch>
                    <a:fillRect t="-3636" r="-56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9" name="Straight Arrow Connector 178"/>
            <p:cNvCxnSpPr>
              <a:stCxn id="111" idx="2"/>
              <a:endCxn id="132" idx="6"/>
            </p:cNvCxnSpPr>
            <p:nvPr/>
          </p:nvCxnSpPr>
          <p:spPr>
            <a:xfrm flipH="1" flipV="1">
              <a:off x="5831398" y="5543311"/>
              <a:ext cx="1550579" cy="5555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/>
                <p:cNvSpPr txBox="1"/>
                <p:nvPr/>
              </p:nvSpPr>
              <p:spPr>
                <a:xfrm>
                  <a:off x="6128942" y="5180048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80" name="TextBox 1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8942" y="5180048"/>
                  <a:ext cx="93662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339B1AD-3BB1-2621-C12D-033E65F3AA40}"/>
                  </a:ext>
                </a:extLst>
              </p:cNvPr>
              <p:cNvSpPr/>
              <p:nvPr/>
            </p:nvSpPr>
            <p:spPr>
              <a:xfrm>
                <a:off x="5450518" y="1438083"/>
                <a:ext cx="34604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לא-דטרמיניסטי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339B1AD-3BB1-2621-C12D-033E65F3AA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518" y="1438083"/>
                <a:ext cx="3460434" cy="461665"/>
              </a:xfrm>
              <a:prstGeom prst="rect">
                <a:avLst/>
              </a:prstGeom>
              <a:blipFill>
                <a:blip r:embed="rId20"/>
                <a:stretch>
                  <a:fillRect l="-4225" t="-11842" r="-26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1418B93-0D72-EFC1-4405-55CC5331EA8A}"/>
                  </a:ext>
                </a:extLst>
              </p:cNvPr>
              <p:cNvSpPr/>
              <p:nvPr/>
            </p:nvSpPr>
            <p:spPr>
              <a:xfrm>
                <a:off x="1165328" y="1626190"/>
                <a:ext cx="3113352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דטרמיניסטי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p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1418B93-0D72-EFC1-4405-55CC5331E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28" y="1626190"/>
                <a:ext cx="3113352" cy="468205"/>
              </a:xfrm>
              <a:prstGeom prst="rect">
                <a:avLst/>
              </a:prstGeom>
              <a:blipFill>
                <a:blip r:embed="rId21"/>
                <a:stretch>
                  <a:fillRect l="-4697" t="-9091" r="-313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Bent-Up Arrow 180">
            <a:extLst>
              <a:ext uri="{FF2B5EF4-FFF2-40B4-BE49-F238E27FC236}">
                <a16:creationId xmlns:a16="http://schemas.microsoft.com/office/drawing/2014/main" id="{800D8CE6-3458-E06D-0955-CC1006ECFAD2}"/>
              </a:ext>
            </a:extLst>
          </p:cNvPr>
          <p:cNvSpPr/>
          <p:nvPr/>
        </p:nvSpPr>
        <p:spPr>
          <a:xfrm rot="5400000" flipV="1">
            <a:off x="5830450" y="2595303"/>
            <a:ext cx="1293103" cy="2743201"/>
          </a:xfrm>
          <a:prstGeom prst="bentUpArrow">
            <a:avLst>
              <a:gd name="adj1" fmla="val 25000"/>
              <a:gd name="adj2" fmla="val 26824"/>
              <a:gd name="adj3" fmla="val 25000"/>
            </a:avLst>
          </a:prstGeom>
          <a:solidFill>
            <a:srgbClr val="0551F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D4EB25-EB3D-5D1C-8E6A-E0A6FEA7D8CC}"/>
              </a:ext>
            </a:extLst>
          </p:cNvPr>
          <p:cNvSpPr/>
          <p:nvPr/>
        </p:nvSpPr>
        <p:spPr>
          <a:xfrm>
            <a:off x="5420899" y="4072490"/>
            <a:ext cx="2193328" cy="40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בניית אוטומט הַחֶזְקָה</a:t>
            </a:r>
          </a:p>
        </p:txBody>
      </p:sp>
    </p:spTree>
    <p:extLst>
      <p:ext uri="{BB962C8B-B14F-4D97-AF65-F5344CB8AC3E}">
        <p14:creationId xmlns:p14="http://schemas.microsoft.com/office/powerpoint/2010/main" val="4018271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למה בניית אוטומט הַחֶזְקָה לא עובדת?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08" name="Group 107"/>
          <p:cNvGrpSpPr/>
          <p:nvPr/>
        </p:nvGrpSpPr>
        <p:grpSpPr>
          <a:xfrm>
            <a:off x="6442524" y="2209800"/>
            <a:ext cx="2585273" cy="1325999"/>
            <a:chOff x="745982" y="2140047"/>
            <a:chExt cx="2272626" cy="1232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1066800" y="2382296"/>
                  <a:ext cx="457200" cy="457200"/>
                </a:xfrm>
                <a:prstGeom prst="ellipse">
                  <a:avLst/>
                </a:prstGeom>
                <a:solidFill>
                  <a:srgbClr val="FFFFCC"/>
                </a:solidFill>
                <a:ln w="190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b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800" y="2382296"/>
                  <a:ext cx="457200" cy="4572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/>
                <p:cNvSpPr/>
                <p:nvPr/>
              </p:nvSpPr>
              <p:spPr>
                <a:xfrm>
                  <a:off x="2057400" y="2382296"/>
                  <a:ext cx="457200" cy="457200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b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" name="Oval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2382296"/>
                  <a:ext cx="457200" cy="4572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Elbow Connector 12"/>
            <p:cNvCxnSpPr>
              <a:stCxn id="7" idx="4"/>
              <a:endCxn id="7" idx="2"/>
            </p:cNvCxnSpPr>
            <p:nvPr/>
          </p:nvCxnSpPr>
          <p:spPr>
            <a:xfrm rot="5400000" flipH="1">
              <a:off x="1066800" y="2610897"/>
              <a:ext cx="228600" cy="228600"/>
            </a:xfrm>
            <a:prstGeom prst="curvedConnector4">
              <a:avLst>
                <a:gd name="adj1" fmla="val -92982"/>
                <a:gd name="adj2" fmla="val 187907"/>
              </a:avLst>
            </a:prstGeom>
            <a:ln w="19050" cmpd="sng">
              <a:solidFill>
                <a:schemeClr val="tx1"/>
              </a:solidFill>
              <a:prstDash val="solid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7" idx="6"/>
              <a:endCxn id="8" idx="2"/>
            </p:cNvCxnSpPr>
            <p:nvPr/>
          </p:nvCxnSpPr>
          <p:spPr>
            <a:xfrm>
              <a:off x="1524000" y="2610896"/>
              <a:ext cx="533400" cy="0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endCxn id="7" idx="0"/>
            </p:cNvCxnSpPr>
            <p:nvPr/>
          </p:nvCxnSpPr>
          <p:spPr>
            <a:xfrm>
              <a:off x="1295400" y="2140047"/>
              <a:ext cx="0" cy="242249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1365630" y="2241366"/>
                  <a:ext cx="862039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630" y="2241366"/>
                  <a:ext cx="862039" cy="343413"/>
                </a:xfrm>
                <a:prstGeom prst="rect">
                  <a:avLst/>
                </a:prstGeom>
                <a:blipFill>
                  <a:blip r:embed="rId4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2092558" y="3017521"/>
                  <a:ext cx="926050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2558" y="3017521"/>
                  <a:ext cx="926050" cy="343413"/>
                </a:xfrm>
                <a:prstGeom prst="rect">
                  <a:avLst/>
                </a:prstGeom>
                <a:blipFill>
                  <a:blip r:embed="rId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Elbow Connector 12"/>
            <p:cNvCxnSpPr>
              <a:stCxn id="8" idx="6"/>
              <a:endCxn id="8" idx="4"/>
            </p:cNvCxnSpPr>
            <p:nvPr/>
          </p:nvCxnSpPr>
          <p:spPr>
            <a:xfrm flipH="1">
              <a:off x="2286000" y="2610896"/>
              <a:ext cx="228599" cy="228600"/>
            </a:xfrm>
            <a:prstGeom prst="curvedConnector4">
              <a:avLst>
                <a:gd name="adj1" fmla="val -87907"/>
                <a:gd name="adj2" fmla="val 192982"/>
              </a:avLst>
            </a:prstGeom>
            <a:ln w="19050" cmpd="sng">
              <a:solidFill>
                <a:schemeClr val="tx1"/>
              </a:solidFill>
              <a:prstDash val="solid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745982" y="3029578"/>
                  <a:ext cx="609315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982" y="3029578"/>
                  <a:ext cx="609315" cy="343413"/>
                </a:xfrm>
                <a:prstGeom prst="rect">
                  <a:avLst/>
                </a:prstGeom>
                <a:blipFill>
                  <a:blip r:embed="rId6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Group 185"/>
          <p:cNvGrpSpPr/>
          <p:nvPr/>
        </p:nvGrpSpPr>
        <p:grpSpPr>
          <a:xfrm>
            <a:off x="197984" y="2279434"/>
            <a:ext cx="4654579" cy="3511766"/>
            <a:chOff x="4252693" y="2584662"/>
            <a:chExt cx="4654579" cy="35117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Oval 109"/>
                <p:cNvSpPr/>
                <p:nvPr/>
              </p:nvSpPr>
              <p:spPr>
                <a:xfrm>
                  <a:off x="5021668" y="3161270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0" name="Oval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8" y="3161270"/>
                  <a:ext cx="849475" cy="84947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Oval 110"/>
                <p:cNvSpPr/>
                <p:nvPr/>
              </p:nvSpPr>
              <p:spPr>
                <a:xfrm>
                  <a:off x="7381977" y="5079440"/>
                  <a:ext cx="938851" cy="938851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1" name="Oval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977" y="5079440"/>
                  <a:ext cx="938851" cy="93885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/>
            <p:cNvCxnSpPr>
              <a:endCxn id="110" idx="0"/>
            </p:cNvCxnSpPr>
            <p:nvPr/>
          </p:nvCxnSpPr>
          <p:spPr>
            <a:xfrm>
              <a:off x="5446406" y="2881395"/>
              <a:ext cx="0" cy="279875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Oval 123"/>
                <p:cNvSpPr/>
                <p:nvPr/>
              </p:nvSpPr>
              <p:spPr>
                <a:xfrm>
                  <a:off x="7473656" y="3161270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i="1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4" name="Oval 1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3656" y="3161270"/>
                  <a:ext cx="849475" cy="849475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Oval 131"/>
                <p:cNvSpPr/>
                <p:nvPr/>
              </p:nvSpPr>
              <p:spPr>
                <a:xfrm>
                  <a:off x="4981923" y="5118573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2" name="Oval 1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923" y="5118573"/>
                  <a:ext cx="849475" cy="8494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Straight Arrow Connector 133"/>
            <p:cNvCxnSpPr>
              <a:stCxn id="124" idx="2"/>
              <a:endCxn id="110" idx="6"/>
            </p:cNvCxnSpPr>
            <p:nvPr/>
          </p:nvCxnSpPr>
          <p:spPr>
            <a:xfrm flipH="1">
              <a:off x="5871143" y="3586008"/>
              <a:ext cx="1602513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/>
                <p:cNvSpPr txBox="1"/>
                <p:nvPr/>
              </p:nvSpPr>
              <p:spPr>
                <a:xfrm>
                  <a:off x="6370622" y="258466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6" name="TextBox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622" y="2584662"/>
                  <a:ext cx="936620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Straight Arrow Connector 140"/>
            <p:cNvCxnSpPr>
              <a:stCxn id="110" idx="4"/>
              <a:endCxn id="132" idx="0"/>
            </p:cNvCxnSpPr>
            <p:nvPr/>
          </p:nvCxnSpPr>
          <p:spPr>
            <a:xfrm flipH="1">
              <a:off x="5406661" y="4010745"/>
              <a:ext cx="39745" cy="1107828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/>
                <p:cNvSpPr txBox="1"/>
                <p:nvPr/>
              </p:nvSpPr>
              <p:spPr>
                <a:xfrm>
                  <a:off x="4677762" y="4500799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44" name="TextBox 1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762" y="4500799"/>
                  <a:ext cx="936620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Elbow Connector 145"/>
            <p:cNvCxnSpPr>
              <a:stCxn id="110" idx="3"/>
              <a:endCxn id="110" idx="2"/>
            </p:cNvCxnSpPr>
            <p:nvPr/>
          </p:nvCxnSpPr>
          <p:spPr>
            <a:xfrm rot="5400000" flipH="1">
              <a:off x="4933703" y="3673974"/>
              <a:ext cx="300334" cy="124403"/>
            </a:xfrm>
            <a:prstGeom prst="curvedConnector4">
              <a:avLst>
                <a:gd name="adj1" fmla="val -36945"/>
                <a:gd name="adj2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/>
                <p:cNvSpPr txBox="1"/>
                <p:nvPr/>
              </p:nvSpPr>
              <p:spPr>
                <a:xfrm>
                  <a:off x="4252693" y="395116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0" name="TextBox 1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2693" y="3951162"/>
                  <a:ext cx="936620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8197" r="-779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Elbow Connector 152"/>
            <p:cNvCxnSpPr>
              <a:stCxn id="124" idx="7"/>
              <a:endCxn id="124" idx="6"/>
            </p:cNvCxnSpPr>
            <p:nvPr/>
          </p:nvCxnSpPr>
          <p:spPr>
            <a:xfrm rot="16200000" flipH="1">
              <a:off x="8110761" y="3373639"/>
              <a:ext cx="300335" cy="124403"/>
            </a:xfrm>
            <a:prstGeom prst="curvedConnector4">
              <a:avLst>
                <a:gd name="adj1" fmla="val -48883"/>
                <a:gd name="adj2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/>
                <p:cNvSpPr txBox="1"/>
                <p:nvPr/>
              </p:nvSpPr>
              <p:spPr>
                <a:xfrm>
                  <a:off x="7964752" y="2781664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6" name="TextBox 1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752" y="2781664"/>
                  <a:ext cx="936620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8" name="Elbow Connector 157"/>
            <p:cNvCxnSpPr>
              <a:stCxn id="110" idx="7"/>
              <a:endCxn id="124" idx="0"/>
            </p:cNvCxnSpPr>
            <p:nvPr/>
          </p:nvCxnSpPr>
          <p:spPr>
            <a:xfrm rot="5400000" flipH="1" flipV="1">
              <a:off x="6760366" y="2147645"/>
              <a:ext cx="124403" cy="2151654"/>
            </a:xfrm>
            <a:prstGeom prst="bentConnector3">
              <a:avLst>
                <a:gd name="adj1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/>
                <p:cNvSpPr txBox="1"/>
                <p:nvPr/>
              </p:nvSpPr>
              <p:spPr>
                <a:xfrm>
                  <a:off x="6252195" y="3216675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9" name="TextBox 1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2195" y="3216675"/>
                  <a:ext cx="936620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10000" r="-779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Straight Arrow Connector 166"/>
            <p:cNvCxnSpPr>
              <a:stCxn id="124" idx="4"/>
              <a:endCxn id="111" idx="0"/>
            </p:cNvCxnSpPr>
            <p:nvPr/>
          </p:nvCxnSpPr>
          <p:spPr>
            <a:xfrm flipH="1">
              <a:off x="7851403" y="4010745"/>
              <a:ext cx="46991" cy="1068695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/>
                <p:cNvSpPr txBox="1"/>
                <p:nvPr/>
              </p:nvSpPr>
              <p:spPr>
                <a:xfrm>
                  <a:off x="7850690" y="442345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0" name="TextBox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0690" y="4423452"/>
                  <a:ext cx="936620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10000" r="-784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Arrow Connector 171"/>
            <p:cNvCxnSpPr>
              <a:stCxn id="124" idx="3"/>
              <a:endCxn id="132" idx="7"/>
            </p:cNvCxnSpPr>
            <p:nvPr/>
          </p:nvCxnSpPr>
          <p:spPr>
            <a:xfrm flipH="1">
              <a:off x="5706995" y="3886342"/>
              <a:ext cx="1891064" cy="1356634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Box 172"/>
                <p:cNvSpPr txBox="1"/>
                <p:nvPr/>
              </p:nvSpPr>
              <p:spPr>
                <a:xfrm rot="19438512">
                  <a:off x="5936992" y="4268868"/>
                  <a:ext cx="119642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3" name="TextBox 1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438512">
                  <a:off x="5936992" y="4268868"/>
                  <a:ext cx="1196426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3636" r="-56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/>
                <p:cNvSpPr txBox="1"/>
                <p:nvPr/>
              </p:nvSpPr>
              <p:spPr>
                <a:xfrm>
                  <a:off x="8466327" y="5727096"/>
                  <a:ext cx="440945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7" name="TextBox 1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6327" y="5727096"/>
                  <a:ext cx="440945" cy="369332"/>
                </a:xfrm>
                <a:prstGeom prst="rect">
                  <a:avLst/>
                </a:prstGeom>
                <a:blipFill>
                  <a:blip r:embed="rId18"/>
                  <a:stretch>
                    <a:fillRect t="-8197" r="-111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9" name="Straight Arrow Connector 178"/>
            <p:cNvCxnSpPr>
              <a:stCxn id="111" idx="2"/>
              <a:endCxn id="132" idx="6"/>
            </p:cNvCxnSpPr>
            <p:nvPr/>
          </p:nvCxnSpPr>
          <p:spPr>
            <a:xfrm flipH="1" flipV="1">
              <a:off x="5831398" y="5543311"/>
              <a:ext cx="1550579" cy="5555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/>
                <p:cNvSpPr txBox="1"/>
                <p:nvPr/>
              </p:nvSpPr>
              <p:spPr>
                <a:xfrm>
                  <a:off x="6128942" y="5180048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80" name="TextBox 1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8942" y="5180048"/>
                  <a:ext cx="93662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Elbow Connector 152"/>
            <p:cNvCxnSpPr>
              <a:cxnSpLocks/>
              <a:stCxn id="111" idx="6"/>
              <a:endCxn id="111" idx="4"/>
            </p:cNvCxnSpPr>
            <p:nvPr/>
          </p:nvCxnSpPr>
          <p:spPr>
            <a:xfrm flipH="1">
              <a:off x="7851403" y="5548866"/>
              <a:ext cx="469425" cy="469425"/>
            </a:xfrm>
            <a:prstGeom prst="curvedConnector4">
              <a:avLst>
                <a:gd name="adj1" fmla="val -48698"/>
                <a:gd name="adj2" fmla="val 14869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096A150-19BC-14BE-A56B-E4CF39368EEF}"/>
              </a:ext>
            </a:extLst>
          </p:cNvPr>
          <p:cNvSpPr txBox="1"/>
          <p:nvPr/>
        </p:nvSpPr>
        <p:spPr>
          <a:xfrm>
            <a:off x="4940854" y="4940696"/>
            <a:ext cx="3448481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האם האוטומטים האלה שקולים?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387159-5568-92D1-5E6D-6F47AC352254}"/>
                  </a:ext>
                </a:extLst>
              </p:cNvPr>
              <p:cNvSpPr/>
              <p:nvPr/>
            </p:nvSpPr>
            <p:spPr>
              <a:xfrm>
                <a:off x="5450518" y="1438083"/>
                <a:ext cx="34604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לא-דטרמיניסטי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387159-5568-92D1-5E6D-6F47AC352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518" y="1438083"/>
                <a:ext cx="3460434" cy="461665"/>
              </a:xfrm>
              <a:prstGeom prst="rect">
                <a:avLst/>
              </a:prstGeom>
              <a:blipFill>
                <a:blip r:embed="rId20"/>
                <a:stretch>
                  <a:fillRect l="-4225" t="-11842" r="-26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8B9760F-B90A-5F78-B7B0-0A815155544A}"/>
                  </a:ext>
                </a:extLst>
              </p:cNvPr>
              <p:cNvSpPr/>
              <p:nvPr/>
            </p:nvSpPr>
            <p:spPr>
              <a:xfrm>
                <a:off x="1165328" y="1626190"/>
                <a:ext cx="3113352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דטרמיניסטי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p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8B9760F-B90A-5F78-B7B0-0A81515554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28" y="1626190"/>
                <a:ext cx="3113352" cy="468205"/>
              </a:xfrm>
              <a:prstGeom prst="rect">
                <a:avLst/>
              </a:prstGeom>
              <a:blipFill>
                <a:blip r:embed="rId21"/>
                <a:stretch>
                  <a:fillRect l="-4697" t="-9091" r="-313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Bent-Up Arrow 180">
            <a:extLst>
              <a:ext uri="{FF2B5EF4-FFF2-40B4-BE49-F238E27FC236}">
                <a16:creationId xmlns:a16="http://schemas.microsoft.com/office/drawing/2014/main" id="{019F488A-3291-837A-CAF2-8D7F970B3ECC}"/>
              </a:ext>
            </a:extLst>
          </p:cNvPr>
          <p:cNvSpPr/>
          <p:nvPr/>
        </p:nvSpPr>
        <p:spPr>
          <a:xfrm rot="5400000" flipV="1">
            <a:off x="5830450" y="2595303"/>
            <a:ext cx="1293103" cy="2743201"/>
          </a:xfrm>
          <a:prstGeom prst="bentUpArrow">
            <a:avLst>
              <a:gd name="adj1" fmla="val 25000"/>
              <a:gd name="adj2" fmla="val 26824"/>
              <a:gd name="adj3" fmla="val 25000"/>
            </a:avLst>
          </a:prstGeom>
          <a:solidFill>
            <a:srgbClr val="0551F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4D857-D7F5-7C0D-5DEF-150B4A107B28}"/>
              </a:ext>
            </a:extLst>
          </p:cNvPr>
          <p:cNvSpPr/>
          <p:nvPr/>
        </p:nvSpPr>
        <p:spPr>
          <a:xfrm>
            <a:off x="5420899" y="4072490"/>
            <a:ext cx="2193328" cy="40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בניית אוטומט הַחֶזְקָה</a:t>
            </a:r>
          </a:p>
        </p:txBody>
      </p:sp>
    </p:spTree>
    <p:extLst>
      <p:ext uri="{BB962C8B-B14F-4D97-AF65-F5344CB8AC3E}">
        <p14:creationId xmlns:p14="http://schemas.microsoft.com/office/powerpoint/2010/main" val="75615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למה בניית אוטומט הַחֶזְקָה לא עובדת?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08" name="Group 107"/>
          <p:cNvGrpSpPr/>
          <p:nvPr/>
        </p:nvGrpSpPr>
        <p:grpSpPr>
          <a:xfrm>
            <a:off x="6442524" y="2209800"/>
            <a:ext cx="2585273" cy="1325999"/>
            <a:chOff x="745982" y="2140047"/>
            <a:chExt cx="2272626" cy="1232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1066800" y="2382296"/>
                  <a:ext cx="457200" cy="457200"/>
                </a:xfrm>
                <a:prstGeom prst="ellipse">
                  <a:avLst/>
                </a:prstGeom>
                <a:solidFill>
                  <a:srgbClr val="FFFFCC"/>
                </a:solidFill>
                <a:ln w="190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b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800" y="2382296"/>
                  <a:ext cx="457200" cy="4572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/>
                <p:cNvSpPr/>
                <p:nvPr/>
              </p:nvSpPr>
              <p:spPr>
                <a:xfrm>
                  <a:off x="2057400" y="2382296"/>
                  <a:ext cx="457200" cy="457200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b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" name="Oval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2382296"/>
                  <a:ext cx="457200" cy="4572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Elbow Connector 12"/>
            <p:cNvCxnSpPr>
              <a:stCxn id="7" idx="4"/>
              <a:endCxn id="7" idx="2"/>
            </p:cNvCxnSpPr>
            <p:nvPr/>
          </p:nvCxnSpPr>
          <p:spPr>
            <a:xfrm rot="5400000" flipH="1">
              <a:off x="1066800" y="2610897"/>
              <a:ext cx="228600" cy="228600"/>
            </a:xfrm>
            <a:prstGeom prst="curvedConnector4">
              <a:avLst>
                <a:gd name="adj1" fmla="val -92982"/>
                <a:gd name="adj2" fmla="val 187907"/>
              </a:avLst>
            </a:prstGeom>
            <a:ln w="19050" cmpd="sng">
              <a:solidFill>
                <a:schemeClr val="tx1"/>
              </a:solidFill>
              <a:prstDash val="solid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7" idx="6"/>
              <a:endCxn id="8" idx="2"/>
            </p:cNvCxnSpPr>
            <p:nvPr/>
          </p:nvCxnSpPr>
          <p:spPr>
            <a:xfrm>
              <a:off x="1524000" y="2610896"/>
              <a:ext cx="533400" cy="0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endCxn id="7" idx="0"/>
            </p:cNvCxnSpPr>
            <p:nvPr/>
          </p:nvCxnSpPr>
          <p:spPr>
            <a:xfrm>
              <a:off x="1295400" y="2140047"/>
              <a:ext cx="0" cy="242249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1365630" y="2241366"/>
                  <a:ext cx="862039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630" y="2241366"/>
                  <a:ext cx="862039" cy="343413"/>
                </a:xfrm>
                <a:prstGeom prst="rect">
                  <a:avLst/>
                </a:prstGeom>
                <a:blipFill>
                  <a:blip r:embed="rId4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2092558" y="3017521"/>
                  <a:ext cx="926050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2558" y="3017521"/>
                  <a:ext cx="926050" cy="343413"/>
                </a:xfrm>
                <a:prstGeom prst="rect">
                  <a:avLst/>
                </a:prstGeom>
                <a:blipFill>
                  <a:blip r:embed="rId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Elbow Connector 12"/>
            <p:cNvCxnSpPr>
              <a:stCxn id="8" idx="6"/>
              <a:endCxn id="8" idx="4"/>
            </p:cNvCxnSpPr>
            <p:nvPr/>
          </p:nvCxnSpPr>
          <p:spPr>
            <a:xfrm flipH="1">
              <a:off x="2286000" y="2610896"/>
              <a:ext cx="228599" cy="228600"/>
            </a:xfrm>
            <a:prstGeom prst="curvedConnector4">
              <a:avLst>
                <a:gd name="adj1" fmla="val -87907"/>
                <a:gd name="adj2" fmla="val 192982"/>
              </a:avLst>
            </a:prstGeom>
            <a:ln w="19050" cmpd="sng">
              <a:solidFill>
                <a:schemeClr val="tx1"/>
              </a:solidFill>
              <a:prstDash val="solid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745982" y="3029578"/>
                  <a:ext cx="609315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982" y="3029578"/>
                  <a:ext cx="609315" cy="343413"/>
                </a:xfrm>
                <a:prstGeom prst="rect">
                  <a:avLst/>
                </a:prstGeom>
                <a:blipFill>
                  <a:blip r:embed="rId6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Group 185"/>
          <p:cNvGrpSpPr/>
          <p:nvPr/>
        </p:nvGrpSpPr>
        <p:grpSpPr>
          <a:xfrm>
            <a:off x="197984" y="2279434"/>
            <a:ext cx="4654579" cy="3511766"/>
            <a:chOff x="4252693" y="2584662"/>
            <a:chExt cx="4654579" cy="35117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Oval 109"/>
                <p:cNvSpPr/>
                <p:nvPr/>
              </p:nvSpPr>
              <p:spPr>
                <a:xfrm>
                  <a:off x="5021668" y="3161270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0" name="Oval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8" y="3161270"/>
                  <a:ext cx="849475" cy="84947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Oval 110"/>
                <p:cNvSpPr/>
                <p:nvPr/>
              </p:nvSpPr>
              <p:spPr>
                <a:xfrm>
                  <a:off x="7381977" y="5079440"/>
                  <a:ext cx="938851" cy="938851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1" name="Oval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977" y="5079440"/>
                  <a:ext cx="938851" cy="93885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/>
            <p:cNvCxnSpPr>
              <a:endCxn id="110" idx="0"/>
            </p:cNvCxnSpPr>
            <p:nvPr/>
          </p:nvCxnSpPr>
          <p:spPr>
            <a:xfrm>
              <a:off x="5446406" y="2881395"/>
              <a:ext cx="0" cy="279875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Oval 123"/>
                <p:cNvSpPr/>
                <p:nvPr/>
              </p:nvSpPr>
              <p:spPr>
                <a:xfrm>
                  <a:off x="7473656" y="3161270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i="1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4" name="Oval 1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3656" y="3161270"/>
                  <a:ext cx="849475" cy="849475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Oval 131"/>
                <p:cNvSpPr/>
                <p:nvPr/>
              </p:nvSpPr>
              <p:spPr>
                <a:xfrm>
                  <a:off x="4981923" y="5118573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2" name="Oval 1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923" y="5118573"/>
                  <a:ext cx="849475" cy="8494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Straight Arrow Connector 133"/>
            <p:cNvCxnSpPr>
              <a:stCxn id="124" idx="2"/>
              <a:endCxn id="110" idx="6"/>
            </p:cNvCxnSpPr>
            <p:nvPr/>
          </p:nvCxnSpPr>
          <p:spPr>
            <a:xfrm flipH="1">
              <a:off x="5871143" y="3586008"/>
              <a:ext cx="1602513" cy="0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/>
                <p:cNvSpPr txBox="1"/>
                <p:nvPr/>
              </p:nvSpPr>
              <p:spPr>
                <a:xfrm>
                  <a:off x="6370622" y="258466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6" name="TextBox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622" y="2584662"/>
                  <a:ext cx="936620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Straight Arrow Connector 140"/>
            <p:cNvCxnSpPr>
              <a:stCxn id="110" idx="4"/>
              <a:endCxn id="132" idx="0"/>
            </p:cNvCxnSpPr>
            <p:nvPr/>
          </p:nvCxnSpPr>
          <p:spPr>
            <a:xfrm flipH="1">
              <a:off x="5406661" y="4010745"/>
              <a:ext cx="39745" cy="1107828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/>
                <p:cNvSpPr txBox="1"/>
                <p:nvPr/>
              </p:nvSpPr>
              <p:spPr>
                <a:xfrm>
                  <a:off x="4677762" y="4500799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44" name="TextBox 1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762" y="4500799"/>
                  <a:ext cx="936620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Elbow Connector 145"/>
            <p:cNvCxnSpPr>
              <a:stCxn id="110" idx="3"/>
              <a:endCxn id="110" idx="2"/>
            </p:cNvCxnSpPr>
            <p:nvPr/>
          </p:nvCxnSpPr>
          <p:spPr>
            <a:xfrm rot="5400000" flipH="1">
              <a:off x="4933703" y="3673974"/>
              <a:ext cx="300334" cy="124403"/>
            </a:xfrm>
            <a:prstGeom prst="curvedConnector4">
              <a:avLst>
                <a:gd name="adj1" fmla="val -36945"/>
                <a:gd name="adj2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/>
                <p:cNvSpPr txBox="1"/>
                <p:nvPr/>
              </p:nvSpPr>
              <p:spPr>
                <a:xfrm>
                  <a:off x="4252693" y="395116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0" name="TextBox 1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2693" y="3951162"/>
                  <a:ext cx="936620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8197" r="-779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Elbow Connector 152"/>
            <p:cNvCxnSpPr>
              <a:stCxn id="124" idx="7"/>
              <a:endCxn id="124" idx="6"/>
            </p:cNvCxnSpPr>
            <p:nvPr/>
          </p:nvCxnSpPr>
          <p:spPr>
            <a:xfrm rot="16200000" flipH="1">
              <a:off x="8110761" y="3373639"/>
              <a:ext cx="300335" cy="124403"/>
            </a:xfrm>
            <a:prstGeom prst="curvedConnector4">
              <a:avLst>
                <a:gd name="adj1" fmla="val -48883"/>
                <a:gd name="adj2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/>
                <p:cNvSpPr txBox="1"/>
                <p:nvPr/>
              </p:nvSpPr>
              <p:spPr>
                <a:xfrm>
                  <a:off x="7964752" y="2781664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6" name="TextBox 1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752" y="2781664"/>
                  <a:ext cx="936620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8" name="Elbow Connector 157"/>
            <p:cNvCxnSpPr>
              <a:stCxn id="110" idx="7"/>
              <a:endCxn id="124" idx="0"/>
            </p:cNvCxnSpPr>
            <p:nvPr/>
          </p:nvCxnSpPr>
          <p:spPr>
            <a:xfrm rot="5400000" flipH="1" flipV="1">
              <a:off x="6760366" y="2147645"/>
              <a:ext cx="124403" cy="2151654"/>
            </a:xfrm>
            <a:prstGeom prst="bentConnector3">
              <a:avLst>
                <a:gd name="adj1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/>
                <p:cNvSpPr txBox="1"/>
                <p:nvPr/>
              </p:nvSpPr>
              <p:spPr>
                <a:xfrm>
                  <a:off x="6252195" y="3216675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9" name="TextBox 1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2195" y="3216675"/>
                  <a:ext cx="936620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10000" r="-779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Straight Arrow Connector 166"/>
            <p:cNvCxnSpPr>
              <a:stCxn id="124" idx="4"/>
              <a:endCxn id="111" idx="0"/>
            </p:cNvCxnSpPr>
            <p:nvPr/>
          </p:nvCxnSpPr>
          <p:spPr>
            <a:xfrm flipH="1">
              <a:off x="7851403" y="4010745"/>
              <a:ext cx="46991" cy="1068695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/>
                <p:cNvSpPr txBox="1"/>
                <p:nvPr/>
              </p:nvSpPr>
              <p:spPr>
                <a:xfrm>
                  <a:off x="7850690" y="442345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0" name="TextBox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0690" y="4423452"/>
                  <a:ext cx="936620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10000" r="-784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Arrow Connector 171"/>
            <p:cNvCxnSpPr>
              <a:stCxn id="124" idx="3"/>
              <a:endCxn id="132" idx="7"/>
            </p:cNvCxnSpPr>
            <p:nvPr/>
          </p:nvCxnSpPr>
          <p:spPr>
            <a:xfrm flipH="1">
              <a:off x="5706995" y="3886342"/>
              <a:ext cx="1891064" cy="1356634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Box 172"/>
                <p:cNvSpPr txBox="1"/>
                <p:nvPr/>
              </p:nvSpPr>
              <p:spPr>
                <a:xfrm rot="19438512">
                  <a:off x="5936992" y="4268868"/>
                  <a:ext cx="119642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3" name="TextBox 1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438512">
                  <a:off x="5936992" y="4268868"/>
                  <a:ext cx="1196426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3636" r="-56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/>
                <p:cNvSpPr txBox="1"/>
                <p:nvPr/>
              </p:nvSpPr>
              <p:spPr>
                <a:xfrm>
                  <a:off x="8466327" y="5727096"/>
                  <a:ext cx="440945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7" name="TextBox 1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6327" y="5727096"/>
                  <a:ext cx="440945" cy="369332"/>
                </a:xfrm>
                <a:prstGeom prst="rect">
                  <a:avLst/>
                </a:prstGeom>
                <a:blipFill>
                  <a:blip r:embed="rId18"/>
                  <a:stretch>
                    <a:fillRect t="-8197" r="-111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9" name="Straight Arrow Connector 178"/>
            <p:cNvCxnSpPr>
              <a:stCxn id="111" idx="2"/>
              <a:endCxn id="132" idx="6"/>
            </p:cNvCxnSpPr>
            <p:nvPr/>
          </p:nvCxnSpPr>
          <p:spPr>
            <a:xfrm flipH="1" flipV="1">
              <a:off x="5831398" y="5543311"/>
              <a:ext cx="1550579" cy="5555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/>
                <p:cNvSpPr txBox="1"/>
                <p:nvPr/>
              </p:nvSpPr>
              <p:spPr>
                <a:xfrm>
                  <a:off x="6128942" y="5180048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80" name="TextBox 1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8942" y="5180048"/>
                  <a:ext cx="93662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Elbow Connector 152"/>
            <p:cNvCxnSpPr>
              <a:stCxn id="111" idx="6"/>
              <a:endCxn id="111" idx="4"/>
            </p:cNvCxnSpPr>
            <p:nvPr/>
          </p:nvCxnSpPr>
          <p:spPr>
            <a:xfrm flipH="1">
              <a:off x="7851403" y="5548866"/>
              <a:ext cx="469425" cy="469425"/>
            </a:xfrm>
            <a:prstGeom prst="curvedConnector4">
              <a:avLst>
                <a:gd name="adj1" fmla="val -48698"/>
                <a:gd name="adj2" fmla="val 14869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Bent-Up Arrow 180"/>
          <p:cNvSpPr/>
          <p:nvPr/>
        </p:nvSpPr>
        <p:spPr>
          <a:xfrm rot="5400000" flipV="1">
            <a:off x="5830450" y="2595303"/>
            <a:ext cx="1293103" cy="2743201"/>
          </a:xfrm>
          <a:prstGeom prst="bentUpArrow">
            <a:avLst>
              <a:gd name="adj1" fmla="val 25000"/>
              <a:gd name="adj2" fmla="val 26824"/>
              <a:gd name="adj3" fmla="val 25000"/>
            </a:avLst>
          </a:prstGeom>
          <a:solidFill>
            <a:srgbClr val="0551F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83" name="Rectangle 182"/>
          <p:cNvSpPr/>
          <p:nvPr/>
        </p:nvSpPr>
        <p:spPr>
          <a:xfrm>
            <a:off x="5420899" y="4072490"/>
            <a:ext cx="2193328" cy="40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בניית אוטומט הַחֶזְקָה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A9531F-7BE3-F5B2-ED88-9345FACEF84E}"/>
                  </a:ext>
                </a:extLst>
              </p:cNvPr>
              <p:cNvSpPr txBox="1"/>
              <p:nvPr/>
            </p:nvSpPr>
            <p:spPr>
              <a:xfrm>
                <a:off x="4943259" y="5515980"/>
                <a:ext cx="3448482" cy="342979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בקורס קודם הוכחנו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A9531F-7BE3-F5B2-ED88-9345FACEF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259" y="5515980"/>
                <a:ext cx="3448482" cy="342979"/>
              </a:xfrm>
              <a:prstGeom prst="rect">
                <a:avLst/>
              </a:prstGeom>
              <a:blipFill>
                <a:blip r:embed="rId20"/>
                <a:stretch>
                  <a:fillRect t="-3571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FDABFE6-794E-B294-7D33-6DE92885048B}"/>
              </a:ext>
            </a:extLst>
          </p:cNvPr>
          <p:cNvSpPr txBox="1"/>
          <p:nvPr/>
        </p:nvSpPr>
        <p:spPr>
          <a:xfrm>
            <a:off x="4940854" y="4940696"/>
            <a:ext cx="3448481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האם האוטומטים האלה שקולים?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D4A4F4C-EC62-05BD-D48F-94BA020CEEEC}"/>
                  </a:ext>
                </a:extLst>
              </p:cNvPr>
              <p:cNvSpPr/>
              <p:nvPr/>
            </p:nvSpPr>
            <p:spPr>
              <a:xfrm>
                <a:off x="5450518" y="1438083"/>
                <a:ext cx="34604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לא-דטרמיניסטי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D4A4F4C-EC62-05BD-D48F-94BA020CEE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518" y="1438083"/>
                <a:ext cx="3460434" cy="461665"/>
              </a:xfrm>
              <a:prstGeom prst="rect">
                <a:avLst/>
              </a:prstGeom>
              <a:blipFill>
                <a:blip r:embed="rId21"/>
                <a:stretch>
                  <a:fillRect l="-4225" t="-11842" r="-26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6C67EB6-8242-5A49-C609-7AD588674379}"/>
                  </a:ext>
                </a:extLst>
              </p:cNvPr>
              <p:cNvSpPr/>
              <p:nvPr/>
            </p:nvSpPr>
            <p:spPr>
              <a:xfrm>
                <a:off x="1165328" y="1626190"/>
                <a:ext cx="3113352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דטרמיניסטי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p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6C67EB6-8242-5A49-C609-7AD5886743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28" y="1626190"/>
                <a:ext cx="3113352" cy="468205"/>
              </a:xfrm>
              <a:prstGeom prst="rect">
                <a:avLst/>
              </a:prstGeom>
              <a:blipFill>
                <a:blip r:embed="rId22"/>
                <a:stretch>
                  <a:fillRect l="-4697" t="-9091" r="-313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3765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למה בניית אוטומט הַחֶזְקָה לא עובדת?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08" name="Group 107"/>
          <p:cNvGrpSpPr/>
          <p:nvPr/>
        </p:nvGrpSpPr>
        <p:grpSpPr>
          <a:xfrm>
            <a:off x="6442524" y="2209800"/>
            <a:ext cx="2585273" cy="1325999"/>
            <a:chOff x="745982" y="2140047"/>
            <a:chExt cx="2272626" cy="12329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1066800" y="2382296"/>
                  <a:ext cx="457200" cy="457200"/>
                </a:xfrm>
                <a:prstGeom prst="ellipse">
                  <a:avLst/>
                </a:prstGeom>
                <a:solidFill>
                  <a:srgbClr val="FFFFCC"/>
                </a:solidFill>
                <a:ln w="190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b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800" y="2382296"/>
                  <a:ext cx="457200" cy="4572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/>
                <p:cNvSpPr/>
                <p:nvPr/>
              </p:nvSpPr>
              <p:spPr>
                <a:xfrm>
                  <a:off x="2057400" y="2382296"/>
                  <a:ext cx="457200" cy="457200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b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" name="Oval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7400" y="2382296"/>
                  <a:ext cx="457200" cy="4572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Elbow Connector 12"/>
            <p:cNvCxnSpPr>
              <a:stCxn id="7" idx="4"/>
              <a:endCxn id="7" idx="2"/>
            </p:cNvCxnSpPr>
            <p:nvPr/>
          </p:nvCxnSpPr>
          <p:spPr>
            <a:xfrm rot="5400000" flipH="1">
              <a:off x="1066800" y="2610897"/>
              <a:ext cx="228600" cy="228600"/>
            </a:xfrm>
            <a:prstGeom prst="curvedConnector4">
              <a:avLst>
                <a:gd name="adj1" fmla="val -92982"/>
                <a:gd name="adj2" fmla="val 187907"/>
              </a:avLst>
            </a:prstGeom>
            <a:ln w="19050" cmpd="sng">
              <a:solidFill>
                <a:schemeClr val="tx1"/>
              </a:solidFill>
              <a:prstDash val="solid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7" idx="6"/>
              <a:endCxn id="8" idx="2"/>
            </p:cNvCxnSpPr>
            <p:nvPr/>
          </p:nvCxnSpPr>
          <p:spPr>
            <a:xfrm>
              <a:off x="1524000" y="2610896"/>
              <a:ext cx="533400" cy="0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endCxn id="7" idx="0"/>
            </p:cNvCxnSpPr>
            <p:nvPr/>
          </p:nvCxnSpPr>
          <p:spPr>
            <a:xfrm>
              <a:off x="1295400" y="2140047"/>
              <a:ext cx="0" cy="242249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1365630" y="2241366"/>
                  <a:ext cx="862039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630" y="2241366"/>
                  <a:ext cx="862039" cy="343413"/>
                </a:xfrm>
                <a:prstGeom prst="rect">
                  <a:avLst/>
                </a:prstGeom>
                <a:blipFill>
                  <a:blip r:embed="rId4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2092558" y="3017521"/>
                  <a:ext cx="926050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5" name="TextBox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2558" y="3017521"/>
                  <a:ext cx="926050" cy="343413"/>
                </a:xfrm>
                <a:prstGeom prst="rect">
                  <a:avLst/>
                </a:prstGeom>
                <a:blipFill>
                  <a:blip r:embed="rId5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Elbow Connector 12"/>
            <p:cNvCxnSpPr>
              <a:stCxn id="8" idx="6"/>
              <a:endCxn id="8" idx="4"/>
            </p:cNvCxnSpPr>
            <p:nvPr/>
          </p:nvCxnSpPr>
          <p:spPr>
            <a:xfrm flipH="1">
              <a:off x="2286000" y="2610896"/>
              <a:ext cx="228599" cy="228600"/>
            </a:xfrm>
            <a:prstGeom prst="curvedConnector4">
              <a:avLst>
                <a:gd name="adj1" fmla="val -87907"/>
                <a:gd name="adj2" fmla="val 192982"/>
              </a:avLst>
            </a:prstGeom>
            <a:ln w="19050" cmpd="sng">
              <a:solidFill>
                <a:schemeClr val="tx1"/>
              </a:solidFill>
              <a:prstDash val="solid"/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/>
                <p:cNvSpPr txBox="1"/>
                <p:nvPr/>
              </p:nvSpPr>
              <p:spPr>
                <a:xfrm>
                  <a:off x="745982" y="3029578"/>
                  <a:ext cx="609315" cy="34341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0" name="TextBox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982" y="3029578"/>
                  <a:ext cx="609315" cy="343413"/>
                </a:xfrm>
                <a:prstGeom prst="rect">
                  <a:avLst/>
                </a:prstGeom>
                <a:blipFill>
                  <a:blip r:embed="rId6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6" name="Group 185"/>
          <p:cNvGrpSpPr/>
          <p:nvPr/>
        </p:nvGrpSpPr>
        <p:grpSpPr>
          <a:xfrm>
            <a:off x="197984" y="2279434"/>
            <a:ext cx="4654579" cy="3511766"/>
            <a:chOff x="4252693" y="2584662"/>
            <a:chExt cx="4654579" cy="35117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Oval 109"/>
                <p:cNvSpPr/>
                <p:nvPr/>
              </p:nvSpPr>
              <p:spPr>
                <a:xfrm>
                  <a:off x="5021668" y="3161270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0" name="Oval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1668" y="3161270"/>
                  <a:ext cx="849475" cy="84947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Oval 110"/>
                <p:cNvSpPr/>
                <p:nvPr/>
              </p:nvSpPr>
              <p:spPr>
                <a:xfrm>
                  <a:off x="7381977" y="5079440"/>
                  <a:ext cx="938851" cy="938851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1" name="Oval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977" y="5079440"/>
                  <a:ext cx="938851" cy="938851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/>
            <p:cNvCxnSpPr>
              <a:endCxn id="110" idx="0"/>
            </p:cNvCxnSpPr>
            <p:nvPr/>
          </p:nvCxnSpPr>
          <p:spPr>
            <a:xfrm>
              <a:off x="5446406" y="2881395"/>
              <a:ext cx="0" cy="279875"/>
            </a:xfrm>
            <a:prstGeom prst="straightConnector1">
              <a:avLst/>
            </a:prstGeom>
            <a:ln w="19050" cmpd="dbl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Oval 123"/>
                <p:cNvSpPr/>
                <p:nvPr/>
              </p:nvSpPr>
              <p:spPr>
                <a:xfrm>
                  <a:off x="7473656" y="3161270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i="1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4" name="Oval 1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3656" y="3161270"/>
                  <a:ext cx="849475" cy="849475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57150" cmpd="dbl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Oval 131"/>
                <p:cNvSpPr/>
                <p:nvPr/>
              </p:nvSpPr>
              <p:spPr>
                <a:xfrm>
                  <a:off x="4981923" y="5118573"/>
                  <a:ext cx="849475" cy="849475"/>
                </a:xfrm>
                <a:prstGeom prst="ellipse">
                  <a:avLst/>
                </a:prstGeom>
                <a:solidFill>
                  <a:srgbClr val="FFFFCC"/>
                </a:solid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2" name="Oval 1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923" y="5118573"/>
                  <a:ext cx="849475" cy="8494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 cmpd="sng">
                  <a:solidFill>
                    <a:schemeClr val="tx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4" name="Straight Arrow Connector 133"/>
            <p:cNvCxnSpPr>
              <a:stCxn id="124" idx="2"/>
              <a:endCxn id="110" idx="6"/>
            </p:cNvCxnSpPr>
            <p:nvPr/>
          </p:nvCxnSpPr>
          <p:spPr>
            <a:xfrm flipH="1">
              <a:off x="5871143" y="3586008"/>
              <a:ext cx="1602513" cy="0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Box 135"/>
                <p:cNvSpPr txBox="1"/>
                <p:nvPr/>
              </p:nvSpPr>
              <p:spPr>
                <a:xfrm>
                  <a:off x="6370622" y="258466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6" name="TextBox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0622" y="2584662"/>
                  <a:ext cx="936620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983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Straight Arrow Connector 140"/>
            <p:cNvCxnSpPr>
              <a:stCxn id="110" idx="4"/>
              <a:endCxn id="132" idx="0"/>
            </p:cNvCxnSpPr>
            <p:nvPr/>
          </p:nvCxnSpPr>
          <p:spPr>
            <a:xfrm flipH="1">
              <a:off x="5406661" y="4010745"/>
              <a:ext cx="39745" cy="1107828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/>
                <p:cNvSpPr txBox="1"/>
                <p:nvPr/>
              </p:nvSpPr>
              <p:spPr>
                <a:xfrm>
                  <a:off x="4677762" y="4500799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44" name="TextBox 1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762" y="4500799"/>
                  <a:ext cx="936620" cy="369332"/>
                </a:xfrm>
                <a:prstGeom prst="rect">
                  <a:avLst/>
                </a:prstGeom>
                <a:blipFill>
                  <a:blip r:embed="rId12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Elbow Connector 145"/>
            <p:cNvCxnSpPr>
              <a:stCxn id="110" idx="3"/>
              <a:endCxn id="110" idx="2"/>
            </p:cNvCxnSpPr>
            <p:nvPr/>
          </p:nvCxnSpPr>
          <p:spPr>
            <a:xfrm rot="5400000" flipH="1">
              <a:off x="4933703" y="3673974"/>
              <a:ext cx="300334" cy="124403"/>
            </a:xfrm>
            <a:prstGeom prst="curvedConnector4">
              <a:avLst>
                <a:gd name="adj1" fmla="val -36945"/>
                <a:gd name="adj2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/>
                <p:cNvSpPr txBox="1"/>
                <p:nvPr/>
              </p:nvSpPr>
              <p:spPr>
                <a:xfrm>
                  <a:off x="4252693" y="395116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0" name="TextBox 1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2693" y="3951162"/>
                  <a:ext cx="936620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8197" r="-779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3" name="Elbow Connector 152"/>
            <p:cNvCxnSpPr>
              <a:stCxn id="124" idx="7"/>
              <a:endCxn id="124" idx="6"/>
            </p:cNvCxnSpPr>
            <p:nvPr/>
          </p:nvCxnSpPr>
          <p:spPr>
            <a:xfrm rot="16200000" flipH="1">
              <a:off x="8110761" y="3373639"/>
              <a:ext cx="300335" cy="124403"/>
            </a:xfrm>
            <a:prstGeom prst="curvedConnector4">
              <a:avLst>
                <a:gd name="adj1" fmla="val -48883"/>
                <a:gd name="adj2" fmla="val 28375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/>
                <p:cNvSpPr txBox="1"/>
                <p:nvPr/>
              </p:nvSpPr>
              <p:spPr>
                <a:xfrm>
                  <a:off x="7964752" y="2781664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6" name="TextBox 1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4752" y="2781664"/>
                  <a:ext cx="936620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8" name="Elbow Connector 157"/>
            <p:cNvCxnSpPr>
              <a:stCxn id="110" idx="7"/>
              <a:endCxn id="124" idx="0"/>
            </p:cNvCxnSpPr>
            <p:nvPr/>
          </p:nvCxnSpPr>
          <p:spPr>
            <a:xfrm rot="5400000" flipH="1" flipV="1">
              <a:off x="6760366" y="2147645"/>
              <a:ext cx="124403" cy="2151654"/>
            </a:xfrm>
            <a:prstGeom prst="bentConnector3">
              <a:avLst>
                <a:gd name="adj1" fmla="val 283758"/>
              </a:avLst>
            </a:prstGeom>
            <a:ln w="38100" cmpd="sng">
              <a:solidFill>
                <a:srgbClr val="FF0000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/>
                <p:cNvSpPr txBox="1"/>
                <p:nvPr/>
              </p:nvSpPr>
              <p:spPr>
                <a:xfrm>
                  <a:off x="6252195" y="3216675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9" name="TextBox 1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2195" y="3216675"/>
                  <a:ext cx="936620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10000" r="-779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7" name="Straight Arrow Connector 166"/>
            <p:cNvCxnSpPr>
              <a:stCxn id="124" idx="4"/>
              <a:endCxn id="111" idx="0"/>
            </p:cNvCxnSpPr>
            <p:nvPr/>
          </p:nvCxnSpPr>
          <p:spPr>
            <a:xfrm flipH="1">
              <a:off x="7851403" y="4010745"/>
              <a:ext cx="46991" cy="1068695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/>
                <p:cNvSpPr txBox="1"/>
                <p:nvPr/>
              </p:nvSpPr>
              <p:spPr>
                <a:xfrm>
                  <a:off x="7850690" y="4423452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0" name="TextBox 16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0690" y="4423452"/>
                  <a:ext cx="936620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10000" r="-784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Arrow Connector 171"/>
            <p:cNvCxnSpPr>
              <a:stCxn id="124" idx="3"/>
              <a:endCxn id="132" idx="7"/>
            </p:cNvCxnSpPr>
            <p:nvPr/>
          </p:nvCxnSpPr>
          <p:spPr>
            <a:xfrm flipH="1">
              <a:off x="5706995" y="3886342"/>
              <a:ext cx="1891064" cy="1356634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Box 172"/>
                <p:cNvSpPr txBox="1"/>
                <p:nvPr/>
              </p:nvSpPr>
              <p:spPr>
                <a:xfrm rot="19438512">
                  <a:off x="5936992" y="4268868"/>
                  <a:ext cx="119642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3" name="TextBox 1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438512">
                  <a:off x="5936992" y="4268868"/>
                  <a:ext cx="1196426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3636" r="-56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/>
                <p:cNvSpPr txBox="1"/>
                <p:nvPr/>
              </p:nvSpPr>
              <p:spPr>
                <a:xfrm>
                  <a:off x="8466327" y="5727096"/>
                  <a:ext cx="440945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7" name="TextBox 1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6327" y="5727096"/>
                  <a:ext cx="440945" cy="369332"/>
                </a:xfrm>
                <a:prstGeom prst="rect">
                  <a:avLst/>
                </a:prstGeom>
                <a:blipFill>
                  <a:blip r:embed="rId18"/>
                  <a:stretch>
                    <a:fillRect t="-8197" r="-111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9" name="Straight Arrow Connector 178"/>
            <p:cNvCxnSpPr>
              <a:stCxn id="111" idx="2"/>
              <a:endCxn id="132" idx="6"/>
            </p:cNvCxnSpPr>
            <p:nvPr/>
          </p:nvCxnSpPr>
          <p:spPr>
            <a:xfrm flipH="1" flipV="1">
              <a:off x="5831398" y="5543311"/>
              <a:ext cx="1550579" cy="5555"/>
            </a:xfrm>
            <a:prstGeom prst="straightConnector1">
              <a:avLst/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/>
                <p:cNvSpPr txBox="1"/>
                <p:nvPr/>
              </p:nvSpPr>
              <p:spPr>
                <a:xfrm>
                  <a:off x="6128942" y="5180048"/>
                  <a:ext cx="93662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80" name="TextBox 1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8942" y="5180048"/>
                  <a:ext cx="936620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Elbow Connector 152"/>
            <p:cNvCxnSpPr>
              <a:stCxn id="111" idx="6"/>
              <a:endCxn id="111" idx="4"/>
            </p:cNvCxnSpPr>
            <p:nvPr/>
          </p:nvCxnSpPr>
          <p:spPr>
            <a:xfrm flipH="1">
              <a:off x="7851403" y="5548866"/>
              <a:ext cx="469425" cy="469425"/>
            </a:xfrm>
            <a:prstGeom prst="curvedConnector4">
              <a:avLst>
                <a:gd name="adj1" fmla="val -48698"/>
                <a:gd name="adj2" fmla="val 148698"/>
              </a:avLst>
            </a:prstGeom>
            <a:ln w="19050" cmpd="sng">
              <a:solidFill>
                <a:schemeClr val="tx1"/>
              </a:solidFill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Rectangle 183"/>
              <p:cNvSpPr/>
              <p:nvPr/>
            </p:nvSpPr>
            <p:spPr>
              <a:xfrm>
                <a:off x="5450518" y="1438083"/>
                <a:ext cx="34604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לא-דטרמיניסטי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4" name="Rectangle 1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518" y="1438083"/>
                <a:ext cx="3460434" cy="461665"/>
              </a:xfrm>
              <a:prstGeom prst="rect">
                <a:avLst/>
              </a:prstGeom>
              <a:blipFill>
                <a:blip r:embed="rId20"/>
                <a:stretch>
                  <a:fillRect l="-4225" t="-11842" r="-2641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Rectangle 184"/>
              <p:cNvSpPr/>
              <p:nvPr/>
            </p:nvSpPr>
            <p:spPr>
              <a:xfrm>
                <a:off x="1165328" y="1626190"/>
                <a:ext cx="3113352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דטרמיניסטי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p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5" name="Rectangle 1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28" y="1626190"/>
                <a:ext cx="3113352" cy="468205"/>
              </a:xfrm>
              <a:prstGeom prst="rect">
                <a:avLst/>
              </a:prstGeom>
              <a:blipFill>
                <a:blip r:embed="rId21"/>
                <a:stretch>
                  <a:fillRect l="-4697" t="-9091" r="-313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940855" y="6095688"/>
                <a:ext cx="3450886" cy="370294"/>
              </a:xfrm>
              <a:prstGeom prst="rect">
                <a:avLst/>
              </a:prstGeom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1600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אבל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∖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</m:oMath>
                </a14:m>
                <a:endParaRPr lang="he-IL" sz="1600">
                  <a:solidFill>
                    <a:schemeClr val="bg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855" y="6095688"/>
                <a:ext cx="3450886" cy="37029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F0BC6F-C08C-9490-9D7C-27CE80688878}"/>
                  </a:ext>
                </a:extLst>
              </p:cNvPr>
              <p:cNvSpPr txBox="1"/>
              <p:nvPr/>
            </p:nvSpPr>
            <p:spPr>
              <a:xfrm>
                <a:off x="4943259" y="5515980"/>
                <a:ext cx="3448482" cy="342979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1600">
                    <a:latin typeface="Gisha" panose="020B0502040204020203" pitchFamily="34" charset="-79"/>
                    <a:cs typeface="Gisha" panose="020B0502040204020203" pitchFamily="34" charset="-79"/>
                  </a:rPr>
                  <a:t>בקורס קודם הוכחנו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1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F0BC6F-C08C-9490-9D7C-27CE8068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259" y="5515980"/>
                <a:ext cx="3448482" cy="342979"/>
              </a:xfrm>
              <a:prstGeom prst="rect">
                <a:avLst/>
              </a:prstGeom>
              <a:blipFill>
                <a:blip r:embed="rId23"/>
                <a:stretch>
                  <a:fillRect t="-3571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8A1D0DF-257F-D95F-774A-E75ECCA449D7}"/>
              </a:ext>
            </a:extLst>
          </p:cNvPr>
          <p:cNvSpPr txBox="1"/>
          <p:nvPr/>
        </p:nvSpPr>
        <p:spPr>
          <a:xfrm>
            <a:off x="4940854" y="4940696"/>
            <a:ext cx="3448481" cy="338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האם האוטומטים האלה שקולים?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7AACC-2C31-0A5D-5A9D-0551AF140BF4}"/>
              </a:ext>
            </a:extLst>
          </p:cNvPr>
          <p:cNvSpPr txBox="1"/>
          <p:nvPr/>
        </p:nvSpPr>
        <p:spPr>
          <a:xfrm>
            <a:off x="1613410" y="5776839"/>
            <a:ext cx="207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מה רע בריצה הזאת?</a:t>
            </a:r>
            <a:endParaRPr lang="LID4096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7" name="Picture 16" descr="A cartoon of a person with a machine&#10;&#10;Description automatically generated">
            <a:extLst>
              <a:ext uri="{FF2B5EF4-FFF2-40B4-BE49-F238E27FC236}">
                <a16:creationId xmlns:a16="http://schemas.microsoft.com/office/drawing/2014/main" id="{E1A976C9-5552-2D4A-6D55-FB656038A7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70" y="5371624"/>
            <a:ext cx="1481403" cy="1481403"/>
          </a:xfrm>
          <a:prstGeom prst="rect">
            <a:avLst/>
          </a:prstGeom>
        </p:spPr>
      </p:pic>
      <p:sp>
        <p:nvSpPr>
          <p:cNvPr id="9" name="Bent-Up Arrow 180">
            <a:extLst>
              <a:ext uri="{FF2B5EF4-FFF2-40B4-BE49-F238E27FC236}">
                <a16:creationId xmlns:a16="http://schemas.microsoft.com/office/drawing/2014/main" id="{85B69FA0-80A2-C97D-7B3E-6AC91C468C4D}"/>
              </a:ext>
            </a:extLst>
          </p:cNvPr>
          <p:cNvSpPr/>
          <p:nvPr/>
        </p:nvSpPr>
        <p:spPr>
          <a:xfrm rot="5400000" flipV="1">
            <a:off x="5830450" y="2595303"/>
            <a:ext cx="1293103" cy="2743201"/>
          </a:xfrm>
          <a:prstGeom prst="bentUpArrow">
            <a:avLst>
              <a:gd name="adj1" fmla="val 25000"/>
              <a:gd name="adj2" fmla="val 26824"/>
              <a:gd name="adj3" fmla="val 25000"/>
            </a:avLst>
          </a:prstGeom>
          <a:solidFill>
            <a:srgbClr val="0551F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C57886-DEDC-DB99-266C-71098E0E41C8}"/>
              </a:ext>
            </a:extLst>
          </p:cNvPr>
          <p:cNvSpPr/>
          <p:nvPr/>
        </p:nvSpPr>
        <p:spPr>
          <a:xfrm>
            <a:off x="5420899" y="4072490"/>
            <a:ext cx="2193328" cy="406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בניית אוטומט הַחֶזְקָה</a:t>
            </a:r>
          </a:p>
        </p:txBody>
      </p:sp>
    </p:spTree>
    <p:extLst>
      <p:ext uri="{BB962C8B-B14F-4D97-AF65-F5344CB8AC3E}">
        <p14:creationId xmlns:p14="http://schemas.microsoft.com/office/powerpoint/2010/main" val="424755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למה בניית אוטומט הַחֶזְקָה לא עובדת?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252252"/>
                <a:ext cx="8610600" cy="4724400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הבעיה היא תנאי הקבלה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</a:p>
              <a:p>
                <a:pPr lvl="1"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תנאי הקבלה למילים אינסופיות הוא שיש </a:t>
                </a:r>
                <a:r>
                  <a:rPr lang="he-IL" u="sng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 אחת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שעוברת אינסוף פעמים במצב מקבל</a:t>
                </a:r>
              </a:p>
              <a:p>
                <a:pPr lvl="1"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הַחֶזְקָה יקבל גם אם יש אינסוף רישות שלכל אחת מהן יש </a:t>
                </a:r>
                <a:r>
                  <a:rPr lang="he-IL" u="sng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 שונה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המגיעה למצב מקבל</a:t>
                </a:r>
              </a:p>
              <a:p>
                <a:pPr lvl="1" algn="just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זה המקרה עבור האוטומט למטה והמילה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𝑏𝑙𝑖𝑛𝑘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400" b="0" i="1" smtClean="0"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252252"/>
                <a:ext cx="8610600" cy="4724400"/>
              </a:xfrm>
              <a:blipFill>
                <a:blip r:embed="rId2"/>
                <a:stretch>
                  <a:fillRect l="-2125" t="-1161" r="-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2667000" y="4830204"/>
            <a:ext cx="3256635" cy="1134608"/>
            <a:chOff x="2667000" y="1573210"/>
            <a:chExt cx="3826546" cy="1398590"/>
          </a:xfrm>
        </p:grpSpPr>
        <p:sp>
          <p:nvSpPr>
            <p:cNvPr id="7" name="Oval 6"/>
            <p:cNvSpPr/>
            <p:nvPr/>
          </p:nvSpPr>
          <p:spPr>
            <a:xfrm>
              <a:off x="3039208" y="2429608"/>
              <a:ext cx="533400" cy="533400"/>
            </a:xfrm>
            <a:prstGeom prst="ellipse">
              <a:avLst/>
            </a:prstGeom>
            <a:solidFill>
              <a:srgbClr val="FFFFCC"/>
            </a:solidFill>
            <a:ln w="285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1</a:t>
              </a:r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2986767" y="2040742"/>
              <a:ext cx="573723" cy="438690"/>
            </a:xfrm>
            <a:custGeom>
              <a:avLst/>
              <a:gdLst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  <a:gd name="connsiteX0" fmla="*/ 152084 w 573721"/>
                <a:gd name="connsiteY0" fmla="*/ 438690 h 438690"/>
                <a:gd name="connsiteX1" fmla="*/ 20199 w 573721"/>
                <a:gd name="connsiteY1" fmla="*/ 60621 h 438690"/>
                <a:gd name="connsiteX2" fmla="*/ 565322 w 573721"/>
                <a:gd name="connsiteY2" fmla="*/ 34244 h 438690"/>
                <a:gd name="connsiteX3" fmla="*/ 477399 w 573721"/>
                <a:gd name="connsiteY3" fmla="*/ 394728 h 438690"/>
                <a:gd name="connsiteX0" fmla="*/ 152085 w 573722"/>
                <a:gd name="connsiteY0" fmla="*/ 438690 h 438690"/>
                <a:gd name="connsiteX1" fmla="*/ 20200 w 573722"/>
                <a:gd name="connsiteY1" fmla="*/ 60621 h 438690"/>
                <a:gd name="connsiteX2" fmla="*/ 565323 w 573722"/>
                <a:gd name="connsiteY2" fmla="*/ 34244 h 438690"/>
                <a:gd name="connsiteX3" fmla="*/ 477400 w 573722"/>
                <a:gd name="connsiteY3" fmla="*/ 394728 h 438690"/>
                <a:gd name="connsiteX0" fmla="*/ 152085 w 573722"/>
                <a:gd name="connsiteY0" fmla="*/ 438690 h 438690"/>
                <a:gd name="connsiteX1" fmla="*/ 20200 w 573722"/>
                <a:gd name="connsiteY1" fmla="*/ 60621 h 438690"/>
                <a:gd name="connsiteX2" fmla="*/ 565323 w 573722"/>
                <a:gd name="connsiteY2" fmla="*/ 34244 h 438690"/>
                <a:gd name="connsiteX3" fmla="*/ 477400 w 573722"/>
                <a:gd name="connsiteY3" fmla="*/ 394728 h 438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3722" h="438690">
                  <a:moveTo>
                    <a:pt x="152085" y="438690"/>
                  </a:moveTo>
                  <a:cubicBezTo>
                    <a:pt x="74419" y="300944"/>
                    <a:pt x="-48673" y="128029"/>
                    <a:pt x="20200" y="60621"/>
                  </a:cubicBezTo>
                  <a:cubicBezTo>
                    <a:pt x="89073" y="-6787"/>
                    <a:pt x="489123" y="-21440"/>
                    <a:pt x="565323" y="34244"/>
                  </a:cubicBezTo>
                  <a:cubicBezTo>
                    <a:pt x="596096" y="129494"/>
                    <a:pt x="536748" y="262111"/>
                    <a:pt x="477400" y="394728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5715000" y="2438400"/>
              <a:ext cx="533400" cy="533400"/>
            </a:xfrm>
            <a:prstGeom prst="ellipse">
              <a:avLst/>
            </a:prstGeom>
            <a:solidFill>
              <a:srgbClr val="FFFFCC"/>
            </a:solidFill>
            <a:ln w="60325" cmpd="dbl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en-US" sz="1400">
                  <a:latin typeface="Gisha" panose="020B0502040204020203" pitchFamily="34" charset="-79"/>
                  <a:cs typeface="Gisha" panose="020B0502040204020203" pitchFamily="34" charset="-79"/>
                </a:rPr>
                <a:t>2</a:t>
              </a:r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2" name="Straight Arrow Connector 11"/>
            <p:cNvCxnSpPr>
              <a:stCxn id="7" idx="6"/>
            </p:cNvCxnSpPr>
            <p:nvPr/>
          </p:nvCxnSpPr>
          <p:spPr>
            <a:xfrm flipV="1">
              <a:off x="3572608" y="2667000"/>
              <a:ext cx="2142392" cy="29308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2667000" y="2667000"/>
              <a:ext cx="389792" cy="0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894017" y="1573210"/>
                  <a:ext cx="823780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4017" y="1573210"/>
                  <a:ext cx="823780" cy="455262"/>
                </a:xfrm>
                <a:prstGeom prst="rect">
                  <a:avLst/>
                </a:prstGeom>
                <a:blipFill>
                  <a:blip r:embed="rId3"/>
                  <a:stretch>
                    <a:fillRect t="-8197" r="-1130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224828" y="2233839"/>
                  <a:ext cx="823780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4828" y="2233839"/>
                  <a:ext cx="823780" cy="455262"/>
                </a:xfrm>
                <a:prstGeom prst="rect">
                  <a:avLst/>
                </a:prstGeom>
                <a:blipFill>
                  <a:blip r:embed="rId4"/>
                  <a:stretch>
                    <a:fillRect t="-8197" r="-104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366442" y="1575472"/>
                  <a:ext cx="1127104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𝑏𝑙𝑖𝑛𝑘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6442" y="1575472"/>
                  <a:ext cx="1127104" cy="455262"/>
                </a:xfrm>
                <a:prstGeom prst="rect">
                  <a:avLst/>
                </a:prstGeom>
                <a:blipFill>
                  <a:blip r:embed="rId5"/>
                  <a:stretch>
                    <a:fillRect t="-10000" r="-7595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Freeform 18"/>
            <p:cNvSpPr/>
            <p:nvPr/>
          </p:nvSpPr>
          <p:spPr>
            <a:xfrm>
              <a:off x="5643133" y="2037811"/>
              <a:ext cx="573723" cy="438690"/>
            </a:xfrm>
            <a:custGeom>
              <a:avLst/>
              <a:gdLst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  <a:gd name="connsiteX0" fmla="*/ 152084 w 573721"/>
                <a:gd name="connsiteY0" fmla="*/ 438690 h 438690"/>
                <a:gd name="connsiteX1" fmla="*/ 20199 w 573721"/>
                <a:gd name="connsiteY1" fmla="*/ 60621 h 438690"/>
                <a:gd name="connsiteX2" fmla="*/ 565322 w 573721"/>
                <a:gd name="connsiteY2" fmla="*/ 34244 h 438690"/>
                <a:gd name="connsiteX3" fmla="*/ 477399 w 573721"/>
                <a:gd name="connsiteY3" fmla="*/ 394728 h 438690"/>
                <a:gd name="connsiteX0" fmla="*/ 152085 w 573722"/>
                <a:gd name="connsiteY0" fmla="*/ 438690 h 438690"/>
                <a:gd name="connsiteX1" fmla="*/ 20200 w 573722"/>
                <a:gd name="connsiteY1" fmla="*/ 60621 h 438690"/>
                <a:gd name="connsiteX2" fmla="*/ 565323 w 573722"/>
                <a:gd name="connsiteY2" fmla="*/ 34244 h 438690"/>
                <a:gd name="connsiteX3" fmla="*/ 477400 w 573722"/>
                <a:gd name="connsiteY3" fmla="*/ 394728 h 438690"/>
                <a:gd name="connsiteX0" fmla="*/ 152085 w 573722"/>
                <a:gd name="connsiteY0" fmla="*/ 438690 h 438690"/>
                <a:gd name="connsiteX1" fmla="*/ 20200 w 573722"/>
                <a:gd name="connsiteY1" fmla="*/ 60621 h 438690"/>
                <a:gd name="connsiteX2" fmla="*/ 565323 w 573722"/>
                <a:gd name="connsiteY2" fmla="*/ 34244 h 438690"/>
                <a:gd name="connsiteX3" fmla="*/ 477400 w 573722"/>
                <a:gd name="connsiteY3" fmla="*/ 394728 h 438690"/>
                <a:gd name="connsiteX0" fmla="*/ 152085 w 573722"/>
                <a:gd name="connsiteY0" fmla="*/ 438690 h 438690"/>
                <a:gd name="connsiteX1" fmla="*/ 20200 w 573722"/>
                <a:gd name="connsiteY1" fmla="*/ 60621 h 438690"/>
                <a:gd name="connsiteX2" fmla="*/ 565323 w 573722"/>
                <a:gd name="connsiteY2" fmla="*/ 34244 h 438690"/>
                <a:gd name="connsiteX3" fmla="*/ 477400 w 573722"/>
                <a:gd name="connsiteY3" fmla="*/ 394728 h 438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3722" h="438690">
                  <a:moveTo>
                    <a:pt x="152085" y="438690"/>
                  </a:moveTo>
                  <a:cubicBezTo>
                    <a:pt x="74419" y="300944"/>
                    <a:pt x="-48673" y="128029"/>
                    <a:pt x="20200" y="60621"/>
                  </a:cubicBezTo>
                  <a:cubicBezTo>
                    <a:pt x="89073" y="-6787"/>
                    <a:pt x="489123" y="-21440"/>
                    <a:pt x="565323" y="34244"/>
                  </a:cubicBezTo>
                  <a:cubicBezTo>
                    <a:pt x="596096" y="129494"/>
                    <a:pt x="536748" y="262111"/>
                    <a:pt x="477400" y="394728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667000" y="6049126"/>
                <a:ext cx="3153556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e</m:t>
                      </m:r>
                      <m:r>
                        <m:rPr>
                          <m:nor/>
                        </m:rPr>
                        <a:rPr lang="en-US" i="0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ventually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lways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𝑏𝑙𝑖𝑛𝑘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6049126"/>
                <a:ext cx="3153556" cy="404983"/>
              </a:xfrm>
              <a:prstGeom prst="rect">
                <a:avLst/>
              </a:prstGeom>
              <a:blipFill>
                <a:blip r:embed="rId6"/>
                <a:stretch>
                  <a:fillRect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 descr="Owl">
            <a:extLst>
              <a:ext uri="{FF2B5EF4-FFF2-40B4-BE49-F238E27FC236}">
                <a16:creationId xmlns:a16="http://schemas.microsoft.com/office/drawing/2014/main" id="{6E820DB9-AB38-9E40-4F5E-E6ECBA83D79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140" y="5137301"/>
            <a:ext cx="789579" cy="7895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DFBB53-9327-CBA5-AD18-2BE709896598}"/>
              </a:ext>
            </a:extLst>
          </p:cNvPr>
          <p:cNvSpPr txBox="1"/>
          <p:nvPr/>
        </p:nvSpPr>
        <p:spPr>
          <a:xfrm>
            <a:off x="662410" y="5926880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בנו אוטומט חזקה </a:t>
            </a:r>
          </a:p>
          <a:p>
            <a:pPr algn="ctr"/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והראו שהוא לא עובד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36277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5163721" y="1628725"/>
            <a:ext cx="3549390" cy="2344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2398" y="1618453"/>
            <a:ext cx="4211837" cy="23447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859" y="36743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לצורך אמיתי באוטומט לא דטרמיניסטי: הגדרת תכונה סבירה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0" y="4271332"/>
                <a:ext cx="8839200" cy="196143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התרגום מהאוטומט בצד שמאל לאוטומט בצד ימין:  </a:t>
                </a: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𝑏𝑙𝑖𝑛𝑘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={}</m:t>
                      </m:r>
                    </m:oMath>
                  </m:oMathPara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"בסופו של דבר,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יתקיים כל הזמן"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שקול לביטוי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מספר סופי של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blink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–ים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 smtClean="0">
                                <a:latin typeface="Cambria Math"/>
                              </a:rPr>
                              <m:t>𝐴</m:t>
                            </m:r>
                            <m:r>
                              <a:rPr lang="en-US" sz="2000" i="1" dirty="0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2000" i="1" dirty="0" smtClean="0">
                                <a:latin typeface="Cambria Math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en-US" sz="2000" i="1" dirty="0" smtClean="0">
                        <a:latin typeface="Cambria Math"/>
                      </a:rPr>
                      <m:t>= 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/>
                              </a:rPr>
                              <m:t>{}</m:t>
                            </m:r>
                            <m:r>
                              <a:rPr lang="en-US" sz="2000" i="1" dirty="0" smtClean="0">
                                <a:latin typeface="Cambria Math"/>
                              </a:rPr>
                              <m:t>+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𝑏𝑙𝑖𝑛𝑘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000" b="0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endParaRPr lang="he-IL" sz="2000" baseline="3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71332"/>
                <a:ext cx="8839200" cy="1961434"/>
              </a:xfrm>
              <a:prstGeom prst="rect">
                <a:avLst/>
              </a:prstGeom>
              <a:blipFill>
                <a:blip r:embed="rId2"/>
                <a:stretch>
                  <a:fillRect t="-1869" r="-690" b="-3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1342286" y="1605137"/>
            <a:ext cx="3019732" cy="2107257"/>
            <a:chOff x="2667000" y="1388369"/>
            <a:chExt cx="3581400" cy="2669030"/>
          </a:xfrm>
        </p:grpSpPr>
        <p:sp>
          <p:nvSpPr>
            <p:cNvPr id="11" name="Oval 10"/>
            <p:cNvSpPr/>
            <p:nvPr/>
          </p:nvSpPr>
          <p:spPr>
            <a:xfrm>
              <a:off x="3039208" y="2429608"/>
              <a:ext cx="533400" cy="533400"/>
            </a:xfrm>
            <a:prstGeom prst="ellipse">
              <a:avLst/>
            </a:prstGeom>
            <a:solidFill>
              <a:srgbClr val="FFFFCC"/>
            </a:solidFill>
            <a:ln w="285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3002719" y="1863852"/>
              <a:ext cx="557772" cy="615579"/>
            </a:xfrm>
            <a:custGeom>
              <a:avLst/>
              <a:gdLst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72" h="615579">
                  <a:moveTo>
                    <a:pt x="136135" y="615579"/>
                  </a:moveTo>
                  <a:cubicBezTo>
                    <a:pt x="58469" y="477833"/>
                    <a:pt x="-19196" y="340087"/>
                    <a:pt x="4250" y="237510"/>
                  </a:cubicBezTo>
                  <a:cubicBezTo>
                    <a:pt x="27696" y="134933"/>
                    <a:pt x="185958" y="4513"/>
                    <a:pt x="276812" y="117"/>
                  </a:cubicBezTo>
                  <a:cubicBezTo>
                    <a:pt x="367666" y="-4279"/>
                    <a:pt x="518600" y="115883"/>
                    <a:pt x="549373" y="211133"/>
                  </a:cubicBezTo>
                  <a:cubicBezTo>
                    <a:pt x="580146" y="306383"/>
                    <a:pt x="520798" y="439000"/>
                    <a:pt x="461450" y="571617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3011680" y="2936631"/>
              <a:ext cx="540442" cy="555032"/>
            </a:xfrm>
            <a:custGeom>
              <a:avLst/>
              <a:gdLst>
                <a:gd name="connsiteX0" fmla="*/ 434905 w 540442"/>
                <a:gd name="connsiteY0" fmla="*/ 0 h 555032"/>
                <a:gd name="connsiteX1" fmla="*/ 540412 w 540442"/>
                <a:gd name="connsiteY1" fmla="*/ 263769 h 555032"/>
                <a:gd name="connsiteX2" fmla="*/ 443697 w 540442"/>
                <a:gd name="connsiteY2" fmla="*/ 483577 h 555032"/>
                <a:gd name="connsiteX3" fmla="*/ 259058 w 540442"/>
                <a:gd name="connsiteY3" fmla="*/ 553915 h 555032"/>
                <a:gd name="connsiteX4" fmla="*/ 48043 w 540442"/>
                <a:gd name="connsiteY4" fmla="*/ 439615 h 555032"/>
                <a:gd name="connsiteX5" fmla="*/ 4082 w 540442"/>
                <a:gd name="connsiteY5" fmla="*/ 246184 h 555032"/>
                <a:gd name="connsiteX6" fmla="*/ 118382 w 540442"/>
                <a:gd name="connsiteY6" fmla="*/ 0 h 55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442" h="555032">
                  <a:moveTo>
                    <a:pt x="434905" y="0"/>
                  </a:moveTo>
                  <a:cubicBezTo>
                    <a:pt x="486926" y="91586"/>
                    <a:pt x="538947" y="183173"/>
                    <a:pt x="540412" y="263769"/>
                  </a:cubicBezTo>
                  <a:cubicBezTo>
                    <a:pt x="541877" y="344365"/>
                    <a:pt x="490589" y="435219"/>
                    <a:pt x="443697" y="483577"/>
                  </a:cubicBezTo>
                  <a:cubicBezTo>
                    <a:pt x="396805" y="531935"/>
                    <a:pt x="325000" y="561242"/>
                    <a:pt x="259058" y="553915"/>
                  </a:cubicBezTo>
                  <a:cubicBezTo>
                    <a:pt x="193116" y="546588"/>
                    <a:pt x="90539" y="490904"/>
                    <a:pt x="48043" y="439615"/>
                  </a:cubicBezTo>
                  <a:cubicBezTo>
                    <a:pt x="5547" y="388327"/>
                    <a:pt x="-7641" y="319453"/>
                    <a:pt x="4082" y="246184"/>
                  </a:cubicBezTo>
                  <a:cubicBezTo>
                    <a:pt x="15805" y="172915"/>
                    <a:pt x="67093" y="86457"/>
                    <a:pt x="118382" y="0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5690374" y="2915000"/>
              <a:ext cx="540442" cy="555032"/>
            </a:xfrm>
            <a:custGeom>
              <a:avLst/>
              <a:gdLst>
                <a:gd name="connsiteX0" fmla="*/ 434905 w 540442"/>
                <a:gd name="connsiteY0" fmla="*/ 0 h 555032"/>
                <a:gd name="connsiteX1" fmla="*/ 540412 w 540442"/>
                <a:gd name="connsiteY1" fmla="*/ 263769 h 555032"/>
                <a:gd name="connsiteX2" fmla="*/ 443697 w 540442"/>
                <a:gd name="connsiteY2" fmla="*/ 483577 h 555032"/>
                <a:gd name="connsiteX3" fmla="*/ 259058 w 540442"/>
                <a:gd name="connsiteY3" fmla="*/ 553915 h 555032"/>
                <a:gd name="connsiteX4" fmla="*/ 48043 w 540442"/>
                <a:gd name="connsiteY4" fmla="*/ 439615 h 555032"/>
                <a:gd name="connsiteX5" fmla="*/ 4082 w 540442"/>
                <a:gd name="connsiteY5" fmla="*/ 246184 h 555032"/>
                <a:gd name="connsiteX6" fmla="*/ 118382 w 540442"/>
                <a:gd name="connsiteY6" fmla="*/ 0 h 55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0442" h="555032">
                  <a:moveTo>
                    <a:pt x="434905" y="0"/>
                  </a:moveTo>
                  <a:cubicBezTo>
                    <a:pt x="486926" y="91586"/>
                    <a:pt x="538947" y="183173"/>
                    <a:pt x="540412" y="263769"/>
                  </a:cubicBezTo>
                  <a:cubicBezTo>
                    <a:pt x="541877" y="344365"/>
                    <a:pt x="490589" y="435219"/>
                    <a:pt x="443697" y="483577"/>
                  </a:cubicBezTo>
                  <a:cubicBezTo>
                    <a:pt x="396805" y="531935"/>
                    <a:pt x="325000" y="561242"/>
                    <a:pt x="259058" y="553915"/>
                  </a:cubicBezTo>
                  <a:cubicBezTo>
                    <a:pt x="193116" y="546588"/>
                    <a:pt x="90539" y="490904"/>
                    <a:pt x="48043" y="439615"/>
                  </a:cubicBezTo>
                  <a:cubicBezTo>
                    <a:pt x="5547" y="388327"/>
                    <a:pt x="-7641" y="319453"/>
                    <a:pt x="4082" y="246184"/>
                  </a:cubicBezTo>
                  <a:cubicBezTo>
                    <a:pt x="15805" y="172915"/>
                    <a:pt x="67093" y="86457"/>
                    <a:pt x="118382" y="0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chemeClr val="tx1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5715000" y="2438400"/>
              <a:ext cx="533400" cy="533400"/>
            </a:xfrm>
            <a:prstGeom prst="ellipse">
              <a:avLst/>
            </a:prstGeom>
            <a:solidFill>
              <a:srgbClr val="FFFFCC"/>
            </a:solidFill>
            <a:ln w="60325" cmpd="dbl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6" name="Straight Arrow Connector 15"/>
            <p:cNvCxnSpPr>
              <a:stCxn id="11" idx="6"/>
            </p:cNvCxnSpPr>
            <p:nvPr/>
          </p:nvCxnSpPr>
          <p:spPr>
            <a:xfrm flipV="1">
              <a:off x="3572608" y="2667000"/>
              <a:ext cx="2142392" cy="29308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667000" y="2667000"/>
              <a:ext cx="389792" cy="0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042306" y="1388369"/>
                  <a:ext cx="555291" cy="58474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2306" y="1388369"/>
                  <a:ext cx="555291" cy="584740"/>
                </a:xfrm>
                <a:prstGeom prst="rect">
                  <a:avLst/>
                </a:prstGeom>
                <a:blipFill>
                  <a:blip r:embed="rId3"/>
                  <a:stretch>
                    <a:fillRect t="-11842" r="-28571" b="-27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349564" y="2171641"/>
                  <a:ext cx="569131" cy="58474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9564" y="2171641"/>
                  <a:ext cx="569131" cy="584740"/>
                </a:xfrm>
                <a:prstGeom prst="rect">
                  <a:avLst/>
                </a:prstGeom>
                <a:blipFill>
                  <a:blip r:embed="rId4"/>
                  <a:stretch>
                    <a:fillRect t="-12000" r="-26582" b="-29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008755" y="3472659"/>
                  <a:ext cx="569131" cy="58474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8755" y="3472659"/>
                  <a:ext cx="569131" cy="584740"/>
                </a:xfrm>
                <a:prstGeom prst="rect">
                  <a:avLst/>
                </a:prstGeom>
                <a:blipFill>
                  <a:blip r:embed="rId5"/>
                  <a:stretch>
                    <a:fillRect t="-11842" r="-27848" b="-27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651744" y="3464817"/>
                  <a:ext cx="569131" cy="58474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1744" y="3464817"/>
                  <a:ext cx="569131" cy="584740"/>
                </a:xfrm>
                <a:prstGeom prst="rect">
                  <a:avLst/>
                </a:prstGeom>
                <a:blipFill>
                  <a:blip r:embed="rId6"/>
                  <a:stretch>
                    <a:fillRect t="-11842" r="-27848" b="-27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/>
          <p:cNvGrpSpPr/>
          <p:nvPr/>
        </p:nvGrpSpPr>
        <p:grpSpPr>
          <a:xfrm>
            <a:off x="5233762" y="1641848"/>
            <a:ext cx="3300638" cy="1240412"/>
            <a:chOff x="2667000" y="1442789"/>
            <a:chExt cx="3878250" cy="1529011"/>
          </a:xfrm>
        </p:grpSpPr>
        <p:sp>
          <p:nvSpPr>
            <p:cNvPr id="23" name="Oval 22"/>
            <p:cNvSpPr/>
            <p:nvPr/>
          </p:nvSpPr>
          <p:spPr>
            <a:xfrm>
              <a:off x="3039208" y="2429608"/>
              <a:ext cx="533400" cy="533400"/>
            </a:xfrm>
            <a:prstGeom prst="ellipse">
              <a:avLst/>
            </a:prstGeom>
            <a:solidFill>
              <a:srgbClr val="FFFFCC"/>
            </a:solidFill>
            <a:ln w="285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3002719" y="1863852"/>
              <a:ext cx="557772" cy="615579"/>
            </a:xfrm>
            <a:custGeom>
              <a:avLst/>
              <a:gdLst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72" h="615579">
                  <a:moveTo>
                    <a:pt x="136135" y="615579"/>
                  </a:moveTo>
                  <a:cubicBezTo>
                    <a:pt x="58469" y="477833"/>
                    <a:pt x="-19196" y="340087"/>
                    <a:pt x="4250" y="237510"/>
                  </a:cubicBezTo>
                  <a:cubicBezTo>
                    <a:pt x="27696" y="134933"/>
                    <a:pt x="185958" y="4513"/>
                    <a:pt x="276812" y="117"/>
                  </a:cubicBezTo>
                  <a:cubicBezTo>
                    <a:pt x="367666" y="-4279"/>
                    <a:pt x="518600" y="115883"/>
                    <a:pt x="549373" y="211133"/>
                  </a:cubicBezTo>
                  <a:cubicBezTo>
                    <a:pt x="580146" y="306383"/>
                    <a:pt x="520798" y="439000"/>
                    <a:pt x="461450" y="571617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5715000" y="2438400"/>
              <a:ext cx="533400" cy="533400"/>
            </a:xfrm>
            <a:prstGeom prst="ellipse">
              <a:avLst/>
            </a:prstGeom>
            <a:solidFill>
              <a:srgbClr val="FFFFCC"/>
            </a:solidFill>
            <a:ln w="60325" cmpd="dbl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26" name="Straight Arrow Connector 25"/>
            <p:cNvCxnSpPr>
              <a:stCxn id="23" idx="6"/>
            </p:cNvCxnSpPr>
            <p:nvPr/>
          </p:nvCxnSpPr>
          <p:spPr>
            <a:xfrm flipV="1">
              <a:off x="3572608" y="2667000"/>
              <a:ext cx="2142392" cy="29308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2667000" y="2667000"/>
              <a:ext cx="389792" cy="0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2894017" y="1454778"/>
                  <a:ext cx="823780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4017" y="1454778"/>
                  <a:ext cx="823780" cy="455262"/>
                </a:xfrm>
                <a:prstGeom prst="rect">
                  <a:avLst/>
                </a:prstGeom>
                <a:blipFill>
                  <a:blip r:embed="rId7"/>
                  <a:stretch>
                    <a:fillRect t="-9836" r="-1130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224828" y="2233839"/>
                  <a:ext cx="823780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4828" y="2233839"/>
                  <a:ext cx="823780" cy="455262"/>
                </a:xfrm>
                <a:prstGeom prst="rect">
                  <a:avLst/>
                </a:prstGeom>
                <a:blipFill>
                  <a:blip r:embed="rId8"/>
                  <a:stretch>
                    <a:fillRect t="-10000" r="-11304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5418146" y="1442789"/>
                  <a:ext cx="1127104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𝑏𝑙𝑖𝑛𝑘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8146" y="1442789"/>
                  <a:ext cx="1127104" cy="455262"/>
                </a:xfrm>
                <a:prstGeom prst="rect">
                  <a:avLst/>
                </a:prstGeom>
                <a:blipFill>
                  <a:blip r:embed="rId9"/>
                  <a:stretch>
                    <a:fillRect t="-8197" r="-764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Freeform 30"/>
            <p:cNvSpPr/>
            <p:nvPr/>
          </p:nvSpPr>
          <p:spPr>
            <a:xfrm>
              <a:off x="5659085" y="1860921"/>
              <a:ext cx="557773" cy="615579"/>
            </a:xfrm>
            <a:custGeom>
              <a:avLst/>
              <a:gdLst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72" h="615579">
                  <a:moveTo>
                    <a:pt x="136135" y="615579"/>
                  </a:moveTo>
                  <a:cubicBezTo>
                    <a:pt x="58469" y="477833"/>
                    <a:pt x="-19196" y="340087"/>
                    <a:pt x="4250" y="237510"/>
                  </a:cubicBezTo>
                  <a:cubicBezTo>
                    <a:pt x="27696" y="134933"/>
                    <a:pt x="185958" y="4513"/>
                    <a:pt x="276812" y="117"/>
                  </a:cubicBezTo>
                  <a:cubicBezTo>
                    <a:pt x="367666" y="-4279"/>
                    <a:pt x="518600" y="115883"/>
                    <a:pt x="549373" y="211133"/>
                  </a:cubicBezTo>
                  <a:cubicBezTo>
                    <a:pt x="580146" y="306383"/>
                    <a:pt x="520798" y="439000"/>
                    <a:pt x="461450" y="571617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163719" y="3178765"/>
                <a:ext cx="3549391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eventually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lways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𝑏𝑙𝑖𝑛𝑘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719" y="3178765"/>
                <a:ext cx="3549391" cy="404983"/>
              </a:xfrm>
              <a:prstGeom prst="rect">
                <a:avLst/>
              </a:prstGeom>
              <a:blipFill>
                <a:blip r:embed="rId10"/>
                <a:stretch>
                  <a:fillRect b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012641" y="3579180"/>
            <a:ext cx="15119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תכונת התמדה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6276" y="3579180"/>
            <a:ext cx="3974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אוטומט שאין לו אוטומט </a:t>
            </a:r>
            <a:r>
              <a:rPr lang="he-IL" err="1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דטרמניסטי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שקול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724631165"/>
              </p:ext>
            </p:extLst>
          </p:nvPr>
        </p:nvGraphicFramePr>
        <p:xfrm>
          <a:off x="7620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אוטומטי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מוכללים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8575" y="1371600"/>
                <a:ext cx="8991600" cy="48768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4200"/>
                  </a:spcBef>
                  <a:spcAft>
                    <a:spcPts val="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קיימים סוגים שונים של אוטומטים לתיאור שפות של מילים אינסופיות: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אוטומטי 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Müller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,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Rabin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Street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– עליהם לא נדבר בקורס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אנחנו נשתמש ב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Generalized</a:t>
                </a:r>
                <a: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sz="2000" err="1"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Automata (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G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NBA)</a:t>
                </a: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4200"/>
                  </a:spcBef>
                  <a:spcAft>
                    <a:spcPts val="600"/>
                  </a:spcAft>
                </a:pPr>
                <a: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G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הם כמו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רק שמרשים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מספר קבוצות של מצבים מקבלים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ב-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G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דורשים לבקר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אחת 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מהקבוצות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he-IL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אינסוף פעמים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כאשר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𝑘</m:t>
                    </m:r>
                    <m:r>
                      <a:rPr lang="en-US" sz="2000" i="1" dirty="0" smtClean="0">
                        <a:latin typeface="Cambria Math"/>
                      </a:rPr>
                      <m:t>=</m:t>
                    </m:r>
                    <m:r>
                      <a:rPr lang="en-US" sz="200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מקבלים 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4200"/>
                  </a:spcBef>
                  <a:spcAft>
                    <a:spcPts val="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עם </a:t>
                </a:r>
                <a: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G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קל יותר לבנות את החיתוך (תנאי "וגם") בין שתי שפות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בעלי יכולת תיאור זהה ל-</a:t>
                </a:r>
                <a: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- לא מוסיפים כוח ביטוי, רק מבנה נתונים לחישוב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8575" y="1371600"/>
                <a:ext cx="8991600" cy="4876800"/>
              </a:xfrm>
              <a:blipFill>
                <a:blip r:embed="rId2"/>
                <a:stretch>
                  <a:fillRect t="-1125" r="-542" b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31</a:t>
            </a:fld>
            <a:endParaRPr lang="he-IL"/>
          </a:p>
        </p:txBody>
      </p:sp>
      <p:grpSp>
        <p:nvGrpSpPr>
          <p:cNvPr id="42" name="Group 41"/>
          <p:cNvGrpSpPr/>
          <p:nvPr/>
        </p:nvGrpSpPr>
        <p:grpSpPr>
          <a:xfrm>
            <a:off x="532962" y="1237715"/>
            <a:ext cx="3154701" cy="1708810"/>
            <a:chOff x="553211" y="1498084"/>
            <a:chExt cx="3154701" cy="1708810"/>
          </a:xfrm>
        </p:grpSpPr>
        <p:sp>
          <p:nvSpPr>
            <p:cNvPr id="43" name="Oval 42"/>
            <p:cNvSpPr/>
            <p:nvPr/>
          </p:nvSpPr>
          <p:spPr>
            <a:xfrm>
              <a:off x="2688004" y="207556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val 43"/>
                <p:cNvSpPr/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Oval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Curved Connector 44"/>
            <p:cNvCxnSpPr>
              <a:stCxn id="44" idx="0"/>
              <a:endCxn id="43" idx="0"/>
            </p:cNvCxnSpPr>
            <p:nvPr/>
          </p:nvCxnSpPr>
          <p:spPr>
            <a:xfrm rot="5400000" flipH="1" flipV="1">
              <a:off x="2478454" y="15612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Curved Connector 45"/>
            <p:cNvCxnSpPr>
              <a:stCxn id="43" idx="4"/>
              <a:endCxn id="44" idx="4"/>
            </p:cNvCxnSpPr>
            <p:nvPr/>
          </p:nvCxnSpPr>
          <p:spPr>
            <a:xfrm rot="5400000">
              <a:off x="2478454" y="21708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Curved Connector 46"/>
            <p:cNvCxnSpPr>
              <a:stCxn id="43" idx="7"/>
              <a:endCxn id="43" idx="6"/>
            </p:cNvCxnSpPr>
            <p:nvPr/>
          </p:nvCxnSpPr>
          <p:spPr>
            <a:xfrm rot="16200000" flipH="1">
              <a:off x="3145204" y="2227962"/>
              <a:ext cx="215526" cy="89274"/>
            </a:xfrm>
            <a:prstGeom prst="curvedConnector4">
              <a:avLst>
                <a:gd name="adj1" fmla="val -82217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Curved Connector 47"/>
            <p:cNvCxnSpPr>
              <a:stCxn id="44" idx="1"/>
              <a:endCxn id="44" idx="2"/>
            </p:cNvCxnSpPr>
            <p:nvPr/>
          </p:nvCxnSpPr>
          <p:spPr>
            <a:xfrm rot="16200000" flipH="1" flipV="1">
              <a:off x="1596178" y="222796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Straight Arrow Connector 48"/>
            <p:cNvCxnSpPr>
              <a:endCxn id="44" idx="3"/>
            </p:cNvCxnSpPr>
            <p:nvPr/>
          </p:nvCxnSpPr>
          <p:spPr>
            <a:xfrm flipV="1">
              <a:off x="1545004" y="259588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val 49"/>
                <p:cNvSpPr/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>
                      <a:solidFill>
                        <a:srgbClr val="FF0000"/>
                      </a:solidFill>
                    </a:rPr>
                    <a:t> </a:t>
                  </a:r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Oval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/>
                <p:cNvSpPr txBox="1"/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/>
          <p:cNvGrpSpPr/>
          <p:nvPr/>
        </p:nvGrpSpPr>
        <p:grpSpPr>
          <a:xfrm>
            <a:off x="5231424" y="1242648"/>
            <a:ext cx="3070112" cy="1708810"/>
            <a:chOff x="5231424" y="1395048"/>
            <a:chExt cx="3070112" cy="1708810"/>
          </a:xfrm>
        </p:grpSpPr>
        <p:sp>
          <p:nvSpPr>
            <p:cNvPr id="61" name="Oval 60"/>
            <p:cNvSpPr/>
            <p:nvPr/>
          </p:nvSpPr>
          <p:spPr>
            <a:xfrm>
              <a:off x="6632332" y="198867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val 68"/>
                <p:cNvSpPr/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Oval 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Curved Connector 69"/>
            <p:cNvCxnSpPr>
              <a:stCxn id="69" idx="0"/>
              <a:endCxn id="61" idx="0"/>
            </p:cNvCxnSpPr>
            <p:nvPr/>
          </p:nvCxnSpPr>
          <p:spPr>
            <a:xfrm rot="5400000" flipH="1" flipV="1">
              <a:off x="6422782" y="14743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Curved Connector 70"/>
            <p:cNvCxnSpPr>
              <a:stCxn id="61" idx="4"/>
              <a:endCxn id="69" idx="4"/>
            </p:cNvCxnSpPr>
            <p:nvPr/>
          </p:nvCxnSpPr>
          <p:spPr>
            <a:xfrm rot="5400000">
              <a:off x="6422782" y="20839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urved Connector 71"/>
            <p:cNvCxnSpPr>
              <a:stCxn id="61" idx="7"/>
              <a:endCxn id="61" idx="6"/>
            </p:cNvCxnSpPr>
            <p:nvPr/>
          </p:nvCxnSpPr>
          <p:spPr>
            <a:xfrm rot="16200000" flipH="1">
              <a:off x="7089532" y="2141072"/>
              <a:ext cx="215526" cy="89274"/>
            </a:xfrm>
            <a:prstGeom prst="curvedConnector4">
              <a:avLst>
                <a:gd name="adj1" fmla="val -74058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Curved Connector 72"/>
            <p:cNvCxnSpPr>
              <a:stCxn id="69" idx="1"/>
              <a:endCxn id="69" idx="2"/>
            </p:cNvCxnSpPr>
            <p:nvPr/>
          </p:nvCxnSpPr>
          <p:spPr>
            <a:xfrm rot="16200000" flipH="1" flipV="1">
              <a:off x="5540506" y="214107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Straight Arrow Connector 73"/>
            <p:cNvCxnSpPr>
              <a:endCxn id="69" idx="3"/>
            </p:cNvCxnSpPr>
            <p:nvPr/>
          </p:nvCxnSpPr>
          <p:spPr>
            <a:xfrm flipV="1">
              <a:off x="5489332" y="250899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val 74"/>
                <p:cNvSpPr/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Oval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/>
                <p:cNvSpPr txBox="1"/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TextBox 7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Oval 80"/>
              <p:cNvSpPr/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Oval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Oval 81"/>
              <p:cNvSpPr/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Oval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Oval 82"/>
              <p:cNvSpPr/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3" name="Oval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83"/>
              <p:cNvSpPr/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4" name="Oval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3D53B4FB-B16D-E401-F9F1-6E836CEE7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מוטיבציה: אוטומט לחיתוך שפות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בעיה עם אוטומטי מַכְפֵּלָה</a:t>
            </a:r>
          </a:p>
        </p:txBody>
      </p:sp>
    </p:spTree>
    <p:extLst>
      <p:ext uri="{BB962C8B-B14F-4D97-AF65-F5344CB8AC3E}">
        <p14:creationId xmlns:p14="http://schemas.microsoft.com/office/powerpoint/2010/main" val="511566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32</a:t>
            </a:fld>
            <a:endParaRPr lang="he-IL"/>
          </a:p>
        </p:txBody>
      </p:sp>
      <p:grpSp>
        <p:nvGrpSpPr>
          <p:cNvPr id="49" name="Group 48"/>
          <p:cNvGrpSpPr/>
          <p:nvPr/>
        </p:nvGrpSpPr>
        <p:grpSpPr>
          <a:xfrm>
            <a:off x="532962" y="1237715"/>
            <a:ext cx="3154701" cy="1708810"/>
            <a:chOff x="553211" y="1498084"/>
            <a:chExt cx="3154701" cy="1708810"/>
          </a:xfrm>
        </p:grpSpPr>
        <p:sp>
          <p:nvSpPr>
            <p:cNvPr id="52" name="Oval 51"/>
            <p:cNvSpPr/>
            <p:nvPr/>
          </p:nvSpPr>
          <p:spPr>
            <a:xfrm>
              <a:off x="2688004" y="207556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Oval 52"/>
                <p:cNvSpPr/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Oval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Curved Connector 53"/>
            <p:cNvCxnSpPr>
              <a:stCxn id="53" idx="0"/>
              <a:endCxn id="52" idx="0"/>
            </p:cNvCxnSpPr>
            <p:nvPr/>
          </p:nvCxnSpPr>
          <p:spPr>
            <a:xfrm rot="5400000" flipH="1" flipV="1">
              <a:off x="2478454" y="15612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5" name="Curved Connector 54"/>
            <p:cNvCxnSpPr>
              <a:stCxn id="52" idx="4"/>
              <a:endCxn id="53" idx="4"/>
            </p:cNvCxnSpPr>
            <p:nvPr/>
          </p:nvCxnSpPr>
          <p:spPr>
            <a:xfrm rot="5400000">
              <a:off x="2478454" y="21708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Curved Connector 55"/>
            <p:cNvCxnSpPr>
              <a:stCxn id="52" idx="7"/>
              <a:endCxn id="52" idx="6"/>
            </p:cNvCxnSpPr>
            <p:nvPr/>
          </p:nvCxnSpPr>
          <p:spPr>
            <a:xfrm rot="16200000" flipH="1">
              <a:off x="3145204" y="2227962"/>
              <a:ext cx="215526" cy="89274"/>
            </a:xfrm>
            <a:prstGeom prst="curvedConnector4">
              <a:avLst>
                <a:gd name="adj1" fmla="val -82217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Curved Connector 56"/>
            <p:cNvCxnSpPr>
              <a:stCxn id="53" idx="1"/>
              <a:endCxn id="53" idx="2"/>
            </p:cNvCxnSpPr>
            <p:nvPr/>
          </p:nvCxnSpPr>
          <p:spPr>
            <a:xfrm rot="16200000" flipH="1" flipV="1">
              <a:off x="1596178" y="222796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Straight Arrow Connector 57"/>
            <p:cNvCxnSpPr>
              <a:endCxn id="53" idx="3"/>
            </p:cNvCxnSpPr>
            <p:nvPr/>
          </p:nvCxnSpPr>
          <p:spPr>
            <a:xfrm flipV="1">
              <a:off x="1545004" y="259588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val 58"/>
                <p:cNvSpPr/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>
                      <a:solidFill>
                        <a:srgbClr val="FF0000"/>
                      </a:solidFill>
                    </a:rPr>
                    <a:t> </a:t>
                  </a:r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Oval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/>
          <p:cNvGrpSpPr/>
          <p:nvPr/>
        </p:nvGrpSpPr>
        <p:grpSpPr>
          <a:xfrm>
            <a:off x="5231424" y="1242648"/>
            <a:ext cx="3070112" cy="1708810"/>
            <a:chOff x="5231424" y="1395048"/>
            <a:chExt cx="3070112" cy="1708810"/>
          </a:xfrm>
        </p:grpSpPr>
        <p:sp>
          <p:nvSpPr>
            <p:cNvPr id="71" name="Oval 70"/>
            <p:cNvSpPr/>
            <p:nvPr/>
          </p:nvSpPr>
          <p:spPr>
            <a:xfrm>
              <a:off x="6632332" y="198867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Oval 71"/>
                <p:cNvSpPr/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Oval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Curved Connector 72"/>
            <p:cNvCxnSpPr>
              <a:stCxn id="72" idx="0"/>
              <a:endCxn id="71" idx="0"/>
            </p:cNvCxnSpPr>
            <p:nvPr/>
          </p:nvCxnSpPr>
          <p:spPr>
            <a:xfrm rot="5400000" flipH="1" flipV="1">
              <a:off x="6422782" y="14743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Curved Connector 73"/>
            <p:cNvCxnSpPr>
              <a:stCxn id="71" idx="4"/>
              <a:endCxn id="72" idx="4"/>
            </p:cNvCxnSpPr>
            <p:nvPr/>
          </p:nvCxnSpPr>
          <p:spPr>
            <a:xfrm rot="5400000">
              <a:off x="6422782" y="20839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Curved Connector 75"/>
            <p:cNvCxnSpPr>
              <a:stCxn id="71" idx="7"/>
              <a:endCxn id="71" idx="6"/>
            </p:cNvCxnSpPr>
            <p:nvPr/>
          </p:nvCxnSpPr>
          <p:spPr>
            <a:xfrm rot="16200000" flipH="1">
              <a:off x="7089532" y="2141072"/>
              <a:ext cx="215526" cy="89274"/>
            </a:xfrm>
            <a:prstGeom prst="curvedConnector4">
              <a:avLst>
                <a:gd name="adj1" fmla="val -74058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Curved Connector 76"/>
            <p:cNvCxnSpPr>
              <a:stCxn id="72" idx="1"/>
              <a:endCxn id="72" idx="2"/>
            </p:cNvCxnSpPr>
            <p:nvPr/>
          </p:nvCxnSpPr>
          <p:spPr>
            <a:xfrm rot="16200000" flipH="1" flipV="1">
              <a:off x="5540506" y="214107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Straight Arrow Connector 77"/>
            <p:cNvCxnSpPr>
              <a:endCxn id="72" idx="3"/>
            </p:cNvCxnSpPr>
            <p:nvPr/>
          </p:nvCxnSpPr>
          <p:spPr>
            <a:xfrm flipV="1">
              <a:off x="5489332" y="250899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Oval 78"/>
                <p:cNvSpPr/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Oval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Box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/>
                <p:cNvSpPr txBox="1"/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9" name="Curved Connector 118"/>
          <p:cNvCxnSpPr/>
          <p:nvPr/>
        </p:nvCxnSpPr>
        <p:spPr>
          <a:xfrm rot="10800000" flipH="1">
            <a:off x="3100521" y="3723716"/>
            <a:ext cx="106791" cy="251595"/>
          </a:xfrm>
          <a:prstGeom prst="curvedConnector4">
            <a:avLst>
              <a:gd name="adj1" fmla="val -256066"/>
              <a:gd name="adj2" fmla="val 161819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Oval 119"/>
              <p:cNvSpPr/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0" name="Oval 1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Oval 120"/>
              <p:cNvSpPr/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1" name="Oval 1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Oval 121"/>
              <p:cNvSpPr/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" name="Oval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Oval 122"/>
              <p:cNvSpPr/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3" name="Oval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Arrow Connector 123"/>
          <p:cNvCxnSpPr>
            <a:endCxn id="120" idx="0"/>
          </p:cNvCxnSpPr>
          <p:nvPr/>
        </p:nvCxnSpPr>
        <p:spPr>
          <a:xfrm>
            <a:off x="3372377" y="3227635"/>
            <a:ext cx="0" cy="435936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5" name="Straight Arrow Connector 124"/>
          <p:cNvCxnSpPr>
            <a:stCxn id="120" idx="6"/>
            <a:endCxn id="121" idx="2"/>
          </p:cNvCxnSpPr>
          <p:nvPr/>
        </p:nvCxnSpPr>
        <p:spPr>
          <a:xfrm>
            <a:off x="3736983" y="4019380"/>
            <a:ext cx="162383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6" name="Straight Arrow Connector 125"/>
          <p:cNvCxnSpPr>
            <a:stCxn id="120" idx="5"/>
            <a:endCxn id="123" idx="1"/>
          </p:cNvCxnSpPr>
          <p:nvPr/>
        </p:nvCxnSpPr>
        <p:spPr>
          <a:xfrm>
            <a:off x="3630192" y="4270975"/>
            <a:ext cx="1837421" cy="1320498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Straight Arrow Connector 126"/>
          <p:cNvCxnSpPr>
            <a:stCxn id="120" idx="4"/>
            <a:endCxn id="122" idx="0"/>
          </p:cNvCxnSpPr>
          <p:nvPr/>
        </p:nvCxnSpPr>
        <p:spPr>
          <a:xfrm>
            <a:off x="3372377" y="4375190"/>
            <a:ext cx="0" cy="1100864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/>
              <p:cNvSpPr txBox="1"/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/>
              <p:cNvSpPr txBox="1"/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Box 129"/>
              <p:cNvSpPr txBox="1"/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0" name="Text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/>
              <p:cNvSpPr txBox="1"/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1" name="TextBox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/>
              <p:cNvSpPr txBox="1"/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32" name="TextBox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מוטיבציה: אוטומט לחיתוך שפות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בעיה עם אוטומטי מַכְפֵּלָה</a:t>
            </a:r>
          </a:p>
        </p:txBody>
      </p:sp>
    </p:spTree>
    <p:extLst>
      <p:ext uri="{BB962C8B-B14F-4D97-AF65-F5344CB8AC3E}">
        <p14:creationId xmlns:p14="http://schemas.microsoft.com/office/powerpoint/2010/main" val="3055227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Straight Arrow Connector 115"/>
          <p:cNvCxnSpPr>
            <a:cxnSpLocks noChangeAspect="1"/>
          </p:cNvCxnSpPr>
          <p:nvPr/>
        </p:nvCxnSpPr>
        <p:spPr>
          <a:xfrm flipH="1" flipV="1">
            <a:off x="3692337" y="4132556"/>
            <a:ext cx="2004010" cy="144022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מוטיבציה: אוטומט לחיתוך שפות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בעיה עם אוטומטי מַכְפֵּלָה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33</a:t>
            </a:fld>
            <a:endParaRPr lang="he-IL"/>
          </a:p>
        </p:txBody>
      </p:sp>
      <p:grpSp>
        <p:nvGrpSpPr>
          <p:cNvPr id="84" name="Group 83"/>
          <p:cNvGrpSpPr/>
          <p:nvPr/>
        </p:nvGrpSpPr>
        <p:grpSpPr>
          <a:xfrm>
            <a:off x="532962" y="1237715"/>
            <a:ext cx="3154701" cy="1708810"/>
            <a:chOff x="553211" y="1498084"/>
            <a:chExt cx="3154701" cy="1708810"/>
          </a:xfrm>
        </p:grpSpPr>
        <p:sp>
          <p:nvSpPr>
            <p:cNvPr id="30" name="Oval 29"/>
            <p:cNvSpPr/>
            <p:nvPr/>
          </p:nvSpPr>
          <p:spPr>
            <a:xfrm>
              <a:off x="2688004" y="207556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urved Connector 31"/>
            <p:cNvCxnSpPr>
              <a:stCxn id="31" idx="0"/>
              <a:endCxn id="30" idx="0"/>
            </p:cNvCxnSpPr>
            <p:nvPr/>
          </p:nvCxnSpPr>
          <p:spPr>
            <a:xfrm rot="5400000" flipH="1" flipV="1">
              <a:off x="2478454" y="15612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Curved Connector 32"/>
            <p:cNvCxnSpPr>
              <a:stCxn id="30" idx="4"/>
              <a:endCxn id="31" idx="4"/>
            </p:cNvCxnSpPr>
            <p:nvPr/>
          </p:nvCxnSpPr>
          <p:spPr>
            <a:xfrm rot="5400000">
              <a:off x="2478454" y="21708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urved Connector 33"/>
            <p:cNvCxnSpPr>
              <a:stCxn id="30" idx="7"/>
              <a:endCxn id="30" idx="6"/>
            </p:cNvCxnSpPr>
            <p:nvPr/>
          </p:nvCxnSpPr>
          <p:spPr>
            <a:xfrm rot="16200000" flipH="1">
              <a:off x="3145204" y="2227962"/>
              <a:ext cx="215526" cy="89274"/>
            </a:xfrm>
            <a:prstGeom prst="curvedConnector4">
              <a:avLst>
                <a:gd name="adj1" fmla="val -82217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urved Connector 34"/>
            <p:cNvCxnSpPr>
              <a:stCxn id="31" idx="1"/>
              <a:endCxn id="31" idx="2"/>
            </p:cNvCxnSpPr>
            <p:nvPr/>
          </p:nvCxnSpPr>
          <p:spPr>
            <a:xfrm rot="16200000" flipH="1" flipV="1">
              <a:off x="1596178" y="222796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Straight Arrow Connector 35"/>
            <p:cNvCxnSpPr>
              <a:endCxn id="31" idx="3"/>
            </p:cNvCxnSpPr>
            <p:nvPr/>
          </p:nvCxnSpPr>
          <p:spPr>
            <a:xfrm flipV="1">
              <a:off x="1545004" y="259588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/>
                <p:cNvSpPr/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>
                      <a:solidFill>
                        <a:srgbClr val="FF0000"/>
                      </a:solidFill>
                    </a:rPr>
                    <a:t> </a:t>
                  </a:r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/>
          <p:cNvGrpSpPr/>
          <p:nvPr/>
        </p:nvGrpSpPr>
        <p:grpSpPr>
          <a:xfrm>
            <a:off x="5231424" y="1242648"/>
            <a:ext cx="3070112" cy="1708810"/>
            <a:chOff x="5231424" y="1395048"/>
            <a:chExt cx="3070112" cy="1708810"/>
          </a:xfrm>
        </p:grpSpPr>
        <p:sp>
          <p:nvSpPr>
            <p:cNvPr id="6" name="Oval 5"/>
            <p:cNvSpPr/>
            <p:nvPr/>
          </p:nvSpPr>
          <p:spPr>
            <a:xfrm>
              <a:off x="6632332" y="198867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urved Connector 10"/>
            <p:cNvCxnSpPr>
              <a:stCxn id="7" idx="0"/>
              <a:endCxn id="6" idx="0"/>
            </p:cNvCxnSpPr>
            <p:nvPr/>
          </p:nvCxnSpPr>
          <p:spPr>
            <a:xfrm rot="5400000" flipH="1" flipV="1">
              <a:off x="6422782" y="14743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urved Connector 13"/>
            <p:cNvCxnSpPr>
              <a:stCxn id="6" idx="4"/>
              <a:endCxn id="7" idx="4"/>
            </p:cNvCxnSpPr>
            <p:nvPr/>
          </p:nvCxnSpPr>
          <p:spPr>
            <a:xfrm rot="5400000">
              <a:off x="6422782" y="20839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Curved Connector 17"/>
            <p:cNvCxnSpPr>
              <a:stCxn id="6" idx="7"/>
              <a:endCxn id="6" idx="6"/>
            </p:cNvCxnSpPr>
            <p:nvPr/>
          </p:nvCxnSpPr>
          <p:spPr>
            <a:xfrm rot="16200000" flipH="1">
              <a:off x="7089532" y="2141072"/>
              <a:ext cx="215526" cy="89274"/>
            </a:xfrm>
            <a:prstGeom prst="curvedConnector4">
              <a:avLst>
                <a:gd name="adj1" fmla="val -74058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urved Connector 19"/>
            <p:cNvCxnSpPr>
              <a:stCxn id="7" idx="1"/>
              <a:endCxn id="7" idx="2"/>
            </p:cNvCxnSpPr>
            <p:nvPr/>
          </p:nvCxnSpPr>
          <p:spPr>
            <a:xfrm rot="16200000" flipH="1" flipV="1">
              <a:off x="5540506" y="214107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/>
            <p:cNvCxnSpPr>
              <a:endCxn id="7" idx="3"/>
            </p:cNvCxnSpPr>
            <p:nvPr/>
          </p:nvCxnSpPr>
          <p:spPr>
            <a:xfrm flipV="1">
              <a:off x="5489332" y="250899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/>
                <p:cNvSpPr/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Oval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/>
          <p:cNvGrpSpPr/>
          <p:nvPr/>
        </p:nvGrpSpPr>
        <p:grpSpPr>
          <a:xfrm>
            <a:off x="1581647" y="3103449"/>
            <a:ext cx="5545221" cy="3607569"/>
            <a:chOff x="2095592" y="3525714"/>
            <a:chExt cx="4635637" cy="3090379"/>
          </a:xfrm>
        </p:grpSpPr>
        <p:cxnSp>
          <p:nvCxnSpPr>
            <p:cNvPr id="46" name="Curved Connector 45"/>
            <p:cNvCxnSpPr/>
            <p:nvPr/>
          </p:nvCxnSpPr>
          <p:spPr>
            <a:xfrm rot="10800000" flipH="1">
              <a:off x="3365325" y="4057058"/>
              <a:ext cx="89274" cy="215526"/>
            </a:xfrm>
            <a:prstGeom prst="curvedConnector4">
              <a:avLst>
                <a:gd name="adj1" fmla="val -256066"/>
                <a:gd name="adj2" fmla="val 161819"/>
              </a:avLst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Curved Connector 60"/>
            <p:cNvCxnSpPr/>
            <p:nvPr/>
          </p:nvCxnSpPr>
          <p:spPr>
            <a:xfrm rot="5400000" flipH="1">
              <a:off x="3330758" y="5996217"/>
              <a:ext cx="215526" cy="89274"/>
            </a:xfrm>
            <a:prstGeom prst="curvedConnector4">
              <a:avLst>
                <a:gd name="adj1" fmla="val -61819"/>
                <a:gd name="adj2" fmla="val 356066"/>
              </a:avLst>
            </a:prstGeom>
            <a:noFill/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2" name="Curved Connector 51"/>
            <p:cNvCxnSpPr/>
            <p:nvPr/>
          </p:nvCxnSpPr>
          <p:spPr>
            <a:xfrm rot="5400000" flipH="1" flipV="1">
              <a:off x="5612498" y="6005090"/>
              <a:ext cx="215526" cy="89274"/>
            </a:xfrm>
            <a:prstGeom prst="curvedConnector4">
              <a:avLst>
                <a:gd name="adj1" fmla="val -79354"/>
                <a:gd name="adj2" fmla="val 314063"/>
              </a:avLst>
            </a:prstGeom>
            <a:noFill/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Curved Connector 46"/>
            <p:cNvCxnSpPr/>
            <p:nvPr/>
          </p:nvCxnSpPr>
          <p:spPr>
            <a:xfrm flipH="1" flipV="1">
              <a:off x="5628687" y="4024356"/>
              <a:ext cx="89274" cy="215526"/>
            </a:xfrm>
            <a:prstGeom prst="curvedConnector4">
              <a:avLst>
                <a:gd name="adj1" fmla="val -256066"/>
                <a:gd name="adj2" fmla="val 190376"/>
              </a:avLst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Oval 61"/>
                <p:cNvSpPr/>
                <p:nvPr/>
              </p:nvSpPr>
              <p:spPr>
                <a:xfrm>
                  <a:off x="3287788" y="4005535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Oval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788" y="4005535"/>
                  <a:ext cx="609600" cy="609600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Oval 62"/>
                <p:cNvSpPr/>
                <p:nvPr/>
              </p:nvSpPr>
              <p:spPr>
                <a:xfrm>
                  <a:off x="5254868" y="4005535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Oval 6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868" y="4005535"/>
                  <a:ext cx="609600" cy="609600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val 63"/>
                <p:cNvSpPr/>
                <p:nvPr/>
              </p:nvSpPr>
              <p:spPr>
                <a:xfrm>
                  <a:off x="3287788" y="5558176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Oval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788" y="5558176"/>
                  <a:ext cx="609600" cy="609600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Oval 64"/>
                <p:cNvSpPr/>
                <p:nvPr/>
              </p:nvSpPr>
              <p:spPr>
                <a:xfrm>
                  <a:off x="5254868" y="5567775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sub>
                        </m:sSub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14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Oval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4868" y="5567775"/>
                  <a:ext cx="609600" cy="609600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>
              <a:endCxn id="62" idx="0"/>
            </p:cNvCxnSpPr>
            <p:nvPr/>
          </p:nvCxnSpPr>
          <p:spPr>
            <a:xfrm>
              <a:off x="3592588" y="3632096"/>
              <a:ext cx="0" cy="37343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Arrow Connector 11"/>
            <p:cNvCxnSpPr>
              <a:stCxn id="62" idx="6"/>
              <a:endCxn id="63" idx="2"/>
            </p:cNvCxnSpPr>
            <p:nvPr/>
          </p:nvCxnSpPr>
          <p:spPr>
            <a:xfrm>
              <a:off x="3897388" y="4310335"/>
              <a:ext cx="135748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" name="Straight Arrow Connector 14"/>
            <p:cNvCxnSpPr>
              <a:stCxn id="62" idx="5"/>
              <a:endCxn id="65" idx="1"/>
            </p:cNvCxnSpPr>
            <p:nvPr/>
          </p:nvCxnSpPr>
          <p:spPr>
            <a:xfrm>
              <a:off x="3808114" y="4525861"/>
              <a:ext cx="1536028" cy="113118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Arrow Connector 44"/>
            <p:cNvCxnSpPr>
              <a:stCxn id="62" idx="4"/>
              <a:endCxn id="64" idx="0"/>
            </p:cNvCxnSpPr>
            <p:nvPr/>
          </p:nvCxnSpPr>
          <p:spPr>
            <a:xfrm>
              <a:off x="3592588" y="4615135"/>
              <a:ext cx="0" cy="94304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4120268" y="4057058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0268" y="4057058"/>
                  <a:ext cx="874437" cy="26365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2490888" y="6113481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0888" y="6113481"/>
                  <a:ext cx="874437" cy="26365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4581862" y="5486389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1862" y="5486389"/>
                  <a:ext cx="874437" cy="26365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/>
                <p:cNvSpPr txBox="1"/>
                <p:nvPr/>
              </p:nvSpPr>
              <p:spPr>
                <a:xfrm>
                  <a:off x="2499687" y="3678755"/>
                  <a:ext cx="1072870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9687" y="3678755"/>
                  <a:ext cx="1072870" cy="26365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5856792" y="4364629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6792" y="4364629"/>
                  <a:ext cx="874437" cy="26365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Straight Arrow Connector 69"/>
            <p:cNvCxnSpPr>
              <a:stCxn id="65" idx="2"/>
              <a:endCxn id="64" idx="6"/>
            </p:cNvCxnSpPr>
            <p:nvPr/>
          </p:nvCxnSpPr>
          <p:spPr>
            <a:xfrm flipH="1" flipV="1">
              <a:off x="3897388" y="5862976"/>
              <a:ext cx="1357480" cy="959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/>
                <p:cNvSpPr txBox="1"/>
                <p:nvPr/>
              </p:nvSpPr>
              <p:spPr>
                <a:xfrm>
                  <a:off x="2912345" y="5173872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TextBox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2345" y="5173872"/>
                  <a:ext cx="874437" cy="263653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/>
                <p:cNvSpPr txBox="1"/>
                <p:nvPr/>
              </p:nvSpPr>
              <p:spPr>
                <a:xfrm>
                  <a:off x="4112914" y="5893836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2914" y="5893836"/>
                  <a:ext cx="874437" cy="26365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Straight Arrow Connector 72"/>
            <p:cNvCxnSpPr>
              <a:stCxn id="63" idx="3"/>
              <a:endCxn id="64" idx="7"/>
            </p:cNvCxnSpPr>
            <p:nvPr/>
          </p:nvCxnSpPr>
          <p:spPr>
            <a:xfrm flipH="1">
              <a:off x="3808114" y="4525861"/>
              <a:ext cx="1536028" cy="112158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/>
                <p:cNvSpPr txBox="1"/>
                <p:nvPr/>
              </p:nvSpPr>
              <p:spPr>
                <a:xfrm>
                  <a:off x="3835592" y="5435318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TextBox 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5592" y="5435318"/>
                  <a:ext cx="874437" cy="263653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Curved Connector 76"/>
            <p:cNvCxnSpPr>
              <a:stCxn id="64" idx="4"/>
              <a:endCxn id="65" idx="4"/>
            </p:cNvCxnSpPr>
            <p:nvPr/>
          </p:nvCxnSpPr>
          <p:spPr>
            <a:xfrm rot="16200000" flipH="1">
              <a:off x="4571329" y="5189035"/>
              <a:ext cx="9599" cy="1967080"/>
            </a:xfrm>
            <a:prstGeom prst="curvedConnector3">
              <a:avLst>
                <a:gd name="adj1" fmla="val 2481498"/>
              </a:avLst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/>
                <p:cNvSpPr txBox="1"/>
                <p:nvPr/>
              </p:nvSpPr>
              <p:spPr>
                <a:xfrm>
                  <a:off x="4111776" y="6352440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776" y="6352440"/>
                  <a:ext cx="874437" cy="263653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Straight Arrow Connector 79"/>
            <p:cNvCxnSpPr>
              <a:stCxn id="63" idx="4"/>
              <a:endCxn id="65" idx="0"/>
            </p:cNvCxnSpPr>
            <p:nvPr/>
          </p:nvCxnSpPr>
          <p:spPr>
            <a:xfrm>
              <a:off x="5559668" y="4615135"/>
              <a:ext cx="0" cy="95264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5327679" y="5129433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7679" y="5129433"/>
                  <a:ext cx="874437" cy="263653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/>
                <p:cNvSpPr txBox="1"/>
                <p:nvPr/>
              </p:nvSpPr>
              <p:spPr>
                <a:xfrm>
                  <a:off x="5599109" y="6296308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TextBox 1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9109" y="6296308"/>
                  <a:ext cx="874437" cy="26365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/>
                <p:cNvSpPr txBox="1"/>
                <p:nvPr/>
              </p:nvSpPr>
              <p:spPr>
                <a:xfrm>
                  <a:off x="5516810" y="3596372"/>
                  <a:ext cx="874437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6810" y="3596372"/>
                  <a:ext cx="874437" cy="26365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/>
                <p:cNvSpPr txBox="1"/>
                <p:nvPr/>
              </p:nvSpPr>
              <p:spPr>
                <a:xfrm>
                  <a:off x="2095592" y="4737803"/>
                  <a:ext cx="1072870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Text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5592" y="4737803"/>
                  <a:ext cx="1072870" cy="263653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/>
                <p:cNvSpPr txBox="1"/>
                <p:nvPr/>
              </p:nvSpPr>
              <p:spPr>
                <a:xfrm>
                  <a:off x="4111776" y="3525714"/>
                  <a:ext cx="1072870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1776" y="3525714"/>
                  <a:ext cx="1072870" cy="263653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/>
                <p:cNvSpPr txBox="1"/>
                <p:nvPr/>
              </p:nvSpPr>
              <p:spPr>
                <a:xfrm>
                  <a:off x="3687466" y="4310334"/>
                  <a:ext cx="1072870" cy="263653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∧¬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4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TextBox 1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466" y="4310334"/>
                  <a:ext cx="1072870" cy="26365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7" name="Straight Arrow Connector 86"/>
          <p:cNvCxnSpPr>
            <a:cxnSpLocks noChangeAspect="1"/>
          </p:cNvCxnSpPr>
          <p:nvPr/>
        </p:nvCxnSpPr>
        <p:spPr>
          <a:xfrm flipV="1">
            <a:off x="3487444" y="4141434"/>
            <a:ext cx="1909440" cy="1361664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urved Connector 91"/>
          <p:cNvCxnSpPr>
            <a:stCxn id="65" idx="6"/>
            <a:endCxn id="63" idx="6"/>
          </p:cNvCxnSpPr>
          <p:nvPr/>
        </p:nvCxnSpPr>
        <p:spPr>
          <a:xfrm flipV="1">
            <a:off x="6090036" y="4019380"/>
            <a:ext cx="12700" cy="1823688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8" name="Curved Connector 107"/>
          <p:cNvCxnSpPr>
            <a:stCxn id="64" idx="2"/>
            <a:endCxn id="62" idx="2"/>
          </p:cNvCxnSpPr>
          <p:nvPr/>
        </p:nvCxnSpPr>
        <p:spPr>
          <a:xfrm rot="10800000">
            <a:off x="3007771" y="4019381"/>
            <a:ext cx="12700" cy="1812483"/>
          </a:xfrm>
          <a:prstGeom prst="curvedConnector3">
            <a:avLst>
              <a:gd name="adj1" fmla="val 3058252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Curved Connector 111"/>
          <p:cNvCxnSpPr>
            <a:stCxn id="63" idx="1"/>
            <a:endCxn id="62" idx="7"/>
          </p:cNvCxnSpPr>
          <p:nvPr/>
        </p:nvCxnSpPr>
        <p:spPr>
          <a:xfrm rot="16200000" flipV="1">
            <a:off x="4548903" y="2849073"/>
            <a:ext cx="12700" cy="1837421"/>
          </a:xfrm>
          <a:prstGeom prst="curvedConnector3">
            <a:avLst>
              <a:gd name="adj1" fmla="val 2620583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86F6B1-CAF0-19A9-B26A-FA72E9332073}"/>
                  </a:ext>
                </a:extLst>
              </p:cNvPr>
              <p:cNvSpPr txBox="1"/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86F6B1-CAF0-19A9-B26A-FA72E9332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129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Straight Arrow Connector 115"/>
          <p:cNvCxnSpPr>
            <a:cxnSpLocks noChangeAspect="1"/>
          </p:cNvCxnSpPr>
          <p:nvPr/>
        </p:nvCxnSpPr>
        <p:spPr>
          <a:xfrm flipH="1" flipV="1">
            <a:off x="3692337" y="4132556"/>
            <a:ext cx="2004010" cy="144022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מוטיבציה: אוטומט לחיתוך שפות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בעיה עם אוטומטי מַכְפֵּלָה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34</a:t>
            </a:fld>
            <a:endParaRPr lang="he-IL"/>
          </a:p>
        </p:txBody>
      </p:sp>
      <p:grpSp>
        <p:nvGrpSpPr>
          <p:cNvPr id="84" name="Group 83"/>
          <p:cNvGrpSpPr/>
          <p:nvPr/>
        </p:nvGrpSpPr>
        <p:grpSpPr>
          <a:xfrm>
            <a:off x="532962" y="1237715"/>
            <a:ext cx="3154701" cy="1708810"/>
            <a:chOff x="553211" y="1498084"/>
            <a:chExt cx="3154701" cy="1708810"/>
          </a:xfrm>
        </p:grpSpPr>
        <p:sp>
          <p:nvSpPr>
            <p:cNvPr id="30" name="Oval 29"/>
            <p:cNvSpPr/>
            <p:nvPr/>
          </p:nvSpPr>
          <p:spPr>
            <a:xfrm>
              <a:off x="2688004" y="207556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urved Connector 31"/>
            <p:cNvCxnSpPr>
              <a:stCxn id="31" idx="0"/>
              <a:endCxn id="30" idx="0"/>
            </p:cNvCxnSpPr>
            <p:nvPr/>
          </p:nvCxnSpPr>
          <p:spPr>
            <a:xfrm rot="5400000" flipH="1" flipV="1">
              <a:off x="2478454" y="15612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Curved Connector 32"/>
            <p:cNvCxnSpPr>
              <a:stCxn id="30" idx="4"/>
              <a:endCxn id="31" idx="4"/>
            </p:cNvCxnSpPr>
            <p:nvPr/>
          </p:nvCxnSpPr>
          <p:spPr>
            <a:xfrm rot="5400000">
              <a:off x="2478454" y="21708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urved Connector 33"/>
            <p:cNvCxnSpPr>
              <a:stCxn id="30" idx="7"/>
              <a:endCxn id="30" idx="6"/>
            </p:cNvCxnSpPr>
            <p:nvPr/>
          </p:nvCxnSpPr>
          <p:spPr>
            <a:xfrm rot="16200000" flipH="1">
              <a:off x="3145204" y="2227962"/>
              <a:ext cx="215526" cy="89274"/>
            </a:xfrm>
            <a:prstGeom prst="curvedConnector4">
              <a:avLst>
                <a:gd name="adj1" fmla="val -82217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urved Connector 34"/>
            <p:cNvCxnSpPr>
              <a:stCxn id="31" idx="1"/>
              <a:endCxn id="31" idx="2"/>
            </p:cNvCxnSpPr>
            <p:nvPr/>
          </p:nvCxnSpPr>
          <p:spPr>
            <a:xfrm rot="16200000" flipH="1" flipV="1">
              <a:off x="1596178" y="222796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Straight Arrow Connector 35"/>
            <p:cNvCxnSpPr>
              <a:endCxn id="31" idx="3"/>
            </p:cNvCxnSpPr>
            <p:nvPr/>
          </p:nvCxnSpPr>
          <p:spPr>
            <a:xfrm flipV="1">
              <a:off x="1545004" y="259588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/>
                <p:cNvSpPr/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>
                      <a:solidFill>
                        <a:srgbClr val="FF0000"/>
                      </a:solidFill>
                    </a:rPr>
                    <a:t> </a:t>
                  </a:r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/>
          <p:cNvGrpSpPr/>
          <p:nvPr/>
        </p:nvGrpSpPr>
        <p:grpSpPr>
          <a:xfrm>
            <a:off x="5231424" y="1242648"/>
            <a:ext cx="3070112" cy="1708810"/>
            <a:chOff x="5231424" y="1395048"/>
            <a:chExt cx="3070112" cy="1708810"/>
          </a:xfrm>
        </p:grpSpPr>
        <p:sp>
          <p:nvSpPr>
            <p:cNvPr id="6" name="Oval 5"/>
            <p:cNvSpPr/>
            <p:nvPr/>
          </p:nvSpPr>
          <p:spPr>
            <a:xfrm>
              <a:off x="6632332" y="198867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urved Connector 10"/>
            <p:cNvCxnSpPr>
              <a:stCxn id="7" idx="0"/>
              <a:endCxn id="6" idx="0"/>
            </p:cNvCxnSpPr>
            <p:nvPr/>
          </p:nvCxnSpPr>
          <p:spPr>
            <a:xfrm rot="5400000" flipH="1" flipV="1">
              <a:off x="6422782" y="14743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urved Connector 13"/>
            <p:cNvCxnSpPr>
              <a:stCxn id="6" idx="4"/>
              <a:endCxn id="7" idx="4"/>
            </p:cNvCxnSpPr>
            <p:nvPr/>
          </p:nvCxnSpPr>
          <p:spPr>
            <a:xfrm rot="5400000">
              <a:off x="6422782" y="20839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Curved Connector 17"/>
            <p:cNvCxnSpPr>
              <a:stCxn id="6" idx="7"/>
              <a:endCxn id="6" idx="6"/>
            </p:cNvCxnSpPr>
            <p:nvPr/>
          </p:nvCxnSpPr>
          <p:spPr>
            <a:xfrm rot="16200000" flipH="1">
              <a:off x="7089532" y="2141072"/>
              <a:ext cx="215526" cy="89274"/>
            </a:xfrm>
            <a:prstGeom prst="curvedConnector4">
              <a:avLst>
                <a:gd name="adj1" fmla="val -74058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urved Connector 19"/>
            <p:cNvCxnSpPr>
              <a:stCxn id="7" idx="1"/>
              <a:endCxn id="7" idx="2"/>
            </p:cNvCxnSpPr>
            <p:nvPr/>
          </p:nvCxnSpPr>
          <p:spPr>
            <a:xfrm rot="16200000" flipH="1" flipV="1">
              <a:off x="5540506" y="214107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/>
            <p:cNvCxnSpPr>
              <a:endCxn id="7" idx="3"/>
            </p:cNvCxnSpPr>
            <p:nvPr/>
          </p:nvCxnSpPr>
          <p:spPr>
            <a:xfrm flipV="1">
              <a:off x="5489332" y="250899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/>
                <p:cNvSpPr/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Oval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urved Connector 45"/>
          <p:cNvCxnSpPr/>
          <p:nvPr/>
        </p:nvCxnSpPr>
        <p:spPr>
          <a:xfrm rot="10800000" flipH="1">
            <a:off x="3100521" y="3723716"/>
            <a:ext cx="106791" cy="251595"/>
          </a:xfrm>
          <a:prstGeom prst="curvedConnector4">
            <a:avLst>
              <a:gd name="adj1" fmla="val -256066"/>
              <a:gd name="adj2" fmla="val 161819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Curved Connector 60"/>
          <p:cNvCxnSpPr/>
          <p:nvPr/>
        </p:nvCxnSpPr>
        <p:spPr>
          <a:xfrm rot="5400000" flipH="1">
            <a:off x="3062282" y="5986114"/>
            <a:ext cx="251595" cy="106791"/>
          </a:xfrm>
          <a:prstGeom prst="curvedConnector4">
            <a:avLst>
              <a:gd name="adj1" fmla="val -61819"/>
              <a:gd name="adj2" fmla="val 356066"/>
            </a:avLst>
          </a:prstGeom>
          <a:noFill/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urved Connector 51"/>
          <p:cNvCxnSpPr/>
          <p:nvPr/>
        </p:nvCxnSpPr>
        <p:spPr>
          <a:xfrm rot="5400000" flipH="1" flipV="1">
            <a:off x="5791735" y="5996472"/>
            <a:ext cx="251595" cy="106791"/>
          </a:xfrm>
          <a:prstGeom prst="curvedConnector4">
            <a:avLst>
              <a:gd name="adj1" fmla="val -79354"/>
              <a:gd name="adj2" fmla="val 314063"/>
            </a:avLst>
          </a:prstGeom>
          <a:noFill/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urved Connector 46"/>
          <p:cNvCxnSpPr/>
          <p:nvPr/>
        </p:nvCxnSpPr>
        <p:spPr>
          <a:xfrm flipH="1" flipV="1">
            <a:off x="5807990" y="3685541"/>
            <a:ext cx="106791" cy="251595"/>
          </a:xfrm>
          <a:prstGeom prst="curvedConnector4">
            <a:avLst>
              <a:gd name="adj1" fmla="val -256066"/>
              <a:gd name="adj2" fmla="val 190376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/>
              <p:cNvSpPr/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Oval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/>
              <p:cNvSpPr/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val 63"/>
              <p:cNvSpPr/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Oval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val 64"/>
              <p:cNvSpPr/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Oval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62" idx="0"/>
          </p:cNvCxnSpPr>
          <p:nvPr/>
        </p:nvCxnSpPr>
        <p:spPr>
          <a:xfrm>
            <a:off x="3372377" y="3227635"/>
            <a:ext cx="0" cy="435936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Arrow Connector 11"/>
          <p:cNvCxnSpPr>
            <a:stCxn id="62" idx="6"/>
            <a:endCxn id="63" idx="2"/>
          </p:cNvCxnSpPr>
          <p:nvPr/>
        </p:nvCxnSpPr>
        <p:spPr>
          <a:xfrm>
            <a:off x="3736983" y="4019380"/>
            <a:ext cx="162383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Arrow Connector 14"/>
          <p:cNvCxnSpPr>
            <a:stCxn id="62" idx="5"/>
            <a:endCxn id="65" idx="1"/>
          </p:cNvCxnSpPr>
          <p:nvPr/>
        </p:nvCxnSpPr>
        <p:spPr>
          <a:xfrm>
            <a:off x="3630192" y="4270976"/>
            <a:ext cx="1837421" cy="1320497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Straight Arrow Connector 44"/>
          <p:cNvCxnSpPr>
            <a:stCxn id="62" idx="4"/>
            <a:endCxn id="64" idx="0"/>
          </p:cNvCxnSpPr>
          <p:nvPr/>
        </p:nvCxnSpPr>
        <p:spPr>
          <a:xfrm>
            <a:off x="3372377" y="4375190"/>
            <a:ext cx="0" cy="1100863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>
            <a:stCxn id="65" idx="2"/>
            <a:endCxn id="64" idx="6"/>
          </p:cNvCxnSpPr>
          <p:nvPr/>
        </p:nvCxnSpPr>
        <p:spPr>
          <a:xfrm flipH="1" flipV="1">
            <a:off x="3736983" y="5831863"/>
            <a:ext cx="1623839" cy="11206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/>
          <p:cNvCxnSpPr>
            <a:stCxn id="63" idx="3"/>
            <a:endCxn id="64" idx="7"/>
          </p:cNvCxnSpPr>
          <p:nvPr/>
        </p:nvCxnSpPr>
        <p:spPr>
          <a:xfrm flipH="1">
            <a:off x="3630192" y="4270976"/>
            <a:ext cx="1837421" cy="130929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/>
          <p:cNvCxnSpPr>
            <a:stCxn id="63" idx="4"/>
            <a:endCxn id="65" idx="0"/>
          </p:cNvCxnSpPr>
          <p:nvPr/>
        </p:nvCxnSpPr>
        <p:spPr>
          <a:xfrm>
            <a:off x="5725429" y="4375190"/>
            <a:ext cx="0" cy="1112069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1581647" y="4518387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647" y="4518387"/>
                <a:ext cx="1283384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/>
          <p:cNvCxnSpPr>
            <a:cxnSpLocks noChangeAspect="1"/>
          </p:cNvCxnSpPr>
          <p:nvPr/>
        </p:nvCxnSpPr>
        <p:spPr>
          <a:xfrm flipV="1">
            <a:off x="3487444" y="4141434"/>
            <a:ext cx="1909440" cy="1361664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urved Connector 91"/>
          <p:cNvCxnSpPr>
            <a:stCxn id="65" idx="6"/>
            <a:endCxn id="63" idx="6"/>
          </p:cNvCxnSpPr>
          <p:nvPr/>
        </p:nvCxnSpPr>
        <p:spPr>
          <a:xfrm flipV="1">
            <a:off x="6090035" y="4019380"/>
            <a:ext cx="12700" cy="1823689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Curved Connector 111"/>
          <p:cNvCxnSpPr>
            <a:stCxn id="63" idx="1"/>
            <a:endCxn id="62" idx="7"/>
          </p:cNvCxnSpPr>
          <p:nvPr/>
        </p:nvCxnSpPr>
        <p:spPr>
          <a:xfrm rot="16200000" flipV="1">
            <a:off x="4548903" y="2849073"/>
            <a:ext cx="12700" cy="1837421"/>
          </a:xfrm>
          <a:prstGeom prst="curvedConnector3">
            <a:avLst>
              <a:gd name="adj1" fmla="val 2620583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Oval 78"/>
          <p:cNvSpPr/>
          <p:nvPr/>
        </p:nvSpPr>
        <p:spPr>
          <a:xfrm>
            <a:off x="5419781" y="3733454"/>
            <a:ext cx="611295" cy="571852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82" name="Oval 81"/>
          <p:cNvSpPr>
            <a:spLocks noChangeAspect="1"/>
          </p:cNvSpPr>
          <p:nvPr/>
        </p:nvSpPr>
        <p:spPr>
          <a:xfrm>
            <a:off x="5407938" y="5546064"/>
            <a:ext cx="634981" cy="594010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88" name="Oval 87"/>
          <p:cNvSpPr/>
          <p:nvPr/>
        </p:nvSpPr>
        <p:spPr>
          <a:xfrm>
            <a:off x="3066729" y="5545937"/>
            <a:ext cx="611295" cy="57185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sp>
        <p:nvSpPr>
          <p:cNvPr id="89" name="Oval 88"/>
          <p:cNvSpPr>
            <a:spLocks noChangeAspect="1"/>
          </p:cNvSpPr>
          <p:nvPr/>
        </p:nvSpPr>
        <p:spPr>
          <a:xfrm>
            <a:off x="5453615" y="5588794"/>
            <a:ext cx="543626" cy="50855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cxnSp>
        <p:nvCxnSpPr>
          <p:cNvPr id="83" name="Curved Connector 82"/>
          <p:cNvCxnSpPr/>
          <p:nvPr/>
        </p:nvCxnSpPr>
        <p:spPr>
          <a:xfrm rot="16200000" flipH="1">
            <a:off x="4543301" y="5016749"/>
            <a:ext cx="11205" cy="2353052"/>
          </a:xfrm>
          <a:prstGeom prst="curvedConnector3">
            <a:avLst>
              <a:gd name="adj1" fmla="val 2481498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urved Connector 85"/>
          <p:cNvCxnSpPr/>
          <p:nvPr/>
        </p:nvCxnSpPr>
        <p:spPr>
          <a:xfrm rot="10800000">
            <a:off x="3007771" y="4019381"/>
            <a:ext cx="12700" cy="1812483"/>
          </a:xfrm>
          <a:prstGeom prst="curvedConnector3">
            <a:avLst>
              <a:gd name="adj1" fmla="val 3058252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99641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Straight Arrow Connector 115"/>
          <p:cNvCxnSpPr>
            <a:cxnSpLocks noChangeAspect="1"/>
          </p:cNvCxnSpPr>
          <p:nvPr/>
        </p:nvCxnSpPr>
        <p:spPr>
          <a:xfrm flipH="1" flipV="1">
            <a:off x="3692337" y="4132556"/>
            <a:ext cx="2004010" cy="144022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מוטיבציה: אוטומט לחיתוך שפות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בעיה עם אוטומטי מַכְפֵּלָה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35</a:t>
            </a:fld>
            <a:endParaRPr lang="he-IL"/>
          </a:p>
        </p:txBody>
      </p:sp>
      <p:grpSp>
        <p:nvGrpSpPr>
          <p:cNvPr id="84" name="Group 83"/>
          <p:cNvGrpSpPr/>
          <p:nvPr/>
        </p:nvGrpSpPr>
        <p:grpSpPr>
          <a:xfrm>
            <a:off x="532962" y="1237715"/>
            <a:ext cx="3154701" cy="1708810"/>
            <a:chOff x="553211" y="1498084"/>
            <a:chExt cx="3154701" cy="1708810"/>
          </a:xfrm>
        </p:grpSpPr>
        <p:sp>
          <p:nvSpPr>
            <p:cNvPr id="30" name="Oval 29"/>
            <p:cNvSpPr/>
            <p:nvPr/>
          </p:nvSpPr>
          <p:spPr>
            <a:xfrm>
              <a:off x="2688004" y="207556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urved Connector 31"/>
            <p:cNvCxnSpPr>
              <a:stCxn id="31" idx="0"/>
              <a:endCxn id="30" idx="0"/>
            </p:cNvCxnSpPr>
            <p:nvPr/>
          </p:nvCxnSpPr>
          <p:spPr>
            <a:xfrm rot="5400000" flipH="1" flipV="1">
              <a:off x="2478454" y="15612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Curved Connector 32"/>
            <p:cNvCxnSpPr>
              <a:stCxn id="30" idx="4"/>
              <a:endCxn id="31" idx="4"/>
            </p:cNvCxnSpPr>
            <p:nvPr/>
          </p:nvCxnSpPr>
          <p:spPr>
            <a:xfrm rot="5400000">
              <a:off x="2478454" y="21708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urved Connector 33"/>
            <p:cNvCxnSpPr>
              <a:stCxn id="30" idx="7"/>
              <a:endCxn id="30" idx="6"/>
            </p:cNvCxnSpPr>
            <p:nvPr/>
          </p:nvCxnSpPr>
          <p:spPr>
            <a:xfrm rot="16200000" flipH="1">
              <a:off x="3145204" y="2227962"/>
              <a:ext cx="215526" cy="89274"/>
            </a:xfrm>
            <a:prstGeom prst="curvedConnector4">
              <a:avLst>
                <a:gd name="adj1" fmla="val -82217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urved Connector 34"/>
            <p:cNvCxnSpPr>
              <a:stCxn id="31" idx="1"/>
              <a:endCxn id="31" idx="2"/>
            </p:cNvCxnSpPr>
            <p:nvPr/>
          </p:nvCxnSpPr>
          <p:spPr>
            <a:xfrm rot="16200000" flipH="1" flipV="1">
              <a:off x="1596178" y="222796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Straight Arrow Connector 35"/>
            <p:cNvCxnSpPr>
              <a:endCxn id="31" idx="3"/>
            </p:cNvCxnSpPr>
            <p:nvPr/>
          </p:nvCxnSpPr>
          <p:spPr>
            <a:xfrm flipV="1">
              <a:off x="1545004" y="259588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/>
                <p:cNvSpPr/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>
                      <a:solidFill>
                        <a:srgbClr val="FF0000"/>
                      </a:solidFill>
                    </a:rPr>
                    <a:t> </a:t>
                  </a:r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/>
          <p:cNvGrpSpPr/>
          <p:nvPr/>
        </p:nvGrpSpPr>
        <p:grpSpPr>
          <a:xfrm>
            <a:off x="5231424" y="1242648"/>
            <a:ext cx="3070112" cy="1708810"/>
            <a:chOff x="5231424" y="1395048"/>
            <a:chExt cx="3070112" cy="1708810"/>
          </a:xfrm>
        </p:grpSpPr>
        <p:sp>
          <p:nvSpPr>
            <p:cNvPr id="6" name="Oval 5"/>
            <p:cNvSpPr/>
            <p:nvPr/>
          </p:nvSpPr>
          <p:spPr>
            <a:xfrm>
              <a:off x="6632332" y="198867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urved Connector 10"/>
            <p:cNvCxnSpPr>
              <a:stCxn id="7" idx="0"/>
              <a:endCxn id="6" idx="0"/>
            </p:cNvCxnSpPr>
            <p:nvPr/>
          </p:nvCxnSpPr>
          <p:spPr>
            <a:xfrm rot="5400000" flipH="1" flipV="1">
              <a:off x="6422782" y="14743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urved Connector 13"/>
            <p:cNvCxnSpPr>
              <a:stCxn id="6" idx="4"/>
              <a:endCxn id="7" idx="4"/>
            </p:cNvCxnSpPr>
            <p:nvPr/>
          </p:nvCxnSpPr>
          <p:spPr>
            <a:xfrm rot="5400000">
              <a:off x="6422782" y="20839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Curved Connector 17"/>
            <p:cNvCxnSpPr>
              <a:stCxn id="6" idx="7"/>
              <a:endCxn id="6" idx="6"/>
            </p:cNvCxnSpPr>
            <p:nvPr/>
          </p:nvCxnSpPr>
          <p:spPr>
            <a:xfrm rot="16200000" flipH="1">
              <a:off x="7089532" y="2141072"/>
              <a:ext cx="215526" cy="89274"/>
            </a:xfrm>
            <a:prstGeom prst="curvedConnector4">
              <a:avLst>
                <a:gd name="adj1" fmla="val -74058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urved Connector 19"/>
            <p:cNvCxnSpPr>
              <a:stCxn id="7" idx="1"/>
              <a:endCxn id="7" idx="2"/>
            </p:cNvCxnSpPr>
            <p:nvPr/>
          </p:nvCxnSpPr>
          <p:spPr>
            <a:xfrm rot="16200000" flipH="1" flipV="1">
              <a:off x="5540506" y="214107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/>
            <p:cNvCxnSpPr>
              <a:endCxn id="7" idx="3"/>
            </p:cNvCxnSpPr>
            <p:nvPr/>
          </p:nvCxnSpPr>
          <p:spPr>
            <a:xfrm flipV="1">
              <a:off x="5489332" y="250899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/>
                <p:cNvSpPr/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Oval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urved Connector 45"/>
          <p:cNvCxnSpPr/>
          <p:nvPr/>
        </p:nvCxnSpPr>
        <p:spPr>
          <a:xfrm rot="10800000" flipH="1">
            <a:off x="3100521" y="3723716"/>
            <a:ext cx="106791" cy="251595"/>
          </a:xfrm>
          <a:prstGeom prst="curvedConnector4">
            <a:avLst>
              <a:gd name="adj1" fmla="val -256066"/>
              <a:gd name="adj2" fmla="val 161819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Curved Connector 60"/>
          <p:cNvCxnSpPr/>
          <p:nvPr/>
        </p:nvCxnSpPr>
        <p:spPr>
          <a:xfrm rot="5400000" flipH="1">
            <a:off x="3062282" y="5986114"/>
            <a:ext cx="251595" cy="106791"/>
          </a:xfrm>
          <a:prstGeom prst="curvedConnector4">
            <a:avLst>
              <a:gd name="adj1" fmla="val -61819"/>
              <a:gd name="adj2" fmla="val 356066"/>
            </a:avLst>
          </a:prstGeom>
          <a:noFill/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urved Connector 51"/>
          <p:cNvCxnSpPr/>
          <p:nvPr/>
        </p:nvCxnSpPr>
        <p:spPr>
          <a:xfrm rot="5400000" flipH="1" flipV="1">
            <a:off x="5791735" y="5996472"/>
            <a:ext cx="251595" cy="106791"/>
          </a:xfrm>
          <a:prstGeom prst="curvedConnector4">
            <a:avLst>
              <a:gd name="adj1" fmla="val -79354"/>
              <a:gd name="adj2" fmla="val 314063"/>
            </a:avLst>
          </a:prstGeom>
          <a:noFill/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urved Connector 46"/>
          <p:cNvCxnSpPr/>
          <p:nvPr/>
        </p:nvCxnSpPr>
        <p:spPr>
          <a:xfrm flipH="1" flipV="1">
            <a:off x="5807990" y="3685541"/>
            <a:ext cx="106791" cy="251595"/>
          </a:xfrm>
          <a:prstGeom prst="curvedConnector4">
            <a:avLst>
              <a:gd name="adj1" fmla="val -256066"/>
              <a:gd name="adj2" fmla="val 190376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/>
              <p:cNvSpPr/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Oval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/>
              <p:cNvSpPr/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val 63"/>
              <p:cNvSpPr/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Oval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val 64"/>
              <p:cNvSpPr/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Oval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62" idx="0"/>
          </p:cNvCxnSpPr>
          <p:nvPr/>
        </p:nvCxnSpPr>
        <p:spPr>
          <a:xfrm>
            <a:off x="3372377" y="3227635"/>
            <a:ext cx="0" cy="435936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Arrow Connector 11"/>
          <p:cNvCxnSpPr>
            <a:stCxn id="62" idx="6"/>
            <a:endCxn id="63" idx="2"/>
          </p:cNvCxnSpPr>
          <p:nvPr/>
        </p:nvCxnSpPr>
        <p:spPr>
          <a:xfrm>
            <a:off x="3736983" y="4019380"/>
            <a:ext cx="162383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Arrow Connector 14"/>
          <p:cNvCxnSpPr>
            <a:stCxn id="62" idx="5"/>
            <a:endCxn id="65" idx="1"/>
          </p:cNvCxnSpPr>
          <p:nvPr/>
        </p:nvCxnSpPr>
        <p:spPr>
          <a:xfrm>
            <a:off x="3630192" y="4270976"/>
            <a:ext cx="1837421" cy="1320497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Straight Arrow Connector 44"/>
          <p:cNvCxnSpPr>
            <a:stCxn id="62" idx="4"/>
            <a:endCxn id="64" idx="0"/>
          </p:cNvCxnSpPr>
          <p:nvPr/>
        </p:nvCxnSpPr>
        <p:spPr>
          <a:xfrm>
            <a:off x="3372377" y="4375190"/>
            <a:ext cx="0" cy="1100863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>
            <a:stCxn id="65" idx="2"/>
            <a:endCxn id="64" idx="6"/>
          </p:cNvCxnSpPr>
          <p:nvPr/>
        </p:nvCxnSpPr>
        <p:spPr>
          <a:xfrm flipH="1" flipV="1">
            <a:off x="3736983" y="5831863"/>
            <a:ext cx="1623839" cy="11206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/>
          <p:cNvCxnSpPr>
            <a:stCxn id="63" idx="3"/>
            <a:endCxn id="64" idx="7"/>
          </p:cNvCxnSpPr>
          <p:nvPr/>
        </p:nvCxnSpPr>
        <p:spPr>
          <a:xfrm flipH="1">
            <a:off x="3630192" y="4270976"/>
            <a:ext cx="1837421" cy="130929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/>
          <p:cNvCxnSpPr>
            <a:stCxn id="63" idx="4"/>
            <a:endCxn id="65" idx="0"/>
          </p:cNvCxnSpPr>
          <p:nvPr/>
        </p:nvCxnSpPr>
        <p:spPr>
          <a:xfrm>
            <a:off x="5725429" y="4375190"/>
            <a:ext cx="0" cy="1112069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1581647" y="4518387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647" y="4518387"/>
                <a:ext cx="1283384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/>
          <p:cNvCxnSpPr>
            <a:cxnSpLocks noChangeAspect="1"/>
          </p:cNvCxnSpPr>
          <p:nvPr/>
        </p:nvCxnSpPr>
        <p:spPr>
          <a:xfrm flipV="1">
            <a:off x="3487444" y="4141434"/>
            <a:ext cx="1909440" cy="1361664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urved Connector 91"/>
          <p:cNvCxnSpPr>
            <a:stCxn id="65" idx="6"/>
            <a:endCxn id="63" idx="6"/>
          </p:cNvCxnSpPr>
          <p:nvPr/>
        </p:nvCxnSpPr>
        <p:spPr>
          <a:xfrm flipV="1">
            <a:off x="6090035" y="4019380"/>
            <a:ext cx="12700" cy="1823689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Curved Connector 111"/>
          <p:cNvCxnSpPr>
            <a:stCxn id="63" idx="1"/>
            <a:endCxn id="62" idx="7"/>
          </p:cNvCxnSpPr>
          <p:nvPr/>
        </p:nvCxnSpPr>
        <p:spPr>
          <a:xfrm rot="16200000" flipV="1">
            <a:off x="4548903" y="2849073"/>
            <a:ext cx="12700" cy="1837421"/>
          </a:xfrm>
          <a:prstGeom prst="curvedConnector3">
            <a:avLst>
              <a:gd name="adj1" fmla="val 2620583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Oval 78"/>
          <p:cNvSpPr/>
          <p:nvPr/>
        </p:nvSpPr>
        <p:spPr>
          <a:xfrm>
            <a:off x="5419781" y="3733454"/>
            <a:ext cx="611295" cy="571852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82" name="Oval 81"/>
          <p:cNvSpPr>
            <a:spLocks noChangeAspect="1"/>
          </p:cNvSpPr>
          <p:nvPr/>
        </p:nvSpPr>
        <p:spPr>
          <a:xfrm>
            <a:off x="5407938" y="5546064"/>
            <a:ext cx="634981" cy="594010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88" name="Oval 87"/>
          <p:cNvSpPr/>
          <p:nvPr/>
        </p:nvSpPr>
        <p:spPr>
          <a:xfrm>
            <a:off x="3066729" y="5545937"/>
            <a:ext cx="611295" cy="57185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sp>
        <p:nvSpPr>
          <p:cNvPr id="89" name="Oval 88"/>
          <p:cNvSpPr>
            <a:spLocks noChangeAspect="1"/>
          </p:cNvSpPr>
          <p:nvPr/>
        </p:nvSpPr>
        <p:spPr>
          <a:xfrm>
            <a:off x="5453615" y="5588794"/>
            <a:ext cx="543626" cy="50855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cxnSp>
        <p:nvCxnSpPr>
          <p:cNvPr id="83" name="Curved Connector 82"/>
          <p:cNvCxnSpPr/>
          <p:nvPr/>
        </p:nvCxnSpPr>
        <p:spPr>
          <a:xfrm rot="16200000" flipH="1">
            <a:off x="4543301" y="5016749"/>
            <a:ext cx="11205" cy="2353052"/>
          </a:xfrm>
          <a:prstGeom prst="curvedConnector3">
            <a:avLst>
              <a:gd name="adj1" fmla="val 2481498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urved Connector 85"/>
          <p:cNvCxnSpPr/>
          <p:nvPr/>
        </p:nvCxnSpPr>
        <p:spPr>
          <a:xfrm rot="10800000">
            <a:off x="3007771" y="4019381"/>
            <a:ext cx="12700" cy="1812483"/>
          </a:xfrm>
          <a:prstGeom prst="curvedConnector3">
            <a:avLst>
              <a:gd name="adj1" fmla="val 3058252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DECBF-8BE6-EEA2-BA11-E15C12FFC3BB}"/>
              </a:ext>
            </a:extLst>
          </p:cNvPr>
          <p:cNvGrpSpPr/>
          <p:nvPr/>
        </p:nvGrpSpPr>
        <p:grpSpPr>
          <a:xfrm>
            <a:off x="5020428" y="3037242"/>
            <a:ext cx="1046014" cy="832868"/>
            <a:chOff x="6850829" y="4375190"/>
            <a:chExt cx="1284001" cy="1284001"/>
          </a:xfrm>
        </p:grpSpPr>
        <p:pic>
          <p:nvPicPr>
            <p:cNvPr id="19" name="Picture 18" descr="A cartoon of a child standing next to a street sign&#10;&#10;Description automatically generated">
              <a:extLst>
                <a:ext uri="{FF2B5EF4-FFF2-40B4-BE49-F238E27FC236}">
                  <a16:creationId xmlns:a16="http://schemas.microsoft.com/office/drawing/2014/main" id="{1B888F6B-48BE-2934-6DB3-5B002CE9C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0829" y="4375190"/>
              <a:ext cx="1284001" cy="128400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D4CE10-56A2-C525-65F1-C8D928DB1646}"/>
                </a:ext>
              </a:extLst>
            </p:cNvPr>
            <p:cNvSpPr txBox="1"/>
            <p:nvPr/>
          </p:nvSpPr>
          <p:spPr>
            <a:xfrm rot="630349">
              <a:off x="7044643" y="4584622"/>
              <a:ext cx="324894" cy="196516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67AE67-8AC7-F194-445B-3E895F464DBF}"/>
                </a:ext>
              </a:extLst>
            </p:cNvPr>
            <p:cNvSpPr txBox="1"/>
            <p:nvPr/>
          </p:nvSpPr>
          <p:spPr>
            <a:xfrm rot="20969651" flipH="1">
              <a:off x="7614556" y="4588437"/>
              <a:ext cx="334738" cy="185128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לא 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7CCF70B-4037-6C23-A32F-36208EFA2B02}"/>
              </a:ext>
            </a:extLst>
          </p:cNvPr>
          <p:cNvGrpSpPr/>
          <p:nvPr/>
        </p:nvGrpSpPr>
        <p:grpSpPr>
          <a:xfrm>
            <a:off x="3036822" y="4788946"/>
            <a:ext cx="1046014" cy="832868"/>
            <a:chOff x="6850829" y="4375190"/>
            <a:chExt cx="1284001" cy="1284001"/>
          </a:xfrm>
        </p:grpSpPr>
        <p:pic>
          <p:nvPicPr>
            <p:cNvPr id="26" name="Picture 25" descr="A cartoon of a child standing next to a street sign&#10;&#10;Description automatically generated">
              <a:extLst>
                <a:ext uri="{FF2B5EF4-FFF2-40B4-BE49-F238E27FC236}">
                  <a16:creationId xmlns:a16="http://schemas.microsoft.com/office/drawing/2014/main" id="{D1436293-69D1-F1C3-6950-5B36E4341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0829" y="4375190"/>
              <a:ext cx="1284001" cy="128400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A0D2C0-4363-F472-37AC-AA708EDF528D}"/>
                </a:ext>
              </a:extLst>
            </p:cNvPr>
            <p:cNvSpPr txBox="1"/>
            <p:nvPr/>
          </p:nvSpPr>
          <p:spPr>
            <a:xfrm rot="630349">
              <a:off x="7044643" y="4584622"/>
              <a:ext cx="324894" cy="196516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B60899-4387-B284-5691-C4BA261EB8F9}"/>
                </a:ext>
              </a:extLst>
            </p:cNvPr>
            <p:cNvSpPr txBox="1"/>
            <p:nvPr/>
          </p:nvSpPr>
          <p:spPr>
            <a:xfrm rot="20969651" flipH="1">
              <a:off x="7614556" y="4588437"/>
              <a:ext cx="334738" cy="185128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לא 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162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Straight Arrow Connector 115"/>
          <p:cNvCxnSpPr>
            <a:cxnSpLocks noChangeAspect="1"/>
          </p:cNvCxnSpPr>
          <p:nvPr/>
        </p:nvCxnSpPr>
        <p:spPr>
          <a:xfrm flipH="1" flipV="1">
            <a:off x="3692337" y="4132556"/>
            <a:ext cx="2004010" cy="144022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מוטיבציה: אוטומט לחיתוך שפות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בעיה עם אוטומטי מַכְפֵּלָה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36</a:t>
            </a:fld>
            <a:endParaRPr lang="he-IL"/>
          </a:p>
        </p:txBody>
      </p:sp>
      <p:grpSp>
        <p:nvGrpSpPr>
          <p:cNvPr id="84" name="Group 83"/>
          <p:cNvGrpSpPr/>
          <p:nvPr/>
        </p:nvGrpSpPr>
        <p:grpSpPr>
          <a:xfrm>
            <a:off x="532962" y="1237715"/>
            <a:ext cx="3154701" cy="1708810"/>
            <a:chOff x="553211" y="1498084"/>
            <a:chExt cx="3154701" cy="1708810"/>
          </a:xfrm>
        </p:grpSpPr>
        <p:sp>
          <p:nvSpPr>
            <p:cNvPr id="30" name="Oval 29"/>
            <p:cNvSpPr/>
            <p:nvPr/>
          </p:nvSpPr>
          <p:spPr>
            <a:xfrm>
              <a:off x="2688004" y="207556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urved Connector 31"/>
            <p:cNvCxnSpPr>
              <a:stCxn id="31" idx="0"/>
              <a:endCxn id="30" idx="0"/>
            </p:cNvCxnSpPr>
            <p:nvPr/>
          </p:nvCxnSpPr>
          <p:spPr>
            <a:xfrm rot="5400000" flipH="1" flipV="1">
              <a:off x="2478454" y="15612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Curved Connector 32"/>
            <p:cNvCxnSpPr>
              <a:stCxn id="30" idx="4"/>
              <a:endCxn id="31" idx="4"/>
            </p:cNvCxnSpPr>
            <p:nvPr/>
          </p:nvCxnSpPr>
          <p:spPr>
            <a:xfrm rot="5400000">
              <a:off x="2478454" y="21708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urved Connector 33"/>
            <p:cNvCxnSpPr>
              <a:stCxn id="30" idx="7"/>
              <a:endCxn id="30" idx="6"/>
            </p:cNvCxnSpPr>
            <p:nvPr/>
          </p:nvCxnSpPr>
          <p:spPr>
            <a:xfrm rot="16200000" flipH="1">
              <a:off x="3145204" y="2227962"/>
              <a:ext cx="215526" cy="89274"/>
            </a:xfrm>
            <a:prstGeom prst="curvedConnector4">
              <a:avLst>
                <a:gd name="adj1" fmla="val -82217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urved Connector 34"/>
            <p:cNvCxnSpPr>
              <a:stCxn id="31" idx="1"/>
              <a:endCxn id="31" idx="2"/>
            </p:cNvCxnSpPr>
            <p:nvPr/>
          </p:nvCxnSpPr>
          <p:spPr>
            <a:xfrm rot="16200000" flipH="1" flipV="1">
              <a:off x="1596178" y="222796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Straight Arrow Connector 35"/>
            <p:cNvCxnSpPr>
              <a:endCxn id="31" idx="3"/>
            </p:cNvCxnSpPr>
            <p:nvPr/>
          </p:nvCxnSpPr>
          <p:spPr>
            <a:xfrm flipV="1">
              <a:off x="1545004" y="259588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/>
                <p:cNvSpPr/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>
                      <a:solidFill>
                        <a:srgbClr val="FF0000"/>
                      </a:solidFill>
                    </a:rPr>
                    <a:t> </a:t>
                  </a:r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/>
          <p:cNvGrpSpPr/>
          <p:nvPr/>
        </p:nvGrpSpPr>
        <p:grpSpPr>
          <a:xfrm>
            <a:off x="5231424" y="1242648"/>
            <a:ext cx="3070112" cy="1708810"/>
            <a:chOff x="5231424" y="1395048"/>
            <a:chExt cx="3070112" cy="1708810"/>
          </a:xfrm>
        </p:grpSpPr>
        <p:sp>
          <p:nvSpPr>
            <p:cNvPr id="6" name="Oval 5"/>
            <p:cNvSpPr/>
            <p:nvPr/>
          </p:nvSpPr>
          <p:spPr>
            <a:xfrm>
              <a:off x="6632332" y="198867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urved Connector 10"/>
            <p:cNvCxnSpPr>
              <a:stCxn id="7" idx="0"/>
              <a:endCxn id="6" idx="0"/>
            </p:cNvCxnSpPr>
            <p:nvPr/>
          </p:nvCxnSpPr>
          <p:spPr>
            <a:xfrm rot="5400000" flipH="1" flipV="1">
              <a:off x="6422782" y="14743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urved Connector 13"/>
            <p:cNvCxnSpPr>
              <a:stCxn id="6" idx="4"/>
              <a:endCxn id="7" idx="4"/>
            </p:cNvCxnSpPr>
            <p:nvPr/>
          </p:nvCxnSpPr>
          <p:spPr>
            <a:xfrm rot="5400000">
              <a:off x="6422782" y="20839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Curved Connector 17"/>
            <p:cNvCxnSpPr>
              <a:stCxn id="6" idx="7"/>
              <a:endCxn id="6" idx="6"/>
            </p:cNvCxnSpPr>
            <p:nvPr/>
          </p:nvCxnSpPr>
          <p:spPr>
            <a:xfrm rot="16200000" flipH="1">
              <a:off x="7089532" y="2141072"/>
              <a:ext cx="215526" cy="89274"/>
            </a:xfrm>
            <a:prstGeom prst="curvedConnector4">
              <a:avLst>
                <a:gd name="adj1" fmla="val -74058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urved Connector 19"/>
            <p:cNvCxnSpPr>
              <a:stCxn id="7" idx="1"/>
              <a:endCxn id="7" idx="2"/>
            </p:cNvCxnSpPr>
            <p:nvPr/>
          </p:nvCxnSpPr>
          <p:spPr>
            <a:xfrm rot="16200000" flipH="1" flipV="1">
              <a:off x="5540506" y="214107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/>
            <p:cNvCxnSpPr>
              <a:endCxn id="7" idx="3"/>
            </p:cNvCxnSpPr>
            <p:nvPr/>
          </p:nvCxnSpPr>
          <p:spPr>
            <a:xfrm flipV="1">
              <a:off x="5489332" y="250899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/>
                <p:cNvSpPr/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Oval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Curved Connector 45"/>
          <p:cNvCxnSpPr/>
          <p:nvPr/>
        </p:nvCxnSpPr>
        <p:spPr>
          <a:xfrm rot="10800000" flipH="1">
            <a:off x="3100521" y="3723716"/>
            <a:ext cx="106791" cy="251595"/>
          </a:xfrm>
          <a:prstGeom prst="curvedConnector4">
            <a:avLst>
              <a:gd name="adj1" fmla="val -256066"/>
              <a:gd name="adj2" fmla="val 161819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Curved Connector 60"/>
          <p:cNvCxnSpPr/>
          <p:nvPr/>
        </p:nvCxnSpPr>
        <p:spPr>
          <a:xfrm rot="5400000" flipH="1">
            <a:off x="3062282" y="5986114"/>
            <a:ext cx="251595" cy="106791"/>
          </a:xfrm>
          <a:prstGeom prst="curvedConnector4">
            <a:avLst>
              <a:gd name="adj1" fmla="val -61819"/>
              <a:gd name="adj2" fmla="val 356066"/>
            </a:avLst>
          </a:prstGeom>
          <a:noFill/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urved Connector 51"/>
          <p:cNvCxnSpPr/>
          <p:nvPr/>
        </p:nvCxnSpPr>
        <p:spPr>
          <a:xfrm rot="5400000" flipH="1" flipV="1">
            <a:off x="5791735" y="5996472"/>
            <a:ext cx="251595" cy="106791"/>
          </a:xfrm>
          <a:prstGeom prst="curvedConnector4">
            <a:avLst>
              <a:gd name="adj1" fmla="val -79354"/>
              <a:gd name="adj2" fmla="val 314063"/>
            </a:avLst>
          </a:prstGeom>
          <a:noFill/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urved Connector 46"/>
          <p:cNvCxnSpPr/>
          <p:nvPr/>
        </p:nvCxnSpPr>
        <p:spPr>
          <a:xfrm flipH="1" flipV="1">
            <a:off x="5807990" y="3685541"/>
            <a:ext cx="106791" cy="251595"/>
          </a:xfrm>
          <a:prstGeom prst="curvedConnector4">
            <a:avLst>
              <a:gd name="adj1" fmla="val -256066"/>
              <a:gd name="adj2" fmla="val 190376"/>
            </a:avLst>
          </a:pr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/>
              <p:cNvSpPr/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Oval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/>
              <p:cNvSpPr/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val 63"/>
              <p:cNvSpPr/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Oval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val 64"/>
              <p:cNvSpPr/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Oval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62" idx="0"/>
          </p:cNvCxnSpPr>
          <p:nvPr/>
        </p:nvCxnSpPr>
        <p:spPr>
          <a:xfrm>
            <a:off x="3372377" y="3227635"/>
            <a:ext cx="0" cy="435936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Arrow Connector 11"/>
          <p:cNvCxnSpPr>
            <a:stCxn id="62" idx="6"/>
            <a:endCxn id="63" idx="2"/>
          </p:cNvCxnSpPr>
          <p:nvPr/>
        </p:nvCxnSpPr>
        <p:spPr>
          <a:xfrm>
            <a:off x="3736983" y="4019380"/>
            <a:ext cx="1623839" cy="0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Arrow Connector 14"/>
          <p:cNvCxnSpPr>
            <a:stCxn id="62" idx="5"/>
            <a:endCxn id="65" idx="1"/>
          </p:cNvCxnSpPr>
          <p:nvPr/>
        </p:nvCxnSpPr>
        <p:spPr>
          <a:xfrm>
            <a:off x="3630192" y="4270976"/>
            <a:ext cx="1837421" cy="1320497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Straight Arrow Connector 44"/>
          <p:cNvCxnSpPr>
            <a:stCxn id="62" idx="4"/>
            <a:endCxn id="64" idx="0"/>
          </p:cNvCxnSpPr>
          <p:nvPr/>
        </p:nvCxnSpPr>
        <p:spPr>
          <a:xfrm>
            <a:off x="3372377" y="4375190"/>
            <a:ext cx="0" cy="1100863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>
            <a:stCxn id="65" idx="2"/>
            <a:endCxn id="64" idx="6"/>
          </p:cNvCxnSpPr>
          <p:nvPr/>
        </p:nvCxnSpPr>
        <p:spPr>
          <a:xfrm flipH="1" flipV="1">
            <a:off x="3736983" y="5831863"/>
            <a:ext cx="1623839" cy="11206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/>
          <p:cNvCxnSpPr>
            <a:stCxn id="63" idx="3"/>
            <a:endCxn id="64" idx="7"/>
          </p:cNvCxnSpPr>
          <p:nvPr/>
        </p:nvCxnSpPr>
        <p:spPr>
          <a:xfrm flipH="1">
            <a:off x="3630192" y="4270976"/>
            <a:ext cx="1837421" cy="130929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/>
          <p:cNvCxnSpPr>
            <a:stCxn id="63" idx="4"/>
            <a:endCxn id="65" idx="0"/>
          </p:cNvCxnSpPr>
          <p:nvPr/>
        </p:nvCxnSpPr>
        <p:spPr>
          <a:xfrm>
            <a:off x="5725429" y="4375190"/>
            <a:ext cx="0" cy="1112069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1581647" y="4518387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647" y="4518387"/>
                <a:ext cx="1283384" cy="30777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/>
          <p:cNvCxnSpPr>
            <a:cxnSpLocks noChangeAspect="1"/>
          </p:cNvCxnSpPr>
          <p:nvPr/>
        </p:nvCxnSpPr>
        <p:spPr>
          <a:xfrm flipV="1">
            <a:off x="3487444" y="4141434"/>
            <a:ext cx="1909440" cy="1361664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urved Connector 91"/>
          <p:cNvCxnSpPr>
            <a:stCxn id="65" idx="6"/>
            <a:endCxn id="63" idx="6"/>
          </p:cNvCxnSpPr>
          <p:nvPr/>
        </p:nvCxnSpPr>
        <p:spPr>
          <a:xfrm flipV="1">
            <a:off x="6090035" y="4019380"/>
            <a:ext cx="12700" cy="1823689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Curved Connector 111"/>
          <p:cNvCxnSpPr>
            <a:stCxn id="63" idx="1"/>
            <a:endCxn id="62" idx="7"/>
          </p:cNvCxnSpPr>
          <p:nvPr/>
        </p:nvCxnSpPr>
        <p:spPr>
          <a:xfrm rot="16200000" flipV="1">
            <a:off x="4548903" y="2849073"/>
            <a:ext cx="12700" cy="1837421"/>
          </a:xfrm>
          <a:prstGeom prst="curvedConnector3">
            <a:avLst>
              <a:gd name="adj1" fmla="val 2620583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Oval 78"/>
          <p:cNvSpPr/>
          <p:nvPr/>
        </p:nvSpPr>
        <p:spPr>
          <a:xfrm>
            <a:off x="5419781" y="3733454"/>
            <a:ext cx="611295" cy="571852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82" name="Oval 81"/>
          <p:cNvSpPr>
            <a:spLocks noChangeAspect="1"/>
          </p:cNvSpPr>
          <p:nvPr/>
        </p:nvSpPr>
        <p:spPr>
          <a:xfrm>
            <a:off x="5407938" y="5546064"/>
            <a:ext cx="634981" cy="594010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88" name="Oval 87"/>
          <p:cNvSpPr/>
          <p:nvPr/>
        </p:nvSpPr>
        <p:spPr>
          <a:xfrm>
            <a:off x="3066729" y="5545937"/>
            <a:ext cx="611295" cy="57185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sp>
        <p:nvSpPr>
          <p:cNvPr id="89" name="Oval 88"/>
          <p:cNvSpPr>
            <a:spLocks noChangeAspect="1"/>
          </p:cNvSpPr>
          <p:nvPr/>
        </p:nvSpPr>
        <p:spPr>
          <a:xfrm>
            <a:off x="5453615" y="5588794"/>
            <a:ext cx="543626" cy="50855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cxnSp>
        <p:nvCxnSpPr>
          <p:cNvPr id="83" name="Curved Connector 82"/>
          <p:cNvCxnSpPr/>
          <p:nvPr/>
        </p:nvCxnSpPr>
        <p:spPr>
          <a:xfrm rot="16200000" flipH="1">
            <a:off x="4543301" y="5016749"/>
            <a:ext cx="11205" cy="2353052"/>
          </a:xfrm>
          <a:prstGeom prst="curvedConnector3">
            <a:avLst>
              <a:gd name="adj1" fmla="val 2481498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urved Connector 85"/>
          <p:cNvCxnSpPr/>
          <p:nvPr/>
        </p:nvCxnSpPr>
        <p:spPr>
          <a:xfrm rot="10800000">
            <a:off x="3007771" y="4019381"/>
            <a:ext cx="12700" cy="1812483"/>
          </a:xfrm>
          <a:prstGeom prst="curvedConnector3">
            <a:avLst>
              <a:gd name="adj1" fmla="val 3058252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DECBF-8BE6-EEA2-BA11-E15C12FFC3BB}"/>
              </a:ext>
            </a:extLst>
          </p:cNvPr>
          <p:cNvGrpSpPr/>
          <p:nvPr/>
        </p:nvGrpSpPr>
        <p:grpSpPr>
          <a:xfrm>
            <a:off x="5020428" y="3037242"/>
            <a:ext cx="1046014" cy="832868"/>
            <a:chOff x="6850829" y="4375190"/>
            <a:chExt cx="1284001" cy="1284001"/>
          </a:xfrm>
        </p:grpSpPr>
        <p:pic>
          <p:nvPicPr>
            <p:cNvPr id="19" name="Picture 18" descr="A cartoon of a child standing next to a street sign&#10;&#10;Description automatically generated">
              <a:extLst>
                <a:ext uri="{FF2B5EF4-FFF2-40B4-BE49-F238E27FC236}">
                  <a16:creationId xmlns:a16="http://schemas.microsoft.com/office/drawing/2014/main" id="{1B888F6B-48BE-2934-6DB3-5B002CE9C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0829" y="4375190"/>
              <a:ext cx="1284001" cy="128400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D4CE10-56A2-C525-65F1-C8D928DB1646}"/>
                </a:ext>
              </a:extLst>
            </p:cNvPr>
            <p:cNvSpPr txBox="1"/>
            <p:nvPr/>
          </p:nvSpPr>
          <p:spPr>
            <a:xfrm rot="630349">
              <a:off x="7044643" y="4584622"/>
              <a:ext cx="324894" cy="196516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67AE67-8AC7-F194-445B-3E895F464DBF}"/>
                </a:ext>
              </a:extLst>
            </p:cNvPr>
            <p:cNvSpPr txBox="1"/>
            <p:nvPr/>
          </p:nvSpPr>
          <p:spPr>
            <a:xfrm rot="20969651" flipH="1">
              <a:off x="7614556" y="4588437"/>
              <a:ext cx="334738" cy="185128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לא 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7CCF70B-4037-6C23-A32F-36208EFA2B02}"/>
              </a:ext>
            </a:extLst>
          </p:cNvPr>
          <p:cNvGrpSpPr/>
          <p:nvPr/>
        </p:nvGrpSpPr>
        <p:grpSpPr>
          <a:xfrm>
            <a:off x="3036822" y="4788946"/>
            <a:ext cx="1046014" cy="832868"/>
            <a:chOff x="6850829" y="4375190"/>
            <a:chExt cx="1284001" cy="1284001"/>
          </a:xfrm>
        </p:grpSpPr>
        <p:pic>
          <p:nvPicPr>
            <p:cNvPr id="26" name="Picture 25" descr="A cartoon of a child standing next to a street sign&#10;&#10;Description automatically generated">
              <a:extLst>
                <a:ext uri="{FF2B5EF4-FFF2-40B4-BE49-F238E27FC236}">
                  <a16:creationId xmlns:a16="http://schemas.microsoft.com/office/drawing/2014/main" id="{D1436293-69D1-F1C3-6950-5B36E4341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0829" y="4375190"/>
              <a:ext cx="1284001" cy="128400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A0D2C0-4363-F472-37AC-AA708EDF528D}"/>
                </a:ext>
              </a:extLst>
            </p:cNvPr>
            <p:cNvSpPr txBox="1"/>
            <p:nvPr/>
          </p:nvSpPr>
          <p:spPr>
            <a:xfrm rot="630349">
              <a:off x="7044643" y="4584622"/>
              <a:ext cx="324894" cy="196516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B60899-4387-B284-5691-C4BA261EB8F9}"/>
                </a:ext>
              </a:extLst>
            </p:cNvPr>
            <p:cNvSpPr txBox="1"/>
            <p:nvPr/>
          </p:nvSpPr>
          <p:spPr>
            <a:xfrm rot="20969651" flipH="1">
              <a:off x="7614556" y="4588437"/>
              <a:ext cx="334738" cy="185128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לא 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C4E63-1028-70DB-9496-54CAB6DAF53E}"/>
                  </a:ext>
                </a:extLst>
              </p:cNvPr>
              <p:cNvSpPr txBox="1"/>
              <p:nvPr/>
            </p:nvSpPr>
            <p:spPr>
              <a:xfrm>
                <a:off x="6550547" y="2564541"/>
                <a:ext cx="2435159" cy="1608726"/>
              </a:xfrm>
              <a:prstGeom prst="cloudCallout">
                <a:avLst>
                  <a:gd name="adj1" fmla="val 5757"/>
                  <a:gd name="adj2" fmla="val 72555"/>
                </a:avLst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נבחר את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⟨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⟩</m:t>
                    </m:r>
                  </m:oMath>
                </a14:m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להיות מקבל. תתקבל המילה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he-IL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 sz="1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שאינה בשפת החיתוך בין האוטומטים</a:t>
                </a:r>
                <a:endParaRPr lang="en-US" sz="1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C4E63-1028-70DB-9496-54CAB6DAF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547" y="2564541"/>
                <a:ext cx="2435159" cy="1608726"/>
              </a:xfrm>
              <a:prstGeom prst="cloudCallout">
                <a:avLst>
                  <a:gd name="adj1" fmla="val 5757"/>
                  <a:gd name="adj2" fmla="val 72555"/>
                </a:avLst>
              </a:prstGeom>
              <a:blipFill>
                <a:blip r:embed="rId32"/>
                <a:stretch>
                  <a:fillRect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cartoon character sitting on a pencil&#10;&#10;Description automatically generated">
            <a:extLst>
              <a:ext uri="{FF2B5EF4-FFF2-40B4-BE49-F238E27FC236}">
                <a16:creationId xmlns:a16="http://schemas.microsoft.com/office/drawing/2014/main" id="{1C04AAC2-FD19-76BB-76AC-1443167A208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494" y="4671136"/>
            <a:ext cx="1786793" cy="178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85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Straight Arrow Connector 115"/>
          <p:cNvCxnSpPr>
            <a:cxnSpLocks noChangeAspect="1"/>
          </p:cNvCxnSpPr>
          <p:nvPr/>
        </p:nvCxnSpPr>
        <p:spPr>
          <a:xfrm flipH="1" flipV="1">
            <a:off x="3692337" y="4132556"/>
            <a:ext cx="2004010" cy="144022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מוטיבציה: אוטומט לחיתוך שפות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בעיה עם אוטומטי מַכְפֵּלָה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37</a:t>
            </a:fld>
            <a:endParaRPr lang="he-IL"/>
          </a:p>
        </p:txBody>
      </p:sp>
      <p:grpSp>
        <p:nvGrpSpPr>
          <p:cNvPr id="84" name="Group 83"/>
          <p:cNvGrpSpPr/>
          <p:nvPr/>
        </p:nvGrpSpPr>
        <p:grpSpPr>
          <a:xfrm>
            <a:off x="532962" y="1237715"/>
            <a:ext cx="3154701" cy="1708810"/>
            <a:chOff x="553211" y="1498084"/>
            <a:chExt cx="3154701" cy="1708810"/>
          </a:xfrm>
        </p:grpSpPr>
        <p:sp>
          <p:nvSpPr>
            <p:cNvPr id="30" name="Oval 29"/>
            <p:cNvSpPr/>
            <p:nvPr/>
          </p:nvSpPr>
          <p:spPr>
            <a:xfrm>
              <a:off x="2688004" y="207556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urved Connector 31"/>
            <p:cNvCxnSpPr>
              <a:stCxn id="31" idx="0"/>
              <a:endCxn id="30" idx="0"/>
            </p:cNvCxnSpPr>
            <p:nvPr/>
          </p:nvCxnSpPr>
          <p:spPr>
            <a:xfrm rot="5400000" flipH="1" flipV="1">
              <a:off x="2478454" y="15612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Curved Connector 32"/>
            <p:cNvCxnSpPr>
              <a:stCxn id="30" idx="4"/>
              <a:endCxn id="31" idx="4"/>
            </p:cNvCxnSpPr>
            <p:nvPr/>
          </p:nvCxnSpPr>
          <p:spPr>
            <a:xfrm rot="5400000">
              <a:off x="2478454" y="21708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urved Connector 33"/>
            <p:cNvCxnSpPr>
              <a:stCxn id="30" idx="7"/>
              <a:endCxn id="30" idx="6"/>
            </p:cNvCxnSpPr>
            <p:nvPr/>
          </p:nvCxnSpPr>
          <p:spPr>
            <a:xfrm rot="16200000" flipH="1">
              <a:off x="3145204" y="2227962"/>
              <a:ext cx="215526" cy="89274"/>
            </a:xfrm>
            <a:prstGeom prst="curvedConnector4">
              <a:avLst>
                <a:gd name="adj1" fmla="val -82217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urved Connector 34"/>
            <p:cNvCxnSpPr>
              <a:stCxn id="31" idx="1"/>
              <a:endCxn id="31" idx="2"/>
            </p:cNvCxnSpPr>
            <p:nvPr/>
          </p:nvCxnSpPr>
          <p:spPr>
            <a:xfrm rot="16200000" flipH="1" flipV="1">
              <a:off x="1596178" y="222796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Straight Arrow Connector 35"/>
            <p:cNvCxnSpPr>
              <a:endCxn id="31" idx="3"/>
            </p:cNvCxnSpPr>
            <p:nvPr/>
          </p:nvCxnSpPr>
          <p:spPr>
            <a:xfrm flipV="1">
              <a:off x="1545004" y="259588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/>
                <p:cNvSpPr/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>
                      <a:solidFill>
                        <a:srgbClr val="FF0000"/>
                      </a:solidFill>
                    </a:rPr>
                    <a:t> </a:t>
                  </a:r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/>
          <p:cNvGrpSpPr/>
          <p:nvPr/>
        </p:nvGrpSpPr>
        <p:grpSpPr>
          <a:xfrm>
            <a:off x="5231424" y="1242648"/>
            <a:ext cx="3070112" cy="1708810"/>
            <a:chOff x="5231424" y="1395048"/>
            <a:chExt cx="3070112" cy="1708810"/>
          </a:xfrm>
        </p:grpSpPr>
        <p:sp>
          <p:nvSpPr>
            <p:cNvPr id="6" name="Oval 5"/>
            <p:cNvSpPr/>
            <p:nvPr/>
          </p:nvSpPr>
          <p:spPr>
            <a:xfrm>
              <a:off x="6632332" y="198867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urved Connector 10"/>
            <p:cNvCxnSpPr>
              <a:stCxn id="7" idx="0"/>
              <a:endCxn id="6" idx="0"/>
            </p:cNvCxnSpPr>
            <p:nvPr/>
          </p:nvCxnSpPr>
          <p:spPr>
            <a:xfrm rot="5400000" flipH="1" flipV="1">
              <a:off x="6422782" y="14743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urved Connector 13"/>
            <p:cNvCxnSpPr>
              <a:stCxn id="6" idx="4"/>
              <a:endCxn id="7" idx="4"/>
            </p:cNvCxnSpPr>
            <p:nvPr/>
          </p:nvCxnSpPr>
          <p:spPr>
            <a:xfrm rot="5400000">
              <a:off x="6422782" y="20839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Curved Connector 17"/>
            <p:cNvCxnSpPr>
              <a:stCxn id="6" idx="7"/>
              <a:endCxn id="6" idx="6"/>
            </p:cNvCxnSpPr>
            <p:nvPr/>
          </p:nvCxnSpPr>
          <p:spPr>
            <a:xfrm rot="16200000" flipH="1">
              <a:off x="7089532" y="2141072"/>
              <a:ext cx="215526" cy="89274"/>
            </a:xfrm>
            <a:prstGeom prst="curvedConnector4">
              <a:avLst>
                <a:gd name="adj1" fmla="val -74058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urved Connector 19"/>
            <p:cNvCxnSpPr>
              <a:stCxn id="7" idx="1"/>
              <a:endCxn id="7" idx="2"/>
            </p:cNvCxnSpPr>
            <p:nvPr/>
          </p:nvCxnSpPr>
          <p:spPr>
            <a:xfrm rot="16200000" flipH="1" flipV="1">
              <a:off x="5540506" y="214107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/>
            <p:cNvCxnSpPr>
              <a:endCxn id="7" idx="3"/>
            </p:cNvCxnSpPr>
            <p:nvPr/>
          </p:nvCxnSpPr>
          <p:spPr>
            <a:xfrm flipV="1">
              <a:off x="5489332" y="250899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/>
                <p:cNvSpPr/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Oval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6" name="Curved Connector 45"/>
          <p:cNvCxnSpPr/>
          <p:nvPr/>
        </p:nvCxnSpPr>
        <p:spPr>
          <a:xfrm rot="10800000" flipH="1">
            <a:off x="3100521" y="3723716"/>
            <a:ext cx="106791" cy="251595"/>
          </a:xfrm>
          <a:prstGeom prst="curvedConnector4">
            <a:avLst>
              <a:gd name="adj1" fmla="val -256066"/>
              <a:gd name="adj2" fmla="val 161819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1" name="Curved Connector 60"/>
          <p:cNvCxnSpPr/>
          <p:nvPr/>
        </p:nvCxnSpPr>
        <p:spPr>
          <a:xfrm rot="5400000" flipH="1">
            <a:off x="3062282" y="5986114"/>
            <a:ext cx="251595" cy="106791"/>
          </a:xfrm>
          <a:prstGeom prst="curvedConnector4">
            <a:avLst>
              <a:gd name="adj1" fmla="val -61819"/>
              <a:gd name="adj2" fmla="val 356066"/>
            </a:avLst>
          </a:pr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urved Connector 51"/>
          <p:cNvCxnSpPr/>
          <p:nvPr/>
        </p:nvCxnSpPr>
        <p:spPr>
          <a:xfrm rot="5400000" flipH="1" flipV="1">
            <a:off x="5791735" y="5996472"/>
            <a:ext cx="251595" cy="106791"/>
          </a:xfrm>
          <a:prstGeom prst="curvedConnector4">
            <a:avLst>
              <a:gd name="adj1" fmla="val -79354"/>
              <a:gd name="adj2" fmla="val 314063"/>
            </a:avLst>
          </a:prstGeom>
          <a:noFill/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Curved Connector 46"/>
          <p:cNvCxnSpPr/>
          <p:nvPr/>
        </p:nvCxnSpPr>
        <p:spPr>
          <a:xfrm flipH="1" flipV="1">
            <a:off x="5807990" y="3685541"/>
            <a:ext cx="106791" cy="251595"/>
          </a:xfrm>
          <a:prstGeom prst="curvedConnector4">
            <a:avLst>
              <a:gd name="adj1" fmla="val -256066"/>
              <a:gd name="adj2" fmla="val 190376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val 61"/>
              <p:cNvSpPr/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Oval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/>
              <p:cNvSpPr/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Oval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Oval 63"/>
              <p:cNvSpPr/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Oval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val 64"/>
              <p:cNvSpPr/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Oval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62" idx="0"/>
          </p:cNvCxnSpPr>
          <p:nvPr/>
        </p:nvCxnSpPr>
        <p:spPr>
          <a:xfrm>
            <a:off x="3372377" y="3227635"/>
            <a:ext cx="0" cy="435936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Straight Arrow Connector 11"/>
          <p:cNvCxnSpPr>
            <a:stCxn id="62" idx="6"/>
            <a:endCxn id="63" idx="2"/>
          </p:cNvCxnSpPr>
          <p:nvPr/>
        </p:nvCxnSpPr>
        <p:spPr>
          <a:xfrm>
            <a:off x="3736983" y="4019380"/>
            <a:ext cx="162383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Arrow Connector 14"/>
          <p:cNvCxnSpPr>
            <a:stCxn id="62" idx="5"/>
            <a:endCxn id="65" idx="1"/>
          </p:cNvCxnSpPr>
          <p:nvPr/>
        </p:nvCxnSpPr>
        <p:spPr>
          <a:xfrm>
            <a:off x="3630192" y="4270976"/>
            <a:ext cx="1837421" cy="1320497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Straight Arrow Connector 44"/>
          <p:cNvCxnSpPr>
            <a:stCxn id="62" idx="4"/>
            <a:endCxn id="64" idx="0"/>
          </p:cNvCxnSpPr>
          <p:nvPr/>
        </p:nvCxnSpPr>
        <p:spPr>
          <a:xfrm>
            <a:off x="3372377" y="4375190"/>
            <a:ext cx="0" cy="1100863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/>
          <p:cNvCxnSpPr>
            <a:stCxn id="65" idx="2"/>
            <a:endCxn id="64" idx="6"/>
          </p:cNvCxnSpPr>
          <p:nvPr/>
        </p:nvCxnSpPr>
        <p:spPr>
          <a:xfrm flipH="1" flipV="1">
            <a:off x="3736983" y="5831863"/>
            <a:ext cx="1623839" cy="11206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/>
          <p:cNvCxnSpPr>
            <a:stCxn id="63" idx="3"/>
            <a:endCxn id="64" idx="7"/>
          </p:cNvCxnSpPr>
          <p:nvPr/>
        </p:nvCxnSpPr>
        <p:spPr>
          <a:xfrm flipH="1">
            <a:off x="3630192" y="4270976"/>
            <a:ext cx="1837421" cy="130929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/>
          <p:cNvCxnSpPr>
            <a:stCxn id="63" idx="4"/>
            <a:endCxn id="65" idx="0"/>
          </p:cNvCxnSpPr>
          <p:nvPr/>
        </p:nvCxnSpPr>
        <p:spPr>
          <a:xfrm>
            <a:off x="5725429" y="4375190"/>
            <a:ext cx="0" cy="1112069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1583486" y="4552882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86" y="4552882"/>
                <a:ext cx="1283384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/>
          <p:cNvCxnSpPr>
            <a:cxnSpLocks noChangeAspect="1"/>
          </p:cNvCxnSpPr>
          <p:nvPr/>
        </p:nvCxnSpPr>
        <p:spPr>
          <a:xfrm flipV="1">
            <a:off x="3487444" y="4141434"/>
            <a:ext cx="1909440" cy="1361664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2" name="Curved Connector 91"/>
          <p:cNvCxnSpPr>
            <a:stCxn id="65" idx="6"/>
            <a:endCxn id="63" idx="6"/>
          </p:cNvCxnSpPr>
          <p:nvPr/>
        </p:nvCxnSpPr>
        <p:spPr>
          <a:xfrm flipV="1">
            <a:off x="6090035" y="4019380"/>
            <a:ext cx="12700" cy="1823689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Curved Connector 111"/>
          <p:cNvCxnSpPr>
            <a:stCxn id="63" idx="1"/>
            <a:endCxn id="62" idx="7"/>
          </p:cNvCxnSpPr>
          <p:nvPr/>
        </p:nvCxnSpPr>
        <p:spPr>
          <a:xfrm rot="16200000" flipV="1">
            <a:off x="4548903" y="2849073"/>
            <a:ext cx="12700" cy="1837421"/>
          </a:xfrm>
          <a:prstGeom prst="curvedConnector3">
            <a:avLst>
              <a:gd name="adj1" fmla="val 2620583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Oval 78"/>
          <p:cNvSpPr/>
          <p:nvPr/>
        </p:nvSpPr>
        <p:spPr>
          <a:xfrm>
            <a:off x="5419781" y="3733454"/>
            <a:ext cx="611295" cy="571852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82" name="Oval 81"/>
          <p:cNvSpPr>
            <a:spLocks noChangeAspect="1"/>
          </p:cNvSpPr>
          <p:nvPr/>
        </p:nvSpPr>
        <p:spPr>
          <a:xfrm>
            <a:off x="5407938" y="5546064"/>
            <a:ext cx="634981" cy="594010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88" name="Oval 87"/>
          <p:cNvSpPr/>
          <p:nvPr/>
        </p:nvSpPr>
        <p:spPr>
          <a:xfrm>
            <a:off x="3066729" y="5545937"/>
            <a:ext cx="611295" cy="57185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sp>
        <p:nvSpPr>
          <p:cNvPr id="89" name="Oval 88"/>
          <p:cNvSpPr>
            <a:spLocks noChangeAspect="1"/>
          </p:cNvSpPr>
          <p:nvPr/>
        </p:nvSpPr>
        <p:spPr>
          <a:xfrm>
            <a:off x="5453615" y="5588794"/>
            <a:ext cx="543626" cy="50855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cxnSp>
        <p:nvCxnSpPr>
          <p:cNvPr id="83" name="Curved Connector 82"/>
          <p:cNvCxnSpPr/>
          <p:nvPr/>
        </p:nvCxnSpPr>
        <p:spPr>
          <a:xfrm rot="16200000" flipH="1">
            <a:off x="4543301" y="5016749"/>
            <a:ext cx="11205" cy="2353052"/>
          </a:xfrm>
          <a:prstGeom prst="curvedConnector3">
            <a:avLst>
              <a:gd name="adj1" fmla="val 2481498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6" name="Curved Connector 85"/>
          <p:cNvCxnSpPr/>
          <p:nvPr/>
        </p:nvCxnSpPr>
        <p:spPr>
          <a:xfrm rot="10800000">
            <a:off x="3007771" y="4019381"/>
            <a:ext cx="12700" cy="1812483"/>
          </a:xfrm>
          <a:prstGeom prst="curvedConnector3">
            <a:avLst>
              <a:gd name="adj1" fmla="val 3058252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DECBF-8BE6-EEA2-BA11-E15C12FFC3BB}"/>
              </a:ext>
            </a:extLst>
          </p:cNvPr>
          <p:cNvGrpSpPr/>
          <p:nvPr/>
        </p:nvGrpSpPr>
        <p:grpSpPr>
          <a:xfrm>
            <a:off x="5020428" y="3037242"/>
            <a:ext cx="1046014" cy="832868"/>
            <a:chOff x="6850829" y="4375190"/>
            <a:chExt cx="1284001" cy="1284001"/>
          </a:xfrm>
        </p:grpSpPr>
        <p:pic>
          <p:nvPicPr>
            <p:cNvPr id="19" name="Picture 18" descr="A cartoon of a child standing next to a street sign&#10;&#10;Description automatically generated">
              <a:extLst>
                <a:ext uri="{FF2B5EF4-FFF2-40B4-BE49-F238E27FC236}">
                  <a16:creationId xmlns:a16="http://schemas.microsoft.com/office/drawing/2014/main" id="{1B888F6B-48BE-2934-6DB3-5B002CE9C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0829" y="4375190"/>
              <a:ext cx="1284001" cy="128400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D4CE10-56A2-C525-65F1-C8D928DB1646}"/>
                </a:ext>
              </a:extLst>
            </p:cNvPr>
            <p:cNvSpPr txBox="1"/>
            <p:nvPr/>
          </p:nvSpPr>
          <p:spPr>
            <a:xfrm rot="630349">
              <a:off x="7044643" y="4584622"/>
              <a:ext cx="324894" cy="196516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67AE67-8AC7-F194-445B-3E895F464DBF}"/>
                </a:ext>
              </a:extLst>
            </p:cNvPr>
            <p:cNvSpPr txBox="1"/>
            <p:nvPr/>
          </p:nvSpPr>
          <p:spPr>
            <a:xfrm rot="20969651" flipH="1">
              <a:off x="7614556" y="4588437"/>
              <a:ext cx="334738" cy="185128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לא 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7CCF70B-4037-6C23-A32F-36208EFA2B02}"/>
              </a:ext>
            </a:extLst>
          </p:cNvPr>
          <p:cNvGrpSpPr/>
          <p:nvPr/>
        </p:nvGrpSpPr>
        <p:grpSpPr>
          <a:xfrm>
            <a:off x="3036822" y="4788946"/>
            <a:ext cx="1046014" cy="832868"/>
            <a:chOff x="6850829" y="4375190"/>
            <a:chExt cx="1284001" cy="1284001"/>
          </a:xfrm>
        </p:grpSpPr>
        <p:pic>
          <p:nvPicPr>
            <p:cNvPr id="26" name="Picture 25" descr="A cartoon of a child standing next to a street sign&#10;&#10;Description automatically generated">
              <a:extLst>
                <a:ext uri="{FF2B5EF4-FFF2-40B4-BE49-F238E27FC236}">
                  <a16:creationId xmlns:a16="http://schemas.microsoft.com/office/drawing/2014/main" id="{D1436293-69D1-F1C3-6950-5B36E4341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0829" y="4375190"/>
              <a:ext cx="1284001" cy="128400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6A0D2C0-4363-F472-37AC-AA708EDF528D}"/>
                </a:ext>
              </a:extLst>
            </p:cNvPr>
            <p:cNvSpPr txBox="1"/>
            <p:nvPr/>
          </p:nvSpPr>
          <p:spPr>
            <a:xfrm rot="630349">
              <a:off x="7044643" y="4584622"/>
              <a:ext cx="324894" cy="196516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FB60899-4387-B284-5691-C4BA261EB8F9}"/>
                </a:ext>
              </a:extLst>
            </p:cNvPr>
            <p:cNvSpPr txBox="1"/>
            <p:nvPr/>
          </p:nvSpPr>
          <p:spPr>
            <a:xfrm rot="20969651" flipH="1">
              <a:off x="7614556" y="4588437"/>
              <a:ext cx="334738" cy="185128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לא 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C4E63-1028-70DB-9496-54CAB6DAF53E}"/>
                  </a:ext>
                </a:extLst>
              </p:cNvPr>
              <p:cNvSpPr txBox="1"/>
              <p:nvPr/>
            </p:nvSpPr>
            <p:spPr>
              <a:xfrm>
                <a:off x="-34645" y="2937806"/>
                <a:ext cx="2435159" cy="1608726"/>
              </a:xfrm>
              <a:prstGeom prst="cloudCallout">
                <a:avLst>
                  <a:gd name="adj1" fmla="val 5757"/>
                  <a:gd name="adj2" fmla="val 72555"/>
                </a:avLst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אם נבחר את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⟨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he-IL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he-IL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⟩</m:t>
                    </m:r>
                  </m:oMath>
                </a14:m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להיות מקבל. תתקבל המילה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he-IL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 שאינה בשפת החיתוך בין האוטומטים</a:t>
                </a:r>
                <a:endParaRPr lang="en-US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C4E63-1028-70DB-9496-54CAB6DAF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645" y="2937806"/>
                <a:ext cx="2435159" cy="1608726"/>
              </a:xfrm>
              <a:prstGeom prst="cloudCallout">
                <a:avLst>
                  <a:gd name="adj1" fmla="val 5757"/>
                  <a:gd name="adj2" fmla="val 72555"/>
                </a:avLst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cartoon character sitting on a pencil&#10;&#10;Description automatically generated">
            <a:extLst>
              <a:ext uri="{FF2B5EF4-FFF2-40B4-BE49-F238E27FC236}">
                <a16:creationId xmlns:a16="http://schemas.microsoft.com/office/drawing/2014/main" id="{AE409485-D3A0-8627-C2AA-BA9C25ADFA5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795" y="4852666"/>
            <a:ext cx="1837624" cy="178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194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מוטיבציה: אוטומט לחיתוך שפות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בעיה עם אוטומטי מַכְפֵּלָה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38</a:t>
            </a:fld>
            <a:endParaRPr lang="he-IL"/>
          </a:p>
        </p:txBody>
      </p:sp>
      <p:grpSp>
        <p:nvGrpSpPr>
          <p:cNvPr id="84" name="Group 83"/>
          <p:cNvGrpSpPr/>
          <p:nvPr/>
        </p:nvGrpSpPr>
        <p:grpSpPr>
          <a:xfrm>
            <a:off x="532962" y="1237715"/>
            <a:ext cx="3154701" cy="1708810"/>
            <a:chOff x="553211" y="1498084"/>
            <a:chExt cx="3154701" cy="1708810"/>
          </a:xfrm>
        </p:grpSpPr>
        <p:sp>
          <p:nvSpPr>
            <p:cNvPr id="30" name="Oval 29"/>
            <p:cNvSpPr/>
            <p:nvPr/>
          </p:nvSpPr>
          <p:spPr>
            <a:xfrm>
              <a:off x="2688004" y="207556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9304" y="2075562"/>
                  <a:ext cx="609600" cy="6096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Curved Connector 31"/>
            <p:cNvCxnSpPr>
              <a:stCxn id="31" idx="0"/>
              <a:endCxn id="30" idx="0"/>
            </p:cNvCxnSpPr>
            <p:nvPr/>
          </p:nvCxnSpPr>
          <p:spPr>
            <a:xfrm rot="5400000" flipH="1" flipV="1">
              <a:off x="2478454" y="15612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Curved Connector 32"/>
            <p:cNvCxnSpPr>
              <a:stCxn id="30" idx="4"/>
              <a:endCxn id="31" idx="4"/>
            </p:cNvCxnSpPr>
            <p:nvPr/>
          </p:nvCxnSpPr>
          <p:spPr>
            <a:xfrm rot="5400000">
              <a:off x="2478454" y="217081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Curved Connector 33"/>
            <p:cNvCxnSpPr>
              <a:stCxn id="30" idx="7"/>
              <a:endCxn id="30" idx="6"/>
            </p:cNvCxnSpPr>
            <p:nvPr/>
          </p:nvCxnSpPr>
          <p:spPr>
            <a:xfrm rot="16200000" flipH="1">
              <a:off x="3145204" y="2227962"/>
              <a:ext cx="215526" cy="89274"/>
            </a:xfrm>
            <a:prstGeom prst="curvedConnector4">
              <a:avLst>
                <a:gd name="adj1" fmla="val -82217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urved Connector 34"/>
            <p:cNvCxnSpPr>
              <a:stCxn id="31" idx="1"/>
              <a:endCxn id="31" idx="2"/>
            </p:cNvCxnSpPr>
            <p:nvPr/>
          </p:nvCxnSpPr>
          <p:spPr>
            <a:xfrm rot="16200000" flipH="1" flipV="1">
              <a:off x="1596178" y="222796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" name="Straight Arrow Connector 35"/>
            <p:cNvCxnSpPr>
              <a:endCxn id="31" idx="3"/>
            </p:cNvCxnSpPr>
            <p:nvPr/>
          </p:nvCxnSpPr>
          <p:spPr>
            <a:xfrm flipV="1">
              <a:off x="1545004" y="259588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/>
                <p:cNvSpPr/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>
                      <a:solidFill>
                        <a:srgbClr val="FF0000"/>
                      </a:solidFill>
                    </a:rPr>
                    <a:t> </a:t>
                  </a:r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974" y="2131684"/>
                  <a:ext cx="531661" cy="4973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218" y="1664222"/>
                  <a:ext cx="2487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1498084"/>
                  <a:ext cx="248786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126" y="1828601"/>
                  <a:ext cx="248786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2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0411" y="2837562"/>
                  <a:ext cx="24878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804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11" y="2081912"/>
                  <a:ext cx="5593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/>
          <p:cNvGrpSpPr/>
          <p:nvPr/>
        </p:nvGrpSpPr>
        <p:grpSpPr>
          <a:xfrm>
            <a:off x="5231424" y="1242648"/>
            <a:ext cx="3070112" cy="1708810"/>
            <a:chOff x="5231424" y="1395048"/>
            <a:chExt cx="3070112" cy="1708810"/>
          </a:xfrm>
        </p:grpSpPr>
        <p:sp>
          <p:nvSpPr>
            <p:cNvPr id="6" name="Oval 5"/>
            <p:cNvSpPr/>
            <p:nvPr/>
          </p:nvSpPr>
          <p:spPr>
            <a:xfrm>
              <a:off x="6632332" y="1988672"/>
              <a:ext cx="609600" cy="6096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632" y="1988672"/>
                  <a:ext cx="609600" cy="6096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Curved Connector 10"/>
            <p:cNvCxnSpPr>
              <a:stCxn id="7" idx="0"/>
              <a:endCxn id="6" idx="0"/>
            </p:cNvCxnSpPr>
            <p:nvPr/>
          </p:nvCxnSpPr>
          <p:spPr>
            <a:xfrm rot="5400000" flipH="1" flipV="1">
              <a:off x="6422782" y="14743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urved Connector 13"/>
            <p:cNvCxnSpPr>
              <a:stCxn id="6" idx="4"/>
              <a:endCxn id="7" idx="4"/>
            </p:cNvCxnSpPr>
            <p:nvPr/>
          </p:nvCxnSpPr>
          <p:spPr>
            <a:xfrm rot="5400000">
              <a:off x="6422782" y="2083922"/>
              <a:ext cx="12700" cy="1028700"/>
            </a:xfrm>
            <a:prstGeom prst="curvedConnector3">
              <a:avLst>
                <a:gd name="adj1" fmla="val 1800000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" name="Curved Connector 17"/>
            <p:cNvCxnSpPr>
              <a:stCxn id="6" idx="7"/>
              <a:endCxn id="6" idx="6"/>
            </p:cNvCxnSpPr>
            <p:nvPr/>
          </p:nvCxnSpPr>
          <p:spPr>
            <a:xfrm rot="16200000" flipH="1">
              <a:off x="7089532" y="2141072"/>
              <a:ext cx="215526" cy="89274"/>
            </a:xfrm>
            <a:prstGeom prst="curvedConnector4">
              <a:avLst>
                <a:gd name="adj1" fmla="val -74058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" name="Curved Connector 19"/>
            <p:cNvCxnSpPr>
              <a:stCxn id="7" idx="1"/>
              <a:endCxn id="7" idx="2"/>
            </p:cNvCxnSpPr>
            <p:nvPr/>
          </p:nvCxnSpPr>
          <p:spPr>
            <a:xfrm rot="16200000" flipH="1" flipV="1">
              <a:off x="5540506" y="2141072"/>
              <a:ext cx="215526" cy="89274"/>
            </a:xfrm>
            <a:prstGeom prst="curvedConnector4">
              <a:avLst>
                <a:gd name="adj1" fmla="val -86296"/>
                <a:gd name="adj2" fmla="val 356066"/>
              </a:avLst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/>
            <p:cNvCxnSpPr>
              <a:endCxn id="7" idx="3"/>
            </p:cNvCxnSpPr>
            <p:nvPr/>
          </p:nvCxnSpPr>
          <p:spPr>
            <a:xfrm flipV="1">
              <a:off x="5489332" y="2508998"/>
              <a:ext cx="203574" cy="241674"/>
            </a:xfrm>
            <a:prstGeom prst="straightConnector1">
              <a:avLst/>
            </a:prstGeom>
            <a:noFill/>
            <a:ln w="19050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/>
                <p:cNvSpPr/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Oval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432" y="2050936"/>
                  <a:ext cx="524519" cy="490675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>
                  <a:solidFill>
                    <a:srgbClr val="0000F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1424" y="1561186"/>
                  <a:ext cx="24878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1206" y="1395048"/>
                  <a:ext cx="248786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332" y="1725565"/>
                  <a:ext cx="24878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195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5617" y="2734526"/>
                  <a:ext cx="248786" cy="369332"/>
                </a:xfrm>
                <a:prstGeom prst="rect">
                  <a:avLst/>
                </a:prstGeom>
                <a:blipFill>
                  <a:blip r:embed="rId14"/>
                  <a:stretch>
                    <a:fillRect r="-878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6830" y="2050936"/>
                  <a:ext cx="564706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C4E63-1028-70DB-9496-54CAB6DAF53E}"/>
                  </a:ext>
                </a:extLst>
              </p:cNvPr>
              <p:cNvSpPr txBox="1"/>
              <p:nvPr/>
            </p:nvSpPr>
            <p:spPr>
              <a:xfrm>
                <a:off x="6500955" y="2564540"/>
                <a:ext cx="2484752" cy="1801795"/>
              </a:xfrm>
              <a:prstGeom prst="cloudCallout">
                <a:avLst>
                  <a:gd name="adj1" fmla="val 5757"/>
                  <a:gd name="adj2" fmla="val 72555"/>
                </a:avLst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אם נבחר את </a:t>
                </a:r>
                <a14:m>
                  <m:oMath xmlns:m="http://schemas.openxmlformats.org/officeDocument/2006/math">
                    <m:r>
                      <a:rPr lang="he-IL" sz="1400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he-IL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⟨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⟩</m:t>
                    </m:r>
                  </m:oMath>
                </a14:m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ואת </a:t>
                </a:r>
                <a14:m>
                  <m:oMath xmlns:m="http://schemas.openxmlformats.org/officeDocument/2006/math">
                    <m:r>
                      <a:rPr lang="he-IL" sz="14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⟨</m:t>
                    </m:r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he-IL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he-IL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⟩ </m:t>
                    </m:r>
                  </m:oMath>
                </a14:m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 לא מקבלים. לא תתקבל המילה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(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𝑎</m:t>
                            </m:r>
                          </m:e>
                        </m:d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𝑏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)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he-IL" sz="1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 שבשפת החיתוך בין אוטומטים</a:t>
                </a:r>
                <a:endParaRPr lang="en-US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1C4E63-1028-70DB-9496-54CAB6DAF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0955" y="2564540"/>
                <a:ext cx="2484752" cy="1801795"/>
              </a:xfrm>
              <a:prstGeom prst="cloudCallout">
                <a:avLst>
                  <a:gd name="adj1" fmla="val 5757"/>
                  <a:gd name="adj2" fmla="val 72555"/>
                </a:avLst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2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cartoon character sitting on a pencil&#10;&#10;Description automatically generated">
            <a:extLst>
              <a:ext uri="{FF2B5EF4-FFF2-40B4-BE49-F238E27FC236}">
                <a16:creationId xmlns:a16="http://schemas.microsoft.com/office/drawing/2014/main" id="{1C04AAC2-FD19-76BB-76AC-1443167A208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494" y="4671136"/>
            <a:ext cx="1786793" cy="178679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C78C5E-94D7-58A9-75DF-49DBA49E50A4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3692337" y="4132556"/>
            <a:ext cx="2004010" cy="1440221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B7A38B-E32C-CEE2-115E-32D7C9A1BB8C}"/>
                  </a:ext>
                </a:extLst>
              </p:cNvPr>
              <p:cNvSpPr txBox="1"/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CB7A38B-E32C-CEE2-115E-32D7C9A1B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88" y="3494811"/>
                <a:ext cx="113768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urved Connector 45">
            <a:extLst>
              <a:ext uri="{FF2B5EF4-FFF2-40B4-BE49-F238E27FC236}">
                <a16:creationId xmlns:a16="http://schemas.microsoft.com/office/drawing/2014/main" id="{DCA17C5E-7F38-6F4B-9CBE-EB67EEEEFE0E}"/>
              </a:ext>
            </a:extLst>
          </p:cNvPr>
          <p:cNvCxnSpPr/>
          <p:nvPr/>
        </p:nvCxnSpPr>
        <p:spPr>
          <a:xfrm rot="10800000" flipH="1">
            <a:off x="3100521" y="3723716"/>
            <a:ext cx="106791" cy="251595"/>
          </a:xfrm>
          <a:prstGeom prst="curvedConnector4">
            <a:avLst>
              <a:gd name="adj1" fmla="val -256066"/>
              <a:gd name="adj2" fmla="val 161819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urved Connector 60">
            <a:extLst>
              <a:ext uri="{FF2B5EF4-FFF2-40B4-BE49-F238E27FC236}">
                <a16:creationId xmlns:a16="http://schemas.microsoft.com/office/drawing/2014/main" id="{E6FD485A-88DE-0E19-D5F0-2979880FC05E}"/>
              </a:ext>
            </a:extLst>
          </p:cNvPr>
          <p:cNvCxnSpPr/>
          <p:nvPr/>
        </p:nvCxnSpPr>
        <p:spPr>
          <a:xfrm rot="5400000" flipH="1">
            <a:off x="3062282" y="5986114"/>
            <a:ext cx="251595" cy="106791"/>
          </a:xfrm>
          <a:prstGeom prst="curvedConnector4">
            <a:avLst>
              <a:gd name="adj1" fmla="val -61819"/>
              <a:gd name="adj2" fmla="val 356066"/>
            </a:avLst>
          </a:prstGeom>
          <a:noFill/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urved Connector 51">
            <a:extLst>
              <a:ext uri="{FF2B5EF4-FFF2-40B4-BE49-F238E27FC236}">
                <a16:creationId xmlns:a16="http://schemas.microsoft.com/office/drawing/2014/main" id="{2881FC19-19CF-9F46-1FFA-AF9876A9FCFA}"/>
              </a:ext>
            </a:extLst>
          </p:cNvPr>
          <p:cNvCxnSpPr/>
          <p:nvPr/>
        </p:nvCxnSpPr>
        <p:spPr>
          <a:xfrm rot="5400000" flipH="1" flipV="1">
            <a:off x="5791735" y="5996472"/>
            <a:ext cx="251595" cy="106791"/>
          </a:xfrm>
          <a:prstGeom prst="curvedConnector4">
            <a:avLst>
              <a:gd name="adj1" fmla="val -79354"/>
              <a:gd name="adj2" fmla="val 314063"/>
            </a:avLst>
          </a:prstGeom>
          <a:noFill/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urved Connector 46">
            <a:extLst>
              <a:ext uri="{FF2B5EF4-FFF2-40B4-BE49-F238E27FC236}">
                <a16:creationId xmlns:a16="http://schemas.microsoft.com/office/drawing/2014/main" id="{2739DF49-7A61-E7D3-51ED-CAA092F4F4CC}"/>
              </a:ext>
            </a:extLst>
          </p:cNvPr>
          <p:cNvCxnSpPr/>
          <p:nvPr/>
        </p:nvCxnSpPr>
        <p:spPr>
          <a:xfrm flipH="1" flipV="1">
            <a:off x="5807990" y="3685541"/>
            <a:ext cx="106791" cy="251595"/>
          </a:xfrm>
          <a:prstGeom prst="curvedConnector4">
            <a:avLst>
              <a:gd name="adj1" fmla="val -256066"/>
              <a:gd name="adj2" fmla="val 190376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D1F79EA1-2118-754F-88E5-11358031B38B}"/>
                  </a:ext>
                </a:extLst>
              </p:cNvPr>
              <p:cNvSpPr/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D1F79EA1-2118-754F-88E5-11358031B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3663570"/>
                <a:ext cx="729213" cy="711620"/>
              </a:xfrm>
              <a:prstGeom prst="ellipse">
                <a:avLst/>
              </a:prstGeom>
              <a:blipFill>
                <a:blip r:embed="rId19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BC3912D-8671-BDEE-C546-F25519ECE96D}"/>
                  </a:ext>
                </a:extLst>
              </p:cNvPr>
              <p:cNvSpPr/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6BC3912D-8671-BDEE-C546-F25519ECE9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3663570"/>
                <a:ext cx="729213" cy="711620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29D930F-15D3-5EF2-B37F-F7B42DF0DD28}"/>
                  </a:ext>
                </a:extLst>
              </p:cNvPr>
              <p:cNvSpPr/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29D930F-15D3-5EF2-B37F-F7B42DF0D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770" y="5476053"/>
                <a:ext cx="729213" cy="711620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EC1080E-4051-5CA7-AE9F-06A50BCF68D3}"/>
                  </a:ext>
                </a:extLst>
              </p:cNvPr>
              <p:cNvSpPr/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sub>
                      </m:sSub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EC1080E-4051-5CA7-AE9F-06A50BCF68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22" y="5487259"/>
                <a:ext cx="729213" cy="711620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42D2A53-E4E9-1F4D-ED7C-414D7B7C3BCA}"/>
              </a:ext>
            </a:extLst>
          </p:cNvPr>
          <p:cNvCxnSpPr>
            <a:endCxn id="53" idx="0"/>
          </p:cNvCxnSpPr>
          <p:nvPr/>
        </p:nvCxnSpPr>
        <p:spPr>
          <a:xfrm>
            <a:off x="3372377" y="3227635"/>
            <a:ext cx="0" cy="435936"/>
          </a:xfrm>
          <a:prstGeom prst="straightConnector1">
            <a:avLst/>
          </a:prstGeom>
          <a:noFill/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3CB047A-1CD3-494E-04EB-3518268E6E71}"/>
              </a:ext>
            </a:extLst>
          </p:cNvPr>
          <p:cNvCxnSpPr>
            <a:stCxn id="53" idx="6"/>
            <a:endCxn id="58" idx="2"/>
          </p:cNvCxnSpPr>
          <p:nvPr/>
        </p:nvCxnSpPr>
        <p:spPr>
          <a:xfrm>
            <a:off x="3736983" y="4019380"/>
            <a:ext cx="1623839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137A6B2-5450-7256-B53D-85CA2501AD64}"/>
              </a:ext>
            </a:extLst>
          </p:cNvPr>
          <p:cNvCxnSpPr>
            <a:stCxn id="53" idx="5"/>
            <a:endCxn id="60" idx="1"/>
          </p:cNvCxnSpPr>
          <p:nvPr/>
        </p:nvCxnSpPr>
        <p:spPr>
          <a:xfrm>
            <a:off x="3630192" y="4270976"/>
            <a:ext cx="1837421" cy="1320497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C39EF1C-0305-03AC-56B2-3FD74C518A73}"/>
              </a:ext>
            </a:extLst>
          </p:cNvPr>
          <p:cNvCxnSpPr>
            <a:stCxn id="53" idx="4"/>
            <a:endCxn id="59" idx="0"/>
          </p:cNvCxnSpPr>
          <p:nvPr/>
        </p:nvCxnSpPr>
        <p:spPr>
          <a:xfrm>
            <a:off x="3372377" y="4375190"/>
            <a:ext cx="0" cy="1100863"/>
          </a:xfrm>
          <a:prstGeom prst="straightConnector1">
            <a:avLst/>
          </a:prstGeom>
          <a:noFill/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E47869B-8FA0-82C2-BBDC-00F5C177CC69}"/>
                  </a:ext>
                </a:extLst>
              </p:cNvPr>
              <p:cNvSpPr txBox="1"/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E47869B-8FA0-82C2-BBDC-00F5C177C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596" y="3723716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82B6C62-B08C-354B-6A8A-568F1CECE127}"/>
                  </a:ext>
                </a:extLst>
              </p:cNvPr>
              <p:cNvSpPr txBox="1"/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82B6C62-B08C-354B-6A8A-568F1CECE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06" y="6124291"/>
                <a:ext cx="1046015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5B07717-5DE2-3572-CA1A-7C4B6B6D4401}"/>
                  </a:ext>
                </a:extLst>
              </p:cNvPr>
              <p:cNvSpPr txBox="1"/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5B07717-5DE2-3572-CA1A-7C4B6B6D4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762" y="5392253"/>
                <a:ext cx="104601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334A869-A5DD-4FE8-4933-413D178666C9}"/>
                  </a:ext>
                </a:extLst>
              </p:cNvPr>
              <p:cNvSpPr txBox="1"/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334A869-A5DD-4FE8-4933-413D17866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032" y="3282102"/>
                <a:ext cx="1283384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D0F8290-FBAA-9FFF-FF33-F8DD7FC3B548}"/>
                  </a:ext>
                </a:extLst>
              </p:cNvPr>
              <p:cNvSpPr txBox="1"/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D0F8290-FBAA-9FFF-FF33-F8DD7FC3B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853" y="4082761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23215B2-DEFD-7EBF-3D15-615F01118353}"/>
              </a:ext>
            </a:extLst>
          </p:cNvPr>
          <p:cNvCxnSpPr>
            <a:stCxn id="60" idx="2"/>
            <a:endCxn id="59" idx="6"/>
          </p:cNvCxnSpPr>
          <p:nvPr/>
        </p:nvCxnSpPr>
        <p:spPr>
          <a:xfrm flipH="1" flipV="1">
            <a:off x="3736983" y="5831863"/>
            <a:ext cx="1623839" cy="11206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4E1EE61-3B0E-74C4-9099-7AA0AC969E2A}"/>
                  </a:ext>
                </a:extLst>
              </p:cNvPr>
              <p:cNvSpPr txBox="1"/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4E1EE61-3B0E-74C4-9099-7AA0AC969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660" y="5027434"/>
                <a:ext cx="1046015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77D2955-2380-0520-88AD-CCAD42EDE11A}"/>
                  </a:ext>
                </a:extLst>
              </p:cNvPr>
              <p:cNvSpPr txBox="1"/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77D2955-2380-0520-88AD-CCAD42EDE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799" y="5867888"/>
                <a:ext cx="1046015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5596A805-6A03-E4E6-6F93-1CABF371680A}"/>
              </a:ext>
            </a:extLst>
          </p:cNvPr>
          <p:cNvCxnSpPr>
            <a:stCxn id="58" idx="3"/>
            <a:endCxn id="59" idx="7"/>
          </p:cNvCxnSpPr>
          <p:nvPr/>
        </p:nvCxnSpPr>
        <p:spPr>
          <a:xfrm flipH="1">
            <a:off x="3630192" y="4270976"/>
            <a:ext cx="1837421" cy="1309291"/>
          </a:xfrm>
          <a:prstGeom prst="straightConnector1">
            <a:avLst/>
          </a:prstGeom>
          <a:noFill/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17A6AB8-14AA-CB9D-21DA-76CD73D5C5B4}"/>
                  </a:ext>
                </a:extLst>
              </p:cNvPr>
              <p:cNvSpPr txBox="1"/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17A6AB8-14AA-CB9D-21DA-76CD73D5C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062" y="5332635"/>
                <a:ext cx="1046015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58F1D35-52D0-EB61-0BE0-89D8F5A70414}"/>
                  </a:ext>
                </a:extLst>
              </p:cNvPr>
              <p:cNvSpPr txBox="1"/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58F1D35-52D0-EB61-0BE0-89D8F5A70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6403241"/>
                <a:ext cx="1046015" cy="30777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910CCCC-893F-B674-A17F-EA507F9D90AA}"/>
              </a:ext>
            </a:extLst>
          </p:cNvPr>
          <p:cNvCxnSpPr>
            <a:stCxn id="58" idx="4"/>
            <a:endCxn id="60" idx="0"/>
          </p:cNvCxnSpPr>
          <p:nvPr/>
        </p:nvCxnSpPr>
        <p:spPr>
          <a:xfrm>
            <a:off x="5725429" y="4375190"/>
            <a:ext cx="0" cy="1112069"/>
          </a:xfrm>
          <a:prstGeom prst="straightConnector1">
            <a:avLst/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1F4F2DC-433B-55B4-B53B-72B1D0E2CBF3}"/>
                  </a:ext>
                </a:extLst>
              </p:cNvPr>
              <p:cNvSpPr txBox="1"/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41F4F2DC-433B-55B4-B53B-72B1D0E2C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0" y="4975558"/>
                <a:ext cx="1046015" cy="30777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2A4FA5D-A132-384D-A016-6905C2373EDA}"/>
                  </a:ext>
                </a:extLst>
              </p:cNvPr>
              <p:cNvSpPr txBox="1"/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2A4FA5D-A132-384D-A016-6905C2373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927" y="4247474"/>
                <a:ext cx="1046015" cy="30777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9B96D19-C7D0-3F76-BF70-816BE8E7C110}"/>
                  </a:ext>
                </a:extLst>
              </p:cNvPr>
              <p:cNvSpPr txBox="1"/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9B96D19-C7D0-3F76-BF70-816BE8E7C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608" y="6337715"/>
                <a:ext cx="1046015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B0FBE41-A7A8-C815-CB06-75ACEF929B60}"/>
                  </a:ext>
                </a:extLst>
              </p:cNvPr>
              <p:cNvSpPr txBox="1"/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B0FBE41-A7A8-C815-CB06-75ACEF929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161" y="3185932"/>
                <a:ext cx="1046015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5D729B0-A71D-5074-A18F-BC274597510C}"/>
                  </a:ext>
                </a:extLst>
              </p:cNvPr>
              <p:cNvSpPr txBox="1"/>
              <p:nvPr/>
            </p:nvSpPr>
            <p:spPr>
              <a:xfrm>
                <a:off x="1581647" y="4518387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5D729B0-A71D-5074-A18F-BC2745975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1647" y="4518387"/>
                <a:ext cx="1283384" cy="30777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14409F4-9774-51D0-1ACF-6D00A4D4DEF2}"/>
                  </a:ext>
                </a:extLst>
              </p:cNvPr>
              <p:cNvSpPr txBox="1"/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14409F4-9774-51D0-1ACF-6D00A4D4D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438" y="3103449"/>
                <a:ext cx="1283384" cy="30777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0480FF5-C89F-330F-F32A-EDA2EB8C853E}"/>
                  </a:ext>
                </a:extLst>
              </p:cNvPr>
              <p:cNvSpPr txBox="1"/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0480FF5-C89F-330F-F32A-EDA2EB8C8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871" y="4019379"/>
                <a:ext cx="1283384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C25CCA9-ADBE-FA6C-49C7-923A979FB53C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3487444" y="4141434"/>
            <a:ext cx="1909440" cy="1361664"/>
          </a:xfrm>
          <a:prstGeom prst="straightConnector1">
            <a:avLst/>
          </a:prstGeom>
          <a:noFill/>
          <a:ln w="5715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Curved Connector 91">
            <a:extLst>
              <a:ext uri="{FF2B5EF4-FFF2-40B4-BE49-F238E27FC236}">
                <a16:creationId xmlns:a16="http://schemas.microsoft.com/office/drawing/2014/main" id="{6907561C-CA56-3086-022F-6611CA74C57E}"/>
              </a:ext>
            </a:extLst>
          </p:cNvPr>
          <p:cNvCxnSpPr>
            <a:stCxn id="60" idx="6"/>
            <a:endCxn id="58" idx="6"/>
          </p:cNvCxnSpPr>
          <p:nvPr/>
        </p:nvCxnSpPr>
        <p:spPr>
          <a:xfrm flipV="1">
            <a:off x="6090035" y="4019380"/>
            <a:ext cx="12700" cy="1823689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urved Connector 111">
            <a:extLst>
              <a:ext uri="{FF2B5EF4-FFF2-40B4-BE49-F238E27FC236}">
                <a16:creationId xmlns:a16="http://schemas.microsoft.com/office/drawing/2014/main" id="{92B1FA86-70B3-4E78-B5CE-2592305EDE99}"/>
              </a:ext>
            </a:extLst>
          </p:cNvPr>
          <p:cNvCxnSpPr>
            <a:stCxn id="58" idx="1"/>
            <a:endCxn id="53" idx="7"/>
          </p:cNvCxnSpPr>
          <p:nvPr/>
        </p:nvCxnSpPr>
        <p:spPr>
          <a:xfrm rot="16200000" flipV="1">
            <a:off x="4548903" y="2849073"/>
            <a:ext cx="12700" cy="1837421"/>
          </a:xfrm>
          <a:prstGeom prst="curvedConnector3">
            <a:avLst>
              <a:gd name="adj1" fmla="val 2620583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AD5E9CE0-3E20-D624-0A34-E45668F02BEC}"/>
              </a:ext>
            </a:extLst>
          </p:cNvPr>
          <p:cNvSpPr/>
          <p:nvPr/>
        </p:nvSpPr>
        <p:spPr>
          <a:xfrm>
            <a:off x="5419781" y="3733454"/>
            <a:ext cx="611295" cy="571852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2E35DE21-7F2D-99AC-4B41-C42BD3F57E2F}"/>
              </a:ext>
            </a:extLst>
          </p:cNvPr>
          <p:cNvSpPr>
            <a:spLocks noChangeAspect="1"/>
          </p:cNvSpPr>
          <p:nvPr/>
        </p:nvSpPr>
        <p:spPr>
          <a:xfrm>
            <a:off x="5407938" y="5546064"/>
            <a:ext cx="634981" cy="594010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0000FF"/>
              </a:solidFill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4EF8DDB9-0874-8864-A68A-33BFD8CC33EF}"/>
              </a:ext>
            </a:extLst>
          </p:cNvPr>
          <p:cNvSpPr/>
          <p:nvPr/>
        </p:nvSpPr>
        <p:spPr>
          <a:xfrm>
            <a:off x="3066729" y="5545937"/>
            <a:ext cx="611295" cy="57185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CA5B3A2D-CE29-7AB5-1889-40B7F4B9316C}"/>
              </a:ext>
            </a:extLst>
          </p:cNvPr>
          <p:cNvSpPr>
            <a:spLocks noChangeAspect="1"/>
          </p:cNvSpPr>
          <p:nvPr/>
        </p:nvSpPr>
        <p:spPr>
          <a:xfrm>
            <a:off x="5453615" y="5588794"/>
            <a:ext cx="543626" cy="50855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0"/>
            <a:endParaRPr lang="he-IL">
              <a:solidFill>
                <a:srgbClr val="FF0000"/>
              </a:solidFill>
            </a:endParaRPr>
          </a:p>
        </p:txBody>
      </p:sp>
      <p:cxnSp>
        <p:nvCxnSpPr>
          <p:cNvPr id="126" name="Curved Connector 82">
            <a:extLst>
              <a:ext uri="{FF2B5EF4-FFF2-40B4-BE49-F238E27FC236}">
                <a16:creationId xmlns:a16="http://schemas.microsoft.com/office/drawing/2014/main" id="{3212DD38-C16B-CA4B-B315-3EA41C0994CA}"/>
              </a:ext>
            </a:extLst>
          </p:cNvPr>
          <p:cNvCxnSpPr/>
          <p:nvPr/>
        </p:nvCxnSpPr>
        <p:spPr>
          <a:xfrm rot="16200000" flipH="1">
            <a:off x="4543301" y="5016749"/>
            <a:ext cx="11205" cy="2353052"/>
          </a:xfrm>
          <a:prstGeom prst="curvedConnector3">
            <a:avLst>
              <a:gd name="adj1" fmla="val 2481498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Curved Connector 85">
            <a:extLst>
              <a:ext uri="{FF2B5EF4-FFF2-40B4-BE49-F238E27FC236}">
                <a16:creationId xmlns:a16="http://schemas.microsoft.com/office/drawing/2014/main" id="{4B7319D5-0B80-AA0D-95DA-482CECEA075F}"/>
              </a:ext>
            </a:extLst>
          </p:cNvPr>
          <p:cNvCxnSpPr/>
          <p:nvPr/>
        </p:nvCxnSpPr>
        <p:spPr>
          <a:xfrm rot="10800000">
            <a:off x="3007771" y="4019381"/>
            <a:ext cx="12700" cy="1812483"/>
          </a:xfrm>
          <a:prstGeom prst="curvedConnector3">
            <a:avLst>
              <a:gd name="adj1" fmla="val 3058252"/>
            </a:avLst>
          </a:prstGeom>
          <a:noFill/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21114AC-28C2-5CFB-5E01-DBEA037F3BCC}"/>
              </a:ext>
            </a:extLst>
          </p:cNvPr>
          <p:cNvGrpSpPr/>
          <p:nvPr/>
        </p:nvGrpSpPr>
        <p:grpSpPr>
          <a:xfrm>
            <a:off x="5020428" y="3037242"/>
            <a:ext cx="1046014" cy="832868"/>
            <a:chOff x="6850829" y="4375190"/>
            <a:chExt cx="1284001" cy="1284001"/>
          </a:xfrm>
        </p:grpSpPr>
        <p:pic>
          <p:nvPicPr>
            <p:cNvPr id="129" name="Picture 128" descr="A cartoon of a child standing next to a street sign&#10;&#10;Description automatically generated">
              <a:extLst>
                <a:ext uri="{FF2B5EF4-FFF2-40B4-BE49-F238E27FC236}">
                  <a16:creationId xmlns:a16="http://schemas.microsoft.com/office/drawing/2014/main" id="{48912DA1-96CD-2FCD-99B6-5BB754903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0829" y="4375190"/>
              <a:ext cx="1284001" cy="1284001"/>
            </a:xfrm>
            <a:prstGeom prst="rect">
              <a:avLst/>
            </a:prstGeom>
          </p:spPr>
        </p:pic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12FCCA41-39CC-2CF5-0A2C-DE06497FA0D7}"/>
                </a:ext>
              </a:extLst>
            </p:cNvPr>
            <p:cNvSpPr txBox="1"/>
            <p:nvPr/>
          </p:nvSpPr>
          <p:spPr>
            <a:xfrm rot="630349">
              <a:off x="7044643" y="4584622"/>
              <a:ext cx="324894" cy="196516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7648431-4A3B-C195-6E76-2E9D56BAADD1}"/>
                </a:ext>
              </a:extLst>
            </p:cNvPr>
            <p:cNvSpPr txBox="1"/>
            <p:nvPr/>
          </p:nvSpPr>
          <p:spPr>
            <a:xfrm rot="20969651" flipH="1">
              <a:off x="7614556" y="4588437"/>
              <a:ext cx="334738" cy="185128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לא 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8F1B5CC-3D08-3B54-5A56-D2F9A93FE4D0}"/>
              </a:ext>
            </a:extLst>
          </p:cNvPr>
          <p:cNvGrpSpPr/>
          <p:nvPr/>
        </p:nvGrpSpPr>
        <p:grpSpPr>
          <a:xfrm>
            <a:off x="3036822" y="4788946"/>
            <a:ext cx="1046014" cy="832868"/>
            <a:chOff x="6850829" y="4375190"/>
            <a:chExt cx="1284001" cy="1284001"/>
          </a:xfrm>
        </p:grpSpPr>
        <p:pic>
          <p:nvPicPr>
            <p:cNvPr id="133" name="Picture 132" descr="A cartoon of a child standing next to a street sign&#10;&#10;Description automatically generated">
              <a:extLst>
                <a:ext uri="{FF2B5EF4-FFF2-40B4-BE49-F238E27FC236}">
                  <a16:creationId xmlns:a16="http://schemas.microsoft.com/office/drawing/2014/main" id="{8F0E8762-3B18-14DF-DCB1-5B19527FE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0829" y="4375190"/>
              <a:ext cx="1284001" cy="1284001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320133EA-05DF-B5A9-ECA5-571C38FB56DB}"/>
                </a:ext>
              </a:extLst>
            </p:cNvPr>
            <p:cNvSpPr txBox="1"/>
            <p:nvPr/>
          </p:nvSpPr>
          <p:spPr>
            <a:xfrm rot="630349">
              <a:off x="7044643" y="4584622"/>
              <a:ext cx="324894" cy="196516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CE46110-B47D-4BC1-D164-2A73028D1F40}"/>
                </a:ext>
              </a:extLst>
            </p:cNvPr>
            <p:cNvSpPr txBox="1"/>
            <p:nvPr/>
          </p:nvSpPr>
          <p:spPr>
            <a:xfrm rot="20969651" flipH="1">
              <a:off x="7614556" y="4588437"/>
              <a:ext cx="334738" cy="185128"/>
            </a:xfrm>
            <a:prstGeom prst="rect">
              <a:avLst/>
            </a:prstGeom>
            <a:solidFill>
              <a:srgbClr val="FBCA03"/>
            </a:solidFill>
          </p:spPr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he-IL" sz="600" b="1">
                  <a:latin typeface="Gisha" panose="020B0502040204020203" pitchFamily="34" charset="-79"/>
                  <a:cs typeface="Gisha" panose="020B0502040204020203" pitchFamily="34" charset="-79"/>
                </a:rPr>
                <a:t>לא מקבל</a:t>
              </a:r>
              <a:endParaRPr lang="LID4096" sz="600" b="1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4147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09800" y="3810000"/>
            <a:ext cx="6172200" cy="460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הגדרה: אוטומט </a:t>
            </a:r>
            <a:r>
              <a:rPr lang="en-US" dirty="0"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מוכללים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447800"/>
                <a:ext cx="8686800" cy="502920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2000"/>
                  </a:spcAft>
                  <a:buNone/>
                </a:pP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</a:t>
                </a:r>
                <a:r>
                  <a:rPr lang="en-US" sz="1800" err="1"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מוכלל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(</a:t>
                </a:r>
                <a:r>
                  <a:rPr lang="en-US" sz="1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G</a:t>
                </a:r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) הוא חמישייה </a:t>
                </a:r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</a:rPr>
                      <m:t>𝒢</m:t>
                    </m:r>
                    <m:r>
                      <a:rPr lang="en-US" sz="1800" b="0" i="1" smtClean="0">
                        <a:latin typeface="Cambria Math"/>
                      </a:rPr>
                      <m:t>=〈</m:t>
                    </m:r>
                    <m:r>
                      <a:rPr lang="en-US" sz="1800" b="0" i="1" smtClean="0">
                        <a:latin typeface="Cambria Math"/>
                      </a:rPr>
                      <m:t>𝑄</m:t>
                    </m:r>
                    <m:r>
                      <a:rPr lang="en-US" sz="1800" b="0" i="1" smtClean="0"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Σ</m:t>
                    </m:r>
                    <m:r>
                      <a:rPr lang="en-US" sz="1800" b="0" i="1" smtClean="0">
                        <a:latin typeface="Cambria Math"/>
                      </a:rPr>
                      <m:t>,</m:t>
                    </m:r>
                    <m:r>
                      <a:rPr lang="en-US" sz="1800" b="0" i="1" smtClean="0">
                        <a:latin typeface="Cambria Math"/>
                      </a:rPr>
                      <m:t>𝛿</m:t>
                    </m:r>
                    <m:r>
                      <a:rPr lang="en-US" sz="18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/>
                      </a:rPr>
                      <m:t>,</m:t>
                    </m:r>
                    <m:r>
                      <a:rPr lang="en-US" sz="1800" b="0" i="1" smtClean="0">
                        <a:latin typeface="Cambria Math"/>
                      </a:rPr>
                      <m:t>ℱ</m:t>
                    </m:r>
                    <m:r>
                      <a:rPr lang="en-US" sz="1800" b="0" i="1" smtClean="0">
                        <a:latin typeface="Cambria Math"/>
                      </a:rPr>
                      <m:t>〉</m:t>
                    </m:r>
                  </m:oMath>
                </a14:m>
                <a:endParaRPr lang="he-IL" sz="1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2000"/>
                  </a:spcAft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קבוצה סופית של </a:t>
                </a:r>
                <a:r>
                  <a:rPr lang="he-IL" sz="1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מצבים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המכילה קבוצת </a:t>
                </a:r>
                <a:r>
                  <a:rPr lang="he-IL" sz="1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מצבים התחלתיים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𝑄</m:t>
                    </m:r>
                    <m:r>
                      <a:rPr lang="en-US" sz="1800" i="1" baseline="-25000" dirty="0" smtClean="0">
                        <a:latin typeface="Cambria Math"/>
                      </a:rPr>
                      <m:t>0</m:t>
                    </m:r>
                  </m:oMath>
                </a14:m>
                <a:endParaRPr lang="he-IL" sz="18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20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dirty="0" smtClean="0">
                        <a:latin typeface="Cambria Math"/>
                      </a:rPr>
                      <m:t>Σ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הוא ה</a:t>
                </a:r>
                <a:r>
                  <a:rPr lang="he-IL" sz="1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אלפבית</a:t>
                </a:r>
              </a:p>
              <a:p>
                <a:pPr>
                  <a:spcAft>
                    <a:spcPts val="2000"/>
                  </a:spcAft>
                </a:pPr>
                <a:r>
                  <a:rPr lang="en-US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𝛿</m:t>
                    </m:r>
                    <m:r>
                      <a:rPr lang="en-US" sz="1800" i="1" dirty="0" smtClean="0">
                        <a:latin typeface="Cambria Math"/>
                      </a:rPr>
                      <m:t>: </m:t>
                    </m:r>
                    <m:r>
                      <a:rPr lang="en-US" sz="1800" i="1" dirty="0" smtClean="0">
                        <a:latin typeface="Cambria Math"/>
                      </a:rPr>
                      <m:t>𝑄</m:t>
                    </m:r>
                    <m:r>
                      <a:rPr lang="en-US" sz="1800" b="0" i="1" dirty="0" smtClean="0">
                        <a:latin typeface="Cambria Math"/>
                      </a:rPr>
                      <m:t>×</m:t>
                    </m:r>
                    <m:r>
                      <m:rPr>
                        <m:sty m:val="p"/>
                      </m:rPr>
                      <a:rPr lang="en-US" sz="1800" b="0" i="0" dirty="0" smtClean="0">
                        <a:latin typeface="Cambria Math"/>
                      </a:rPr>
                      <m:t>Σ</m:t>
                    </m:r>
                    <m:r>
                      <a:rPr lang="en-US" sz="1800" b="0" i="1" dirty="0" smtClean="0">
                        <a:latin typeface="Cambria Math"/>
                        <a:sym typeface="Symbol"/>
                      </a:rPr>
                      <m:t>→</m:t>
                    </m:r>
                    <m:r>
                      <a:rPr lang="en-US" sz="1800" i="1" dirty="0" smtClean="0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dirty="0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1800" b="0" i="1" dirty="0" smtClean="0">
                            <a:latin typeface="Cambria Math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he-IL" sz="1800" baseline="30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 sz="1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פונקצית המעברים</a:t>
                </a:r>
              </a:p>
              <a:p>
                <a:pPr>
                  <a:spcAft>
                    <a:spcPts val="2000"/>
                  </a:spcAft>
                </a:pPr>
                <a14:m>
                  <m:oMath xmlns:m="http://schemas.openxmlformats.org/officeDocument/2006/math">
                    <m:r>
                      <a:rPr lang="he-IL" sz="1800" b="0" i="1" smtClean="0">
                        <a:solidFill>
                          <a:srgbClr val="FF0000"/>
                        </a:solidFill>
                        <a:latin typeface="Cambria Math"/>
                      </a:rPr>
                      <m:t>ℱ</m:t>
                    </m:r>
                    <m:r>
                      <a:rPr lang="he-IL" sz="1800" b="0" i="1" smtClean="0">
                        <a:solidFill>
                          <a:srgbClr val="FF0000"/>
                        </a:solidFill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he-IL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he-IL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he-IL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הן תת-קבוצות של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1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המייצגות את תנאי הקבלה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447800"/>
                <a:ext cx="8686800" cy="5029200"/>
              </a:xfrm>
              <a:blipFill>
                <a:blip r:embed="rId2"/>
                <a:stretch>
                  <a:fillRect t="-727" r="-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ular Callout 6"/>
          <p:cNvSpPr/>
          <p:nvPr/>
        </p:nvSpPr>
        <p:spPr>
          <a:xfrm>
            <a:off x="1143000" y="3081196"/>
            <a:ext cx="2362200" cy="460248"/>
          </a:xfrm>
          <a:prstGeom prst="wedgeRoundRectCallout">
            <a:avLst>
              <a:gd name="adj1" fmla="val 178930"/>
              <a:gd name="adj2" fmla="val 135227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accent6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ה-"צבעים" השונים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10C74CC-42B7-F114-63C5-DB520E955CC3}"/>
              </a:ext>
            </a:extLst>
          </p:cNvPr>
          <p:cNvGrpSpPr/>
          <p:nvPr/>
        </p:nvGrpSpPr>
        <p:grpSpPr>
          <a:xfrm>
            <a:off x="5427493" y="5171244"/>
            <a:ext cx="3370262" cy="1105074"/>
            <a:chOff x="1658938" y="3104736"/>
            <a:chExt cx="6115050" cy="2005061"/>
          </a:xfrm>
        </p:grpSpPr>
        <p:sp>
          <p:nvSpPr>
            <p:cNvPr id="43" name="AutoShape 3">
              <a:extLst>
                <a:ext uri="{FF2B5EF4-FFF2-40B4-BE49-F238E27FC236}">
                  <a16:creationId xmlns:a16="http://schemas.microsoft.com/office/drawing/2014/main" id="{017C0847-D27A-3082-19D9-A7D04BC869C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58938" y="3165475"/>
              <a:ext cx="6115050" cy="1808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78" dir="2700830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5">
              <a:extLst>
                <a:ext uri="{FF2B5EF4-FFF2-40B4-BE49-F238E27FC236}">
                  <a16:creationId xmlns:a16="http://schemas.microsoft.com/office/drawing/2014/main" id="{890E6DCE-FB7D-238A-1E0A-0D0FFED69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301" y="3625850"/>
              <a:ext cx="681038" cy="684213"/>
            </a:xfrm>
            <a:custGeom>
              <a:avLst/>
              <a:gdLst>
                <a:gd name="T0" fmla="*/ 429 w 429"/>
                <a:gd name="T1" fmla="*/ 215 h 431"/>
                <a:gd name="T2" fmla="*/ 412 w 429"/>
                <a:gd name="T3" fmla="*/ 131 h 431"/>
                <a:gd name="T4" fmla="*/ 366 w 429"/>
                <a:gd name="T5" fmla="*/ 63 h 431"/>
                <a:gd name="T6" fmla="*/ 298 w 429"/>
                <a:gd name="T7" fmla="*/ 17 h 431"/>
                <a:gd name="T8" fmla="*/ 215 w 429"/>
                <a:gd name="T9" fmla="*/ 0 h 431"/>
                <a:gd name="T10" fmla="*/ 130 w 429"/>
                <a:gd name="T11" fmla="*/ 17 h 431"/>
                <a:gd name="T12" fmla="*/ 62 w 429"/>
                <a:gd name="T13" fmla="*/ 63 h 431"/>
                <a:gd name="T14" fmla="*/ 16 w 429"/>
                <a:gd name="T15" fmla="*/ 131 h 431"/>
                <a:gd name="T16" fmla="*/ 0 w 429"/>
                <a:gd name="T17" fmla="*/ 215 h 431"/>
                <a:gd name="T18" fmla="*/ 16 w 429"/>
                <a:gd name="T19" fmla="*/ 300 h 431"/>
                <a:gd name="T20" fmla="*/ 62 w 429"/>
                <a:gd name="T21" fmla="*/ 368 h 431"/>
                <a:gd name="T22" fmla="*/ 130 w 429"/>
                <a:gd name="T23" fmla="*/ 414 h 431"/>
                <a:gd name="T24" fmla="*/ 215 w 429"/>
                <a:gd name="T25" fmla="*/ 431 h 431"/>
                <a:gd name="T26" fmla="*/ 298 w 429"/>
                <a:gd name="T27" fmla="*/ 414 h 431"/>
                <a:gd name="T28" fmla="*/ 366 w 429"/>
                <a:gd name="T29" fmla="*/ 368 h 431"/>
                <a:gd name="T30" fmla="*/ 412 w 429"/>
                <a:gd name="T31" fmla="*/ 300 h 431"/>
                <a:gd name="T32" fmla="*/ 429 w 429"/>
                <a:gd name="T33" fmla="*/ 215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9" h="431">
                  <a:moveTo>
                    <a:pt x="429" y="215"/>
                  </a:moveTo>
                  <a:lnTo>
                    <a:pt x="412" y="131"/>
                  </a:lnTo>
                  <a:lnTo>
                    <a:pt x="366" y="63"/>
                  </a:lnTo>
                  <a:lnTo>
                    <a:pt x="298" y="17"/>
                  </a:lnTo>
                  <a:lnTo>
                    <a:pt x="215" y="0"/>
                  </a:lnTo>
                  <a:lnTo>
                    <a:pt x="130" y="17"/>
                  </a:lnTo>
                  <a:lnTo>
                    <a:pt x="62" y="63"/>
                  </a:lnTo>
                  <a:lnTo>
                    <a:pt x="16" y="131"/>
                  </a:lnTo>
                  <a:lnTo>
                    <a:pt x="0" y="215"/>
                  </a:lnTo>
                  <a:lnTo>
                    <a:pt x="16" y="300"/>
                  </a:lnTo>
                  <a:lnTo>
                    <a:pt x="62" y="368"/>
                  </a:lnTo>
                  <a:lnTo>
                    <a:pt x="130" y="414"/>
                  </a:lnTo>
                  <a:lnTo>
                    <a:pt x="215" y="431"/>
                  </a:lnTo>
                  <a:lnTo>
                    <a:pt x="298" y="414"/>
                  </a:lnTo>
                  <a:lnTo>
                    <a:pt x="366" y="368"/>
                  </a:lnTo>
                  <a:lnTo>
                    <a:pt x="412" y="300"/>
                  </a:lnTo>
                  <a:lnTo>
                    <a:pt x="429" y="215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Freeform 6">
                  <a:extLst>
                    <a:ext uri="{FF2B5EF4-FFF2-40B4-BE49-F238E27FC236}">
                      <a16:creationId xmlns:a16="http://schemas.microsoft.com/office/drawing/2014/main" id="{D5CAAF93-49FA-FD15-ED3C-75AC129F8A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59276" y="3552825"/>
                  <a:ext cx="681038" cy="684213"/>
                </a:xfrm>
                <a:custGeom>
                  <a:avLst/>
                  <a:gdLst>
                    <a:gd name="T0" fmla="*/ 429 w 429"/>
                    <a:gd name="T1" fmla="*/ 215 h 431"/>
                    <a:gd name="T2" fmla="*/ 412 w 429"/>
                    <a:gd name="T3" fmla="*/ 132 h 431"/>
                    <a:gd name="T4" fmla="*/ 366 w 429"/>
                    <a:gd name="T5" fmla="*/ 63 h 431"/>
                    <a:gd name="T6" fmla="*/ 299 w 429"/>
                    <a:gd name="T7" fmla="*/ 17 h 431"/>
                    <a:gd name="T8" fmla="*/ 215 w 429"/>
                    <a:gd name="T9" fmla="*/ 0 h 431"/>
                    <a:gd name="T10" fmla="*/ 130 w 429"/>
                    <a:gd name="T11" fmla="*/ 17 h 431"/>
                    <a:gd name="T12" fmla="*/ 63 w 429"/>
                    <a:gd name="T13" fmla="*/ 63 h 431"/>
                    <a:gd name="T14" fmla="*/ 17 w 429"/>
                    <a:gd name="T15" fmla="*/ 132 h 431"/>
                    <a:gd name="T16" fmla="*/ 0 w 429"/>
                    <a:gd name="T17" fmla="*/ 215 h 431"/>
                    <a:gd name="T18" fmla="*/ 17 w 429"/>
                    <a:gd name="T19" fmla="*/ 300 h 431"/>
                    <a:gd name="T20" fmla="*/ 63 w 429"/>
                    <a:gd name="T21" fmla="*/ 369 h 431"/>
                    <a:gd name="T22" fmla="*/ 130 w 429"/>
                    <a:gd name="T23" fmla="*/ 415 h 431"/>
                    <a:gd name="T24" fmla="*/ 215 w 429"/>
                    <a:gd name="T25" fmla="*/ 431 h 431"/>
                    <a:gd name="T26" fmla="*/ 299 w 429"/>
                    <a:gd name="T27" fmla="*/ 415 h 431"/>
                    <a:gd name="T28" fmla="*/ 366 w 429"/>
                    <a:gd name="T29" fmla="*/ 369 h 431"/>
                    <a:gd name="T30" fmla="*/ 412 w 429"/>
                    <a:gd name="T31" fmla="*/ 300 h 431"/>
                    <a:gd name="T32" fmla="*/ 429 w 429"/>
                    <a:gd name="T33" fmla="*/ 215 h 431"/>
                    <a:gd name="connsiteX0" fmla="*/ 10000 w 10000"/>
                    <a:gd name="connsiteY0" fmla="*/ 4988 h 10000"/>
                    <a:gd name="connsiteX1" fmla="*/ 9604 w 10000"/>
                    <a:gd name="connsiteY1" fmla="*/ 3063 h 10000"/>
                    <a:gd name="connsiteX2" fmla="*/ 8531 w 10000"/>
                    <a:gd name="connsiteY2" fmla="*/ 1462 h 10000"/>
                    <a:gd name="connsiteX3" fmla="*/ 6970 w 10000"/>
                    <a:gd name="connsiteY3" fmla="*/ 394 h 10000"/>
                    <a:gd name="connsiteX4" fmla="*/ 5012 w 10000"/>
                    <a:gd name="connsiteY4" fmla="*/ 0 h 10000"/>
                    <a:gd name="connsiteX5" fmla="*/ 3030 w 10000"/>
                    <a:gd name="connsiteY5" fmla="*/ 394 h 10000"/>
                    <a:gd name="connsiteX6" fmla="*/ 1469 w 10000"/>
                    <a:gd name="connsiteY6" fmla="*/ 1462 h 10000"/>
                    <a:gd name="connsiteX7" fmla="*/ 396 w 10000"/>
                    <a:gd name="connsiteY7" fmla="*/ 3063 h 10000"/>
                    <a:gd name="connsiteX8" fmla="*/ 0 w 10000"/>
                    <a:gd name="connsiteY8" fmla="*/ 4988 h 10000"/>
                    <a:gd name="connsiteX9" fmla="*/ 396 w 10000"/>
                    <a:gd name="connsiteY9" fmla="*/ 6961 h 10000"/>
                    <a:gd name="connsiteX10" fmla="*/ 1469 w 10000"/>
                    <a:gd name="connsiteY10" fmla="*/ 8561 h 10000"/>
                    <a:gd name="connsiteX11" fmla="*/ 3030 w 10000"/>
                    <a:gd name="connsiteY11" fmla="*/ 9629 h 10000"/>
                    <a:gd name="connsiteX12" fmla="*/ 5012 w 10000"/>
                    <a:gd name="connsiteY12" fmla="*/ 10000 h 10000"/>
                    <a:gd name="connsiteX13" fmla="*/ 6970 w 10000"/>
                    <a:gd name="connsiteY13" fmla="*/ 9629 h 10000"/>
                    <a:gd name="connsiteX14" fmla="*/ 8531 w 10000"/>
                    <a:gd name="connsiteY14" fmla="*/ 8561 h 10000"/>
                    <a:gd name="connsiteX15" fmla="*/ 9604 w 10000"/>
                    <a:gd name="connsiteY15" fmla="*/ 6961 h 10000"/>
                    <a:gd name="connsiteX16" fmla="*/ 10000 w 10000"/>
                    <a:gd name="connsiteY16" fmla="*/ 4988 h 10000"/>
                    <a:gd name="connsiteX0" fmla="*/ 10000 w 10000"/>
                    <a:gd name="connsiteY0" fmla="*/ 4988 h 10000"/>
                    <a:gd name="connsiteX1" fmla="*/ 9604 w 10000"/>
                    <a:gd name="connsiteY1" fmla="*/ 3063 h 10000"/>
                    <a:gd name="connsiteX2" fmla="*/ 8531 w 10000"/>
                    <a:gd name="connsiteY2" fmla="*/ 1462 h 10000"/>
                    <a:gd name="connsiteX3" fmla="*/ 6970 w 10000"/>
                    <a:gd name="connsiteY3" fmla="*/ 394 h 10000"/>
                    <a:gd name="connsiteX4" fmla="*/ 5012 w 10000"/>
                    <a:gd name="connsiteY4" fmla="*/ 0 h 10000"/>
                    <a:gd name="connsiteX5" fmla="*/ 3030 w 10000"/>
                    <a:gd name="connsiteY5" fmla="*/ 394 h 10000"/>
                    <a:gd name="connsiteX6" fmla="*/ 1469 w 10000"/>
                    <a:gd name="connsiteY6" fmla="*/ 1462 h 10000"/>
                    <a:gd name="connsiteX7" fmla="*/ 396 w 10000"/>
                    <a:gd name="connsiteY7" fmla="*/ 3063 h 10000"/>
                    <a:gd name="connsiteX8" fmla="*/ 0 w 10000"/>
                    <a:gd name="connsiteY8" fmla="*/ 4988 h 10000"/>
                    <a:gd name="connsiteX9" fmla="*/ 396 w 10000"/>
                    <a:gd name="connsiteY9" fmla="*/ 6961 h 10000"/>
                    <a:gd name="connsiteX10" fmla="*/ 1469 w 10000"/>
                    <a:gd name="connsiteY10" fmla="*/ 8561 h 10000"/>
                    <a:gd name="connsiteX11" fmla="*/ 3030 w 10000"/>
                    <a:gd name="connsiteY11" fmla="*/ 9629 h 10000"/>
                    <a:gd name="connsiteX12" fmla="*/ 5012 w 10000"/>
                    <a:gd name="connsiteY12" fmla="*/ 10000 h 10000"/>
                    <a:gd name="connsiteX13" fmla="*/ 6970 w 10000"/>
                    <a:gd name="connsiteY13" fmla="*/ 9629 h 10000"/>
                    <a:gd name="connsiteX14" fmla="*/ 8531 w 10000"/>
                    <a:gd name="connsiteY14" fmla="*/ 8561 h 10000"/>
                    <a:gd name="connsiteX15" fmla="*/ 9604 w 10000"/>
                    <a:gd name="connsiteY15" fmla="*/ 6961 h 10000"/>
                    <a:gd name="connsiteX16" fmla="*/ 10000 w 10000"/>
                    <a:gd name="connsiteY16" fmla="*/ 4988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000" h="10000">
                      <a:moveTo>
                        <a:pt x="10000" y="4988"/>
                      </a:moveTo>
                      <a:lnTo>
                        <a:pt x="9604" y="3063"/>
                      </a:lnTo>
                      <a:lnTo>
                        <a:pt x="8531" y="1462"/>
                      </a:lnTo>
                      <a:lnTo>
                        <a:pt x="6970" y="394"/>
                      </a:lnTo>
                      <a:lnTo>
                        <a:pt x="5012" y="0"/>
                      </a:lnTo>
                      <a:cubicBezTo>
                        <a:pt x="4355" y="0"/>
                        <a:pt x="3620" y="150"/>
                        <a:pt x="3030" y="394"/>
                      </a:cubicBezTo>
                      <a:cubicBezTo>
                        <a:pt x="2440" y="638"/>
                        <a:pt x="1908" y="1017"/>
                        <a:pt x="1469" y="1462"/>
                      </a:cubicBezTo>
                      <a:cubicBezTo>
                        <a:pt x="1030" y="1907"/>
                        <a:pt x="641" y="2475"/>
                        <a:pt x="396" y="3063"/>
                      </a:cubicBezTo>
                      <a:lnTo>
                        <a:pt x="0" y="4988"/>
                      </a:lnTo>
                      <a:lnTo>
                        <a:pt x="396" y="6961"/>
                      </a:lnTo>
                      <a:lnTo>
                        <a:pt x="1469" y="8561"/>
                      </a:lnTo>
                      <a:lnTo>
                        <a:pt x="3030" y="9629"/>
                      </a:lnTo>
                      <a:lnTo>
                        <a:pt x="5012" y="10000"/>
                      </a:lnTo>
                      <a:lnTo>
                        <a:pt x="6970" y="9629"/>
                      </a:lnTo>
                      <a:lnTo>
                        <a:pt x="8531" y="8561"/>
                      </a:lnTo>
                      <a:lnTo>
                        <a:pt x="9604" y="6961"/>
                      </a:lnTo>
                      <a:lnTo>
                        <a:pt x="10000" y="4988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9144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1400" i="1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Freeform 6">
                  <a:extLst>
                    <a:ext uri="{FF2B5EF4-FFF2-40B4-BE49-F238E27FC236}">
                      <a16:creationId xmlns:a16="http://schemas.microsoft.com/office/drawing/2014/main" id="{D5CAAF93-49FA-FD15-ED3C-75AC129F8A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59276" y="3552825"/>
                  <a:ext cx="681038" cy="684213"/>
                </a:xfrm>
                <a:custGeom>
                  <a:avLst/>
                  <a:gdLst>
                    <a:gd name="T0" fmla="*/ 429 w 429"/>
                    <a:gd name="T1" fmla="*/ 215 h 431"/>
                    <a:gd name="T2" fmla="*/ 412 w 429"/>
                    <a:gd name="T3" fmla="*/ 132 h 431"/>
                    <a:gd name="T4" fmla="*/ 366 w 429"/>
                    <a:gd name="T5" fmla="*/ 63 h 431"/>
                    <a:gd name="T6" fmla="*/ 299 w 429"/>
                    <a:gd name="T7" fmla="*/ 17 h 431"/>
                    <a:gd name="T8" fmla="*/ 215 w 429"/>
                    <a:gd name="T9" fmla="*/ 0 h 431"/>
                    <a:gd name="T10" fmla="*/ 130 w 429"/>
                    <a:gd name="T11" fmla="*/ 17 h 431"/>
                    <a:gd name="T12" fmla="*/ 63 w 429"/>
                    <a:gd name="T13" fmla="*/ 63 h 431"/>
                    <a:gd name="T14" fmla="*/ 17 w 429"/>
                    <a:gd name="T15" fmla="*/ 132 h 431"/>
                    <a:gd name="T16" fmla="*/ 0 w 429"/>
                    <a:gd name="T17" fmla="*/ 215 h 431"/>
                    <a:gd name="T18" fmla="*/ 17 w 429"/>
                    <a:gd name="T19" fmla="*/ 300 h 431"/>
                    <a:gd name="T20" fmla="*/ 63 w 429"/>
                    <a:gd name="T21" fmla="*/ 369 h 431"/>
                    <a:gd name="T22" fmla="*/ 130 w 429"/>
                    <a:gd name="T23" fmla="*/ 415 h 431"/>
                    <a:gd name="T24" fmla="*/ 215 w 429"/>
                    <a:gd name="T25" fmla="*/ 431 h 431"/>
                    <a:gd name="T26" fmla="*/ 299 w 429"/>
                    <a:gd name="T27" fmla="*/ 415 h 431"/>
                    <a:gd name="T28" fmla="*/ 366 w 429"/>
                    <a:gd name="T29" fmla="*/ 369 h 431"/>
                    <a:gd name="T30" fmla="*/ 412 w 429"/>
                    <a:gd name="T31" fmla="*/ 300 h 431"/>
                    <a:gd name="T32" fmla="*/ 429 w 429"/>
                    <a:gd name="T33" fmla="*/ 215 h 431"/>
                    <a:gd name="connsiteX0" fmla="*/ 10000 w 10000"/>
                    <a:gd name="connsiteY0" fmla="*/ 4988 h 10000"/>
                    <a:gd name="connsiteX1" fmla="*/ 9604 w 10000"/>
                    <a:gd name="connsiteY1" fmla="*/ 3063 h 10000"/>
                    <a:gd name="connsiteX2" fmla="*/ 8531 w 10000"/>
                    <a:gd name="connsiteY2" fmla="*/ 1462 h 10000"/>
                    <a:gd name="connsiteX3" fmla="*/ 6970 w 10000"/>
                    <a:gd name="connsiteY3" fmla="*/ 394 h 10000"/>
                    <a:gd name="connsiteX4" fmla="*/ 5012 w 10000"/>
                    <a:gd name="connsiteY4" fmla="*/ 0 h 10000"/>
                    <a:gd name="connsiteX5" fmla="*/ 3030 w 10000"/>
                    <a:gd name="connsiteY5" fmla="*/ 394 h 10000"/>
                    <a:gd name="connsiteX6" fmla="*/ 1469 w 10000"/>
                    <a:gd name="connsiteY6" fmla="*/ 1462 h 10000"/>
                    <a:gd name="connsiteX7" fmla="*/ 396 w 10000"/>
                    <a:gd name="connsiteY7" fmla="*/ 3063 h 10000"/>
                    <a:gd name="connsiteX8" fmla="*/ 0 w 10000"/>
                    <a:gd name="connsiteY8" fmla="*/ 4988 h 10000"/>
                    <a:gd name="connsiteX9" fmla="*/ 396 w 10000"/>
                    <a:gd name="connsiteY9" fmla="*/ 6961 h 10000"/>
                    <a:gd name="connsiteX10" fmla="*/ 1469 w 10000"/>
                    <a:gd name="connsiteY10" fmla="*/ 8561 h 10000"/>
                    <a:gd name="connsiteX11" fmla="*/ 3030 w 10000"/>
                    <a:gd name="connsiteY11" fmla="*/ 9629 h 10000"/>
                    <a:gd name="connsiteX12" fmla="*/ 5012 w 10000"/>
                    <a:gd name="connsiteY12" fmla="*/ 10000 h 10000"/>
                    <a:gd name="connsiteX13" fmla="*/ 6970 w 10000"/>
                    <a:gd name="connsiteY13" fmla="*/ 9629 h 10000"/>
                    <a:gd name="connsiteX14" fmla="*/ 8531 w 10000"/>
                    <a:gd name="connsiteY14" fmla="*/ 8561 h 10000"/>
                    <a:gd name="connsiteX15" fmla="*/ 9604 w 10000"/>
                    <a:gd name="connsiteY15" fmla="*/ 6961 h 10000"/>
                    <a:gd name="connsiteX16" fmla="*/ 10000 w 10000"/>
                    <a:gd name="connsiteY16" fmla="*/ 4988 h 10000"/>
                    <a:gd name="connsiteX0" fmla="*/ 10000 w 10000"/>
                    <a:gd name="connsiteY0" fmla="*/ 4988 h 10000"/>
                    <a:gd name="connsiteX1" fmla="*/ 9604 w 10000"/>
                    <a:gd name="connsiteY1" fmla="*/ 3063 h 10000"/>
                    <a:gd name="connsiteX2" fmla="*/ 8531 w 10000"/>
                    <a:gd name="connsiteY2" fmla="*/ 1462 h 10000"/>
                    <a:gd name="connsiteX3" fmla="*/ 6970 w 10000"/>
                    <a:gd name="connsiteY3" fmla="*/ 394 h 10000"/>
                    <a:gd name="connsiteX4" fmla="*/ 5012 w 10000"/>
                    <a:gd name="connsiteY4" fmla="*/ 0 h 10000"/>
                    <a:gd name="connsiteX5" fmla="*/ 3030 w 10000"/>
                    <a:gd name="connsiteY5" fmla="*/ 394 h 10000"/>
                    <a:gd name="connsiteX6" fmla="*/ 1469 w 10000"/>
                    <a:gd name="connsiteY6" fmla="*/ 1462 h 10000"/>
                    <a:gd name="connsiteX7" fmla="*/ 396 w 10000"/>
                    <a:gd name="connsiteY7" fmla="*/ 3063 h 10000"/>
                    <a:gd name="connsiteX8" fmla="*/ 0 w 10000"/>
                    <a:gd name="connsiteY8" fmla="*/ 4988 h 10000"/>
                    <a:gd name="connsiteX9" fmla="*/ 396 w 10000"/>
                    <a:gd name="connsiteY9" fmla="*/ 6961 h 10000"/>
                    <a:gd name="connsiteX10" fmla="*/ 1469 w 10000"/>
                    <a:gd name="connsiteY10" fmla="*/ 8561 h 10000"/>
                    <a:gd name="connsiteX11" fmla="*/ 3030 w 10000"/>
                    <a:gd name="connsiteY11" fmla="*/ 9629 h 10000"/>
                    <a:gd name="connsiteX12" fmla="*/ 5012 w 10000"/>
                    <a:gd name="connsiteY12" fmla="*/ 10000 h 10000"/>
                    <a:gd name="connsiteX13" fmla="*/ 6970 w 10000"/>
                    <a:gd name="connsiteY13" fmla="*/ 9629 h 10000"/>
                    <a:gd name="connsiteX14" fmla="*/ 8531 w 10000"/>
                    <a:gd name="connsiteY14" fmla="*/ 8561 h 10000"/>
                    <a:gd name="connsiteX15" fmla="*/ 9604 w 10000"/>
                    <a:gd name="connsiteY15" fmla="*/ 6961 h 10000"/>
                    <a:gd name="connsiteX16" fmla="*/ 10000 w 10000"/>
                    <a:gd name="connsiteY16" fmla="*/ 4988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0000" h="10000">
                      <a:moveTo>
                        <a:pt x="10000" y="4988"/>
                      </a:moveTo>
                      <a:lnTo>
                        <a:pt x="9604" y="3063"/>
                      </a:lnTo>
                      <a:lnTo>
                        <a:pt x="8531" y="1462"/>
                      </a:lnTo>
                      <a:lnTo>
                        <a:pt x="6970" y="394"/>
                      </a:lnTo>
                      <a:lnTo>
                        <a:pt x="5012" y="0"/>
                      </a:lnTo>
                      <a:cubicBezTo>
                        <a:pt x="4355" y="0"/>
                        <a:pt x="3620" y="150"/>
                        <a:pt x="3030" y="394"/>
                      </a:cubicBezTo>
                      <a:cubicBezTo>
                        <a:pt x="2440" y="638"/>
                        <a:pt x="1908" y="1017"/>
                        <a:pt x="1469" y="1462"/>
                      </a:cubicBezTo>
                      <a:cubicBezTo>
                        <a:pt x="1030" y="1907"/>
                        <a:pt x="641" y="2475"/>
                        <a:pt x="396" y="3063"/>
                      </a:cubicBezTo>
                      <a:lnTo>
                        <a:pt x="0" y="4988"/>
                      </a:lnTo>
                      <a:lnTo>
                        <a:pt x="396" y="6961"/>
                      </a:lnTo>
                      <a:lnTo>
                        <a:pt x="1469" y="8561"/>
                      </a:lnTo>
                      <a:lnTo>
                        <a:pt x="3030" y="9629"/>
                      </a:lnTo>
                      <a:lnTo>
                        <a:pt x="5012" y="10000"/>
                      </a:lnTo>
                      <a:lnTo>
                        <a:pt x="6970" y="9629"/>
                      </a:lnTo>
                      <a:lnTo>
                        <a:pt x="8531" y="8561"/>
                      </a:lnTo>
                      <a:lnTo>
                        <a:pt x="9604" y="6961"/>
                      </a:lnTo>
                      <a:lnTo>
                        <a:pt x="10000" y="4988"/>
                      </a:lnTo>
                      <a:close/>
                    </a:path>
                  </a:pathLst>
                </a:custGeom>
                <a:blipFill>
                  <a:blip r:embed="rId3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B91B07D0-0F83-3F0D-B897-852C74A4AAE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59276" y="3552825"/>
              <a:ext cx="681038" cy="684213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79 h 402"/>
                <a:gd name="T4" fmla="*/ 343 w 402"/>
                <a:gd name="T5" fmla="*/ 343 h 402"/>
                <a:gd name="T6" fmla="*/ 280 w 402"/>
                <a:gd name="T7" fmla="*/ 386 h 402"/>
                <a:gd name="T8" fmla="*/ 201 w 402"/>
                <a:gd name="T9" fmla="*/ 402 h 402"/>
                <a:gd name="T10" fmla="*/ 122 w 402"/>
                <a:gd name="T11" fmla="*/ 386 h 402"/>
                <a:gd name="T12" fmla="*/ 59 w 402"/>
                <a:gd name="T13" fmla="*/ 343 h 402"/>
                <a:gd name="T14" fmla="*/ 16 w 402"/>
                <a:gd name="T15" fmla="*/ 279 h 402"/>
                <a:gd name="T16" fmla="*/ 0 w 402"/>
                <a:gd name="T17" fmla="*/ 201 h 402"/>
                <a:gd name="T18" fmla="*/ 16 w 402"/>
                <a:gd name="T19" fmla="*/ 122 h 402"/>
                <a:gd name="T20" fmla="*/ 59 w 402"/>
                <a:gd name="T21" fmla="*/ 58 h 402"/>
                <a:gd name="T22" fmla="*/ 122 w 402"/>
                <a:gd name="T23" fmla="*/ 15 h 402"/>
                <a:gd name="T24" fmla="*/ 201 w 402"/>
                <a:gd name="T25" fmla="*/ 0 h 402"/>
                <a:gd name="T26" fmla="*/ 280 w 402"/>
                <a:gd name="T27" fmla="*/ 15 h 402"/>
                <a:gd name="T28" fmla="*/ 343 w 402"/>
                <a:gd name="T29" fmla="*/ 58 h 402"/>
                <a:gd name="T30" fmla="*/ 386 w 402"/>
                <a:gd name="T31" fmla="*/ 122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79"/>
                  </a:lnTo>
                  <a:lnTo>
                    <a:pt x="343" y="343"/>
                  </a:lnTo>
                  <a:lnTo>
                    <a:pt x="280" y="386"/>
                  </a:lnTo>
                  <a:lnTo>
                    <a:pt x="201" y="402"/>
                  </a:lnTo>
                  <a:lnTo>
                    <a:pt x="122" y="386"/>
                  </a:lnTo>
                  <a:lnTo>
                    <a:pt x="59" y="343"/>
                  </a:lnTo>
                  <a:lnTo>
                    <a:pt x="16" y="279"/>
                  </a:lnTo>
                  <a:lnTo>
                    <a:pt x="0" y="201"/>
                  </a:lnTo>
                  <a:lnTo>
                    <a:pt x="16" y="122"/>
                  </a:lnTo>
                  <a:lnTo>
                    <a:pt x="59" y="58"/>
                  </a:lnTo>
                  <a:lnTo>
                    <a:pt x="122" y="15"/>
                  </a:lnTo>
                  <a:lnTo>
                    <a:pt x="201" y="0"/>
                  </a:lnTo>
                  <a:lnTo>
                    <a:pt x="280" y="15"/>
                  </a:lnTo>
                  <a:lnTo>
                    <a:pt x="343" y="58"/>
                  </a:lnTo>
                  <a:lnTo>
                    <a:pt x="386" y="122"/>
                  </a:lnTo>
                  <a:lnTo>
                    <a:pt x="402" y="201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7" name="Line 10">
              <a:extLst>
                <a:ext uri="{FF2B5EF4-FFF2-40B4-BE49-F238E27FC236}">
                  <a16:creationId xmlns:a16="http://schemas.microsoft.com/office/drawing/2014/main" id="{D49BAE70-F2C0-DBFE-B3C2-3E42D28418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0588" y="3206750"/>
              <a:ext cx="0" cy="271463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A5852BED-81E1-59D0-3110-86846EACA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138" y="3395663"/>
              <a:ext cx="87313" cy="109538"/>
            </a:xfrm>
            <a:custGeom>
              <a:avLst/>
              <a:gdLst>
                <a:gd name="T0" fmla="*/ 28 w 55"/>
                <a:gd name="T1" fmla="*/ 69 h 69"/>
                <a:gd name="T2" fmla="*/ 55 w 55"/>
                <a:gd name="T3" fmla="*/ 0 h 69"/>
                <a:gd name="T4" fmla="*/ 28 w 55"/>
                <a:gd name="T5" fmla="*/ 19 h 69"/>
                <a:gd name="T6" fmla="*/ 0 w 55"/>
                <a:gd name="T7" fmla="*/ 0 h 69"/>
                <a:gd name="T8" fmla="*/ 28 w 55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69">
                  <a:moveTo>
                    <a:pt x="28" y="69"/>
                  </a:moveTo>
                  <a:lnTo>
                    <a:pt x="55" y="0"/>
                  </a:lnTo>
                  <a:lnTo>
                    <a:pt x="28" y="19"/>
                  </a:lnTo>
                  <a:lnTo>
                    <a:pt x="0" y="0"/>
                  </a:lnTo>
                  <a:lnTo>
                    <a:pt x="28" y="6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27539C8F-3BC9-D2A8-3EA8-7CA0D2C0192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56138" y="3395663"/>
              <a:ext cx="87313" cy="109538"/>
            </a:xfrm>
            <a:custGeom>
              <a:avLst/>
              <a:gdLst>
                <a:gd name="T0" fmla="*/ 26 w 52"/>
                <a:gd name="T1" fmla="*/ 0 h 64"/>
                <a:gd name="T2" fmla="*/ 52 w 52"/>
                <a:gd name="T3" fmla="*/ 64 h 64"/>
                <a:gd name="T4" fmla="*/ 26 w 52"/>
                <a:gd name="T5" fmla="*/ 46 h 64"/>
                <a:gd name="T6" fmla="*/ 0 w 52"/>
                <a:gd name="T7" fmla="*/ 64 h 64"/>
                <a:gd name="T8" fmla="*/ 26 w 52"/>
                <a:gd name="T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64">
                  <a:moveTo>
                    <a:pt x="26" y="0"/>
                  </a:moveTo>
                  <a:lnTo>
                    <a:pt x="52" y="64"/>
                  </a:lnTo>
                  <a:lnTo>
                    <a:pt x="26" y="46"/>
                  </a:lnTo>
                  <a:lnTo>
                    <a:pt x="0" y="64"/>
                  </a:lnTo>
                  <a:lnTo>
                    <a:pt x="26" y="0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76E5CD34-9FBF-5F43-0ACC-CE9436102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226" y="3625850"/>
              <a:ext cx="682625" cy="684213"/>
            </a:xfrm>
            <a:custGeom>
              <a:avLst/>
              <a:gdLst>
                <a:gd name="T0" fmla="*/ 430 w 430"/>
                <a:gd name="T1" fmla="*/ 215 h 431"/>
                <a:gd name="T2" fmla="*/ 413 w 430"/>
                <a:gd name="T3" fmla="*/ 131 h 431"/>
                <a:gd name="T4" fmla="*/ 367 w 430"/>
                <a:gd name="T5" fmla="*/ 63 h 431"/>
                <a:gd name="T6" fmla="*/ 299 w 430"/>
                <a:gd name="T7" fmla="*/ 17 h 431"/>
                <a:gd name="T8" fmla="*/ 215 w 430"/>
                <a:gd name="T9" fmla="*/ 0 h 431"/>
                <a:gd name="T10" fmla="*/ 131 w 430"/>
                <a:gd name="T11" fmla="*/ 17 h 431"/>
                <a:gd name="T12" fmla="*/ 62 w 430"/>
                <a:gd name="T13" fmla="*/ 63 h 431"/>
                <a:gd name="T14" fmla="*/ 16 w 430"/>
                <a:gd name="T15" fmla="*/ 131 h 431"/>
                <a:gd name="T16" fmla="*/ 0 w 430"/>
                <a:gd name="T17" fmla="*/ 215 h 431"/>
                <a:gd name="T18" fmla="*/ 16 w 430"/>
                <a:gd name="T19" fmla="*/ 300 h 431"/>
                <a:gd name="T20" fmla="*/ 62 w 430"/>
                <a:gd name="T21" fmla="*/ 368 h 431"/>
                <a:gd name="T22" fmla="*/ 131 w 430"/>
                <a:gd name="T23" fmla="*/ 414 h 431"/>
                <a:gd name="T24" fmla="*/ 215 w 430"/>
                <a:gd name="T25" fmla="*/ 431 h 431"/>
                <a:gd name="T26" fmla="*/ 299 w 430"/>
                <a:gd name="T27" fmla="*/ 414 h 431"/>
                <a:gd name="T28" fmla="*/ 367 w 430"/>
                <a:gd name="T29" fmla="*/ 368 h 431"/>
                <a:gd name="T30" fmla="*/ 413 w 430"/>
                <a:gd name="T31" fmla="*/ 300 h 431"/>
                <a:gd name="T32" fmla="*/ 430 w 430"/>
                <a:gd name="T33" fmla="*/ 215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0" h="431">
                  <a:moveTo>
                    <a:pt x="430" y="215"/>
                  </a:moveTo>
                  <a:lnTo>
                    <a:pt x="413" y="131"/>
                  </a:lnTo>
                  <a:lnTo>
                    <a:pt x="367" y="63"/>
                  </a:lnTo>
                  <a:lnTo>
                    <a:pt x="299" y="17"/>
                  </a:lnTo>
                  <a:lnTo>
                    <a:pt x="215" y="0"/>
                  </a:lnTo>
                  <a:lnTo>
                    <a:pt x="131" y="17"/>
                  </a:lnTo>
                  <a:lnTo>
                    <a:pt x="62" y="63"/>
                  </a:lnTo>
                  <a:lnTo>
                    <a:pt x="16" y="131"/>
                  </a:lnTo>
                  <a:lnTo>
                    <a:pt x="0" y="215"/>
                  </a:lnTo>
                  <a:lnTo>
                    <a:pt x="16" y="300"/>
                  </a:lnTo>
                  <a:lnTo>
                    <a:pt x="62" y="368"/>
                  </a:lnTo>
                  <a:lnTo>
                    <a:pt x="131" y="414"/>
                  </a:lnTo>
                  <a:lnTo>
                    <a:pt x="215" y="431"/>
                  </a:lnTo>
                  <a:lnTo>
                    <a:pt x="299" y="414"/>
                  </a:lnTo>
                  <a:lnTo>
                    <a:pt x="367" y="368"/>
                  </a:lnTo>
                  <a:lnTo>
                    <a:pt x="413" y="300"/>
                  </a:lnTo>
                  <a:lnTo>
                    <a:pt x="430" y="215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56B540C6-3A30-57E8-12FD-33173CF166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7201" y="3552825"/>
                  <a:ext cx="682625" cy="684213"/>
                </a:xfrm>
                <a:custGeom>
                  <a:avLst/>
                  <a:gdLst>
                    <a:gd name="T0" fmla="*/ 430 w 430"/>
                    <a:gd name="T1" fmla="*/ 215 h 431"/>
                    <a:gd name="T2" fmla="*/ 413 w 430"/>
                    <a:gd name="T3" fmla="*/ 132 h 431"/>
                    <a:gd name="T4" fmla="*/ 367 w 430"/>
                    <a:gd name="T5" fmla="*/ 63 h 431"/>
                    <a:gd name="T6" fmla="*/ 299 w 430"/>
                    <a:gd name="T7" fmla="*/ 17 h 431"/>
                    <a:gd name="T8" fmla="*/ 215 w 430"/>
                    <a:gd name="T9" fmla="*/ 0 h 431"/>
                    <a:gd name="T10" fmla="*/ 131 w 430"/>
                    <a:gd name="T11" fmla="*/ 17 h 431"/>
                    <a:gd name="T12" fmla="*/ 62 w 430"/>
                    <a:gd name="T13" fmla="*/ 63 h 431"/>
                    <a:gd name="T14" fmla="*/ 16 w 430"/>
                    <a:gd name="T15" fmla="*/ 132 h 431"/>
                    <a:gd name="T16" fmla="*/ 0 w 430"/>
                    <a:gd name="T17" fmla="*/ 215 h 431"/>
                    <a:gd name="T18" fmla="*/ 16 w 430"/>
                    <a:gd name="T19" fmla="*/ 300 h 431"/>
                    <a:gd name="T20" fmla="*/ 62 w 430"/>
                    <a:gd name="T21" fmla="*/ 369 h 431"/>
                    <a:gd name="T22" fmla="*/ 131 w 430"/>
                    <a:gd name="T23" fmla="*/ 415 h 431"/>
                    <a:gd name="T24" fmla="*/ 215 w 430"/>
                    <a:gd name="T25" fmla="*/ 431 h 431"/>
                    <a:gd name="T26" fmla="*/ 299 w 430"/>
                    <a:gd name="T27" fmla="*/ 415 h 431"/>
                    <a:gd name="T28" fmla="*/ 367 w 430"/>
                    <a:gd name="T29" fmla="*/ 369 h 431"/>
                    <a:gd name="T30" fmla="*/ 413 w 430"/>
                    <a:gd name="T31" fmla="*/ 300 h 431"/>
                    <a:gd name="T32" fmla="*/ 430 w 430"/>
                    <a:gd name="T33" fmla="*/ 215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0" h="431">
                      <a:moveTo>
                        <a:pt x="430" y="215"/>
                      </a:moveTo>
                      <a:lnTo>
                        <a:pt x="413" y="132"/>
                      </a:lnTo>
                      <a:lnTo>
                        <a:pt x="367" y="63"/>
                      </a:lnTo>
                      <a:lnTo>
                        <a:pt x="299" y="17"/>
                      </a:lnTo>
                      <a:lnTo>
                        <a:pt x="215" y="0"/>
                      </a:lnTo>
                      <a:lnTo>
                        <a:pt x="131" y="17"/>
                      </a:lnTo>
                      <a:lnTo>
                        <a:pt x="62" y="63"/>
                      </a:lnTo>
                      <a:lnTo>
                        <a:pt x="16" y="132"/>
                      </a:lnTo>
                      <a:lnTo>
                        <a:pt x="0" y="215"/>
                      </a:lnTo>
                      <a:lnTo>
                        <a:pt x="16" y="300"/>
                      </a:lnTo>
                      <a:lnTo>
                        <a:pt x="62" y="369"/>
                      </a:lnTo>
                      <a:lnTo>
                        <a:pt x="131" y="415"/>
                      </a:lnTo>
                      <a:lnTo>
                        <a:pt x="215" y="431"/>
                      </a:lnTo>
                      <a:lnTo>
                        <a:pt x="299" y="415"/>
                      </a:lnTo>
                      <a:lnTo>
                        <a:pt x="367" y="369"/>
                      </a:lnTo>
                      <a:lnTo>
                        <a:pt x="413" y="300"/>
                      </a:lnTo>
                      <a:lnTo>
                        <a:pt x="430" y="215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9144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i="1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56B540C6-3A30-57E8-12FD-33173CF166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27201" y="3552825"/>
                  <a:ext cx="682625" cy="684213"/>
                </a:xfrm>
                <a:custGeom>
                  <a:avLst/>
                  <a:gdLst>
                    <a:gd name="T0" fmla="*/ 430 w 430"/>
                    <a:gd name="T1" fmla="*/ 215 h 431"/>
                    <a:gd name="T2" fmla="*/ 413 w 430"/>
                    <a:gd name="T3" fmla="*/ 132 h 431"/>
                    <a:gd name="T4" fmla="*/ 367 w 430"/>
                    <a:gd name="T5" fmla="*/ 63 h 431"/>
                    <a:gd name="T6" fmla="*/ 299 w 430"/>
                    <a:gd name="T7" fmla="*/ 17 h 431"/>
                    <a:gd name="T8" fmla="*/ 215 w 430"/>
                    <a:gd name="T9" fmla="*/ 0 h 431"/>
                    <a:gd name="T10" fmla="*/ 131 w 430"/>
                    <a:gd name="T11" fmla="*/ 17 h 431"/>
                    <a:gd name="T12" fmla="*/ 62 w 430"/>
                    <a:gd name="T13" fmla="*/ 63 h 431"/>
                    <a:gd name="T14" fmla="*/ 16 w 430"/>
                    <a:gd name="T15" fmla="*/ 132 h 431"/>
                    <a:gd name="T16" fmla="*/ 0 w 430"/>
                    <a:gd name="T17" fmla="*/ 215 h 431"/>
                    <a:gd name="T18" fmla="*/ 16 w 430"/>
                    <a:gd name="T19" fmla="*/ 300 h 431"/>
                    <a:gd name="T20" fmla="*/ 62 w 430"/>
                    <a:gd name="T21" fmla="*/ 369 h 431"/>
                    <a:gd name="T22" fmla="*/ 131 w 430"/>
                    <a:gd name="T23" fmla="*/ 415 h 431"/>
                    <a:gd name="T24" fmla="*/ 215 w 430"/>
                    <a:gd name="T25" fmla="*/ 431 h 431"/>
                    <a:gd name="T26" fmla="*/ 299 w 430"/>
                    <a:gd name="T27" fmla="*/ 415 h 431"/>
                    <a:gd name="T28" fmla="*/ 367 w 430"/>
                    <a:gd name="T29" fmla="*/ 369 h 431"/>
                    <a:gd name="T30" fmla="*/ 413 w 430"/>
                    <a:gd name="T31" fmla="*/ 300 h 431"/>
                    <a:gd name="T32" fmla="*/ 430 w 430"/>
                    <a:gd name="T33" fmla="*/ 215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0" h="431">
                      <a:moveTo>
                        <a:pt x="430" y="215"/>
                      </a:moveTo>
                      <a:lnTo>
                        <a:pt x="413" y="132"/>
                      </a:lnTo>
                      <a:lnTo>
                        <a:pt x="367" y="63"/>
                      </a:lnTo>
                      <a:lnTo>
                        <a:pt x="299" y="17"/>
                      </a:lnTo>
                      <a:lnTo>
                        <a:pt x="215" y="0"/>
                      </a:lnTo>
                      <a:lnTo>
                        <a:pt x="131" y="17"/>
                      </a:lnTo>
                      <a:lnTo>
                        <a:pt x="62" y="63"/>
                      </a:lnTo>
                      <a:lnTo>
                        <a:pt x="16" y="132"/>
                      </a:lnTo>
                      <a:lnTo>
                        <a:pt x="0" y="215"/>
                      </a:lnTo>
                      <a:lnTo>
                        <a:pt x="16" y="300"/>
                      </a:lnTo>
                      <a:lnTo>
                        <a:pt x="62" y="369"/>
                      </a:lnTo>
                      <a:lnTo>
                        <a:pt x="131" y="415"/>
                      </a:lnTo>
                      <a:lnTo>
                        <a:pt x="215" y="431"/>
                      </a:lnTo>
                      <a:lnTo>
                        <a:pt x="299" y="415"/>
                      </a:lnTo>
                      <a:lnTo>
                        <a:pt x="367" y="369"/>
                      </a:lnTo>
                      <a:lnTo>
                        <a:pt x="413" y="300"/>
                      </a:lnTo>
                      <a:lnTo>
                        <a:pt x="430" y="215"/>
                      </a:lnTo>
                      <a:close/>
                    </a:path>
                  </a:pathLst>
                </a:custGeom>
                <a:blipFill>
                  <a:blip r:embed="rId4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5873FAE6-7813-1B96-1CB0-CB1620C6845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727201" y="3552825"/>
              <a:ext cx="682625" cy="684213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79 h 402"/>
                <a:gd name="T4" fmla="*/ 343 w 402"/>
                <a:gd name="T5" fmla="*/ 343 h 402"/>
                <a:gd name="T6" fmla="*/ 279 w 402"/>
                <a:gd name="T7" fmla="*/ 386 h 402"/>
                <a:gd name="T8" fmla="*/ 201 w 402"/>
                <a:gd name="T9" fmla="*/ 402 h 402"/>
                <a:gd name="T10" fmla="*/ 122 w 402"/>
                <a:gd name="T11" fmla="*/ 386 h 402"/>
                <a:gd name="T12" fmla="*/ 58 w 402"/>
                <a:gd name="T13" fmla="*/ 343 h 402"/>
                <a:gd name="T14" fmla="*/ 15 w 402"/>
                <a:gd name="T15" fmla="*/ 279 h 402"/>
                <a:gd name="T16" fmla="*/ 0 w 402"/>
                <a:gd name="T17" fmla="*/ 201 h 402"/>
                <a:gd name="T18" fmla="*/ 15 w 402"/>
                <a:gd name="T19" fmla="*/ 122 h 402"/>
                <a:gd name="T20" fmla="*/ 58 w 402"/>
                <a:gd name="T21" fmla="*/ 58 h 402"/>
                <a:gd name="T22" fmla="*/ 122 w 402"/>
                <a:gd name="T23" fmla="*/ 15 h 402"/>
                <a:gd name="T24" fmla="*/ 201 w 402"/>
                <a:gd name="T25" fmla="*/ 0 h 402"/>
                <a:gd name="T26" fmla="*/ 279 w 402"/>
                <a:gd name="T27" fmla="*/ 15 h 402"/>
                <a:gd name="T28" fmla="*/ 343 w 402"/>
                <a:gd name="T29" fmla="*/ 58 h 402"/>
                <a:gd name="T30" fmla="*/ 386 w 402"/>
                <a:gd name="T31" fmla="*/ 122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79"/>
                  </a:lnTo>
                  <a:lnTo>
                    <a:pt x="343" y="343"/>
                  </a:lnTo>
                  <a:lnTo>
                    <a:pt x="279" y="386"/>
                  </a:lnTo>
                  <a:lnTo>
                    <a:pt x="201" y="402"/>
                  </a:lnTo>
                  <a:lnTo>
                    <a:pt x="122" y="386"/>
                  </a:lnTo>
                  <a:lnTo>
                    <a:pt x="58" y="343"/>
                  </a:lnTo>
                  <a:lnTo>
                    <a:pt x="15" y="279"/>
                  </a:lnTo>
                  <a:lnTo>
                    <a:pt x="0" y="201"/>
                  </a:lnTo>
                  <a:lnTo>
                    <a:pt x="15" y="122"/>
                  </a:lnTo>
                  <a:lnTo>
                    <a:pt x="58" y="58"/>
                  </a:lnTo>
                  <a:lnTo>
                    <a:pt x="122" y="15"/>
                  </a:lnTo>
                  <a:lnTo>
                    <a:pt x="201" y="0"/>
                  </a:lnTo>
                  <a:lnTo>
                    <a:pt x="279" y="15"/>
                  </a:lnTo>
                  <a:lnTo>
                    <a:pt x="343" y="58"/>
                  </a:lnTo>
                  <a:lnTo>
                    <a:pt x="386" y="122"/>
                  </a:lnTo>
                  <a:lnTo>
                    <a:pt x="402" y="201"/>
                  </a:lnTo>
                </a:path>
              </a:pathLst>
            </a:custGeom>
            <a:noFill/>
            <a:ln w="47625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0B99EB05-9B31-DDDA-5AE3-78F862EA286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727201" y="3552825"/>
              <a:ext cx="682625" cy="684213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79 h 402"/>
                <a:gd name="T4" fmla="*/ 343 w 402"/>
                <a:gd name="T5" fmla="*/ 343 h 402"/>
                <a:gd name="T6" fmla="*/ 279 w 402"/>
                <a:gd name="T7" fmla="*/ 386 h 402"/>
                <a:gd name="T8" fmla="*/ 201 w 402"/>
                <a:gd name="T9" fmla="*/ 402 h 402"/>
                <a:gd name="T10" fmla="*/ 122 w 402"/>
                <a:gd name="T11" fmla="*/ 386 h 402"/>
                <a:gd name="T12" fmla="*/ 58 w 402"/>
                <a:gd name="T13" fmla="*/ 343 h 402"/>
                <a:gd name="T14" fmla="*/ 15 w 402"/>
                <a:gd name="T15" fmla="*/ 279 h 402"/>
                <a:gd name="T16" fmla="*/ 0 w 402"/>
                <a:gd name="T17" fmla="*/ 201 h 402"/>
                <a:gd name="T18" fmla="*/ 15 w 402"/>
                <a:gd name="T19" fmla="*/ 122 h 402"/>
                <a:gd name="T20" fmla="*/ 58 w 402"/>
                <a:gd name="T21" fmla="*/ 58 h 402"/>
                <a:gd name="T22" fmla="*/ 122 w 402"/>
                <a:gd name="T23" fmla="*/ 15 h 402"/>
                <a:gd name="T24" fmla="*/ 201 w 402"/>
                <a:gd name="T25" fmla="*/ 0 h 402"/>
                <a:gd name="T26" fmla="*/ 279 w 402"/>
                <a:gd name="T27" fmla="*/ 15 h 402"/>
                <a:gd name="T28" fmla="*/ 343 w 402"/>
                <a:gd name="T29" fmla="*/ 58 h 402"/>
                <a:gd name="T30" fmla="*/ 386 w 402"/>
                <a:gd name="T31" fmla="*/ 122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79"/>
                  </a:lnTo>
                  <a:lnTo>
                    <a:pt x="343" y="343"/>
                  </a:lnTo>
                  <a:lnTo>
                    <a:pt x="279" y="386"/>
                  </a:lnTo>
                  <a:lnTo>
                    <a:pt x="201" y="402"/>
                  </a:lnTo>
                  <a:lnTo>
                    <a:pt x="122" y="386"/>
                  </a:lnTo>
                  <a:lnTo>
                    <a:pt x="58" y="343"/>
                  </a:lnTo>
                  <a:lnTo>
                    <a:pt x="15" y="279"/>
                  </a:lnTo>
                  <a:lnTo>
                    <a:pt x="0" y="201"/>
                  </a:lnTo>
                  <a:lnTo>
                    <a:pt x="15" y="122"/>
                  </a:lnTo>
                  <a:lnTo>
                    <a:pt x="58" y="58"/>
                  </a:lnTo>
                  <a:lnTo>
                    <a:pt x="122" y="15"/>
                  </a:lnTo>
                  <a:lnTo>
                    <a:pt x="201" y="0"/>
                  </a:lnTo>
                  <a:lnTo>
                    <a:pt x="279" y="15"/>
                  </a:lnTo>
                  <a:lnTo>
                    <a:pt x="343" y="58"/>
                  </a:lnTo>
                  <a:lnTo>
                    <a:pt x="386" y="122"/>
                  </a:lnTo>
                  <a:lnTo>
                    <a:pt x="402" y="201"/>
                  </a:lnTo>
                </a:path>
              </a:pathLst>
            </a:custGeom>
            <a:noFill/>
            <a:ln w="2063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0496BA8C-52FF-ECAB-879A-85B71B88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2788" y="3625850"/>
              <a:ext cx="682625" cy="684213"/>
            </a:xfrm>
            <a:custGeom>
              <a:avLst/>
              <a:gdLst>
                <a:gd name="T0" fmla="*/ 430 w 430"/>
                <a:gd name="T1" fmla="*/ 215 h 431"/>
                <a:gd name="T2" fmla="*/ 413 w 430"/>
                <a:gd name="T3" fmla="*/ 131 h 431"/>
                <a:gd name="T4" fmla="*/ 367 w 430"/>
                <a:gd name="T5" fmla="*/ 63 h 431"/>
                <a:gd name="T6" fmla="*/ 299 w 430"/>
                <a:gd name="T7" fmla="*/ 17 h 431"/>
                <a:gd name="T8" fmla="*/ 215 w 430"/>
                <a:gd name="T9" fmla="*/ 0 h 431"/>
                <a:gd name="T10" fmla="*/ 131 w 430"/>
                <a:gd name="T11" fmla="*/ 17 h 431"/>
                <a:gd name="T12" fmla="*/ 63 w 430"/>
                <a:gd name="T13" fmla="*/ 63 h 431"/>
                <a:gd name="T14" fmla="*/ 17 w 430"/>
                <a:gd name="T15" fmla="*/ 131 h 431"/>
                <a:gd name="T16" fmla="*/ 0 w 430"/>
                <a:gd name="T17" fmla="*/ 215 h 431"/>
                <a:gd name="T18" fmla="*/ 17 w 430"/>
                <a:gd name="T19" fmla="*/ 300 h 431"/>
                <a:gd name="T20" fmla="*/ 63 w 430"/>
                <a:gd name="T21" fmla="*/ 368 h 431"/>
                <a:gd name="T22" fmla="*/ 131 w 430"/>
                <a:gd name="T23" fmla="*/ 414 h 431"/>
                <a:gd name="T24" fmla="*/ 215 w 430"/>
                <a:gd name="T25" fmla="*/ 431 h 431"/>
                <a:gd name="T26" fmla="*/ 299 w 430"/>
                <a:gd name="T27" fmla="*/ 414 h 431"/>
                <a:gd name="T28" fmla="*/ 367 w 430"/>
                <a:gd name="T29" fmla="*/ 368 h 431"/>
                <a:gd name="T30" fmla="*/ 413 w 430"/>
                <a:gd name="T31" fmla="*/ 300 h 431"/>
                <a:gd name="T32" fmla="*/ 430 w 430"/>
                <a:gd name="T33" fmla="*/ 215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30" h="431">
                  <a:moveTo>
                    <a:pt x="430" y="215"/>
                  </a:moveTo>
                  <a:lnTo>
                    <a:pt x="413" y="131"/>
                  </a:lnTo>
                  <a:lnTo>
                    <a:pt x="367" y="63"/>
                  </a:lnTo>
                  <a:lnTo>
                    <a:pt x="299" y="17"/>
                  </a:lnTo>
                  <a:lnTo>
                    <a:pt x="215" y="0"/>
                  </a:lnTo>
                  <a:lnTo>
                    <a:pt x="131" y="17"/>
                  </a:lnTo>
                  <a:lnTo>
                    <a:pt x="63" y="63"/>
                  </a:lnTo>
                  <a:lnTo>
                    <a:pt x="17" y="131"/>
                  </a:lnTo>
                  <a:lnTo>
                    <a:pt x="0" y="215"/>
                  </a:lnTo>
                  <a:lnTo>
                    <a:pt x="17" y="300"/>
                  </a:lnTo>
                  <a:lnTo>
                    <a:pt x="63" y="368"/>
                  </a:lnTo>
                  <a:lnTo>
                    <a:pt x="131" y="414"/>
                  </a:lnTo>
                  <a:lnTo>
                    <a:pt x="215" y="431"/>
                  </a:lnTo>
                  <a:lnTo>
                    <a:pt x="299" y="414"/>
                  </a:lnTo>
                  <a:lnTo>
                    <a:pt x="367" y="368"/>
                  </a:lnTo>
                  <a:lnTo>
                    <a:pt x="413" y="300"/>
                  </a:lnTo>
                  <a:lnTo>
                    <a:pt x="430" y="215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F8CF9F40-16F8-1200-8950-55FEEEA00D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89763" y="3552825"/>
                  <a:ext cx="682625" cy="684213"/>
                </a:xfrm>
                <a:custGeom>
                  <a:avLst/>
                  <a:gdLst>
                    <a:gd name="T0" fmla="*/ 430 w 430"/>
                    <a:gd name="T1" fmla="*/ 215 h 431"/>
                    <a:gd name="T2" fmla="*/ 413 w 430"/>
                    <a:gd name="T3" fmla="*/ 132 h 431"/>
                    <a:gd name="T4" fmla="*/ 368 w 430"/>
                    <a:gd name="T5" fmla="*/ 63 h 431"/>
                    <a:gd name="T6" fmla="*/ 299 w 430"/>
                    <a:gd name="T7" fmla="*/ 17 h 431"/>
                    <a:gd name="T8" fmla="*/ 215 w 430"/>
                    <a:gd name="T9" fmla="*/ 0 h 431"/>
                    <a:gd name="T10" fmla="*/ 132 w 430"/>
                    <a:gd name="T11" fmla="*/ 17 h 431"/>
                    <a:gd name="T12" fmla="*/ 63 w 430"/>
                    <a:gd name="T13" fmla="*/ 63 h 431"/>
                    <a:gd name="T14" fmla="*/ 17 w 430"/>
                    <a:gd name="T15" fmla="*/ 132 h 431"/>
                    <a:gd name="T16" fmla="*/ 0 w 430"/>
                    <a:gd name="T17" fmla="*/ 215 h 431"/>
                    <a:gd name="T18" fmla="*/ 17 w 430"/>
                    <a:gd name="T19" fmla="*/ 300 h 431"/>
                    <a:gd name="T20" fmla="*/ 63 w 430"/>
                    <a:gd name="T21" fmla="*/ 369 h 431"/>
                    <a:gd name="T22" fmla="*/ 132 w 430"/>
                    <a:gd name="T23" fmla="*/ 415 h 431"/>
                    <a:gd name="T24" fmla="*/ 215 w 430"/>
                    <a:gd name="T25" fmla="*/ 431 h 431"/>
                    <a:gd name="T26" fmla="*/ 299 w 430"/>
                    <a:gd name="T27" fmla="*/ 415 h 431"/>
                    <a:gd name="T28" fmla="*/ 368 w 430"/>
                    <a:gd name="T29" fmla="*/ 369 h 431"/>
                    <a:gd name="T30" fmla="*/ 413 w 430"/>
                    <a:gd name="T31" fmla="*/ 300 h 431"/>
                    <a:gd name="T32" fmla="*/ 430 w 430"/>
                    <a:gd name="T33" fmla="*/ 215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0" h="431">
                      <a:moveTo>
                        <a:pt x="430" y="215"/>
                      </a:moveTo>
                      <a:lnTo>
                        <a:pt x="413" y="132"/>
                      </a:lnTo>
                      <a:lnTo>
                        <a:pt x="368" y="63"/>
                      </a:lnTo>
                      <a:lnTo>
                        <a:pt x="299" y="17"/>
                      </a:lnTo>
                      <a:lnTo>
                        <a:pt x="215" y="0"/>
                      </a:lnTo>
                      <a:lnTo>
                        <a:pt x="132" y="17"/>
                      </a:lnTo>
                      <a:lnTo>
                        <a:pt x="63" y="63"/>
                      </a:lnTo>
                      <a:lnTo>
                        <a:pt x="17" y="132"/>
                      </a:lnTo>
                      <a:lnTo>
                        <a:pt x="0" y="215"/>
                      </a:lnTo>
                      <a:lnTo>
                        <a:pt x="17" y="300"/>
                      </a:lnTo>
                      <a:lnTo>
                        <a:pt x="63" y="369"/>
                      </a:lnTo>
                      <a:lnTo>
                        <a:pt x="132" y="415"/>
                      </a:lnTo>
                      <a:lnTo>
                        <a:pt x="215" y="431"/>
                      </a:lnTo>
                      <a:lnTo>
                        <a:pt x="299" y="415"/>
                      </a:lnTo>
                      <a:lnTo>
                        <a:pt x="368" y="369"/>
                      </a:lnTo>
                      <a:lnTo>
                        <a:pt x="413" y="300"/>
                      </a:lnTo>
                      <a:lnTo>
                        <a:pt x="430" y="215"/>
                      </a:lnTo>
                      <a:close/>
                    </a:path>
                  </a:pathLst>
                </a:custGeom>
                <a:solidFill>
                  <a:srgbClr val="FFFACC"/>
                </a:solid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0" tIns="0" rIns="0" bIns="91440" numCol="1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F8CF9F40-16F8-1200-8950-55FEEEA00D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9763" y="3552825"/>
                  <a:ext cx="682625" cy="684213"/>
                </a:xfrm>
                <a:custGeom>
                  <a:avLst/>
                  <a:gdLst>
                    <a:gd name="T0" fmla="*/ 430 w 430"/>
                    <a:gd name="T1" fmla="*/ 215 h 431"/>
                    <a:gd name="T2" fmla="*/ 413 w 430"/>
                    <a:gd name="T3" fmla="*/ 132 h 431"/>
                    <a:gd name="T4" fmla="*/ 368 w 430"/>
                    <a:gd name="T5" fmla="*/ 63 h 431"/>
                    <a:gd name="T6" fmla="*/ 299 w 430"/>
                    <a:gd name="T7" fmla="*/ 17 h 431"/>
                    <a:gd name="T8" fmla="*/ 215 w 430"/>
                    <a:gd name="T9" fmla="*/ 0 h 431"/>
                    <a:gd name="T10" fmla="*/ 132 w 430"/>
                    <a:gd name="T11" fmla="*/ 17 h 431"/>
                    <a:gd name="T12" fmla="*/ 63 w 430"/>
                    <a:gd name="T13" fmla="*/ 63 h 431"/>
                    <a:gd name="T14" fmla="*/ 17 w 430"/>
                    <a:gd name="T15" fmla="*/ 132 h 431"/>
                    <a:gd name="T16" fmla="*/ 0 w 430"/>
                    <a:gd name="T17" fmla="*/ 215 h 431"/>
                    <a:gd name="T18" fmla="*/ 17 w 430"/>
                    <a:gd name="T19" fmla="*/ 300 h 431"/>
                    <a:gd name="T20" fmla="*/ 63 w 430"/>
                    <a:gd name="T21" fmla="*/ 369 h 431"/>
                    <a:gd name="T22" fmla="*/ 132 w 430"/>
                    <a:gd name="T23" fmla="*/ 415 h 431"/>
                    <a:gd name="T24" fmla="*/ 215 w 430"/>
                    <a:gd name="T25" fmla="*/ 431 h 431"/>
                    <a:gd name="T26" fmla="*/ 299 w 430"/>
                    <a:gd name="T27" fmla="*/ 415 h 431"/>
                    <a:gd name="T28" fmla="*/ 368 w 430"/>
                    <a:gd name="T29" fmla="*/ 369 h 431"/>
                    <a:gd name="T30" fmla="*/ 413 w 430"/>
                    <a:gd name="T31" fmla="*/ 300 h 431"/>
                    <a:gd name="T32" fmla="*/ 430 w 430"/>
                    <a:gd name="T33" fmla="*/ 215 h 4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430" h="431">
                      <a:moveTo>
                        <a:pt x="430" y="215"/>
                      </a:moveTo>
                      <a:lnTo>
                        <a:pt x="413" y="132"/>
                      </a:lnTo>
                      <a:lnTo>
                        <a:pt x="368" y="63"/>
                      </a:lnTo>
                      <a:lnTo>
                        <a:pt x="299" y="17"/>
                      </a:lnTo>
                      <a:lnTo>
                        <a:pt x="215" y="0"/>
                      </a:lnTo>
                      <a:lnTo>
                        <a:pt x="132" y="17"/>
                      </a:lnTo>
                      <a:lnTo>
                        <a:pt x="63" y="63"/>
                      </a:lnTo>
                      <a:lnTo>
                        <a:pt x="17" y="132"/>
                      </a:lnTo>
                      <a:lnTo>
                        <a:pt x="0" y="215"/>
                      </a:lnTo>
                      <a:lnTo>
                        <a:pt x="17" y="300"/>
                      </a:lnTo>
                      <a:lnTo>
                        <a:pt x="63" y="369"/>
                      </a:lnTo>
                      <a:lnTo>
                        <a:pt x="132" y="415"/>
                      </a:lnTo>
                      <a:lnTo>
                        <a:pt x="215" y="431"/>
                      </a:lnTo>
                      <a:lnTo>
                        <a:pt x="299" y="415"/>
                      </a:lnTo>
                      <a:lnTo>
                        <a:pt x="368" y="369"/>
                      </a:lnTo>
                      <a:lnTo>
                        <a:pt x="413" y="300"/>
                      </a:lnTo>
                      <a:lnTo>
                        <a:pt x="430" y="215"/>
                      </a:lnTo>
                      <a:close/>
                    </a:path>
                  </a:pathLst>
                </a:custGeom>
                <a:blipFill>
                  <a:blip r:embed="rId5"/>
                  <a:stretch>
                    <a:fillRect/>
                  </a:stretch>
                </a:blipFill>
                <a:ln w="0">
                  <a:solidFill>
                    <a:srgbClr val="FFFACC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63FB08F-D245-2BCB-A85C-552BA3325BB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89763" y="3552825"/>
              <a:ext cx="682625" cy="684213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79 h 402"/>
                <a:gd name="T4" fmla="*/ 344 w 402"/>
                <a:gd name="T5" fmla="*/ 343 h 402"/>
                <a:gd name="T6" fmla="*/ 280 w 402"/>
                <a:gd name="T7" fmla="*/ 386 h 402"/>
                <a:gd name="T8" fmla="*/ 201 w 402"/>
                <a:gd name="T9" fmla="*/ 402 h 402"/>
                <a:gd name="T10" fmla="*/ 123 w 402"/>
                <a:gd name="T11" fmla="*/ 386 h 402"/>
                <a:gd name="T12" fmla="*/ 59 w 402"/>
                <a:gd name="T13" fmla="*/ 343 h 402"/>
                <a:gd name="T14" fmla="*/ 16 w 402"/>
                <a:gd name="T15" fmla="*/ 279 h 402"/>
                <a:gd name="T16" fmla="*/ 0 w 402"/>
                <a:gd name="T17" fmla="*/ 201 h 402"/>
                <a:gd name="T18" fmla="*/ 16 w 402"/>
                <a:gd name="T19" fmla="*/ 122 h 402"/>
                <a:gd name="T20" fmla="*/ 59 w 402"/>
                <a:gd name="T21" fmla="*/ 58 h 402"/>
                <a:gd name="T22" fmla="*/ 123 w 402"/>
                <a:gd name="T23" fmla="*/ 15 h 402"/>
                <a:gd name="T24" fmla="*/ 201 w 402"/>
                <a:gd name="T25" fmla="*/ 0 h 402"/>
                <a:gd name="T26" fmla="*/ 280 w 402"/>
                <a:gd name="T27" fmla="*/ 15 h 402"/>
                <a:gd name="T28" fmla="*/ 344 w 402"/>
                <a:gd name="T29" fmla="*/ 58 h 402"/>
                <a:gd name="T30" fmla="*/ 386 w 402"/>
                <a:gd name="T31" fmla="*/ 122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79"/>
                  </a:lnTo>
                  <a:lnTo>
                    <a:pt x="344" y="343"/>
                  </a:lnTo>
                  <a:lnTo>
                    <a:pt x="280" y="386"/>
                  </a:lnTo>
                  <a:lnTo>
                    <a:pt x="201" y="402"/>
                  </a:lnTo>
                  <a:lnTo>
                    <a:pt x="123" y="386"/>
                  </a:lnTo>
                  <a:lnTo>
                    <a:pt x="59" y="343"/>
                  </a:lnTo>
                  <a:lnTo>
                    <a:pt x="16" y="279"/>
                  </a:lnTo>
                  <a:lnTo>
                    <a:pt x="0" y="201"/>
                  </a:lnTo>
                  <a:lnTo>
                    <a:pt x="16" y="122"/>
                  </a:lnTo>
                  <a:lnTo>
                    <a:pt x="59" y="58"/>
                  </a:lnTo>
                  <a:lnTo>
                    <a:pt x="123" y="15"/>
                  </a:lnTo>
                  <a:lnTo>
                    <a:pt x="201" y="0"/>
                  </a:lnTo>
                  <a:lnTo>
                    <a:pt x="280" y="15"/>
                  </a:lnTo>
                  <a:lnTo>
                    <a:pt x="344" y="58"/>
                  </a:lnTo>
                  <a:lnTo>
                    <a:pt x="386" y="122"/>
                  </a:lnTo>
                  <a:lnTo>
                    <a:pt x="402" y="201"/>
                  </a:lnTo>
                </a:path>
              </a:pathLst>
            </a:custGeom>
            <a:noFill/>
            <a:ln w="47625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B87F2181-F46B-C1D7-D303-10A52B032C3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89763" y="3552825"/>
              <a:ext cx="682625" cy="684213"/>
            </a:xfrm>
            <a:custGeom>
              <a:avLst/>
              <a:gdLst>
                <a:gd name="T0" fmla="*/ 402 w 402"/>
                <a:gd name="T1" fmla="*/ 201 h 402"/>
                <a:gd name="T2" fmla="*/ 386 w 402"/>
                <a:gd name="T3" fmla="*/ 279 h 402"/>
                <a:gd name="T4" fmla="*/ 344 w 402"/>
                <a:gd name="T5" fmla="*/ 343 h 402"/>
                <a:gd name="T6" fmla="*/ 280 w 402"/>
                <a:gd name="T7" fmla="*/ 386 h 402"/>
                <a:gd name="T8" fmla="*/ 201 w 402"/>
                <a:gd name="T9" fmla="*/ 402 h 402"/>
                <a:gd name="T10" fmla="*/ 123 w 402"/>
                <a:gd name="T11" fmla="*/ 386 h 402"/>
                <a:gd name="T12" fmla="*/ 59 w 402"/>
                <a:gd name="T13" fmla="*/ 343 h 402"/>
                <a:gd name="T14" fmla="*/ 16 w 402"/>
                <a:gd name="T15" fmla="*/ 279 h 402"/>
                <a:gd name="T16" fmla="*/ 0 w 402"/>
                <a:gd name="T17" fmla="*/ 201 h 402"/>
                <a:gd name="T18" fmla="*/ 16 w 402"/>
                <a:gd name="T19" fmla="*/ 122 h 402"/>
                <a:gd name="T20" fmla="*/ 59 w 402"/>
                <a:gd name="T21" fmla="*/ 58 h 402"/>
                <a:gd name="T22" fmla="*/ 123 w 402"/>
                <a:gd name="T23" fmla="*/ 15 h 402"/>
                <a:gd name="T24" fmla="*/ 201 w 402"/>
                <a:gd name="T25" fmla="*/ 0 h 402"/>
                <a:gd name="T26" fmla="*/ 280 w 402"/>
                <a:gd name="T27" fmla="*/ 15 h 402"/>
                <a:gd name="T28" fmla="*/ 344 w 402"/>
                <a:gd name="T29" fmla="*/ 58 h 402"/>
                <a:gd name="T30" fmla="*/ 386 w 402"/>
                <a:gd name="T31" fmla="*/ 122 h 402"/>
                <a:gd name="T32" fmla="*/ 402 w 402"/>
                <a:gd name="T33" fmla="*/ 201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402">
                  <a:moveTo>
                    <a:pt x="402" y="201"/>
                  </a:moveTo>
                  <a:lnTo>
                    <a:pt x="386" y="279"/>
                  </a:lnTo>
                  <a:lnTo>
                    <a:pt x="344" y="343"/>
                  </a:lnTo>
                  <a:lnTo>
                    <a:pt x="280" y="386"/>
                  </a:lnTo>
                  <a:lnTo>
                    <a:pt x="201" y="402"/>
                  </a:lnTo>
                  <a:lnTo>
                    <a:pt x="123" y="386"/>
                  </a:lnTo>
                  <a:lnTo>
                    <a:pt x="59" y="343"/>
                  </a:lnTo>
                  <a:lnTo>
                    <a:pt x="16" y="279"/>
                  </a:lnTo>
                  <a:lnTo>
                    <a:pt x="0" y="201"/>
                  </a:lnTo>
                  <a:lnTo>
                    <a:pt x="16" y="122"/>
                  </a:lnTo>
                  <a:lnTo>
                    <a:pt x="59" y="58"/>
                  </a:lnTo>
                  <a:lnTo>
                    <a:pt x="123" y="15"/>
                  </a:lnTo>
                  <a:lnTo>
                    <a:pt x="201" y="0"/>
                  </a:lnTo>
                  <a:lnTo>
                    <a:pt x="280" y="15"/>
                  </a:lnTo>
                  <a:lnTo>
                    <a:pt x="344" y="58"/>
                  </a:lnTo>
                  <a:lnTo>
                    <a:pt x="386" y="122"/>
                  </a:lnTo>
                  <a:lnTo>
                    <a:pt x="402" y="201"/>
                  </a:lnTo>
                </a:path>
              </a:pathLst>
            </a:custGeom>
            <a:noFill/>
            <a:ln w="20638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31ACF278-9EE2-F219-4F75-D5DBD9D3918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68826" y="4233863"/>
              <a:ext cx="249238" cy="415925"/>
            </a:xfrm>
            <a:custGeom>
              <a:avLst/>
              <a:gdLst>
                <a:gd name="T0" fmla="*/ 130 w 147"/>
                <a:gd name="T1" fmla="*/ 245 h 245"/>
                <a:gd name="T2" fmla="*/ 147 w 147"/>
                <a:gd name="T3" fmla="*/ 140 h 245"/>
                <a:gd name="T4" fmla="*/ 138 w 147"/>
                <a:gd name="T5" fmla="*/ 64 h 245"/>
                <a:gd name="T6" fmla="*/ 111 w 147"/>
                <a:gd name="T7" fmla="*/ 18 h 245"/>
                <a:gd name="T8" fmla="*/ 76 w 147"/>
                <a:gd name="T9" fmla="*/ 0 h 245"/>
                <a:gd name="T10" fmla="*/ 40 w 147"/>
                <a:gd name="T11" fmla="*/ 10 h 245"/>
                <a:gd name="T12" fmla="*/ 12 w 147"/>
                <a:gd name="T13" fmla="*/ 49 h 245"/>
                <a:gd name="T14" fmla="*/ 0 w 147"/>
                <a:gd name="T15" fmla="*/ 114 h 245"/>
                <a:gd name="T16" fmla="*/ 13 w 147"/>
                <a:gd name="T17" fmla="*/ 207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7" h="245">
                  <a:moveTo>
                    <a:pt x="130" y="245"/>
                  </a:moveTo>
                  <a:lnTo>
                    <a:pt x="147" y="140"/>
                  </a:lnTo>
                  <a:lnTo>
                    <a:pt x="138" y="64"/>
                  </a:lnTo>
                  <a:lnTo>
                    <a:pt x="111" y="18"/>
                  </a:lnTo>
                  <a:lnTo>
                    <a:pt x="76" y="0"/>
                  </a:lnTo>
                  <a:lnTo>
                    <a:pt x="40" y="10"/>
                  </a:lnTo>
                  <a:lnTo>
                    <a:pt x="12" y="49"/>
                  </a:lnTo>
                  <a:lnTo>
                    <a:pt x="0" y="114"/>
                  </a:lnTo>
                  <a:lnTo>
                    <a:pt x="13" y="207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59" name="Freeform 26">
              <a:extLst>
                <a:ext uri="{FF2B5EF4-FFF2-40B4-BE49-F238E27FC236}">
                  <a16:creationId xmlns:a16="http://schemas.microsoft.com/office/drawing/2014/main" id="{C70238E7-C246-6BA5-1016-E99C94D5F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9138" y="4271963"/>
              <a:ext cx="84138" cy="115888"/>
            </a:xfrm>
            <a:custGeom>
              <a:avLst/>
              <a:gdLst>
                <a:gd name="T0" fmla="*/ 44 w 53"/>
                <a:gd name="T1" fmla="*/ 0 h 73"/>
                <a:gd name="T2" fmla="*/ 0 w 53"/>
                <a:gd name="T3" fmla="*/ 59 h 73"/>
                <a:gd name="T4" fmla="*/ 32 w 53"/>
                <a:gd name="T5" fmla="*/ 47 h 73"/>
                <a:gd name="T6" fmla="*/ 53 w 53"/>
                <a:gd name="T7" fmla="*/ 73 h 73"/>
                <a:gd name="T8" fmla="*/ 44 w 53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73">
                  <a:moveTo>
                    <a:pt x="44" y="0"/>
                  </a:moveTo>
                  <a:lnTo>
                    <a:pt x="0" y="59"/>
                  </a:lnTo>
                  <a:lnTo>
                    <a:pt x="32" y="47"/>
                  </a:lnTo>
                  <a:lnTo>
                    <a:pt x="53" y="7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E7DB8AD3-98EB-E783-EB3F-78E3DCC859F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29138" y="4271963"/>
              <a:ext cx="84138" cy="115888"/>
            </a:xfrm>
            <a:custGeom>
              <a:avLst/>
              <a:gdLst>
                <a:gd name="T0" fmla="*/ 42 w 50"/>
                <a:gd name="T1" fmla="*/ 68 h 68"/>
                <a:gd name="T2" fmla="*/ 0 w 50"/>
                <a:gd name="T3" fmla="*/ 13 h 68"/>
                <a:gd name="T4" fmla="*/ 30 w 50"/>
                <a:gd name="T5" fmla="*/ 24 h 68"/>
                <a:gd name="T6" fmla="*/ 50 w 50"/>
                <a:gd name="T7" fmla="*/ 0 h 68"/>
                <a:gd name="T8" fmla="*/ 42 w 50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42" y="68"/>
                  </a:moveTo>
                  <a:lnTo>
                    <a:pt x="0" y="13"/>
                  </a:lnTo>
                  <a:lnTo>
                    <a:pt x="30" y="24"/>
                  </a:lnTo>
                  <a:lnTo>
                    <a:pt x="50" y="0"/>
                  </a:lnTo>
                  <a:lnTo>
                    <a:pt x="42" y="68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1" name="Freeform 32">
              <a:extLst>
                <a:ext uri="{FF2B5EF4-FFF2-40B4-BE49-F238E27FC236}">
                  <a16:creationId xmlns:a16="http://schemas.microsoft.com/office/drawing/2014/main" id="{7111910C-D062-D35F-8DC8-364D8C4C195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68563" y="4013200"/>
              <a:ext cx="1903413" cy="203200"/>
            </a:xfrm>
            <a:custGeom>
              <a:avLst/>
              <a:gdLst>
                <a:gd name="T0" fmla="*/ 1121 w 1121"/>
                <a:gd name="T1" fmla="*/ 119 h 119"/>
                <a:gd name="T2" fmla="*/ 821 w 1121"/>
                <a:gd name="T3" fmla="*/ 31 h 119"/>
                <a:gd name="T4" fmla="*/ 547 w 1121"/>
                <a:gd name="T5" fmla="*/ 0 h 119"/>
                <a:gd name="T6" fmla="*/ 279 w 1121"/>
                <a:gd name="T7" fmla="*/ 24 h 119"/>
                <a:gd name="T8" fmla="*/ 0 w 1121"/>
                <a:gd name="T9" fmla="*/ 103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1" h="119">
                  <a:moveTo>
                    <a:pt x="1121" y="119"/>
                  </a:moveTo>
                  <a:lnTo>
                    <a:pt x="821" y="31"/>
                  </a:lnTo>
                  <a:lnTo>
                    <a:pt x="547" y="0"/>
                  </a:lnTo>
                  <a:lnTo>
                    <a:pt x="279" y="24"/>
                  </a:lnTo>
                  <a:lnTo>
                    <a:pt x="0" y="103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2" name="Freeform 33">
              <a:extLst>
                <a:ext uri="{FF2B5EF4-FFF2-40B4-BE49-F238E27FC236}">
                  <a16:creationId xmlns:a16="http://schemas.microsoft.com/office/drawing/2014/main" id="{3FDDFDB8-1DD2-3BB5-08D7-11ED22F7C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163" y="4027488"/>
              <a:ext cx="117475" cy="82550"/>
            </a:xfrm>
            <a:custGeom>
              <a:avLst/>
              <a:gdLst>
                <a:gd name="T0" fmla="*/ 0 w 74"/>
                <a:gd name="T1" fmla="*/ 3 h 52"/>
                <a:gd name="T2" fmla="*/ 55 w 74"/>
                <a:gd name="T3" fmla="*/ 52 h 52"/>
                <a:gd name="T4" fmla="*/ 46 w 74"/>
                <a:gd name="T5" fmla="*/ 19 h 52"/>
                <a:gd name="T6" fmla="*/ 74 w 74"/>
                <a:gd name="T7" fmla="*/ 0 h 52"/>
                <a:gd name="T8" fmla="*/ 0 w 74"/>
                <a:gd name="T9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52">
                  <a:moveTo>
                    <a:pt x="0" y="3"/>
                  </a:moveTo>
                  <a:lnTo>
                    <a:pt x="55" y="52"/>
                  </a:lnTo>
                  <a:lnTo>
                    <a:pt x="46" y="19"/>
                  </a:lnTo>
                  <a:lnTo>
                    <a:pt x="74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3" name="Freeform 34">
              <a:extLst>
                <a:ext uri="{FF2B5EF4-FFF2-40B4-BE49-F238E27FC236}">
                  <a16:creationId xmlns:a16="http://schemas.microsoft.com/office/drawing/2014/main" id="{7B252878-3EB7-2DA2-87D7-F8A225B5D34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43163" y="4027488"/>
              <a:ext cx="117475" cy="82550"/>
            </a:xfrm>
            <a:custGeom>
              <a:avLst/>
              <a:gdLst>
                <a:gd name="T0" fmla="*/ 0 w 69"/>
                <a:gd name="T1" fmla="*/ 46 h 49"/>
                <a:gd name="T2" fmla="*/ 51 w 69"/>
                <a:gd name="T3" fmla="*/ 0 h 49"/>
                <a:gd name="T4" fmla="*/ 43 w 69"/>
                <a:gd name="T5" fmla="*/ 31 h 49"/>
                <a:gd name="T6" fmla="*/ 69 w 69"/>
                <a:gd name="T7" fmla="*/ 49 h 49"/>
                <a:gd name="T8" fmla="*/ 0 w 69"/>
                <a:gd name="T9" fmla="*/ 4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9">
                  <a:moveTo>
                    <a:pt x="0" y="46"/>
                  </a:moveTo>
                  <a:lnTo>
                    <a:pt x="51" y="0"/>
                  </a:lnTo>
                  <a:lnTo>
                    <a:pt x="43" y="31"/>
                  </a:lnTo>
                  <a:lnTo>
                    <a:pt x="69" y="49"/>
                  </a:lnTo>
                  <a:lnTo>
                    <a:pt x="0" y="46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4" name="Freeform 40">
              <a:extLst>
                <a:ext uri="{FF2B5EF4-FFF2-40B4-BE49-F238E27FC236}">
                  <a16:creationId xmlns:a16="http://schemas.microsoft.com/office/drawing/2014/main" id="{DEF9368D-569A-038E-543F-63F3824A09D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27613" y="3573463"/>
              <a:ext cx="1903413" cy="201613"/>
            </a:xfrm>
            <a:custGeom>
              <a:avLst/>
              <a:gdLst>
                <a:gd name="T0" fmla="*/ 0 w 1121"/>
                <a:gd name="T1" fmla="*/ 0 h 119"/>
                <a:gd name="T2" fmla="*/ 300 w 1121"/>
                <a:gd name="T3" fmla="*/ 88 h 119"/>
                <a:gd name="T4" fmla="*/ 574 w 1121"/>
                <a:gd name="T5" fmla="*/ 119 h 119"/>
                <a:gd name="T6" fmla="*/ 842 w 1121"/>
                <a:gd name="T7" fmla="*/ 94 h 119"/>
                <a:gd name="T8" fmla="*/ 1121 w 1121"/>
                <a:gd name="T9" fmla="*/ 1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1" h="119">
                  <a:moveTo>
                    <a:pt x="0" y="0"/>
                  </a:moveTo>
                  <a:lnTo>
                    <a:pt x="300" y="88"/>
                  </a:lnTo>
                  <a:lnTo>
                    <a:pt x="574" y="119"/>
                  </a:lnTo>
                  <a:lnTo>
                    <a:pt x="842" y="94"/>
                  </a:lnTo>
                  <a:lnTo>
                    <a:pt x="1121" y="16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5" name="Freeform 41">
              <a:extLst>
                <a:ext uri="{FF2B5EF4-FFF2-40B4-BE49-F238E27FC236}">
                  <a16:creationId xmlns:a16="http://schemas.microsoft.com/office/drawing/2014/main" id="{46136189-6B94-30A9-1039-B043B7B0A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8951" y="3679825"/>
              <a:ext cx="117475" cy="82550"/>
            </a:xfrm>
            <a:custGeom>
              <a:avLst/>
              <a:gdLst>
                <a:gd name="T0" fmla="*/ 74 w 74"/>
                <a:gd name="T1" fmla="*/ 49 h 52"/>
                <a:gd name="T2" fmla="*/ 19 w 74"/>
                <a:gd name="T3" fmla="*/ 0 h 52"/>
                <a:gd name="T4" fmla="*/ 28 w 74"/>
                <a:gd name="T5" fmla="*/ 32 h 52"/>
                <a:gd name="T6" fmla="*/ 0 w 74"/>
                <a:gd name="T7" fmla="*/ 52 h 52"/>
                <a:gd name="T8" fmla="*/ 74 w 74"/>
                <a:gd name="T9" fmla="*/ 4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52">
                  <a:moveTo>
                    <a:pt x="74" y="49"/>
                  </a:moveTo>
                  <a:lnTo>
                    <a:pt x="19" y="0"/>
                  </a:lnTo>
                  <a:lnTo>
                    <a:pt x="28" y="32"/>
                  </a:lnTo>
                  <a:lnTo>
                    <a:pt x="0" y="52"/>
                  </a:lnTo>
                  <a:lnTo>
                    <a:pt x="74" y="4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6" name="Freeform 42">
              <a:extLst>
                <a:ext uri="{FF2B5EF4-FFF2-40B4-BE49-F238E27FC236}">
                  <a16:creationId xmlns:a16="http://schemas.microsoft.com/office/drawing/2014/main" id="{0C716B01-C120-6C20-E17E-4AB2E3368A6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838951" y="3679825"/>
              <a:ext cx="117475" cy="82550"/>
            </a:xfrm>
            <a:custGeom>
              <a:avLst/>
              <a:gdLst>
                <a:gd name="T0" fmla="*/ 69 w 69"/>
                <a:gd name="T1" fmla="*/ 2 h 48"/>
                <a:gd name="T2" fmla="*/ 18 w 69"/>
                <a:gd name="T3" fmla="*/ 48 h 48"/>
                <a:gd name="T4" fmla="*/ 26 w 69"/>
                <a:gd name="T5" fmla="*/ 18 h 48"/>
                <a:gd name="T6" fmla="*/ 0 w 69"/>
                <a:gd name="T7" fmla="*/ 0 h 48"/>
                <a:gd name="T8" fmla="*/ 69 w 69"/>
                <a:gd name="T9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48">
                  <a:moveTo>
                    <a:pt x="69" y="2"/>
                  </a:moveTo>
                  <a:lnTo>
                    <a:pt x="18" y="48"/>
                  </a:lnTo>
                  <a:lnTo>
                    <a:pt x="26" y="18"/>
                  </a:lnTo>
                  <a:lnTo>
                    <a:pt x="0" y="0"/>
                  </a:lnTo>
                  <a:lnTo>
                    <a:pt x="69" y="2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7" name="Freeform 48">
              <a:extLst>
                <a:ext uri="{FF2B5EF4-FFF2-40B4-BE49-F238E27FC236}">
                  <a16:creationId xmlns:a16="http://schemas.microsoft.com/office/drawing/2014/main" id="{C11CE7AB-56F7-28F2-FEA4-93C02CB32BD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406651" y="3573463"/>
              <a:ext cx="1903413" cy="198438"/>
            </a:xfrm>
            <a:custGeom>
              <a:avLst/>
              <a:gdLst>
                <a:gd name="T0" fmla="*/ 0 w 1121"/>
                <a:gd name="T1" fmla="*/ 0 h 117"/>
                <a:gd name="T2" fmla="*/ 299 w 1121"/>
                <a:gd name="T3" fmla="*/ 87 h 117"/>
                <a:gd name="T4" fmla="*/ 574 w 1121"/>
                <a:gd name="T5" fmla="*/ 117 h 117"/>
                <a:gd name="T6" fmla="*/ 842 w 1121"/>
                <a:gd name="T7" fmla="*/ 91 h 117"/>
                <a:gd name="T8" fmla="*/ 1121 w 1121"/>
                <a:gd name="T9" fmla="*/ 1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1" h="117">
                  <a:moveTo>
                    <a:pt x="0" y="0"/>
                  </a:moveTo>
                  <a:lnTo>
                    <a:pt x="299" y="87"/>
                  </a:lnTo>
                  <a:lnTo>
                    <a:pt x="574" y="117"/>
                  </a:lnTo>
                  <a:lnTo>
                    <a:pt x="842" y="91"/>
                  </a:lnTo>
                  <a:lnTo>
                    <a:pt x="1121" y="12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8" name="Freeform 49">
              <a:extLst>
                <a:ext uri="{FF2B5EF4-FFF2-40B4-BE49-F238E27FC236}">
                  <a16:creationId xmlns:a16="http://schemas.microsoft.com/office/drawing/2014/main" id="{6EA2D5E9-087F-8177-7ED6-3F3EA48EE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988" y="3681413"/>
              <a:ext cx="115888" cy="84138"/>
            </a:xfrm>
            <a:custGeom>
              <a:avLst/>
              <a:gdLst>
                <a:gd name="T0" fmla="*/ 73 w 73"/>
                <a:gd name="T1" fmla="*/ 51 h 53"/>
                <a:gd name="T2" fmla="*/ 18 w 73"/>
                <a:gd name="T3" fmla="*/ 0 h 53"/>
                <a:gd name="T4" fmla="*/ 27 w 73"/>
                <a:gd name="T5" fmla="*/ 33 h 53"/>
                <a:gd name="T6" fmla="*/ 0 w 73"/>
                <a:gd name="T7" fmla="*/ 53 h 53"/>
                <a:gd name="T8" fmla="*/ 73 w 73"/>
                <a:gd name="T9" fmla="*/ 5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53">
                  <a:moveTo>
                    <a:pt x="73" y="51"/>
                  </a:moveTo>
                  <a:lnTo>
                    <a:pt x="18" y="0"/>
                  </a:lnTo>
                  <a:lnTo>
                    <a:pt x="27" y="33"/>
                  </a:lnTo>
                  <a:lnTo>
                    <a:pt x="0" y="53"/>
                  </a:lnTo>
                  <a:lnTo>
                    <a:pt x="73" y="5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69" name="Freeform 50">
              <a:extLst>
                <a:ext uri="{FF2B5EF4-FFF2-40B4-BE49-F238E27FC236}">
                  <a16:creationId xmlns:a16="http://schemas.microsoft.com/office/drawing/2014/main" id="{39826C9C-BB78-F7CD-FBFB-1C15C0554BB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17988" y="3681413"/>
              <a:ext cx="115888" cy="84138"/>
            </a:xfrm>
            <a:custGeom>
              <a:avLst/>
              <a:gdLst>
                <a:gd name="T0" fmla="*/ 68 w 68"/>
                <a:gd name="T1" fmla="*/ 2 h 49"/>
                <a:gd name="T2" fmla="*/ 17 w 68"/>
                <a:gd name="T3" fmla="*/ 49 h 49"/>
                <a:gd name="T4" fmla="*/ 25 w 68"/>
                <a:gd name="T5" fmla="*/ 18 h 49"/>
                <a:gd name="T6" fmla="*/ 0 w 68"/>
                <a:gd name="T7" fmla="*/ 0 h 49"/>
                <a:gd name="T8" fmla="*/ 68 w 68"/>
                <a:gd name="T9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49">
                  <a:moveTo>
                    <a:pt x="68" y="2"/>
                  </a:moveTo>
                  <a:lnTo>
                    <a:pt x="17" y="49"/>
                  </a:lnTo>
                  <a:lnTo>
                    <a:pt x="25" y="18"/>
                  </a:lnTo>
                  <a:lnTo>
                    <a:pt x="0" y="0"/>
                  </a:lnTo>
                  <a:lnTo>
                    <a:pt x="68" y="2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0" name="Freeform 55">
              <a:extLst>
                <a:ext uri="{FF2B5EF4-FFF2-40B4-BE49-F238E27FC236}">
                  <a16:creationId xmlns:a16="http://schemas.microsoft.com/office/drawing/2014/main" id="{A16C0E8A-14C4-31A0-0A25-2B0EE628938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91113" y="4019550"/>
              <a:ext cx="1901825" cy="196850"/>
            </a:xfrm>
            <a:custGeom>
              <a:avLst/>
              <a:gdLst>
                <a:gd name="T0" fmla="*/ 1121 w 1121"/>
                <a:gd name="T1" fmla="*/ 116 h 116"/>
                <a:gd name="T2" fmla="*/ 821 w 1121"/>
                <a:gd name="T3" fmla="*/ 30 h 116"/>
                <a:gd name="T4" fmla="*/ 547 w 1121"/>
                <a:gd name="T5" fmla="*/ 0 h 116"/>
                <a:gd name="T6" fmla="*/ 279 w 1121"/>
                <a:gd name="T7" fmla="*/ 25 h 116"/>
                <a:gd name="T8" fmla="*/ 0 w 1121"/>
                <a:gd name="T9" fmla="*/ 10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1" h="116">
                  <a:moveTo>
                    <a:pt x="1121" y="116"/>
                  </a:moveTo>
                  <a:lnTo>
                    <a:pt x="821" y="30"/>
                  </a:lnTo>
                  <a:lnTo>
                    <a:pt x="547" y="0"/>
                  </a:lnTo>
                  <a:lnTo>
                    <a:pt x="279" y="25"/>
                  </a:lnTo>
                  <a:lnTo>
                    <a:pt x="0" y="105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1" name="Freeform 56">
              <a:extLst>
                <a:ext uri="{FF2B5EF4-FFF2-40B4-BE49-F238E27FC236}">
                  <a16:creationId xmlns:a16="http://schemas.microsoft.com/office/drawing/2014/main" id="{D4F24A13-A2F1-DADE-0B39-1712F5DF6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301" y="4024313"/>
              <a:ext cx="114300" cy="82550"/>
            </a:xfrm>
            <a:custGeom>
              <a:avLst/>
              <a:gdLst>
                <a:gd name="T0" fmla="*/ 0 w 72"/>
                <a:gd name="T1" fmla="*/ 3 h 52"/>
                <a:gd name="T2" fmla="*/ 54 w 72"/>
                <a:gd name="T3" fmla="*/ 52 h 52"/>
                <a:gd name="T4" fmla="*/ 46 w 72"/>
                <a:gd name="T5" fmla="*/ 19 h 52"/>
                <a:gd name="T6" fmla="*/ 72 w 72"/>
                <a:gd name="T7" fmla="*/ 0 h 52"/>
                <a:gd name="T8" fmla="*/ 0 w 72"/>
                <a:gd name="T9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52">
                  <a:moveTo>
                    <a:pt x="0" y="3"/>
                  </a:moveTo>
                  <a:lnTo>
                    <a:pt x="54" y="52"/>
                  </a:lnTo>
                  <a:lnTo>
                    <a:pt x="46" y="19"/>
                  </a:lnTo>
                  <a:lnTo>
                    <a:pt x="72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p:sp>
          <p:nvSpPr>
            <p:cNvPr id="72" name="Freeform 57">
              <a:extLst>
                <a:ext uri="{FF2B5EF4-FFF2-40B4-BE49-F238E27FC236}">
                  <a16:creationId xmlns:a16="http://schemas.microsoft.com/office/drawing/2014/main" id="{67709426-FB6C-23D9-E417-8B310F3D034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067301" y="4024313"/>
              <a:ext cx="114300" cy="82550"/>
            </a:xfrm>
            <a:custGeom>
              <a:avLst/>
              <a:gdLst>
                <a:gd name="T0" fmla="*/ 0 w 68"/>
                <a:gd name="T1" fmla="*/ 46 h 49"/>
                <a:gd name="T2" fmla="*/ 51 w 68"/>
                <a:gd name="T3" fmla="*/ 0 h 49"/>
                <a:gd name="T4" fmla="*/ 43 w 68"/>
                <a:gd name="T5" fmla="*/ 31 h 49"/>
                <a:gd name="T6" fmla="*/ 68 w 68"/>
                <a:gd name="T7" fmla="*/ 49 h 49"/>
                <a:gd name="T8" fmla="*/ 0 w 68"/>
                <a:gd name="T9" fmla="*/ 4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49">
                  <a:moveTo>
                    <a:pt x="0" y="46"/>
                  </a:moveTo>
                  <a:lnTo>
                    <a:pt x="51" y="0"/>
                  </a:lnTo>
                  <a:lnTo>
                    <a:pt x="43" y="31"/>
                  </a:lnTo>
                  <a:lnTo>
                    <a:pt x="68" y="49"/>
                  </a:lnTo>
                  <a:lnTo>
                    <a:pt x="0" y="46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795E6-FCED-4152-2477-2BA2534D19B2}"/>
                    </a:ext>
                  </a:extLst>
                </p:cNvPr>
                <p:cNvSpPr txBox="1"/>
                <p:nvPr/>
              </p:nvSpPr>
              <p:spPr>
                <a:xfrm>
                  <a:off x="5572411" y="3115470"/>
                  <a:ext cx="1098718" cy="5584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3B795E6-FCED-4152-2477-2BA2534D1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2411" y="3115470"/>
                  <a:ext cx="1098718" cy="55843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9A05E0E0-E779-8252-2302-02A88898A33C}"/>
                    </a:ext>
                  </a:extLst>
                </p:cNvPr>
                <p:cNvSpPr txBox="1"/>
                <p:nvPr/>
              </p:nvSpPr>
              <p:spPr>
                <a:xfrm>
                  <a:off x="5533601" y="4091354"/>
                  <a:ext cx="1046133" cy="5584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9A05E0E0-E779-8252-2302-02A88898A3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3601" y="4091354"/>
                  <a:ext cx="1046133" cy="55843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3E39D244-9D99-AA69-B84F-1761CECD12EE}"/>
                    </a:ext>
                  </a:extLst>
                </p:cNvPr>
                <p:cNvSpPr txBox="1"/>
                <p:nvPr/>
              </p:nvSpPr>
              <p:spPr>
                <a:xfrm>
                  <a:off x="4170379" y="4551362"/>
                  <a:ext cx="1046133" cy="5584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3E39D244-9D99-AA69-B84F-1761CECD1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0379" y="4551362"/>
                  <a:ext cx="1046133" cy="55843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2D5F6C2-189B-85BC-615F-1446949E47AC}"/>
                    </a:ext>
                  </a:extLst>
                </p:cNvPr>
                <p:cNvSpPr txBox="1"/>
                <p:nvPr/>
              </p:nvSpPr>
              <p:spPr>
                <a:xfrm>
                  <a:off x="2887654" y="4146306"/>
                  <a:ext cx="1091158" cy="5584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𝑐𝑟𝑖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2D5F6C2-189B-85BC-615F-1446949E4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7654" y="4146306"/>
                  <a:ext cx="1091158" cy="55843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7C7BCB5-A260-14FA-FFD7-1030628234E3}"/>
                    </a:ext>
                  </a:extLst>
                </p:cNvPr>
                <p:cNvSpPr txBox="1"/>
                <p:nvPr/>
              </p:nvSpPr>
              <p:spPr>
                <a:xfrm>
                  <a:off x="2923995" y="3104736"/>
                  <a:ext cx="1046133" cy="55843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en-US" sz="140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7C7BCB5-A260-14FA-FFD7-1030628234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3995" y="3104736"/>
                  <a:ext cx="1046133" cy="55843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4C973B9-2440-C7EE-67A9-024175E5CA74}"/>
                  </a:ext>
                </a:extLst>
              </p:cNvPr>
              <p:cNvSpPr txBox="1"/>
              <p:nvPr/>
            </p:nvSpPr>
            <p:spPr>
              <a:xfrm>
                <a:off x="209705" y="4561042"/>
                <a:ext cx="4706801" cy="191488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 rtl="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b="0"/>
                  <a:t> </a:t>
                </a:r>
              </a:p>
              <a:p>
                <a:pPr algn="l" rtl="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a:rPr lang="he-IL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lit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600" b="0"/>
                  <a:t> </a:t>
                </a:r>
              </a:p>
              <a:p>
                <a:pPr algn="l" rtl="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"/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lang="en-US" sz="1600" b="0" i="0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1600" b="0" i="0" dirty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0" i="0" dirty="0" smtClean="0">
                                <a:latin typeface="Cambria Math" panose="02040503050406030204" pitchFamily="18" charset="0"/>
                              </a:rPr>
                              <m:t>and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lang="en-US" sz="1600" b="0" i="0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1600" dirty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dirty="0">
                                <a:latin typeface="Cambria Math" panose="02040503050406030204" pitchFamily="18" charset="0"/>
                              </a:rPr>
                              <m:t>and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𝑐𝑟𝑖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∅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  <m:r>
                              <m:rPr>
                                <m:nor/>
                              </m:rPr>
                              <a:rPr lang="en-US" sz="1600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1600" b="0" i="0" dirty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  <m:r>
                              <m:rPr>
                                <m:nor/>
                              </m:rPr>
                              <a:rPr lang="en-US" sz="1600" b="0" i="0" dirty="0" smtClean="0">
                                <a:latin typeface="Cambria Math" panose="02040503050406030204" pitchFamily="18" charset="0"/>
                              </a:rPr>
                              <m:t>               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1600"/>
                  <a:t> </a:t>
                </a:r>
              </a:p>
              <a:p>
                <a:pPr algn="l" rtl="0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sz="1600" b="0" i="1" dirty="0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,{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/>
                  <a:t>  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24C973B9-2440-C7EE-67A9-024175E5C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05" y="4561042"/>
                <a:ext cx="4706801" cy="19148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F545415D-B9B5-6592-9FD4-CD594E906839}"/>
              </a:ext>
            </a:extLst>
          </p:cNvPr>
          <p:cNvSpPr txBox="1"/>
          <p:nvPr/>
        </p:nvSpPr>
        <p:spPr>
          <a:xfrm>
            <a:off x="7791096" y="4495107"/>
            <a:ext cx="1117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דוגמה: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59862F0-E0F5-C796-A28A-65F9F537E9D2}"/>
              </a:ext>
            </a:extLst>
          </p:cNvPr>
          <p:cNvCxnSpPr>
            <a:cxnSpLocks/>
          </p:cNvCxnSpPr>
          <p:nvPr/>
        </p:nvCxnSpPr>
        <p:spPr>
          <a:xfrm flipV="1">
            <a:off x="4935497" y="5724053"/>
            <a:ext cx="447544" cy="33751"/>
          </a:xfrm>
          <a:prstGeom prst="straightConnector1">
            <a:avLst/>
          </a:prstGeom>
          <a:ln w="57150">
            <a:solidFill>
              <a:schemeClr val="tx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62025" y="1600200"/>
            <a:ext cx="7219950" cy="23622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מילים</a:t>
            </a:r>
            <a:r>
              <a:rPr lang="he-IL" sz="32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32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אינסופית </a:t>
            </a: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"המבקרות" אינסוף פעמים</a:t>
            </a:r>
          </a:p>
          <a:p>
            <a:pPr algn="ctr"/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32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בכל אחת </a:t>
            </a: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מהקבוצות המקבלות</a:t>
            </a:r>
            <a:endParaRPr lang="en-US" sz="3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שפה של 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G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64722" y="4495800"/>
                <a:ext cx="4298229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ריצה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מקבלת אם: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722" y="4495800"/>
                <a:ext cx="4298229" cy="461665"/>
              </a:xfrm>
              <a:prstGeom prst="rect">
                <a:avLst/>
              </a:prstGeom>
              <a:blipFill>
                <a:blip r:embed="rId2"/>
                <a:stretch>
                  <a:fillRect l="-3262" t="-12000" r="-2270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86000" y="5105400"/>
                <a:ext cx="3362908" cy="12870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⋀"/>
                          <m:supHide m:val="on"/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lit/>
                            </m:rP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ℱ</m:t>
                          </m:r>
                        </m:sub>
                        <m:sup/>
                        <m:e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 </m:t>
                          </m:r>
                          <m:func>
                            <m:funcPr>
                              <m:ctrlP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∃</m:t>
                                  </m:r>
                                </m:e>
                                <m:lim>
                                  <m: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. 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he-IL" sz="32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5105400"/>
                <a:ext cx="3362908" cy="1287019"/>
              </a:xfrm>
              <a:prstGeom prst="rect">
                <a:avLst/>
              </a:prstGeom>
              <a:blipFill>
                <a:blip r:embed="rId3"/>
                <a:stretch>
                  <a:fillRect r="-5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447192" y="2399284"/>
            <a:ext cx="4114800" cy="64871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49682" y="5029200"/>
            <a:ext cx="5867758" cy="6164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שפה של 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G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066800"/>
                <a:ext cx="8686800" cy="45720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אוטומט מוכלל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𝒢</m:t>
                    </m:r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ומילה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רצף מצבים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אינסופי כך ש:</a:t>
                </a:r>
              </a:p>
              <a:p>
                <a:pPr marL="0" indent="0"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לכל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ריצה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מקבלת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אם,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עבור אינסוף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-ים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 b="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מילה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 baseline="30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מתקבלת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ע"י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אם יש ריצה מקבלת של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השפה המתקבלת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ע"י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4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𝒢</m:t>
                          </m:r>
                          <m:r>
                            <a:rPr lang="he-IL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24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ב</m:t>
                          </m:r>
                          <m:r>
                            <a:rPr lang="he-IL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24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יש ריצה מקבלת של</m:t>
                          </m:r>
                        </m:e>
                      </m:d>
                    </m:oMath>
                  </m:oMathPara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0">
                  <a:spcBef>
                    <a:spcPts val="1200"/>
                  </a:spcBef>
                  <a:spcAft>
                    <a:spcPts val="1200"/>
                  </a:spcAft>
                  <a:buClr>
                    <a:srgbClr val="D34817"/>
                  </a:buClr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he-IL" sz="24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24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הם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שקולים</a:t>
                </a:r>
                <a:r>
                  <a:rPr lang="he-IL" sz="2400" dirty="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2400" dirty="0">
                  <a:solidFill>
                    <a:prstClr val="black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066800"/>
                <a:ext cx="8686800" cy="4572000"/>
              </a:xfrm>
              <a:blipFill>
                <a:blip r:embed="rId2"/>
                <a:stretch>
                  <a:fillRect t="-1200" r="-561" b="-16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447192" y="2399284"/>
            <a:ext cx="4114800" cy="64871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49682" y="5029200"/>
            <a:ext cx="5867758" cy="6164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הגדרה: שפה של 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G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066800"/>
                <a:ext cx="8686800" cy="45720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 אוטומט מוכלל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𝒢</m:t>
                    </m:r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ומילה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ריצה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ב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רצף מצבים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אינסופי כך ש:</a:t>
                </a:r>
              </a:p>
              <a:p>
                <a:pPr marL="0" indent="0"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לכל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ריצה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מקבלת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אם,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אינסוף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-ים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 b="0">
                    <a:latin typeface="Gisha" panose="020B0502040204020203" pitchFamily="34" charset="-79"/>
                    <a:cs typeface="Gisha" panose="020B0502040204020203" pitchFamily="34" charset="-79"/>
                  </a:rPr>
                  <a:t>מילה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 baseline="30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מתקבלת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ע"י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אם יש ריצה מקבלת של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ב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השפה המתקבלת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ע"י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400" b="0" i="1" smtClean="0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𝒢</m:t>
                          </m:r>
                          <m:r>
                            <a:rPr lang="he-IL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24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ב</m:t>
                          </m:r>
                          <m:r>
                            <a:rPr lang="he-IL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he-IL" sz="24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יש ריצה מקבלת של</m:t>
                          </m:r>
                        </m:e>
                      </m:d>
                    </m:oMath>
                  </m:oMathPara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0">
                  <a:spcBef>
                    <a:spcPts val="1200"/>
                  </a:spcBef>
                  <a:spcAft>
                    <a:spcPts val="1200"/>
                  </a:spcAft>
                  <a:buClr>
                    <a:srgbClr val="D34817"/>
                  </a:buClr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he-IL" sz="24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24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הם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שקולים</a:t>
                </a:r>
                <a:r>
                  <a:rPr lang="he-IL" sz="24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2400">
                  <a:solidFill>
                    <a:prstClr val="black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066800"/>
                <a:ext cx="8686800" cy="4572000"/>
              </a:xfrm>
              <a:blipFill>
                <a:blip r:embed="rId2"/>
                <a:stretch>
                  <a:fillRect t="-1200" r="-561" b="-16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57200" y="914400"/>
            <a:ext cx="8534400" cy="2362200"/>
          </a:xfrm>
          <a:prstGeom prst="rect">
            <a:avLst/>
          </a:prstGeom>
          <a:solidFill>
            <a:srgbClr val="E9E5DC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1000" y="3733800"/>
            <a:ext cx="8534400" cy="2590800"/>
          </a:xfrm>
          <a:prstGeom prst="rect">
            <a:avLst/>
          </a:prstGeom>
          <a:solidFill>
            <a:srgbClr val="E9E5DC">
              <a:alpha val="8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77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74217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924" y="5327070"/>
                <a:ext cx="9050876" cy="114993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22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G</a:t>
                </a:r>
                <a:r>
                  <a:rPr lang="en-US" sz="22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2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הדרישה </a:t>
                </a:r>
                <a:r>
                  <a:rPr lang="he-IL" sz="22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"כל אחד מהתהליכים מבקר בקטע הקריטי אינסוף פעמים"</a:t>
                </a:r>
              </a:p>
              <a:p>
                <a:endParaRPr lang="he-IL" sz="2200">
                  <a:solidFill>
                    <a:srgbClr val="0000FF"/>
                  </a:solidFill>
                  <a:latin typeface="Franklin Gothic Book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dirty="0" smtClean="0">
                          <a:latin typeface="Cambria Math"/>
                        </a:rPr>
                        <m:t>ℱ</m:t>
                      </m:r>
                      <m:r>
                        <a:rPr lang="en-US" sz="2200" i="1" dirty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2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b="0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2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2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he-IL" sz="2200">
                  <a:latin typeface="cmsy1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24" y="5327070"/>
                <a:ext cx="9050876" cy="1149930"/>
              </a:xfrm>
              <a:prstGeom prst="rect">
                <a:avLst/>
              </a:prstGeom>
              <a:blipFill>
                <a:blip r:embed="rId2"/>
                <a:stretch>
                  <a:fillRect l="-808" t="-3704" r="-943" b="-1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17124" y="2126670"/>
                <a:ext cx="6156750" cy="6638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⋅⋅⋅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 :  </m:t>
                          </m:r>
                          <m:limLow>
                            <m:limLowPr>
                              <m:ctrlP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e>
                            <m:lim>
                              <m:r>
                                <a:rPr lang="en-US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 ∧   </m:t>
                          </m:r>
                          <m:limLow>
                            <m:limLowPr>
                              <m:ctrlPr>
                                <a:rPr lang="en-US" sz="240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e>
                            <m:lim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124" y="2126670"/>
                <a:ext cx="6156750" cy="6638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81272" y="1324417"/>
                <a:ext cx="722845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alwyas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eventually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always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eventually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272" y="1324417"/>
                <a:ext cx="7228454" cy="461665"/>
              </a:xfrm>
              <a:prstGeom prst="rect">
                <a:avLst/>
              </a:prstGeom>
              <a:blipFill>
                <a:blip r:embed="rId4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3">
            <a:extLst>
              <a:ext uri="{FF2B5EF4-FFF2-40B4-BE49-F238E27FC236}">
                <a16:creationId xmlns:a16="http://schemas.microsoft.com/office/drawing/2014/main" id="{9B97B16D-35A9-808F-ED8F-33C040D143B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658938" y="3165475"/>
            <a:ext cx="6115050" cy="1808163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38078" dir="2700830" rotWithShape="0">
              <a:srgbClr val="000000">
                <a:alpha val="39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4D843BE-7C19-95E4-447B-2A09B0CCE64F}"/>
              </a:ext>
            </a:extLst>
          </p:cNvPr>
          <p:cNvSpPr>
            <a:spLocks/>
          </p:cNvSpPr>
          <p:nvPr/>
        </p:nvSpPr>
        <p:spPr bwMode="auto">
          <a:xfrm>
            <a:off x="4432301" y="3625850"/>
            <a:ext cx="681038" cy="684213"/>
          </a:xfrm>
          <a:custGeom>
            <a:avLst/>
            <a:gdLst>
              <a:gd name="T0" fmla="*/ 429 w 429"/>
              <a:gd name="T1" fmla="*/ 215 h 431"/>
              <a:gd name="T2" fmla="*/ 412 w 429"/>
              <a:gd name="T3" fmla="*/ 131 h 431"/>
              <a:gd name="T4" fmla="*/ 366 w 429"/>
              <a:gd name="T5" fmla="*/ 63 h 431"/>
              <a:gd name="T6" fmla="*/ 298 w 429"/>
              <a:gd name="T7" fmla="*/ 17 h 431"/>
              <a:gd name="T8" fmla="*/ 215 w 429"/>
              <a:gd name="T9" fmla="*/ 0 h 431"/>
              <a:gd name="T10" fmla="*/ 130 w 429"/>
              <a:gd name="T11" fmla="*/ 17 h 431"/>
              <a:gd name="T12" fmla="*/ 62 w 429"/>
              <a:gd name="T13" fmla="*/ 63 h 431"/>
              <a:gd name="T14" fmla="*/ 16 w 429"/>
              <a:gd name="T15" fmla="*/ 131 h 431"/>
              <a:gd name="T16" fmla="*/ 0 w 429"/>
              <a:gd name="T17" fmla="*/ 215 h 431"/>
              <a:gd name="T18" fmla="*/ 16 w 429"/>
              <a:gd name="T19" fmla="*/ 300 h 431"/>
              <a:gd name="T20" fmla="*/ 62 w 429"/>
              <a:gd name="T21" fmla="*/ 368 h 431"/>
              <a:gd name="T22" fmla="*/ 130 w 429"/>
              <a:gd name="T23" fmla="*/ 414 h 431"/>
              <a:gd name="T24" fmla="*/ 215 w 429"/>
              <a:gd name="T25" fmla="*/ 431 h 431"/>
              <a:gd name="T26" fmla="*/ 298 w 429"/>
              <a:gd name="T27" fmla="*/ 414 h 431"/>
              <a:gd name="T28" fmla="*/ 366 w 429"/>
              <a:gd name="T29" fmla="*/ 368 h 431"/>
              <a:gd name="T30" fmla="*/ 412 w 429"/>
              <a:gd name="T31" fmla="*/ 300 h 431"/>
              <a:gd name="T32" fmla="*/ 429 w 429"/>
              <a:gd name="T33" fmla="*/ 215 h 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29" h="431">
                <a:moveTo>
                  <a:pt x="429" y="215"/>
                </a:moveTo>
                <a:lnTo>
                  <a:pt x="412" y="131"/>
                </a:lnTo>
                <a:lnTo>
                  <a:pt x="366" y="63"/>
                </a:lnTo>
                <a:lnTo>
                  <a:pt x="298" y="17"/>
                </a:lnTo>
                <a:lnTo>
                  <a:pt x="215" y="0"/>
                </a:lnTo>
                <a:lnTo>
                  <a:pt x="130" y="17"/>
                </a:lnTo>
                <a:lnTo>
                  <a:pt x="62" y="63"/>
                </a:lnTo>
                <a:lnTo>
                  <a:pt x="16" y="131"/>
                </a:lnTo>
                <a:lnTo>
                  <a:pt x="0" y="215"/>
                </a:lnTo>
                <a:lnTo>
                  <a:pt x="16" y="300"/>
                </a:lnTo>
                <a:lnTo>
                  <a:pt x="62" y="368"/>
                </a:lnTo>
                <a:lnTo>
                  <a:pt x="130" y="414"/>
                </a:lnTo>
                <a:lnTo>
                  <a:pt x="215" y="431"/>
                </a:lnTo>
                <a:lnTo>
                  <a:pt x="298" y="414"/>
                </a:lnTo>
                <a:lnTo>
                  <a:pt x="366" y="368"/>
                </a:lnTo>
                <a:lnTo>
                  <a:pt x="412" y="300"/>
                </a:lnTo>
                <a:lnTo>
                  <a:pt x="429" y="215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Freeform 6">
                <a:extLst>
                  <a:ext uri="{FF2B5EF4-FFF2-40B4-BE49-F238E27FC236}">
                    <a16:creationId xmlns:a16="http://schemas.microsoft.com/office/drawing/2014/main" id="{3AC739D5-2067-F865-8CFE-DBDFF36CC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9276" y="3552825"/>
                <a:ext cx="681038" cy="684213"/>
              </a:xfrm>
              <a:custGeom>
                <a:avLst/>
                <a:gdLst>
                  <a:gd name="T0" fmla="*/ 429 w 429"/>
                  <a:gd name="T1" fmla="*/ 215 h 431"/>
                  <a:gd name="T2" fmla="*/ 412 w 429"/>
                  <a:gd name="T3" fmla="*/ 132 h 431"/>
                  <a:gd name="T4" fmla="*/ 366 w 429"/>
                  <a:gd name="T5" fmla="*/ 63 h 431"/>
                  <a:gd name="T6" fmla="*/ 299 w 429"/>
                  <a:gd name="T7" fmla="*/ 17 h 431"/>
                  <a:gd name="T8" fmla="*/ 215 w 429"/>
                  <a:gd name="T9" fmla="*/ 0 h 431"/>
                  <a:gd name="T10" fmla="*/ 130 w 429"/>
                  <a:gd name="T11" fmla="*/ 17 h 431"/>
                  <a:gd name="T12" fmla="*/ 63 w 429"/>
                  <a:gd name="T13" fmla="*/ 63 h 431"/>
                  <a:gd name="T14" fmla="*/ 17 w 429"/>
                  <a:gd name="T15" fmla="*/ 132 h 431"/>
                  <a:gd name="T16" fmla="*/ 0 w 429"/>
                  <a:gd name="T17" fmla="*/ 215 h 431"/>
                  <a:gd name="T18" fmla="*/ 17 w 429"/>
                  <a:gd name="T19" fmla="*/ 300 h 431"/>
                  <a:gd name="T20" fmla="*/ 63 w 429"/>
                  <a:gd name="T21" fmla="*/ 369 h 431"/>
                  <a:gd name="T22" fmla="*/ 130 w 429"/>
                  <a:gd name="T23" fmla="*/ 415 h 431"/>
                  <a:gd name="T24" fmla="*/ 215 w 429"/>
                  <a:gd name="T25" fmla="*/ 431 h 431"/>
                  <a:gd name="T26" fmla="*/ 299 w 429"/>
                  <a:gd name="T27" fmla="*/ 415 h 431"/>
                  <a:gd name="T28" fmla="*/ 366 w 429"/>
                  <a:gd name="T29" fmla="*/ 369 h 431"/>
                  <a:gd name="T30" fmla="*/ 412 w 429"/>
                  <a:gd name="T31" fmla="*/ 300 h 431"/>
                  <a:gd name="T32" fmla="*/ 429 w 429"/>
                  <a:gd name="T33" fmla="*/ 215 h 431"/>
                  <a:gd name="connsiteX0" fmla="*/ 10000 w 10000"/>
                  <a:gd name="connsiteY0" fmla="*/ 4988 h 10000"/>
                  <a:gd name="connsiteX1" fmla="*/ 9604 w 10000"/>
                  <a:gd name="connsiteY1" fmla="*/ 3063 h 10000"/>
                  <a:gd name="connsiteX2" fmla="*/ 8531 w 10000"/>
                  <a:gd name="connsiteY2" fmla="*/ 1462 h 10000"/>
                  <a:gd name="connsiteX3" fmla="*/ 6970 w 10000"/>
                  <a:gd name="connsiteY3" fmla="*/ 394 h 10000"/>
                  <a:gd name="connsiteX4" fmla="*/ 5012 w 10000"/>
                  <a:gd name="connsiteY4" fmla="*/ 0 h 10000"/>
                  <a:gd name="connsiteX5" fmla="*/ 3030 w 10000"/>
                  <a:gd name="connsiteY5" fmla="*/ 394 h 10000"/>
                  <a:gd name="connsiteX6" fmla="*/ 1469 w 10000"/>
                  <a:gd name="connsiteY6" fmla="*/ 1462 h 10000"/>
                  <a:gd name="connsiteX7" fmla="*/ 396 w 10000"/>
                  <a:gd name="connsiteY7" fmla="*/ 3063 h 10000"/>
                  <a:gd name="connsiteX8" fmla="*/ 0 w 10000"/>
                  <a:gd name="connsiteY8" fmla="*/ 4988 h 10000"/>
                  <a:gd name="connsiteX9" fmla="*/ 396 w 10000"/>
                  <a:gd name="connsiteY9" fmla="*/ 6961 h 10000"/>
                  <a:gd name="connsiteX10" fmla="*/ 1469 w 10000"/>
                  <a:gd name="connsiteY10" fmla="*/ 8561 h 10000"/>
                  <a:gd name="connsiteX11" fmla="*/ 3030 w 10000"/>
                  <a:gd name="connsiteY11" fmla="*/ 9629 h 10000"/>
                  <a:gd name="connsiteX12" fmla="*/ 5012 w 10000"/>
                  <a:gd name="connsiteY12" fmla="*/ 10000 h 10000"/>
                  <a:gd name="connsiteX13" fmla="*/ 6970 w 10000"/>
                  <a:gd name="connsiteY13" fmla="*/ 9629 h 10000"/>
                  <a:gd name="connsiteX14" fmla="*/ 8531 w 10000"/>
                  <a:gd name="connsiteY14" fmla="*/ 8561 h 10000"/>
                  <a:gd name="connsiteX15" fmla="*/ 9604 w 10000"/>
                  <a:gd name="connsiteY15" fmla="*/ 6961 h 10000"/>
                  <a:gd name="connsiteX16" fmla="*/ 10000 w 10000"/>
                  <a:gd name="connsiteY16" fmla="*/ 4988 h 10000"/>
                  <a:gd name="connsiteX0" fmla="*/ 10000 w 10000"/>
                  <a:gd name="connsiteY0" fmla="*/ 4988 h 10000"/>
                  <a:gd name="connsiteX1" fmla="*/ 9604 w 10000"/>
                  <a:gd name="connsiteY1" fmla="*/ 3063 h 10000"/>
                  <a:gd name="connsiteX2" fmla="*/ 8531 w 10000"/>
                  <a:gd name="connsiteY2" fmla="*/ 1462 h 10000"/>
                  <a:gd name="connsiteX3" fmla="*/ 6970 w 10000"/>
                  <a:gd name="connsiteY3" fmla="*/ 394 h 10000"/>
                  <a:gd name="connsiteX4" fmla="*/ 5012 w 10000"/>
                  <a:gd name="connsiteY4" fmla="*/ 0 h 10000"/>
                  <a:gd name="connsiteX5" fmla="*/ 3030 w 10000"/>
                  <a:gd name="connsiteY5" fmla="*/ 394 h 10000"/>
                  <a:gd name="connsiteX6" fmla="*/ 1469 w 10000"/>
                  <a:gd name="connsiteY6" fmla="*/ 1462 h 10000"/>
                  <a:gd name="connsiteX7" fmla="*/ 396 w 10000"/>
                  <a:gd name="connsiteY7" fmla="*/ 3063 h 10000"/>
                  <a:gd name="connsiteX8" fmla="*/ 0 w 10000"/>
                  <a:gd name="connsiteY8" fmla="*/ 4988 h 10000"/>
                  <a:gd name="connsiteX9" fmla="*/ 396 w 10000"/>
                  <a:gd name="connsiteY9" fmla="*/ 6961 h 10000"/>
                  <a:gd name="connsiteX10" fmla="*/ 1469 w 10000"/>
                  <a:gd name="connsiteY10" fmla="*/ 8561 h 10000"/>
                  <a:gd name="connsiteX11" fmla="*/ 3030 w 10000"/>
                  <a:gd name="connsiteY11" fmla="*/ 9629 h 10000"/>
                  <a:gd name="connsiteX12" fmla="*/ 5012 w 10000"/>
                  <a:gd name="connsiteY12" fmla="*/ 10000 h 10000"/>
                  <a:gd name="connsiteX13" fmla="*/ 6970 w 10000"/>
                  <a:gd name="connsiteY13" fmla="*/ 9629 h 10000"/>
                  <a:gd name="connsiteX14" fmla="*/ 8531 w 10000"/>
                  <a:gd name="connsiteY14" fmla="*/ 8561 h 10000"/>
                  <a:gd name="connsiteX15" fmla="*/ 9604 w 10000"/>
                  <a:gd name="connsiteY15" fmla="*/ 6961 h 10000"/>
                  <a:gd name="connsiteX16" fmla="*/ 10000 w 10000"/>
                  <a:gd name="connsiteY16" fmla="*/ 4988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00" h="10000">
                    <a:moveTo>
                      <a:pt x="10000" y="4988"/>
                    </a:moveTo>
                    <a:lnTo>
                      <a:pt x="9604" y="3063"/>
                    </a:lnTo>
                    <a:lnTo>
                      <a:pt x="8531" y="1462"/>
                    </a:lnTo>
                    <a:lnTo>
                      <a:pt x="6970" y="394"/>
                    </a:lnTo>
                    <a:lnTo>
                      <a:pt x="5012" y="0"/>
                    </a:lnTo>
                    <a:cubicBezTo>
                      <a:pt x="4355" y="0"/>
                      <a:pt x="3620" y="150"/>
                      <a:pt x="3030" y="394"/>
                    </a:cubicBezTo>
                    <a:cubicBezTo>
                      <a:pt x="2440" y="638"/>
                      <a:pt x="1908" y="1017"/>
                      <a:pt x="1469" y="1462"/>
                    </a:cubicBezTo>
                    <a:cubicBezTo>
                      <a:pt x="1030" y="1907"/>
                      <a:pt x="641" y="2475"/>
                      <a:pt x="396" y="3063"/>
                    </a:cubicBezTo>
                    <a:lnTo>
                      <a:pt x="0" y="4988"/>
                    </a:lnTo>
                    <a:lnTo>
                      <a:pt x="396" y="6961"/>
                    </a:lnTo>
                    <a:lnTo>
                      <a:pt x="1469" y="8561"/>
                    </a:lnTo>
                    <a:lnTo>
                      <a:pt x="3030" y="9629"/>
                    </a:lnTo>
                    <a:lnTo>
                      <a:pt x="5012" y="10000"/>
                    </a:lnTo>
                    <a:lnTo>
                      <a:pt x="6970" y="9629"/>
                    </a:lnTo>
                    <a:lnTo>
                      <a:pt x="8531" y="8561"/>
                    </a:lnTo>
                    <a:lnTo>
                      <a:pt x="9604" y="6961"/>
                    </a:lnTo>
                    <a:lnTo>
                      <a:pt x="10000" y="4988"/>
                    </a:lnTo>
                    <a:close/>
                  </a:path>
                </a:pathLst>
              </a:custGeom>
              <a:solidFill>
                <a:srgbClr val="FFFACC"/>
              </a:solidFill>
              <a:ln w="0">
                <a:solidFill>
                  <a:srgbClr val="FFFAC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0" tIns="0" rIns="0" bIns="91440" numCol="1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Freeform 6">
                <a:extLst>
                  <a:ext uri="{FF2B5EF4-FFF2-40B4-BE49-F238E27FC236}">
                    <a16:creationId xmlns:a16="http://schemas.microsoft.com/office/drawing/2014/main" id="{3AC739D5-2067-F865-8CFE-DBDFF36CC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9276" y="3552825"/>
                <a:ext cx="681038" cy="684213"/>
              </a:xfrm>
              <a:custGeom>
                <a:avLst/>
                <a:gdLst>
                  <a:gd name="T0" fmla="*/ 429 w 429"/>
                  <a:gd name="T1" fmla="*/ 215 h 431"/>
                  <a:gd name="T2" fmla="*/ 412 w 429"/>
                  <a:gd name="T3" fmla="*/ 132 h 431"/>
                  <a:gd name="T4" fmla="*/ 366 w 429"/>
                  <a:gd name="T5" fmla="*/ 63 h 431"/>
                  <a:gd name="T6" fmla="*/ 299 w 429"/>
                  <a:gd name="T7" fmla="*/ 17 h 431"/>
                  <a:gd name="T8" fmla="*/ 215 w 429"/>
                  <a:gd name="T9" fmla="*/ 0 h 431"/>
                  <a:gd name="T10" fmla="*/ 130 w 429"/>
                  <a:gd name="T11" fmla="*/ 17 h 431"/>
                  <a:gd name="T12" fmla="*/ 63 w 429"/>
                  <a:gd name="T13" fmla="*/ 63 h 431"/>
                  <a:gd name="T14" fmla="*/ 17 w 429"/>
                  <a:gd name="T15" fmla="*/ 132 h 431"/>
                  <a:gd name="T16" fmla="*/ 0 w 429"/>
                  <a:gd name="T17" fmla="*/ 215 h 431"/>
                  <a:gd name="T18" fmla="*/ 17 w 429"/>
                  <a:gd name="T19" fmla="*/ 300 h 431"/>
                  <a:gd name="T20" fmla="*/ 63 w 429"/>
                  <a:gd name="T21" fmla="*/ 369 h 431"/>
                  <a:gd name="T22" fmla="*/ 130 w 429"/>
                  <a:gd name="T23" fmla="*/ 415 h 431"/>
                  <a:gd name="T24" fmla="*/ 215 w 429"/>
                  <a:gd name="T25" fmla="*/ 431 h 431"/>
                  <a:gd name="T26" fmla="*/ 299 w 429"/>
                  <a:gd name="T27" fmla="*/ 415 h 431"/>
                  <a:gd name="T28" fmla="*/ 366 w 429"/>
                  <a:gd name="T29" fmla="*/ 369 h 431"/>
                  <a:gd name="T30" fmla="*/ 412 w 429"/>
                  <a:gd name="T31" fmla="*/ 300 h 431"/>
                  <a:gd name="T32" fmla="*/ 429 w 429"/>
                  <a:gd name="T33" fmla="*/ 215 h 431"/>
                  <a:gd name="connsiteX0" fmla="*/ 10000 w 10000"/>
                  <a:gd name="connsiteY0" fmla="*/ 4988 h 10000"/>
                  <a:gd name="connsiteX1" fmla="*/ 9604 w 10000"/>
                  <a:gd name="connsiteY1" fmla="*/ 3063 h 10000"/>
                  <a:gd name="connsiteX2" fmla="*/ 8531 w 10000"/>
                  <a:gd name="connsiteY2" fmla="*/ 1462 h 10000"/>
                  <a:gd name="connsiteX3" fmla="*/ 6970 w 10000"/>
                  <a:gd name="connsiteY3" fmla="*/ 394 h 10000"/>
                  <a:gd name="connsiteX4" fmla="*/ 5012 w 10000"/>
                  <a:gd name="connsiteY4" fmla="*/ 0 h 10000"/>
                  <a:gd name="connsiteX5" fmla="*/ 3030 w 10000"/>
                  <a:gd name="connsiteY5" fmla="*/ 394 h 10000"/>
                  <a:gd name="connsiteX6" fmla="*/ 1469 w 10000"/>
                  <a:gd name="connsiteY6" fmla="*/ 1462 h 10000"/>
                  <a:gd name="connsiteX7" fmla="*/ 396 w 10000"/>
                  <a:gd name="connsiteY7" fmla="*/ 3063 h 10000"/>
                  <a:gd name="connsiteX8" fmla="*/ 0 w 10000"/>
                  <a:gd name="connsiteY8" fmla="*/ 4988 h 10000"/>
                  <a:gd name="connsiteX9" fmla="*/ 396 w 10000"/>
                  <a:gd name="connsiteY9" fmla="*/ 6961 h 10000"/>
                  <a:gd name="connsiteX10" fmla="*/ 1469 w 10000"/>
                  <a:gd name="connsiteY10" fmla="*/ 8561 h 10000"/>
                  <a:gd name="connsiteX11" fmla="*/ 3030 w 10000"/>
                  <a:gd name="connsiteY11" fmla="*/ 9629 h 10000"/>
                  <a:gd name="connsiteX12" fmla="*/ 5012 w 10000"/>
                  <a:gd name="connsiteY12" fmla="*/ 10000 h 10000"/>
                  <a:gd name="connsiteX13" fmla="*/ 6970 w 10000"/>
                  <a:gd name="connsiteY13" fmla="*/ 9629 h 10000"/>
                  <a:gd name="connsiteX14" fmla="*/ 8531 w 10000"/>
                  <a:gd name="connsiteY14" fmla="*/ 8561 h 10000"/>
                  <a:gd name="connsiteX15" fmla="*/ 9604 w 10000"/>
                  <a:gd name="connsiteY15" fmla="*/ 6961 h 10000"/>
                  <a:gd name="connsiteX16" fmla="*/ 10000 w 10000"/>
                  <a:gd name="connsiteY16" fmla="*/ 4988 h 10000"/>
                  <a:gd name="connsiteX0" fmla="*/ 10000 w 10000"/>
                  <a:gd name="connsiteY0" fmla="*/ 4988 h 10000"/>
                  <a:gd name="connsiteX1" fmla="*/ 9604 w 10000"/>
                  <a:gd name="connsiteY1" fmla="*/ 3063 h 10000"/>
                  <a:gd name="connsiteX2" fmla="*/ 8531 w 10000"/>
                  <a:gd name="connsiteY2" fmla="*/ 1462 h 10000"/>
                  <a:gd name="connsiteX3" fmla="*/ 6970 w 10000"/>
                  <a:gd name="connsiteY3" fmla="*/ 394 h 10000"/>
                  <a:gd name="connsiteX4" fmla="*/ 5012 w 10000"/>
                  <a:gd name="connsiteY4" fmla="*/ 0 h 10000"/>
                  <a:gd name="connsiteX5" fmla="*/ 3030 w 10000"/>
                  <a:gd name="connsiteY5" fmla="*/ 394 h 10000"/>
                  <a:gd name="connsiteX6" fmla="*/ 1469 w 10000"/>
                  <a:gd name="connsiteY6" fmla="*/ 1462 h 10000"/>
                  <a:gd name="connsiteX7" fmla="*/ 396 w 10000"/>
                  <a:gd name="connsiteY7" fmla="*/ 3063 h 10000"/>
                  <a:gd name="connsiteX8" fmla="*/ 0 w 10000"/>
                  <a:gd name="connsiteY8" fmla="*/ 4988 h 10000"/>
                  <a:gd name="connsiteX9" fmla="*/ 396 w 10000"/>
                  <a:gd name="connsiteY9" fmla="*/ 6961 h 10000"/>
                  <a:gd name="connsiteX10" fmla="*/ 1469 w 10000"/>
                  <a:gd name="connsiteY10" fmla="*/ 8561 h 10000"/>
                  <a:gd name="connsiteX11" fmla="*/ 3030 w 10000"/>
                  <a:gd name="connsiteY11" fmla="*/ 9629 h 10000"/>
                  <a:gd name="connsiteX12" fmla="*/ 5012 w 10000"/>
                  <a:gd name="connsiteY12" fmla="*/ 10000 h 10000"/>
                  <a:gd name="connsiteX13" fmla="*/ 6970 w 10000"/>
                  <a:gd name="connsiteY13" fmla="*/ 9629 h 10000"/>
                  <a:gd name="connsiteX14" fmla="*/ 8531 w 10000"/>
                  <a:gd name="connsiteY14" fmla="*/ 8561 h 10000"/>
                  <a:gd name="connsiteX15" fmla="*/ 9604 w 10000"/>
                  <a:gd name="connsiteY15" fmla="*/ 6961 h 10000"/>
                  <a:gd name="connsiteX16" fmla="*/ 10000 w 10000"/>
                  <a:gd name="connsiteY16" fmla="*/ 4988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000" h="10000">
                    <a:moveTo>
                      <a:pt x="10000" y="4988"/>
                    </a:moveTo>
                    <a:lnTo>
                      <a:pt x="9604" y="3063"/>
                    </a:lnTo>
                    <a:lnTo>
                      <a:pt x="8531" y="1462"/>
                    </a:lnTo>
                    <a:lnTo>
                      <a:pt x="6970" y="394"/>
                    </a:lnTo>
                    <a:lnTo>
                      <a:pt x="5012" y="0"/>
                    </a:lnTo>
                    <a:cubicBezTo>
                      <a:pt x="4355" y="0"/>
                      <a:pt x="3620" y="150"/>
                      <a:pt x="3030" y="394"/>
                    </a:cubicBezTo>
                    <a:cubicBezTo>
                      <a:pt x="2440" y="638"/>
                      <a:pt x="1908" y="1017"/>
                      <a:pt x="1469" y="1462"/>
                    </a:cubicBezTo>
                    <a:cubicBezTo>
                      <a:pt x="1030" y="1907"/>
                      <a:pt x="641" y="2475"/>
                      <a:pt x="396" y="3063"/>
                    </a:cubicBezTo>
                    <a:lnTo>
                      <a:pt x="0" y="4988"/>
                    </a:lnTo>
                    <a:lnTo>
                      <a:pt x="396" y="6961"/>
                    </a:lnTo>
                    <a:lnTo>
                      <a:pt x="1469" y="8561"/>
                    </a:lnTo>
                    <a:lnTo>
                      <a:pt x="3030" y="9629"/>
                    </a:lnTo>
                    <a:lnTo>
                      <a:pt x="5012" y="10000"/>
                    </a:lnTo>
                    <a:lnTo>
                      <a:pt x="6970" y="9629"/>
                    </a:lnTo>
                    <a:lnTo>
                      <a:pt x="8531" y="8561"/>
                    </a:lnTo>
                    <a:lnTo>
                      <a:pt x="9604" y="6961"/>
                    </a:lnTo>
                    <a:lnTo>
                      <a:pt x="10000" y="4988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  <a:ln w="0">
                <a:solidFill>
                  <a:srgbClr val="FFFA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 7">
            <a:extLst>
              <a:ext uri="{FF2B5EF4-FFF2-40B4-BE49-F238E27FC236}">
                <a16:creationId xmlns:a16="http://schemas.microsoft.com/office/drawing/2014/main" id="{A4764B7C-5B4B-768C-82B3-052F79E06884}"/>
              </a:ext>
            </a:extLst>
          </p:cNvPr>
          <p:cNvSpPr>
            <a:spLocks/>
          </p:cNvSpPr>
          <p:nvPr/>
        </p:nvSpPr>
        <p:spPr bwMode="auto">
          <a:xfrm flipV="1">
            <a:off x="4359276" y="3552825"/>
            <a:ext cx="681038" cy="684213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79 h 402"/>
              <a:gd name="T4" fmla="*/ 343 w 402"/>
              <a:gd name="T5" fmla="*/ 343 h 402"/>
              <a:gd name="T6" fmla="*/ 280 w 402"/>
              <a:gd name="T7" fmla="*/ 386 h 402"/>
              <a:gd name="T8" fmla="*/ 201 w 402"/>
              <a:gd name="T9" fmla="*/ 402 h 402"/>
              <a:gd name="T10" fmla="*/ 122 w 402"/>
              <a:gd name="T11" fmla="*/ 386 h 402"/>
              <a:gd name="T12" fmla="*/ 59 w 402"/>
              <a:gd name="T13" fmla="*/ 343 h 402"/>
              <a:gd name="T14" fmla="*/ 16 w 402"/>
              <a:gd name="T15" fmla="*/ 279 h 402"/>
              <a:gd name="T16" fmla="*/ 0 w 402"/>
              <a:gd name="T17" fmla="*/ 201 h 402"/>
              <a:gd name="T18" fmla="*/ 16 w 402"/>
              <a:gd name="T19" fmla="*/ 122 h 402"/>
              <a:gd name="T20" fmla="*/ 59 w 402"/>
              <a:gd name="T21" fmla="*/ 58 h 402"/>
              <a:gd name="T22" fmla="*/ 122 w 402"/>
              <a:gd name="T23" fmla="*/ 15 h 402"/>
              <a:gd name="T24" fmla="*/ 201 w 402"/>
              <a:gd name="T25" fmla="*/ 0 h 402"/>
              <a:gd name="T26" fmla="*/ 280 w 402"/>
              <a:gd name="T27" fmla="*/ 15 h 402"/>
              <a:gd name="T28" fmla="*/ 343 w 402"/>
              <a:gd name="T29" fmla="*/ 58 h 402"/>
              <a:gd name="T30" fmla="*/ 386 w 402"/>
              <a:gd name="T31" fmla="*/ 122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79"/>
                </a:lnTo>
                <a:lnTo>
                  <a:pt x="343" y="343"/>
                </a:lnTo>
                <a:lnTo>
                  <a:pt x="280" y="386"/>
                </a:lnTo>
                <a:lnTo>
                  <a:pt x="201" y="402"/>
                </a:lnTo>
                <a:lnTo>
                  <a:pt x="122" y="386"/>
                </a:lnTo>
                <a:lnTo>
                  <a:pt x="59" y="343"/>
                </a:lnTo>
                <a:lnTo>
                  <a:pt x="16" y="279"/>
                </a:lnTo>
                <a:lnTo>
                  <a:pt x="0" y="201"/>
                </a:lnTo>
                <a:lnTo>
                  <a:pt x="16" y="122"/>
                </a:lnTo>
                <a:lnTo>
                  <a:pt x="59" y="58"/>
                </a:lnTo>
                <a:lnTo>
                  <a:pt x="122" y="15"/>
                </a:lnTo>
                <a:lnTo>
                  <a:pt x="201" y="0"/>
                </a:lnTo>
                <a:lnTo>
                  <a:pt x="280" y="15"/>
                </a:lnTo>
                <a:lnTo>
                  <a:pt x="343" y="58"/>
                </a:lnTo>
                <a:lnTo>
                  <a:pt x="386" y="122"/>
                </a:lnTo>
                <a:lnTo>
                  <a:pt x="402" y="201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Line 10">
            <a:extLst>
              <a:ext uri="{FF2B5EF4-FFF2-40B4-BE49-F238E27FC236}">
                <a16:creationId xmlns:a16="http://schemas.microsoft.com/office/drawing/2014/main" id="{F96305D5-8BDC-851B-9F95-5B059116A0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0588" y="3206750"/>
            <a:ext cx="0" cy="271463"/>
          </a:xfrm>
          <a:prstGeom prst="line">
            <a:avLst/>
          </a:pr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41DBB3F4-3D6D-628B-5DF7-802CEFB78C06}"/>
              </a:ext>
            </a:extLst>
          </p:cNvPr>
          <p:cNvSpPr>
            <a:spLocks/>
          </p:cNvSpPr>
          <p:nvPr/>
        </p:nvSpPr>
        <p:spPr bwMode="auto">
          <a:xfrm>
            <a:off x="4656138" y="3395663"/>
            <a:ext cx="87313" cy="109538"/>
          </a:xfrm>
          <a:custGeom>
            <a:avLst/>
            <a:gdLst>
              <a:gd name="T0" fmla="*/ 28 w 55"/>
              <a:gd name="T1" fmla="*/ 69 h 69"/>
              <a:gd name="T2" fmla="*/ 55 w 55"/>
              <a:gd name="T3" fmla="*/ 0 h 69"/>
              <a:gd name="T4" fmla="*/ 28 w 55"/>
              <a:gd name="T5" fmla="*/ 19 h 69"/>
              <a:gd name="T6" fmla="*/ 0 w 55"/>
              <a:gd name="T7" fmla="*/ 0 h 69"/>
              <a:gd name="T8" fmla="*/ 28 w 55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" h="69">
                <a:moveTo>
                  <a:pt x="28" y="69"/>
                </a:moveTo>
                <a:lnTo>
                  <a:pt x="55" y="0"/>
                </a:lnTo>
                <a:lnTo>
                  <a:pt x="28" y="19"/>
                </a:lnTo>
                <a:lnTo>
                  <a:pt x="0" y="0"/>
                </a:lnTo>
                <a:lnTo>
                  <a:pt x="28" y="6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0E91B19A-CAFB-E8A8-0C77-014173CAE9C0}"/>
              </a:ext>
            </a:extLst>
          </p:cNvPr>
          <p:cNvSpPr>
            <a:spLocks/>
          </p:cNvSpPr>
          <p:nvPr/>
        </p:nvSpPr>
        <p:spPr bwMode="auto">
          <a:xfrm flipV="1">
            <a:off x="4656138" y="3395663"/>
            <a:ext cx="87313" cy="109538"/>
          </a:xfrm>
          <a:custGeom>
            <a:avLst/>
            <a:gdLst>
              <a:gd name="T0" fmla="*/ 26 w 52"/>
              <a:gd name="T1" fmla="*/ 0 h 64"/>
              <a:gd name="T2" fmla="*/ 52 w 52"/>
              <a:gd name="T3" fmla="*/ 64 h 64"/>
              <a:gd name="T4" fmla="*/ 26 w 52"/>
              <a:gd name="T5" fmla="*/ 46 h 64"/>
              <a:gd name="T6" fmla="*/ 0 w 52"/>
              <a:gd name="T7" fmla="*/ 64 h 64"/>
              <a:gd name="T8" fmla="*/ 26 w 52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64">
                <a:moveTo>
                  <a:pt x="26" y="0"/>
                </a:moveTo>
                <a:lnTo>
                  <a:pt x="52" y="64"/>
                </a:lnTo>
                <a:lnTo>
                  <a:pt x="26" y="46"/>
                </a:lnTo>
                <a:lnTo>
                  <a:pt x="0" y="64"/>
                </a:lnTo>
                <a:lnTo>
                  <a:pt x="26" y="0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8BF30D54-CE37-5A25-962B-795DBB4847F8}"/>
              </a:ext>
            </a:extLst>
          </p:cNvPr>
          <p:cNvSpPr>
            <a:spLocks/>
          </p:cNvSpPr>
          <p:nvPr/>
        </p:nvSpPr>
        <p:spPr bwMode="auto">
          <a:xfrm>
            <a:off x="1800226" y="3625850"/>
            <a:ext cx="682625" cy="684213"/>
          </a:xfrm>
          <a:custGeom>
            <a:avLst/>
            <a:gdLst>
              <a:gd name="T0" fmla="*/ 430 w 430"/>
              <a:gd name="T1" fmla="*/ 215 h 431"/>
              <a:gd name="T2" fmla="*/ 413 w 430"/>
              <a:gd name="T3" fmla="*/ 131 h 431"/>
              <a:gd name="T4" fmla="*/ 367 w 430"/>
              <a:gd name="T5" fmla="*/ 63 h 431"/>
              <a:gd name="T6" fmla="*/ 299 w 430"/>
              <a:gd name="T7" fmla="*/ 17 h 431"/>
              <a:gd name="T8" fmla="*/ 215 w 430"/>
              <a:gd name="T9" fmla="*/ 0 h 431"/>
              <a:gd name="T10" fmla="*/ 131 w 430"/>
              <a:gd name="T11" fmla="*/ 17 h 431"/>
              <a:gd name="T12" fmla="*/ 62 w 430"/>
              <a:gd name="T13" fmla="*/ 63 h 431"/>
              <a:gd name="T14" fmla="*/ 16 w 430"/>
              <a:gd name="T15" fmla="*/ 131 h 431"/>
              <a:gd name="T16" fmla="*/ 0 w 430"/>
              <a:gd name="T17" fmla="*/ 215 h 431"/>
              <a:gd name="T18" fmla="*/ 16 w 430"/>
              <a:gd name="T19" fmla="*/ 300 h 431"/>
              <a:gd name="T20" fmla="*/ 62 w 430"/>
              <a:gd name="T21" fmla="*/ 368 h 431"/>
              <a:gd name="T22" fmla="*/ 131 w 430"/>
              <a:gd name="T23" fmla="*/ 414 h 431"/>
              <a:gd name="T24" fmla="*/ 215 w 430"/>
              <a:gd name="T25" fmla="*/ 431 h 431"/>
              <a:gd name="T26" fmla="*/ 299 w 430"/>
              <a:gd name="T27" fmla="*/ 414 h 431"/>
              <a:gd name="T28" fmla="*/ 367 w 430"/>
              <a:gd name="T29" fmla="*/ 368 h 431"/>
              <a:gd name="T30" fmla="*/ 413 w 430"/>
              <a:gd name="T31" fmla="*/ 300 h 431"/>
              <a:gd name="T32" fmla="*/ 430 w 430"/>
              <a:gd name="T33" fmla="*/ 215 h 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0" h="431">
                <a:moveTo>
                  <a:pt x="430" y="215"/>
                </a:moveTo>
                <a:lnTo>
                  <a:pt x="413" y="131"/>
                </a:lnTo>
                <a:lnTo>
                  <a:pt x="367" y="63"/>
                </a:lnTo>
                <a:lnTo>
                  <a:pt x="299" y="17"/>
                </a:lnTo>
                <a:lnTo>
                  <a:pt x="215" y="0"/>
                </a:lnTo>
                <a:lnTo>
                  <a:pt x="131" y="17"/>
                </a:lnTo>
                <a:lnTo>
                  <a:pt x="62" y="63"/>
                </a:lnTo>
                <a:lnTo>
                  <a:pt x="16" y="131"/>
                </a:lnTo>
                <a:lnTo>
                  <a:pt x="0" y="215"/>
                </a:lnTo>
                <a:lnTo>
                  <a:pt x="16" y="300"/>
                </a:lnTo>
                <a:lnTo>
                  <a:pt x="62" y="368"/>
                </a:lnTo>
                <a:lnTo>
                  <a:pt x="131" y="414"/>
                </a:lnTo>
                <a:lnTo>
                  <a:pt x="215" y="431"/>
                </a:lnTo>
                <a:lnTo>
                  <a:pt x="299" y="414"/>
                </a:lnTo>
                <a:lnTo>
                  <a:pt x="367" y="368"/>
                </a:lnTo>
                <a:lnTo>
                  <a:pt x="413" y="300"/>
                </a:lnTo>
                <a:lnTo>
                  <a:pt x="430" y="215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Freeform 14">
                <a:extLst>
                  <a:ext uri="{FF2B5EF4-FFF2-40B4-BE49-F238E27FC236}">
                    <a16:creationId xmlns:a16="http://schemas.microsoft.com/office/drawing/2014/main" id="{C782F32B-819C-0574-DA48-7BF3D5260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201" y="3552825"/>
                <a:ext cx="682625" cy="684213"/>
              </a:xfrm>
              <a:custGeom>
                <a:avLst/>
                <a:gdLst>
                  <a:gd name="T0" fmla="*/ 430 w 430"/>
                  <a:gd name="T1" fmla="*/ 215 h 431"/>
                  <a:gd name="T2" fmla="*/ 413 w 430"/>
                  <a:gd name="T3" fmla="*/ 132 h 431"/>
                  <a:gd name="T4" fmla="*/ 367 w 430"/>
                  <a:gd name="T5" fmla="*/ 63 h 431"/>
                  <a:gd name="T6" fmla="*/ 299 w 430"/>
                  <a:gd name="T7" fmla="*/ 17 h 431"/>
                  <a:gd name="T8" fmla="*/ 215 w 430"/>
                  <a:gd name="T9" fmla="*/ 0 h 431"/>
                  <a:gd name="T10" fmla="*/ 131 w 430"/>
                  <a:gd name="T11" fmla="*/ 17 h 431"/>
                  <a:gd name="T12" fmla="*/ 62 w 430"/>
                  <a:gd name="T13" fmla="*/ 63 h 431"/>
                  <a:gd name="T14" fmla="*/ 16 w 430"/>
                  <a:gd name="T15" fmla="*/ 132 h 431"/>
                  <a:gd name="T16" fmla="*/ 0 w 430"/>
                  <a:gd name="T17" fmla="*/ 215 h 431"/>
                  <a:gd name="T18" fmla="*/ 16 w 430"/>
                  <a:gd name="T19" fmla="*/ 300 h 431"/>
                  <a:gd name="T20" fmla="*/ 62 w 430"/>
                  <a:gd name="T21" fmla="*/ 369 h 431"/>
                  <a:gd name="T22" fmla="*/ 131 w 430"/>
                  <a:gd name="T23" fmla="*/ 415 h 431"/>
                  <a:gd name="T24" fmla="*/ 215 w 430"/>
                  <a:gd name="T25" fmla="*/ 431 h 431"/>
                  <a:gd name="T26" fmla="*/ 299 w 430"/>
                  <a:gd name="T27" fmla="*/ 415 h 431"/>
                  <a:gd name="T28" fmla="*/ 367 w 430"/>
                  <a:gd name="T29" fmla="*/ 369 h 431"/>
                  <a:gd name="T30" fmla="*/ 413 w 430"/>
                  <a:gd name="T31" fmla="*/ 300 h 431"/>
                  <a:gd name="T32" fmla="*/ 430 w 430"/>
                  <a:gd name="T33" fmla="*/ 215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0" h="431">
                    <a:moveTo>
                      <a:pt x="430" y="215"/>
                    </a:moveTo>
                    <a:lnTo>
                      <a:pt x="413" y="132"/>
                    </a:lnTo>
                    <a:lnTo>
                      <a:pt x="367" y="63"/>
                    </a:lnTo>
                    <a:lnTo>
                      <a:pt x="299" y="17"/>
                    </a:lnTo>
                    <a:lnTo>
                      <a:pt x="215" y="0"/>
                    </a:lnTo>
                    <a:lnTo>
                      <a:pt x="131" y="17"/>
                    </a:lnTo>
                    <a:lnTo>
                      <a:pt x="62" y="63"/>
                    </a:lnTo>
                    <a:lnTo>
                      <a:pt x="16" y="132"/>
                    </a:lnTo>
                    <a:lnTo>
                      <a:pt x="0" y="215"/>
                    </a:lnTo>
                    <a:lnTo>
                      <a:pt x="16" y="300"/>
                    </a:lnTo>
                    <a:lnTo>
                      <a:pt x="62" y="369"/>
                    </a:lnTo>
                    <a:lnTo>
                      <a:pt x="131" y="415"/>
                    </a:lnTo>
                    <a:lnTo>
                      <a:pt x="215" y="431"/>
                    </a:lnTo>
                    <a:lnTo>
                      <a:pt x="299" y="415"/>
                    </a:lnTo>
                    <a:lnTo>
                      <a:pt x="367" y="369"/>
                    </a:lnTo>
                    <a:lnTo>
                      <a:pt x="413" y="300"/>
                    </a:lnTo>
                    <a:lnTo>
                      <a:pt x="430" y="215"/>
                    </a:lnTo>
                    <a:close/>
                  </a:path>
                </a:pathLst>
              </a:custGeom>
              <a:solidFill>
                <a:srgbClr val="FFFACC"/>
              </a:solidFill>
              <a:ln w="0">
                <a:solidFill>
                  <a:srgbClr val="FFFAC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0" tIns="0" rIns="0" bIns="91440" numCol="1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Freeform 14">
                <a:extLst>
                  <a:ext uri="{FF2B5EF4-FFF2-40B4-BE49-F238E27FC236}">
                    <a16:creationId xmlns:a16="http://schemas.microsoft.com/office/drawing/2014/main" id="{C782F32B-819C-0574-DA48-7BF3D52609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7201" y="3552825"/>
                <a:ext cx="682625" cy="684213"/>
              </a:xfrm>
              <a:custGeom>
                <a:avLst/>
                <a:gdLst>
                  <a:gd name="T0" fmla="*/ 430 w 430"/>
                  <a:gd name="T1" fmla="*/ 215 h 431"/>
                  <a:gd name="T2" fmla="*/ 413 w 430"/>
                  <a:gd name="T3" fmla="*/ 132 h 431"/>
                  <a:gd name="T4" fmla="*/ 367 w 430"/>
                  <a:gd name="T5" fmla="*/ 63 h 431"/>
                  <a:gd name="T6" fmla="*/ 299 w 430"/>
                  <a:gd name="T7" fmla="*/ 17 h 431"/>
                  <a:gd name="T8" fmla="*/ 215 w 430"/>
                  <a:gd name="T9" fmla="*/ 0 h 431"/>
                  <a:gd name="T10" fmla="*/ 131 w 430"/>
                  <a:gd name="T11" fmla="*/ 17 h 431"/>
                  <a:gd name="T12" fmla="*/ 62 w 430"/>
                  <a:gd name="T13" fmla="*/ 63 h 431"/>
                  <a:gd name="T14" fmla="*/ 16 w 430"/>
                  <a:gd name="T15" fmla="*/ 132 h 431"/>
                  <a:gd name="T16" fmla="*/ 0 w 430"/>
                  <a:gd name="T17" fmla="*/ 215 h 431"/>
                  <a:gd name="T18" fmla="*/ 16 w 430"/>
                  <a:gd name="T19" fmla="*/ 300 h 431"/>
                  <a:gd name="T20" fmla="*/ 62 w 430"/>
                  <a:gd name="T21" fmla="*/ 369 h 431"/>
                  <a:gd name="T22" fmla="*/ 131 w 430"/>
                  <a:gd name="T23" fmla="*/ 415 h 431"/>
                  <a:gd name="T24" fmla="*/ 215 w 430"/>
                  <a:gd name="T25" fmla="*/ 431 h 431"/>
                  <a:gd name="T26" fmla="*/ 299 w 430"/>
                  <a:gd name="T27" fmla="*/ 415 h 431"/>
                  <a:gd name="T28" fmla="*/ 367 w 430"/>
                  <a:gd name="T29" fmla="*/ 369 h 431"/>
                  <a:gd name="T30" fmla="*/ 413 w 430"/>
                  <a:gd name="T31" fmla="*/ 300 h 431"/>
                  <a:gd name="T32" fmla="*/ 430 w 430"/>
                  <a:gd name="T33" fmla="*/ 215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0" h="431">
                    <a:moveTo>
                      <a:pt x="430" y="215"/>
                    </a:moveTo>
                    <a:lnTo>
                      <a:pt x="413" y="132"/>
                    </a:lnTo>
                    <a:lnTo>
                      <a:pt x="367" y="63"/>
                    </a:lnTo>
                    <a:lnTo>
                      <a:pt x="299" y="17"/>
                    </a:lnTo>
                    <a:lnTo>
                      <a:pt x="215" y="0"/>
                    </a:lnTo>
                    <a:lnTo>
                      <a:pt x="131" y="17"/>
                    </a:lnTo>
                    <a:lnTo>
                      <a:pt x="62" y="63"/>
                    </a:lnTo>
                    <a:lnTo>
                      <a:pt x="16" y="132"/>
                    </a:lnTo>
                    <a:lnTo>
                      <a:pt x="0" y="215"/>
                    </a:lnTo>
                    <a:lnTo>
                      <a:pt x="16" y="300"/>
                    </a:lnTo>
                    <a:lnTo>
                      <a:pt x="62" y="369"/>
                    </a:lnTo>
                    <a:lnTo>
                      <a:pt x="131" y="415"/>
                    </a:lnTo>
                    <a:lnTo>
                      <a:pt x="215" y="431"/>
                    </a:lnTo>
                    <a:lnTo>
                      <a:pt x="299" y="415"/>
                    </a:lnTo>
                    <a:lnTo>
                      <a:pt x="367" y="369"/>
                    </a:lnTo>
                    <a:lnTo>
                      <a:pt x="413" y="300"/>
                    </a:lnTo>
                    <a:lnTo>
                      <a:pt x="430" y="215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0">
                <a:solidFill>
                  <a:srgbClr val="FFFA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5">
            <a:extLst>
              <a:ext uri="{FF2B5EF4-FFF2-40B4-BE49-F238E27FC236}">
                <a16:creationId xmlns:a16="http://schemas.microsoft.com/office/drawing/2014/main" id="{848CB84D-630F-4384-763D-FAA4BFDE15D9}"/>
              </a:ext>
            </a:extLst>
          </p:cNvPr>
          <p:cNvSpPr>
            <a:spLocks/>
          </p:cNvSpPr>
          <p:nvPr/>
        </p:nvSpPr>
        <p:spPr bwMode="auto">
          <a:xfrm flipV="1">
            <a:off x="1727201" y="3552825"/>
            <a:ext cx="682625" cy="684213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79 h 402"/>
              <a:gd name="T4" fmla="*/ 343 w 402"/>
              <a:gd name="T5" fmla="*/ 343 h 402"/>
              <a:gd name="T6" fmla="*/ 279 w 402"/>
              <a:gd name="T7" fmla="*/ 386 h 402"/>
              <a:gd name="T8" fmla="*/ 201 w 402"/>
              <a:gd name="T9" fmla="*/ 402 h 402"/>
              <a:gd name="T10" fmla="*/ 122 w 402"/>
              <a:gd name="T11" fmla="*/ 386 h 402"/>
              <a:gd name="T12" fmla="*/ 58 w 402"/>
              <a:gd name="T13" fmla="*/ 343 h 402"/>
              <a:gd name="T14" fmla="*/ 15 w 402"/>
              <a:gd name="T15" fmla="*/ 279 h 402"/>
              <a:gd name="T16" fmla="*/ 0 w 402"/>
              <a:gd name="T17" fmla="*/ 201 h 402"/>
              <a:gd name="T18" fmla="*/ 15 w 402"/>
              <a:gd name="T19" fmla="*/ 122 h 402"/>
              <a:gd name="T20" fmla="*/ 58 w 402"/>
              <a:gd name="T21" fmla="*/ 58 h 402"/>
              <a:gd name="T22" fmla="*/ 122 w 402"/>
              <a:gd name="T23" fmla="*/ 15 h 402"/>
              <a:gd name="T24" fmla="*/ 201 w 402"/>
              <a:gd name="T25" fmla="*/ 0 h 402"/>
              <a:gd name="T26" fmla="*/ 279 w 402"/>
              <a:gd name="T27" fmla="*/ 15 h 402"/>
              <a:gd name="T28" fmla="*/ 343 w 402"/>
              <a:gd name="T29" fmla="*/ 58 h 402"/>
              <a:gd name="T30" fmla="*/ 386 w 402"/>
              <a:gd name="T31" fmla="*/ 122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79"/>
                </a:lnTo>
                <a:lnTo>
                  <a:pt x="343" y="343"/>
                </a:lnTo>
                <a:lnTo>
                  <a:pt x="279" y="386"/>
                </a:lnTo>
                <a:lnTo>
                  <a:pt x="201" y="402"/>
                </a:lnTo>
                <a:lnTo>
                  <a:pt x="122" y="386"/>
                </a:lnTo>
                <a:lnTo>
                  <a:pt x="58" y="343"/>
                </a:lnTo>
                <a:lnTo>
                  <a:pt x="15" y="279"/>
                </a:lnTo>
                <a:lnTo>
                  <a:pt x="0" y="201"/>
                </a:lnTo>
                <a:lnTo>
                  <a:pt x="15" y="122"/>
                </a:lnTo>
                <a:lnTo>
                  <a:pt x="58" y="58"/>
                </a:lnTo>
                <a:lnTo>
                  <a:pt x="122" y="15"/>
                </a:lnTo>
                <a:lnTo>
                  <a:pt x="201" y="0"/>
                </a:lnTo>
                <a:lnTo>
                  <a:pt x="279" y="15"/>
                </a:lnTo>
                <a:lnTo>
                  <a:pt x="343" y="58"/>
                </a:lnTo>
                <a:lnTo>
                  <a:pt x="386" y="122"/>
                </a:lnTo>
                <a:lnTo>
                  <a:pt x="402" y="201"/>
                </a:lnTo>
              </a:path>
            </a:pathLst>
          </a:custGeom>
          <a:noFill/>
          <a:ln w="47625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D09970ED-28AD-056A-4CD3-C493D8481440}"/>
              </a:ext>
            </a:extLst>
          </p:cNvPr>
          <p:cNvSpPr>
            <a:spLocks/>
          </p:cNvSpPr>
          <p:nvPr/>
        </p:nvSpPr>
        <p:spPr bwMode="auto">
          <a:xfrm flipV="1">
            <a:off x="1727201" y="3552825"/>
            <a:ext cx="682625" cy="684213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79 h 402"/>
              <a:gd name="T4" fmla="*/ 343 w 402"/>
              <a:gd name="T5" fmla="*/ 343 h 402"/>
              <a:gd name="T6" fmla="*/ 279 w 402"/>
              <a:gd name="T7" fmla="*/ 386 h 402"/>
              <a:gd name="T8" fmla="*/ 201 w 402"/>
              <a:gd name="T9" fmla="*/ 402 h 402"/>
              <a:gd name="T10" fmla="*/ 122 w 402"/>
              <a:gd name="T11" fmla="*/ 386 h 402"/>
              <a:gd name="T12" fmla="*/ 58 w 402"/>
              <a:gd name="T13" fmla="*/ 343 h 402"/>
              <a:gd name="T14" fmla="*/ 15 w 402"/>
              <a:gd name="T15" fmla="*/ 279 h 402"/>
              <a:gd name="T16" fmla="*/ 0 w 402"/>
              <a:gd name="T17" fmla="*/ 201 h 402"/>
              <a:gd name="T18" fmla="*/ 15 w 402"/>
              <a:gd name="T19" fmla="*/ 122 h 402"/>
              <a:gd name="T20" fmla="*/ 58 w 402"/>
              <a:gd name="T21" fmla="*/ 58 h 402"/>
              <a:gd name="T22" fmla="*/ 122 w 402"/>
              <a:gd name="T23" fmla="*/ 15 h 402"/>
              <a:gd name="T24" fmla="*/ 201 w 402"/>
              <a:gd name="T25" fmla="*/ 0 h 402"/>
              <a:gd name="T26" fmla="*/ 279 w 402"/>
              <a:gd name="T27" fmla="*/ 15 h 402"/>
              <a:gd name="T28" fmla="*/ 343 w 402"/>
              <a:gd name="T29" fmla="*/ 58 h 402"/>
              <a:gd name="T30" fmla="*/ 386 w 402"/>
              <a:gd name="T31" fmla="*/ 122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79"/>
                </a:lnTo>
                <a:lnTo>
                  <a:pt x="343" y="343"/>
                </a:lnTo>
                <a:lnTo>
                  <a:pt x="279" y="386"/>
                </a:lnTo>
                <a:lnTo>
                  <a:pt x="201" y="402"/>
                </a:lnTo>
                <a:lnTo>
                  <a:pt x="122" y="386"/>
                </a:lnTo>
                <a:lnTo>
                  <a:pt x="58" y="343"/>
                </a:lnTo>
                <a:lnTo>
                  <a:pt x="15" y="279"/>
                </a:lnTo>
                <a:lnTo>
                  <a:pt x="0" y="201"/>
                </a:lnTo>
                <a:lnTo>
                  <a:pt x="15" y="122"/>
                </a:lnTo>
                <a:lnTo>
                  <a:pt x="58" y="58"/>
                </a:lnTo>
                <a:lnTo>
                  <a:pt x="122" y="15"/>
                </a:lnTo>
                <a:lnTo>
                  <a:pt x="201" y="0"/>
                </a:lnTo>
                <a:lnTo>
                  <a:pt x="279" y="15"/>
                </a:lnTo>
                <a:lnTo>
                  <a:pt x="343" y="58"/>
                </a:lnTo>
                <a:lnTo>
                  <a:pt x="386" y="122"/>
                </a:lnTo>
                <a:lnTo>
                  <a:pt x="402" y="201"/>
                </a:lnTo>
              </a:path>
            </a:pathLst>
          </a:custGeom>
          <a:noFill/>
          <a:ln w="20638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19">
            <a:extLst>
              <a:ext uri="{FF2B5EF4-FFF2-40B4-BE49-F238E27FC236}">
                <a16:creationId xmlns:a16="http://schemas.microsoft.com/office/drawing/2014/main" id="{E82A5310-2CA2-8896-4E4B-737EAF1CDB56}"/>
              </a:ext>
            </a:extLst>
          </p:cNvPr>
          <p:cNvSpPr>
            <a:spLocks/>
          </p:cNvSpPr>
          <p:nvPr/>
        </p:nvSpPr>
        <p:spPr bwMode="auto">
          <a:xfrm>
            <a:off x="7062788" y="3625850"/>
            <a:ext cx="682625" cy="684213"/>
          </a:xfrm>
          <a:custGeom>
            <a:avLst/>
            <a:gdLst>
              <a:gd name="T0" fmla="*/ 430 w 430"/>
              <a:gd name="T1" fmla="*/ 215 h 431"/>
              <a:gd name="T2" fmla="*/ 413 w 430"/>
              <a:gd name="T3" fmla="*/ 131 h 431"/>
              <a:gd name="T4" fmla="*/ 367 w 430"/>
              <a:gd name="T5" fmla="*/ 63 h 431"/>
              <a:gd name="T6" fmla="*/ 299 w 430"/>
              <a:gd name="T7" fmla="*/ 17 h 431"/>
              <a:gd name="T8" fmla="*/ 215 w 430"/>
              <a:gd name="T9" fmla="*/ 0 h 431"/>
              <a:gd name="T10" fmla="*/ 131 w 430"/>
              <a:gd name="T11" fmla="*/ 17 h 431"/>
              <a:gd name="T12" fmla="*/ 63 w 430"/>
              <a:gd name="T13" fmla="*/ 63 h 431"/>
              <a:gd name="T14" fmla="*/ 17 w 430"/>
              <a:gd name="T15" fmla="*/ 131 h 431"/>
              <a:gd name="T16" fmla="*/ 0 w 430"/>
              <a:gd name="T17" fmla="*/ 215 h 431"/>
              <a:gd name="T18" fmla="*/ 17 w 430"/>
              <a:gd name="T19" fmla="*/ 300 h 431"/>
              <a:gd name="T20" fmla="*/ 63 w 430"/>
              <a:gd name="T21" fmla="*/ 368 h 431"/>
              <a:gd name="T22" fmla="*/ 131 w 430"/>
              <a:gd name="T23" fmla="*/ 414 h 431"/>
              <a:gd name="T24" fmla="*/ 215 w 430"/>
              <a:gd name="T25" fmla="*/ 431 h 431"/>
              <a:gd name="T26" fmla="*/ 299 w 430"/>
              <a:gd name="T27" fmla="*/ 414 h 431"/>
              <a:gd name="T28" fmla="*/ 367 w 430"/>
              <a:gd name="T29" fmla="*/ 368 h 431"/>
              <a:gd name="T30" fmla="*/ 413 w 430"/>
              <a:gd name="T31" fmla="*/ 300 h 431"/>
              <a:gd name="T32" fmla="*/ 430 w 430"/>
              <a:gd name="T33" fmla="*/ 215 h 4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0" h="431">
                <a:moveTo>
                  <a:pt x="430" y="215"/>
                </a:moveTo>
                <a:lnTo>
                  <a:pt x="413" y="131"/>
                </a:lnTo>
                <a:lnTo>
                  <a:pt x="367" y="63"/>
                </a:lnTo>
                <a:lnTo>
                  <a:pt x="299" y="17"/>
                </a:lnTo>
                <a:lnTo>
                  <a:pt x="215" y="0"/>
                </a:lnTo>
                <a:lnTo>
                  <a:pt x="131" y="17"/>
                </a:lnTo>
                <a:lnTo>
                  <a:pt x="63" y="63"/>
                </a:lnTo>
                <a:lnTo>
                  <a:pt x="17" y="131"/>
                </a:lnTo>
                <a:lnTo>
                  <a:pt x="0" y="215"/>
                </a:lnTo>
                <a:lnTo>
                  <a:pt x="17" y="300"/>
                </a:lnTo>
                <a:lnTo>
                  <a:pt x="63" y="368"/>
                </a:lnTo>
                <a:lnTo>
                  <a:pt x="131" y="414"/>
                </a:lnTo>
                <a:lnTo>
                  <a:pt x="215" y="431"/>
                </a:lnTo>
                <a:lnTo>
                  <a:pt x="299" y="414"/>
                </a:lnTo>
                <a:lnTo>
                  <a:pt x="367" y="368"/>
                </a:lnTo>
                <a:lnTo>
                  <a:pt x="413" y="300"/>
                </a:lnTo>
                <a:lnTo>
                  <a:pt x="430" y="215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Freeform 20">
                <a:extLst>
                  <a:ext uri="{FF2B5EF4-FFF2-40B4-BE49-F238E27FC236}">
                    <a16:creationId xmlns:a16="http://schemas.microsoft.com/office/drawing/2014/main" id="{A697F62B-C0C9-0767-7DC6-1336300AD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9763" y="3552825"/>
                <a:ext cx="682625" cy="684213"/>
              </a:xfrm>
              <a:custGeom>
                <a:avLst/>
                <a:gdLst>
                  <a:gd name="T0" fmla="*/ 430 w 430"/>
                  <a:gd name="T1" fmla="*/ 215 h 431"/>
                  <a:gd name="T2" fmla="*/ 413 w 430"/>
                  <a:gd name="T3" fmla="*/ 132 h 431"/>
                  <a:gd name="T4" fmla="*/ 368 w 430"/>
                  <a:gd name="T5" fmla="*/ 63 h 431"/>
                  <a:gd name="T6" fmla="*/ 299 w 430"/>
                  <a:gd name="T7" fmla="*/ 17 h 431"/>
                  <a:gd name="T8" fmla="*/ 215 w 430"/>
                  <a:gd name="T9" fmla="*/ 0 h 431"/>
                  <a:gd name="T10" fmla="*/ 132 w 430"/>
                  <a:gd name="T11" fmla="*/ 17 h 431"/>
                  <a:gd name="T12" fmla="*/ 63 w 430"/>
                  <a:gd name="T13" fmla="*/ 63 h 431"/>
                  <a:gd name="T14" fmla="*/ 17 w 430"/>
                  <a:gd name="T15" fmla="*/ 132 h 431"/>
                  <a:gd name="T16" fmla="*/ 0 w 430"/>
                  <a:gd name="T17" fmla="*/ 215 h 431"/>
                  <a:gd name="T18" fmla="*/ 17 w 430"/>
                  <a:gd name="T19" fmla="*/ 300 h 431"/>
                  <a:gd name="T20" fmla="*/ 63 w 430"/>
                  <a:gd name="T21" fmla="*/ 369 h 431"/>
                  <a:gd name="T22" fmla="*/ 132 w 430"/>
                  <a:gd name="T23" fmla="*/ 415 h 431"/>
                  <a:gd name="T24" fmla="*/ 215 w 430"/>
                  <a:gd name="T25" fmla="*/ 431 h 431"/>
                  <a:gd name="T26" fmla="*/ 299 w 430"/>
                  <a:gd name="T27" fmla="*/ 415 h 431"/>
                  <a:gd name="T28" fmla="*/ 368 w 430"/>
                  <a:gd name="T29" fmla="*/ 369 h 431"/>
                  <a:gd name="T30" fmla="*/ 413 w 430"/>
                  <a:gd name="T31" fmla="*/ 300 h 431"/>
                  <a:gd name="T32" fmla="*/ 430 w 430"/>
                  <a:gd name="T33" fmla="*/ 215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0" h="431">
                    <a:moveTo>
                      <a:pt x="430" y="215"/>
                    </a:moveTo>
                    <a:lnTo>
                      <a:pt x="413" y="132"/>
                    </a:lnTo>
                    <a:lnTo>
                      <a:pt x="368" y="63"/>
                    </a:lnTo>
                    <a:lnTo>
                      <a:pt x="299" y="17"/>
                    </a:lnTo>
                    <a:lnTo>
                      <a:pt x="215" y="0"/>
                    </a:lnTo>
                    <a:lnTo>
                      <a:pt x="132" y="17"/>
                    </a:lnTo>
                    <a:lnTo>
                      <a:pt x="63" y="63"/>
                    </a:lnTo>
                    <a:lnTo>
                      <a:pt x="17" y="132"/>
                    </a:lnTo>
                    <a:lnTo>
                      <a:pt x="0" y="215"/>
                    </a:lnTo>
                    <a:lnTo>
                      <a:pt x="17" y="300"/>
                    </a:lnTo>
                    <a:lnTo>
                      <a:pt x="63" y="369"/>
                    </a:lnTo>
                    <a:lnTo>
                      <a:pt x="132" y="415"/>
                    </a:lnTo>
                    <a:lnTo>
                      <a:pt x="215" y="431"/>
                    </a:lnTo>
                    <a:lnTo>
                      <a:pt x="299" y="415"/>
                    </a:lnTo>
                    <a:lnTo>
                      <a:pt x="368" y="369"/>
                    </a:lnTo>
                    <a:lnTo>
                      <a:pt x="413" y="300"/>
                    </a:lnTo>
                    <a:lnTo>
                      <a:pt x="430" y="215"/>
                    </a:lnTo>
                    <a:close/>
                  </a:path>
                </a:pathLst>
              </a:custGeom>
              <a:solidFill>
                <a:srgbClr val="FFFACC"/>
              </a:solidFill>
              <a:ln w="0">
                <a:solidFill>
                  <a:srgbClr val="FFFACC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0" tIns="0" rIns="0" bIns="91440" numCol="1" anchor="ctr" anchorCtr="0" compatLnSpc="1">
                <a:prstTxWarp prst="textNoShape">
                  <a:avLst/>
                </a:prstTxWarp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26" name="Freeform 20">
                <a:extLst>
                  <a:ext uri="{FF2B5EF4-FFF2-40B4-BE49-F238E27FC236}">
                    <a16:creationId xmlns:a16="http://schemas.microsoft.com/office/drawing/2014/main" id="{A697F62B-C0C9-0767-7DC6-1336300AD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9763" y="3552825"/>
                <a:ext cx="682625" cy="684213"/>
              </a:xfrm>
              <a:custGeom>
                <a:avLst/>
                <a:gdLst>
                  <a:gd name="T0" fmla="*/ 430 w 430"/>
                  <a:gd name="T1" fmla="*/ 215 h 431"/>
                  <a:gd name="T2" fmla="*/ 413 w 430"/>
                  <a:gd name="T3" fmla="*/ 132 h 431"/>
                  <a:gd name="T4" fmla="*/ 368 w 430"/>
                  <a:gd name="T5" fmla="*/ 63 h 431"/>
                  <a:gd name="T6" fmla="*/ 299 w 430"/>
                  <a:gd name="T7" fmla="*/ 17 h 431"/>
                  <a:gd name="T8" fmla="*/ 215 w 430"/>
                  <a:gd name="T9" fmla="*/ 0 h 431"/>
                  <a:gd name="T10" fmla="*/ 132 w 430"/>
                  <a:gd name="T11" fmla="*/ 17 h 431"/>
                  <a:gd name="T12" fmla="*/ 63 w 430"/>
                  <a:gd name="T13" fmla="*/ 63 h 431"/>
                  <a:gd name="T14" fmla="*/ 17 w 430"/>
                  <a:gd name="T15" fmla="*/ 132 h 431"/>
                  <a:gd name="T16" fmla="*/ 0 w 430"/>
                  <a:gd name="T17" fmla="*/ 215 h 431"/>
                  <a:gd name="T18" fmla="*/ 17 w 430"/>
                  <a:gd name="T19" fmla="*/ 300 h 431"/>
                  <a:gd name="T20" fmla="*/ 63 w 430"/>
                  <a:gd name="T21" fmla="*/ 369 h 431"/>
                  <a:gd name="T22" fmla="*/ 132 w 430"/>
                  <a:gd name="T23" fmla="*/ 415 h 431"/>
                  <a:gd name="T24" fmla="*/ 215 w 430"/>
                  <a:gd name="T25" fmla="*/ 431 h 431"/>
                  <a:gd name="T26" fmla="*/ 299 w 430"/>
                  <a:gd name="T27" fmla="*/ 415 h 431"/>
                  <a:gd name="T28" fmla="*/ 368 w 430"/>
                  <a:gd name="T29" fmla="*/ 369 h 431"/>
                  <a:gd name="T30" fmla="*/ 413 w 430"/>
                  <a:gd name="T31" fmla="*/ 300 h 431"/>
                  <a:gd name="T32" fmla="*/ 430 w 430"/>
                  <a:gd name="T33" fmla="*/ 215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0" h="431">
                    <a:moveTo>
                      <a:pt x="430" y="215"/>
                    </a:moveTo>
                    <a:lnTo>
                      <a:pt x="413" y="132"/>
                    </a:lnTo>
                    <a:lnTo>
                      <a:pt x="368" y="63"/>
                    </a:lnTo>
                    <a:lnTo>
                      <a:pt x="299" y="17"/>
                    </a:lnTo>
                    <a:lnTo>
                      <a:pt x="215" y="0"/>
                    </a:lnTo>
                    <a:lnTo>
                      <a:pt x="132" y="17"/>
                    </a:lnTo>
                    <a:lnTo>
                      <a:pt x="63" y="63"/>
                    </a:lnTo>
                    <a:lnTo>
                      <a:pt x="17" y="132"/>
                    </a:lnTo>
                    <a:lnTo>
                      <a:pt x="0" y="215"/>
                    </a:lnTo>
                    <a:lnTo>
                      <a:pt x="17" y="300"/>
                    </a:lnTo>
                    <a:lnTo>
                      <a:pt x="63" y="369"/>
                    </a:lnTo>
                    <a:lnTo>
                      <a:pt x="132" y="415"/>
                    </a:lnTo>
                    <a:lnTo>
                      <a:pt x="215" y="431"/>
                    </a:lnTo>
                    <a:lnTo>
                      <a:pt x="299" y="415"/>
                    </a:lnTo>
                    <a:lnTo>
                      <a:pt x="368" y="369"/>
                    </a:lnTo>
                    <a:lnTo>
                      <a:pt x="413" y="300"/>
                    </a:lnTo>
                    <a:lnTo>
                      <a:pt x="430" y="215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  <a:ln w="0">
                <a:solidFill>
                  <a:srgbClr val="FFFACC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reeform 21">
            <a:extLst>
              <a:ext uri="{FF2B5EF4-FFF2-40B4-BE49-F238E27FC236}">
                <a16:creationId xmlns:a16="http://schemas.microsoft.com/office/drawing/2014/main" id="{ECA00D1C-A7D1-EBDC-7B99-0386EF965776}"/>
              </a:ext>
            </a:extLst>
          </p:cNvPr>
          <p:cNvSpPr>
            <a:spLocks/>
          </p:cNvSpPr>
          <p:nvPr/>
        </p:nvSpPr>
        <p:spPr bwMode="auto">
          <a:xfrm flipV="1">
            <a:off x="6989763" y="3552825"/>
            <a:ext cx="682625" cy="684213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79 h 402"/>
              <a:gd name="T4" fmla="*/ 344 w 402"/>
              <a:gd name="T5" fmla="*/ 343 h 402"/>
              <a:gd name="T6" fmla="*/ 280 w 402"/>
              <a:gd name="T7" fmla="*/ 386 h 402"/>
              <a:gd name="T8" fmla="*/ 201 w 402"/>
              <a:gd name="T9" fmla="*/ 402 h 402"/>
              <a:gd name="T10" fmla="*/ 123 w 402"/>
              <a:gd name="T11" fmla="*/ 386 h 402"/>
              <a:gd name="T12" fmla="*/ 59 w 402"/>
              <a:gd name="T13" fmla="*/ 343 h 402"/>
              <a:gd name="T14" fmla="*/ 16 w 402"/>
              <a:gd name="T15" fmla="*/ 279 h 402"/>
              <a:gd name="T16" fmla="*/ 0 w 402"/>
              <a:gd name="T17" fmla="*/ 201 h 402"/>
              <a:gd name="T18" fmla="*/ 16 w 402"/>
              <a:gd name="T19" fmla="*/ 122 h 402"/>
              <a:gd name="T20" fmla="*/ 59 w 402"/>
              <a:gd name="T21" fmla="*/ 58 h 402"/>
              <a:gd name="T22" fmla="*/ 123 w 402"/>
              <a:gd name="T23" fmla="*/ 15 h 402"/>
              <a:gd name="T24" fmla="*/ 201 w 402"/>
              <a:gd name="T25" fmla="*/ 0 h 402"/>
              <a:gd name="T26" fmla="*/ 280 w 402"/>
              <a:gd name="T27" fmla="*/ 15 h 402"/>
              <a:gd name="T28" fmla="*/ 344 w 402"/>
              <a:gd name="T29" fmla="*/ 58 h 402"/>
              <a:gd name="T30" fmla="*/ 386 w 402"/>
              <a:gd name="T31" fmla="*/ 122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79"/>
                </a:lnTo>
                <a:lnTo>
                  <a:pt x="344" y="343"/>
                </a:lnTo>
                <a:lnTo>
                  <a:pt x="280" y="386"/>
                </a:lnTo>
                <a:lnTo>
                  <a:pt x="201" y="402"/>
                </a:lnTo>
                <a:lnTo>
                  <a:pt x="123" y="386"/>
                </a:lnTo>
                <a:lnTo>
                  <a:pt x="59" y="343"/>
                </a:lnTo>
                <a:lnTo>
                  <a:pt x="16" y="279"/>
                </a:lnTo>
                <a:lnTo>
                  <a:pt x="0" y="201"/>
                </a:lnTo>
                <a:lnTo>
                  <a:pt x="16" y="122"/>
                </a:lnTo>
                <a:lnTo>
                  <a:pt x="59" y="58"/>
                </a:lnTo>
                <a:lnTo>
                  <a:pt x="123" y="15"/>
                </a:lnTo>
                <a:lnTo>
                  <a:pt x="201" y="0"/>
                </a:lnTo>
                <a:lnTo>
                  <a:pt x="280" y="15"/>
                </a:lnTo>
                <a:lnTo>
                  <a:pt x="344" y="58"/>
                </a:lnTo>
                <a:lnTo>
                  <a:pt x="386" y="122"/>
                </a:lnTo>
                <a:lnTo>
                  <a:pt x="402" y="201"/>
                </a:lnTo>
              </a:path>
            </a:pathLst>
          </a:custGeom>
          <a:noFill/>
          <a:ln w="47625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22">
            <a:extLst>
              <a:ext uri="{FF2B5EF4-FFF2-40B4-BE49-F238E27FC236}">
                <a16:creationId xmlns:a16="http://schemas.microsoft.com/office/drawing/2014/main" id="{0A5B6C8E-F739-FFAC-D0AE-289AFE90D5C4}"/>
              </a:ext>
            </a:extLst>
          </p:cNvPr>
          <p:cNvSpPr>
            <a:spLocks/>
          </p:cNvSpPr>
          <p:nvPr/>
        </p:nvSpPr>
        <p:spPr bwMode="auto">
          <a:xfrm flipV="1">
            <a:off x="6989763" y="3552825"/>
            <a:ext cx="682625" cy="684213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79 h 402"/>
              <a:gd name="T4" fmla="*/ 344 w 402"/>
              <a:gd name="T5" fmla="*/ 343 h 402"/>
              <a:gd name="T6" fmla="*/ 280 w 402"/>
              <a:gd name="T7" fmla="*/ 386 h 402"/>
              <a:gd name="T8" fmla="*/ 201 w 402"/>
              <a:gd name="T9" fmla="*/ 402 h 402"/>
              <a:gd name="T10" fmla="*/ 123 w 402"/>
              <a:gd name="T11" fmla="*/ 386 h 402"/>
              <a:gd name="T12" fmla="*/ 59 w 402"/>
              <a:gd name="T13" fmla="*/ 343 h 402"/>
              <a:gd name="T14" fmla="*/ 16 w 402"/>
              <a:gd name="T15" fmla="*/ 279 h 402"/>
              <a:gd name="T16" fmla="*/ 0 w 402"/>
              <a:gd name="T17" fmla="*/ 201 h 402"/>
              <a:gd name="T18" fmla="*/ 16 w 402"/>
              <a:gd name="T19" fmla="*/ 122 h 402"/>
              <a:gd name="T20" fmla="*/ 59 w 402"/>
              <a:gd name="T21" fmla="*/ 58 h 402"/>
              <a:gd name="T22" fmla="*/ 123 w 402"/>
              <a:gd name="T23" fmla="*/ 15 h 402"/>
              <a:gd name="T24" fmla="*/ 201 w 402"/>
              <a:gd name="T25" fmla="*/ 0 h 402"/>
              <a:gd name="T26" fmla="*/ 280 w 402"/>
              <a:gd name="T27" fmla="*/ 15 h 402"/>
              <a:gd name="T28" fmla="*/ 344 w 402"/>
              <a:gd name="T29" fmla="*/ 58 h 402"/>
              <a:gd name="T30" fmla="*/ 386 w 402"/>
              <a:gd name="T31" fmla="*/ 122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79"/>
                </a:lnTo>
                <a:lnTo>
                  <a:pt x="344" y="343"/>
                </a:lnTo>
                <a:lnTo>
                  <a:pt x="280" y="386"/>
                </a:lnTo>
                <a:lnTo>
                  <a:pt x="201" y="402"/>
                </a:lnTo>
                <a:lnTo>
                  <a:pt x="123" y="386"/>
                </a:lnTo>
                <a:lnTo>
                  <a:pt x="59" y="343"/>
                </a:lnTo>
                <a:lnTo>
                  <a:pt x="16" y="279"/>
                </a:lnTo>
                <a:lnTo>
                  <a:pt x="0" y="201"/>
                </a:lnTo>
                <a:lnTo>
                  <a:pt x="16" y="122"/>
                </a:lnTo>
                <a:lnTo>
                  <a:pt x="59" y="58"/>
                </a:lnTo>
                <a:lnTo>
                  <a:pt x="123" y="15"/>
                </a:lnTo>
                <a:lnTo>
                  <a:pt x="201" y="0"/>
                </a:lnTo>
                <a:lnTo>
                  <a:pt x="280" y="15"/>
                </a:lnTo>
                <a:lnTo>
                  <a:pt x="344" y="58"/>
                </a:lnTo>
                <a:lnTo>
                  <a:pt x="386" y="122"/>
                </a:lnTo>
                <a:lnTo>
                  <a:pt x="402" y="201"/>
                </a:lnTo>
              </a:path>
            </a:pathLst>
          </a:custGeom>
          <a:noFill/>
          <a:ln w="20638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Freeform 25">
            <a:extLst>
              <a:ext uri="{FF2B5EF4-FFF2-40B4-BE49-F238E27FC236}">
                <a16:creationId xmlns:a16="http://schemas.microsoft.com/office/drawing/2014/main" id="{6EADD898-523C-9D29-C154-518A21649F45}"/>
              </a:ext>
            </a:extLst>
          </p:cNvPr>
          <p:cNvSpPr>
            <a:spLocks/>
          </p:cNvSpPr>
          <p:nvPr/>
        </p:nvSpPr>
        <p:spPr bwMode="auto">
          <a:xfrm flipV="1">
            <a:off x="4568826" y="4233863"/>
            <a:ext cx="249238" cy="415925"/>
          </a:xfrm>
          <a:custGeom>
            <a:avLst/>
            <a:gdLst>
              <a:gd name="T0" fmla="*/ 130 w 147"/>
              <a:gd name="T1" fmla="*/ 245 h 245"/>
              <a:gd name="T2" fmla="*/ 147 w 147"/>
              <a:gd name="T3" fmla="*/ 140 h 245"/>
              <a:gd name="T4" fmla="*/ 138 w 147"/>
              <a:gd name="T5" fmla="*/ 64 h 245"/>
              <a:gd name="T6" fmla="*/ 111 w 147"/>
              <a:gd name="T7" fmla="*/ 18 h 245"/>
              <a:gd name="T8" fmla="*/ 76 w 147"/>
              <a:gd name="T9" fmla="*/ 0 h 245"/>
              <a:gd name="T10" fmla="*/ 40 w 147"/>
              <a:gd name="T11" fmla="*/ 10 h 245"/>
              <a:gd name="T12" fmla="*/ 12 w 147"/>
              <a:gd name="T13" fmla="*/ 49 h 245"/>
              <a:gd name="T14" fmla="*/ 0 w 147"/>
              <a:gd name="T15" fmla="*/ 114 h 245"/>
              <a:gd name="T16" fmla="*/ 13 w 147"/>
              <a:gd name="T17" fmla="*/ 207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" h="245">
                <a:moveTo>
                  <a:pt x="130" y="245"/>
                </a:moveTo>
                <a:lnTo>
                  <a:pt x="147" y="140"/>
                </a:lnTo>
                <a:lnTo>
                  <a:pt x="138" y="64"/>
                </a:lnTo>
                <a:lnTo>
                  <a:pt x="111" y="18"/>
                </a:lnTo>
                <a:lnTo>
                  <a:pt x="76" y="0"/>
                </a:lnTo>
                <a:lnTo>
                  <a:pt x="40" y="10"/>
                </a:lnTo>
                <a:lnTo>
                  <a:pt x="12" y="49"/>
                </a:lnTo>
                <a:lnTo>
                  <a:pt x="0" y="114"/>
                </a:lnTo>
                <a:lnTo>
                  <a:pt x="13" y="207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Freeform 26">
            <a:extLst>
              <a:ext uri="{FF2B5EF4-FFF2-40B4-BE49-F238E27FC236}">
                <a16:creationId xmlns:a16="http://schemas.microsoft.com/office/drawing/2014/main" id="{40C226B6-512B-DA22-CD1C-4DB326FE5C59}"/>
              </a:ext>
            </a:extLst>
          </p:cNvPr>
          <p:cNvSpPr>
            <a:spLocks/>
          </p:cNvSpPr>
          <p:nvPr/>
        </p:nvSpPr>
        <p:spPr bwMode="auto">
          <a:xfrm>
            <a:off x="4529138" y="4271963"/>
            <a:ext cx="84138" cy="115888"/>
          </a:xfrm>
          <a:custGeom>
            <a:avLst/>
            <a:gdLst>
              <a:gd name="T0" fmla="*/ 44 w 53"/>
              <a:gd name="T1" fmla="*/ 0 h 73"/>
              <a:gd name="T2" fmla="*/ 0 w 53"/>
              <a:gd name="T3" fmla="*/ 59 h 73"/>
              <a:gd name="T4" fmla="*/ 32 w 53"/>
              <a:gd name="T5" fmla="*/ 47 h 73"/>
              <a:gd name="T6" fmla="*/ 53 w 53"/>
              <a:gd name="T7" fmla="*/ 73 h 73"/>
              <a:gd name="T8" fmla="*/ 44 w 53"/>
              <a:gd name="T9" fmla="*/ 0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73">
                <a:moveTo>
                  <a:pt x="44" y="0"/>
                </a:moveTo>
                <a:lnTo>
                  <a:pt x="0" y="59"/>
                </a:lnTo>
                <a:lnTo>
                  <a:pt x="32" y="47"/>
                </a:lnTo>
                <a:lnTo>
                  <a:pt x="53" y="73"/>
                </a:lnTo>
                <a:lnTo>
                  <a:pt x="44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Freeform 27">
            <a:extLst>
              <a:ext uri="{FF2B5EF4-FFF2-40B4-BE49-F238E27FC236}">
                <a16:creationId xmlns:a16="http://schemas.microsoft.com/office/drawing/2014/main" id="{97E0B28E-308F-F034-5CCB-778F50FB6F11}"/>
              </a:ext>
            </a:extLst>
          </p:cNvPr>
          <p:cNvSpPr>
            <a:spLocks/>
          </p:cNvSpPr>
          <p:nvPr/>
        </p:nvSpPr>
        <p:spPr bwMode="auto">
          <a:xfrm flipV="1">
            <a:off x="4529138" y="4271963"/>
            <a:ext cx="84138" cy="115888"/>
          </a:xfrm>
          <a:custGeom>
            <a:avLst/>
            <a:gdLst>
              <a:gd name="T0" fmla="*/ 42 w 50"/>
              <a:gd name="T1" fmla="*/ 68 h 68"/>
              <a:gd name="T2" fmla="*/ 0 w 50"/>
              <a:gd name="T3" fmla="*/ 13 h 68"/>
              <a:gd name="T4" fmla="*/ 30 w 50"/>
              <a:gd name="T5" fmla="*/ 24 h 68"/>
              <a:gd name="T6" fmla="*/ 50 w 50"/>
              <a:gd name="T7" fmla="*/ 0 h 68"/>
              <a:gd name="T8" fmla="*/ 42 w 50"/>
              <a:gd name="T9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8">
                <a:moveTo>
                  <a:pt x="42" y="68"/>
                </a:moveTo>
                <a:lnTo>
                  <a:pt x="0" y="13"/>
                </a:lnTo>
                <a:lnTo>
                  <a:pt x="30" y="24"/>
                </a:lnTo>
                <a:lnTo>
                  <a:pt x="50" y="0"/>
                </a:lnTo>
                <a:lnTo>
                  <a:pt x="42" y="68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Freeform 32">
            <a:extLst>
              <a:ext uri="{FF2B5EF4-FFF2-40B4-BE49-F238E27FC236}">
                <a16:creationId xmlns:a16="http://schemas.microsoft.com/office/drawing/2014/main" id="{9289882A-A6EB-9F9F-80F1-41876B6436FF}"/>
              </a:ext>
            </a:extLst>
          </p:cNvPr>
          <p:cNvSpPr>
            <a:spLocks/>
          </p:cNvSpPr>
          <p:nvPr/>
        </p:nvSpPr>
        <p:spPr bwMode="auto">
          <a:xfrm flipV="1">
            <a:off x="2468563" y="4013200"/>
            <a:ext cx="1903413" cy="203200"/>
          </a:xfrm>
          <a:custGeom>
            <a:avLst/>
            <a:gdLst>
              <a:gd name="T0" fmla="*/ 1121 w 1121"/>
              <a:gd name="T1" fmla="*/ 119 h 119"/>
              <a:gd name="T2" fmla="*/ 821 w 1121"/>
              <a:gd name="T3" fmla="*/ 31 h 119"/>
              <a:gd name="T4" fmla="*/ 547 w 1121"/>
              <a:gd name="T5" fmla="*/ 0 h 119"/>
              <a:gd name="T6" fmla="*/ 279 w 1121"/>
              <a:gd name="T7" fmla="*/ 24 h 119"/>
              <a:gd name="T8" fmla="*/ 0 w 1121"/>
              <a:gd name="T9" fmla="*/ 103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1" h="119">
                <a:moveTo>
                  <a:pt x="1121" y="119"/>
                </a:moveTo>
                <a:lnTo>
                  <a:pt x="821" y="31"/>
                </a:lnTo>
                <a:lnTo>
                  <a:pt x="547" y="0"/>
                </a:lnTo>
                <a:lnTo>
                  <a:pt x="279" y="24"/>
                </a:lnTo>
                <a:lnTo>
                  <a:pt x="0" y="103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33">
            <a:extLst>
              <a:ext uri="{FF2B5EF4-FFF2-40B4-BE49-F238E27FC236}">
                <a16:creationId xmlns:a16="http://schemas.microsoft.com/office/drawing/2014/main" id="{A3A184B5-CC49-E24D-27CE-D90B1E9A0794}"/>
              </a:ext>
            </a:extLst>
          </p:cNvPr>
          <p:cNvSpPr>
            <a:spLocks/>
          </p:cNvSpPr>
          <p:nvPr/>
        </p:nvSpPr>
        <p:spPr bwMode="auto">
          <a:xfrm>
            <a:off x="2443163" y="4027488"/>
            <a:ext cx="117475" cy="82550"/>
          </a:xfrm>
          <a:custGeom>
            <a:avLst/>
            <a:gdLst>
              <a:gd name="T0" fmla="*/ 0 w 74"/>
              <a:gd name="T1" fmla="*/ 3 h 52"/>
              <a:gd name="T2" fmla="*/ 55 w 74"/>
              <a:gd name="T3" fmla="*/ 52 h 52"/>
              <a:gd name="T4" fmla="*/ 46 w 74"/>
              <a:gd name="T5" fmla="*/ 19 h 52"/>
              <a:gd name="T6" fmla="*/ 74 w 74"/>
              <a:gd name="T7" fmla="*/ 0 h 52"/>
              <a:gd name="T8" fmla="*/ 0 w 74"/>
              <a:gd name="T9" fmla="*/ 3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" h="52">
                <a:moveTo>
                  <a:pt x="0" y="3"/>
                </a:moveTo>
                <a:lnTo>
                  <a:pt x="55" y="52"/>
                </a:lnTo>
                <a:lnTo>
                  <a:pt x="46" y="19"/>
                </a:lnTo>
                <a:lnTo>
                  <a:pt x="74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Freeform 34">
            <a:extLst>
              <a:ext uri="{FF2B5EF4-FFF2-40B4-BE49-F238E27FC236}">
                <a16:creationId xmlns:a16="http://schemas.microsoft.com/office/drawing/2014/main" id="{7076D741-B67F-DF4C-E624-E763E6A102B1}"/>
              </a:ext>
            </a:extLst>
          </p:cNvPr>
          <p:cNvSpPr>
            <a:spLocks/>
          </p:cNvSpPr>
          <p:nvPr/>
        </p:nvSpPr>
        <p:spPr bwMode="auto">
          <a:xfrm flipV="1">
            <a:off x="2443163" y="4027488"/>
            <a:ext cx="117475" cy="82550"/>
          </a:xfrm>
          <a:custGeom>
            <a:avLst/>
            <a:gdLst>
              <a:gd name="T0" fmla="*/ 0 w 69"/>
              <a:gd name="T1" fmla="*/ 46 h 49"/>
              <a:gd name="T2" fmla="*/ 51 w 69"/>
              <a:gd name="T3" fmla="*/ 0 h 49"/>
              <a:gd name="T4" fmla="*/ 43 w 69"/>
              <a:gd name="T5" fmla="*/ 31 h 49"/>
              <a:gd name="T6" fmla="*/ 69 w 69"/>
              <a:gd name="T7" fmla="*/ 49 h 49"/>
              <a:gd name="T8" fmla="*/ 0 w 69"/>
              <a:gd name="T9" fmla="*/ 4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" h="49">
                <a:moveTo>
                  <a:pt x="0" y="46"/>
                </a:moveTo>
                <a:lnTo>
                  <a:pt x="51" y="0"/>
                </a:lnTo>
                <a:lnTo>
                  <a:pt x="43" y="31"/>
                </a:lnTo>
                <a:lnTo>
                  <a:pt x="69" y="49"/>
                </a:lnTo>
                <a:lnTo>
                  <a:pt x="0" y="46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40">
            <a:extLst>
              <a:ext uri="{FF2B5EF4-FFF2-40B4-BE49-F238E27FC236}">
                <a16:creationId xmlns:a16="http://schemas.microsoft.com/office/drawing/2014/main" id="{FDE17956-0BFC-38A6-EDCF-FC129523037B}"/>
              </a:ext>
            </a:extLst>
          </p:cNvPr>
          <p:cNvSpPr>
            <a:spLocks/>
          </p:cNvSpPr>
          <p:nvPr/>
        </p:nvSpPr>
        <p:spPr bwMode="auto">
          <a:xfrm flipV="1">
            <a:off x="5027613" y="3573463"/>
            <a:ext cx="1903413" cy="201613"/>
          </a:xfrm>
          <a:custGeom>
            <a:avLst/>
            <a:gdLst>
              <a:gd name="T0" fmla="*/ 0 w 1121"/>
              <a:gd name="T1" fmla="*/ 0 h 119"/>
              <a:gd name="T2" fmla="*/ 300 w 1121"/>
              <a:gd name="T3" fmla="*/ 88 h 119"/>
              <a:gd name="T4" fmla="*/ 574 w 1121"/>
              <a:gd name="T5" fmla="*/ 119 h 119"/>
              <a:gd name="T6" fmla="*/ 842 w 1121"/>
              <a:gd name="T7" fmla="*/ 94 h 119"/>
              <a:gd name="T8" fmla="*/ 1121 w 1121"/>
              <a:gd name="T9" fmla="*/ 16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1" h="119">
                <a:moveTo>
                  <a:pt x="0" y="0"/>
                </a:moveTo>
                <a:lnTo>
                  <a:pt x="300" y="88"/>
                </a:lnTo>
                <a:lnTo>
                  <a:pt x="574" y="119"/>
                </a:lnTo>
                <a:lnTo>
                  <a:pt x="842" y="94"/>
                </a:lnTo>
                <a:lnTo>
                  <a:pt x="1121" y="16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41">
            <a:extLst>
              <a:ext uri="{FF2B5EF4-FFF2-40B4-BE49-F238E27FC236}">
                <a16:creationId xmlns:a16="http://schemas.microsoft.com/office/drawing/2014/main" id="{2D878208-A3ED-D360-7DDF-2C26FD39407D}"/>
              </a:ext>
            </a:extLst>
          </p:cNvPr>
          <p:cNvSpPr>
            <a:spLocks/>
          </p:cNvSpPr>
          <p:nvPr/>
        </p:nvSpPr>
        <p:spPr bwMode="auto">
          <a:xfrm>
            <a:off x="6838951" y="3679825"/>
            <a:ext cx="117475" cy="82550"/>
          </a:xfrm>
          <a:custGeom>
            <a:avLst/>
            <a:gdLst>
              <a:gd name="T0" fmla="*/ 74 w 74"/>
              <a:gd name="T1" fmla="*/ 49 h 52"/>
              <a:gd name="T2" fmla="*/ 19 w 74"/>
              <a:gd name="T3" fmla="*/ 0 h 52"/>
              <a:gd name="T4" fmla="*/ 28 w 74"/>
              <a:gd name="T5" fmla="*/ 32 h 52"/>
              <a:gd name="T6" fmla="*/ 0 w 74"/>
              <a:gd name="T7" fmla="*/ 52 h 52"/>
              <a:gd name="T8" fmla="*/ 74 w 74"/>
              <a:gd name="T9" fmla="*/ 49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" h="52">
                <a:moveTo>
                  <a:pt x="74" y="49"/>
                </a:moveTo>
                <a:lnTo>
                  <a:pt x="19" y="0"/>
                </a:lnTo>
                <a:lnTo>
                  <a:pt x="28" y="32"/>
                </a:lnTo>
                <a:lnTo>
                  <a:pt x="0" y="52"/>
                </a:lnTo>
                <a:lnTo>
                  <a:pt x="74" y="4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42">
            <a:extLst>
              <a:ext uri="{FF2B5EF4-FFF2-40B4-BE49-F238E27FC236}">
                <a16:creationId xmlns:a16="http://schemas.microsoft.com/office/drawing/2014/main" id="{2A5C3FF8-6DDC-7EDA-7E15-56889B6C6969}"/>
              </a:ext>
            </a:extLst>
          </p:cNvPr>
          <p:cNvSpPr>
            <a:spLocks/>
          </p:cNvSpPr>
          <p:nvPr/>
        </p:nvSpPr>
        <p:spPr bwMode="auto">
          <a:xfrm flipV="1">
            <a:off x="6838951" y="3679825"/>
            <a:ext cx="117475" cy="82550"/>
          </a:xfrm>
          <a:custGeom>
            <a:avLst/>
            <a:gdLst>
              <a:gd name="T0" fmla="*/ 69 w 69"/>
              <a:gd name="T1" fmla="*/ 2 h 48"/>
              <a:gd name="T2" fmla="*/ 18 w 69"/>
              <a:gd name="T3" fmla="*/ 48 h 48"/>
              <a:gd name="T4" fmla="*/ 26 w 69"/>
              <a:gd name="T5" fmla="*/ 18 h 48"/>
              <a:gd name="T6" fmla="*/ 0 w 69"/>
              <a:gd name="T7" fmla="*/ 0 h 48"/>
              <a:gd name="T8" fmla="*/ 69 w 69"/>
              <a:gd name="T9" fmla="*/ 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" h="48">
                <a:moveTo>
                  <a:pt x="69" y="2"/>
                </a:moveTo>
                <a:lnTo>
                  <a:pt x="18" y="48"/>
                </a:lnTo>
                <a:lnTo>
                  <a:pt x="26" y="18"/>
                </a:lnTo>
                <a:lnTo>
                  <a:pt x="0" y="0"/>
                </a:lnTo>
                <a:lnTo>
                  <a:pt x="69" y="2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Freeform 48">
            <a:extLst>
              <a:ext uri="{FF2B5EF4-FFF2-40B4-BE49-F238E27FC236}">
                <a16:creationId xmlns:a16="http://schemas.microsoft.com/office/drawing/2014/main" id="{F07915A7-4B4E-88BA-D404-CE28CB4D1B92}"/>
              </a:ext>
            </a:extLst>
          </p:cNvPr>
          <p:cNvSpPr>
            <a:spLocks/>
          </p:cNvSpPr>
          <p:nvPr/>
        </p:nvSpPr>
        <p:spPr bwMode="auto">
          <a:xfrm flipV="1">
            <a:off x="2406651" y="3573463"/>
            <a:ext cx="1903413" cy="198438"/>
          </a:xfrm>
          <a:custGeom>
            <a:avLst/>
            <a:gdLst>
              <a:gd name="T0" fmla="*/ 0 w 1121"/>
              <a:gd name="T1" fmla="*/ 0 h 117"/>
              <a:gd name="T2" fmla="*/ 299 w 1121"/>
              <a:gd name="T3" fmla="*/ 87 h 117"/>
              <a:gd name="T4" fmla="*/ 574 w 1121"/>
              <a:gd name="T5" fmla="*/ 117 h 117"/>
              <a:gd name="T6" fmla="*/ 842 w 1121"/>
              <a:gd name="T7" fmla="*/ 91 h 117"/>
              <a:gd name="T8" fmla="*/ 1121 w 1121"/>
              <a:gd name="T9" fmla="*/ 12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1" h="117">
                <a:moveTo>
                  <a:pt x="0" y="0"/>
                </a:moveTo>
                <a:lnTo>
                  <a:pt x="299" y="87"/>
                </a:lnTo>
                <a:lnTo>
                  <a:pt x="574" y="117"/>
                </a:lnTo>
                <a:lnTo>
                  <a:pt x="842" y="91"/>
                </a:lnTo>
                <a:lnTo>
                  <a:pt x="1121" y="12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49">
            <a:extLst>
              <a:ext uri="{FF2B5EF4-FFF2-40B4-BE49-F238E27FC236}">
                <a16:creationId xmlns:a16="http://schemas.microsoft.com/office/drawing/2014/main" id="{EA6A2538-2E25-EBC7-1D23-7F0DD216F942}"/>
              </a:ext>
            </a:extLst>
          </p:cNvPr>
          <p:cNvSpPr>
            <a:spLocks/>
          </p:cNvSpPr>
          <p:nvPr/>
        </p:nvSpPr>
        <p:spPr bwMode="auto">
          <a:xfrm>
            <a:off x="4217988" y="3681413"/>
            <a:ext cx="115888" cy="84138"/>
          </a:xfrm>
          <a:custGeom>
            <a:avLst/>
            <a:gdLst>
              <a:gd name="T0" fmla="*/ 73 w 73"/>
              <a:gd name="T1" fmla="*/ 51 h 53"/>
              <a:gd name="T2" fmla="*/ 18 w 73"/>
              <a:gd name="T3" fmla="*/ 0 h 53"/>
              <a:gd name="T4" fmla="*/ 27 w 73"/>
              <a:gd name="T5" fmla="*/ 33 h 53"/>
              <a:gd name="T6" fmla="*/ 0 w 73"/>
              <a:gd name="T7" fmla="*/ 53 h 53"/>
              <a:gd name="T8" fmla="*/ 73 w 73"/>
              <a:gd name="T9" fmla="*/ 51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3" h="53">
                <a:moveTo>
                  <a:pt x="73" y="51"/>
                </a:moveTo>
                <a:lnTo>
                  <a:pt x="18" y="0"/>
                </a:lnTo>
                <a:lnTo>
                  <a:pt x="27" y="33"/>
                </a:lnTo>
                <a:lnTo>
                  <a:pt x="0" y="53"/>
                </a:lnTo>
                <a:lnTo>
                  <a:pt x="73" y="51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50">
            <a:extLst>
              <a:ext uri="{FF2B5EF4-FFF2-40B4-BE49-F238E27FC236}">
                <a16:creationId xmlns:a16="http://schemas.microsoft.com/office/drawing/2014/main" id="{88608EDD-D053-B0E2-9F98-09E2CA9D7FCA}"/>
              </a:ext>
            </a:extLst>
          </p:cNvPr>
          <p:cNvSpPr>
            <a:spLocks/>
          </p:cNvSpPr>
          <p:nvPr/>
        </p:nvSpPr>
        <p:spPr bwMode="auto">
          <a:xfrm flipV="1">
            <a:off x="4217988" y="3681413"/>
            <a:ext cx="115888" cy="84138"/>
          </a:xfrm>
          <a:custGeom>
            <a:avLst/>
            <a:gdLst>
              <a:gd name="T0" fmla="*/ 68 w 68"/>
              <a:gd name="T1" fmla="*/ 2 h 49"/>
              <a:gd name="T2" fmla="*/ 17 w 68"/>
              <a:gd name="T3" fmla="*/ 49 h 49"/>
              <a:gd name="T4" fmla="*/ 25 w 68"/>
              <a:gd name="T5" fmla="*/ 18 h 49"/>
              <a:gd name="T6" fmla="*/ 0 w 68"/>
              <a:gd name="T7" fmla="*/ 0 h 49"/>
              <a:gd name="T8" fmla="*/ 68 w 68"/>
              <a:gd name="T9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" h="49">
                <a:moveTo>
                  <a:pt x="68" y="2"/>
                </a:moveTo>
                <a:lnTo>
                  <a:pt x="17" y="49"/>
                </a:lnTo>
                <a:lnTo>
                  <a:pt x="25" y="18"/>
                </a:lnTo>
                <a:lnTo>
                  <a:pt x="0" y="0"/>
                </a:lnTo>
                <a:lnTo>
                  <a:pt x="68" y="2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55">
            <a:extLst>
              <a:ext uri="{FF2B5EF4-FFF2-40B4-BE49-F238E27FC236}">
                <a16:creationId xmlns:a16="http://schemas.microsoft.com/office/drawing/2014/main" id="{4C93CCCD-A5E6-CCFF-D081-42448EAC649A}"/>
              </a:ext>
            </a:extLst>
          </p:cNvPr>
          <p:cNvSpPr>
            <a:spLocks/>
          </p:cNvSpPr>
          <p:nvPr/>
        </p:nvSpPr>
        <p:spPr bwMode="auto">
          <a:xfrm flipV="1">
            <a:off x="5091113" y="4019550"/>
            <a:ext cx="1901825" cy="196850"/>
          </a:xfrm>
          <a:custGeom>
            <a:avLst/>
            <a:gdLst>
              <a:gd name="T0" fmla="*/ 1121 w 1121"/>
              <a:gd name="T1" fmla="*/ 116 h 116"/>
              <a:gd name="T2" fmla="*/ 821 w 1121"/>
              <a:gd name="T3" fmla="*/ 30 h 116"/>
              <a:gd name="T4" fmla="*/ 547 w 1121"/>
              <a:gd name="T5" fmla="*/ 0 h 116"/>
              <a:gd name="T6" fmla="*/ 279 w 1121"/>
              <a:gd name="T7" fmla="*/ 25 h 116"/>
              <a:gd name="T8" fmla="*/ 0 w 1121"/>
              <a:gd name="T9" fmla="*/ 105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1" h="116">
                <a:moveTo>
                  <a:pt x="1121" y="116"/>
                </a:moveTo>
                <a:lnTo>
                  <a:pt x="821" y="30"/>
                </a:lnTo>
                <a:lnTo>
                  <a:pt x="547" y="0"/>
                </a:lnTo>
                <a:lnTo>
                  <a:pt x="279" y="25"/>
                </a:lnTo>
                <a:lnTo>
                  <a:pt x="0" y="105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56">
            <a:extLst>
              <a:ext uri="{FF2B5EF4-FFF2-40B4-BE49-F238E27FC236}">
                <a16:creationId xmlns:a16="http://schemas.microsoft.com/office/drawing/2014/main" id="{5CBE41EC-6CAA-0A30-0E1F-FA93F1F374E2}"/>
              </a:ext>
            </a:extLst>
          </p:cNvPr>
          <p:cNvSpPr>
            <a:spLocks/>
          </p:cNvSpPr>
          <p:nvPr/>
        </p:nvSpPr>
        <p:spPr bwMode="auto">
          <a:xfrm>
            <a:off x="5067301" y="4024313"/>
            <a:ext cx="114300" cy="82550"/>
          </a:xfrm>
          <a:custGeom>
            <a:avLst/>
            <a:gdLst>
              <a:gd name="T0" fmla="*/ 0 w 72"/>
              <a:gd name="T1" fmla="*/ 3 h 52"/>
              <a:gd name="T2" fmla="*/ 54 w 72"/>
              <a:gd name="T3" fmla="*/ 52 h 52"/>
              <a:gd name="T4" fmla="*/ 46 w 72"/>
              <a:gd name="T5" fmla="*/ 19 h 52"/>
              <a:gd name="T6" fmla="*/ 72 w 72"/>
              <a:gd name="T7" fmla="*/ 0 h 52"/>
              <a:gd name="T8" fmla="*/ 0 w 72"/>
              <a:gd name="T9" fmla="*/ 3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" h="52">
                <a:moveTo>
                  <a:pt x="0" y="3"/>
                </a:moveTo>
                <a:lnTo>
                  <a:pt x="54" y="52"/>
                </a:lnTo>
                <a:lnTo>
                  <a:pt x="46" y="19"/>
                </a:lnTo>
                <a:lnTo>
                  <a:pt x="72" y="0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Freeform 57">
            <a:extLst>
              <a:ext uri="{FF2B5EF4-FFF2-40B4-BE49-F238E27FC236}">
                <a16:creationId xmlns:a16="http://schemas.microsoft.com/office/drawing/2014/main" id="{8667265E-7D3D-F697-3230-2993E7FB9A65}"/>
              </a:ext>
            </a:extLst>
          </p:cNvPr>
          <p:cNvSpPr>
            <a:spLocks/>
          </p:cNvSpPr>
          <p:nvPr/>
        </p:nvSpPr>
        <p:spPr bwMode="auto">
          <a:xfrm flipV="1">
            <a:off x="5067301" y="4024313"/>
            <a:ext cx="114300" cy="82550"/>
          </a:xfrm>
          <a:custGeom>
            <a:avLst/>
            <a:gdLst>
              <a:gd name="T0" fmla="*/ 0 w 68"/>
              <a:gd name="T1" fmla="*/ 46 h 49"/>
              <a:gd name="T2" fmla="*/ 51 w 68"/>
              <a:gd name="T3" fmla="*/ 0 h 49"/>
              <a:gd name="T4" fmla="*/ 43 w 68"/>
              <a:gd name="T5" fmla="*/ 31 h 49"/>
              <a:gd name="T6" fmla="*/ 68 w 68"/>
              <a:gd name="T7" fmla="*/ 49 h 49"/>
              <a:gd name="T8" fmla="*/ 0 w 68"/>
              <a:gd name="T9" fmla="*/ 4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" h="49">
                <a:moveTo>
                  <a:pt x="0" y="46"/>
                </a:moveTo>
                <a:lnTo>
                  <a:pt x="51" y="0"/>
                </a:lnTo>
                <a:lnTo>
                  <a:pt x="43" y="31"/>
                </a:lnTo>
                <a:lnTo>
                  <a:pt x="68" y="49"/>
                </a:lnTo>
                <a:lnTo>
                  <a:pt x="0" y="46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D66753D-C726-BDB2-0ACD-0991B51D0A48}"/>
                  </a:ext>
                </a:extLst>
              </p:cNvPr>
              <p:cNvSpPr txBox="1"/>
              <p:nvPr/>
            </p:nvSpPr>
            <p:spPr>
              <a:xfrm>
                <a:off x="5754665" y="3214395"/>
                <a:ext cx="7271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D66753D-C726-BDB2-0ACD-0991B51D0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665" y="3214395"/>
                <a:ext cx="72712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1C389DC-6E65-45BA-4083-4C7143EC1EE7}"/>
                  </a:ext>
                </a:extLst>
              </p:cNvPr>
              <p:cNvSpPr txBox="1"/>
              <p:nvPr/>
            </p:nvSpPr>
            <p:spPr>
              <a:xfrm>
                <a:off x="5728788" y="4205288"/>
                <a:ext cx="6882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1C389DC-6E65-45BA-4083-4C7143EC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788" y="4205288"/>
                <a:ext cx="6882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44E6C4C-5F82-2A98-15F5-9E0C27CCD73D}"/>
                  </a:ext>
                </a:extLst>
              </p:cNvPr>
              <p:cNvSpPr txBox="1"/>
              <p:nvPr/>
            </p:nvSpPr>
            <p:spPr>
              <a:xfrm>
                <a:off x="4339348" y="4633888"/>
                <a:ext cx="6882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44E6C4C-5F82-2A98-15F5-9E0C27CCD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348" y="4633888"/>
                <a:ext cx="68826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2FF8F98-D2C3-0DA2-6F09-CD5CE8FDF832}"/>
                  </a:ext>
                </a:extLst>
              </p:cNvPr>
              <p:cNvSpPr txBox="1"/>
              <p:nvPr/>
            </p:nvSpPr>
            <p:spPr>
              <a:xfrm>
                <a:off x="2937623" y="4213397"/>
                <a:ext cx="721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𝑐𝑟𝑖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2FF8F98-D2C3-0DA2-6F09-CD5CE8FDF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623" y="4213397"/>
                <a:ext cx="72180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4A3F46E-4842-E0B0-84C2-1B0842E86D08}"/>
                  </a:ext>
                </a:extLst>
              </p:cNvPr>
              <p:cNvSpPr txBox="1"/>
              <p:nvPr/>
            </p:nvSpPr>
            <p:spPr>
              <a:xfrm>
                <a:off x="3003929" y="3220006"/>
                <a:ext cx="6882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4A3F46E-4842-E0B0-84C2-1B0842E86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929" y="3220006"/>
                <a:ext cx="68826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6111"/>
            <a:ext cx="8210939" cy="1143000"/>
          </a:xfrm>
        </p:spPr>
        <p:txBody>
          <a:bodyPr>
            <a:normAutofit fontScale="90000"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בנייה: אוטומט </a:t>
            </a:r>
            <a:r>
              <a:rPr lang="en-US" dirty="0"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מוכלל לחיתוך בין שפות של אוטומטי </a:t>
            </a:r>
            <a:r>
              <a:rPr lang="en-US" dirty="0"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	 מוכללים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81001" y="1524000"/>
                <a:ext cx="7868642" cy="460638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האוטומטים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b="0" i="1" smtClean="0">
                            <a:latin typeface="Cambria Math"/>
                          </a:rPr>
                          <m:t>𝒢</m:t>
                        </m:r>
                      </m:e>
                      <m:sub>
                        <m:r>
                          <a:rPr lang="he-IL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he-IL" sz="2000" b="0" i="1" smtClean="0">
                        <a:latin typeface="Cambria Math"/>
                      </a:rPr>
                      <m:t>=〈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Σ</m:t>
                    </m:r>
                    <m:r>
                      <a:rPr lang="en-US" sz="20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01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〉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ו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i="1">
                            <a:latin typeface="Cambria Math"/>
                          </a:rPr>
                          <m:t>𝒢</m:t>
                        </m:r>
                      </m:e>
                      <m:sub>
                        <m:r>
                          <a:rPr lang="he-IL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he-IL" sz="2000" i="1">
                        <a:latin typeface="Cambria Math"/>
                      </a:rPr>
                      <m:t>=〈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2000">
                        <a:latin typeface="Cambria Math"/>
                      </a:rPr>
                      <m:t>Σ</m:t>
                    </m:r>
                    <m:r>
                      <a:rPr lang="en-US" sz="2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ℱ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〉</m:t>
                    </m:r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נגדיר: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0" i="1" smtClean="0">
                          <a:latin typeface="Cambria Math"/>
                        </a:rPr>
                        <m:t>𝒢</m:t>
                      </m:r>
                      <m:r>
                        <a:rPr lang="he-IL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𝒢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𝒢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=〈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Σ</m:t>
                      </m:r>
                      <m:r>
                        <a:rPr lang="en-US" sz="2000" b="0" i="1" smtClean="0">
                          <a:latin typeface="Cambria Math"/>
                        </a:rPr>
                        <m:t>,</m:t>
                      </m:r>
                      <m:r>
                        <a:rPr lang="en-US" sz="2000" b="0" i="1" smtClean="0">
                          <a:latin typeface="Cambria Math"/>
                        </a:rPr>
                        <m:t>𝛿</m:t>
                      </m:r>
                      <m:r>
                        <a:rPr lang="en-US" sz="2000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01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02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,</m:t>
                      </m:r>
                      <m:r>
                        <a:rPr lang="en-US" sz="2000" b="0" i="1" smtClean="0">
                          <a:latin typeface="Cambria Math"/>
                        </a:rPr>
                        <m:t>ℱ</m:t>
                      </m:r>
                      <m:r>
                        <a:rPr lang="en-US" sz="2000" b="0" i="1" smtClean="0">
                          <a:latin typeface="Cambria Math"/>
                        </a:rPr>
                        <m:t>〉</m:t>
                      </m:r>
                    </m:oMath>
                  </m:oMathPara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endParaRPr lang="he-IL" sz="2000" baseline="-25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באשר יחס המעברים 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𝛿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מוגדר ע"י כלל ההיסק:</a:t>
                </a: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ותנאי הקבלה מוגדר ע"י:</a:t>
                </a:r>
              </a:p>
              <a:p>
                <a:pPr algn="ctr"/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1524000"/>
                <a:ext cx="7868642" cy="4606389"/>
              </a:xfrm>
              <a:prstGeom prst="rect">
                <a:avLst/>
              </a:prstGeom>
              <a:blipFill>
                <a:blip r:embed="rId4"/>
                <a:stretch>
                  <a:fillRect t="-661" r="-853" b="-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-3261634" y="3827194"/>
            <a:ext cx="2807999" cy="828000"/>
          </a:xfrm>
          <a:prstGeom prst="rect">
            <a:avLst/>
          </a:prstGeom>
        </p:spPr>
      </p:pic>
      <p:pic>
        <p:nvPicPr>
          <p:cNvPr id="16" name="Picture 15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rcRect l="-2715" t="-44444" r="-2715" b="-44444"/>
          <a:stretch>
            <a:fillRect/>
          </a:stretch>
        </p:blipFill>
        <p:spPr bwMode="auto">
          <a:xfrm>
            <a:off x="-5912870" y="5525784"/>
            <a:ext cx="5524529" cy="604605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888340" y="2885202"/>
            <a:ext cx="17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אוטומט המכפלה</a:t>
            </a:r>
            <a:endParaRPr lang="en-US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D06B47-1047-6FC9-5CAE-AFEDCF13D2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8473" y="3847321"/>
            <a:ext cx="2710332" cy="1003827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D31728A-A95A-3176-2E10-2BBE4C820E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425" y="5794009"/>
            <a:ext cx="6630325" cy="46679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9344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דוגמה לחיתוך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20" name="Picture 19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840972" y="1219200"/>
            <a:ext cx="2038393" cy="1194471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075" dir="2700958" rotWithShape="0">
              <a:srgbClr val="000000">
                <a:alpha val="40000"/>
              </a:srgbClr>
            </a:outerShdw>
          </a:effectLst>
        </p:spPr>
      </p:pic>
      <p:pic>
        <p:nvPicPr>
          <p:cNvPr id="22" name="Picture 21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6330107" y="1219200"/>
            <a:ext cx="2022507" cy="1185162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073" dir="2701033" rotWithShape="0">
              <a:srgbClr val="000000">
                <a:alpha val="4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1153443" y="2514600"/>
            <a:ext cx="132279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אינסוף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-ים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2073" y="2514600"/>
            <a:ext cx="130676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אינסוף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B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-ים</a:t>
            </a:r>
          </a:p>
        </p:txBody>
      </p:sp>
      <p:pic>
        <p:nvPicPr>
          <p:cNvPr id="24" name="Picture 23" descr="TP_tmp.em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524000" y="3252216"/>
            <a:ext cx="2262976" cy="3002275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052" dir="2701819" rotWithShape="0">
              <a:srgbClr val="000000">
                <a:alpha val="40000"/>
              </a:srgbClr>
            </a:outerShdw>
          </a:effectLst>
        </p:spPr>
      </p:pic>
      <p:sp>
        <p:nvSpPr>
          <p:cNvPr id="25" name="TextBox 24"/>
          <p:cNvSpPr txBox="1"/>
          <p:nvPr/>
        </p:nvSpPr>
        <p:spPr>
          <a:xfrm>
            <a:off x="1550074" y="6275832"/>
            <a:ext cx="203132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G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עבור החיתוך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5179" y="6300216"/>
            <a:ext cx="187262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עבור החיתוך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5029200" y="3657600"/>
                <a:ext cx="990600" cy="990600"/>
              </a:xfrm>
              <a:prstGeom prst="ellipse">
                <a:avLst/>
              </a:prstGeom>
              <a:solidFill>
                <a:srgbClr val="FFFACC"/>
              </a:solidFill>
              <a:ln w="76200" cmpd="dbl"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0" rIns="0"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r>
                        <a:rPr lang="en-US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3657600"/>
                <a:ext cx="990600" cy="9906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76200" cmpd="dbl"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/>
              <p:cNvSpPr/>
              <p:nvPr/>
            </p:nvSpPr>
            <p:spPr>
              <a:xfrm>
                <a:off x="7112508" y="3657600"/>
                <a:ext cx="990600" cy="990600"/>
              </a:xfrm>
              <a:prstGeom prst="ellipse">
                <a:avLst/>
              </a:prstGeom>
              <a:solidFill>
                <a:srgbClr val="FFFACC"/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0" rIns="0"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r>
                        <a:rPr lang="en-US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6" name="Oval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508" y="3657600"/>
                <a:ext cx="990600" cy="9906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/>
              <p:cNvSpPr/>
              <p:nvPr/>
            </p:nvSpPr>
            <p:spPr>
              <a:xfrm>
                <a:off x="5029200" y="5105400"/>
                <a:ext cx="990600" cy="990600"/>
              </a:xfrm>
              <a:prstGeom prst="ellipse">
                <a:avLst/>
              </a:prstGeom>
              <a:solidFill>
                <a:srgbClr val="FFFACC"/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0" rIns="0"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" name="Oval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5105400"/>
                <a:ext cx="990600" cy="9906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7112508" y="5105400"/>
                <a:ext cx="990600" cy="990600"/>
              </a:xfrm>
              <a:prstGeom prst="ellipse">
                <a:avLst/>
              </a:prstGeom>
              <a:solidFill>
                <a:srgbClr val="FFFACC"/>
              </a:solidFill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0" rIns="0"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508" y="5105400"/>
                <a:ext cx="990600" cy="9906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6" idx="2"/>
          </p:cNvCxnSpPr>
          <p:nvPr/>
        </p:nvCxnSpPr>
        <p:spPr>
          <a:xfrm>
            <a:off x="4648200" y="4152900"/>
            <a:ext cx="381000" cy="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4"/>
            <a:endCxn id="18" idx="0"/>
          </p:cNvCxnSpPr>
          <p:nvPr/>
        </p:nvCxnSpPr>
        <p:spPr>
          <a:xfrm>
            <a:off x="5524500" y="4648200"/>
            <a:ext cx="0" cy="45720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008552" y="4343400"/>
            <a:ext cx="1332808" cy="83820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6" idx="2"/>
            <a:endCxn id="6" idx="6"/>
          </p:cNvCxnSpPr>
          <p:nvPr/>
        </p:nvCxnSpPr>
        <p:spPr>
          <a:xfrm flipH="1">
            <a:off x="6019800" y="4152900"/>
            <a:ext cx="1092708" cy="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16" idx="6"/>
            <a:endCxn id="16" idx="0"/>
          </p:cNvCxnSpPr>
          <p:nvPr/>
        </p:nvCxnSpPr>
        <p:spPr>
          <a:xfrm flipH="1" flipV="1">
            <a:off x="7607808" y="3657600"/>
            <a:ext cx="495300" cy="495300"/>
          </a:xfrm>
          <a:prstGeom prst="curvedConnector4">
            <a:avLst>
              <a:gd name="adj1" fmla="val -46154"/>
              <a:gd name="adj2" fmla="val 146154"/>
            </a:avLst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458416" y="3810000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𝐵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416" y="3810000"/>
                <a:ext cx="247184" cy="369332"/>
              </a:xfrm>
              <a:prstGeom prst="rect">
                <a:avLst/>
              </a:prstGeom>
              <a:blipFill>
                <a:blip r:embed="rId12"/>
                <a:stretch>
                  <a:fillRect t="-8197" r="-829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363416" y="3581400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𝐴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16" y="3581400"/>
                <a:ext cx="247184" cy="369332"/>
              </a:xfrm>
              <a:prstGeom prst="rect">
                <a:avLst/>
              </a:prstGeom>
              <a:blipFill>
                <a:blip r:embed="rId13"/>
                <a:stretch>
                  <a:fillRect t="-10000" r="-756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159902" y="4659868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𝐵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902" y="4659868"/>
                <a:ext cx="247184" cy="369332"/>
              </a:xfrm>
              <a:prstGeom prst="rect">
                <a:avLst/>
              </a:prstGeom>
              <a:blipFill>
                <a:blip r:embed="rId14"/>
                <a:stretch>
                  <a:fillRect t="-8197" r="-829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687016" y="4419600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𝐴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016" y="4419600"/>
                <a:ext cx="247184" cy="369332"/>
              </a:xfrm>
              <a:prstGeom prst="rect">
                <a:avLst/>
              </a:prstGeom>
              <a:blipFill>
                <a:blip r:embed="rId15"/>
                <a:stretch>
                  <a:fillRect t="-8197" r="-7561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cxnSpLocks/>
            <a:endCxn id="6" idx="5"/>
          </p:cNvCxnSpPr>
          <p:nvPr/>
        </p:nvCxnSpPr>
        <p:spPr>
          <a:xfrm flipH="1" flipV="1">
            <a:off x="5874730" y="4503130"/>
            <a:ext cx="1288070" cy="85248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247540" y="4964668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𝐵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540" y="4964668"/>
                <a:ext cx="247184" cy="369332"/>
              </a:xfrm>
              <a:prstGeom prst="rect">
                <a:avLst/>
              </a:prstGeom>
              <a:blipFill>
                <a:blip r:embed="rId16"/>
                <a:stretch>
                  <a:fillRect t="-8197" r="-85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>
            <a:stCxn id="18" idx="6"/>
            <a:endCxn id="19" idx="2"/>
          </p:cNvCxnSpPr>
          <p:nvPr/>
        </p:nvCxnSpPr>
        <p:spPr>
          <a:xfrm>
            <a:off x="6019800" y="5600700"/>
            <a:ext cx="1092708" cy="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18" idx="4"/>
            <a:endCxn id="18" idx="2"/>
          </p:cNvCxnSpPr>
          <p:nvPr/>
        </p:nvCxnSpPr>
        <p:spPr>
          <a:xfrm rot="5400000" flipH="1">
            <a:off x="5029200" y="5600700"/>
            <a:ext cx="495300" cy="495300"/>
          </a:xfrm>
          <a:prstGeom prst="curvedConnector4">
            <a:avLst>
              <a:gd name="adj1" fmla="val -46154"/>
              <a:gd name="adj2" fmla="val 146154"/>
            </a:avLst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4495800" y="5726668"/>
                <a:ext cx="40568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𝐵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726668"/>
                <a:ext cx="405688" cy="369332"/>
              </a:xfrm>
              <a:prstGeom prst="rect">
                <a:avLst/>
              </a:prstGeom>
              <a:blipFill>
                <a:blip r:embed="rId17"/>
                <a:stretch>
                  <a:fillRect t="-8197" r="-196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399940" y="5562600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𝐴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940" y="5562600"/>
                <a:ext cx="247184" cy="369332"/>
              </a:xfrm>
              <a:prstGeom prst="rect">
                <a:avLst/>
              </a:prstGeom>
              <a:blipFill>
                <a:blip r:embed="rId18"/>
                <a:stretch>
                  <a:fillRect t="-10000" r="-8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19" idx="0"/>
            <a:endCxn id="16" idx="4"/>
          </p:cNvCxnSpPr>
          <p:nvPr/>
        </p:nvCxnSpPr>
        <p:spPr>
          <a:xfrm flipV="1">
            <a:off x="7607808" y="4648200"/>
            <a:ext cx="0" cy="457200"/>
          </a:xfrm>
          <a:prstGeom prst="straightConnector1">
            <a:avLst/>
          </a:prstGeom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677616" y="4659868"/>
                <a:ext cx="24718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𝐴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616" y="4659868"/>
                <a:ext cx="247184" cy="369332"/>
              </a:xfrm>
              <a:prstGeom prst="rect">
                <a:avLst/>
              </a:prstGeom>
              <a:blipFill>
                <a:blip r:embed="rId19"/>
                <a:stretch>
                  <a:fillRect t="-8197" r="-7804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556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מ-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GNBA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ל-</a:t>
            </a:r>
            <a:r>
              <a:rPr lang="en-US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endParaRPr lang="he-IL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143000" y="1567190"/>
                <a:ext cx="6858000" cy="3708400"/>
              </a:xfr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normAutofit fontScale="92500"/>
              </a:bodyPr>
              <a:lstStyle/>
              <a:p>
                <a:pPr marL="273050" indent="-95250">
                  <a:lnSpc>
                    <a:spcPct val="200000"/>
                  </a:lnSpc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משפט: עבור כל 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𝒢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קיים  </a:t>
                </a:r>
                <a:r>
                  <a:rPr lang="en-US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כך ש-</a:t>
                </a:r>
              </a:p>
              <a:p>
                <a:pPr marL="273050" indent="-95250" algn="ctr" rtl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0" i="1" smtClean="0"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𝒢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𝒜</m:t>
                          </m:r>
                        </m:e>
                      </m:d>
                    </m:oMath>
                  </m:oMathPara>
                </a14:m>
                <a:endParaRPr lang="en-US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3050" indent="-95250" algn="ctr" rtl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𝒜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𝒪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𝒢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ℱ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3050" indent="-95250">
                  <a:lnSpc>
                    <a:spcPct val="200000"/>
                  </a:lnSpc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ℱ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הקבוצות המקבלות ב-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𝒢</m:t>
                    </m:r>
                  </m:oMath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143000" y="1567190"/>
                <a:ext cx="6858000" cy="3708400"/>
              </a:xfr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219200" y="5872490"/>
            <a:ext cx="7162800" cy="52322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מסקנה: </a:t>
            </a:r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GNBA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 ו </a:t>
            </a:r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 בעלי אותה יכולת ביטוי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77959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לֶמָה מרכזית בהוכחה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66775" y="4267200"/>
                <a:ext cx="7296727" cy="2293494"/>
              </a:xfr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>
                <a:noAutofit/>
              </a:bodyPr>
              <a:lstStyle/>
              <a:p>
                <a:pPr marL="0" indent="0">
                  <a:spcAft>
                    <a:spcPts val="18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 ריצה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…∈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וקבוצה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sz="2400" i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מתקיים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</m:e>
                      <m:lim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Low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/>
                      </a:rPr>
                      <m:t>𝑖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/>
                      </a:rPr>
                      <m:t> .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/>
                      </a:rPr>
                      <m:t>∈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</a:t>
                </a:r>
              </a:p>
              <a:p>
                <a:pPr marL="0" indent="0" algn="ctr">
                  <a:buNone/>
                </a:pPr>
                <a:r>
                  <a:rPr lang="he-IL" sz="2400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קיימים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he-IL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he-IL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⋅⋅⋅</m:t>
                    </m:r>
                  </m:oMath>
                </a14:m>
                <a: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66775" y="4267200"/>
                <a:ext cx="7296727" cy="2293494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18576" y="1103013"/>
                <a:ext cx="7310578" cy="98488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marL="717550" indent="-717550" algn="ctr"/>
                <a: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איברי קבוצה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מופיעים לעיתים תכופות בסדרה אינסופית</a:t>
                </a:r>
              </a:p>
              <a:p>
                <a:pPr marL="717550" indent="-717550" algn="ctr"/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אם ורק אם </a:t>
                </a:r>
                <a:br>
                  <a:rPr lang="en-US" sz="20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הסדרה היא מהצורה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b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Gisha" panose="020B0502040204020203" pitchFamily="34" charset="-79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Gisha" panose="020B0502040204020203" pitchFamily="34" charset="-79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Gisha" panose="020B0502040204020203" pitchFamily="34" charset="-79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he-IL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he-IL" sz="20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∗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…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∗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</m:oMath>
                </a14:m>
                <a:endParaRPr lang="he-IL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576" y="1103013"/>
                <a:ext cx="7310578" cy="9848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Image result for changing colors  colors animated gif"/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004" y="2457486"/>
            <a:ext cx="1625600" cy="12192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Isosceles Triangle 6"/>
          <p:cNvSpPr/>
          <p:nvPr/>
        </p:nvSpPr>
        <p:spPr>
          <a:xfrm>
            <a:off x="5257800" y="2952786"/>
            <a:ext cx="304800" cy="2286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829300" y="2940457"/>
            <a:ext cx="304800" cy="280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xagon 10"/>
          <p:cNvSpPr/>
          <p:nvPr/>
        </p:nvSpPr>
        <p:spPr>
          <a:xfrm>
            <a:off x="6429375" y="2952786"/>
            <a:ext cx="324966" cy="280143"/>
          </a:xfrm>
          <a:prstGeom prst="hexag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/>
          <p:cNvSpPr/>
          <p:nvPr/>
        </p:nvSpPr>
        <p:spPr>
          <a:xfrm>
            <a:off x="7049616" y="2940457"/>
            <a:ext cx="330200" cy="330200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856869" y="2882216"/>
                <a:ext cx="30602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∗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pPr>
                              <m:e>
                                <m:r>
                                  <a:rPr lang="he-IL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∗</m:t>
                                </m:r>
                                <m:r>
                                  <a:rPr lang="he-I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   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pPr>
                              <m:e>
                                <m:r>
                                  <a:rPr lang="he-IL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∗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pPr>
                              <m:e>
                                <m:r>
                                  <a:rPr lang="he-IL" b="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∗</m:t>
                                </m:r>
                                <m:r>
                                  <a:rPr lang="he-IL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         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/>
                  <a:t>  </a:t>
                </a:r>
                <a:endParaRPr lang="en-US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869" y="2882216"/>
                <a:ext cx="3060261" cy="369332"/>
              </a:xfrm>
              <a:prstGeom prst="rect">
                <a:avLst/>
              </a:prstGeom>
              <a:blipFill>
                <a:blip r:embed="rId5"/>
                <a:stretch>
                  <a:fillRect t="-10000" r="-39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259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77959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חידה?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B6A968-1FD7-A556-EEE8-FDB5B6C0F6B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52400" y="1275795"/>
            <a:ext cx="8915400" cy="4572000"/>
          </a:xfrm>
        </p:spPr>
        <p:txBody>
          <a:bodyPr>
            <a:normAutofit/>
          </a:bodyPr>
          <a:lstStyle/>
          <a:p>
            <a:pPr>
              <a:spcBef>
                <a:spcPts val="30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נתונות לנו 10 פרוצדורות, אחת לכל ספרה, כל אחת מהן קוראת ספרות מהקלט וחוזרת אלינו כשהיא מוצאת את הסיפרה שהיא מכירה.</a:t>
            </a:r>
          </a:p>
          <a:p>
            <a:pPr>
              <a:spcBef>
                <a:spcPts val="30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יש לנו גם פרוצדורה הגורמת להבהוב נורה.</a:t>
            </a:r>
          </a:p>
          <a:p>
            <a:pPr>
              <a:spcBef>
                <a:spcPts val="30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המשימה שלנו היא לכתוב פרוצדורה שמהבהבת את הנורה אינסוף פעמים אם ורק אם יש בקלט אינסוף מכל אחת מהספרות.</a:t>
            </a:r>
          </a:p>
          <a:p>
            <a:pPr>
              <a:spcBef>
                <a:spcPts val="30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כלומר, אם ורק אם אין ספרה שמופיעה רק מספר סופי של פעמים.</a:t>
            </a:r>
          </a:p>
          <a:p>
            <a:pPr>
              <a:spcBef>
                <a:spcPts val="3000"/>
              </a:spcBef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איך נממש את הפרוצדורה הזו?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AutoShape 2" descr="Generated from prompt">
            <a:extLst>
              <a:ext uri="{FF2B5EF4-FFF2-40B4-BE49-F238E27FC236}">
                <a16:creationId xmlns:a16="http://schemas.microsoft.com/office/drawing/2014/main" id="{FA56EF19-DE69-53D0-0811-94BB175BE3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4" descr="Generated from prompt">
            <a:extLst>
              <a:ext uri="{FF2B5EF4-FFF2-40B4-BE49-F238E27FC236}">
                <a16:creationId xmlns:a16="http://schemas.microsoft.com/office/drawing/2014/main" id="{29DC8084-F32F-BBC0-7904-35E194583B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 descr="A person sitting at a computer with his hands on his head&#10;&#10;Description automatically generated">
            <a:extLst>
              <a:ext uri="{FF2B5EF4-FFF2-40B4-BE49-F238E27FC236}">
                <a16:creationId xmlns:a16="http://schemas.microsoft.com/office/drawing/2014/main" id="{3B3B158A-7F43-29A7-E4EE-6FAA6EF22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27441" y1="51270" x2="31445" y2="49316"/>
                        <a14:backgroundMark x1="62988" y1="48047" x2="68262" y2="508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4552950"/>
            <a:ext cx="2476500" cy="2476500"/>
          </a:xfrm>
          <a:prstGeom prst="rect">
            <a:avLst/>
          </a:prstGeom>
        </p:spPr>
      </p:pic>
      <p:pic>
        <p:nvPicPr>
          <p:cNvPr id="21" name="Picture 20" descr="A cartoon of a person pointing at a number&#10;&#10;Description automatically generated">
            <a:extLst>
              <a:ext uri="{FF2B5EF4-FFF2-40B4-BE49-F238E27FC236}">
                <a16:creationId xmlns:a16="http://schemas.microsoft.com/office/drawing/2014/main" id="{BDB48409-7B3F-B3B2-FD4B-32AF25643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4388" y="4724400"/>
            <a:ext cx="1752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40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תרגום אוטומט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GNBA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לאוטומט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רעיון הבנייה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Cloud 7"/>
          <p:cNvSpPr/>
          <p:nvPr/>
        </p:nvSpPr>
        <p:spPr>
          <a:xfrm>
            <a:off x="727850" y="1524000"/>
            <a:ext cx="2057400" cy="1905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Cloud 8"/>
          <p:cNvSpPr/>
          <p:nvPr/>
        </p:nvSpPr>
        <p:spPr>
          <a:xfrm>
            <a:off x="3242450" y="1524000"/>
            <a:ext cx="2057400" cy="1905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loud 9"/>
              <p:cNvSpPr/>
              <p:nvPr/>
            </p:nvSpPr>
            <p:spPr>
              <a:xfrm>
                <a:off x="1219200" y="2438400"/>
                <a:ext cx="762000" cy="685800"/>
              </a:xfrm>
              <a:prstGeom prst="cloud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𝐹</m:t>
                      </m:r>
                      <m:r>
                        <a:rPr lang="he-IL" b="0" i="1" baseline="-2500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0</m:t>
                      </m:r>
                    </m:oMath>
                  </m:oMathPara>
                </a14:m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Cloud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438400"/>
                <a:ext cx="762000" cy="685800"/>
              </a:xfrm>
              <a:prstGeom prst="clou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loud 10"/>
              <p:cNvSpPr/>
              <p:nvPr/>
            </p:nvSpPr>
            <p:spPr>
              <a:xfrm>
                <a:off x="4191000" y="1828800"/>
                <a:ext cx="762000" cy="685800"/>
              </a:xfrm>
              <a:prstGeom prst="cloud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𝐹</m:t>
                      </m:r>
                      <m:r>
                        <a:rPr lang="he-IL" b="0" i="1" baseline="-2500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1</m:t>
                      </m:r>
                    </m:oMath>
                  </m:oMathPara>
                </a14:m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Cloud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1828800"/>
                <a:ext cx="762000" cy="685800"/>
              </a:xfrm>
              <a:prstGeom prst="cloud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loud 11"/>
          <p:cNvSpPr/>
          <p:nvPr/>
        </p:nvSpPr>
        <p:spPr>
          <a:xfrm>
            <a:off x="6705600" y="1447800"/>
            <a:ext cx="2057400" cy="1905000"/>
          </a:xfrm>
          <a:prstGeom prst="cloud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loud 12"/>
              <p:cNvSpPr/>
              <p:nvPr/>
            </p:nvSpPr>
            <p:spPr>
              <a:xfrm>
                <a:off x="7660760" y="2254187"/>
                <a:ext cx="777845" cy="685800"/>
              </a:xfrm>
              <a:prstGeom prst="cloud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𝐹</m:t>
                      </m:r>
                      <m:r>
                        <a:rPr lang="en-US" i="1" baseline="-25000" dirty="0" err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𝑘</m:t>
                      </m:r>
                      <m:r>
                        <m:rPr>
                          <m:nor/>
                        </m:rPr>
                        <a:rPr lang="he-IL" b="0" i="0" baseline="-2500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−</m:t>
                      </m:r>
                      <m:r>
                        <a:rPr lang="he-IL" b="0" i="1" baseline="-2500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1</m:t>
                      </m:r>
                    </m:oMath>
                  </m:oMathPara>
                </a14:m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Cloud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760" y="2254187"/>
                <a:ext cx="777845" cy="685800"/>
              </a:xfrm>
              <a:prstGeom prst="cloud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loud 13"/>
              <p:cNvSpPr/>
              <p:nvPr/>
            </p:nvSpPr>
            <p:spPr>
              <a:xfrm>
                <a:off x="1676400" y="1752600"/>
                <a:ext cx="762000" cy="533400"/>
              </a:xfrm>
              <a:prstGeom prst="cloud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𝑄</m:t>
                      </m:r>
                      <m:r>
                        <a:rPr lang="en-US" i="1" baseline="-25000" dirty="0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0</m:t>
                      </m:r>
                    </m:oMath>
                  </m:oMathPara>
                </a14:m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Cloud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1752600"/>
                <a:ext cx="762000" cy="533400"/>
              </a:xfrm>
              <a:prstGeom prst="cloud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1752600" y="2438400"/>
            <a:ext cx="2133600" cy="3427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37" idx="3"/>
          </p:cNvCxnSpPr>
          <p:nvPr/>
        </p:nvCxnSpPr>
        <p:spPr>
          <a:xfrm flipV="1">
            <a:off x="6345766" y="2286000"/>
            <a:ext cx="1121834" cy="879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914400" y="1295400"/>
            <a:ext cx="914400" cy="685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813249" y="2143125"/>
                <a:ext cx="532517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400" b="1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⋯</m:t>
                      </m:r>
                    </m:oMath>
                  </m:oMathPara>
                </a14:m>
                <a:endParaRPr lang="he-IL" sz="2400" b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249" y="2143125"/>
                <a:ext cx="532517" cy="461665"/>
              </a:xfrm>
              <a:prstGeom prst="rect">
                <a:avLst/>
              </a:prstGeom>
              <a:blipFill>
                <a:blip r:embed="rId6"/>
                <a:stretch>
                  <a:fillRect t="-12000" r="-25287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5998" y="4131334"/>
                <a:ext cx="8915400" cy="83099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בונים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FF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עותקים של ה-</a:t>
                </a:r>
                <a:r>
                  <a:rPr lang="en-US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ועוברים מהעותק ה-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𝑖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לעותק ה-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/>
                      </a:rPr>
                      <m:t>(</m:t>
                    </m:r>
                    <m:r>
                      <a:rPr lang="en-US" sz="2000" i="1">
                        <a:latin typeface="Cambria Math"/>
                      </a:rPr>
                      <m:t>𝑖</m:t>
                    </m:r>
                    <m:r>
                      <m:rPr>
                        <m:nor/>
                      </m:rPr>
                      <a:rPr lang="en-US" sz="2000" i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+</m:t>
                    </m:r>
                    <m:r>
                      <a:rPr lang="en-US" sz="2000" i="1">
                        <a:latin typeface="Cambria Math"/>
                      </a:rPr>
                      <m:t>1</m:t>
                    </m:r>
                    <m:r>
                      <a:rPr lang="en-US" sz="2000" i="1">
                        <a:latin typeface="Cambria Math"/>
                      </a:rPr>
                      <m:t>)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ביציאה מ-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המצבים המקבלים ב-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he-IL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בעותק הראשון. ההתחלתיים הם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he-IL" sz="20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בעותק הראשון.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98" y="4131334"/>
                <a:ext cx="8915400" cy="830997"/>
              </a:xfrm>
              <a:prstGeom prst="rect">
                <a:avLst/>
              </a:prstGeom>
              <a:blipFill>
                <a:blip r:embed="rId7"/>
                <a:stretch>
                  <a:fillRect l="-957" t="-735" r="-205" b="-88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8374" y="5359063"/>
                <a:ext cx="8600624" cy="36933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none" rtlCol="1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מבקרים בכל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אינסוף פעמים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/>
                      </a:rPr>
                      <m:t>⇔</m:t>
                    </m:r>
                    <m:r>
                      <a:rPr lang="en-US" b="0" i="1" smtClean="0">
                        <a:latin typeface="Cambria Math"/>
                      </a:rPr>
                      <m:t> 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מבקרים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אח"כ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he-IL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ושוב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וחוזר חלילה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74" y="5359063"/>
                <a:ext cx="860062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3810000" y="5791200"/>
            <a:ext cx="0" cy="2286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752600" y="6000929"/>
                <a:ext cx="3886200" cy="64633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ייתכן שבין הביקורים האלה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he-I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he-I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נבקר גם בקבוצות אחרות</a:t>
                </a: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6000929"/>
                <a:ext cx="3886200" cy="646331"/>
              </a:xfrm>
              <a:prstGeom prst="rect">
                <a:avLst/>
              </a:prstGeom>
              <a:blipFill>
                <a:blip r:embed="rId9"/>
                <a:stretch>
                  <a:fillRect l="-314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>
            <a:endCxn id="37" idx="1"/>
          </p:cNvCxnSpPr>
          <p:nvPr/>
        </p:nvCxnSpPr>
        <p:spPr>
          <a:xfrm>
            <a:off x="4724401" y="2143125"/>
            <a:ext cx="1088848" cy="2308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Freeform 33"/>
          <p:cNvSpPr/>
          <p:nvPr/>
        </p:nvSpPr>
        <p:spPr>
          <a:xfrm>
            <a:off x="2246811" y="2870433"/>
            <a:ext cx="5867400" cy="744214"/>
          </a:xfrm>
          <a:custGeom>
            <a:avLst/>
            <a:gdLst>
              <a:gd name="connsiteX0" fmla="*/ 0 w 5534025"/>
              <a:gd name="connsiteY0" fmla="*/ 0 h 787512"/>
              <a:gd name="connsiteX1" fmla="*/ 628650 w 5534025"/>
              <a:gd name="connsiteY1" fmla="*/ 600075 h 787512"/>
              <a:gd name="connsiteX2" fmla="*/ 2562225 w 5534025"/>
              <a:gd name="connsiteY2" fmla="*/ 781050 h 787512"/>
              <a:gd name="connsiteX3" fmla="*/ 4514850 w 5534025"/>
              <a:gd name="connsiteY3" fmla="*/ 676275 h 787512"/>
              <a:gd name="connsiteX4" fmla="*/ 5534025 w 5534025"/>
              <a:gd name="connsiteY4" fmla="*/ 38100 h 787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34025" h="787512">
                <a:moveTo>
                  <a:pt x="0" y="0"/>
                </a:moveTo>
                <a:cubicBezTo>
                  <a:pt x="100806" y="234950"/>
                  <a:pt x="201613" y="469900"/>
                  <a:pt x="628650" y="600075"/>
                </a:cubicBezTo>
                <a:cubicBezTo>
                  <a:pt x="1055687" y="730250"/>
                  <a:pt x="1914525" y="768350"/>
                  <a:pt x="2562225" y="781050"/>
                </a:cubicBezTo>
                <a:cubicBezTo>
                  <a:pt x="3209925" y="793750"/>
                  <a:pt x="4019550" y="800100"/>
                  <a:pt x="4514850" y="676275"/>
                </a:cubicBezTo>
                <a:cubicBezTo>
                  <a:pt x="5010150" y="552450"/>
                  <a:pt x="5272087" y="295275"/>
                  <a:pt x="5534025" y="38100"/>
                </a:cubicBezTo>
              </a:path>
            </a:pathLst>
          </a:custGeom>
          <a:ln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50</a:t>
            </a:fld>
            <a:endParaRPr lang="he-IL"/>
          </a:p>
        </p:txBody>
      </p:sp>
      <p:sp>
        <p:nvSpPr>
          <p:cNvPr id="9" name="TextBox 8"/>
          <p:cNvSpPr txBox="1"/>
          <p:nvPr/>
        </p:nvSpPr>
        <p:spPr>
          <a:xfrm>
            <a:off x="1792224" y="5867400"/>
            <a:ext cx="522931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מהי השפה של ה</a:t>
            </a:r>
            <a:r>
              <a:rPr lang="en-US">
                <a:latin typeface="Gisha" panose="020B0502040204020203" pitchFamily="34" charset="-79"/>
                <a:ea typeface="+mj-ea"/>
                <a:cs typeface="Gisha" panose="020B0502040204020203" pitchFamily="34" charset="-79"/>
              </a:rPr>
              <a:t>GNBA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-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הזה?  איך נמיר אותו ל-</a:t>
            </a:r>
            <a:r>
              <a:rPr lang="en-US">
                <a:latin typeface="Gisha" panose="020B0502040204020203" pitchFamily="34" charset="-79"/>
                <a:ea typeface="+mj-ea"/>
                <a:cs typeface="Gisha" panose="020B0502040204020203" pitchFamily="34" charset="-79"/>
              </a:rPr>
              <a:t>NBA</a:t>
            </a:r>
            <a:r>
              <a:rPr lang="he-IL">
                <a:latin typeface="Gisha" panose="020B0502040204020203" pitchFamily="34" charset="-79"/>
                <a:ea typeface="+mj-ea"/>
                <a:cs typeface="Gisha" panose="020B0502040204020203" pitchFamily="34" charset="-79"/>
              </a:rPr>
              <a:t> ?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19720"/>
            <a:ext cx="7200000" cy="47784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76400" y="6296434"/>
                <a:ext cx="5809154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0000CC"/>
                          </a:solidFill>
                          <a:latin typeface="Consolas" panose="020B0609020204030204" pitchFamily="49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0000CC"/>
                          </a:solidFill>
                          <a:latin typeface="Consolas" panose="020B0609020204030204" pitchFamily="49" charset="0"/>
                        </a:rPr>
                        <m:t>ventually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rgbClr val="0000CC"/>
                              </a:solidFill>
                              <a:latin typeface="Consolas" panose="020B0609020204030204" pitchFamily="49" charset="0"/>
                            </a:rPr>
                            <m:t>next</m:t>
                          </m:r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0000CC"/>
                          </a:solidFill>
                          <a:latin typeface="Consolas" panose="020B0609020204030204" pitchFamily="49" charset="0"/>
                        </a:rPr>
                        <m:t>eventually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rgbClr val="0000CC"/>
                              </a:solidFill>
                              <a:latin typeface="Consolas" panose="020B0609020204030204" pitchFamily="49" charset="0"/>
                            </a:rPr>
                            <m:t>always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6296434"/>
                <a:ext cx="5809154" cy="404983"/>
              </a:xfrm>
              <a:prstGeom prst="rect">
                <a:avLst/>
              </a:prstGeom>
              <a:blipFill>
                <a:blip r:embed="rId3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4334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743200" y="4038600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038600"/>
                <a:ext cx="38266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/>
          <p:cNvGrpSpPr/>
          <p:nvPr/>
        </p:nvGrpSpPr>
        <p:grpSpPr>
          <a:xfrm>
            <a:off x="304801" y="724940"/>
            <a:ext cx="4587288" cy="3237460"/>
            <a:chOff x="1371600" y="1061740"/>
            <a:chExt cx="7687712" cy="4500860"/>
          </a:xfrm>
        </p:grpSpPr>
        <p:sp>
          <p:nvSpPr>
            <p:cNvPr id="5" name="Oval 4"/>
            <p:cNvSpPr/>
            <p:nvPr/>
          </p:nvSpPr>
          <p:spPr>
            <a:xfrm>
              <a:off x="5534025" y="1781175"/>
              <a:ext cx="533400" cy="533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Oval 7"/>
            <p:cNvSpPr/>
            <p:nvPr/>
          </p:nvSpPr>
          <p:spPr>
            <a:xfrm>
              <a:off x="3429000" y="1752600"/>
              <a:ext cx="533400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Oval 10"/>
            <p:cNvSpPr/>
            <p:nvPr/>
          </p:nvSpPr>
          <p:spPr>
            <a:xfrm>
              <a:off x="3343275" y="5029200"/>
              <a:ext cx="533400" cy="533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2" name="Oval 11"/>
            <p:cNvSpPr/>
            <p:nvPr/>
          </p:nvSpPr>
          <p:spPr>
            <a:xfrm>
              <a:off x="5486400" y="5029200"/>
              <a:ext cx="533400" cy="533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3" name="Oval 12"/>
            <p:cNvSpPr/>
            <p:nvPr/>
          </p:nvSpPr>
          <p:spPr>
            <a:xfrm>
              <a:off x="1371600" y="3048000"/>
              <a:ext cx="533400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4" name="Oval 13"/>
            <p:cNvSpPr/>
            <p:nvPr/>
          </p:nvSpPr>
          <p:spPr>
            <a:xfrm>
              <a:off x="7620000" y="3352800"/>
              <a:ext cx="533400" cy="5334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16" name="Elbow Connector 15"/>
            <p:cNvCxnSpPr>
              <a:stCxn id="8" idx="1"/>
              <a:endCxn id="8" idx="7"/>
            </p:cNvCxnSpPr>
            <p:nvPr/>
          </p:nvCxnSpPr>
          <p:spPr>
            <a:xfrm rot="5400000" flipH="1" flipV="1">
              <a:off x="3695700" y="1642130"/>
              <a:ext cx="12700" cy="377170"/>
            </a:xfrm>
            <a:prstGeom prst="bentConnector3">
              <a:avLst>
                <a:gd name="adj1" fmla="val 241507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8" idx="6"/>
              <a:endCxn id="5" idx="2"/>
            </p:cNvCxnSpPr>
            <p:nvPr/>
          </p:nvCxnSpPr>
          <p:spPr>
            <a:xfrm>
              <a:off x="3962400" y="2019300"/>
              <a:ext cx="1571625" cy="285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5" idx="5"/>
              <a:endCxn id="14" idx="1"/>
            </p:cNvCxnSpPr>
            <p:nvPr/>
          </p:nvCxnSpPr>
          <p:spPr>
            <a:xfrm>
              <a:off x="5989310" y="2236460"/>
              <a:ext cx="1708805" cy="11944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stCxn id="14" idx="7"/>
              <a:endCxn id="14" idx="6"/>
            </p:cNvCxnSpPr>
            <p:nvPr/>
          </p:nvCxnSpPr>
          <p:spPr>
            <a:xfrm rot="16200000" flipH="1">
              <a:off x="8020049" y="3486150"/>
              <a:ext cx="188585" cy="78115"/>
            </a:xfrm>
            <a:prstGeom prst="bentConnector4">
              <a:avLst>
                <a:gd name="adj1" fmla="val -162640"/>
                <a:gd name="adj2" fmla="val 39264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5" idx="4"/>
              <a:endCxn id="12" idx="0"/>
            </p:cNvCxnSpPr>
            <p:nvPr/>
          </p:nvCxnSpPr>
          <p:spPr>
            <a:xfrm flipH="1">
              <a:off x="5753100" y="2314575"/>
              <a:ext cx="47625" cy="27146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4" idx="3"/>
            </p:cNvCxnSpPr>
            <p:nvPr/>
          </p:nvCxnSpPr>
          <p:spPr>
            <a:xfrm flipH="1">
              <a:off x="5943600" y="3808085"/>
              <a:ext cx="1754515" cy="12973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>
              <a:stCxn id="12" idx="3"/>
              <a:endCxn id="12" idx="5"/>
            </p:cNvCxnSpPr>
            <p:nvPr/>
          </p:nvCxnSpPr>
          <p:spPr>
            <a:xfrm rot="16200000" flipH="1">
              <a:off x="5753100" y="5295900"/>
              <a:ext cx="12700" cy="377170"/>
            </a:xfrm>
            <a:prstGeom prst="bentConnector3">
              <a:avLst>
                <a:gd name="adj1" fmla="val 241507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1" idx="6"/>
              <a:endCxn id="12" idx="2"/>
            </p:cNvCxnSpPr>
            <p:nvPr/>
          </p:nvCxnSpPr>
          <p:spPr>
            <a:xfrm>
              <a:off x="3876675" y="5295900"/>
              <a:ext cx="16097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8" idx="4"/>
              <a:endCxn id="11" idx="0"/>
            </p:cNvCxnSpPr>
            <p:nvPr/>
          </p:nvCxnSpPr>
          <p:spPr>
            <a:xfrm flipH="1">
              <a:off x="3609975" y="2286000"/>
              <a:ext cx="85725" cy="2743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13" idx="5"/>
              <a:endCxn id="11" idx="1"/>
            </p:cNvCxnSpPr>
            <p:nvPr/>
          </p:nvCxnSpPr>
          <p:spPr>
            <a:xfrm>
              <a:off x="1826885" y="3503285"/>
              <a:ext cx="1594505" cy="16040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>
              <a:stCxn id="13" idx="1"/>
              <a:endCxn id="13" idx="7"/>
            </p:cNvCxnSpPr>
            <p:nvPr/>
          </p:nvCxnSpPr>
          <p:spPr>
            <a:xfrm rot="5400000" flipH="1" flipV="1">
              <a:off x="1638300" y="2937530"/>
              <a:ext cx="12700" cy="377170"/>
            </a:xfrm>
            <a:prstGeom prst="bentConnector3">
              <a:avLst>
                <a:gd name="adj1" fmla="val 241507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3287121" y="1061740"/>
                  <a:ext cx="701090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7121" y="1061740"/>
                  <a:ext cx="701090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48529" b="-2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6705600" y="2514600"/>
                  <a:ext cx="3788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5600" y="2514600"/>
                  <a:ext cx="3788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2432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7884376" y="2596376"/>
                  <a:ext cx="1174936" cy="5134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4376" y="2596376"/>
                  <a:ext cx="1174936" cy="51346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6629400" y="4419600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9400" y="4419600"/>
                  <a:ext cx="382669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432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5791200" y="3429000"/>
                  <a:ext cx="75161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200" y="3429000"/>
                  <a:ext cx="75161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068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4219312" y="4886790"/>
                  <a:ext cx="75161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9312" y="4886790"/>
                  <a:ext cx="751616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5068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3657600" y="3429000"/>
                  <a:ext cx="75161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600" y="3429000"/>
                  <a:ext cx="751616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5068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2590800" y="2590800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800" y="2590800"/>
                  <a:ext cx="382669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2105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2514600" y="3962400"/>
                  <a:ext cx="75161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962400"/>
                  <a:ext cx="75161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5068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1447800" y="2438400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7800" y="2438400"/>
                  <a:ext cx="382669" cy="369332"/>
                </a:xfrm>
                <a:prstGeom prst="rect">
                  <a:avLst/>
                </a:prstGeom>
                <a:blipFill>
                  <a:blip r:embed="rId12"/>
                  <a:stretch>
                    <a:fillRect r="-2105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Arrow Connector 60"/>
            <p:cNvCxnSpPr>
              <a:stCxn id="8" idx="3"/>
            </p:cNvCxnSpPr>
            <p:nvPr/>
          </p:nvCxnSpPr>
          <p:spPr>
            <a:xfrm flipH="1">
              <a:off x="1885950" y="2207885"/>
              <a:ext cx="1621165" cy="9925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endCxn id="8" idx="2"/>
            </p:cNvCxnSpPr>
            <p:nvPr/>
          </p:nvCxnSpPr>
          <p:spPr>
            <a:xfrm>
              <a:off x="2909889" y="2019300"/>
              <a:ext cx="51911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>
            <a:off x="4419600" y="2438400"/>
            <a:ext cx="4587289" cy="3200400"/>
            <a:chOff x="1371600" y="1113263"/>
            <a:chExt cx="7687714" cy="4449337"/>
          </a:xfrm>
        </p:grpSpPr>
        <p:sp>
          <p:nvSpPr>
            <p:cNvPr id="72" name="Oval 71"/>
            <p:cNvSpPr/>
            <p:nvPr/>
          </p:nvSpPr>
          <p:spPr>
            <a:xfrm>
              <a:off x="5534025" y="1781175"/>
              <a:ext cx="533400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3" name="Oval 72"/>
            <p:cNvSpPr/>
            <p:nvPr/>
          </p:nvSpPr>
          <p:spPr>
            <a:xfrm>
              <a:off x="3429000" y="1752600"/>
              <a:ext cx="533400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4" name="Oval 73"/>
            <p:cNvSpPr/>
            <p:nvPr/>
          </p:nvSpPr>
          <p:spPr>
            <a:xfrm>
              <a:off x="3343275" y="5029200"/>
              <a:ext cx="533400" cy="533400"/>
            </a:xfrm>
            <a:prstGeom prst="ellipse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5" name="Oval 74"/>
            <p:cNvSpPr/>
            <p:nvPr/>
          </p:nvSpPr>
          <p:spPr>
            <a:xfrm>
              <a:off x="5486400" y="5029200"/>
              <a:ext cx="533400" cy="533400"/>
            </a:xfrm>
            <a:prstGeom prst="ellipse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6" name="Oval 75"/>
            <p:cNvSpPr/>
            <p:nvPr/>
          </p:nvSpPr>
          <p:spPr>
            <a:xfrm>
              <a:off x="1371600" y="3048000"/>
              <a:ext cx="533400" cy="533400"/>
            </a:xfrm>
            <a:prstGeom prst="ellipse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77" name="Oval 76"/>
            <p:cNvSpPr/>
            <p:nvPr/>
          </p:nvSpPr>
          <p:spPr>
            <a:xfrm>
              <a:off x="7620000" y="3352800"/>
              <a:ext cx="533400" cy="5334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cxnSp>
          <p:nvCxnSpPr>
            <p:cNvPr id="78" name="Elbow Connector 77"/>
            <p:cNvCxnSpPr>
              <a:stCxn id="73" idx="1"/>
              <a:endCxn id="73" idx="7"/>
            </p:cNvCxnSpPr>
            <p:nvPr/>
          </p:nvCxnSpPr>
          <p:spPr>
            <a:xfrm rot="5400000" flipH="1" flipV="1">
              <a:off x="3695700" y="1642130"/>
              <a:ext cx="12700" cy="377170"/>
            </a:xfrm>
            <a:prstGeom prst="bentConnector3">
              <a:avLst>
                <a:gd name="adj1" fmla="val 241507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73" idx="6"/>
              <a:endCxn id="72" idx="2"/>
            </p:cNvCxnSpPr>
            <p:nvPr/>
          </p:nvCxnSpPr>
          <p:spPr>
            <a:xfrm>
              <a:off x="3962400" y="2019300"/>
              <a:ext cx="1571625" cy="2857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72" idx="5"/>
              <a:endCxn id="77" idx="1"/>
            </p:cNvCxnSpPr>
            <p:nvPr/>
          </p:nvCxnSpPr>
          <p:spPr>
            <a:xfrm>
              <a:off x="5989310" y="2236460"/>
              <a:ext cx="1708805" cy="11944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/>
            <p:cNvCxnSpPr>
              <a:stCxn id="77" idx="7"/>
              <a:endCxn id="77" idx="6"/>
            </p:cNvCxnSpPr>
            <p:nvPr/>
          </p:nvCxnSpPr>
          <p:spPr>
            <a:xfrm rot="16200000" flipH="1">
              <a:off x="8020049" y="3486150"/>
              <a:ext cx="188585" cy="78115"/>
            </a:xfrm>
            <a:prstGeom prst="bentConnector4">
              <a:avLst>
                <a:gd name="adj1" fmla="val -162640"/>
                <a:gd name="adj2" fmla="val 39264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72" idx="4"/>
              <a:endCxn id="75" idx="0"/>
            </p:cNvCxnSpPr>
            <p:nvPr/>
          </p:nvCxnSpPr>
          <p:spPr>
            <a:xfrm flipH="1">
              <a:off x="5753100" y="2314575"/>
              <a:ext cx="47625" cy="27146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77" idx="3"/>
            </p:cNvCxnSpPr>
            <p:nvPr/>
          </p:nvCxnSpPr>
          <p:spPr>
            <a:xfrm flipH="1">
              <a:off x="5943600" y="3808085"/>
              <a:ext cx="1754515" cy="12973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/>
            <p:cNvCxnSpPr>
              <a:stCxn id="75" idx="3"/>
              <a:endCxn id="75" idx="5"/>
            </p:cNvCxnSpPr>
            <p:nvPr/>
          </p:nvCxnSpPr>
          <p:spPr>
            <a:xfrm rot="16200000" flipH="1">
              <a:off x="5753100" y="5295900"/>
              <a:ext cx="12700" cy="377170"/>
            </a:xfrm>
            <a:prstGeom prst="bentConnector3">
              <a:avLst>
                <a:gd name="adj1" fmla="val 241507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stCxn id="74" idx="6"/>
              <a:endCxn id="75" idx="2"/>
            </p:cNvCxnSpPr>
            <p:nvPr/>
          </p:nvCxnSpPr>
          <p:spPr>
            <a:xfrm>
              <a:off x="3876675" y="5295900"/>
              <a:ext cx="16097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stCxn id="73" idx="4"/>
              <a:endCxn id="74" idx="0"/>
            </p:cNvCxnSpPr>
            <p:nvPr/>
          </p:nvCxnSpPr>
          <p:spPr>
            <a:xfrm flipH="1">
              <a:off x="3609975" y="2286000"/>
              <a:ext cx="85725" cy="27432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76" idx="5"/>
              <a:endCxn id="74" idx="1"/>
            </p:cNvCxnSpPr>
            <p:nvPr/>
          </p:nvCxnSpPr>
          <p:spPr>
            <a:xfrm>
              <a:off x="1826885" y="3503285"/>
              <a:ext cx="1594505" cy="16040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Elbow Connector 87"/>
            <p:cNvCxnSpPr>
              <a:stCxn id="76" idx="1"/>
              <a:endCxn id="76" idx="7"/>
            </p:cNvCxnSpPr>
            <p:nvPr/>
          </p:nvCxnSpPr>
          <p:spPr>
            <a:xfrm rot="5400000" flipH="1" flipV="1">
              <a:off x="1638300" y="2937530"/>
              <a:ext cx="12700" cy="377170"/>
            </a:xfrm>
            <a:prstGeom prst="bentConnector3">
              <a:avLst>
                <a:gd name="adj1" fmla="val 241507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/>
                <p:cNvSpPr txBox="1"/>
                <p:nvPr/>
              </p:nvSpPr>
              <p:spPr>
                <a:xfrm>
                  <a:off x="4572000" y="1676400"/>
                  <a:ext cx="3788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89" name="TextBox 8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1676400"/>
                  <a:ext cx="378886" cy="369332"/>
                </a:xfrm>
                <a:prstGeom prst="rect">
                  <a:avLst/>
                </a:prstGeom>
                <a:blipFill>
                  <a:blip r:embed="rId13"/>
                  <a:stretch>
                    <a:fillRect r="-32432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/>
                <p:cNvSpPr txBox="1"/>
                <p:nvPr/>
              </p:nvSpPr>
              <p:spPr>
                <a:xfrm>
                  <a:off x="3159421" y="1113263"/>
                  <a:ext cx="1174936" cy="5134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0" name="TextBox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9421" y="1113263"/>
                  <a:ext cx="1174936" cy="51346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/>
                <p:cNvSpPr txBox="1"/>
                <p:nvPr/>
              </p:nvSpPr>
              <p:spPr>
                <a:xfrm>
                  <a:off x="6705600" y="2514600"/>
                  <a:ext cx="37888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1" name="TextBox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5600" y="2514600"/>
                  <a:ext cx="37888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2432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/>
                <p:cNvSpPr txBox="1"/>
                <p:nvPr/>
              </p:nvSpPr>
              <p:spPr>
                <a:xfrm>
                  <a:off x="7884378" y="2596375"/>
                  <a:ext cx="1174936" cy="5134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4378" y="2596375"/>
                  <a:ext cx="1174936" cy="51346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/>
                <p:cNvSpPr txBox="1"/>
                <p:nvPr/>
              </p:nvSpPr>
              <p:spPr>
                <a:xfrm>
                  <a:off x="5791200" y="3429000"/>
                  <a:ext cx="75161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4" name="TextBox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200" y="3429000"/>
                  <a:ext cx="751616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5068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/>
                <p:cNvSpPr txBox="1"/>
                <p:nvPr/>
              </p:nvSpPr>
              <p:spPr>
                <a:xfrm>
                  <a:off x="4203350" y="4874012"/>
                  <a:ext cx="1259613" cy="5134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5" name="TextBox 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3350" y="4874012"/>
                  <a:ext cx="1259613" cy="51346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/>
                <p:cNvSpPr txBox="1"/>
                <p:nvPr/>
              </p:nvSpPr>
              <p:spPr>
                <a:xfrm>
                  <a:off x="3657600" y="3429000"/>
                  <a:ext cx="75161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6" name="TextBox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600" y="3429000"/>
                  <a:ext cx="751616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5068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/>
                <p:cNvSpPr txBox="1"/>
                <p:nvPr/>
              </p:nvSpPr>
              <p:spPr>
                <a:xfrm>
                  <a:off x="2590800" y="2590800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0800" y="2590800"/>
                  <a:ext cx="382669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2105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2514600" y="3962400"/>
                  <a:ext cx="75161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962400"/>
                  <a:ext cx="751616" cy="369332"/>
                </a:xfrm>
                <a:prstGeom prst="rect">
                  <a:avLst/>
                </a:prstGeom>
                <a:blipFill>
                  <a:blip r:embed="rId11"/>
                  <a:stretch>
                    <a:fillRect r="-5068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Box 98"/>
                <p:cNvSpPr txBox="1"/>
                <p:nvPr/>
              </p:nvSpPr>
              <p:spPr>
                <a:xfrm>
                  <a:off x="1399912" y="2411916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9" name="TextBox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9912" y="2411916"/>
                  <a:ext cx="382669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2432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Arrow Connector 99"/>
            <p:cNvCxnSpPr>
              <a:stCxn id="73" idx="3"/>
            </p:cNvCxnSpPr>
            <p:nvPr/>
          </p:nvCxnSpPr>
          <p:spPr>
            <a:xfrm flipH="1">
              <a:off x="1885950" y="2207885"/>
              <a:ext cx="1621165" cy="9925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6858000" y="5715000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5715000"/>
                <a:ext cx="38266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2112631" y="1088829"/>
                <a:ext cx="3788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631" y="1088829"/>
                <a:ext cx="37888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7556950" y="481664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50" y="4816642"/>
                <a:ext cx="38266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12866" y="6236673"/>
            <a:ext cx="8800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שכפלנו, צבענו מצבים מקבלים מתאימים בכל עותק, השארנו רק מצבי ההתחלה בעותק הראשון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93269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52</a:t>
            </a:fld>
            <a:endParaRPr lang="he-IL"/>
          </a:p>
        </p:txBody>
      </p:sp>
      <p:sp>
        <p:nvSpPr>
          <p:cNvPr id="5" name="Oval 4"/>
          <p:cNvSpPr/>
          <p:nvPr/>
        </p:nvSpPr>
        <p:spPr>
          <a:xfrm>
            <a:off x="2788537" y="1242428"/>
            <a:ext cx="318282" cy="38367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Oval 7"/>
          <p:cNvSpPr/>
          <p:nvPr/>
        </p:nvSpPr>
        <p:spPr>
          <a:xfrm>
            <a:off x="1532460" y="1221874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Oval 10"/>
          <p:cNvSpPr/>
          <p:nvPr/>
        </p:nvSpPr>
        <p:spPr>
          <a:xfrm>
            <a:off x="1481307" y="3578726"/>
            <a:ext cx="318282" cy="38367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Oval 11"/>
          <p:cNvSpPr/>
          <p:nvPr/>
        </p:nvSpPr>
        <p:spPr>
          <a:xfrm>
            <a:off x="2760119" y="3578726"/>
            <a:ext cx="318282" cy="38367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Oval 12"/>
          <p:cNvSpPr/>
          <p:nvPr/>
        </p:nvSpPr>
        <p:spPr>
          <a:xfrm>
            <a:off x="304801" y="2153653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6" name="Elbow Connector 15"/>
          <p:cNvCxnSpPr>
            <a:stCxn id="8" idx="1"/>
            <a:endCxn id="8" idx="7"/>
          </p:cNvCxnSpPr>
          <p:nvPr/>
        </p:nvCxnSpPr>
        <p:spPr>
          <a:xfrm rot="5400000" flipH="1" flipV="1">
            <a:off x="1690822" y="1165533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6"/>
            <a:endCxn id="5" idx="2"/>
          </p:cNvCxnSpPr>
          <p:nvPr/>
        </p:nvCxnSpPr>
        <p:spPr>
          <a:xfrm>
            <a:off x="1850742" y="1413711"/>
            <a:ext cx="937795" cy="2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8" idx="4"/>
            <a:endCxn id="11" idx="0"/>
          </p:cNvCxnSpPr>
          <p:nvPr/>
        </p:nvCxnSpPr>
        <p:spPr>
          <a:xfrm flipH="1">
            <a:off x="1640448" y="1605548"/>
            <a:ext cx="51152" cy="19731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5"/>
            <a:endCxn id="11" idx="1"/>
          </p:cNvCxnSpPr>
          <p:nvPr/>
        </p:nvCxnSpPr>
        <p:spPr>
          <a:xfrm>
            <a:off x="576471" y="2481139"/>
            <a:ext cx="951447" cy="1153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3" idx="1"/>
            <a:endCxn id="13" idx="7"/>
          </p:cNvCxnSpPr>
          <p:nvPr/>
        </p:nvCxnSpPr>
        <p:spPr>
          <a:xfrm rot="5400000" flipH="1" flipV="1">
            <a:off x="463163" y="2097312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112631" y="1088829"/>
                <a:ext cx="3788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631" y="1088829"/>
                <a:ext cx="3788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447800" y="724940"/>
                <a:ext cx="418343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724940"/>
                <a:ext cx="418343" cy="265660"/>
              </a:xfrm>
              <a:prstGeom prst="rect">
                <a:avLst/>
              </a:prstGeom>
              <a:blipFill>
                <a:blip r:embed="rId3"/>
                <a:stretch>
                  <a:fillRect r="-48529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668866" y="2427706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66" y="2427706"/>
                <a:ext cx="448492" cy="265660"/>
              </a:xfrm>
              <a:prstGeom prst="rect">
                <a:avLst/>
              </a:prstGeom>
              <a:blipFill>
                <a:blip r:embed="rId4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032302" y="1824790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02" y="1824790"/>
                <a:ext cx="228340" cy="265660"/>
              </a:xfrm>
              <a:prstGeom prst="rect">
                <a:avLst/>
              </a:prstGeom>
              <a:blipFill>
                <a:blip r:embed="rId5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86834" y="2811379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34" y="2811379"/>
                <a:ext cx="448492" cy="265660"/>
              </a:xfrm>
              <a:prstGeom prst="rect">
                <a:avLst/>
              </a:prstGeom>
              <a:blipFill>
                <a:blip r:embed="rId6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50270" y="1715169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70" y="1715169"/>
                <a:ext cx="228340" cy="265660"/>
              </a:xfrm>
              <a:prstGeom prst="rect">
                <a:avLst/>
              </a:prstGeom>
              <a:blipFill>
                <a:blip r:embed="rId7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>
            <a:stCxn id="8" idx="3"/>
          </p:cNvCxnSpPr>
          <p:nvPr/>
        </p:nvCxnSpPr>
        <p:spPr>
          <a:xfrm flipH="1">
            <a:off x="611716" y="1549360"/>
            <a:ext cx="967356" cy="713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903335" y="2918828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3" name="Oval 72"/>
          <p:cNvSpPr/>
          <p:nvPr/>
        </p:nvSpPr>
        <p:spPr>
          <a:xfrm>
            <a:off x="5647259" y="2898274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4" name="Oval 73"/>
          <p:cNvSpPr/>
          <p:nvPr/>
        </p:nvSpPr>
        <p:spPr>
          <a:xfrm>
            <a:off x="5596106" y="5255126"/>
            <a:ext cx="318282" cy="38367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5" name="Oval 74"/>
          <p:cNvSpPr/>
          <p:nvPr/>
        </p:nvSpPr>
        <p:spPr>
          <a:xfrm>
            <a:off x="6874917" y="5255126"/>
            <a:ext cx="318282" cy="38367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6" name="Oval 75"/>
          <p:cNvSpPr/>
          <p:nvPr/>
        </p:nvSpPr>
        <p:spPr>
          <a:xfrm>
            <a:off x="4419600" y="3830053"/>
            <a:ext cx="318282" cy="38367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7" name="Oval 76"/>
          <p:cNvSpPr/>
          <p:nvPr/>
        </p:nvSpPr>
        <p:spPr>
          <a:xfrm>
            <a:off x="8148045" y="4049295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78" name="Elbow Connector 77"/>
          <p:cNvCxnSpPr>
            <a:stCxn id="73" idx="1"/>
            <a:endCxn id="73" idx="7"/>
          </p:cNvCxnSpPr>
          <p:nvPr/>
        </p:nvCxnSpPr>
        <p:spPr>
          <a:xfrm rot="5400000" flipH="1" flipV="1">
            <a:off x="5805621" y="2841933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3" idx="6"/>
            <a:endCxn id="72" idx="2"/>
          </p:cNvCxnSpPr>
          <p:nvPr/>
        </p:nvCxnSpPr>
        <p:spPr>
          <a:xfrm>
            <a:off x="5965540" y="3090111"/>
            <a:ext cx="937795" cy="2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72" idx="5"/>
            <a:endCxn id="77" idx="1"/>
          </p:cNvCxnSpPr>
          <p:nvPr/>
        </p:nvCxnSpPr>
        <p:spPr>
          <a:xfrm>
            <a:off x="7175006" y="3246314"/>
            <a:ext cx="1019651" cy="859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7" idx="7"/>
            <a:endCxn id="77" idx="6"/>
          </p:cNvCxnSpPr>
          <p:nvPr/>
        </p:nvCxnSpPr>
        <p:spPr>
          <a:xfrm rot="16200000" flipH="1">
            <a:off x="8375196" y="4150002"/>
            <a:ext cx="135649" cy="46612"/>
          </a:xfrm>
          <a:prstGeom prst="bentConnector4">
            <a:avLst>
              <a:gd name="adj1" fmla="val -162640"/>
              <a:gd name="adj2" fmla="val 3926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2" idx="4"/>
            <a:endCxn id="75" idx="0"/>
          </p:cNvCxnSpPr>
          <p:nvPr/>
        </p:nvCxnSpPr>
        <p:spPr>
          <a:xfrm flipH="1">
            <a:off x="7034058" y="3302502"/>
            <a:ext cx="28418" cy="1952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7" idx="3"/>
          </p:cNvCxnSpPr>
          <p:nvPr/>
        </p:nvCxnSpPr>
        <p:spPr>
          <a:xfrm flipH="1">
            <a:off x="7147730" y="4376781"/>
            <a:ext cx="1046926" cy="933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/>
          <p:cNvCxnSpPr>
            <a:stCxn id="75" idx="6"/>
            <a:endCxn id="75" idx="5"/>
          </p:cNvCxnSpPr>
          <p:nvPr/>
        </p:nvCxnSpPr>
        <p:spPr>
          <a:xfrm flipH="1">
            <a:off x="7146588" y="5446963"/>
            <a:ext cx="46611" cy="135649"/>
          </a:xfrm>
          <a:prstGeom prst="curvedConnector4">
            <a:avLst>
              <a:gd name="adj1" fmla="val -490442"/>
              <a:gd name="adj2" fmla="val 17777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4" idx="6"/>
            <a:endCxn id="75" idx="2"/>
          </p:cNvCxnSpPr>
          <p:nvPr/>
        </p:nvCxnSpPr>
        <p:spPr>
          <a:xfrm>
            <a:off x="5914388" y="5446963"/>
            <a:ext cx="9605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73" idx="4"/>
            <a:endCxn id="74" idx="0"/>
          </p:cNvCxnSpPr>
          <p:nvPr/>
        </p:nvCxnSpPr>
        <p:spPr>
          <a:xfrm flipH="1">
            <a:off x="5755247" y="3281948"/>
            <a:ext cx="51152" cy="19731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76" idx="5"/>
            <a:endCxn id="74" idx="1"/>
          </p:cNvCxnSpPr>
          <p:nvPr/>
        </p:nvCxnSpPr>
        <p:spPr>
          <a:xfrm>
            <a:off x="4691270" y="4157539"/>
            <a:ext cx="951447" cy="1153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/>
          <p:cNvCxnSpPr>
            <a:stCxn id="76" idx="1"/>
            <a:endCxn id="76" idx="7"/>
          </p:cNvCxnSpPr>
          <p:nvPr/>
        </p:nvCxnSpPr>
        <p:spPr>
          <a:xfrm rot="5400000" flipH="1" flipV="1">
            <a:off x="4577962" y="3773711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329291" y="2843464"/>
                <a:ext cx="226083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291" y="2843464"/>
                <a:ext cx="226083" cy="265660"/>
              </a:xfrm>
              <a:prstGeom prst="rect">
                <a:avLst/>
              </a:prstGeom>
              <a:blipFill>
                <a:blip r:embed="rId8"/>
                <a:stretch>
                  <a:fillRect r="-32432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5486400" y="2438400"/>
                <a:ext cx="7010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438400"/>
                <a:ext cx="7010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7602419" y="3446379"/>
                <a:ext cx="226083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419" y="3446379"/>
                <a:ext cx="226083" cy="265660"/>
              </a:xfrm>
              <a:prstGeom prst="rect">
                <a:avLst/>
              </a:prstGeom>
              <a:blipFill>
                <a:blip r:embed="rId10"/>
                <a:stretch>
                  <a:fillRect r="-32432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8305800" y="3505200"/>
                <a:ext cx="7010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3505200"/>
                <a:ext cx="70108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556950" y="481664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50" y="4816642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7056793" y="4104106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793" y="4104106"/>
                <a:ext cx="448492" cy="265660"/>
              </a:xfrm>
              <a:prstGeom prst="rect">
                <a:avLst/>
              </a:prstGeom>
              <a:blipFill>
                <a:blip r:embed="rId13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6109316" y="5143500"/>
                <a:ext cx="75161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9316" y="5143500"/>
                <a:ext cx="75161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5783665" y="4104106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665" y="4104106"/>
                <a:ext cx="448492" cy="265660"/>
              </a:xfrm>
              <a:prstGeom prst="rect">
                <a:avLst/>
              </a:prstGeom>
              <a:blipFill>
                <a:blip r:embed="rId4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5147101" y="3501190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101" y="3501190"/>
                <a:ext cx="228340" cy="265660"/>
              </a:xfrm>
              <a:prstGeom prst="rect">
                <a:avLst/>
              </a:prstGeom>
              <a:blipFill>
                <a:blip r:embed="rId5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5101633" y="4487779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633" y="4487779"/>
                <a:ext cx="448492" cy="265660"/>
              </a:xfrm>
              <a:prstGeom prst="rect">
                <a:avLst/>
              </a:prstGeom>
              <a:blipFill>
                <a:blip r:embed="rId6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4436494" y="3372519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494" y="3372519"/>
                <a:ext cx="228340" cy="265660"/>
              </a:xfrm>
              <a:prstGeom prst="rect">
                <a:avLst/>
              </a:prstGeom>
              <a:blipFill>
                <a:blip r:embed="rId15"/>
                <a:stretch>
                  <a:fillRect r="-24324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Arrow Connector 99"/>
          <p:cNvCxnSpPr>
            <a:stCxn id="73" idx="3"/>
          </p:cNvCxnSpPr>
          <p:nvPr/>
        </p:nvCxnSpPr>
        <p:spPr>
          <a:xfrm flipH="1">
            <a:off x="4726515" y="3225760"/>
            <a:ext cx="967355" cy="713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7335121" y="5432253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121" y="5432253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Oval 105"/>
          <p:cNvSpPr/>
          <p:nvPr/>
        </p:nvSpPr>
        <p:spPr>
          <a:xfrm>
            <a:off x="4033246" y="2372895"/>
            <a:ext cx="318282" cy="38367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Freeform 27"/>
          <p:cNvSpPr/>
          <p:nvPr/>
        </p:nvSpPr>
        <p:spPr>
          <a:xfrm>
            <a:off x="2949388" y="3946966"/>
            <a:ext cx="3971365" cy="2089608"/>
          </a:xfrm>
          <a:custGeom>
            <a:avLst/>
            <a:gdLst>
              <a:gd name="connsiteX0" fmla="*/ 3971365 w 3971365"/>
              <a:gd name="connsiteY0" fmla="*/ 1622612 h 2047280"/>
              <a:gd name="connsiteX1" fmla="*/ 1604683 w 3971365"/>
              <a:gd name="connsiteY1" fmla="*/ 2026024 h 2047280"/>
              <a:gd name="connsiteX2" fmla="*/ 654424 w 3971365"/>
              <a:gd name="connsiteY2" fmla="*/ 1775012 h 2047280"/>
              <a:gd name="connsiteX3" fmla="*/ 0 w 3971365"/>
              <a:gd name="connsiteY3" fmla="*/ 0 h 204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1365" h="2047280">
                <a:moveTo>
                  <a:pt x="3971365" y="1622612"/>
                </a:moveTo>
                <a:cubicBezTo>
                  <a:pt x="3064435" y="1811618"/>
                  <a:pt x="2157506" y="2000624"/>
                  <a:pt x="1604683" y="2026024"/>
                </a:cubicBezTo>
                <a:cubicBezTo>
                  <a:pt x="1051860" y="2051424"/>
                  <a:pt x="921871" y="2112683"/>
                  <a:pt x="654424" y="1775012"/>
                </a:cubicBezTo>
                <a:cubicBezTo>
                  <a:pt x="386977" y="1437341"/>
                  <a:pt x="193488" y="718670"/>
                  <a:pt x="0" y="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3487450" y="5378334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450" y="5378334"/>
                <a:ext cx="3826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>
            <a:off x="2463733" y="1559860"/>
            <a:ext cx="4557561" cy="4844100"/>
          </a:xfrm>
          <a:custGeom>
            <a:avLst/>
            <a:gdLst>
              <a:gd name="connsiteX0" fmla="*/ 4532377 w 4536065"/>
              <a:gd name="connsiteY0" fmla="*/ 4087906 h 5108532"/>
              <a:gd name="connsiteX1" fmla="*/ 4487553 w 4536065"/>
              <a:gd name="connsiteY1" fmla="*/ 4598894 h 5108532"/>
              <a:gd name="connsiteX2" fmla="*/ 4191718 w 4536065"/>
              <a:gd name="connsiteY2" fmla="*/ 4823012 h 5108532"/>
              <a:gd name="connsiteX3" fmla="*/ 3277318 w 4536065"/>
              <a:gd name="connsiteY3" fmla="*/ 5029200 h 5108532"/>
              <a:gd name="connsiteX4" fmla="*/ 1430588 w 4536065"/>
              <a:gd name="connsiteY4" fmla="*/ 5038165 h 5108532"/>
              <a:gd name="connsiteX5" fmla="*/ 256212 w 4536065"/>
              <a:gd name="connsiteY5" fmla="*/ 4948517 h 5108532"/>
              <a:gd name="connsiteX6" fmla="*/ 23130 w 4536065"/>
              <a:gd name="connsiteY6" fmla="*/ 3200400 h 5108532"/>
              <a:gd name="connsiteX7" fmla="*/ 50024 w 4536065"/>
              <a:gd name="connsiteY7" fmla="*/ 555812 h 5108532"/>
              <a:gd name="connsiteX8" fmla="*/ 390683 w 4536065"/>
              <a:gd name="connsiteY8" fmla="*/ 0 h 5108532"/>
              <a:gd name="connsiteX0" fmla="*/ 4532377 w 4536065"/>
              <a:gd name="connsiteY0" fmla="*/ 4087906 h 5052752"/>
              <a:gd name="connsiteX1" fmla="*/ 4487553 w 4536065"/>
              <a:gd name="connsiteY1" fmla="*/ 4598894 h 5052752"/>
              <a:gd name="connsiteX2" fmla="*/ 4191718 w 4536065"/>
              <a:gd name="connsiteY2" fmla="*/ 4823012 h 5052752"/>
              <a:gd name="connsiteX3" fmla="*/ 3277318 w 4536065"/>
              <a:gd name="connsiteY3" fmla="*/ 5029200 h 5052752"/>
              <a:gd name="connsiteX4" fmla="*/ 1430588 w 4536065"/>
              <a:gd name="connsiteY4" fmla="*/ 5038165 h 5052752"/>
              <a:gd name="connsiteX5" fmla="*/ 256212 w 4536065"/>
              <a:gd name="connsiteY5" fmla="*/ 4948517 h 5052752"/>
              <a:gd name="connsiteX6" fmla="*/ 23130 w 4536065"/>
              <a:gd name="connsiteY6" fmla="*/ 3200400 h 5052752"/>
              <a:gd name="connsiteX7" fmla="*/ 50024 w 4536065"/>
              <a:gd name="connsiteY7" fmla="*/ 555812 h 5052752"/>
              <a:gd name="connsiteX8" fmla="*/ 390683 w 4536065"/>
              <a:gd name="connsiteY8" fmla="*/ 0 h 5052752"/>
              <a:gd name="connsiteX0" fmla="*/ 4544539 w 4548227"/>
              <a:gd name="connsiteY0" fmla="*/ 4087906 h 5060992"/>
              <a:gd name="connsiteX1" fmla="*/ 4499715 w 4548227"/>
              <a:gd name="connsiteY1" fmla="*/ 4598894 h 5060992"/>
              <a:gd name="connsiteX2" fmla="*/ 4203880 w 4548227"/>
              <a:gd name="connsiteY2" fmla="*/ 4823012 h 5060992"/>
              <a:gd name="connsiteX3" fmla="*/ 3289480 w 4548227"/>
              <a:gd name="connsiteY3" fmla="*/ 5029200 h 5060992"/>
              <a:gd name="connsiteX4" fmla="*/ 1442750 w 4548227"/>
              <a:gd name="connsiteY4" fmla="*/ 5038165 h 5060992"/>
              <a:gd name="connsiteX5" fmla="*/ 438704 w 4548227"/>
              <a:gd name="connsiteY5" fmla="*/ 4814047 h 5060992"/>
              <a:gd name="connsiteX6" fmla="*/ 35292 w 4548227"/>
              <a:gd name="connsiteY6" fmla="*/ 3200400 h 5060992"/>
              <a:gd name="connsiteX7" fmla="*/ 62186 w 4548227"/>
              <a:gd name="connsiteY7" fmla="*/ 555812 h 5060992"/>
              <a:gd name="connsiteX8" fmla="*/ 402845 w 4548227"/>
              <a:gd name="connsiteY8" fmla="*/ 0 h 5060992"/>
              <a:gd name="connsiteX0" fmla="*/ 4555631 w 4559319"/>
              <a:gd name="connsiteY0" fmla="*/ 4087906 h 5067939"/>
              <a:gd name="connsiteX1" fmla="*/ 4510807 w 4559319"/>
              <a:gd name="connsiteY1" fmla="*/ 4598894 h 5067939"/>
              <a:gd name="connsiteX2" fmla="*/ 4214972 w 4559319"/>
              <a:gd name="connsiteY2" fmla="*/ 4823012 h 5067939"/>
              <a:gd name="connsiteX3" fmla="*/ 3300572 w 4559319"/>
              <a:gd name="connsiteY3" fmla="*/ 5029200 h 5067939"/>
              <a:gd name="connsiteX4" fmla="*/ 1453842 w 4559319"/>
              <a:gd name="connsiteY4" fmla="*/ 5038165 h 5067939"/>
              <a:gd name="connsiteX5" fmla="*/ 602196 w 4559319"/>
              <a:gd name="connsiteY5" fmla="*/ 4715435 h 5067939"/>
              <a:gd name="connsiteX6" fmla="*/ 46384 w 4559319"/>
              <a:gd name="connsiteY6" fmla="*/ 3200400 h 5067939"/>
              <a:gd name="connsiteX7" fmla="*/ 73278 w 4559319"/>
              <a:gd name="connsiteY7" fmla="*/ 555812 h 5067939"/>
              <a:gd name="connsiteX8" fmla="*/ 413937 w 4559319"/>
              <a:gd name="connsiteY8" fmla="*/ 0 h 5067939"/>
              <a:gd name="connsiteX0" fmla="*/ 4555631 w 4559319"/>
              <a:gd name="connsiteY0" fmla="*/ 4087906 h 5067939"/>
              <a:gd name="connsiteX1" fmla="*/ 4510807 w 4559319"/>
              <a:gd name="connsiteY1" fmla="*/ 4598894 h 5067939"/>
              <a:gd name="connsiteX2" fmla="*/ 4214972 w 4559319"/>
              <a:gd name="connsiteY2" fmla="*/ 4823012 h 5067939"/>
              <a:gd name="connsiteX3" fmla="*/ 3300572 w 4559319"/>
              <a:gd name="connsiteY3" fmla="*/ 5029200 h 5067939"/>
              <a:gd name="connsiteX4" fmla="*/ 1453842 w 4559319"/>
              <a:gd name="connsiteY4" fmla="*/ 5038165 h 5067939"/>
              <a:gd name="connsiteX5" fmla="*/ 602196 w 4559319"/>
              <a:gd name="connsiteY5" fmla="*/ 4715435 h 5067939"/>
              <a:gd name="connsiteX6" fmla="*/ 46384 w 4559319"/>
              <a:gd name="connsiteY6" fmla="*/ 3200400 h 5067939"/>
              <a:gd name="connsiteX7" fmla="*/ 73278 w 4559319"/>
              <a:gd name="connsiteY7" fmla="*/ 555812 h 5067939"/>
              <a:gd name="connsiteX8" fmla="*/ 413937 w 4559319"/>
              <a:gd name="connsiteY8" fmla="*/ 0 h 5067939"/>
              <a:gd name="connsiteX0" fmla="*/ 4555631 w 4559319"/>
              <a:gd name="connsiteY0" fmla="*/ 4087906 h 5050215"/>
              <a:gd name="connsiteX1" fmla="*/ 4510807 w 4559319"/>
              <a:gd name="connsiteY1" fmla="*/ 4598894 h 5050215"/>
              <a:gd name="connsiteX2" fmla="*/ 4214972 w 4559319"/>
              <a:gd name="connsiteY2" fmla="*/ 4823012 h 5050215"/>
              <a:gd name="connsiteX3" fmla="*/ 3255749 w 4559319"/>
              <a:gd name="connsiteY3" fmla="*/ 4966447 h 5050215"/>
              <a:gd name="connsiteX4" fmla="*/ 1453842 w 4559319"/>
              <a:gd name="connsiteY4" fmla="*/ 5038165 h 5050215"/>
              <a:gd name="connsiteX5" fmla="*/ 602196 w 4559319"/>
              <a:gd name="connsiteY5" fmla="*/ 4715435 h 5050215"/>
              <a:gd name="connsiteX6" fmla="*/ 46384 w 4559319"/>
              <a:gd name="connsiteY6" fmla="*/ 3200400 h 5050215"/>
              <a:gd name="connsiteX7" fmla="*/ 73278 w 4559319"/>
              <a:gd name="connsiteY7" fmla="*/ 555812 h 5050215"/>
              <a:gd name="connsiteX8" fmla="*/ 413937 w 4559319"/>
              <a:gd name="connsiteY8" fmla="*/ 0 h 5050215"/>
              <a:gd name="connsiteX0" fmla="*/ 4555631 w 4565969"/>
              <a:gd name="connsiteY0" fmla="*/ 4087906 h 5050989"/>
              <a:gd name="connsiteX1" fmla="*/ 4510807 w 4565969"/>
              <a:gd name="connsiteY1" fmla="*/ 4598894 h 5050989"/>
              <a:gd name="connsiteX2" fmla="*/ 4071536 w 4565969"/>
              <a:gd name="connsiteY2" fmla="*/ 4778188 h 5050989"/>
              <a:gd name="connsiteX3" fmla="*/ 3255749 w 4565969"/>
              <a:gd name="connsiteY3" fmla="*/ 4966447 h 5050989"/>
              <a:gd name="connsiteX4" fmla="*/ 1453842 w 4565969"/>
              <a:gd name="connsiteY4" fmla="*/ 5038165 h 5050989"/>
              <a:gd name="connsiteX5" fmla="*/ 602196 w 4565969"/>
              <a:gd name="connsiteY5" fmla="*/ 4715435 h 5050989"/>
              <a:gd name="connsiteX6" fmla="*/ 46384 w 4565969"/>
              <a:gd name="connsiteY6" fmla="*/ 3200400 h 5050989"/>
              <a:gd name="connsiteX7" fmla="*/ 73278 w 4565969"/>
              <a:gd name="connsiteY7" fmla="*/ 555812 h 5050989"/>
              <a:gd name="connsiteX8" fmla="*/ 413937 w 4565969"/>
              <a:gd name="connsiteY8" fmla="*/ 0 h 5050989"/>
              <a:gd name="connsiteX0" fmla="*/ 4555631 w 4556042"/>
              <a:gd name="connsiteY0" fmla="*/ 4087906 h 5050989"/>
              <a:gd name="connsiteX1" fmla="*/ 4421160 w 4556042"/>
              <a:gd name="connsiteY1" fmla="*/ 4580965 h 5050989"/>
              <a:gd name="connsiteX2" fmla="*/ 4071536 w 4556042"/>
              <a:gd name="connsiteY2" fmla="*/ 4778188 h 5050989"/>
              <a:gd name="connsiteX3" fmla="*/ 3255749 w 4556042"/>
              <a:gd name="connsiteY3" fmla="*/ 4966447 h 5050989"/>
              <a:gd name="connsiteX4" fmla="*/ 1453842 w 4556042"/>
              <a:gd name="connsiteY4" fmla="*/ 5038165 h 5050989"/>
              <a:gd name="connsiteX5" fmla="*/ 602196 w 4556042"/>
              <a:gd name="connsiteY5" fmla="*/ 4715435 h 5050989"/>
              <a:gd name="connsiteX6" fmla="*/ 46384 w 4556042"/>
              <a:gd name="connsiteY6" fmla="*/ 3200400 h 5050989"/>
              <a:gd name="connsiteX7" fmla="*/ 73278 w 4556042"/>
              <a:gd name="connsiteY7" fmla="*/ 555812 h 5050989"/>
              <a:gd name="connsiteX8" fmla="*/ 413937 w 4556042"/>
              <a:gd name="connsiteY8" fmla="*/ 0 h 5050989"/>
              <a:gd name="connsiteX0" fmla="*/ 4555631 w 4556042"/>
              <a:gd name="connsiteY0" fmla="*/ 4246918 h 5050989"/>
              <a:gd name="connsiteX1" fmla="*/ 4421160 w 4556042"/>
              <a:gd name="connsiteY1" fmla="*/ 4580965 h 5050989"/>
              <a:gd name="connsiteX2" fmla="*/ 4071536 w 4556042"/>
              <a:gd name="connsiteY2" fmla="*/ 4778188 h 5050989"/>
              <a:gd name="connsiteX3" fmla="*/ 3255749 w 4556042"/>
              <a:gd name="connsiteY3" fmla="*/ 4966447 h 5050989"/>
              <a:gd name="connsiteX4" fmla="*/ 1453842 w 4556042"/>
              <a:gd name="connsiteY4" fmla="*/ 5038165 h 5050989"/>
              <a:gd name="connsiteX5" fmla="*/ 602196 w 4556042"/>
              <a:gd name="connsiteY5" fmla="*/ 4715435 h 5050989"/>
              <a:gd name="connsiteX6" fmla="*/ 46384 w 4556042"/>
              <a:gd name="connsiteY6" fmla="*/ 3200400 h 5050989"/>
              <a:gd name="connsiteX7" fmla="*/ 73278 w 4556042"/>
              <a:gd name="connsiteY7" fmla="*/ 555812 h 5050989"/>
              <a:gd name="connsiteX8" fmla="*/ 413937 w 4556042"/>
              <a:gd name="connsiteY8" fmla="*/ 0 h 5050989"/>
              <a:gd name="connsiteX0" fmla="*/ 4555631 w 4556106"/>
              <a:gd name="connsiteY0" fmla="*/ 4246918 h 5050989"/>
              <a:gd name="connsiteX1" fmla="*/ 4430125 w 4556106"/>
              <a:gd name="connsiteY1" fmla="*/ 4683855 h 5050989"/>
              <a:gd name="connsiteX2" fmla="*/ 4071536 w 4556106"/>
              <a:gd name="connsiteY2" fmla="*/ 4778188 h 5050989"/>
              <a:gd name="connsiteX3" fmla="*/ 3255749 w 4556106"/>
              <a:gd name="connsiteY3" fmla="*/ 4966447 h 5050989"/>
              <a:gd name="connsiteX4" fmla="*/ 1453842 w 4556106"/>
              <a:gd name="connsiteY4" fmla="*/ 5038165 h 5050989"/>
              <a:gd name="connsiteX5" fmla="*/ 602196 w 4556106"/>
              <a:gd name="connsiteY5" fmla="*/ 4715435 h 5050989"/>
              <a:gd name="connsiteX6" fmla="*/ 46384 w 4556106"/>
              <a:gd name="connsiteY6" fmla="*/ 3200400 h 5050989"/>
              <a:gd name="connsiteX7" fmla="*/ 73278 w 4556106"/>
              <a:gd name="connsiteY7" fmla="*/ 555812 h 5050989"/>
              <a:gd name="connsiteX8" fmla="*/ 413937 w 4556106"/>
              <a:gd name="connsiteY8" fmla="*/ 0 h 5050989"/>
              <a:gd name="connsiteX0" fmla="*/ 4555631 w 4577087"/>
              <a:gd name="connsiteY0" fmla="*/ 4246918 h 5052916"/>
              <a:gd name="connsiteX1" fmla="*/ 4430125 w 4577087"/>
              <a:gd name="connsiteY1" fmla="*/ 4683855 h 5052916"/>
              <a:gd name="connsiteX2" fmla="*/ 3255749 w 4577087"/>
              <a:gd name="connsiteY2" fmla="*/ 4966447 h 5052916"/>
              <a:gd name="connsiteX3" fmla="*/ 1453842 w 4577087"/>
              <a:gd name="connsiteY3" fmla="*/ 5038165 h 5052916"/>
              <a:gd name="connsiteX4" fmla="*/ 602196 w 4577087"/>
              <a:gd name="connsiteY4" fmla="*/ 4715435 h 5052916"/>
              <a:gd name="connsiteX5" fmla="*/ 46384 w 4577087"/>
              <a:gd name="connsiteY5" fmla="*/ 3200400 h 5052916"/>
              <a:gd name="connsiteX6" fmla="*/ 73278 w 4577087"/>
              <a:gd name="connsiteY6" fmla="*/ 555812 h 5052916"/>
              <a:gd name="connsiteX7" fmla="*/ 413937 w 4577087"/>
              <a:gd name="connsiteY7" fmla="*/ 0 h 5052916"/>
              <a:gd name="connsiteX0" fmla="*/ 4555631 w 4556178"/>
              <a:gd name="connsiteY0" fmla="*/ 4246918 h 5051718"/>
              <a:gd name="connsiteX1" fmla="*/ 4304620 w 4556178"/>
              <a:gd name="connsiteY1" fmla="*/ 4739977 h 5051718"/>
              <a:gd name="connsiteX2" fmla="*/ 3255749 w 4556178"/>
              <a:gd name="connsiteY2" fmla="*/ 4966447 h 5051718"/>
              <a:gd name="connsiteX3" fmla="*/ 1453842 w 4556178"/>
              <a:gd name="connsiteY3" fmla="*/ 5038165 h 5051718"/>
              <a:gd name="connsiteX4" fmla="*/ 602196 w 4556178"/>
              <a:gd name="connsiteY4" fmla="*/ 4715435 h 5051718"/>
              <a:gd name="connsiteX5" fmla="*/ 46384 w 4556178"/>
              <a:gd name="connsiteY5" fmla="*/ 3200400 h 5051718"/>
              <a:gd name="connsiteX6" fmla="*/ 73278 w 4556178"/>
              <a:gd name="connsiteY6" fmla="*/ 555812 h 5051718"/>
              <a:gd name="connsiteX7" fmla="*/ 413937 w 4556178"/>
              <a:gd name="connsiteY7" fmla="*/ 0 h 5051718"/>
              <a:gd name="connsiteX0" fmla="*/ 4555631 w 4555749"/>
              <a:gd name="connsiteY0" fmla="*/ 4246918 h 5054285"/>
              <a:gd name="connsiteX1" fmla="*/ 4123622 w 4555749"/>
              <a:gd name="connsiteY1" fmla="*/ 4627733 h 5054285"/>
              <a:gd name="connsiteX2" fmla="*/ 3255749 w 4555749"/>
              <a:gd name="connsiteY2" fmla="*/ 4966447 h 5054285"/>
              <a:gd name="connsiteX3" fmla="*/ 1453842 w 4555749"/>
              <a:gd name="connsiteY3" fmla="*/ 5038165 h 5054285"/>
              <a:gd name="connsiteX4" fmla="*/ 602196 w 4555749"/>
              <a:gd name="connsiteY4" fmla="*/ 4715435 h 5054285"/>
              <a:gd name="connsiteX5" fmla="*/ 46384 w 4555749"/>
              <a:gd name="connsiteY5" fmla="*/ 3200400 h 5054285"/>
              <a:gd name="connsiteX6" fmla="*/ 73278 w 4555749"/>
              <a:gd name="connsiteY6" fmla="*/ 555812 h 5054285"/>
              <a:gd name="connsiteX7" fmla="*/ 413937 w 4555749"/>
              <a:gd name="connsiteY7" fmla="*/ 0 h 5054285"/>
              <a:gd name="connsiteX0" fmla="*/ 4555631 w 4555631"/>
              <a:gd name="connsiteY0" fmla="*/ 4246918 h 5054285"/>
              <a:gd name="connsiteX1" fmla="*/ 4123622 w 4555631"/>
              <a:gd name="connsiteY1" fmla="*/ 4627733 h 5054285"/>
              <a:gd name="connsiteX2" fmla="*/ 3255749 w 4555631"/>
              <a:gd name="connsiteY2" fmla="*/ 4966447 h 5054285"/>
              <a:gd name="connsiteX3" fmla="*/ 1453842 w 4555631"/>
              <a:gd name="connsiteY3" fmla="*/ 5038165 h 5054285"/>
              <a:gd name="connsiteX4" fmla="*/ 602196 w 4555631"/>
              <a:gd name="connsiteY4" fmla="*/ 4715435 h 5054285"/>
              <a:gd name="connsiteX5" fmla="*/ 46384 w 4555631"/>
              <a:gd name="connsiteY5" fmla="*/ 3200400 h 5054285"/>
              <a:gd name="connsiteX6" fmla="*/ 73278 w 4555631"/>
              <a:gd name="connsiteY6" fmla="*/ 555812 h 5054285"/>
              <a:gd name="connsiteX7" fmla="*/ 413937 w 4555631"/>
              <a:gd name="connsiteY7" fmla="*/ 0 h 5054285"/>
              <a:gd name="connsiteX0" fmla="*/ 4600880 w 4600880"/>
              <a:gd name="connsiteY0" fmla="*/ 4246918 h 5054285"/>
              <a:gd name="connsiteX1" fmla="*/ 4123622 w 4600880"/>
              <a:gd name="connsiteY1" fmla="*/ 4627733 h 5054285"/>
              <a:gd name="connsiteX2" fmla="*/ 3255749 w 4600880"/>
              <a:gd name="connsiteY2" fmla="*/ 4966447 h 5054285"/>
              <a:gd name="connsiteX3" fmla="*/ 1453842 w 4600880"/>
              <a:gd name="connsiteY3" fmla="*/ 5038165 h 5054285"/>
              <a:gd name="connsiteX4" fmla="*/ 602196 w 4600880"/>
              <a:gd name="connsiteY4" fmla="*/ 4715435 h 5054285"/>
              <a:gd name="connsiteX5" fmla="*/ 46384 w 4600880"/>
              <a:gd name="connsiteY5" fmla="*/ 3200400 h 5054285"/>
              <a:gd name="connsiteX6" fmla="*/ 73278 w 4600880"/>
              <a:gd name="connsiteY6" fmla="*/ 555812 h 5054285"/>
              <a:gd name="connsiteX7" fmla="*/ 413937 w 4600880"/>
              <a:gd name="connsiteY7" fmla="*/ 0 h 505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00880" h="5054285">
                <a:moveTo>
                  <a:pt x="4600880" y="4246918"/>
                </a:moveTo>
                <a:cubicBezTo>
                  <a:pt x="4425858" y="4450508"/>
                  <a:pt x="4347810" y="4507812"/>
                  <a:pt x="4123622" y="4627733"/>
                </a:cubicBezTo>
                <a:cubicBezTo>
                  <a:pt x="3899434" y="4747654"/>
                  <a:pt x="3700712" y="4898042"/>
                  <a:pt x="3255749" y="4966447"/>
                </a:cubicBezTo>
                <a:cubicBezTo>
                  <a:pt x="2810786" y="5034852"/>
                  <a:pt x="1896101" y="5080000"/>
                  <a:pt x="1453842" y="5038165"/>
                </a:cubicBezTo>
                <a:cubicBezTo>
                  <a:pt x="1011583" y="4996330"/>
                  <a:pt x="881595" y="4967941"/>
                  <a:pt x="602196" y="4715435"/>
                </a:cubicBezTo>
                <a:cubicBezTo>
                  <a:pt x="322797" y="4462929"/>
                  <a:pt x="134537" y="3893670"/>
                  <a:pt x="46384" y="3200400"/>
                </a:cubicBezTo>
                <a:cubicBezTo>
                  <a:pt x="-41769" y="2507130"/>
                  <a:pt x="12019" y="1089212"/>
                  <a:pt x="73278" y="555812"/>
                </a:cubicBezTo>
                <a:cubicBezTo>
                  <a:pt x="134537" y="22412"/>
                  <a:pt x="274237" y="11206"/>
                  <a:pt x="413937" y="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4260707" y="6074087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707" y="6074087"/>
                <a:ext cx="448492" cy="265660"/>
              </a:xfrm>
              <a:prstGeom prst="rect">
                <a:avLst/>
              </a:prstGeom>
              <a:blipFill>
                <a:blip r:embed="rId18"/>
                <a:stretch>
                  <a:fillRect r="-4864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/>
          <p:cNvSpPr/>
          <p:nvPr/>
        </p:nvSpPr>
        <p:spPr>
          <a:xfrm>
            <a:off x="1446402" y="3971365"/>
            <a:ext cx="5667018" cy="2732563"/>
          </a:xfrm>
          <a:custGeom>
            <a:avLst/>
            <a:gdLst>
              <a:gd name="connsiteX0" fmla="*/ 5626751 w 5806739"/>
              <a:gd name="connsiteY0" fmla="*/ 1676400 h 2709637"/>
              <a:gd name="connsiteX1" fmla="*/ 5644680 w 5806739"/>
              <a:gd name="connsiteY1" fmla="*/ 2402541 h 2709637"/>
              <a:gd name="connsiteX2" fmla="*/ 5357810 w 5806739"/>
              <a:gd name="connsiteY2" fmla="*/ 2635623 h 2709637"/>
              <a:gd name="connsiteX3" fmla="*/ 642374 w 5806739"/>
              <a:gd name="connsiteY3" fmla="*/ 2447364 h 2709637"/>
              <a:gd name="connsiteX4" fmla="*/ 167245 w 5806739"/>
              <a:gd name="connsiteY4" fmla="*/ 0 h 2709637"/>
              <a:gd name="connsiteX0" fmla="*/ 5626751 w 5667018"/>
              <a:gd name="connsiteY0" fmla="*/ 1676400 h 2732563"/>
              <a:gd name="connsiteX1" fmla="*/ 5644680 w 5667018"/>
              <a:gd name="connsiteY1" fmla="*/ 2402541 h 2732563"/>
              <a:gd name="connsiteX2" fmla="*/ 5357810 w 5667018"/>
              <a:gd name="connsiteY2" fmla="*/ 2635623 h 2732563"/>
              <a:gd name="connsiteX3" fmla="*/ 642374 w 5667018"/>
              <a:gd name="connsiteY3" fmla="*/ 2447364 h 2732563"/>
              <a:gd name="connsiteX4" fmla="*/ 167245 w 5667018"/>
              <a:gd name="connsiteY4" fmla="*/ 0 h 273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67018" h="2732563">
                <a:moveTo>
                  <a:pt x="5626751" y="1676400"/>
                </a:moveTo>
                <a:cubicBezTo>
                  <a:pt x="5658127" y="1959535"/>
                  <a:pt x="5689504" y="2242671"/>
                  <a:pt x="5644680" y="2402541"/>
                </a:cubicBezTo>
                <a:cubicBezTo>
                  <a:pt x="5599856" y="2562412"/>
                  <a:pt x="5590892" y="2565400"/>
                  <a:pt x="5357810" y="2635623"/>
                </a:cubicBezTo>
                <a:cubicBezTo>
                  <a:pt x="5124728" y="2705846"/>
                  <a:pt x="1507468" y="2886634"/>
                  <a:pt x="642374" y="2447364"/>
                </a:cubicBezTo>
                <a:cubicBezTo>
                  <a:pt x="-222720" y="2008094"/>
                  <a:pt x="-27738" y="1004047"/>
                  <a:pt x="167245" y="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846452" y="5310769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52" y="5310769"/>
                <a:ext cx="448492" cy="265660"/>
              </a:xfrm>
              <a:prstGeom prst="rect">
                <a:avLst/>
              </a:prstGeom>
              <a:blipFill>
                <a:blip r:embed="rId19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 36"/>
          <p:cNvSpPr/>
          <p:nvPr/>
        </p:nvSpPr>
        <p:spPr>
          <a:xfrm>
            <a:off x="3092824" y="978795"/>
            <a:ext cx="5208494" cy="3064287"/>
          </a:xfrm>
          <a:custGeom>
            <a:avLst/>
            <a:gdLst>
              <a:gd name="connsiteX0" fmla="*/ 5208494 w 5634905"/>
              <a:gd name="connsiteY0" fmla="*/ 2970545 h 2970545"/>
              <a:gd name="connsiteX1" fmla="*/ 5109882 w 5634905"/>
              <a:gd name="connsiteY1" fmla="*/ 245275 h 2970545"/>
              <a:gd name="connsiteX2" fmla="*/ 0 w 5634905"/>
              <a:gd name="connsiteY2" fmla="*/ 299063 h 2970545"/>
              <a:gd name="connsiteX0" fmla="*/ 5208494 w 5343266"/>
              <a:gd name="connsiteY0" fmla="*/ 2970545 h 2970545"/>
              <a:gd name="connsiteX1" fmla="*/ 4249270 w 5343266"/>
              <a:gd name="connsiteY1" fmla="*/ 245275 h 2970545"/>
              <a:gd name="connsiteX2" fmla="*/ 0 w 5343266"/>
              <a:gd name="connsiteY2" fmla="*/ 299063 h 2970545"/>
              <a:gd name="connsiteX0" fmla="*/ 5208494 w 5320016"/>
              <a:gd name="connsiteY0" fmla="*/ 3064287 h 3064287"/>
              <a:gd name="connsiteX1" fmla="*/ 4249270 w 5320016"/>
              <a:gd name="connsiteY1" fmla="*/ 339017 h 3064287"/>
              <a:gd name="connsiteX2" fmla="*/ 0 w 5320016"/>
              <a:gd name="connsiteY2" fmla="*/ 392805 h 3064287"/>
              <a:gd name="connsiteX0" fmla="*/ 5208494 w 5208494"/>
              <a:gd name="connsiteY0" fmla="*/ 3064287 h 3064287"/>
              <a:gd name="connsiteX1" fmla="*/ 4249270 w 5208494"/>
              <a:gd name="connsiteY1" fmla="*/ 339017 h 3064287"/>
              <a:gd name="connsiteX2" fmla="*/ 0 w 5208494"/>
              <a:gd name="connsiteY2" fmla="*/ 392805 h 3064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8494" h="3064287">
                <a:moveTo>
                  <a:pt x="5208494" y="3064287"/>
                </a:moveTo>
                <a:cubicBezTo>
                  <a:pt x="5118099" y="1969098"/>
                  <a:pt x="4911164" y="999417"/>
                  <a:pt x="4249270" y="339017"/>
                </a:cubicBezTo>
                <a:cubicBezTo>
                  <a:pt x="3587376" y="-321383"/>
                  <a:pt x="2120900" y="143287"/>
                  <a:pt x="0" y="392805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6936974" y="733105"/>
                <a:ext cx="3788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4" y="733105"/>
                <a:ext cx="37888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/>
          <p:cNvCxnSpPr/>
          <p:nvPr/>
        </p:nvCxnSpPr>
        <p:spPr>
          <a:xfrm>
            <a:off x="1222704" y="1413711"/>
            <a:ext cx="3097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4339087" y="1750796"/>
            <a:ext cx="3786996" cy="2182849"/>
          </a:xfrm>
          <a:custGeom>
            <a:avLst/>
            <a:gdLst>
              <a:gd name="connsiteX0" fmla="*/ 3786996 w 3786996"/>
              <a:gd name="connsiteY0" fmla="*/ 2182849 h 2182849"/>
              <a:gd name="connsiteX1" fmla="*/ 2527539 w 3786996"/>
              <a:gd name="connsiteY1" fmla="*/ 69378 h 2182849"/>
              <a:gd name="connsiteX2" fmla="*/ 0 w 3786996"/>
              <a:gd name="connsiteY2" fmla="*/ 716359 h 2182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86996" h="2182849">
                <a:moveTo>
                  <a:pt x="3786996" y="2182849"/>
                </a:moveTo>
                <a:cubicBezTo>
                  <a:pt x="3472850" y="1248321"/>
                  <a:pt x="3158705" y="313793"/>
                  <a:pt x="2527539" y="69378"/>
                </a:cubicBezTo>
                <a:cubicBezTo>
                  <a:pt x="1896373" y="-175037"/>
                  <a:pt x="948186" y="270661"/>
                  <a:pt x="0" y="716359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5784035" y="1420131"/>
                <a:ext cx="7010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035" y="1420131"/>
                <a:ext cx="70108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4007624" y="2786332"/>
            <a:ext cx="2660595" cy="2884687"/>
          </a:xfrm>
          <a:custGeom>
            <a:avLst/>
            <a:gdLst>
              <a:gd name="connsiteX0" fmla="*/ 2660595 w 2660595"/>
              <a:gd name="connsiteY0" fmla="*/ 2734574 h 2884687"/>
              <a:gd name="connsiteX1" fmla="*/ 1211357 w 2660595"/>
              <a:gd name="connsiteY1" fmla="*/ 2803585 h 2884687"/>
              <a:gd name="connsiteX2" fmla="*/ 89923 w 2660595"/>
              <a:gd name="connsiteY2" fmla="*/ 1751162 h 2884687"/>
              <a:gd name="connsiteX3" fmla="*/ 150308 w 2660595"/>
              <a:gd name="connsiteY3" fmla="*/ 0 h 288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0595" h="2884687">
                <a:moveTo>
                  <a:pt x="2660595" y="2734574"/>
                </a:moveTo>
                <a:cubicBezTo>
                  <a:pt x="2150198" y="2851030"/>
                  <a:pt x="1639802" y="2967487"/>
                  <a:pt x="1211357" y="2803585"/>
                </a:cubicBezTo>
                <a:cubicBezTo>
                  <a:pt x="782912" y="2639683"/>
                  <a:pt x="266764" y="2218426"/>
                  <a:pt x="89923" y="1751162"/>
                </a:cubicBezTo>
                <a:cubicBezTo>
                  <a:pt x="-86918" y="1283898"/>
                  <a:pt x="31695" y="641949"/>
                  <a:pt x="150308" y="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824291" y="4529340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291" y="4529340"/>
                <a:ext cx="228340" cy="265660"/>
              </a:xfrm>
              <a:prstGeom prst="rect">
                <a:avLst/>
              </a:prstGeom>
              <a:blipFill>
                <a:blip r:embed="rId22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4604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53</a:t>
            </a:fld>
            <a:endParaRPr lang="he-IL"/>
          </a:p>
        </p:txBody>
      </p:sp>
      <p:sp>
        <p:nvSpPr>
          <p:cNvPr id="5" name="Oval 4"/>
          <p:cNvSpPr/>
          <p:nvPr/>
        </p:nvSpPr>
        <p:spPr>
          <a:xfrm>
            <a:off x="2788537" y="1242428"/>
            <a:ext cx="318282" cy="38367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Oval 7"/>
          <p:cNvSpPr/>
          <p:nvPr/>
        </p:nvSpPr>
        <p:spPr>
          <a:xfrm>
            <a:off x="1532460" y="1221874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Oval 10"/>
          <p:cNvSpPr/>
          <p:nvPr/>
        </p:nvSpPr>
        <p:spPr>
          <a:xfrm>
            <a:off x="1481307" y="3578726"/>
            <a:ext cx="318282" cy="38367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Oval 11"/>
          <p:cNvSpPr/>
          <p:nvPr/>
        </p:nvSpPr>
        <p:spPr>
          <a:xfrm>
            <a:off x="2760119" y="3578726"/>
            <a:ext cx="318282" cy="383674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Oval 12"/>
          <p:cNvSpPr/>
          <p:nvPr/>
        </p:nvSpPr>
        <p:spPr>
          <a:xfrm>
            <a:off x="304801" y="2153653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6" name="Elbow Connector 15"/>
          <p:cNvCxnSpPr>
            <a:stCxn id="8" idx="1"/>
            <a:endCxn id="8" idx="7"/>
          </p:cNvCxnSpPr>
          <p:nvPr/>
        </p:nvCxnSpPr>
        <p:spPr>
          <a:xfrm rot="5400000" flipH="1" flipV="1">
            <a:off x="1690822" y="1165533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6"/>
            <a:endCxn id="5" idx="2"/>
          </p:cNvCxnSpPr>
          <p:nvPr/>
        </p:nvCxnSpPr>
        <p:spPr>
          <a:xfrm>
            <a:off x="1850742" y="1413711"/>
            <a:ext cx="937795" cy="2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8" idx="4"/>
            <a:endCxn id="11" idx="0"/>
          </p:cNvCxnSpPr>
          <p:nvPr/>
        </p:nvCxnSpPr>
        <p:spPr>
          <a:xfrm flipH="1">
            <a:off x="1640448" y="1605548"/>
            <a:ext cx="51152" cy="19731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5"/>
            <a:endCxn id="11" idx="1"/>
          </p:cNvCxnSpPr>
          <p:nvPr/>
        </p:nvCxnSpPr>
        <p:spPr>
          <a:xfrm>
            <a:off x="576471" y="2481139"/>
            <a:ext cx="951447" cy="1153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3" idx="1"/>
            <a:endCxn id="13" idx="7"/>
          </p:cNvCxnSpPr>
          <p:nvPr/>
        </p:nvCxnSpPr>
        <p:spPr>
          <a:xfrm rot="5400000" flipH="1" flipV="1">
            <a:off x="463163" y="2097312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112631" y="1088829"/>
                <a:ext cx="3788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631" y="1088829"/>
                <a:ext cx="3788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447800" y="724940"/>
                <a:ext cx="418343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724940"/>
                <a:ext cx="418343" cy="265660"/>
              </a:xfrm>
              <a:prstGeom prst="rect">
                <a:avLst/>
              </a:prstGeom>
              <a:blipFill>
                <a:blip r:embed="rId3"/>
                <a:stretch>
                  <a:fillRect r="-48529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668866" y="2427706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66" y="2427706"/>
                <a:ext cx="448492" cy="265660"/>
              </a:xfrm>
              <a:prstGeom prst="rect">
                <a:avLst/>
              </a:prstGeom>
              <a:blipFill>
                <a:blip r:embed="rId4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032302" y="1824790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02" y="1824790"/>
                <a:ext cx="228340" cy="265660"/>
              </a:xfrm>
              <a:prstGeom prst="rect">
                <a:avLst/>
              </a:prstGeom>
              <a:blipFill>
                <a:blip r:embed="rId5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86834" y="2811379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34" y="2811379"/>
                <a:ext cx="448492" cy="265660"/>
              </a:xfrm>
              <a:prstGeom prst="rect">
                <a:avLst/>
              </a:prstGeom>
              <a:blipFill>
                <a:blip r:embed="rId6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50270" y="1715169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70" y="1715169"/>
                <a:ext cx="228340" cy="265660"/>
              </a:xfrm>
              <a:prstGeom prst="rect">
                <a:avLst/>
              </a:prstGeom>
              <a:blipFill>
                <a:blip r:embed="rId7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>
            <a:stCxn id="8" idx="3"/>
          </p:cNvCxnSpPr>
          <p:nvPr/>
        </p:nvCxnSpPr>
        <p:spPr>
          <a:xfrm flipH="1">
            <a:off x="611716" y="1549360"/>
            <a:ext cx="967356" cy="713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903335" y="2918828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3" name="Oval 72"/>
          <p:cNvSpPr/>
          <p:nvPr/>
        </p:nvSpPr>
        <p:spPr>
          <a:xfrm>
            <a:off x="5647259" y="2898274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4" name="Oval 73"/>
          <p:cNvSpPr/>
          <p:nvPr/>
        </p:nvSpPr>
        <p:spPr>
          <a:xfrm>
            <a:off x="5596106" y="5255126"/>
            <a:ext cx="318282" cy="38367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5" name="Oval 74"/>
          <p:cNvSpPr/>
          <p:nvPr/>
        </p:nvSpPr>
        <p:spPr>
          <a:xfrm>
            <a:off x="6874917" y="5255126"/>
            <a:ext cx="318282" cy="38367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6" name="Oval 75"/>
          <p:cNvSpPr/>
          <p:nvPr/>
        </p:nvSpPr>
        <p:spPr>
          <a:xfrm>
            <a:off x="4419600" y="3830053"/>
            <a:ext cx="318282" cy="38367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7" name="Oval 76"/>
          <p:cNvSpPr/>
          <p:nvPr/>
        </p:nvSpPr>
        <p:spPr>
          <a:xfrm>
            <a:off x="8148045" y="4049295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78" name="Elbow Connector 77"/>
          <p:cNvCxnSpPr>
            <a:stCxn id="73" idx="1"/>
            <a:endCxn id="73" idx="7"/>
          </p:cNvCxnSpPr>
          <p:nvPr/>
        </p:nvCxnSpPr>
        <p:spPr>
          <a:xfrm rot="5400000" flipH="1" flipV="1">
            <a:off x="5805621" y="2841933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3" idx="6"/>
            <a:endCxn id="72" idx="2"/>
          </p:cNvCxnSpPr>
          <p:nvPr/>
        </p:nvCxnSpPr>
        <p:spPr>
          <a:xfrm>
            <a:off x="5965540" y="3090111"/>
            <a:ext cx="937795" cy="2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72" idx="5"/>
            <a:endCxn id="77" idx="1"/>
          </p:cNvCxnSpPr>
          <p:nvPr/>
        </p:nvCxnSpPr>
        <p:spPr>
          <a:xfrm>
            <a:off x="7175006" y="3246314"/>
            <a:ext cx="1019651" cy="859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7" idx="7"/>
            <a:endCxn id="77" idx="6"/>
          </p:cNvCxnSpPr>
          <p:nvPr/>
        </p:nvCxnSpPr>
        <p:spPr>
          <a:xfrm rot="16200000" flipH="1">
            <a:off x="8375196" y="4150002"/>
            <a:ext cx="135649" cy="46612"/>
          </a:xfrm>
          <a:prstGeom prst="bentConnector4">
            <a:avLst>
              <a:gd name="adj1" fmla="val -162640"/>
              <a:gd name="adj2" fmla="val 3926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2" idx="4"/>
            <a:endCxn id="75" idx="0"/>
          </p:cNvCxnSpPr>
          <p:nvPr/>
        </p:nvCxnSpPr>
        <p:spPr>
          <a:xfrm flipH="1">
            <a:off x="7034058" y="3302502"/>
            <a:ext cx="28418" cy="1952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7" idx="3"/>
          </p:cNvCxnSpPr>
          <p:nvPr/>
        </p:nvCxnSpPr>
        <p:spPr>
          <a:xfrm flipH="1">
            <a:off x="7147730" y="4376781"/>
            <a:ext cx="1046926" cy="933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73" idx="4"/>
            <a:endCxn id="74" idx="0"/>
          </p:cNvCxnSpPr>
          <p:nvPr/>
        </p:nvCxnSpPr>
        <p:spPr>
          <a:xfrm flipH="1">
            <a:off x="5755247" y="3281948"/>
            <a:ext cx="51152" cy="19731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329291" y="2843464"/>
                <a:ext cx="226083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291" y="2843464"/>
                <a:ext cx="226083" cy="265660"/>
              </a:xfrm>
              <a:prstGeom prst="rect">
                <a:avLst/>
              </a:prstGeom>
              <a:blipFill>
                <a:blip r:embed="rId8"/>
                <a:stretch>
                  <a:fillRect r="-32432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5486400" y="2438400"/>
                <a:ext cx="7010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438400"/>
                <a:ext cx="7010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7602419" y="3446379"/>
                <a:ext cx="226083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419" y="3446379"/>
                <a:ext cx="226083" cy="265660"/>
              </a:xfrm>
              <a:prstGeom prst="rect">
                <a:avLst/>
              </a:prstGeom>
              <a:blipFill>
                <a:blip r:embed="rId10"/>
                <a:stretch>
                  <a:fillRect r="-32432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8305800" y="3505200"/>
                <a:ext cx="7010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3505200"/>
                <a:ext cx="70108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556950" y="481664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50" y="4816642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7056793" y="4104106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793" y="4104106"/>
                <a:ext cx="448492" cy="265660"/>
              </a:xfrm>
              <a:prstGeom prst="rect">
                <a:avLst/>
              </a:prstGeom>
              <a:blipFill>
                <a:blip r:embed="rId13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5783665" y="4104106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665" y="4104106"/>
                <a:ext cx="448492" cy="265660"/>
              </a:xfrm>
              <a:prstGeom prst="rect">
                <a:avLst/>
              </a:prstGeom>
              <a:blipFill>
                <a:blip r:embed="rId4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5147101" y="3501190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101" y="3501190"/>
                <a:ext cx="228340" cy="265660"/>
              </a:xfrm>
              <a:prstGeom prst="rect">
                <a:avLst/>
              </a:prstGeom>
              <a:blipFill>
                <a:blip r:embed="rId5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Arrow Connector 99"/>
          <p:cNvCxnSpPr>
            <a:stCxn id="73" idx="3"/>
          </p:cNvCxnSpPr>
          <p:nvPr/>
        </p:nvCxnSpPr>
        <p:spPr>
          <a:xfrm flipH="1">
            <a:off x="4726515" y="3225760"/>
            <a:ext cx="967355" cy="713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7335121" y="5432253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121" y="5432253"/>
                <a:ext cx="38266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Oval 105"/>
          <p:cNvSpPr/>
          <p:nvPr/>
        </p:nvSpPr>
        <p:spPr>
          <a:xfrm>
            <a:off x="4033246" y="2372895"/>
            <a:ext cx="318282" cy="383674"/>
          </a:xfrm>
          <a:prstGeom prst="ellipse">
            <a:avLst/>
          </a:prstGeom>
          <a:solidFill>
            <a:srgbClr val="FF0000">
              <a:alpha val="9020"/>
            </a:srgb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3487450" y="5378334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450" y="5378334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>
            <a:off x="2463733" y="1559860"/>
            <a:ext cx="4557561" cy="4844100"/>
          </a:xfrm>
          <a:custGeom>
            <a:avLst/>
            <a:gdLst>
              <a:gd name="connsiteX0" fmla="*/ 4532377 w 4536065"/>
              <a:gd name="connsiteY0" fmla="*/ 4087906 h 5108532"/>
              <a:gd name="connsiteX1" fmla="*/ 4487553 w 4536065"/>
              <a:gd name="connsiteY1" fmla="*/ 4598894 h 5108532"/>
              <a:gd name="connsiteX2" fmla="*/ 4191718 w 4536065"/>
              <a:gd name="connsiteY2" fmla="*/ 4823012 h 5108532"/>
              <a:gd name="connsiteX3" fmla="*/ 3277318 w 4536065"/>
              <a:gd name="connsiteY3" fmla="*/ 5029200 h 5108532"/>
              <a:gd name="connsiteX4" fmla="*/ 1430588 w 4536065"/>
              <a:gd name="connsiteY4" fmla="*/ 5038165 h 5108532"/>
              <a:gd name="connsiteX5" fmla="*/ 256212 w 4536065"/>
              <a:gd name="connsiteY5" fmla="*/ 4948517 h 5108532"/>
              <a:gd name="connsiteX6" fmla="*/ 23130 w 4536065"/>
              <a:gd name="connsiteY6" fmla="*/ 3200400 h 5108532"/>
              <a:gd name="connsiteX7" fmla="*/ 50024 w 4536065"/>
              <a:gd name="connsiteY7" fmla="*/ 555812 h 5108532"/>
              <a:gd name="connsiteX8" fmla="*/ 390683 w 4536065"/>
              <a:gd name="connsiteY8" fmla="*/ 0 h 5108532"/>
              <a:gd name="connsiteX0" fmla="*/ 4532377 w 4536065"/>
              <a:gd name="connsiteY0" fmla="*/ 4087906 h 5052752"/>
              <a:gd name="connsiteX1" fmla="*/ 4487553 w 4536065"/>
              <a:gd name="connsiteY1" fmla="*/ 4598894 h 5052752"/>
              <a:gd name="connsiteX2" fmla="*/ 4191718 w 4536065"/>
              <a:gd name="connsiteY2" fmla="*/ 4823012 h 5052752"/>
              <a:gd name="connsiteX3" fmla="*/ 3277318 w 4536065"/>
              <a:gd name="connsiteY3" fmla="*/ 5029200 h 5052752"/>
              <a:gd name="connsiteX4" fmla="*/ 1430588 w 4536065"/>
              <a:gd name="connsiteY4" fmla="*/ 5038165 h 5052752"/>
              <a:gd name="connsiteX5" fmla="*/ 256212 w 4536065"/>
              <a:gd name="connsiteY5" fmla="*/ 4948517 h 5052752"/>
              <a:gd name="connsiteX6" fmla="*/ 23130 w 4536065"/>
              <a:gd name="connsiteY6" fmla="*/ 3200400 h 5052752"/>
              <a:gd name="connsiteX7" fmla="*/ 50024 w 4536065"/>
              <a:gd name="connsiteY7" fmla="*/ 555812 h 5052752"/>
              <a:gd name="connsiteX8" fmla="*/ 390683 w 4536065"/>
              <a:gd name="connsiteY8" fmla="*/ 0 h 5052752"/>
              <a:gd name="connsiteX0" fmla="*/ 4544539 w 4548227"/>
              <a:gd name="connsiteY0" fmla="*/ 4087906 h 5060992"/>
              <a:gd name="connsiteX1" fmla="*/ 4499715 w 4548227"/>
              <a:gd name="connsiteY1" fmla="*/ 4598894 h 5060992"/>
              <a:gd name="connsiteX2" fmla="*/ 4203880 w 4548227"/>
              <a:gd name="connsiteY2" fmla="*/ 4823012 h 5060992"/>
              <a:gd name="connsiteX3" fmla="*/ 3289480 w 4548227"/>
              <a:gd name="connsiteY3" fmla="*/ 5029200 h 5060992"/>
              <a:gd name="connsiteX4" fmla="*/ 1442750 w 4548227"/>
              <a:gd name="connsiteY4" fmla="*/ 5038165 h 5060992"/>
              <a:gd name="connsiteX5" fmla="*/ 438704 w 4548227"/>
              <a:gd name="connsiteY5" fmla="*/ 4814047 h 5060992"/>
              <a:gd name="connsiteX6" fmla="*/ 35292 w 4548227"/>
              <a:gd name="connsiteY6" fmla="*/ 3200400 h 5060992"/>
              <a:gd name="connsiteX7" fmla="*/ 62186 w 4548227"/>
              <a:gd name="connsiteY7" fmla="*/ 555812 h 5060992"/>
              <a:gd name="connsiteX8" fmla="*/ 402845 w 4548227"/>
              <a:gd name="connsiteY8" fmla="*/ 0 h 5060992"/>
              <a:gd name="connsiteX0" fmla="*/ 4555631 w 4559319"/>
              <a:gd name="connsiteY0" fmla="*/ 4087906 h 5067939"/>
              <a:gd name="connsiteX1" fmla="*/ 4510807 w 4559319"/>
              <a:gd name="connsiteY1" fmla="*/ 4598894 h 5067939"/>
              <a:gd name="connsiteX2" fmla="*/ 4214972 w 4559319"/>
              <a:gd name="connsiteY2" fmla="*/ 4823012 h 5067939"/>
              <a:gd name="connsiteX3" fmla="*/ 3300572 w 4559319"/>
              <a:gd name="connsiteY3" fmla="*/ 5029200 h 5067939"/>
              <a:gd name="connsiteX4" fmla="*/ 1453842 w 4559319"/>
              <a:gd name="connsiteY4" fmla="*/ 5038165 h 5067939"/>
              <a:gd name="connsiteX5" fmla="*/ 602196 w 4559319"/>
              <a:gd name="connsiteY5" fmla="*/ 4715435 h 5067939"/>
              <a:gd name="connsiteX6" fmla="*/ 46384 w 4559319"/>
              <a:gd name="connsiteY6" fmla="*/ 3200400 h 5067939"/>
              <a:gd name="connsiteX7" fmla="*/ 73278 w 4559319"/>
              <a:gd name="connsiteY7" fmla="*/ 555812 h 5067939"/>
              <a:gd name="connsiteX8" fmla="*/ 413937 w 4559319"/>
              <a:gd name="connsiteY8" fmla="*/ 0 h 5067939"/>
              <a:gd name="connsiteX0" fmla="*/ 4555631 w 4559319"/>
              <a:gd name="connsiteY0" fmla="*/ 4087906 h 5067939"/>
              <a:gd name="connsiteX1" fmla="*/ 4510807 w 4559319"/>
              <a:gd name="connsiteY1" fmla="*/ 4598894 h 5067939"/>
              <a:gd name="connsiteX2" fmla="*/ 4214972 w 4559319"/>
              <a:gd name="connsiteY2" fmla="*/ 4823012 h 5067939"/>
              <a:gd name="connsiteX3" fmla="*/ 3300572 w 4559319"/>
              <a:gd name="connsiteY3" fmla="*/ 5029200 h 5067939"/>
              <a:gd name="connsiteX4" fmla="*/ 1453842 w 4559319"/>
              <a:gd name="connsiteY4" fmla="*/ 5038165 h 5067939"/>
              <a:gd name="connsiteX5" fmla="*/ 602196 w 4559319"/>
              <a:gd name="connsiteY5" fmla="*/ 4715435 h 5067939"/>
              <a:gd name="connsiteX6" fmla="*/ 46384 w 4559319"/>
              <a:gd name="connsiteY6" fmla="*/ 3200400 h 5067939"/>
              <a:gd name="connsiteX7" fmla="*/ 73278 w 4559319"/>
              <a:gd name="connsiteY7" fmla="*/ 555812 h 5067939"/>
              <a:gd name="connsiteX8" fmla="*/ 413937 w 4559319"/>
              <a:gd name="connsiteY8" fmla="*/ 0 h 5067939"/>
              <a:gd name="connsiteX0" fmla="*/ 4555631 w 4559319"/>
              <a:gd name="connsiteY0" fmla="*/ 4087906 h 5050215"/>
              <a:gd name="connsiteX1" fmla="*/ 4510807 w 4559319"/>
              <a:gd name="connsiteY1" fmla="*/ 4598894 h 5050215"/>
              <a:gd name="connsiteX2" fmla="*/ 4214972 w 4559319"/>
              <a:gd name="connsiteY2" fmla="*/ 4823012 h 5050215"/>
              <a:gd name="connsiteX3" fmla="*/ 3255749 w 4559319"/>
              <a:gd name="connsiteY3" fmla="*/ 4966447 h 5050215"/>
              <a:gd name="connsiteX4" fmla="*/ 1453842 w 4559319"/>
              <a:gd name="connsiteY4" fmla="*/ 5038165 h 5050215"/>
              <a:gd name="connsiteX5" fmla="*/ 602196 w 4559319"/>
              <a:gd name="connsiteY5" fmla="*/ 4715435 h 5050215"/>
              <a:gd name="connsiteX6" fmla="*/ 46384 w 4559319"/>
              <a:gd name="connsiteY6" fmla="*/ 3200400 h 5050215"/>
              <a:gd name="connsiteX7" fmla="*/ 73278 w 4559319"/>
              <a:gd name="connsiteY7" fmla="*/ 555812 h 5050215"/>
              <a:gd name="connsiteX8" fmla="*/ 413937 w 4559319"/>
              <a:gd name="connsiteY8" fmla="*/ 0 h 5050215"/>
              <a:gd name="connsiteX0" fmla="*/ 4555631 w 4565969"/>
              <a:gd name="connsiteY0" fmla="*/ 4087906 h 5050989"/>
              <a:gd name="connsiteX1" fmla="*/ 4510807 w 4565969"/>
              <a:gd name="connsiteY1" fmla="*/ 4598894 h 5050989"/>
              <a:gd name="connsiteX2" fmla="*/ 4071536 w 4565969"/>
              <a:gd name="connsiteY2" fmla="*/ 4778188 h 5050989"/>
              <a:gd name="connsiteX3" fmla="*/ 3255749 w 4565969"/>
              <a:gd name="connsiteY3" fmla="*/ 4966447 h 5050989"/>
              <a:gd name="connsiteX4" fmla="*/ 1453842 w 4565969"/>
              <a:gd name="connsiteY4" fmla="*/ 5038165 h 5050989"/>
              <a:gd name="connsiteX5" fmla="*/ 602196 w 4565969"/>
              <a:gd name="connsiteY5" fmla="*/ 4715435 h 5050989"/>
              <a:gd name="connsiteX6" fmla="*/ 46384 w 4565969"/>
              <a:gd name="connsiteY6" fmla="*/ 3200400 h 5050989"/>
              <a:gd name="connsiteX7" fmla="*/ 73278 w 4565969"/>
              <a:gd name="connsiteY7" fmla="*/ 555812 h 5050989"/>
              <a:gd name="connsiteX8" fmla="*/ 413937 w 4565969"/>
              <a:gd name="connsiteY8" fmla="*/ 0 h 5050989"/>
              <a:gd name="connsiteX0" fmla="*/ 4555631 w 4556042"/>
              <a:gd name="connsiteY0" fmla="*/ 4087906 h 5050989"/>
              <a:gd name="connsiteX1" fmla="*/ 4421160 w 4556042"/>
              <a:gd name="connsiteY1" fmla="*/ 4580965 h 5050989"/>
              <a:gd name="connsiteX2" fmla="*/ 4071536 w 4556042"/>
              <a:gd name="connsiteY2" fmla="*/ 4778188 h 5050989"/>
              <a:gd name="connsiteX3" fmla="*/ 3255749 w 4556042"/>
              <a:gd name="connsiteY3" fmla="*/ 4966447 h 5050989"/>
              <a:gd name="connsiteX4" fmla="*/ 1453842 w 4556042"/>
              <a:gd name="connsiteY4" fmla="*/ 5038165 h 5050989"/>
              <a:gd name="connsiteX5" fmla="*/ 602196 w 4556042"/>
              <a:gd name="connsiteY5" fmla="*/ 4715435 h 5050989"/>
              <a:gd name="connsiteX6" fmla="*/ 46384 w 4556042"/>
              <a:gd name="connsiteY6" fmla="*/ 3200400 h 5050989"/>
              <a:gd name="connsiteX7" fmla="*/ 73278 w 4556042"/>
              <a:gd name="connsiteY7" fmla="*/ 555812 h 5050989"/>
              <a:gd name="connsiteX8" fmla="*/ 413937 w 4556042"/>
              <a:gd name="connsiteY8" fmla="*/ 0 h 5050989"/>
              <a:gd name="connsiteX0" fmla="*/ 4555631 w 4556042"/>
              <a:gd name="connsiteY0" fmla="*/ 4246918 h 5050989"/>
              <a:gd name="connsiteX1" fmla="*/ 4421160 w 4556042"/>
              <a:gd name="connsiteY1" fmla="*/ 4580965 h 5050989"/>
              <a:gd name="connsiteX2" fmla="*/ 4071536 w 4556042"/>
              <a:gd name="connsiteY2" fmla="*/ 4778188 h 5050989"/>
              <a:gd name="connsiteX3" fmla="*/ 3255749 w 4556042"/>
              <a:gd name="connsiteY3" fmla="*/ 4966447 h 5050989"/>
              <a:gd name="connsiteX4" fmla="*/ 1453842 w 4556042"/>
              <a:gd name="connsiteY4" fmla="*/ 5038165 h 5050989"/>
              <a:gd name="connsiteX5" fmla="*/ 602196 w 4556042"/>
              <a:gd name="connsiteY5" fmla="*/ 4715435 h 5050989"/>
              <a:gd name="connsiteX6" fmla="*/ 46384 w 4556042"/>
              <a:gd name="connsiteY6" fmla="*/ 3200400 h 5050989"/>
              <a:gd name="connsiteX7" fmla="*/ 73278 w 4556042"/>
              <a:gd name="connsiteY7" fmla="*/ 555812 h 5050989"/>
              <a:gd name="connsiteX8" fmla="*/ 413937 w 4556042"/>
              <a:gd name="connsiteY8" fmla="*/ 0 h 5050989"/>
              <a:gd name="connsiteX0" fmla="*/ 4555631 w 4556106"/>
              <a:gd name="connsiteY0" fmla="*/ 4246918 h 5050989"/>
              <a:gd name="connsiteX1" fmla="*/ 4430125 w 4556106"/>
              <a:gd name="connsiteY1" fmla="*/ 4683855 h 5050989"/>
              <a:gd name="connsiteX2" fmla="*/ 4071536 w 4556106"/>
              <a:gd name="connsiteY2" fmla="*/ 4778188 h 5050989"/>
              <a:gd name="connsiteX3" fmla="*/ 3255749 w 4556106"/>
              <a:gd name="connsiteY3" fmla="*/ 4966447 h 5050989"/>
              <a:gd name="connsiteX4" fmla="*/ 1453842 w 4556106"/>
              <a:gd name="connsiteY4" fmla="*/ 5038165 h 5050989"/>
              <a:gd name="connsiteX5" fmla="*/ 602196 w 4556106"/>
              <a:gd name="connsiteY5" fmla="*/ 4715435 h 5050989"/>
              <a:gd name="connsiteX6" fmla="*/ 46384 w 4556106"/>
              <a:gd name="connsiteY6" fmla="*/ 3200400 h 5050989"/>
              <a:gd name="connsiteX7" fmla="*/ 73278 w 4556106"/>
              <a:gd name="connsiteY7" fmla="*/ 555812 h 5050989"/>
              <a:gd name="connsiteX8" fmla="*/ 413937 w 4556106"/>
              <a:gd name="connsiteY8" fmla="*/ 0 h 5050989"/>
              <a:gd name="connsiteX0" fmla="*/ 4555631 w 4577087"/>
              <a:gd name="connsiteY0" fmla="*/ 4246918 h 5052916"/>
              <a:gd name="connsiteX1" fmla="*/ 4430125 w 4577087"/>
              <a:gd name="connsiteY1" fmla="*/ 4683855 h 5052916"/>
              <a:gd name="connsiteX2" fmla="*/ 3255749 w 4577087"/>
              <a:gd name="connsiteY2" fmla="*/ 4966447 h 5052916"/>
              <a:gd name="connsiteX3" fmla="*/ 1453842 w 4577087"/>
              <a:gd name="connsiteY3" fmla="*/ 5038165 h 5052916"/>
              <a:gd name="connsiteX4" fmla="*/ 602196 w 4577087"/>
              <a:gd name="connsiteY4" fmla="*/ 4715435 h 5052916"/>
              <a:gd name="connsiteX5" fmla="*/ 46384 w 4577087"/>
              <a:gd name="connsiteY5" fmla="*/ 3200400 h 5052916"/>
              <a:gd name="connsiteX6" fmla="*/ 73278 w 4577087"/>
              <a:gd name="connsiteY6" fmla="*/ 555812 h 5052916"/>
              <a:gd name="connsiteX7" fmla="*/ 413937 w 4577087"/>
              <a:gd name="connsiteY7" fmla="*/ 0 h 5052916"/>
              <a:gd name="connsiteX0" fmla="*/ 4555631 w 4556178"/>
              <a:gd name="connsiteY0" fmla="*/ 4246918 h 5051718"/>
              <a:gd name="connsiteX1" fmla="*/ 4304620 w 4556178"/>
              <a:gd name="connsiteY1" fmla="*/ 4739977 h 5051718"/>
              <a:gd name="connsiteX2" fmla="*/ 3255749 w 4556178"/>
              <a:gd name="connsiteY2" fmla="*/ 4966447 h 5051718"/>
              <a:gd name="connsiteX3" fmla="*/ 1453842 w 4556178"/>
              <a:gd name="connsiteY3" fmla="*/ 5038165 h 5051718"/>
              <a:gd name="connsiteX4" fmla="*/ 602196 w 4556178"/>
              <a:gd name="connsiteY4" fmla="*/ 4715435 h 5051718"/>
              <a:gd name="connsiteX5" fmla="*/ 46384 w 4556178"/>
              <a:gd name="connsiteY5" fmla="*/ 3200400 h 5051718"/>
              <a:gd name="connsiteX6" fmla="*/ 73278 w 4556178"/>
              <a:gd name="connsiteY6" fmla="*/ 555812 h 5051718"/>
              <a:gd name="connsiteX7" fmla="*/ 413937 w 4556178"/>
              <a:gd name="connsiteY7" fmla="*/ 0 h 5051718"/>
              <a:gd name="connsiteX0" fmla="*/ 4555631 w 4555749"/>
              <a:gd name="connsiteY0" fmla="*/ 4246918 h 5054285"/>
              <a:gd name="connsiteX1" fmla="*/ 4123622 w 4555749"/>
              <a:gd name="connsiteY1" fmla="*/ 4627733 h 5054285"/>
              <a:gd name="connsiteX2" fmla="*/ 3255749 w 4555749"/>
              <a:gd name="connsiteY2" fmla="*/ 4966447 h 5054285"/>
              <a:gd name="connsiteX3" fmla="*/ 1453842 w 4555749"/>
              <a:gd name="connsiteY3" fmla="*/ 5038165 h 5054285"/>
              <a:gd name="connsiteX4" fmla="*/ 602196 w 4555749"/>
              <a:gd name="connsiteY4" fmla="*/ 4715435 h 5054285"/>
              <a:gd name="connsiteX5" fmla="*/ 46384 w 4555749"/>
              <a:gd name="connsiteY5" fmla="*/ 3200400 h 5054285"/>
              <a:gd name="connsiteX6" fmla="*/ 73278 w 4555749"/>
              <a:gd name="connsiteY6" fmla="*/ 555812 h 5054285"/>
              <a:gd name="connsiteX7" fmla="*/ 413937 w 4555749"/>
              <a:gd name="connsiteY7" fmla="*/ 0 h 5054285"/>
              <a:gd name="connsiteX0" fmla="*/ 4555631 w 4555631"/>
              <a:gd name="connsiteY0" fmla="*/ 4246918 h 5054285"/>
              <a:gd name="connsiteX1" fmla="*/ 4123622 w 4555631"/>
              <a:gd name="connsiteY1" fmla="*/ 4627733 h 5054285"/>
              <a:gd name="connsiteX2" fmla="*/ 3255749 w 4555631"/>
              <a:gd name="connsiteY2" fmla="*/ 4966447 h 5054285"/>
              <a:gd name="connsiteX3" fmla="*/ 1453842 w 4555631"/>
              <a:gd name="connsiteY3" fmla="*/ 5038165 h 5054285"/>
              <a:gd name="connsiteX4" fmla="*/ 602196 w 4555631"/>
              <a:gd name="connsiteY4" fmla="*/ 4715435 h 5054285"/>
              <a:gd name="connsiteX5" fmla="*/ 46384 w 4555631"/>
              <a:gd name="connsiteY5" fmla="*/ 3200400 h 5054285"/>
              <a:gd name="connsiteX6" fmla="*/ 73278 w 4555631"/>
              <a:gd name="connsiteY6" fmla="*/ 555812 h 5054285"/>
              <a:gd name="connsiteX7" fmla="*/ 413937 w 4555631"/>
              <a:gd name="connsiteY7" fmla="*/ 0 h 5054285"/>
              <a:gd name="connsiteX0" fmla="*/ 4600880 w 4600880"/>
              <a:gd name="connsiteY0" fmla="*/ 4246918 h 5054285"/>
              <a:gd name="connsiteX1" fmla="*/ 4123622 w 4600880"/>
              <a:gd name="connsiteY1" fmla="*/ 4627733 h 5054285"/>
              <a:gd name="connsiteX2" fmla="*/ 3255749 w 4600880"/>
              <a:gd name="connsiteY2" fmla="*/ 4966447 h 5054285"/>
              <a:gd name="connsiteX3" fmla="*/ 1453842 w 4600880"/>
              <a:gd name="connsiteY3" fmla="*/ 5038165 h 5054285"/>
              <a:gd name="connsiteX4" fmla="*/ 602196 w 4600880"/>
              <a:gd name="connsiteY4" fmla="*/ 4715435 h 5054285"/>
              <a:gd name="connsiteX5" fmla="*/ 46384 w 4600880"/>
              <a:gd name="connsiteY5" fmla="*/ 3200400 h 5054285"/>
              <a:gd name="connsiteX6" fmla="*/ 73278 w 4600880"/>
              <a:gd name="connsiteY6" fmla="*/ 555812 h 5054285"/>
              <a:gd name="connsiteX7" fmla="*/ 413937 w 4600880"/>
              <a:gd name="connsiteY7" fmla="*/ 0 h 505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00880" h="5054285">
                <a:moveTo>
                  <a:pt x="4600880" y="4246918"/>
                </a:moveTo>
                <a:cubicBezTo>
                  <a:pt x="4425858" y="4450508"/>
                  <a:pt x="4347810" y="4507812"/>
                  <a:pt x="4123622" y="4627733"/>
                </a:cubicBezTo>
                <a:cubicBezTo>
                  <a:pt x="3899434" y="4747654"/>
                  <a:pt x="3700712" y="4898042"/>
                  <a:pt x="3255749" y="4966447"/>
                </a:cubicBezTo>
                <a:cubicBezTo>
                  <a:pt x="2810786" y="5034852"/>
                  <a:pt x="1896101" y="5080000"/>
                  <a:pt x="1453842" y="5038165"/>
                </a:cubicBezTo>
                <a:cubicBezTo>
                  <a:pt x="1011583" y="4996330"/>
                  <a:pt x="881595" y="4967941"/>
                  <a:pt x="602196" y="4715435"/>
                </a:cubicBezTo>
                <a:cubicBezTo>
                  <a:pt x="322797" y="4462929"/>
                  <a:pt x="134537" y="3893670"/>
                  <a:pt x="46384" y="3200400"/>
                </a:cubicBezTo>
                <a:cubicBezTo>
                  <a:pt x="-41769" y="2507130"/>
                  <a:pt x="12019" y="1089212"/>
                  <a:pt x="73278" y="555812"/>
                </a:cubicBezTo>
                <a:cubicBezTo>
                  <a:pt x="134537" y="22412"/>
                  <a:pt x="274237" y="11206"/>
                  <a:pt x="413937" y="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4260707" y="6074087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707" y="6074087"/>
                <a:ext cx="448492" cy="265660"/>
              </a:xfrm>
              <a:prstGeom prst="rect">
                <a:avLst/>
              </a:prstGeom>
              <a:blipFill>
                <a:blip r:embed="rId16"/>
                <a:stretch>
                  <a:fillRect r="-4864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/>
          <p:cNvSpPr/>
          <p:nvPr/>
        </p:nvSpPr>
        <p:spPr>
          <a:xfrm>
            <a:off x="1446402" y="3971365"/>
            <a:ext cx="5667018" cy="2732563"/>
          </a:xfrm>
          <a:custGeom>
            <a:avLst/>
            <a:gdLst>
              <a:gd name="connsiteX0" fmla="*/ 5626751 w 5806739"/>
              <a:gd name="connsiteY0" fmla="*/ 1676400 h 2709637"/>
              <a:gd name="connsiteX1" fmla="*/ 5644680 w 5806739"/>
              <a:gd name="connsiteY1" fmla="*/ 2402541 h 2709637"/>
              <a:gd name="connsiteX2" fmla="*/ 5357810 w 5806739"/>
              <a:gd name="connsiteY2" fmla="*/ 2635623 h 2709637"/>
              <a:gd name="connsiteX3" fmla="*/ 642374 w 5806739"/>
              <a:gd name="connsiteY3" fmla="*/ 2447364 h 2709637"/>
              <a:gd name="connsiteX4" fmla="*/ 167245 w 5806739"/>
              <a:gd name="connsiteY4" fmla="*/ 0 h 2709637"/>
              <a:gd name="connsiteX0" fmla="*/ 5626751 w 5667018"/>
              <a:gd name="connsiteY0" fmla="*/ 1676400 h 2732563"/>
              <a:gd name="connsiteX1" fmla="*/ 5644680 w 5667018"/>
              <a:gd name="connsiteY1" fmla="*/ 2402541 h 2732563"/>
              <a:gd name="connsiteX2" fmla="*/ 5357810 w 5667018"/>
              <a:gd name="connsiteY2" fmla="*/ 2635623 h 2732563"/>
              <a:gd name="connsiteX3" fmla="*/ 642374 w 5667018"/>
              <a:gd name="connsiteY3" fmla="*/ 2447364 h 2732563"/>
              <a:gd name="connsiteX4" fmla="*/ 167245 w 5667018"/>
              <a:gd name="connsiteY4" fmla="*/ 0 h 273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67018" h="2732563">
                <a:moveTo>
                  <a:pt x="5626751" y="1676400"/>
                </a:moveTo>
                <a:cubicBezTo>
                  <a:pt x="5658127" y="1959535"/>
                  <a:pt x="5689504" y="2242671"/>
                  <a:pt x="5644680" y="2402541"/>
                </a:cubicBezTo>
                <a:cubicBezTo>
                  <a:pt x="5599856" y="2562412"/>
                  <a:pt x="5590892" y="2565400"/>
                  <a:pt x="5357810" y="2635623"/>
                </a:cubicBezTo>
                <a:cubicBezTo>
                  <a:pt x="5124728" y="2705846"/>
                  <a:pt x="1507468" y="2886634"/>
                  <a:pt x="642374" y="2447364"/>
                </a:cubicBezTo>
                <a:cubicBezTo>
                  <a:pt x="-222720" y="2008094"/>
                  <a:pt x="-27738" y="1004047"/>
                  <a:pt x="167245" y="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846452" y="5310769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52" y="5310769"/>
                <a:ext cx="448492" cy="265660"/>
              </a:xfrm>
              <a:prstGeom prst="rect">
                <a:avLst/>
              </a:prstGeom>
              <a:blipFill>
                <a:blip r:embed="rId17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 36"/>
          <p:cNvSpPr/>
          <p:nvPr/>
        </p:nvSpPr>
        <p:spPr>
          <a:xfrm>
            <a:off x="3092824" y="978795"/>
            <a:ext cx="5208494" cy="3064287"/>
          </a:xfrm>
          <a:custGeom>
            <a:avLst/>
            <a:gdLst>
              <a:gd name="connsiteX0" fmla="*/ 5208494 w 5634905"/>
              <a:gd name="connsiteY0" fmla="*/ 2970545 h 2970545"/>
              <a:gd name="connsiteX1" fmla="*/ 5109882 w 5634905"/>
              <a:gd name="connsiteY1" fmla="*/ 245275 h 2970545"/>
              <a:gd name="connsiteX2" fmla="*/ 0 w 5634905"/>
              <a:gd name="connsiteY2" fmla="*/ 299063 h 2970545"/>
              <a:gd name="connsiteX0" fmla="*/ 5208494 w 5343266"/>
              <a:gd name="connsiteY0" fmla="*/ 2970545 h 2970545"/>
              <a:gd name="connsiteX1" fmla="*/ 4249270 w 5343266"/>
              <a:gd name="connsiteY1" fmla="*/ 245275 h 2970545"/>
              <a:gd name="connsiteX2" fmla="*/ 0 w 5343266"/>
              <a:gd name="connsiteY2" fmla="*/ 299063 h 2970545"/>
              <a:gd name="connsiteX0" fmla="*/ 5208494 w 5320016"/>
              <a:gd name="connsiteY0" fmla="*/ 3064287 h 3064287"/>
              <a:gd name="connsiteX1" fmla="*/ 4249270 w 5320016"/>
              <a:gd name="connsiteY1" fmla="*/ 339017 h 3064287"/>
              <a:gd name="connsiteX2" fmla="*/ 0 w 5320016"/>
              <a:gd name="connsiteY2" fmla="*/ 392805 h 3064287"/>
              <a:gd name="connsiteX0" fmla="*/ 5208494 w 5208494"/>
              <a:gd name="connsiteY0" fmla="*/ 3064287 h 3064287"/>
              <a:gd name="connsiteX1" fmla="*/ 4249270 w 5208494"/>
              <a:gd name="connsiteY1" fmla="*/ 339017 h 3064287"/>
              <a:gd name="connsiteX2" fmla="*/ 0 w 5208494"/>
              <a:gd name="connsiteY2" fmla="*/ 392805 h 3064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8494" h="3064287">
                <a:moveTo>
                  <a:pt x="5208494" y="3064287"/>
                </a:moveTo>
                <a:cubicBezTo>
                  <a:pt x="5118099" y="1969098"/>
                  <a:pt x="4911164" y="999417"/>
                  <a:pt x="4249270" y="339017"/>
                </a:cubicBezTo>
                <a:cubicBezTo>
                  <a:pt x="3587376" y="-321383"/>
                  <a:pt x="2120900" y="143287"/>
                  <a:pt x="0" y="392805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6936974" y="733105"/>
                <a:ext cx="3788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4" y="733105"/>
                <a:ext cx="37888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5"/>
          <p:cNvSpPr/>
          <p:nvPr/>
        </p:nvSpPr>
        <p:spPr>
          <a:xfrm>
            <a:off x="636494" y="2073142"/>
            <a:ext cx="3818965" cy="1826505"/>
          </a:xfrm>
          <a:custGeom>
            <a:avLst/>
            <a:gdLst>
              <a:gd name="connsiteX0" fmla="*/ 0 w 3818965"/>
              <a:gd name="connsiteY0" fmla="*/ 266646 h 1826505"/>
              <a:gd name="connsiteX1" fmla="*/ 1532965 w 3818965"/>
              <a:gd name="connsiteY1" fmla="*/ 123211 h 1826505"/>
              <a:gd name="connsiteX2" fmla="*/ 3818965 w 3818965"/>
              <a:gd name="connsiteY2" fmla="*/ 1826505 h 1826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8965" h="1826505">
                <a:moveTo>
                  <a:pt x="0" y="266646"/>
                </a:moveTo>
                <a:cubicBezTo>
                  <a:pt x="448235" y="64940"/>
                  <a:pt x="896471" y="-136765"/>
                  <a:pt x="1532965" y="123211"/>
                </a:cubicBezTo>
                <a:cubicBezTo>
                  <a:pt x="2169459" y="383187"/>
                  <a:pt x="2994212" y="1104846"/>
                  <a:pt x="3818965" y="1826505"/>
                </a:cubicBezTo>
              </a:path>
            </a:pathLst>
          </a:custGeom>
          <a:noFill/>
          <a:ln>
            <a:solidFill>
              <a:srgbClr val="0551FB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918281" y="2427048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281" y="2427048"/>
                <a:ext cx="38266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6"/>
          <p:cNvSpPr/>
          <p:nvPr/>
        </p:nvSpPr>
        <p:spPr>
          <a:xfrm>
            <a:off x="1783976" y="3343585"/>
            <a:ext cx="2644589" cy="690533"/>
          </a:xfrm>
          <a:custGeom>
            <a:avLst/>
            <a:gdLst>
              <a:gd name="connsiteX0" fmla="*/ 0 w 2644589"/>
              <a:gd name="connsiteY0" fmla="*/ 314015 h 690533"/>
              <a:gd name="connsiteX1" fmla="*/ 1066800 w 2644589"/>
              <a:gd name="connsiteY1" fmla="*/ 250 h 690533"/>
              <a:gd name="connsiteX2" fmla="*/ 1954306 w 2644589"/>
              <a:gd name="connsiteY2" fmla="*/ 269191 h 690533"/>
              <a:gd name="connsiteX3" fmla="*/ 2644589 w 2644589"/>
              <a:gd name="connsiteY3" fmla="*/ 690533 h 690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4589" h="690533">
                <a:moveTo>
                  <a:pt x="0" y="314015"/>
                </a:moveTo>
                <a:cubicBezTo>
                  <a:pt x="370541" y="160868"/>
                  <a:pt x="741082" y="7721"/>
                  <a:pt x="1066800" y="250"/>
                </a:cubicBezTo>
                <a:cubicBezTo>
                  <a:pt x="1392518" y="-7221"/>
                  <a:pt x="1691341" y="154144"/>
                  <a:pt x="1954306" y="269191"/>
                </a:cubicBezTo>
                <a:cubicBezTo>
                  <a:pt x="2217271" y="384238"/>
                  <a:pt x="2430930" y="537385"/>
                  <a:pt x="2644589" y="690533"/>
                </a:cubicBezTo>
              </a:path>
            </a:pathLst>
          </a:custGeom>
          <a:noFill/>
          <a:ln>
            <a:solidFill>
              <a:srgbClr val="0551FB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2531872" y="3000203"/>
                <a:ext cx="75161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872" y="3000203"/>
                <a:ext cx="75161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3056965" y="3890682"/>
            <a:ext cx="3835214" cy="1897517"/>
          </a:xfrm>
          <a:custGeom>
            <a:avLst/>
            <a:gdLst>
              <a:gd name="connsiteX0" fmla="*/ 327049 w 2765449"/>
              <a:gd name="connsiteY0" fmla="*/ 0 h 1619611"/>
              <a:gd name="connsiteX1" fmla="*/ 31214 w 2765449"/>
              <a:gd name="connsiteY1" fmla="*/ 1174377 h 1619611"/>
              <a:gd name="connsiteX2" fmla="*/ 990437 w 2765449"/>
              <a:gd name="connsiteY2" fmla="*/ 1604683 h 1619611"/>
              <a:gd name="connsiteX3" fmla="*/ 1976555 w 2765449"/>
              <a:gd name="connsiteY3" fmla="*/ 1497106 h 1619611"/>
              <a:gd name="connsiteX4" fmla="*/ 2765449 w 2765449"/>
              <a:gd name="connsiteY4" fmla="*/ 1264024 h 1619611"/>
              <a:gd name="connsiteX0" fmla="*/ 26988 w 3908706"/>
              <a:gd name="connsiteY0" fmla="*/ 0 h 1987164"/>
              <a:gd name="connsiteX1" fmla="*/ 1174471 w 3908706"/>
              <a:gd name="connsiteY1" fmla="*/ 1541930 h 1987164"/>
              <a:gd name="connsiteX2" fmla="*/ 2133694 w 3908706"/>
              <a:gd name="connsiteY2" fmla="*/ 1972236 h 1987164"/>
              <a:gd name="connsiteX3" fmla="*/ 3119812 w 3908706"/>
              <a:gd name="connsiteY3" fmla="*/ 1864659 h 1987164"/>
              <a:gd name="connsiteX4" fmla="*/ 3908706 w 3908706"/>
              <a:gd name="connsiteY4" fmla="*/ 1631577 h 1987164"/>
              <a:gd name="connsiteX0" fmla="*/ 0 w 3881718"/>
              <a:gd name="connsiteY0" fmla="*/ 0 h 1987164"/>
              <a:gd name="connsiteX1" fmla="*/ 1147483 w 3881718"/>
              <a:gd name="connsiteY1" fmla="*/ 1541930 h 1987164"/>
              <a:gd name="connsiteX2" fmla="*/ 2106706 w 3881718"/>
              <a:gd name="connsiteY2" fmla="*/ 1972236 h 1987164"/>
              <a:gd name="connsiteX3" fmla="*/ 3092824 w 3881718"/>
              <a:gd name="connsiteY3" fmla="*/ 1864659 h 1987164"/>
              <a:gd name="connsiteX4" fmla="*/ 3881718 w 3881718"/>
              <a:gd name="connsiteY4" fmla="*/ 1631577 h 1987164"/>
              <a:gd name="connsiteX0" fmla="*/ 0 w 3845859"/>
              <a:gd name="connsiteY0" fmla="*/ 0 h 1897517"/>
              <a:gd name="connsiteX1" fmla="*/ 1111624 w 3845859"/>
              <a:gd name="connsiteY1" fmla="*/ 1452283 h 1897517"/>
              <a:gd name="connsiteX2" fmla="*/ 2070847 w 3845859"/>
              <a:gd name="connsiteY2" fmla="*/ 1882589 h 1897517"/>
              <a:gd name="connsiteX3" fmla="*/ 3056965 w 3845859"/>
              <a:gd name="connsiteY3" fmla="*/ 1775012 h 1897517"/>
              <a:gd name="connsiteX4" fmla="*/ 3845859 w 3845859"/>
              <a:gd name="connsiteY4" fmla="*/ 1541930 h 1897517"/>
              <a:gd name="connsiteX0" fmla="*/ 0 w 3845859"/>
              <a:gd name="connsiteY0" fmla="*/ 0 h 1897517"/>
              <a:gd name="connsiteX1" fmla="*/ 1111624 w 3845859"/>
              <a:gd name="connsiteY1" fmla="*/ 1452283 h 1897517"/>
              <a:gd name="connsiteX2" fmla="*/ 2070847 w 3845859"/>
              <a:gd name="connsiteY2" fmla="*/ 1882589 h 1897517"/>
              <a:gd name="connsiteX3" fmla="*/ 3056965 w 3845859"/>
              <a:gd name="connsiteY3" fmla="*/ 1775012 h 1897517"/>
              <a:gd name="connsiteX4" fmla="*/ 3845859 w 3845859"/>
              <a:gd name="connsiteY4" fmla="*/ 1541930 h 1897517"/>
              <a:gd name="connsiteX0" fmla="*/ 0 w 3863789"/>
              <a:gd name="connsiteY0" fmla="*/ 0 h 1897517"/>
              <a:gd name="connsiteX1" fmla="*/ 1129554 w 3863789"/>
              <a:gd name="connsiteY1" fmla="*/ 1452283 h 1897517"/>
              <a:gd name="connsiteX2" fmla="*/ 2088777 w 3863789"/>
              <a:gd name="connsiteY2" fmla="*/ 1882589 h 1897517"/>
              <a:gd name="connsiteX3" fmla="*/ 3074895 w 3863789"/>
              <a:gd name="connsiteY3" fmla="*/ 1775012 h 1897517"/>
              <a:gd name="connsiteX4" fmla="*/ 3863789 w 3863789"/>
              <a:gd name="connsiteY4" fmla="*/ 1541930 h 1897517"/>
              <a:gd name="connsiteX0" fmla="*/ 0 w 3863789"/>
              <a:gd name="connsiteY0" fmla="*/ 0 h 1897517"/>
              <a:gd name="connsiteX1" fmla="*/ 1129554 w 3863789"/>
              <a:gd name="connsiteY1" fmla="*/ 1452283 h 1897517"/>
              <a:gd name="connsiteX2" fmla="*/ 2088777 w 3863789"/>
              <a:gd name="connsiteY2" fmla="*/ 1882589 h 1897517"/>
              <a:gd name="connsiteX3" fmla="*/ 3074895 w 3863789"/>
              <a:gd name="connsiteY3" fmla="*/ 1775012 h 1897517"/>
              <a:gd name="connsiteX4" fmla="*/ 3863789 w 3863789"/>
              <a:gd name="connsiteY4" fmla="*/ 1541930 h 1897517"/>
              <a:gd name="connsiteX0" fmla="*/ 0 w 3806639"/>
              <a:gd name="connsiteY0" fmla="*/ 0 h 1897517"/>
              <a:gd name="connsiteX1" fmla="*/ 1129554 w 3806639"/>
              <a:gd name="connsiteY1" fmla="*/ 1452283 h 1897517"/>
              <a:gd name="connsiteX2" fmla="*/ 2088777 w 3806639"/>
              <a:gd name="connsiteY2" fmla="*/ 1882589 h 1897517"/>
              <a:gd name="connsiteX3" fmla="*/ 3074895 w 3806639"/>
              <a:gd name="connsiteY3" fmla="*/ 1775012 h 1897517"/>
              <a:gd name="connsiteX4" fmla="*/ 3806639 w 3806639"/>
              <a:gd name="connsiteY4" fmla="*/ 1570505 h 1897517"/>
              <a:gd name="connsiteX0" fmla="*/ 0 w 3835214"/>
              <a:gd name="connsiteY0" fmla="*/ 0 h 1897517"/>
              <a:gd name="connsiteX1" fmla="*/ 1129554 w 3835214"/>
              <a:gd name="connsiteY1" fmla="*/ 1452283 h 1897517"/>
              <a:gd name="connsiteX2" fmla="*/ 2088777 w 3835214"/>
              <a:gd name="connsiteY2" fmla="*/ 1882589 h 1897517"/>
              <a:gd name="connsiteX3" fmla="*/ 3074895 w 3835214"/>
              <a:gd name="connsiteY3" fmla="*/ 1775012 h 1897517"/>
              <a:gd name="connsiteX4" fmla="*/ 3835214 w 3835214"/>
              <a:gd name="connsiteY4" fmla="*/ 1560980 h 189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5214" h="1897517">
                <a:moveTo>
                  <a:pt x="0" y="0"/>
                </a:moveTo>
                <a:cubicBezTo>
                  <a:pt x="298824" y="292100"/>
                  <a:pt x="781425" y="1138518"/>
                  <a:pt x="1129554" y="1452283"/>
                </a:cubicBezTo>
                <a:cubicBezTo>
                  <a:pt x="1477683" y="1766048"/>
                  <a:pt x="1764554" y="1828801"/>
                  <a:pt x="2088777" y="1882589"/>
                </a:cubicBezTo>
                <a:cubicBezTo>
                  <a:pt x="2413000" y="1936377"/>
                  <a:pt x="2779060" y="1831789"/>
                  <a:pt x="3074895" y="1775012"/>
                </a:cubicBezTo>
                <a:cubicBezTo>
                  <a:pt x="3370730" y="1718236"/>
                  <a:pt x="3588684" y="1649133"/>
                  <a:pt x="3835214" y="1560980"/>
                </a:cubicBezTo>
              </a:path>
            </a:pathLst>
          </a:custGeom>
          <a:noFill/>
          <a:ln>
            <a:solidFill>
              <a:srgbClr val="0551FB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328413" y="5193668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413" y="5193668"/>
                <a:ext cx="38266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12" idx="6"/>
            <a:endCxn id="74" idx="1"/>
          </p:cNvCxnSpPr>
          <p:nvPr/>
        </p:nvCxnSpPr>
        <p:spPr>
          <a:xfrm>
            <a:off x="3078401" y="3770563"/>
            <a:ext cx="2564316" cy="1540751"/>
          </a:xfrm>
          <a:prstGeom prst="straightConnector1">
            <a:avLst/>
          </a:prstGeom>
          <a:noFill/>
          <a:ln>
            <a:solidFill>
              <a:srgbClr val="0551FB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4617565" y="4500505"/>
                <a:ext cx="75161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65" y="4500505"/>
                <a:ext cx="75161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/>
          <p:cNvCxnSpPr/>
          <p:nvPr/>
        </p:nvCxnSpPr>
        <p:spPr>
          <a:xfrm>
            <a:off x="1222704" y="1413711"/>
            <a:ext cx="3097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954209" y="3962400"/>
            <a:ext cx="3971365" cy="2089608"/>
          </a:xfrm>
          <a:custGeom>
            <a:avLst/>
            <a:gdLst>
              <a:gd name="connsiteX0" fmla="*/ 3971365 w 3971365"/>
              <a:gd name="connsiteY0" fmla="*/ 1622612 h 2047280"/>
              <a:gd name="connsiteX1" fmla="*/ 1604683 w 3971365"/>
              <a:gd name="connsiteY1" fmla="*/ 2026024 h 2047280"/>
              <a:gd name="connsiteX2" fmla="*/ 654424 w 3971365"/>
              <a:gd name="connsiteY2" fmla="*/ 1775012 h 2047280"/>
              <a:gd name="connsiteX3" fmla="*/ 0 w 3971365"/>
              <a:gd name="connsiteY3" fmla="*/ 0 h 204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1365" h="2047280">
                <a:moveTo>
                  <a:pt x="3971365" y="1622612"/>
                </a:moveTo>
                <a:cubicBezTo>
                  <a:pt x="3064435" y="1811618"/>
                  <a:pt x="2157506" y="2000624"/>
                  <a:pt x="1604683" y="2026024"/>
                </a:cubicBezTo>
                <a:cubicBezTo>
                  <a:pt x="1051860" y="2051424"/>
                  <a:pt x="921871" y="2112683"/>
                  <a:pt x="654424" y="1775012"/>
                </a:cubicBezTo>
                <a:cubicBezTo>
                  <a:pt x="386977" y="1437341"/>
                  <a:pt x="193488" y="718670"/>
                  <a:pt x="0" y="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16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54</a:t>
            </a:fld>
            <a:endParaRPr lang="he-IL"/>
          </a:p>
        </p:txBody>
      </p:sp>
      <p:sp>
        <p:nvSpPr>
          <p:cNvPr id="5" name="Oval 4"/>
          <p:cNvSpPr/>
          <p:nvPr/>
        </p:nvSpPr>
        <p:spPr>
          <a:xfrm>
            <a:off x="2788537" y="1242428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 cmpd="dbl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Oval 7"/>
          <p:cNvSpPr/>
          <p:nvPr/>
        </p:nvSpPr>
        <p:spPr>
          <a:xfrm>
            <a:off x="1532460" y="1221874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Oval 10"/>
          <p:cNvSpPr/>
          <p:nvPr/>
        </p:nvSpPr>
        <p:spPr>
          <a:xfrm>
            <a:off x="1481307" y="3578726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 cmpd="dbl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Oval 11"/>
          <p:cNvSpPr/>
          <p:nvPr/>
        </p:nvSpPr>
        <p:spPr>
          <a:xfrm>
            <a:off x="2760119" y="3578726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 cmpd="dbl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Oval 12"/>
          <p:cNvSpPr/>
          <p:nvPr/>
        </p:nvSpPr>
        <p:spPr>
          <a:xfrm>
            <a:off x="304801" y="2153653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6" name="Elbow Connector 15"/>
          <p:cNvCxnSpPr>
            <a:stCxn id="8" idx="1"/>
            <a:endCxn id="8" idx="7"/>
          </p:cNvCxnSpPr>
          <p:nvPr/>
        </p:nvCxnSpPr>
        <p:spPr>
          <a:xfrm rot="5400000" flipH="1" flipV="1">
            <a:off x="1690822" y="1165533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8" idx="6"/>
            <a:endCxn id="5" idx="2"/>
          </p:cNvCxnSpPr>
          <p:nvPr/>
        </p:nvCxnSpPr>
        <p:spPr>
          <a:xfrm>
            <a:off x="1850742" y="1413711"/>
            <a:ext cx="937795" cy="2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8" idx="4"/>
            <a:endCxn id="11" idx="0"/>
          </p:cNvCxnSpPr>
          <p:nvPr/>
        </p:nvCxnSpPr>
        <p:spPr>
          <a:xfrm flipH="1">
            <a:off x="1640448" y="1605548"/>
            <a:ext cx="51152" cy="19731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3" idx="5"/>
            <a:endCxn id="11" idx="1"/>
          </p:cNvCxnSpPr>
          <p:nvPr/>
        </p:nvCxnSpPr>
        <p:spPr>
          <a:xfrm>
            <a:off x="576471" y="2481139"/>
            <a:ext cx="951447" cy="11537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3" idx="1"/>
            <a:endCxn id="13" idx="7"/>
          </p:cNvCxnSpPr>
          <p:nvPr/>
        </p:nvCxnSpPr>
        <p:spPr>
          <a:xfrm rot="5400000" flipH="1" flipV="1">
            <a:off x="463163" y="2097312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112631" y="1088829"/>
                <a:ext cx="3788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631" y="1088829"/>
                <a:ext cx="3788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447800" y="724940"/>
                <a:ext cx="418343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724940"/>
                <a:ext cx="418343" cy="265660"/>
              </a:xfrm>
              <a:prstGeom prst="rect">
                <a:avLst/>
              </a:prstGeom>
              <a:blipFill>
                <a:blip r:embed="rId3"/>
                <a:stretch>
                  <a:fillRect r="-48529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668866" y="2427706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866" y="2427706"/>
                <a:ext cx="448492" cy="265660"/>
              </a:xfrm>
              <a:prstGeom prst="rect">
                <a:avLst/>
              </a:prstGeom>
              <a:blipFill>
                <a:blip r:embed="rId4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032302" y="1824790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02" y="1824790"/>
                <a:ext cx="228340" cy="265660"/>
              </a:xfrm>
              <a:prstGeom prst="rect">
                <a:avLst/>
              </a:prstGeom>
              <a:blipFill>
                <a:blip r:embed="rId5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86834" y="2811379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34" y="2811379"/>
                <a:ext cx="448492" cy="265660"/>
              </a:xfrm>
              <a:prstGeom prst="rect">
                <a:avLst/>
              </a:prstGeom>
              <a:blipFill>
                <a:blip r:embed="rId6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50270" y="1715169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70" y="1715169"/>
                <a:ext cx="228340" cy="265660"/>
              </a:xfrm>
              <a:prstGeom prst="rect">
                <a:avLst/>
              </a:prstGeom>
              <a:blipFill>
                <a:blip r:embed="rId7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>
            <a:stCxn id="8" idx="3"/>
          </p:cNvCxnSpPr>
          <p:nvPr/>
        </p:nvCxnSpPr>
        <p:spPr>
          <a:xfrm flipH="1">
            <a:off x="611716" y="1549360"/>
            <a:ext cx="967356" cy="713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903335" y="2918828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3" name="Oval 72"/>
          <p:cNvSpPr/>
          <p:nvPr/>
        </p:nvSpPr>
        <p:spPr>
          <a:xfrm>
            <a:off x="5647259" y="2898274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4" name="Oval 73"/>
          <p:cNvSpPr/>
          <p:nvPr/>
        </p:nvSpPr>
        <p:spPr>
          <a:xfrm>
            <a:off x="5596106" y="5255126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5" name="Oval 74"/>
          <p:cNvSpPr/>
          <p:nvPr/>
        </p:nvSpPr>
        <p:spPr>
          <a:xfrm>
            <a:off x="6874917" y="5255126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6" name="Oval 75"/>
          <p:cNvSpPr/>
          <p:nvPr/>
        </p:nvSpPr>
        <p:spPr>
          <a:xfrm>
            <a:off x="4419600" y="3830053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7" name="Oval 76"/>
          <p:cNvSpPr/>
          <p:nvPr/>
        </p:nvSpPr>
        <p:spPr>
          <a:xfrm>
            <a:off x="8148045" y="4049295"/>
            <a:ext cx="318282" cy="38367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78" name="Elbow Connector 77"/>
          <p:cNvCxnSpPr>
            <a:stCxn id="73" idx="1"/>
            <a:endCxn id="73" idx="7"/>
          </p:cNvCxnSpPr>
          <p:nvPr/>
        </p:nvCxnSpPr>
        <p:spPr>
          <a:xfrm rot="5400000" flipH="1" flipV="1">
            <a:off x="5805621" y="2841933"/>
            <a:ext cx="9135" cy="225059"/>
          </a:xfrm>
          <a:prstGeom prst="bentConnector3">
            <a:avLst>
              <a:gd name="adj1" fmla="val 24150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3" idx="6"/>
            <a:endCxn id="72" idx="2"/>
          </p:cNvCxnSpPr>
          <p:nvPr/>
        </p:nvCxnSpPr>
        <p:spPr>
          <a:xfrm>
            <a:off x="5965540" y="3090111"/>
            <a:ext cx="937795" cy="20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72" idx="5"/>
            <a:endCxn id="77" idx="1"/>
          </p:cNvCxnSpPr>
          <p:nvPr/>
        </p:nvCxnSpPr>
        <p:spPr>
          <a:xfrm>
            <a:off x="7175006" y="3246314"/>
            <a:ext cx="1019651" cy="8591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77" idx="7"/>
            <a:endCxn id="77" idx="6"/>
          </p:cNvCxnSpPr>
          <p:nvPr/>
        </p:nvCxnSpPr>
        <p:spPr>
          <a:xfrm rot="16200000" flipH="1">
            <a:off x="8375196" y="4150002"/>
            <a:ext cx="135649" cy="46612"/>
          </a:xfrm>
          <a:prstGeom prst="bentConnector4">
            <a:avLst>
              <a:gd name="adj1" fmla="val -162640"/>
              <a:gd name="adj2" fmla="val 39264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72" idx="4"/>
            <a:endCxn id="75" idx="0"/>
          </p:cNvCxnSpPr>
          <p:nvPr/>
        </p:nvCxnSpPr>
        <p:spPr>
          <a:xfrm flipH="1">
            <a:off x="7034058" y="3302502"/>
            <a:ext cx="28418" cy="1952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7" idx="3"/>
          </p:cNvCxnSpPr>
          <p:nvPr/>
        </p:nvCxnSpPr>
        <p:spPr>
          <a:xfrm flipH="1">
            <a:off x="7147730" y="4376781"/>
            <a:ext cx="1046926" cy="933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73" idx="4"/>
            <a:endCxn id="74" idx="0"/>
          </p:cNvCxnSpPr>
          <p:nvPr/>
        </p:nvCxnSpPr>
        <p:spPr>
          <a:xfrm flipH="1">
            <a:off x="5755247" y="3281948"/>
            <a:ext cx="51152" cy="19731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6329291" y="2843464"/>
                <a:ext cx="226083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291" y="2843464"/>
                <a:ext cx="226083" cy="265660"/>
              </a:xfrm>
              <a:prstGeom prst="rect">
                <a:avLst/>
              </a:prstGeom>
              <a:blipFill>
                <a:blip r:embed="rId8"/>
                <a:stretch>
                  <a:fillRect r="-32432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5486400" y="2438400"/>
                <a:ext cx="7010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438400"/>
                <a:ext cx="7010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7602419" y="3446379"/>
                <a:ext cx="226083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419" y="3446379"/>
                <a:ext cx="226083" cy="265660"/>
              </a:xfrm>
              <a:prstGeom prst="rect">
                <a:avLst/>
              </a:prstGeom>
              <a:blipFill>
                <a:blip r:embed="rId10"/>
                <a:stretch>
                  <a:fillRect r="-32432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8305800" y="3505200"/>
                <a:ext cx="7010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3505200"/>
                <a:ext cx="70108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556950" y="481664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6950" y="4816642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/>
              <p:cNvSpPr txBox="1"/>
              <p:nvPr/>
            </p:nvSpPr>
            <p:spPr>
              <a:xfrm>
                <a:off x="7056793" y="4104106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4" name="Text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793" y="4104106"/>
                <a:ext cx="448492" cy="265660"/>
              </a:xfrm>
              <a:prstGeom prst="rect">
                <a:avLst/>
              </a:prstGeom>
              <a:blipFill>
                <a:blip r:embed="rId13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5783665" y="4104106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665" y="4104106"/>
                <a:ext cx="448492" cy="265660"/>
              </a:xfrm>
              <a:prstGeom prst="rect">
                <a:avLst/>
              </a:prstGeom>
              <a:blipFill>
                <a:blip r:embed="rId4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/>
              <p:cNvSpPr txBox="1"/>
              <p:nvPr/>
            </p:nvSpPr>
            <p:spPr>
              <a:xfrm>
                <a:off x="5147101" y="3501190"/>
                <a:ext cx="228340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7" name="TextBox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101" y="3501190"/>
                <a:ext cx="228340" cy="265660"/>
              </a:xfrm>
              <a:prstGeom prst="rect">
                <a:avLst/>
              </a:prstGeom>
              <a:blipFill>
                <a:blip r:embed="rId5"/>
                <a:stretch>
                  <a:fillRect r="-2105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Straight Arrow Connector 99"/>
          <p:cNvCxnSpPr>
            <a:stCxn id="73" idx="3"/>
          </p:cNvCxnSpPr>
          <p:nvPr/>
        </p:nvCxnSpPr>
        <p:spPr>
          <a:xfrm flipH="1">
            <a:off x="4726515" y="3225760"/>
            <a:ext cx="967355" cy="713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/>
              <p:cNvSpPr txBox="1"/>
              <p:nvPr/>
            </p:nvSpPr>
            <p:spPr>
              <a:xfrm>
                <a:off x="7335121" y="5432253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4" name="TextBox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121" y="5432253"/>
                <a:ext cx="38266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 27"/>
          <p:cNvSpPr/>
          <p:nvPr/>
        </p:nvSpPr>
        <p:spPr>
          <a:xfrm>
            <a:off x="2949388" y="3946966"/>
            <a:ext cx="3971365" cy="2089608"/>
          </a:xfrm>
          <a:custGeom>
            <a:avLst/>
            <a:gdLst>
              <a:gd name="connsiteX0" fmla="*/ 3971365 w 3971365"/>
              <a:gd name="connsiteY0" fmla="*/ 1622612 h 2047280"/>
              <a:gd name="connsiteX1" fmla="*/ 1604683 w 3971365"/>
              <a:gd name="connsiteY1" fmla="*/ 2026024 h 2047280"/>
              <a:gd name="connsiteX2" fmla="*/ 654424 w 3971365"/>
              <a:gd name="connsiteY2" fmla="*/ 1775012 h 2047280"/>
              <a:gd name="connsiteX3" fmla="*/ 0 w 3971365"/>
              <a:gd name="connsiteY3" fmla="*/ 0 h 204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1365" h="2047280">
                <a:moveTo>
                  <a:pt x="3971365" y="1622612"/>
                </a:moveTo>
                <a:cubicBezTo>
                  <a:pt x="3064435" y="1811618"/>
                  <a:pt x="2157506" y="2000624"/>
                  <a:pt x="1604683" y="2026024"/>
                </a:cubicBezTo>
                <a:cubicBezTo>
                  <a:pt x="1051860" y="2051424"/>
                  <a:pt x="921871" y="2112683"/>
                  <a:pt x="654424" y="1775012"/>
                </a:cubicBezTo>
                <a:cubicBezTo>
                  <a:pt x="386977" y="1437341"/>
                  <a:pt x="193488" y="718670"/>
                  <a:pt x="0" y="0"/>
                </a:cubicBezTo>
              </a:path>
            </a:pathLst>
          </a:cu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/>
              <p:cNvSpPr txBox="1"/>
              <p:nvPr/>
            </p:nvSpPr>
            <p:spPr>
              <a:xfrm>
                <a:off x="3487450" y="5378334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7" name="TextBox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450" y="5378334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 29"/>
          <p:cNvSpPr/>
          <p:nvPr/>
        </p:nvSpPr>
        <p:spPr>
          <a:xfrm>
            <a:off x="2463733" y="1559860"/>
            <a:ext cx="4557561" cy="4844100"/>
          </a:xfrm>
          <a:custGeom>
            <a:avLst/>
            <a:gdLst>
              <a:gd name="connsiteX0" fmla="*/ 4532377 w 4536065"/>
              <a:gd name="connsiteY0" fmla="*/ 4087906 h 5108532"/>
              <a:gd name="connsiteX1" fmla="*/ 4487553 w 4536065"/>
              <a:gd name="connsiteY1" fmla="*/ 4598894 h 5108532"/>
              <a:gd name="connsiteX2" fmla="*/ 4191718 w 4536065"/>
              <a:gd name="connsiteY2" fmla="*/ 4823012 h 5108532"/>
              <a:gd name="connsiteX3" fmla="*/ 3277318 w 4536065"/>
              <a:gd name="connsiteY3" fmla="*/ 5029200 h 5108532"/>
              <a:gd name="connsiteX4" fmla="*/ 1430588 w 4536065"/>
              <a:gd name="connsiteY4" fmla="*/ 5038165 h 5108532"/>
              <a:gd name="connsiteX5" fmla="*/ 256212 w 4536065"/>
              <a:gd name="connsiteY5" fmla="*/ 4948517 h 5108532"/>
              <a:gd name="connsiteX6" fmla="*/ 23130 w 4536065"/>
              <a:gd name="connsiteY6" fmla="*/ 3200400 h 5108532"/>
              <a:gd name="connsiteX7" fmla="*/ 50024 w 4536065"/>
              <a:gd name="connsiteY7" fmla="*/ 555812 h 5108532"/>
              <a:gd name="connsiteX8" fmla="*/ 390683 w 4536065"/>
              <a:gd name="connsiteY8" fmla="*/ 0 h 5108532"/>
              <a:gd name="connsiteX0" fmla="*/ 4532377 w 4536065"/>
              <a:gd name="connsiteY0" fmla="*/ 4087906 h 5052752"/>
              <a:gd name="connsiteX1" fmla="*/ 4487553 w 4536065"/>
              <a:gd name="connsiteY1" fmla="*/ 4598894 h 5052752"/>
              <a:gd name="connsiteX2" fmla="*/ 4191718 w 4536065"/>
              <a:gd name="connsiteY2" fmla="*/ 4823012 h 5052752"/>
              <a:gd name="connsiteX3" fmla="*/ 3277318 w 4536065"/>
              <a:gd name="connsiteY3" fmla="*/ 5029200 h 5052752"/>
              <a:gd name="connsiteX4" fmla="*/ 1430588 w 4536065"/>
              <a:gd name="connsiteY4" fmla="*/ 5038165 h 5052752"/>
              <a:gd name="connsiteX5" fmla="*/ 256212 w 4536065"/>
              <a:gd name="connsiteY5" fmla="*/ 4948517 h 5052752"/>
              <a:gd name="connsiteX6" fmla="*/ 23130 w 4536065"/>
              <a:gd name="connsiteY6" fmla="*/ 3200400 h 5052752"/>
              <a:gd name="connsiteX7" fmla="*/ 50024 w 4536065"/>
              <a:gd name="connsiteY7" fmla="*/ 555812 h 5052752"/>
              <a:gd name="connsiteX8" fmla="*/ 390683 w 4536065"/>
              <a:gd name="connsiteY8" fmla="*/ 0 h 5052752"/>
              <a:gd name="connsiteX0" fmla="*/ 4544539 w 4548227"/>
              <a:gd name="connsiteY0" fmla="*/ 4087906 h 5060992"/>
              <a:gd name="connsiteX1" fmla="*/ 4499715 w 4548227"/>
              <a:gd name="connsiteY1" fmla="*/ 4598894 h 5060992"/>
              <a:gd name="connsiteX2" fmla="*/ 4203880 w 4548227"/>
              <a:gd name="connsiteY2" fmla="*/ 4823012 h 5060992"/>
              <a:gd name="connsiteX3" fmla="*/ 3289480 w 4548227"/>
              <a:gd name="connsiteY3" fmla="*/ 5029200 h 5060992"/>
              <a:gd name="connsiteX4" fmla="*/ 1442750 w 4548227"/>
              <a:gd name="connsiteY4" fmla="*/ 5038165 h 5060992"/>
              <a:gd name="connsiteX5" fmla="*/ 438704 w 4548227"/>
              <a:gd name="connsiteY5" fmla="*/ 4814047 h 5060992"/>
              <a:gd name="connsiteX6" fmla="*/ 35292 w 4548227"/>
              <a:gd name="connsiteY6" fmla="*/ 3200400 h 5060992"/>
              <a:gd name="connsiteX7" fmla="*/ 62186 w 4548227"/>
              <a:gd name="connsiteY7" fmla="*/ 555812 h 5060992"/>
              <a:gd name="connsiteX8" fmla="*/ 402845 w 4548227"/>
              <a:gd name="connsiteY8" fmla="*/ 0 h 5060992"/>
              <a:gd name="connsiteX0" fmla="*/ 4555631 w 4559319"/>
              <a:gd name="connsiteY0" fmla="*/ 4087906 h 5067939"/>
              <a:gd name="connsiteX1" fmla="*/ 4510807 w 4559319"/>
              <a:gd name="connsiteY1" fmla="*/ 4598894 h 5067939"/>
              <a:gd name="connsiteX2" fmla="*/ 4214972 w 4559319"/>
              <a:gd name="connsiteY2" fmla="*/ 4823012 h 5067939"/>
              <a:gd name="connsiteX3" fmla="*/ 3300572 w 4559319"/>
              <a:gd name="connsiteY3" fmla="*/ 5029200 h 5067939"/>
              <a:gd name="connsiteX4" fmla="*/ 1453842 w 4559319"/>
              <a:gd name="connsiteY4" fmla="*/ 5038165 h 5067939"/>
              <a:gd name="connsiteX5" fmla="*/ 602196 w 4559319"/>
              <a:gd name="connsiteY5" fmla="*/ 4715435 h 5067939"/>
              <a:gd name="connsiteX6" fmla="*/ 46384 w 4559319"/>
              <a:gd name="connsiteY6" fmla="*/ 3200400 h 5067939"/>
              <a:gd name="connsiteX7" fmla="*/ 73278 w 4559319"/>
              <a:gd name="connsiteY7" fmla="*/ 555812 h 5067939"/>
              <a:gd name="connsiteX8" fmla="*/ 413937 w 4559319"/>
              <a:gd name="connsiteY8" fmla="*/ 0 h 5067939"/>
              <a:gd name="connsiteX0" fmla="*/ 4555631 w 4559319"/>
              <a:gd name="connsiteY0" fmla="*/ 4087906 h 5067939"/>
              <a:gd name="connsiteX1" fmla="*/ 4510807 w 4559319"/>
              <a:gd name="connsiteY1" fmla="*/ 4598894 h 5067939"/>
              <a:gd name="connsiteX2" fmla="*/ 4214972 w 4559319"/>
              <a:gd name="connsiteY2" fmla="*/ 4823012 h 5067939"/>
              <a:gd name="connsiteX3" fmla="*/ 3300572 w 4559319"/>
              <a:gd name="connsiteY3" fmla="*/ 5029200 h 5067939"/>
              <a:gd name="connsiteX4" fmla="*/ 1453842 w 4559319"/>
              <a:gd name="connsiteY4" fmla="*/ 5038165 h 5067939"/>
              <a:gd name="connsiteX5" fmla="*/ 602196 w 4559319"/>
              <a:gd name="connsiteY5" fmla="*/ 4715435 h 5067939"/>
              <a:gd name="connsiteX6" fmla="*/ 46384 w 4559319"/>
              <a:gd name="connsiteY6" fmla="*/ 3200400 h 5067939"/>
              <a:gd name="connsiteX7" fmla="*/ 73278 w 4559319"/>
              <a:gd name="connsiteY7" fmla="*/ 555812 h 5067939"/>
              <a:gd name="connsiteX8" fmla="*/ 413937 w 4559319"/>
              <a:gd name="connsiteY8" fmla="*/ 0 h 5067939"/>
              <a:gd name="connsiteX0" fmla="*/ 4555631 w 4559319"/>
              <a:gd name="connsiteY0" fmla="*/ 4087906 h 5050215"/>
              <a:gd name="connsiteX1" fmla="*/ 4510807 w 4559319"/>
              <a:gd name="connsiteY1" fmla="*/ 4598894 h 5050215"/>
              <a:gd name="connsiteX2" fmla="*/ 4214972 w 4559319"/>
              <a:gd name="connsiteY2" fmla="*/ 4823012 h 5050215"/>
              <a:gd name="connsiteX3" fmla="*/ 3255749 w 4559319"/>
              <a:gd name="connsiteY3" fmla="*/ 4966447 h 5050215"/>
              <a:gd name="connsiteX4" fmla="*/ 1453842 w 4559319"/>
              <a:gd name="connsiteY4" fmla="*/ 5038165 h 5050215"/>
              <a:gd name="connsiteX5" fmla="*/ 602196 w 4559319"/>
              <a:gd name="connsiteY5" fmla="*/ 4715435 h 5050215"/>
              <a:gd name="connsiteX6" fmla="*/ 46384 w 4559319"/>
              <a:gd name="connsiteY6" fmla="*/ 3200400 h 5050215"/>
              <a:gd name="connsiteX7" fmla="*/ 73278 w 4559319"/>
              <a:gd name="connsiteY7" fmla="*/ 555812 h 5050215"/>
              <a:gd name="connsiteX8" fmla="*/ 413937 w 4559319"/>
              <a:gd name="connsiteY8" fmla="*/ 0 h 5050215"/>
              <a:gd name="connsiteX0" fmla="*/ 4555631 w 4565969"/>
              <a:gd name="connsiteY0" fmla="*/ 4087906 h 5050989"/>
              <a:gd name="connsiteX1" fmla="*/ 4510807 w 4565969"/>
              <a:gd name="connsiteY1" fmla="*/ 4598894 h 5050989"/>
              <a:gd name="connsiteX2" fmla="*/ 4071536 w 4565969"/>
              <a:gd name="connsiteY2" fmla="*/ 4778188 h 5050989"/>
              <a:gd name="connsiteX3" fmla="*/ 3255749 w 4565969"/>
              <a:gd name="connsiteY3" fmla="*/ 4966447 h 5050989"/>
              <a:gd name="connsiteX4" fmla="*/ 1453842 w 4565969"/>
              <a:gd name="connsiteY4" fmla="*/ 5038165 h 5050989"/>
              <a:gd name="connsiteX5" fmla="*/ 602196 w 4565969"/>
              <a:gd name="connsiteY5" fmla="*/ 4715435 h 5050989"/>
              <a:gd name="connsiteX6" fmla="*/ 46384 w 4565969"/>
              <a:gd name="connsiteY6" fmla="*/ 3200400 h 5050989"/>
              <a:gd name="connsiteX7" fmla="*/ 73278 w 4565969"/>
              <a:gd name="connsiteY7" fmla="*/ 555812 h 5050989"/>
              <a:gd name="connsiteX8" fmla="*/ 413937 w 4565969"/>
              <a:gd name="connsiteY8" fmla="*/ 0 h 5050989"/>
              <a:gd name="connsiteX0" fmla="*/ 4555631 w 4556042"/>
              <a:gd name="connsiteY0" fmla="*/ 4087906 h 5050989"/>
              <a:gd name="connsiteX1" fmla="*/ 4421160 w 4556042"/>
              <a:gd name="connsiteY1" fmla="*/ 4580965 h 5050989"/>
              <a:gd name="connsiteX2" fmla="*/ 4071536 w 4556042"/>
              <a:gd name="connsiteY2" fmla="*/ 4778188 h 5050989"/>
              <a:gd name="connsiteX3" fmla="*/ 3255749 w 4556042"/>
              <a:gd name="connsiteY3" fmla="*/ 4966447 h 5050989"/>
              <a:gd name="connsiteX4" fmla="*/ 1453842 w 4556042"/>
              <a:gd name="connsiteY4" fmla="*/ 5038165 h 5050989"/>
              <a:gd name="connsiteX5" fmla="*/ 602196 w 4556042"/>
              <a:gd name="connsiteY5" fmla="*/ 4715435 h 5050989"/>
              <a:gd name="connsiteX6" fmla="*/ 46384 w 4556042"/>
              <a:gd name="connsiteY6" fmla="*/ 3200400 h 5050989"/>
              <a:gd name="connsiteX7" fmla="*/ 73278 w 4556042"/>
              <a:gd name="connsiteY7" fmla="*/ 555812 h 5050989"/>
              <a:gd name="connsiteX8" fmla="*/ 413937 w 4556042"/>
              <a:gd name="connsiteY8" fmla="*/ 0 h 5050989"/>
              <a:gd name="connsiteX0" fmla="*/ 4555631 w 4556042"/>
              <a:gd name="connsiteY0" fmla="*/ 4246918 h 5050989"/>
              <a:gd name="connsiteX1" fmla="*/ 4421160 w 4556042"/>
              <a:gd name="connsiteY1" fmla="*/ 4580965 h 5050989"/>
              <a:gd name="connsiteX2" fmla="*/ 4071536 w 4556042"/>
              <a:gd name="connsiteY2" fmla="*/ 4778188 h 5050989"/>
              <a:gd name="connsiteX3" fmla="*/ 3255749 w 4556042"/>
              <a:gd name="connsiteY3" fmla="*/ 4966447 h 5050989"/>
              <a:gd name="connsiteX4" fmla="*/ 1453842 w 4556042"/>
              <a:gd name="connsiteY4" fmla="*/ 5038165 h 5050989"/>
              <a:gd name="connsiteX5" fmla="*/ 602196 w 4556042"/>
              <a:gd name="connsiteY5" fmla="*/ 4715435 h 5050989"/>
              <a:gd name="connsiteX6" fmla="*/ 46384 w 4556042"/>
              <a:gd name="connsiteY6" fmla="*/ 3200400 h 5050989"/>
              <a:gd name="connsiteX7" fmla="*/ 73278 w 4556042"/>
              <a:gd name="connsiteY7" fmla="*/ 555812 h 5050989"/>
              <a:gd name="connsiteX8" fmla="*/ 413937 w 4556042"/>
              <a:gd name="connsiteY8" fmla="*/ 0 h 5050989"/>
              <a:gd name="connsiteX0" fmla="*/ 4555631 w 4556106"/>
              <a:gd name="connsiteY0" fmla="*/ 4246918 h 5050989"/>
              <a:gd name="connsiteX1" fmla="*/ 4430125 w 4556106"/>
              <a:gd name="connsiteY1" fmla="*/ 4683855 h 5050989"/>
              <a:gd name="connsiteX2" fmla="*/ 4071536 w 4556106"/>
              <a:gd name="connsiteY2" fmla="*/ 4778188 h 5050989"/>
              <a:gd name="connsiteX3" fmla="*/ 3255749 w 4556106"/>
              <a:gd name="connsiteY3" fmla="*/ 4966447 h 5050989"/>
              <a:gd name="connsiteX4" fmla="*/ 1453842 w 4556106"/>
              <a:gd name="connsiteY4" fmla="*/ 5038165 h 5050989"/>
              <a:gd name="connsiteX5" fmla="*/ 602196 w 4556106"/>
              <a:gd name="connsiteY5" fmla="*/ 4715435 h 5050989"/>
              <a:gd name="connsiteX6" fmla="*/ 46384 w 4556106"/>
              <a:gd name="connsiteY6" fmla="*/ 3200400 h 5050989"/>
              <a:gd name="connsiteX7" fmla="*/ 73278 w 4556106"/>
              <a:gd name="connsiteY7" fmla="*/ 555812 h 5050989"/>
              <a:gd name="connsiteX8" fmla="*/ 413937 w 4556106"/>
              <a:gd name="connsiteY8" fmla="*/ 0 h 5050989"/>
              <a:gd name="connsiteX0" fmla="*/ 4555631 w 4577087"/>
              <a:gd name="connsiteY0" fmla="*/ 4246918 h 5052916"/>
              <a:gd name="connsiteX1" fmla="*/ 4430125 w 4577087"/>
              <a:gd name="connsiteY1" fmla="*/ 4683855 h 5052916"/>
              <a:gd name="connsiteX2" fmla="*/ 3255749 w 4577087"/>
              <a:gd name="connsiteY2" fmla="*/ 4966447 h 5052916"/>
              <a:gd name="connsiteX3" fmla="*/ 1453842 w 4577087"/>
              <a:gd name="connsiteY3" fmla="*/ 5038165 h 5052916"/>
              <a:gd name="connsiteX4" fmla="*/ 602196 w 4577087"/>
              <a:gd name="connsiteY4" fmla="*/ 4715435 h 5052916"/>
              <a:gd name="connsiteX5" fmla="*/ 46384 w 4577087"/>
              <a:gd name="connsiteY5" fmla="*/ 3200400 h 5052916"/>
              <a:gd name="connsiteX6" fmla="*/ 73278 w 4577087"/>
              <a:gd name="connsiteY6" fmla="*/ 555812 h 5052916"/>
              <a:gd name="connsiteX7" fmla="*/ 413937 w 4577087"/>
              <a:gd name="connsiteY7" fmla="*/ 0 h 5052916"/>
              <a:gd name="connsiteX0" fmla="*/ 4555631 w 4556178"/>
              <a:gd name="connsiteY0" fmla="*/ 4246918 h 5051718"/>
              <a:gd name="connsiteX1" fmla="*/ 4304620 w 4556178"/>
              <a:gd name="connsiteY1" fmla="*/ 4739977 h 5051718"/>
              <a:gd name="connsiteX2" fmla="*/ 3255749 w 4556178"/>
              <a:gd name="connsiteY2" fmla="*/ 4966447 h 5051718"/>
              <a:gd name="connsiteX3" fmla="*/ 1453842 w 4556178"/>
              <a:gd name="connsiteY3" fmla="*/ 5038165 h 5051718"/>
              <a:gd name="connsiteX4" fmla="*/ 602196 w 4556178"/>
              <a:gd name="connsiteY4" fmla="*/ 4715435 h 5051718"/>
              <a:gd name="connsiteX5" fmla="*/ 46384 w 4556178"/>
              <a:gd name="connsiteY5" fmla="*/ 3200400 h 5051718"/>
              <a:gd name="connsiteX6" fmla="*/ 73278 w 4556178"/>
              <a:gd name="connsiteY6" fmla="*/ 555812 h 5051718"/>
              <a:gd name="connsiteX7" fmla="*/ 413937 w 4556178"/>
              <a:gd name="connsiteY7" fmla="*/ 0 h 5051718"/>
              <a:gd name="connsiteX0" fmla="*/ 4555631 w 4555749"/>
              <a:gd name="connsiteY0" fmla="*/ 4246918 h 5054285"/>
              <a:gd name="connsiteX1" fmla="*/ 4123622 w 4555749"/>
              <a:gd name="connsiteY1" fmla="*/ 4627733 h 5054285"/>
              <a:gd name="connsiteX2" fmla="*/ 3255749 w 4555749"/>
              <a:gd name="connsiteY2" fmla="*/ 4966447 h 5054285"/>
              <a:gd name="connsiteX3" fmla="*/ 1453842 w 4555749"/>
              <a:gd name="connsiteY3" fmla="*/ 5038165 h 5054285"/>
              <a:gd name="connsiteX4" fmla="*/ 602196 w 4555749"/>
              <a:gd name="connsiteY4" fmla="*/ 4715435 h 5054285"/>
              <a:gd name="connsiteX5" fmla="*/ 46384 w 4555749"/>
              <a:gd name="connsiteY5" fmla="*/ 3200400 h 5054285"/>
              <a:gd name="connsiteX6" fmla="*/ 73278 w 4555749"/>
              <a:gd name="connsiteY6" fmla="*/ 555812 h 5054285"/>
              <a:gd name="connsiteX7" fmla="*/ 413937 w 4555749"/>
              <a:gd name="connsiteY7" fmla="*/ 0 h 5054285"/>
              <a:gd name="connsiteX0" fmla="*/ 4555631 w 4555631"/>
              <a:gd name="connsiteY0" fmla="*/ 4246918 h 5054285"/>
              <a:gd name="connsiteX1" fmla="*/ 4123622 w 4555631"/>
              <a:gd name="connsiteY1" fmla="*/ 4627733 h 5054285"/>
              <a:gd name="connsiteX2" fmla="*/ 3255749 w 4555631"/>
              <a:gd name="connsiteY2" fmla="*/ 4966447 h 5054285"/>
              <a:gd name="connsiteX3" fmla="*/ 1453842 w 4555631"/>
              <a:gd name="connsiteY3" fmla="*/ 5038165 h 5054285"/>
              <a:gd name="connsiteX4" fmla="*/ 602196 w 4555631"/>
              <a:gd name="connsiteY4" fmla="*/ 4715435 h 5054285"/>
              <a:gd name="connsiteX5" fmla="*/ 46384 w 4555631"/>
              <a:gd name="connsiteY5" fmla="*/ 3200400 h 5054285"/>
              <a:gd name="connsiteX6" fmla="*/ 73278 w 4555631"/>
              <a:gd name="connsiteY6" fmla="*/ 555812 h 5054285"/>
              <a:gd name="connsiteX7" fmla="*/ 413937 w 4555631"/>
              <a:gd name="connsiteY7" fmla="*/ 0 h 5054285"/>
              <a:gd name="connsiteX0" fmla="*/ 4600880 w 4600880"/>
              <a:gd name="connsiteY0" fmla="*/ 4246918 h 5054285"/>
              <a:gd name="connsiteX1" fmla="*/ 4123622 w 4600880"/>
              <a:gd name="connsiteY1" fmla="*/ 4627733 h 5054285"/>
              <a:gd name="connsiteX2" fmla="*/ 3255749 w 4600880"/>
              <a:gd name="connsiteY2" fmla="*/ 4966447 h 5054285"/>
              <a:gd name="connsiteX3" fmla="*/ 1453842 w 4600880"/>
              <a:gd name="connsiteY3" fmla="*/ 5038165 h 5054285"/>
              <a:gd name="connsiteX4" fmla="*/ 602196 w 4600880"/>
              <a:gd name="connsiteY4" fmla="*/ 4715435 h 5054285"/>
              <a:gd name="connsiteX5" fmla="*/ 46384 w 4600880"/>
              <a:gd name="connsiteY5" fmla="*/ 3200400 h 5054285"/>
              <a:gd name="connsiteX6" fmla="*/ 73278 w 4600880"/>
              <a:gd name="connsiteY6" fmla="*/ 555812 h 5054285"/>
              <a:gd name="connsiteX7" fmla="*/ 413937 w 4600880"/>
              <a:gd name="connsiteY7" fmla="*/ 0 h 505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00880" h="5054285">
                <a:moveTo>
                  <a:pt x="4600880" y="4246918"/>
                </a:moveTo>
                <a:cubicBezTo>
                  <a:pt x="4425858" y="4450508"/>
                  <a:pt x="4347810" y="4507812"/>
                  <a:pt x="4123622" y="4627733"/>
                </a:cubicBezTo>
                <a:cubicBezTo>
                  <a:pt x="3899434" y="4747654"/>
                  <a:pt x="3700712" y="4898042"/>
                  <a:pt x="3255749" y="4966447"/>
                </a:cubicBezTo>
                <a:cubicBezTo>
                  <a:pt x="2810786" y="5034852"/>
                  <a:pt x="1896101" y="5080000"/>
                  <a:pt x="1453842" y="5038165"/>
                </a:cubicBezTo>
                <a:cubicBezTo>
                  <a:pt x="1011583" y="4996330"/>
                  <a:pt x="881595" y="4967941"/>
                  <a:pt x="602196" y="4715435"/>
                </a:cubicBezTo>
                <a:cubicBezTo>
                  <a:pt x="322797" y="4462929"/>
                  <a:pt x="134537" y="3893670"/>
                  <a:pt x="46384" y="3200400"/>
                </a:cubicBezTo>
                <a:cubicBezTo>
                  <a:pt x="-41769" y="2507130"/>
                  <a:pt x="12019" y="1089212"/>
                  <a:pt x="73278" y="555812"/>
                </a:cubicBezTo>
                <a:cubicBezTo>
                  <a:pt x="134537" y="22412"/>
                  <a:pt x="274237" y="11206"/>
                  <a:pt x="413937" y="0"/>
                </a:cubicBezTo>
              </a:path>
            </a:pathLst>
          </a:cu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4260707" y="6074087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707" y="6074087"/>
                <a:ext cx="448492" cy="265660"/>
              </a:xfrm>
              <a:prstGeom prst="rect">
                <a:avLst/>
              </a:prstGeom>
              <a:blipFill>
                <a:blip r:embed="rId16"/>
                <a:stretch>
                  <a:fillRect r="-4864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Freeform 30"/>
          <p:cNvSpPr/>
          <p:nvPr/>
        </p:nvSpPr>
        <p:spPr>
          <a:xfrm>
            <a:off x="1446402" y="3971365"/>
            <a:ext cx="5667018" cy="2732563"/>
          </a:xfrm>
          <a:custGeom>
            <a:avLst/>
            <a:gdLst>
              <a:gd name="connsiteX0" fmla="*/ 5626751 w 5806739"/>
              <a:gd name="connsiteY0" fmla="*/ 1676400 h 2709637"/>
              <a:gd name="connsiteX1" fmla="*/ 5644680 w 5806739"/>
              <a:gd name="connsiteY1" fmla="*/ 2402541 h 2709637"/>
              <a:gd name="connsiteX2" fmla="*/ 5357810 w 5806739"/>
              <a:gd name="connsiteY2" fmla="*/ 2635623 h 2709637"/>
              <a:gd name="connsiteX3" fmla="*/ 642374 w 5806739"/>
              <a:gd name="connsiteY3" fmla="*/ 2447364 h 2709637"/>
              <a:gd name="connsiteX4" fmla="*/ 167245 w 5806739"/>
              <a:gd name="connsiteY4" fmla="*/ 0 h 2709637"/>
              <a:gd name="connsiteX0" fmla="*/ 5626751 w 5667018"/>
              <a:gd name="connsiteY0" fmla="*/ 1676400 h 2732563"/>
              <a:gd name="connsiteX1" fmla="*/ 5644680 w 5667018"/>
              <a:gd name="connsiteY1" fmla="*/ 2402541 h 2732563"/>
              <a:gd name="connsiteX2" fmla="*/ 5357810 w 5667018"/>
              <a:gd name="connsiteY2" fmla="*/ 2635623 h 2732563"/>
              <a:gd name="connsiteX3" fmla="*/ 642374 w 5667018"/>
              <a:gd name="connsiteY3" fmla="*/ 2447364 h 2732563"/>
              <a:gd name="connsiteX4" fmla="*/ 167245 w 5667018"/>
              <a:gd name="connsiteY4" fmla="*/ 0 h 273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67018" h="2732563">
                <a:moveTo>
                  <a:pt x="5626751" y="1676400"/>
                </a:moveTo>
                <a:cubicBezTo>
                  <a:pt x="5658127" y="1959535"/>
                  <a:pt x="5689504" y="2242671"/>
                  <a:pt x="5644680" y="2402541"/>
                </a:cubicBezTo>
                <a:cubicBezTo>
                  <a:pt x="5599856" y="2562412"/>
                  <a:pt x="5590892" y="2565400"/>
                  <a:pt x="5357810" y="2635623"/>
                </a:cubicBezTo>
                <a:cubicBezTo>
                  <a:pt x="5124728" y="2705846"/>
                  <a:pt x="1507468" y="2886634"/>
                  <a:pt x="642374" y="2447364"/>
                </a:cubicBezTo>
                <a:cubicBezTo>
                  <a:pt x="-222720" y="2008094"/>
                  <a:pt x="-27738" y="1004047"/>
                  <a:pt x="167245" y="0"/>
                </a:cubicBezTo>
              </a:path>
            </a:pathLst>
          </a:cu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846452" y="5310769"/>
                <a:ext cx="448492" cy="26566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52" y="5310769"/>
                <a:ext cx="448492" cy="265660"/>
              </a:xfrm>
              <a:prstGeom prst="rect">
                <a:avLst/>
              </a:prstGeom>
              <a:blipFill>
                <a:blip r:embed="rId17"/>
                <a:stretch>
                  <a:fillRect r="-5068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reeform 36"/>
          <p:cNvSpPr/>
          <p:nvPr/>
        </p:nvSpPr>
        <p:spPr>
          <a:xfrm>
            <a:off x="3092824" y="978795"/>
            <a:ext cx="5208494" cy="3064287"/>
          </a:xfrm>
          <a:custGeom>
            <a:avLst/>
            <a:gdLst>
              <a:gd name="connsiteX0" fmla="*/ 5208494 w 5634905"/>
              <a:gd name="connsiteY0" fmla="*/ 2970545 h 2970545"/>
              <a:gd name="connsiteX1" fmla="*/ 5109882 w 5634905"/>
              <a:gd name="connsiteY1" fmla="*/ 245275 h 2970545"/>
              <a:gd name="connsiteX2" fmla="*/ 0 w 5634905"/>
              <a:gd name="connsiteY2" fmla="*/ 299063 h 2970545"/>
              <a:gd name="connsiteX0" fmla="*/ 5208494 w 5343266"/>
              <a:gd name="connsiteY0" fmla="*/ 2970545 h 2970545"/>
              <a:gd name="connsiteX1" fmla="*/ 4249270 w 5343266"/>
              <a:gd name="connsiteY1" fmla="*/ 245275 h 2970545"/>
              <a:gd name="connsiteX2" fmla="*/ 0 w 5343266"/>
              <a:gd name="connsiteY2" fmla="*/ 299063 h 2970545"/>
              <a:gd name="connsiteX0" fmla="*/ 5208494 w 5320016"/>
              <a:gd name="connsiteY0" fmla="*/ 3064287 h 3064287"/>
              <a:gd name="connsiteX1" fmla="*/ 4249270 w 5320016"/>
              <a:gd name="connsiteY1" fmla="*/ 339017 h 3064287"/>
              <a:gd name="connsiteX2" fmla="*/ 0 w 5320016"/>
              <a:gd name="connsiteY2" fmla="*/ 392805 h 3064287"/>
              <a:gd name="connsiteX0" fmla="*/ 5208494 w 5208494"/>
              <a:gd name="connsiteY0" fmla="*/ 3064287 h 3064287"/>
              <a:gd name="connsiteX1" fmla="*/ 4249270 w 5208494"/>
              <a:gd name="connsiteY1" fmla="*/ 339017 h 3064287"/>
              <a:gd name="connsiteX2" fmla="*/ 0 w 5208494"/>
              <a:gd name="connsiteY2" fmla="*/ 392805 h 3064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08494" h="3064287">
                <a:moveTo>
                  <a:pt x="5208494" y="3064287"/>
                </a:moveTo>
                <a:cubicBezTo>
                  <a:pt x="5118099" y="1969098"/>
                  <a:pt x="4911164" y="999417"/>
                  <a:pt x="4249270" y="339017"/>
                </a:cubicBezTo>
                <a:cubicBezTo>
                  <a:pt x="3587376" y="-321383"/>
                  <a:pt x="2120900" y="143287"/>
                  <a:pt x="0" y="392805"/>
                </a:cubicBezTo>
              </a:path>
            </a:pathLst>
          </a:cu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6936974" y="733105"/>
                <a:ext cx="3788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74" y="733105"/>
                <a:ext cx="37888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 5"/>
          <p:cNvSpPr/>
          <p:nvPr/>
        </p:nvSpPr>
        <p:spPr>
          <a:xfrm>
            <a:off x="636494" y="2073142"/>
            <a:ext cx="3818965" cy="1826505"/>
          </a:xfrm>
          <a:custGeom>
            <a:avLst/>
            <a:gdLst>
              <a:gd name="connsiteX0" fmla="*/ 0 w 3818965"/>
              <a:gd name="connsiteY0" fmla="*/ 266646 h 1826505"/>
              <a:gd name="connsiteX1" fmla="*/ 1532965 w 3818965"/>
              <a:gd name="connsiteY1" fmla="*/ 123211 h 1826505"/>
              <a:gd name="connsiteX2" fmla="*/ 3818965 w 3818965"/>
              <a:gd name="connsiteY2" fmla="*/ 1826505 h 1826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8965" h="1826505">
                <a:moveTo>
                  <a:pt x="0" y="266646"/>
                </a:moveTo>
                <a:cubicBezTo>
                  <a:pt x="448235" y="64940"/>
                  <a:pt x="896471" y="-136765"/>
                  <a:pt x="1532965" y="123211"/>
                </a:cubicBezTo>
                <a:cubicBezTo>
                  <a:pt x="2169459" y="383187"/>
                  <a:pt x="2994212" y="1104846"/>
                  <a:pt x="3818965" y="1826505"/>
                </a:cubicBezTo>
              </a:path>
            </a:pathLst>
          </a:cu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2918281" y="2427048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281" y="2427048"/>
                <a:ext cx="38266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6"/>
          <p:cNvSpPr/>
          <p:nvPr/>
        </p:nvSpPr>
        <p:spPr>
          <a:xfrm>
            <a:off x="1783976" y="3343585"/>
            <a:ext cx="2644589" cy="690533"/>
          </a:xfrm>
          <a:custGeom>
            <a:avLst/>
            <a:gdLst>
              <a:gd name="connsiteX0" fmla="*/ 0 w 2644589"/>
              <a:gd name="connsiteY0" fmla="*/ 314015 h 690533"/>
              <a:gd name="connsiteX1" fmla="*/ 1066800 w 2644589"/>
              <a:gd name="connsiteY1" fmla="*/ 250 h 690533"/>
              <a:gd name="connsiteX2" fmla="*/ 1954306 w 2644589"/>
              <a:gd name="connsiteY2" fmla="*/ 269191 h 690533"/>
              <a:gd name="connsiteX3" fmla="*/ 2644589 w 2644589"/>
              <a:gd name="connsiteY3" fmla="*/ 690533 h 690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44589" h="690533">
                <a:moveTo>
                  <a:pt x="0" y="314015"/>
                </a:moveTo>
                <a:cubicBezTo>
                  <a:pt x="370541" y="160868"/>
                  <a:pt x="741082" y="7721"/>
                  <a:pt x="1066800" y="250"/>
                </a:cubicBezTo>
                <a:cubicBezTo>
                  <a:pt x="1392518" y="-7221"/>
                  <a:pt x="1691341" y="154144"/>
                  <a:pt x="1954306" y="269191"/>
                </a:cubicBezTo>
                <a:cubicBezTo>
                  <a:pt x="2217271" y="384238"/>
                  <a:pt x="2430930" y="537385"/>
                  <a:pt x="2644589" y="690533"/>
                </a:cubicBezTo>
              </a:path>
            </a:pathLst>
          </a:cu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2531872" y="3000203"/>
                <a:ext cx="75161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872" y="3000203"/>
                <a:ext cx="75161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8"/>
          <p:cNvSpPr/>
          <p:nvPr/>
        </p:nvSpPr>
        <p:spPr>
          <a:xfrm>
            <a:off x="3056964" y="3890682"/>
            <a:ext cx="3812085" cy="1897517"/>
          </a:xfrm>
          <a:custGeom>
            <a:avLst/>
            <a:gdLst>
              <a:gd name="connsiteX0" fmla="*/ 327049 w 2765449"/>
              <a:gd name="connsiteY0" fmla="*/ 0 h 1619611"/>
              <a:gd name="connsiteX1" fmla="*/ 31214 w 2765449"/>
              <a:gd name="connsiteY1" fmla="*/ 1174377 h 1619611"/>
              <a:gd name="connsiteX2" fmla="*/ 990437 w 2765449"/>
              <a:gd name="connsiteY2" fmla="*/ 1604683 h 1619611"/>
              <a:gd name="connsiteX3" fmla="*/ 1976555 w 2765449"/>
              <a:gd name="connsiteY3" fmla="*/ 1497106 h 1619611"/>
              <a:gd name="connsiteX4" fmla="*/ 2765449 w 2765449"/>
              <a:gd name="connsiteY4" fmla="*/ 1264024 h 1619611"/>
              <a:gd name="connsiteX0" fmla="*/ 26988 w 3908706"/>
              <a:gd name="connsiteY0" fmla="*/ 0 h 1987164"/>
              <a:gd name="connsiteX1" fmla="*/ 1174471 w 3908706"/>
              <a:gd name="connsiteY1" fmla="*/ 1541930 h 1987164"/>
              <a:gd name="connsiteX2" fmla="*/ 2133694 w 3908706"/>
              <a:gd name="connsiteY2" fmla="*/ 1972236 h 1987164"/>
              <a:gd name="connsiteX3" fmla="*/ 3119812 w 3908706"/>
              <a:gd name="connsiteY3" fmla="*/ 1864659 h 1987164"/>
              <a:gd name="connsiteX4" fmla="*/ 3908706 w 3908706"/>
              <a:gd name="connsiteY4" fmla="*/ 1631577 h 1987164"/>
              <a:gd name="connsiteX0" fmla="*/ 0 w 3881718"/>
              <a:gd name="connsiteY0" fmla="*/ 0 h 1987164"/>
              <a:gd name="connsiteX1" fmla="*/ 1147483 w 3881718"/>
              <a:gd name="connsiteY1" fmla="*/ 1541930 h 1987164"/>
              <a:gd name="connsiteX2" fmla="*/ 2106706 w 3881718"/>
              <a:gd name="connsiteY2" fmla="*/ 1972236 h 1987164"/>
              <a:gd name="connsiteX3" fmla="*/ 3092824 w 3881718"/>
              <a:gd name="connsiteY3" fmla="*/ 1864659 h 1987164"/>
              <a:gd name="connsiteX4" fmla="*/ 3881718 w 3881718"/>
              <a:gd name="connsiteY4" fmla="*/ 1631577 h 1987164"/>
              <a:gd name="connsiteX0" fmla="*/ 0 w 3845859"/>
              <a:gd name="connsiteY0" fmla="*/ 0 h 1897517"/>
              <a:gd name="connsiteX1" fmla="*/ 1111624 w 3845859"/>
              <a:gd name="connsiteY1" fmla="*/ 1452283 h 1897517"/>
              <a:gd name="connsiteX2" fmla="*/ 2070847 w 3845859"/>
              <a:gd name="connsiteY2" fmla="*/ 1882589 h 1897517"/>
              <a:gd name="connsiteX3" fmla="*/ 3056965 w 3845859"/>
              <a:gd name="connsiteY3" fmla="*/ 1775012 h 1897517"/>
              <a:gd name="connsiteX4" fmla="*/ 3845859 w 3845859"/>
              <a:gd name="connsiteY4" fmla="*/ 1541930 h 1897517"/>
              <a:gd name="connsiteX0" fmla="*/ 0 w 3845859"/>
              <a:gd name="connsiteY0" fmla="*/ 0 h 1897517"/>
              <a:gd name="connsiteX1" fmla="*/ 1111624 w 3845859"/>
              <a:gd name="connsiteY1" fmla="*/ 1452283 h 1897517"/>
              <a:gd name="connsiteX2" fmla="*/ 2070847 w 3845859"/>
              <a:gd name="connsiteY2" fmla="*/ 1882589 h 1897517"/>
              <a:gd name="connsiteX3" fmla="*/ 3056965 w 3845859"/>
              <a:gd name="connsiteY3" fmla="*/ 1775012 h 1897517"/>
              <a:gd name="connsiteX4" fmla="*/ 3845859 w 3845859"/>
              <a:gd name="connsiteY4" fmla="*/ 1541930 h 1897517"/>
              <a:gd name="connsiteX0" fmla="*/ 0 w 3863789"/>
              <a:gd name="connsiteY0" fmla="*/ 0 h 1897517"/>
              <a:gd name="connsiteX1" fmla="*/ 1129554 w 3863789"/>
              <a:gd name="connsiteY1" fmla="*/ 1452283 h 1897517"/>
              <a:gd name="connsiteX2" fmla="*/ 2088777 w 3863789"/>
              <a:gd name="connsiteY2" fmla="*/ 1882589 h 1897517"/>
              <a:gd name="connsiteX3" fmla="*/ 3074895 w 3863789"/>
              <a:gd name="connsiteY3" fmla="*/ 1775012 h 1897517"/>
              <a:gd name="connsiteX4" fmla="*/ 3863789 w 3863789"/>
              <a:gd name="connsiteY4" fmla="*/ 1541930 h 1897517"/>
              <a:gd name="connsiteX0" fmla="*/ 0 w 3863789"/>
              <a:gd name="connsiteY0" fmla="*/ 0 h 1897517"/>
              <a:gd name="connsiteX1" fmla="*/ 1129554 w 3863789"/>
              <a:gd name="connsiteY1" fmla="*/ 1452283 h 1897517"/>
              <a:gd name="connsiteX2" fmla="*/ 2088777 w 3863789"/>
              <a:gd name="connsiteY2" fmla="*/ 1882589 h 1897517"/>
              <a:gd name="connsiteX3" fmla="*/ 3074895 w 3863789"/>
              <a:gd name="connsiteY3" fmla="*/ 1775012 h 1897517"/>
              <a:gd name="connsiteX4" fmla="*/ 3863789 w 3863789"/>
              <a:gd name="connsiteY4" fmla="*/ 1541930 h 189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3789" h="1897517">
                <a:moveTo>
                  <a:pt x="0" y="0"/>
                </a:moveTo>
                <a:cubicBezTo>
                  <a:pt x="298824" y="292100"/>
                  <a:pt x="781425" y="1138518"/>
                  <a:pt x="1129554" y="1452283"/>
                </a:cubicBezTo>
                <a:cubicBezTo>
                  <a:pt x="1477683" y="1766048"/>
                  <a:pt x="1764554" y="1828801"/>
                  <a:pt x="2088777" y="1882589"/>
                </a:cubicBezTo>
                <a:cubicBezTo>
                  <a:pt x="2413000" y="1936377"/>
                  <a:pt x="2779060" y="1831789"/>
                  <a:pt x="3074895" y="1775012"/>
                </a:cubicBezTo>
                <a:cubicBezTo>
                  <a:pt x="3370730" y="1718236"/>
                  <a:pt x="3617259" y="1630083"/>
                  <a:pt x="3863789" y="1541930"/>
                </a:cubicBezTo>
              </a:path>
            </a:pathLst>
          </a:cu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328413" y="5193668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413" y="5193668"/>
                <a:ext cx="38266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12" idx="6"/>
            <a:endCxn id="74" idx="1"/>
          </p:cNvCxnSpPr>
          <p:nvPr/>
        </p:nvCxnSpPr>
        <p:spPr>
          <a:xfrm>
            <a:off x="3078401" y="3770563"/>
            <a:ext cx="2564316" cy="1540751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4617565" y="4500505"/>
                <a:ext cx="75161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65" y="4500505"/>
                <a:ext cx="75161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/>
          <p:cNvCxnSpPr/>
          <p:nvPr/>
        </p:nvCxnSpPr>
        <p:spPr>
          <a:xfrm>
            <a:off x="1222704" y="1413711"/>
            <a:ext cx="3097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298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אפשרות אחרת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55</a:t>
            </a:fld>
            <a:endParaRPr lang="he-IL"/>
          </a:p>
        </p:txBody>
      </p:sp>
      <p:grpSp>
        <p:nvGrpSpPr>
          <p:cNvPr id="104" name="Group 103"/>
          <p:cNvGrpSpPr/>
          <p:nvPr/>
        </p:nvGrpSpPr>
        <p:grpSpPr>
          <a:xfrm>
            <a:off x="1600200" y="2152520"/>
            <a:ext cx="6092757" cy="1262178"/>
            <a:chOff x="2667000" y="1406614"/>
            <a:chExt cx="7158989" cy="1555841"/>
          </a:xfrm>
        </p:grpSpPr>
        <p:sp>
          <p:nvSpPr>
            <p:cNvPr id="105" name="Oval 104"/>
            <p:cNvSpPr/>
            <p:nvPr/>
          </p:nvSpPr>
          <p:spPr>
            <a:xfrm>
              <a:off x="3039208" y="2429054"/>
              <a:ext cx="533399" cy="533401"/>
            </a:xfrm>
            <a:prstGeom prst="ellipse">
              <a:avLst/>
            </a:prstGeom>
            <a:solidFill>
              <a:srgbClr val="FFFFCC"/>
            </a:solidFill>
            <a:ln w="285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3002719" y="1863852"/>
              <a:ext cx="557772" cy="615579"/>
            </a:xfrm>
            <a:custGeom>
              <a:avLst/>
              <a:gdLst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72" h="615579">
                  <a:moveTo>
                    <a:pt x="136135" y="615579"/>
                  </a:moveTo>
                  <a:cubicBezTo>
                    <a:pt x="58469" y="477833"/>
                    <a:pt x="-19196" y="340087"/>
                    <a:pt x="4250" y="237510"/>
                  </a:cubicBezTo>
                  <a:cubicBezTo>
                    <a:pt x="27696" y="134933"/>
                    <a:pt x="185958" y="4513"/>
                    <a:pt x="276812" y="117"/>
                  </a:cubicBezTo>
                  <a:cubicBezTo>
                    <a:pt x="367666" y="-4279"/>
                    <a:pt x="518600" y="115883"/>
                    <a:pt x="549373" y="211133"/>
                  </a:cubicBezTo>
                  <a:cubicBezTo>
                    <a:pt x="580146" y="306383"/>
                    <a:pt x="520798" y="439000"/>
                    <a:pt x="461450" y="571617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cxnSp>
          <p:nvCxnSpPr>
            <p:cNvPr id="108" name="Straight Arrow Connector 107"/>
            <p:cNvCxnSpPr>
              <a:stCxn id="105" idx="6"/>
              <a:endCxn id="114" idx="2"/>
            </p:cNvCxnSpPr>
            <p:nvPr/>
          </p:nvCxnSpPr>
          <p:spPr>
            <a:xfrm>
              <a:off x="3572608" y="2695755"/>
              <a:ext cx="1549579" cy="1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/>
            <p:nvPr/>
          </p:nvCxnSpPr>
          <p:spPr>
            <a:xfrm>
              <a:off x="2667000" y="2667000"/>
              <a:ext cx="389792" cy="0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/>
                <p:cNvSpPr txBox="1"/>
                <p:nvPr/>
              </p:nvSpPr>
              <p:spPr>
                <a:xfrm>
                  <a:off x="2894017" y="1454778"/>
                  <a:ext cx="823780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10" name="TextBox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4017" y="1454778"/>
                  <a:ext cx="823780" cy="45526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/>
                <p:cNvSpPr txBox="1"/>
                <p:nvPr/>
              </p:nvSpPr>
              <p:spPr>
                <a:xfrm>
                  <a:off x="6207781" y="2189060"/>
                  <a:ext cx="445191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11" name="TextBox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7781" y="2189060"/>
                  <a:ext cx="445191" cy="45526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3" name="Freeform 112"/>
            <p:cNvSpPr/>
            <p:nvPr/>
          </p:nvSpPr>
          <p:spPr>
            <a:xfrm>
              <a:off x="7183756" y="1881271"/>
              <a:ext cx="557772" cy="615577"/>
            </a:xfrm>
            <a:custGeom>
              <a:avLst/>
              <a:gdLst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72" h="615579">
                  <a:moveTo>
                    <a:pt x="136135" y="615579"/>
                  </a:moveTo>
                  <a:cubicBezTo>
                    <a:pt x="58469" y="477833"/>
                    <a:pt x="-19196" y="340087"/>
                    <a:pt x="4250" y="237510"/>
                  </a:cubicBezTo>
                  <a:cubicBezTo>
                    <a:pt x="27696" y="134933"/>
                    <a:pt x="185958" y="4513"/>
                    <a:pt x="276812" y="117"/>
                  </a:cubicBezTo>
                  <a:cubicBezTo>
                    <a:pt x="367666" y="-4279"/>
                    <a:pt x="518600" y="115883"/>
                    <a:pt x="549373" y="211133"/>
                  </a:cubicBezTo>
                  <a:cubicBezTo>
                    <a:pt x="580146" y="306383"/>
                    <a:pt x="520798" y="439000"/>
                    <a:pt x="461450" y="571617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14" name="Oval 113"/>
            <p:cNvSpPr/>
            <p:nvPr/>
          </p:nvSpPr>
          <p:spPr>
            <a:xfrm>
              <a:off x="5122187" y="2429056"/>
              <a:ext cx="533399" cy="533399"/>
            </a:xfrm>
            <a:prstGeom prst="ellipse">
              <a:avLst/>
            </a:prstGeom>
            <a:solidFill>
              <a:srgbClr val="FFFFCC"/>
            </a:solidFill>
            <a:ln w="285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15" name="Oval 114"/>
            <p:cNvSpPr/>
            <p:nvPr/>
          </p:nvSpPr>
          <p:spPr>
            <a:xfrm>
              <a:off x="7205166" y="2429056"/>
              <a:ext cx="533399" cy="533399"/>
            </a:xfrm>
            <a:prstGeom prst="ellipse">
              <a:avLst/>
            </a:prstGeom>
            <a:solidFill>
              <a:srgbClr val="FFFFCC"/>
            </a:solidFill>
            <a:ln w="285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cxnSp>
          <p:nvCxnSpPr>
            <p:cNvPr id="116" name="Straight Arrow Connector 115"/>
            <p:cNvCxnSpPr>
              <a:stCxn id="114" idx="6"/>
              <a:endCxn id="115" idx="2"/>
            </p:cNvCxnSpPr>
            <p:nvPr/>
          </p:nvCxnSpPr>
          <p:spPr>
            <a:xfrm>
              <a:off x="5655586" y="2695756"/>
              <a:ext cx="1549579" cy="0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/>
                <p:cNvSpPr txBox="1"/>
                <p:nvPr/>
              </p:nvSpPr>
              <p:spPr>
                <a:xfrm>
                  <a:off x="7062938" y="1445686"/>
                  <a:ext cx="823780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17" name="TextBox 1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2938" y="1445686"/>
                  <a:ext cx="823780" cy="45526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/>
                <p:cNvSpPr txBox="1"/>
                <p:nvPr/>
              </p:nvSpPr>
              <p:spPr>
                <a:xfrm>
                  <a:off x="4124802" y="2189060"/>
                  <a:ext cx="445191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18" name="TextBox 1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802" y="2189060"/>
                  <a:ext cx="445191" cy="45526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Straight Arrow Connector 118"/>
            <p:cNvCxnSpPr>
              <a:stCxn id="115" idx="6"/>
              <a:endCxn id="107" idx="2"/>
            </p:cNvCxnSpPr>
            <p:nvPr/>
          </p:nvCxnSpPr>
          <p:spPr>
            <a:xfrm>
              <a:off x="7738565" y="2695756"/>
              <a:ext cx="1554024" cy="0"/>
            </a:xfrm>
            <a:prstGeom prst="straightConnector1">
              <a:avLst/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TextBox 119"/>
                <p:cNvSpPr txBox="1"/>
                <p:nvPr/>
              </p:nvSpPr>
              <p:spPr>
                <a:xfrm>
                  <a:off x="8290759" y="2189060"/>
                  <a:ext cx="449636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20" name="TextBox 1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0759" y="2189060"/>
                  <a:ext cx="449636" cy="45526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Freeform 121"/>
            <p:cNvSpPr/>
            <p:nvPr/>
          </p:nvSpPr>
          <p:spPr>
            <a:xfrm>
              <a:off x="9268217" y="1860613"/>
              <a:ext cx="557772" cy="615577"/>
            </a:xfrm>
            <a:custGeom>
              <a:avLst/>
              <a:gdLst>
                <a:gd name="connsiteX0" fmla="*/ 136135 w 557772"/>
                <a:gd name="connsiteY0" fmla="*/ 615579 h 615579"/>
                <a:gd name="connsiteX1" fmla="*/ 4250 w 557772"/>
                <a:gd name="connsiteY1" fmla="*/ 237510 h 615579"/>
                <a:gd name="connsiteX2" fmla="*/ 276812 w 557772"/>
                <a:gd name="connsiteY2" fmla="*/ 117 h 615579"/>
                <a:gd name="connsiteX3" fmla="*/ 549373 w 557772"/>
                <a:gd name="connsiteY3" fmla="*/ 211133 h 615579"/>
                <a:gd name="connsiteX4" fmla="*/ 461450 w 557772"/>
                <a:gd name="connsiteY4" fmla="*/ 571617 h 61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772" h="615579">
                  <a:moveTo>
                    <a:pt x="136135" y="615579"/>
                  </a:moveTo>
                  <a:cubicBezTo>
                    <a:pt x="58469" y="477833"/>
                    <a:pt x="-19196" y="340087"/>
                    <a:pt x="4250" y="237510"/>
                  </a:cubicBezTo>
                  <a:cubicBezTo>
                    <a:pt x="27696" y="134933"/>
                    <a:pt x="185958" y="4513"/>
                    <a:pt x="276812" y="117"/>
                  </a:cubicBezTo>
                  <a:cubicBezTo>
                    <a:pt x="367666" y="-4279"/>
                    <a:pt x="518600" y="115883"/>
                    <a:pt x="549373" y="211133"/>
                  </a:cubicBezTo>
                  <a:cubicBezTo>
                    <a:pt x="580146" y="306383"/>
                    <a:pt x="520798" y="439000"/>
                    <a:pt x="461450" y="571617"/>
                  </a:cubicBezTo>
                </a:path>
              </a:pathLst>
            </a:cu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07" name="Oval 106"/>
            <p:cNvSpPr/>
            <p:nvPr/>
          </p:nvSpPr>
          <p:spPr>
            <a:xfrm>
              <a:off x="9292590" y="2429055"/>
              <a:ext cx="533399" cy="533399"/>
            </a:xfrm>
            <a:prstGeom prst="ellipse">
              <a:avLst/>
            </a:prstGeom>
            <a:solidFill>
              <a:srgbClr val="FFFFCC"/>
            </a:solidFill>
            <a:ln w="60325" cmpd="dbl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Box 122"/>
                <p:cNvSpPr txBox="1"/>
                <p:nvPr/>
              </p:nvSpPr>
              <p:spPr>
                <a:xfrm>
                  <a:off x="9334470" y="1406614"/>
                  <a:ext cx="449636" cy="45526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23" name="TextBox 1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34470" y="1406614"/>
                  <a:ext cx="449636" cy="45526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Rectangle 123"/>
              <p:cNvSpPr/>
              <p:nvPr/>
            </p:nvSpPr>
            <p:spPr>
              <a:xfrm>
                <a:off x="1843676" y="4768741"/>
                <a:ext cx="5690339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0000CC"/>
                          </a:solidFill>
                          <a:latin typeface="Consolas" panose="020B0609020204030204" pitchFamily="49" charset="0"/>
                        </a:rPr>
                        <m:t>ventually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rgbClr val="0000CC"/>
                              </a:solidFill>
                              <a:latin typeface="Consolas" panose="020B0609020204030204" pitchFamily="49" charset="0"/>
                            </a:rPr>
                            <m:t>next</m:t>
                          </m:r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0000CC"/>
                          </a:solidFill>
                          <a:latin typeface="Consolas" panose="020B0609020204030204" pitchFamily="49" charset="0"/>
                        </a:rPr>
                        <m:t>eventually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rgbClr val="0000CC"/>
                              </a:solidFill>
                              <a:latin typeface="Consolas" panose="020B0609020204030204" pitchFamily="49" charset="0"/>
                            </a:rPr>
                            <m:t>always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4" name="Rectangle 1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676" y="4768741"/>
                <a:ext cx="5690339" cy="404983"/>
              </a:xfrm>
              <a:prstGeom prst="rect">
                <a:avLst/>
              </a:prstGeom>
              <a:blipFill>
                <a:blip r:embed="rId8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 descr="Owl">
            <a:extLst>
              <a:ext uri="{FF2B5EF4-FFF2-40B4-BE49-F238E27FC236}">
                <a16:creationId xmlns:a16="http://schemas.microsoft.com/office/drawing/2014/main" id="{EE0DB19C-8C10-655D-C1D1-605032E2431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286" y="5131054"/>
            <a:ext cx="789579" cy="7895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42F65-2BE6-3F4C-54E3-267E54A8B175}"/>
              </a:ext>
            </a:extLst>
          </p:cNvPr>
          <p:cNvSpPr txBox="1"/>
          <p:nvPr/>
        </p:nvSpPr>
        <p:spPr>
          <a:xfrm>
            <a:off x="585310" y="5920633"/>
            <a:ext cx="1077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הוכיחו שזאת</a:t>
            </a:r>
          </a:p>
          <a:p>
            <a:pPr algn="ctr"/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שפת האוטומט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0591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/>
          <p:cNvSpPr/>
          <p:nvPr/>
        </p:nvSpPr>
        <p:spPr>
          <a:xfrm>
            <a:off x="2209800" y="4371108"/>
            <a:ext cx="304800" cy="1905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067300" y="4343400"/>
            <a:ext cx="342900" cy="2286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תיאור מתמטי של הבניה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371600"/>
                <a:ext cx="8229600" cy="5029200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נניח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/>
                      </a:rPr>
                      <m:t>ℱ</m:t>
                    </m:r>
                    <m:r>
                      <a:rPr lang="he-IL" sz="2400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𝑘</m:t>
                    </m:r>
                    <m:r>
                      <a:rPr lang="en-US" sz="2400" b="0" i="1" dirty="0" smtClean="0">
                        <a:latin typeface="Cambria Math"/>
                      </a:rPr>
                      <m:t>&gt;</m:t>
                    </m:r>
                    <m:r>
                      <a:rPr lang="en-US" sz="240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ונגדיר את 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:</a:t>
                </a:r>
              </a:p>
              <a:p>
                <a:pPr>
                  <a:buNone/>
                </a:pP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𝒜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𝒢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×{</m:t>
                    </m:r>
                    <m:r>
                      <a:rPr lang="en-US" sz="2400" b="0" i="1" smtClean="0">
                        <a:latin typeface="Cambria Math"/>
                      </a:rPr>
                      <m:t>1</m:t>
                    </m:r>
                    <m:r>
                      <a:rPr lang="en-US" sz="2400" b="0" i="1" smtClean="0">
                        <a:latin typeface="Cambria Math"/>
                      </a:rPr>
                      <m:t>,</m:t>
                    </m:r>
                    <m:r>
                      <a:rPr lang="en-US" sz="2400" b="0" i="1" smtClean="0">
                        <a:latin typeface="Cambria Math"/>
                      </a:rPr>
                      <m:t>2</m:t>
                    </m:r>
                    <m:r>
                      <a:rPr lang="en-US" sz="2400" b="0" i="1" smtClean="0">
                        <a:latin typeface="Cambria Math"/>
                      </a:rPr>
                      <m:t>,…,</m:t>
                    </m:r>
                    <m:r>
                      <a:rPr lang="en-US" sz="2400" b="0" i="1" smtClean="0">
                        <a:latin typeface="Cambria Math"/>
                      </a:rPr>
                      <m:t>𝑘</m:t>
                    </m:r>
                    <m:r>
                      <a:rPr lang="en-US" sz="2400" b="0" i="1" smtClean="0">
                        <a:latin typeface="Cambria Math"/>
                      </a:rPr>
                      <m:t>}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/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𝒜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Q</m:t>
                        </m:r>
                      </m:e>
                      <m:sub>
                        <m:r>
                          <a:rPr lang="en-US" sz="2400" b="0" i="0" smtClean="0">
                            <a:latin typeface="Cambria Math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𝒢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×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en-US" sz="2400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/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lnSpc>
                    <a:spcPct val="17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𝑗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𝛿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 err="1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iff</a:t>
                </a:r>
                <a:r>
                  <a: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𝒢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and</a:t>
                </a:r>
                <a:br>
                  <a: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en-US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𝑠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∉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∧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∨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∧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=</m:t>
                            </m:r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mod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 algn="l" rtl="0"/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/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/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/>
                <a:endParaRPr lang="en-US" sz="2400" b="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𝒜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×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e>
                    </m:d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371600"/>
                <a:ext cx="8229600" cy="5029200"/>
              </a:xfrm>
              <a:blipFill>
                <a:blip r:embed="rId2"/>
                <a:stretch>
                  <a:fillRect l="-296" t="-1818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324600" y="2099846"/>
                <a:ext cx="2215243" cy="33855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he-IL" sz="1600">
                    <a:solidFill>
                      <a:schemeClr val="accent2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עותקים של האוטומט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099846"/>
                <a:ext cx="2215243" cy="338554"/>
              </a:xfrm>
              <a:prstGeom prst="rect">
                <a:avLst/>
              </a:prstGeom>
              <a:blipFill>
                <a:blip r:embed="rId3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>
            <a:off x="4060371" y="2261428"/>
            <a:ext cx="2356758" cy="15389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10893" y="2803198"/>
                <a:ext cx="3099707" cy="36862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he-IL" sz="1600" b="0" i="0" smtClean="0">
                        <a:solidFill>
                          <a:schemeClr val="accent2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מתחילים</m:t>
                    </m:r>
                    <m:r>
                      <a:rPr lang="he-IL" sz="1600" b="0" i="1" smtClean="0">
                        <a:solidFill>
                          <a:schemeClr val="accent2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sz="1600">
                    <a:solidFill>
                      <a:schemeClr val="accent2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600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he-IL" sz="1600" b="0" i="1" dirty="0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1600">
                    <a:solidFill>
                      <a:schemeClr val="accent2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העותק הראשון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893" y="2803198"/>
                <a:ext cx="3099707" cy="368627"/>
              </a:xfrm>
              <a:prstGeom prst="rect">
                <a:avLst/>
              </a:prstGeom>
              <a:blipFill>
                <a:blip r:embed="rId4"/>
                <a:stretch>
                  <a:fillRect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12" idx="1"/>
          </p:cNvCxnSpPr>
          <p:nvPr/>
        </p:nvCxnSpPr>
        <p:spPr>
          <a:xfrm flipH="1">
            <a:off x="3200401" y="2987512"/>
            <a:ext cx="2310492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620986" y="5949337"/>
                <a:ext cx="3989614" cy="33855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1600">
                    <a:solidFill>
                      <a:schemeClr val="accent2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עוברים אינסוף פעמים 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he-IL" sz="1600" b="0" i="1" smtClean="0">
                            <a:solidFill>
                              <a:schemeClr val="accent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1600">
                    <a:solidFill>
                      <a:schemeClr val="accent2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של העותק הראשון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986" y="5949337"/>
                <a:ext cx="3989614" cy="338554"/>
              </a:xfrm>
              <a:prstGeom prst="rect">
                <a:avLst/>
              </a:prstGeom>
              <a:blipFill>
                <a:blip r:embed="rId5"/>
                <a:stretch>
                  <a:fillRect t="-5455" r="-763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14" idx="1"/>
          </p:cNvCxnSpPr>
          <p:nvPr/>
        </p:nvCxnSpPr>
        <p:spPr>
          <a:xfrm flipH="1">
            <a:off x="2438400" y="6118614"/>
            <a:ext cx="2182586" cy="15389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806292" y="4827298"/>
                <a:ext cx="180430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1">
                <a:spAutoFit/>
              </a:bodyPr>
              <a:lstStyle/>
              <a:p>
                <a:r>
                  <a:rPr lang="he-IL" sz="1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כשמגיעים 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1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r>
                  <a:rPr lang="he-IL" sz="16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עוברים לעותק הבא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292" y="4827298"/>
                <a:ext cx="1804307" cy="584775"/>
              </a:xfrm>
              <a:prstGeom prst="rect">
                <a:avLst/>
              </a:prstGeom>
              <a:blipFill>
                <a:blip r:embed="rId6"/>
                <a:stretch>
                  <a:fillRect l="-1356" t="-3125" r="-2034"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Elbow Connector 33"/>
          <p:cNvCxnSpPr/>
          <p:nvPr/>
        </p:nvCxnSpPr>
        <p:spPr>
          <a:xfrm rot="10800000">
            <a:off x="5162550" y="4572000"/>
            <a:ext cx="1847850" cy="520988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81000" y="4800600"/>
                <a:ext cx="2209800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16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עוד לא הגענו 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16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r>
                  <a:rPr lang="he-IL" sz="16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ממשיכים באותו העותק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800600"/>
                <a:ext cx="2209800" cy="584775"/>
              </a:xfrm>
              <a:prstGeom prst="rect">
                <a:avLst/>
              </a:prstGeom>
              <a:blipFill>
                <a:blip r:embed="rId7"/>
                <a:stretch>
                  <a:fillRect t="-3158" r="-1381" b="-1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Elbow Connector 38"/>
          <p:cNvCxnSpPr>
            <a:stCxn id="36" idx="3"/>
          </p:cNvCxnSpPr>
          <p:nvPr/>
        </p:nvCxnSpPr>
        <p:spPr>
          <a:xfrm flipV="1">
            <a:off x="2590800" y="4561609"/>
            <a:ext cx="304800" cy="531379"/>
          </a:xfrm>
          <a:prstGeom prst="bentConnector2">
            <a:avLst/>
          </a:prstGeom>
          <a:ln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0FBCF74-FBD5-72A5-0F6D-3887DD875460}"/>
              </a:ext>
            </a:extLst>
          </p:cNvPr>
          <p:cNvSpPr/>
          <p:nvPr/>
        </p:nvSpPr>
        <p:spPr>
          <a:xfrm>
            <a:off x="609600" y="990600"/>
            <a:ext cx="8001000" cy="54864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57</a:t>
            </a:fld>
            <a:endParaRPr lang="he-IL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DD31D3F4-6ED2-9317-C2D4-C7AD6E6A38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367"/>
          <a:stretch/>
        </p:blipFill>
        <p:spPr>
          <a:xfrm>
            <a:off x="1432341" y="1371600"/>
            <a:ext cx="6460709" cy="47815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FB9D81-35C1-EFA6-9D13-3B9206B9DEBA}"/>
              </a:ext>
            </a:extLst>
          </p:cNvPr>
          <p:cNvSpPr/>
          <p:nvPr/>
        </p:nvSpPr>
        <p:spPr>
          <a:xfrm>
            <a:off x="609600" y="990600"/>
            <a:ext cx="8001000" cy="54864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58</a:t>
            </a:fld>
            <a:endParaRPr lang="he-IL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DD31D3F4-6ED2-9317-C2D4-C7AD6E6A38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66" t="48829" r="366" b="538"/>
          <a:stretch/>
        </p:blipFill>
        <p:spPr>
          <a:xfrm>
            <a:off x="1409700" y="1346200"/>
            <a:ext cx="6460709" cy="478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43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E57690-7C57-AAC9-3226-6FA8C5C106CB}"/>
              </a:ext>
            </a:extLst>
          </p:cNvPr>
          <p:cNvSpPr/>
          <p:nvPr/>
        </p:nvSpPr>
        <p:spPr>
          <a:xfrm>
            <a:off x="609600" y="990600"/>
            <a:ext cx="8001000" cy="54864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59</a:t>
            </a:fld>
            <a:endParaRPr lang="he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3953BE-5EFE-F802-A540-A5609DFE9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00" y="1196697"/>
            <a:ext cx="6388100" cy="477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77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חיתוך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143000" y="1143000"/>
                <a:ext cx="6921500" cy="4953000"/>
              </a:xfr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normAutofit/>
              </a:bodyPr>
              <a:lstStyle/>
              <a:p>
                <a:pPr marL="273050" indent="-184150" algn="ctr">
                  <a:lnSpc>
                    <a:spcPct val="2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עבור אוטומטי  </a:t>
                </a:r>
                <a:r>
                  <a:rPr lang="en-US" sz="280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G</a:t>
                </a:r>
                <a:r>
                  <a:rPr lang="en-US" sz="2800">
                    <a:latin typeface="Arial Rounded MT Bold" panose="020F0704030504030204" pitchFamily="34" charset="0"/>
                  </a:rPr>
                  <a:t>NBA</a:t>
                </a:r>
                <a:r>
                  <a:rPr lang="he-IL" sz="2800">
                    <a:latin typeface="Franklin Gothic Book"/>
                  </a:rPr>
                  <a:t> </a:t>
                </a:r>
                <a:r>
                  <a:rPr lang="en-US" sz="2800">
                    <a:latin typeface="Franklin Gothic Book"/>
                  </a:rPr>
                  <a:t> </a:t>
                </a:r>
                <a:r>
                  <a:rPr lang="en-US" sz="2800">
                    <a:latin typeface="cmsy10"/>
                  </a:rPr>
                  <a:t>G</a:t>
                </a:r>
                <a:r>
                  <a:rPr lang="en-US" sz="2800" baseline="-25000">
                    <a:latin typeface="cmr10"/>
                  </a:rPr>
                  <a:t>1 </a:t>
                </a:r>
                <a:r>
                  <a:rPr lang="en-US" sz="2800" baseline="-25000">
                    <a:latin typeface="Franklin Gothic Book"/>
                  </a:rPr>
                  <a:t> </a:t>
                </a:r>
                <a:r>
                  <a:rPr lang="he-IL" sz="2800" baseline="-25000">
                    <a:latin typeface="Franklin Gothic Book"/>
                  </a:rPr>
                  <a:t>   </a:t>
                </a:r>
                <a:r>
                  <a:rPr lang="he-IL" sz="2800"/>
                  <a:t>ו  </a:t>
                </a:r>
                <a:r>
                  <a:rPr lang="en-US" sz="2800">
                    <a:latin typeface="cmsy10"/>
                  </a:rPr>
                  <a:t>G</a:t>
                </a:r>
                <a:r>
                  <a:rPr lang="en-US" sz="2800" baseline="-25000">
                    <a:latin typeface="cmr10"/>
                  </a:rPr>
                  <a:t>2</a:t>
                </a:r>
                <a:r>
                  <a:rPr lang="he-IL" sz="2800"/>
                  <a:t>  </a:t>
                </a:r>
                <a:br>
                  <a:rPr lang="en-US" sz="2800"/>
                </a:b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קיים אוטומט </a:t>
                </a:r>
                <a:r>
                  <a:rPr lang="en-US" sz="280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G</a:t>
                </a:r>
                <a:r>
                  <a:rPr lang="en-US" sz="2800">
                    <a:latin typeface="Arial Rounded MT Bold" panose="020F0704030504030204" pitchFamily="34" charset="0"/>
                  </a:rPr>
                  <a:t>NBA</a:t>
                </a:r>
                <a:r>
                  <a:rPr lang="he-IL" sz="2800"/>
                  <a:t>  </a:t>
                </a:r>
                <a:r>
                  <a:rPr lang="en-US" sz="2800">
                    <a:latin typeface="cmsy10"/>
                  </a:rPr>
                  <a:t>G</a:t>
                </a:r>
                <a:r>
                  <a:rPr lang="he-IL" sz="2800">
                    <a:latin typeface="cmsy10"/>
                  </a:rPr>
                  <a:t> </a:t>
                </a:r>
                <a:br>
                  <a:rPr lang="en-US" sz="2800">
                    <a:latin typeface="cmsy10"/>
                  </a:rPr>
                </a:b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כך ש:</a:t>
                </a:r>
                <a:br>
                  <a:rPr lang="en-US" sz="2800">
                    <a:latin typeface="cmsy10"/>
                  </a:rPr>
                </a:br>
                <a:r>
                  <a:rPr lang="en-US" sz="2800">
                    <a:solidFill>
                      <a:srgbClr val="0000FF"/>
                    </a:solidFill>
                    <a:latin typeface="cmsy10"/>
                  </a:rPr>
                  <a:t>L</a:t>
                </a:r>
                <a:r>
                  <a:rPr lang="en-US" sz="2800" baseline="-25000">
                    <a:solidFill>
                      <a:srgbClr val="0000FF"/>
                    </a:solidFill>
                    <a:latin typeface="cmmi10"/>
                  </a:rPr>
                  <a:t>!</a:t>
                </a:r>
                <a:r>
                  <a:rPr lang="en-US" sz="2800">
                    <a:solidFill>
                      <a:srgbClr val="0000FF"/>
                    </a:solidFill>
                    <a:latin typeface="cmr10"/>
                  </a:rPr>
                  <a:t>(</a:t>
                </a:r>
                <a:r>
                  <a:rPr lang="en-US" sz="2800">
                    <a:solidFill>
                      <a:srgbClr val="0000FF"/>
                    </a:solidFill>
                    <a:latin typeface="cmsy10"/>
                  </a:rPr>
                  <a:t>G</a:t>
                </a:r>
                <a:r>
                  <a:rPr lang="en-US" sz="2800">
                    <a:solidFill>
                      <a:srgbClr val="0000FF"/>
                    </a:solidFill>
                    <a:latin typeface="cmr10"/>
                  </a:rPr>
                  <a:t>) = </a:t>
                </a:r>
                <a:r>
                  <a:rPr lang="en-US" sz="2800">
                    <a:solidFill>
                      <a:srgbClr val="0000FF"/>
                    </a:solidFill>
                    <a:latin typeface="cmsy10"/>
                  </a:rPr>
                  <a:t>L</a:t>
                </a:r>
                <a:r>
                  <a:rPr lang="en-US" sz="2800" baseline="-25000">
                    <a:solidFill>
                      <a:srgbClr val="0000FF"/>
                    </a:solidFill>
                    <a:latin typeface="cmmi10"/>
                  </a:rPr>
                  <a:t>!</a:t>
                </a:r>
                <a:r>
                  <a:rPr lang="en-US" sz="2800">
                    <a:solidFill>
                      <a:srgbClr val="0000FF"/>
                    </a:solidFill>
                    <a:latin typeface="cmr10"/>
                  </a:rPr>
                  <a:t>(</a:t>
                </a:r>
                <a:r>
                  <a:rPr lang="en-US" sz="2800">
                    <a:solidFill>
                      <a:srgbClr val="0000FF"/>
                    </a:solidFill>
                    <a:latin typeface="cmsy10"/>
                  </a:rPr>
                  <a:t>G</a:t>
                </a:r>
                <a:r>
                  <a:rPr lang="en-US" sz="2800" baseline="-25000">
                    <a:solidFill>
                      <a:srgbClr val="0000FF"/>
                    </a:solidFill>
                    <a:latin typeface="cmr10"/>
                  </a:rPr>
                  <a:t>1</a:t>
                </a:r>
                <a:r>
                  <a:rPr lang="en-US" sz="2800">
                    <a:solidFill>
                      <a:srgbClr val="0000FF"/>
                    </a:solidFill>
                    <a:latin typeface="cmr10"/>
                  </a:rPr>
                  <a:t>) </a:t>
                </a:r>
                <a:r>
                  <a:rPr lang="en-US" sz="2800">
                    <a:solidFill>
                      <a:srgbClr val="0000FF"/>
                    </a:solidFill>
                    <a:latin typeface="cmsy10"/>
                  </a:rPr>
                  <a:t>Å</a:t>
                </a:r>
                <a:r>
                  <a:rPr lang="en-US" sz="2800">
                    <a:solidFill>
                      <a:srgbClr val="0000FF"/>
                    </a:solidFill>
                    <a:latin typeface="cmr10"/>
                  </a:rPr>
                  <a:t> </a:t>
                </a:r>
                <a:r>
                  <a:rPr lang="en-US" sz="2800">
                    <a:solidFill>
                      <a:srgbClr val="0000FF"/>
                    </a:solidFill>
                    <a:latin typeface="cmsy10"/>
                  </a:rPr>
                  <a:t>L</a:t>
                </a:r>
                <a:r>
                  <a:rPr lang="en-US" sz="2800" baseline="-25000">
                    <a:solidFill>
                      <a:srgbClr val="0000FF"/>
                    </a:solidFill>
                    <a:latin typeface="cmmi10"/>
                  </a:rPr>
                  <a:t>!</a:t>
                </a:r>
                <a:r>
                  <a:rPr lang="en-US" sz="2800">
                    <a:solidFill>
                      <a:srgbClr val="0000FF"/>
                    </a:solidFill>
                    <a:latin typeface="cmr10"/>
                  </a:rPr>
                  <a:t>(</a:t>
                </a:r>
                <a:r>
                  <a:rPr lang="en-US" sz="2800">
                    <a:solidFill>
                      <a:srgbClr val="0000FF"/>
                    </a:solidFill>
                    <a:latin typeface="cmsy10"/>
                  </a:rPr>
                  <a:t>G</a:t>
                </a:r>
                <a:r>
                  <a:rPr lang="en-US" sz="2800" baseline="-25000">
                    <a:solidFill>
                      <a:srgbClr val="0000FF"/>
                    </a:solidFill>
                    <a:latin typeface="cmr10"/>
                  </a:rPr>
                  <a:t>2</a:t>
                </a:r>
                <a:r>
                  <a:rPr lang="en-US" sz="2800">
                    <a:solidFill>
                      <a:srgbClr val="0000FF"/>
                    </a:solidFill>
                    <a:latin typeface="cmr10"/>
                  </a:rPr>
                  <a:t>)</a:t>
                </a:r>
                <a:r>
                  <a:rPr lang="en-US" sz="2800">
                    <a:latin typeface="cmr10"/>
                  </a:rPr>
                  <a:t>  </a:t>
                </a:r>
                <a:endParaRPr lang="he-IL" sz="2800">
                  <a:latin typeface="cmr10"/>
                </a:endParaRPr>
              </a:p>
              <a:p>
                <a:pPr marL="273050" indent="-184150" algn="ctr">
                  <a:lnSpc>
                    <a:spcPct val="2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n-US" sz="2800" err="1">
                    <a:latin typeface="cmsy10"/>
                  </a:rPr>
                  <a:t>jGj</a:t>
                </a:r>
                <a:r>
                  <a:rPr lang="en-US" sz="2800">
                    <a:latin typeface="Franklin Gothic Book"/>
                  </a:rPr>
                  <a:t> = </a:t>
                </a:r>
                <a:r>
                  <a:rPr lang="en-US" sz="2800">
                    <a:latin typeface="cmsy10"/>
                  </a:rPr>
                  <a:t>O</a:t>
                </a:r>
                <a:r>
                  <a:rPr lang="en-US" sz="2800">
                    <a:latin typeface="cmr10"/>
                  </a:rPr>
                  <a:t>(</a:t>
                </a:r>
                <a:r>
                  <a:rPr lang="en-US" sz="2800">
                    <a:latin typeface="cmsy10"/>
                  </a:rPr>
                  <a:t>jG</a:t>
                </a:r>
                <a:r>
                  <a:rPr lang="en-US" sz="2800" baseline="-25000">
                    <a:latin typeface="cmr10"/>
                  </a:rPr>
                  <a:t>1</a:t>
                </a:r>
                <a:r>
                  <a:rPr lang="en-US" sz="2800">
                    <a:latin typeface="cmsy10"/>
                  </a:rPr>
                  <a:t>j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⋅</m:t>
                    </m:r>
                  </m:oMath>
                </a14:m>
                <a:r>
                  <a:rPr lang="en-US" sz="2800">
                    <a:latin typeface="cmsy10"/>
                  </a:rPr>
                  <a:t>jG</a:t>
                </a:r>
                <a:r>
                  <a:rPr lang="en-US" sz="2800" baseline="-25000">
                    <a:latin typeface="cmr10"/>
                  </a:rPr>
                  <a:t>2</a:t>
                </a:r>
                <a:r>
                  <a:rPr lang="en-US" sz="2800">
                    <a:latin typeface="cmsy10"/>
                  </a:rPr>
                  <a:t>j</a:t>
                </a:r>
                <a:r>
                  <a:rPr lang="en-US" sz="2800">
                    <a:latin typeface="cmr10"/>
                  </a:rPr>
                  <a:t>)</a:t>
                </a:r>
                <a:endParaRPr lang="he-IL" sz="2800">
                  <a:latin typeface="cmr10"/>
                </a:endParaRPr>
              </a:p>
              <a:p>
                <a:pPr marL="273050" indent="-184150" algn="ctr">
                  <a:lnSpc>
                    <a:spcPct val="2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he-IL" sz="2800">
                  <a:latin typeface="cmr10"/>
                </a:endParaRPr>
              </a:p>
              <a:p>
                <a:pPr marL="273050" indent="-184150" algn="ctr">
                  <a:lnSpc>
                    <a:spcPct val="2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he-IL" sz="280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143000" y="1143000"/>
                <a:ext cx="6921500" cy="4953000"/>
              </a:xfr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59">
            <a:extLst>
              <a:ext uri="{FF2B5EF4-FFF2-40B4-BE49-F238E27FC236}">
                <a16:creationId xmlns:a16="http://schemas.microsoft.com/office/drawing/2014/main" id="{EACFDDDA-230B-D632-EE9C-649852A8F6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62500" y="3357563"/>
            <a:ext cx="3124200" cy="2921000"/>
            <a:chOff x="3000" y="2115"/>
            <a:chExt cx="1968" cy="1840"/>
          </a:xfrm>
        </p:grpSpPr>
        <p:sp>
          <p:nvSpPr>
            <p:cNvPr id="96" name="AutoShape 58">
              <a:extLst>
                <a:ext uri="{FF2B5EF4-FFF2-40B4-BE49-F238E27FC236}">
                  <a16:creationId xmlns:a16="http://schemas.microsoft.com/office/drawing/2014/main" id="{BE61CD11-A047-0C6C-FCEB-F54515BD729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000" y="2115"/>
              <a:ext cx="1968" cy="18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64" dir="2701341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Freeform 60">
              <a:extLst>
                <a:ext uri="{FF2B5EF4-FFF2-40B4-BE49-F238E27FC236}">
                  <a16:creationId xmlns:a16="http://schemas.microsoft.com/office/drawing/2014/main" id="{BBA82824-7D89-E069-0971-CAD08A63E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163"/>
              <a:ext cx="519" cy="520"/>
            </a:xfrm>
            <a:custGeom>
              <a:avLst/>
              <a:gdLst>
                <a:gd name="T0" fmla="*/ 519 w 519"/>
                <a:gd name="T1" fmla="*/ 260 h 520"/>
                <a:gd name="T2" fmla="*/ 498 w 519"/>
                <a:gd name="T3" fmla="*/ 159 h 520"/>
                <a:gd name="T4" fmla="*/ 443 w 519"/>
                <a:gd name="T5" fmla="*/ 76 h 520"/>
                <a:gd name="T6" fmla="*/ 360 w 519"/>
                <a:gd name="T7" fmla="*/ 20 h 520"/>
                <a:gd name="T8" fmla="*/ 259 w 519"/>
                <a:gd name="T9" fmla="*/ 0 h 520"/>
                <a:gd name="T10" fmla="*/ 157 w 519"/>
                <a:gd name="T11" fmla="*/ 20 h 520"/>
                <a:gd name="T12" fmla="*/ 75 w 519"/>
                <a:gd name="T13" fmla="*/ 76 h 520"/>
                <a:gd name="T14" fmla="*/ 20 w 519"/>
                <a:gd name="T15" fmla="*/ 159 h 520"/>
                <a:gd name="T16" fmla="*/ 0 w 519"/>
                <a:gd name="T17" fmla="*/ 260 h 520"/>
                <a:gd name="T18" fmla="*/ 20 w 519"/>
                <a:gd name="T19" fmla="*/ 361 h 520"/>
                <a:gd name="T20" fmla="*/ 75 w 519"/>
                <a:gd name="T21" fmla="*/ 444 h 520"/>
                <a:gd name="T22" fmla="*/ 157 w 519"/>
                <a:gd name="T23" fmla="*/ 500 h 520"/>
                <a:gd name="T24" fmla="*/ 259 w 519"/>
                <a:gd name="T25" fmla="*/ 520 h 520"/>
                <a:gd name="T26" fmla="*/ 360 w 519"/>
                <a:gd name="T27" fmla="*/ 500 h 520"/>
                <a:gd name="T28" fmla="*/ 443 w 519"/>
                <a:gd name="T29" fmla="*/ 444 h 520"/>
                <a:gd name="T30" fmla="*/ 498 w 519"/>
                <a:gd name="T31" fmla="*/ 361 h 520"/>
                <a:gd name="T32" fmla="*/ 519 w 519"/>
                <a:gd name="T33" fmla="*/ 26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9" h="520">
                  <a:moveTo>
                    <a:pt x="519" y="260"/>
                  </a:moveTo>
                  <a:lnTo>
                    <a:pt x="498" y="159"/>
                  </a:lnTo>
                  <a:lnTo>
                    <a:pt x="443" y="76"/>
                  </a:lnTo>
                  <a:lnTo>
                    <a:pt x="360" y="20"/>
                  </a:lnTo>
                  <a:lnTo>
                    <a:pt x="259" y="0"/>
                  </a:lnTo>
                  <a:lnTo>
                    <a:pt x="157" y="20"/>
                  </a:lnTo>
                  <a:lnTo>
                    <a:pt x="75" y="76"/>
                  </a:lnTo>
                  <a:lnTo>
                    <a:pt x="20" y="159"/>
                  </a:lnTo>
                  <a:lnTo>
                    <a:pt x="0" y="260"/>
                  </a:lnTo>
                  <a:lnTo>
                    <a:pt x="20" y="361"/>
                  </a:lnTo>
                  <a:lnTo>
                    <a:pt x="75" y="444"/>
                  </a:lnTo>
                  <a:lnTo>
                    <a:pt x="157" y="500"/>
                  </a:lnTo>
                  <a:lnTo>
                    <a:pt x="259" y="520"/>
                  </a:lnTo>
                  <a:lnTo>
                    <a:pt x="360" y="500"/>
                  </a:lnTo>
                  <a:lnTo>
                    <a:pt x="443" y="444"/>
                  </a:lnTo>
                  <a:lnTo>
                    <a:pt x="498" y="361"/>
                  </a:lnTo>
                  <a:lnTo>
                    <a:pt x="519" y="260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61">
              <a:extLst>
                <a:ext uri="{FF2B5EF4-FFF2-40B4-BE49-F238E27FC236}">
                  <a16:creationId xmlns:a16="http://schemas.microsoft.com/office/drawing/2014/main" id="{C35C3FB4-55EB-E33D-D4B6-58FDB39D4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2135"/>
              <a:ext cx="519" cy="520"/>
            </a:xfrm>
            <a:custGeom>
              <a:avLst/>
              <a:gdLst>
                <a:gd name="T0" fmla="*/ 519 w 519"/>
                <a:gd name="T1" fmla="*/ 261 h 520"/>
                <a:gd name="T2" fmla="*/ 498 w 519"/>
                <a:gd name="T3" fmla="*/ 159 h 520"/>
                <a:gd name="T4" fmla="*/ 443 w 519"/>
                <a:gd name="T5" fmla="*/ 76 h 520"/>
                <a:gd name="T6" fmla="*/ 361 w 519"/>
                <a:gd name="T7" fmla="*/ 20 h 520"/>
                <a:gd name="T8" fmla="*/ 259 w 519"/>
                <a:gd name="T9" fmla="*/ 0 h 520"/>
                <a:gd name="T10" fmla="*/ 158 w 519"/>
                <a:gd name="T11" fmla="*/ 20 h 520"/>
                <a:gd name="T12" fmla="*/ 75 w 519"/>
                <a:gd name="T13" fmla="*/ 76 h 520"/>
                <a:gd name="T14" fmla="*/ 20 w 519"/>
                <a:gd name="T15" fmla="*/ 159 h 520"/>
                <a:gd name="T16" fmla="*/ 0 w 519"/>
                <a:gd name="T17" fmla="*/ 261 h 520"/>
                <a:gd name="T18" fmla="*/ 20 w 519"/>
                <a:gd name="T19" fmla="*/ 362 h 520"/>
                <a:gd name="T20" fmla="*/ 75 w 519"/>
                <a:gd name="T21" fmla="*/ 444 h 520"/>
                <a:gd name="T22" fmla="*/ 158 w 519"/>
                <a:gd name="T23" fmla="*/ 500 h 520"/>
                <a:gd name="T24" fmla="*/ 259 w 519"/>
                <a:gd name="T25" fmla="*/ 520 h 520"/>
                <a:gd name="T26" fmla="*/ 361 w 519"/>
                <a:gd name="T27" fmla="*/ 500 h 520"/>
                <a:gd name="T28" fmla="*/ 443 w 519"/>
                <a:gd name="T29" fmla="*/ 444 h 520"/>
                <a:gd name="T30" fmla="*/ 498 w 519"/>
                <a:gd name="T31" fmla="*/ 362 h 520"/>
                <a:gd name="T32" fmla="*/ 519 w 519"/>
                <a:gd name="T33" fmla="*/ 261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9" h="520">
                  <a:moveTo>
                    <a:pt x="519" y="261"/>
                  </a:moveTo>
                  <a:lnTo>
                    <a:pt x="498" y="159"/>
                  </a:lnTo>
                  <a:lnTo>
                    <a:pt x="443" y="76"/>
                  </a:lnTo>
                  <a:lnTo>
                    <a:pt x="361" y="20"/>
                  </a:lnTo>
                  <a:lnTo>
                    <a:pt x="259" y="0"/>
                  </a:lnTo>
                  <a:lnTo>
                    <a:pt x="158" y="20"/>
                  </a:lnTo>
                  <a:lnTo>
                    <a:pt x="75" y="76"/>
                  </a:lnTo>
                  <a:lnTo>
                    <a:pt x="20" y="159"/>
                  </a:lnTo>
                  <a:lnTo>
                    <a:pt x="0" y="261"/>
                  </a:lnTo>
                  <a:lnTo>
                    <a:pt x="20" y="362"/>
                  </a:lnTo>
                  <a:lnTo>
                    <a:pt x="75" y="444"/>
                  </a:lnTo>
                  <a:lnTo>
                    <a:pt x="158" y="500"/>
                  </a:lnTo>
                  <a:lnTo>
                    <a:pt x="259" y="520"/>
                  </a:lnTo>
                  <a:lnTo>
                    <a:pt x="361" y="500"/>
                  </a:lnTo>
                  <a:lnTo>
                    <a:pt x="443" y="444"/>
                  </a:lnTo>
                  <a:lnTo>
                    <a:pt x="498" y="362"/>
                  </a:lnTo>
                  <a:lnTo>
                    <a:pt x="519" y="26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Freeform 62">
              <a:extLst>
                <a:ext uri="{FF2B5EF4-FFF2-40B4-BE49-F238E27FC236}">
                  <a16:creationId xmlns:a16="http://schemas.microsoft.com/office/drawing/2014/main" id="{A697C78B-93DD-5F2C-6F09-A6B91619666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46" y="2135"/>
              <a:ext cx="519" cy="520"/>
            </a:xfrm>
            <a:custGeom>
              <a:avLst/>
              <a:gdLst>
                <a:gd name="T0" fmla="*/ 803 w 803"/>
                <a:gd name="T1" fmla="*/ 401 h 803"/>
                <a:gd name="T2" fmla="*/ 771 w 803"/>
                <a:gd name="T3" fmla="*/ 558 h 803"/>
                <a:gd name="T4" fmla="*/ 686 w 803"/>
                <a:gd name="T5" fmla="*/ 686 h 803"/>
                <a:gd name="T6" fmla="*/ 558 w 803"/>
                <a:gd name="T7" fmla="*/ 772 h 803"/>
                <a:gd name="T8" fmla="*/ 401 w 803"/>
                <a:gd name="T9" fmla="*/ 803 h 803"/>
                <a:gd name="T10" fmla="*/ 244 w 803"/>
                <a:gd name="T11" fmla="*/ 772 h 803"/>
                <a:gd name="T12" fmla="*/ 117 w 803"/>
                <a:gd name="T13" fmla="*/ 686 h 803"/>
                <a:gd name="T14" fmla="*/ 31 w 803"/>
                <a:gd name="T15" fmla="*/ 558 h 803"/>
                <a:gd name="T16" fmla="*/ 0 w 803"/>
                <a:gd name="T17" fmla="*/ 401 h 803"/>
                <a:gd name="T18" fmla="*/ 31 w 803"/>
                <a:gd name="T19" fmla="*/ 245 h 803"/>
                <a:gd name="T20" fmla="*/ 117 w 803"/>
                <a:gd name="T21" fmla="*/ 117 h 803"/>
                <a:gd name="T22" fmla="*/ 244 w 803"/>
                <a:gd name="T23" fmla="*/ 31 h 803"/>
                <a:gd name="T24" fmla="*/ 401 w 803"/>
                <a:gd name="T25" fmla="*/ 0 h 803"/>
                <a:gd name="T26" fmla="*/ 558 w 803"/>
                <a:gd name="T27" fmla="*/ 31 h 803"/>
                <a:gd name="T28" fmla="*/ 686 w 803"/>
                <a:gd name="T29" fmla="*/ 117 h 803"/>
                <a:gd name="T30" fmla="*/ 771 w 803"/>
                <a:gd name="T31" fmla="*/ 245 h 803"/>
                <a:gd name="T32" fmla="*/ 803 w 803"/>
                <a:gd name="T33" fmla="*/ 401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3" h="803">
                  <a:moveTo>
                    <a:pt x="803" y="401"/>
                  </a:moveTo>
                  <a:lnTo>
                    <a:pt x="771" y="558"/>
                  </a:lnTo>
                  <a:lnTo>
                    <a:pt x="686" y="686"/>
                  </a:lnTo>
                  <a:lnTo>
                    <a:pt x="558" y="772"/>
                  </a:lnTo>
                  <a:lnTo>
                    <a:pt x="401" y="803"/>
                  </a:lnTo>
                  <a:lnTo>
                    <a:pt x="244" y="772"/>
                  </a:lnTo>
                  <a:lnTo>
                    <a:pt x="117" y="686"/>
                  </a:lnTo>
                  <a:lnTo>
                    <a:pt x="31" y="558"/>
                  </a:lnTo>
                  <a:lnTo>
                    <a:pt x="0" y="401"/>
                  </a:lnTo>
                  <a:lnTo>
                    <a:pt x="31" y="245"/>
                  </a:lnTo>
                  <a:lnTo>
                    <a:pt x="117" y="117"/>
                  </a:lnTo>
                  <a:lnTo>
                    <a:pt x="244" y="31"/>
                  </a:lnTo>
                  <a:lnTo>
                    <a:pt x="401" y="0"/>
                  </a:lnTo>
                  <a:lnTo>
                    <a:pt x="558" y="31"/>
                  </a:lnTo>
                  <a:lnTo>
                    <a:pt x="686" y="117"/>
                  </a:lnTo>
                  <a:lnTo>
                    <a:pt x="771" y="245"/>
                  </a:lnTo>
                  <a:lnTo>
                    <a:pt x="803" y="40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Rectangle 64">
              <a:extLst>
                <a:ext uri="{FF2B5EF4-FFF2-40B4-BE49-F238E27FC236}">
                  <a16:creationId xmlns:a16="http://schemas.microsoft.com/office/drawing/2014/main" id="{EA96AFD7-CF1A-5713-EE58-B67AE731E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" y="2330"/>
              <a:ext cx="12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q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Rectangle 65">
              <a:extLst>
                <a:ext uri="{FF2B5EF4-FFF2-40B4-BE49-F238E27FC236}">
                  <a16:creationId xmlns:a16="http://schemas.microsoft.com/office/drawing/2014/main" id="{8702E482-9034-B558-C410-63852FE90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2380"/>
              <a:ext cx="107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r7" panose="020B0500000000000000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" name="Rectangle 66">
              <a:extLst>
                <a:ext uri="{FF2B5EF4-FFF2-40B4-BE49-F238E27FC236}">
                  <a16:creationId xmlns:a16="http://schemas.microsoft.com/office/drawing/2014/main" id="{65B81493-262C-C325-E129-FEA541D04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2330"/>
              <a:ext cx="106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;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" name="Rectangle 67">
              <a:extLst>
                <a:ext uri="{FF2B5EF4-FFF2-40B4-BE49-F238E27FC236}">
                  <a16:creationId xmlns:a16="http://schemas.microsoft.com/office/drawing/2014/main" id="{E948E65A-D5BF-3806-0392-CE59F865D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2330"/>
              <a:ext cx="12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Rectangle 68">
              <a:extLst>
                <a:ext uri="{FF2B5EF4-FFF2-40B4-BE49-F238E27FC236}">
                  <a16:creationId xmlns:a16="http://schemas.microsoft.com/office/drawing/2014/main" id="{F3A31894-8DBC-3B8E-5AA1-9B65DEC5D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" y="2380"/>
              <a:ext cx="107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r7" panose="020B0500000000000000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" name="Line 70">
              <a:extLst>
                <a:ext uri="{FF2B5EF4-FFF2-40B4-BE49-F238E27FC236}">
                  <a16:creationId xmlns:a16="http://schemas.microsoft.com/office/drawing/2014/main" id="{5F789F37-D972-6B7C-F6A5-D2559AE901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4" y="2396"/>
              <a:ext cx="10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71">
              <a:extLst>
                <a:ext uri="{FF2B5EF4-FFF2-40B4-BE49-F238E27FC236}">
                  <a16:creationId xmlns:a16="http://schemas.microsoft.com/office/drawing/2014/main" id="{2CA3AC45-99B8-2679-6F3B-CAFDCBA13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2379"/>
              <a:ext cx="42" cy="33"/>
            </a:xfrm>
            <a:custGeom>
              <a:avLst/>
              <a:gdLst>
                <a:gd name="T0" fmla="*/ 42 w 42"/>
                <a:gd name="T1" fmla="*/ 17 h 33"/>
                <a:gd name="T2" fmla="*/ 0 w 42"/>
                <a:gd name="T3" fmla="*/ 0 h 33"/>
                <a:gd name="T4" fmla="*/ 12 w 42"/>
                <a:gd name="T5" fmla="*/ 17 h 33"/>
                <a:gd name="T6" fmla="*/ 0 w 42"/>
                <a:gd name="T7" fmla="*/ 33 h 33"/>
                <a:gd name="T8" fmla="*/ 42 w 42"/>
                <a:gd name="T9" fmla="*/ 17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3">
                  <a:moveTo>
                    <a:pt x="42" y="17"/>
                  </a:moveTo>
                  <a:lnTo>
                    <a:pt x="0" y="0"/>
                  </a:lnTo>
                  <a:lnTo>
                    <a:pt x="12" y="17"/>
                  </a:lnTo>
                  <a:lnTo>
                    <a:pt x="0" y="33"/>
                  </a:lnTo>
                  <a:lnTo>
                    <a:pt x="42" y="17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72">
              <a:extLst>
                <a:ext uri="{FF2B5EF4-FFF2-40B4-BE49-F238E27FC236}">
                  <a16:creationId xmlns:a16="http://schemas.microsoft.com/office/drawing/2014/main" id="{40A8EFAF-CF2C-FE04-F9EE-DCA4B5308B4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086" y="2379"/>
              <a:ext cx="42" cy="33"/>
            </a:xfrm>
            <a:custGeom>
              <a:avLst/>
              <a:gdLst>
                <a:gd name="T0" fmla="*/ 64 w 64"/>
                <a:gd name="T1" fmla="*/ 25 h 51"/>
                <a:gd name="T2" fmla="*/ 0 w 64"/>
                <a:gd name="T3" fmla="*/ 51 h 51"/>
                <a:gd name="T4" fmla="*/ 18 w 64"/>
                <a:gd name="T5" fmla="*/ 25 h 51"/>
                <a:gd name="T6" fmla="*/ 0 w 64"/>
                <a:gd name="T7" fmla="*/ 0 h 51"/>
                <a:gd name="T8" fmla="*/ 64 w 64"/>
                <a:gd name="T9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1">
                  <a:moveTo>
                    <a:pt x="64" y="25"/>
                  </a:moveTo>
                  <a:lnTo>
                    <a:pt x="0" y="51"/>
                  </a:lnTo>
                  <a:lnTo>
                    <a:pt x="18" y="25"/>
                  </a:lnTo>
                  <a:lnTo>
                    <a:pt x="0" y="0"/>
                  </a:lnTo>
                  <a:lnTo>
                    <a:pt x="64" y="2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73">
              <a:extLst>
                <a:ext uri="{FF2B5EF4-FFF2-40B4-BE49-F238E27FC236}">
                  <a16:creationId xmlns:a16="http://schemas.microsoft.com/office/drawing/2014/main" id="{0DC1C3F9-5E3D-BD10-B73D-1A4243ECB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2163"/>
              <a:ext cx="519" cy="520"/>
            </a:xfrm>
            <a:custGeom>
              <a:avLst/>
              <a:gdLst>
                <a:gd name="T0" fmla="*/ 519 w 519"/>
                <a:gd name="T1" fmla="*/ 260 h 520"/>
                <a:gd name="T2" fmla="*/ 499 w 519"/>
                <a:gd name="T3" fmla="*/ 159 h 520"/>
                <a:gd name="T4" fmla="*/ 444 w 519"/>
                <a:gd name="T5" fmla="*/ 76 h 520"/>
                <a:gd name="T6" fmla="*/ 361 w 519"/>
                <a:gd name="T7" fmla="*/ 20 h 520"/>
                <a:gd name="T8" fmla="*/ 260 w 519"/>
                <a:gd name="T9" fmla="*/ 0 h 520"/>
                <a:gd name="T10" fmla="*/ 158 w 519"/>
                <a:gd name="T11" fmla="*/ 20 h 520"/>
                <a:gd name="T12" fmla="*/ 76 w 519"/>
                <a:gd name="T13" fmla="*/ 76 h 520"/>
                <a:gd name="T14" fmla="*/ 21 w 519"/>
                <a:gd name="T15" fmla="*/ 159 h 520"/>
                <a:gd name="T16" fmla="*/ 0 w 519"/>
                <a:gd name="T17" fmla="*/ 260 h 520"/>
                <a:gd name="T18" fmla="*/ 21 w 519"/>
                <a:gd name="T19" fmla="*/ 361 h 520"/>
                <a:gd name="T20" fmla="*/ 76 w 519"/>
                <a:gd name="T21" fmla="*/ 444 h 520"/>
                <a:gd name="T22" fmla="*/ 158 w 519"/>
                <a:gd name="T23" fmla="*/ 500 h 520"/>
                <a:gd name="T24" fmla="*/ 260 w 519"/>
                <a:gd name="T25" fmla="*/ 520 h 520"/>
                <a:gd name="T26" fmla="*/ 361 w 519"/>
                <a:gd name="T27" fmla="*/ 500 h 520"/>
                <a:gd name="T28" fmla="*/ 444 w 519"/>
                <a:gd name="T29" fmla="*/ 444 h 520"/>
                <a:gd name="T30" fmla="*/ 499 w 519"/>
                <a:gd name="T31" fmla="*/ 361 h 520"/>
                <a:gd name="T32" fmla="*/ 519 w 519"/>
                <a:gd name="T33" fmla="*/ 26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9" h="520">
                  <a:moveTo>
                    <a:pt x="519" y="260"/>
                  </a:moveTo>
                  <a:lnTo>
                    <a:pt x="499" y="159"/>
                  </a:lnTo>
                  <a:lnTo>
                    <a:pt x="444" y="76"/>
                  </a:lnTo>
                  <a:lnTo>
                    <a:pt x="361" y="20"/>
                  </a:lnTo>
                  <a:lnTo>
                    <a:pt x="260" y="0"/>
                  </a:lnTo>
                  <a:lnTo>
                    <a:pt x="158" y="20"/>
                  </a:lnTo>
                  <a:lnTo>
                    <a:pt x="76" y="76"/>
                  </a:lnTo>
                  <a:lnTo>
                    <a:pt x="21" y="159"/>
                  </a:lnTo>
                  <a:lnTo>
                    <a:pt x="0" y="260"/>
                  </a:lnTo>
                  <a:lnTo>
                    <a:pt x="21" y="361"/>
                  </a:lnTo>
                  <a:lnTo>
                    <a:pt x="76" y="444"/>
                  </a:lnTo>
                  <a:lnTo>
                    <a:pt x="158" y="500"/>
                  </a:lnTo>
                  <a:lnTo>
                    <a:pt x="260" y="520"/>
                  </a:lnTo>
                  <a:lnTo>
                    <a:pt x="361" y="500"/>
                  </a:lnTo>
                  <a:lnTo>
                    <a:pt x="444" y="444"/>
                  </a:lnTo>
                  <a:lnTo>
                    <a:pt x="499" y="361"/>
                  </a:lnTo>
                  <a:lnTo>
                    <a:pt x="519" y="260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74">
              <a:extLst>
                <a:ext uri="{FF2B5EF4-FFF2-40B4-BE49-F238E27FC236}">
                  <a16:creationId xmlns:a16="http://schemas.microsoft.com/office/drawing/2014/main" id="{1D741104-53E9-6449-9FA4-9B73BE898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4" y="2135"/>
              <a:ext cx="518" cy="520"/>
            </a:xfrm>
            <a:custGeom>
              <a:avLst/>
              <a:gdLst>
                <a:gd name="T0" fmla="*/ 518 w 518"/>
                <a:gd name="T1" fmla="*/ 261 h 520"/>
                <a:gd name="T2" fmla="*/ 498 w 518"/>
                <a:gd name="T3" fmla="*/ 159 h 520"/>
                <a:gd name="T4" fmla="*/ 443 w 518"/>
                <a:gd name="T5" fmla="*/ 76 h 520"/>
                <a:gd name="T6" fmla="*/ 361 w 518"/>
                <a:gd name="T7" fmla="*/ 20 h 520"/>
                <a:gd name="T8" fmla="*/ 259 w 518"/>
                <a:gd name="T9" fmla="*/ 0 h 520"/>
                <a:gd name="T10" fmla="*/ 158 w 518"/>
                <a:gd name="T11" fmla="*/ 20 h 520"/>
                <a:gd name="T12" fmla="*/ 75 w 518"/>
                <a:gd name="T13" fmla="*/ 76 h 520"/>
                <a:gd name="T14" fmla="*/ 20 w 518"/>
                <a:gd name="T15" fmla="*/ 159 h 520"/>
                <a:gd name="T16" fmla="*/ 0 w 518"/>
                <a:gd name="T17" fmla="*/ 261 h 520"/>
                <a:gd name="T18" fmla="*/ 20 w 518"/>
                <a:gd name="T19" fmla="*/ 362 h 520"/>
                <a:gd name="T20" fmla="*/ 75 w 518"/>
                <a:gd name="T21" fmla="*/ 444 h 520"/>
                <a:gd name="T22" fmla="*/ 158 w 518"/>
                <a:gd name="T23" fmla="*/ 500 h 520"/>
                <a:gd name="T24" fmla="*/ 259 w 518"/>
                <a:gd name="T25" fmla="*/ 520 h 520"/>
                <a:gd name="T26" fmla="*/ 361 w 518"/>
                <a:gd name="T27" fmla="*/ 500 h 520"/>
                <a:gd name="T28" fmla="*/ 443 w 518"/>
                <a:gd name="T29" fmla="*/ 444 h 520"/>
                <a:gd name="T30" fmla="*/ 498 w 518"/>
                <a:gd name="T31" fmla="*/ 362 h 520"/>
                <a:gd name="T32" fmla="*/ 518 w 518"/>
                <a:gd name="T33" fmla="*/ 261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8" h="520">
                  <a:moveTo>
                    <a:pt x="518" y="261"/>
                  </a:moveTo>
                  <a:lnTo>
                    <a:pt x="498" y="159"/>
                  </a:lnTo>
                  <a:lnTo>
                    <a:pt x="443" y="76"/>
                  </a:lnTo>
                  <a:lnTo>
                    <a:pt x="361" y="20"/>
                  </a:lnTo>
                  <a:lnTo>
                    <a:pt x="259" y="0"/>
                  </a:lnTo>
                  <a:lnTo>
                    <a:pt x="158" y="20"/>
                  </a:lnTo>
                  <a:lnTo>
                    <a:pt x="75" y="76"/>
                  </a:lnTo>
                  <a:lnTo>
                    <a:pt x="20" y="159"/>
                  </a:lnTo>
                  <a:lnTo>
                    <a:pt x="0" y="261"/>
                  </a:lnTo>
                  <a:lnTo>
                    <a:pt x="20" y="362"/>
                  </a:lnTo>
                  <a:lnTo>
                    <a:pt x="75" y="444"/>
                  </a:lnTo>
                  <a:lnTo>
                    <a:pt x="158" y="500"/>
                  </a:lnTo>
                  <a:lnTo>
                    <a:pt x="259" y="520"/>
                  </a:lnTo>
                  <a:lnTo>
                    <a:pt x="361" y="500"/>
                  </a:lnTo>
                  <a:lnTo>
                    <a:pt x="443" y="444"/>
                  </a:lnTo>
                  <a:lnTo>
                    <a:pt x="498" y="362"/>
                  </a:lnTo>
                  <a:lnTo>
                    <a:pt x="518" y="26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75">
              <a:extLst>
                <a:ext uri="{FF2B5EF4-FFF2-40B4-BE49-F238E27FC236}">
                  <a16:creationId xmlns:a16="http://schemas.microsoft.com/office/drawing/2014/main" id="{C09EA4BF-A728-293C-A876-43DE550FA67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04" y="2135"/>
              <a:ext cx="518" cy="520"/>
            </a:xfrm>
            <a:custGeom>
              <a:avLst/>
              <a:gdLst>
                <a:gd name="T0" fmla="*/ 802 w 802"/>
                <a:gd name="T1" fmla="*/ 401 h 803"/>
                <a:gd name="T2" fmla="*/ 771 w 802"/>
                <a:gd name="T3" fmla="*/ 558 h 803"/>
                <a:gd name="T4" fmla="*/ 685 w 802"/>
                <a:gd name="T5" fmla="*/ 686 h 803"/>
                <a:gd name="T6" fmla="*/ 558 w 802"/>
                <a:gd name="T7" fmla="*/ 772 h 803"/>
                <a:gd name="T8" fmla="*/ 401 w 802"/>
                <a:gd name="T9" fmla="*/ 803 h 803"/>
                <a:gd name="T10" fmla="*/ 244 w 802"/>
                <a:gd name="T11" fmla="*/ 772 h 803"/>
                <a:gd name="T12" fmla="*/ 117 w 802"/>
                <a:gd name="T13" fmla="*/ 686 h 803"/>
                <a:gd name="T14" fmla="*/ 31 w 802"/>
                <a:gd name="T15" fmla="*/ 558 h 803"/>
                <a:gd name="T16" fmla="*/ 0 w 802"/>
                <a:gd name="T17" fmla="*/ 401 h 803"/>
                <a:gd name="T18" fmla="*/ 31 w 802"/>
                <a:gd name="T19" fmla="*/ 245 h 803"/>
                <a:gd name="T20" fmla="*/ 117 w 802"/>
                <a:gd name="T21" fmla="*/ 117 h 803"/>
                <a:gd name="T22" fmla="*/ 244 w 802"/>
                <a:gd name="T23" fmla="*/ 31 h 803"/>
                <a:gd name="T24" fmla="*/ 401 w 802"/>
                <a:gd name="T25" fmla="*/ 0 h 803"/>
                <a:gd name="T26" fmla="*/ 558 w 802"/>
                <a:gd name="T27" fmla="*/ 31 h 803"/>
                <a:gd name="T28" fmla="*/ 685 w 802"/>
                <a:gd name="T29" fmla="*/ 117 h 803"/>
                <a:gd name="T30" fmla="*/ 771 w 802"/>
                <a:gd name="T31" fmla="*/ 245 h 803"/>
                <a:gd name="T32" fmla="*/ 802 w 802"/>
                <a:gd name="T33" fmla="*/ 401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2" h="803">
                  <a:moveTo>
                    <a:pt x="802" y="401"/>
                  </a:moveTo>
                  <a:lnTo>
                    <a:pt x="771" y="558"/>
                  </a:lnTo>
                  <a:lnTo>
                    <a:pt x="685" y="686"/>
                  </a:lnTo>
                  <a:lnTo>
                    <a:pt x="558" y="772"/>
                  </a:lnTo>
                  <a:lnTo>
                    <a:pt x="401" y="803"/>
                  </a:lnTo>
                  <a:lnTo>
                    <a:pt x="244" y="772"/>
                  </a:lnTo>
                  <a:lnTo>
                    <a:pt x="117" y="686"/>
                  </a:lnTo>
                  <a:lnTo>
                    <a:pt x="31" y="558"/>
                  </a:lnTo>
                  <a:lnTo>
                    <a:pt x="0" y="401"/>
                  </a:lnTo>
                  <a:lnTo>
                    <a:pt x="31" y="245"/>
                  </a:lnTo>
                  <a:lnTo>
                    <a:pt x="117" y="117"/>
                  </a:lnTo>
                  <a:lnTo>
                    <a:pt x="244" y="31"/>
                  </a:lnTo>
                  <a:lnTo>
                    <a:pt x="401" y="0"/>
                  </a:lnTo>
                  <a:lnTo>
                    <a:pt x="558" y="31"/>
                  </a:lnTo>
                  <a:lnTo>
                    <a:pt x="685" y="117"/>
                  </a:lnTo>
                  <a:lnTo>
                    <a:pt x="771" y="245"/>
                  </a:lnTo>
                  <a:lnTo>
                    <a:pt x="802" y="40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Rectangle 77">
              <a:extLst>
                <a:ext uri="{FF2B5EF4-FFF2-40B4-BE49-F238E27FC236}">
                  <a16:creationId xmlns:a16="http://schemas.microsoft.com/office/drawing/2014/main" id="{7B8A57E8-D13D-337B-3E2D-AFA8C9A84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" y="2330"/>
              <a:ext cx="12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q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" name="Rectangle 78">
              <a:extLst>
                <a:ext uri="{FF2B5EF4-FFF2-40B4-BE49-F238E27FC236}">
                  <a16:creationId xmlns:a16="http://schemas.microsoft.com/office/drawing/2014/main" id="{E9ED5EEB-3852-66B0-7DC6-6D2D28477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2380"/>
              <a:ext cx="107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r7" panose="020B0500000000000000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" name="Rectangle 79">
              <a:extLst>
                <a:ext uri="{FF2B5EF4-FFF2-40B4-BE49-F238E27FC236}">
                  <a16:creationId xmlns:a16="http://schemas.microsoft.com/office/drawing/2014/main" id="{8F2F596D-4A39-C65A-D2DB-44C05E3ED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5" y="2330"/>
              <a:ext cx="106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;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" name="Rectangle 80">
              <a:extLst>
                <a:ext uri="{FF2B5EF4-FFF2-40B4-BE49-F238E27FC236}">
                  <a16:creationId xmlns:a16="http://schemas.microsoft.com/office/drawing/2014/main" id="{279BF08E-7F75-DCC7-5A7E-572C73F5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2330"/>
              <a:ext cx="12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" name="Rectangle 81">
              <a:extLst>
                <a:ext uri="{FF2B5EF4-FFF2-40B4-BE49-F238E27FC236}">
                  <a16:creationId xmlns:a16="http://schemas.microsoft.com/office/drawing/2014/main" id="{FA670F0D-891A-5728-EA49-AB61ADABD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2380"/>
              <a:ext cx="107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r7" panose="020B0500000000000000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0" name="Freeform 83">
              <a:extLst>
                <a:ext uri="{FF2B5EF4-FFF2-40B4-BE49-F238E27FC236}">
                  <a16:creationId xmlns:a16="http://schemas.microsoft.com/office/drawing/2014/main" id="{A48F381D-86F3-EAF2-4501-F8AF1B23C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3422"/>
              <a:ext cx="519" cy="520"/>
            </a:xfrm>
            <a:custGeom>
              <a:avLst/>
              <a:gdLst>
                <a:gd name="T0" fmla="*/ 519 w 519"/>
                <a:gd name="T1" fmla="*/ 260 h 520"/>
                <a:gd name="T2" fmla="*/ 499 w 519"/>
                <a:gd name="T3" fmla="*/ 158 h 520"/>
                <a:gd name="T4" fmla="*/ 444 w 519"/>
                <a:gd name="T5" fmla="*/ 76 h 520"/>
                <a:gd name="T6" fmla="*/ 361 w 519"/>
                <a:gd name="T7" fmla="*/ 20 h 520"/>
                <a:gd name="T8" fmla="*/ 260 w 519"/>
                <a:gd name="T9" fmla="*/ 0 h 520"/>
                <a:gd name="T10" fmla="*/ 158 w 519"/>
                <a:gd name="T11" fmla="*/ 20 h 520"/>
                <a:gd name="T12" fmla="*/ 76 w 519"/>
                <a:gd name="T13" fmla="*/ 76 h 520"/>
                <a:gd name="T14" fmla="*/ 21 w 519"/>
                <a:gd name="T15" fmla="*/ 158 h 520"/>
                <a:gd name="T16" fmla="*/ 0 w 519"/>
                <a:gd name="T17" fmla="*/ 260 h 520"/>
                <a:gd name="T18" fmla="*/ 21 w 519"/>
                <a:gd name="T19" fmla="*/ 361 h 520"/>
                <a:gd name="T20" fmla="*/ 76 w 519"/>
                <a:gd name="T21" fmla="*/ 444 h 520"/>
                <a:gd name="T22" fmla="*/ 158 w 519"/>
                <a:gd name="T23" fmla="*/ 499 h 520"/>
                <a:gd name="T24" fmla="*/ 260 w 519"/>
                <a:gd name="T25" fmla="*/ 520 h 520"/>
                <a:gd name="T26" fmla="*/ 361 w 519"/>
                <a:gd name="T27" fmla="*/ 499 h 520"/>
                <a:gd name="T28" fmla="*/ 444 w 519"/>
                <a:gd name="T29" fmla="*/ 444 h 520"/>
                <a:gd name="T30" fmla="*/ 499 w 519"/>
                <a:gd name="T31" fmla="*/ 361 h 520"/>
                <a:gd name="T32" fmla="*/ 519 w 519"/>
                <a:gd name="T33" fmla="*/ 26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9" h="520">
                  <a:moveTo>
                    <a:pt x="519" y="260"/>
                  </a:moveTo>
                  <a:lnTo>
                    <a:pt x="499" y="158"/>
                  </a:lnTo>
                  <a:lnTo>
                    <a:pt x="444" y="76"/>
                  </a:lnTo>
                  <a:lnTo>
                    <a:pt x="361" y="20"/>
                  </a:lnTo>
                  <a:lnTo>
                    <a:pt x="260" y="0"/>
                  </a:lnTo>
                  <a:lnTo>
                    <a:pt x="158" y="20"/>
                  </a:lnTo>
                  <a:lnTo>
                    <a:pt x="76" y="76"/>
                  </a:lnTo>
                  <a:lnTo>
                    <a:pt x="21" y="158"/>
                  </a:lnTo>
                  <a:lnTo>
                    <a:pt x="0" y="260"/>
                  </a:lnTo>
                  <a:lnTo>
                    <a:pt x="21" y="361"/>
                  </a:lnTo>
                  <a:lnTo>
                    <a:pt x="76" y="444"/>
                  </a:lnTo>
                  <a:lnTo>
                    <a:pt x="158" y="499"/>
                  </a:lnTo>
                  <a:lnTo>
                    <a:pt x="260" y="520"/>
                  </a:lnTo>
                  <a:lnTo>
                    <a:pt x="361" y="499"/>
                  </a:lnTo>
                  <a:lnTo>
                    <a:pt x="444" y="444"/>
                  </a:lnTo>
                  <a:lnTo>
                    <a:pt x="499" y="361"/>
                  </a:lnTo>
                  <a:lnTo>
                    <a:pt x="519" y="260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84">
              <a:extLst>
                <a:ext uri="{FF2B5EF4-FFF2-40B4-BE49-F238E27FC236}">
                  <a16:creationId xmlns:a16="http://schemas.microsoft.com/office/drawing/2014/main" id="{B265A769-67BF-3E9A-0145-B715A801A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4" y="3394"/>
              <a:ext cx="518" cy="520"/>
            </a:xfrm>
            <a:custGeom>
              <a:avLst/>
              <a:gdLst>
                <a:gd name="T0" fmla="*/ 518 w 518"/>
                <a:gd name="T1" fmla="*/ 260 h 520"/>
                <a:gd name="T2" fmla="*/ 498 w 518"/>
                <a:gd name="T3" fmla="*/ 159 h 520"/>
                <a:gd name="T4" fmla="*/ 443 w 518"/>
                <a:gd name="T5" fmla="*/ 76 h 520"/>
                <a:gd name="T6" fmla="*/ 361 w 518"/>
                <a:gd name="T7" fmla="*/ 20 h 520"/>
                <a:gd name="T8" fmla="*/ 259 w 518"/>
                <a:gd name="T9" fmla="*/ 0 h 520"/>
                <a:gd name="T10" fmla="*/ 158 w 518"/>
                <a:gd name="T11" fmla="*/ 20 h 520"/>
                <a:gd name="T12" fmla="*/ 75 w 518"/>
                <a:gd name="T13" fmla="*/ 76 h 520"/>
                <a:gd name="T14" fmla="*/ 20 w 518"/>
                <a:gd name="T15" fmla="*/ 159 h 520"/>
                <a:gd name="T16" fmla="*/ 0 w 518"/>
                <a:gd name="T17" fmla="*/ 260 h 520"/>
                <a:gd name="T18" fmla="*/ 20 w 518"/>
                <a:gd name="T19" fmla="*/ 362 h 520"/>
                <a:gd name="T20" fmla="*/ 75 w 518"/>
                <a:gd name="T21" fmla="*/ 444 h 520"/>
                <a:gd name="T22" fmla="*/ 158 w 518"/>
                <a:gd name="T23" fmla="*/ 499 h 520"/>
                <a:gd name="T24" fmla="*/ 259 w 518"/>
                <a:gd name="T25" fmla="*/ 520 h 520"/>
                <a:gd name="T26" fmla="*/ 361 w 518"/>
                <a:gd name="T27" fmla="*/ 499 h 520"/>
                <a:gd name="T28" fmla="*/ 443 w 518"/>
                <a:gd name="T29" fmla="*/ 444 h 520"/>
                <a:gd name="T30" fmla="*/ 498 w 518"/>
                <a:gd name="T31" fmla="*/ 362 h 520"/>
                <a:gd name="T32" fmla="*/ 518 w 518"/>
                <a:gd name="T33" fmla="*/ 26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8" h="520">
                  <a:moveTo>
                    <a:pt x="518" y="260"/>
                  </a:moveTo>
                  <a:lnTo>
                    <a:pt x="498" y="159"/>
                  </a:lnTo>
                  <a:lnTo>
                    <a:pt x="443" y="76"/>
                  </a:lnTo>
                  <a:lnTo>
                    <a:pt x="361" y="20"/>
                  </a:lnTo>
                  <a:lnTo>
                    <a:pt x="259" y="0"/>
                  </a:lnTo>
                  <a:lnTo>
                    <a:pt x="158" y="20"/>
                  </a:lnTo>
                  <a:lnTo>
                    <a:pt x="75" y="76"/>
                  </a:lnTo>
                  <a:lnTo>
                    <a:pt x="20" y="159"/>
                  </a:lnTo>
                  <a:lnTo>
                    <a:pt x="0" y="260"/>
                  </a:lnTo>
                  <a:lnTo>
                    <a:pt x="20" y="362"/>
                  </a:lnTo>
                  <a:lnTo>
                    <a:pt x="75" y="444"/>
                  </a:lnTo>
                  <a:lnTo>
                    <a:pt x="158" y="499"/>
                  </a:lnTo>
                  <a:lnTo>
                    <a:pt x="259" y="520"/>
                  </a:lnTo>
                  <a:lnTo>
                    <a:pt x="361" y="499"/>
                  </a:lnTo>
                  <a:lnTo>
                    <a:pt x="443" y="444"/>
                  </a:lnTo>
                  <a:lnTo>
                    <a:pt x="498" y="362"/>
                  </a:lnTo>
                  <a:lnTo>
                    <a:pt x="518" y="260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85">
              <a:extLst>
                <a:ext uri="{FF2B5EF4-FFF2-40B4-BE49-F238E27FC236}">
                  <a16:creationId xmlns:a16="http://schemas.microsoft.com/office/drawing/2014/main" id="{8C8E6A3B-6230-0D6C-7AE3-72DC6B90D62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04" y="3394"/>
              <a:ext cx="518" cy="520"/>
            </a:xfrm>
            <a:custGeom>
              <a:avLst/>
              <a:gdLst>
                <a:gd name="T0" fmla="*/ 802 w 802"/>
                <a:gd name="T1" fmla="*/ 402 h 803"/>
                <a:gd name="T2" fmla="*/ 771 w 802"/>
                <a:gd name="T3" fmla="*/ 558 h 803"/>
                <a:gd name="T4" fmla="*/ 685 w 802"/>
                <a:gd name="T5" fmla="*/ 686 h 803"/>
                <a:gd name="T6" fmla="*/ 558 w 802"/>
                <a:gd name="T7" fmla="*/ 772 h 803"/>
                <a:gd name="T8" fmla="*/ 401 w 802"/>
                <a:gd name="T9" fmla="*/ 803 h 803"/>
                <a:gd name="T10" fmla="*/ 244 w 802"/>
                <a:gd name="T11" fmla="*/ 772 h 803"/>
                <a:gd name="T12" fmla="*/ 117 w 802"/>
                <a:gd name="T13" fmla="*/ 686 h 803"/>
                <a:gd name="T14" fmla="*/ 31 w 802"/>
                <a:gd name="T15" fmla="*/ 558 h 803"/>
                <a:gd name="T16" fmla="*/ 0 w 802"/>
                <a:gd name="T17" fmla="*/ 402 h 803"/>
                <a:gd name="T18" fmla="*/ 31 w 802"/>
                <a:gd name="T19" fmla="*/ 245 h 803"/>
                <a:gd name="T20" fmla="*/ 117 w 802"/>
                <a:gd name="T21" fmla="*/ 117 h 803"/>
                <a:gd name="T22" fmla="*/ 244 w 802"/>
                <a:gd name="T23" fmla="*/ 32 h 803"/>
                <a:gd name="T24" fmla="*/ 401 w 802"/>
                <a:gd name="T25" fmla="*/ 0 h 803"/>
                <a:gd name="T26" fmla="*/ 558 w 802"/>
                <a:gd name="T27" fmla="*/ 32 h 803"/>
                <a:gd name="T28" fmla="*/ 685 w 802"/>
                <a:gd name="T29" fmla="*/ 117 h 803"/>
                <a:gd name="T30" fmla="*/ 771 w 802"/>
                <a:gd name="T31" fmla="*/ 245 h 803"/>
                <a:gd name="T32" fmla="*/ 802 w 802"/>
                <a:gd name="T33" fmla="*/ 402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2" h="803">
                  <a:moveTo>
                    <a:pt x="802" y="402"/>
                  </a:moveTo>
                  <a:lnTo>
                    <a:pt x="771" y="558"/>
                  </a:lnTo>
                  <a:lnTo>
                    <a:pt x="685" y="686"/>
                  </a:lnTo>
                  <a:lnTo>
                    <a:pt x="558" y="772"/>
                  </a:lnTo>
                  <a:lnTo>
                    <a:pt x="401" y="803"/>
                  </a:lnTo>
                  <a:lnTo>
                    <a:pt x="244" y="772"/>
                  </a:lnTo>
                  <a:lnTo>
                    <a:pt x="117" y="686"/>
                  </a:lnTo>
                  <a:lnTo>
                    <a:pt x="31" y="558"/>
                  </a:lnTo>
                  <a:lnTo>
                    <a:pt x="0" y="402"/>
                  </a:lnTo>
                  <a:lnTo>
                    <a:pt x="31" y="245"/>
                  </a:lnTo>
                  <a:lnTo>
                    <a:pt x="117" y="117"/>
                  </a:lnTo>
                  <a:lnTo>
                    <a:pt x="244" y="32"/>
                  </a:lnTo>
                  <a:lnTo>
                    <a:pt x="401" y="0"/>
                  </a:lnTo>
                  <a:lnTo>
                    <a:pt x="558" y="32"/>
                  </a:lnTo>
                  <a:lnTo>
                    <a:pt x="685" y="117"/>
                  </a:lnTo>
                  <a:lnTo>
                    <a:pt x="771" y="245"/>
                  </a:lnTo>
                  <a:lnTo>
                    <a:pt x="802" y="4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Rectangle 87">
              <a:extLst>
                <a:ext uri="{FF2B5EF4-FFF2-40B4-BE49-F238E27FC236}">
                  <a16:creationId xmlns:a16="http://schemas.microsoft.com/office/drawing/2014/main" id="{746132B2-E2EF-ECE1-C922-6CA7E061F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" y="3589"/>
              <a:ext cx="12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q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" name="Rectangle 88">
              <a:extLst>
                <a:ext uri="{FF2B5EF4-FFF2-40B4-BE49-F238E27FC236}">
                  <a16:creationId xmlns:a16="http://schemas.microsoft.com/office/drawing/2014/main" id="{E84B074B-97B8-299C-4687-5F2FCE6F9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3639"/>
              <a:ext cx="107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r7" panose="020B0500000000000000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6" name="Rectangle 89">
              <a:extLst>
                <a:ext uri="{FF2B5EF4-FFF2-40B4-BE49-F238E27FC236}">
                  <a16:creationId xmlns:a16="http://schemas.microsoft.com/office/drawing/2014/main" id="{A9AB981A-3D3D-DCC3-5222-1B14E8422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5" y="3589"/>
              <a:ext cx="106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;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7" name="Rectangle 90">
              <a:extLst>
                <a:ext uri="{FF2B5EF4-FFF2-40B4-BE49-F238E27FC236}">
                  <a16:creationId xmlns:a16="http://schemas.microsoft.com/office/drawing/2014/main" id="{669768E1-EBCF-DD89-E101-DCDB418E7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3589"/>
              <a:ext cx="12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8" name="Rectangle 91">
              <a:extLst>
                <a:ext uri="{FF2B5EF4-FFF2-40B4-BE49-F238E27FC236}">
                  <a16:creationId xmlns:a16="http://schemas.microsoft.com/office/drawing/2014/main" id="{167778EE-7CEE-7156-6DCC-88D263B71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3639"/>
              <a:ext cx="107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r7" panose="020B0500000000000000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0" name="Freeform 93">
              <a:extLst>
                <a:ext uri="{FF2B5EF4-FFF2-40B4-BE49-F238E27FC236}">
                  <a16:creationId xmlns:a16="http://schemas.microsoft.com/office/drawing/2014/main" id="{9E1D2287-9953-E9A7-625E-65695F498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3426"/>
              <a:ext cx="519" cy="520"/>
            </a:xfrm>
            <a:custGeom>
              <a:avLst/>
              <a:gdLst>
                <a:gd name="T0" fmla="*/ 519 w 519"/>
                <a:gd name="T1" fmla="*/ 260 h 520"/>
                <a:gd name="T2" fmla="*/ 498 w 519"/>
                <a:gd name="T3" fmla="*/ 159 h 520"/>
                <a:gd name="T4" fmla="*/ 443 w 519"/>
                <a:gd name="T5" fmla="*/ 76 h 520"/>
                <a:gd name="T6" fmla="*/ 360 w 519"/>
                <a:gd name="T7" fmla="*/ 20 h 520"/>
                <a:gd name="T8" fmla="*/ 259 w 519"/>
                <a:gd name="T9" fmla="*/ 0 h 520"/>
                <a:gd name="T10" fmla="*/ 157 w 519"/>
                <a:gd name="T11" fmla="*/ 20 h 520"/>
                <a:gd name="T12" fmla="*/ 75 w 519"/>
                <a:gd name="T13" fmla="*/ 76 h 520"/>
                <a:gd name="T14" fmla="*/ 20 w 519"/>
                <a:gd name="T15" fmla="*/ 159 h 520"/>
                <a:gd name="T16" fmla="*/ 0 w 519"/>
                <a:gd name="T17" fmla="*/ 260 h 520"/>
                <a:gd name="T18" fmla="*/ 20 w 519"/>
                <a:gd name="T19" fmla="*/ 361 h 520"/>
                <a:gd name="T20" fmla="*/ 75 w 519"/>
                <a:gd name="T21" fmla="*/ 444 h 520"/>
                <a:gd name="T22" fmla="*/ 157 w 519"/>
                <a:gd name="T23" fmla="*/ 499 h 520"/>
                <a:gd name="T24" fmla="*/ 259 w 519"/>
                <a:gd name="T25" fmla="*/ 520 h 520"/>
                <a:gd name="T26" fmla="*/ 360 w 519"/>
                <a:gd name="T27" fmla="*/ 499 h 520"/>
                <a:gd name="T28" fmla="*/ 443 w 519"/>
                <a:gd name="T29" fmla="*/ 444 h 520"/>
                <a:gd name="T30" fmla="*/ 498 w 519"/>
                <a:gd name="T31" fmla="*/ 361 h 520"/>
                <a:gd name="T32" fmla="*/ 519 w 519"/>
                <a:gd name="T33" fmla="*/ 26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9" h="520">
                  <a:moveTo>
                    <a:pt x="519" y="260"/>
                  </a:moveTo>
                  <a:lnTo>
                    <a:pt x="498" y="159"/>
                  </a:lnTo>
                  <a:lnTo>
                    <a:pt x="443" y="76"/>
                  </a:lnTo>
                  <a:lnTo>
                    <a:pt x="360" y="20"/>
                  </a:lnTo>
                  <a:lnTo>
                    <a:pt x="259" y="0"/>
                  </a:lnTo>
                  <a:lnTo>
                    <a:pt x="157" y="20"/>
                  </a:lnTo>
                  <a:lnTo>
                    <a:pt x="75" y="76"/>
                  </a:lnTo>
                  <a:lnTo>
                    <a:pt x="20" y="159"/>
                  </a:lnTo>
                  <a:lnTo>
                    <a:pt x="0" y="260"/>
                  </a:lnTo>
                  <a:lnTo>
                    <a:pt x="20" y="361"/>
                  </a:lnTo>
                  <a:lnTo>
                    <a:pt x="75" y="444"/>
                  </a:lnTo>
                  <a:lnTo>
                    <a:pt x="157" y="499"/>
                  </a:lnTo>
                  <a:lnTo>
                    <a:pt x="259" y="520"/>
                  </a:lnTo>
                  <a:lnTo>
                    <a:pt x="360" y="499"/>
                  </a:lnTo>
                  <a:lnTo>
                    <a:pt x="443" y="444"/>
                  </a:lnTo>
                  <a:lnTo>
                    <a:pt x="498" y="361"/>
                  </a:lnTo>
                  <a:lnTo>
                    <a:pt x="519" y="260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94">
              <a:extLst>
                <a:ext uri="{FF2B5EF4-FFF2-40B4-BE49-F238E27FC236}">
                  <a16:creationId xmlns:a16="http://schemas.microsoft.com/office/drawing/2014/main" id="{2436D965-23AD-E57B-5A39-2A3E867FF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3398"/>
              <a:ext cx="519" cy="520"/>
            </a:xfrm>
            <a:custGeom>
              <a:avLst/>
              <a:gdLst>
                <a:gd name="T0" fmla="*/ 519 w 519"/>
                <a:gd name="T1" fmla="*/ 260 h 520"/>
                <a:gd name="T2" fmla="*/ 498 w 519"/>
                <a:gd name="T3" fmla="*/ 159 h 520"/>
                <a:gd name="T4" fmla="*/ 443 w 519"/>
                <a:gd name="T5" fmla="*/ 76 h 520"/>
                <a:gd name="T6" fmla="*/ 361 w 519"/>
                <a:gd name="T7" fmla="*/ 20 h 520"/>
                <a:gd name="T8" fmla="*/ 259 w 519"/>
                <a:gd name="T9" fmla="*/ 0 h 520"/>
                <a:gd name="T10" fmla="*/ 158 w 519"/>
                <a:gd name="T11" fmla="*/ 20 h 520"/>
                <a:gd name="T12" fmla="*/ 75 w 519"/>
                <a:gd name="T13" fmla="*/ 76 h 520"/>
                <a:gd name="T14" fmla="*/ 20 w 519"/>
                <a:gd name="T15" fmla="*/ 159 h 520"/>
                <a:gd name="T16" fmla="*/ 0 w 519"/>
                <a:gd name="T17" fmla="*/ 260 h 520"/>
                <a:gd name="T18" fmla="*/ 20 w 519"/>
                <a:gd name="T19" fmla="*/ 361 h 520"/>
                <a:gd name="T20" fmla="*/ 75 w 519"/>
                <a:gd name="T21" fmla="*/ 444 h 520"/>
                <a:gd name="T22" fmla="*/ 158 w 519"/>
                <a:gd name="T23" fmla="*/ 499 h 520"/>
                <a:gd name="T24" fmla="*/ 259 w 519"/>
                <a:gd name="T25" fmla="*/ 520 h 520"/>
                <a:gd name="T26" fmla="*/ 361 w 519"/>
                <a:gd name="T27" fmla="*/ 499 h 520"/>
                <a:gd name="T28" fmla="*/ 443 w 519"/>
                <a:gd name="T29" fmla="*/ 444 h 520"/>
                <a:gd name="T30" fmla="*/ 498 w 519"/>
                <a:gd name="T31" fmla="*/ 361 h 520"/>
                <a:gd name="T32" fmla="*/ 519 w 519"/>
                <a:gd name="T33" fmla="*/ 26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9" h="520">
                  <a:moveTo>
                    <a:pt x="519" y="260"/>
                  </a:moveTo>
                  <a:lnTo>
                    <a:pt x="498" y="159"/>
                  </a:lnTo>
                  <a:lnTo>
                    <a:pt x="443" y="76"/>
                  </a:lnTo>
                  <a:lnTo>
                    <a:pt x="361" y="20"/>
                  </a:lnTo>
                  <a:lnTo>
                    <a:pt x="259" y="0"/>
                  </a:lnTo>
                  <a:lnTo>
                    <a:pt x="158" y="20"/>
                  </a:lnTo>
                  <a:lnTo>
                    <a:pt x="75" y="76"/>
                  </a:lnTo>
                  <a:lnTo>
                    <a:pt x="20" y="159"/>
                  </a:lnTo>
                  <a:lnTo>
                    <a:pt x="0" y="260"/>
                  </a:lnTo>
                  <a:lnTo>
                    <a:pt x="20" y="361"/>
                  </a:lnTo>
                  <a:lnTo>
                    <a:pt x="75" y="444"/>
                  </a:lnTo>
                  <a:lnTo>
                    <a:pt x="158" y="499"/>
                  </a:lnTo>
                  <a:lnTo>
                    <a:pt x="259" y="520"/>
                  </a:lnTo>
                  <a:lnTo>
                    <a:pt x="361" y="499"/>
                  </a:lnTo>
                  <a:lnTo>
                    <a:pt x="443" y="444"/>
                  </a:lnTo>
                  <a:lnTo>
                    <a:pt x="498" y="361"/>
                  </a:lnTo>
                  <a:lnTo>
                    <a:pt x="519" y="260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Freeform 95">
              <a:extLst>
                <a:ext uri="{FF2B5EF4-FFF2-40B4-BE49-F238E27FC236}">
                  <a16:creationId xmlns:a16="http://schemas.microsoft.com/office/drawing/2014/main" id="{A79A7383-9723-64A2-D277-A6CE4264D04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46" y="3398"/>
              <a:ext cx="519" cy="520"/>
            </a:xfrm>
            <a:custGeom>
              <a:avLst/>
              <a:gdLst>
                <a:gd name="T0" fmla="*/ 803 w 803"/>
                <a:gd name="T1" fmla="*/ 402 h 803"/>
                <a:gd name="T2" fmla="*/ 771 w 803"/>
                <a:gd name="T3" fmla="*/ 558 h 803"/>
                <a:gd name="T4" fmla="*/ 686 w 803"/>
                <a:gd name="T5" fmla="*/ 686 h 803"/>
                <a:gd name="T6" fmla="*/ 558 w 803"/>
                <a:gd name="T7" fmla="*/ 772 h 803"/>
                <a:gd name="T8" fmla="*/ 401 w 803"/>
                <a:gd name="T9" fmla="*/ 803 h 803"/>
                <a:gd name="T10" fmla="*/ 244 w 803"/>
                <a:gd name="T11" fmla="*/ 772 h 803"/>
                <a:gd name="T12" fmla="*/ 117 w 803"/>
                <a:gd name="T13" fmla="*/ 686 h 803"/>
                <a:gd name="T14" fmla="*/ 31 w 803"/>
                <a:gd name="T15" fmla="*/ 558 h 803"/>
                <a:gd name="T16" fmla="*/ 0 w 803"/>
                <a:gd name="T17" fmla="*/ 402 h 803"/>
                <a:gd name="T18" fmla="*/ 31 w 803"/>
                <a:gd name="T19" fmla="*/ 245 h 803"/>
                <a:gd name="T20" fmla="*/ 117 w 803"/>
                <a:gd name="T21" fmla="*/ 117 h 803"/>
                <a:gd name="T22" fmla="*/ 244 w 803"/>
                <a:gd name="T23" fmla="*/ 32 h 803"/>
                <a:gd name="T24" fmla="*/ 401 w 803"/>
                <a:gd name="T25" fmla="*/ 0 h 803"/>
                <a:gd name="T26" fmla="*/ 558 w 803"/>
                <a:gd name="T27" fmla="*/ 32 h 803"/>
                <a:gd name="T28" fmla="*/ 686 w 803"/>
                <a:gd name="T29" fmla="*/ 117 h 803"/>
                <a:gd name="T30" fmla="*/ 771 w 803"/>
                <a:gd name="T31" fmla="*/ 245 h 803"/>
                <a:gd name="T32" fmla="*/ 803 w 803"/>
                <a:gd name="T33" fmla="*/ 402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3" h="803">
                  <a:moveTo>
                    <a:pt x="803" y="402"/>
                  </a:moveTo>
                  <a:lnTo>
                    <a:pt x="771" y="558"/>
                  </a:lnTo>
                  <a:lnTo>
                    <a:pt x="686" y="686"/>
                  </a:lnTo>
                  <a:lnTo>
                    <a:pt x="558" y="772"/>
                  </a:lnTo>
                  <a:lnTo>
                    <a:pt x="401" y="803"/>
                  </a:lnTo>
                  <a:lnTo>
                    <a:pt x="244" y="772"/>
                  </a:lnTo>
                  <a:lnTo>
                    <a:pt x="117" y="686"/>
                  </a:lnTo>
                  <a:lnTo>
                    <a:pt x="31" y="558"/>
                  </a:lnTo>
                  <a:lnTo>
                    <a:pt x="0" y="402"/>
                  </a:lnTo>
                  <a:lnTo>
                    <a:pt x="31" y="245"/>
                  </a:lnTo>
                  <a:lnTo>
                    <a:pt x="117" y="117"/>
                  </a:lnTo>
                  <a:lnTo>
                    <a:pt x="244" y="32"/>
                  </a:lnTo>
                  <a:lnTo>
                    <a:pt x="401" y="0"/>
                  </a:lnTo>
                  <a:lnTo>
                    <a:pt x="558" y="32"/>
                  </a:lnTo>
                  <a:lnTo>
                    <a:pt x="686" y="117"/>
                  </a:lnTo>
                  <a:lnTo>
                    <a:pt x="771" y="245"/>
                  </a:lnTo>
                  <a:lnTo>
                    <a:pt x="803" y="402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96">
              <a:extLst>
                <a:ext uri="{FF2B5EF4-FFF2-40B4-BE49-F238E27FC236}">
                  <a16:creationId xmlns:a16="http://schemas.microsoft.com/office/drawing/2014/main" id="{087CC016-2113-2FBC-1CDA-F323889CD4A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46" y="3398"/>
              <a:ext cx="519" cy="520"/>
            </a:xfrm>
            <a:custGeom>
              <a:avLst/>
              <a:gdLst>
                <a:gd name="T0" fmla="*/ 803 w 803"/>
                <a:gd name="T1" fmla="*/ 402 h 803"/>
                <a:gd name="T2" fmla="*/ 771 w 803"/>
                <a:gd name="T3" fmla="*/ 558 h 803"/>
                <a:gd name="T4" fmla="*/ 686 w 803"/>
                <a:gd name="T5" fmla="*/ 686 h 803"/>
                <a:gd name="T6" fmla="*/ 558 w 803"/>
                <a:gd name="T7" fmla="*/ 772 h 803"/>
                <a:gd name="T8" fmla="*/ 401 w 803"/>
                <a:gd name="T9" fmla="*/ 803 h 803"/>
                <a:gd name="T10" fmla="*/ 244 w 803"/>
                <a:gd name="T11" fmla="*/ 772 h 803"/>
                <a:gd name="T12" fmla="*/ 117 w 803"/>
                <a:gd name="T13" fmla="*/ 686 h 803"/>
                <a:gd name="T14" fmla="*/ 31 w 803"/>
                <a:gd name="T15" fmla="*/ 558 h 803"/>
                <a:gd name="T16" fmla="*/ 0 w 803"/>
                <a:gd name="T17" fmla="*/ 402 h 803"/>
                <a:gd name="T18" fmla="*/ 31 w 803"/>
                <a:gd name="T19" fmla="*/ 245 h 803"/>
                <a:gd name="T20" fmla="*/ 117 w 803"/>
                <a:gd name="T21" fmla="*/ 117 h 803"/>
                <a:gd name="T22" fmla="*/ 244 w 803"/>
                <a:gd name="T23" fmla="*/ 32 h 803"/>
                <a:gd name="T24" fmla="*/ 401 w 803"/>
                <a:gd name="T25" fmla="*/ 0 h 803"/>
                <a:gd name="T26" fmla="*/ 558 w 803"/>
                <a:gd name="T27" fmla="*/ 32 h 803"/>
                <a:gd name="T28" fmla="*/ 686 w 803"/>
                <a:gd name="T29" fmla="*/ 117 h 803"/>
                <a:gd name="T30" fmla="*/ 771 w 803"/>
                <a:gd name="T31" fmla="*/ 245 h 803"/>
                <a:gd name="T32" fmla="*/ 803 w 803"/>
                <a:gd name="T33" fmla="*/ 402 h 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3" h="803">
                  <a:moveTo>
                    <a:pt x="803" y="402"/>
                  </a:moveTo>
                  <a:lnTo>
                    <a:pt x="771" y="558"/>
                  </a:lnTo>
                  <a:lnTo>
                    <a:pt x="686" y="686"/>
                  </a:lnTo>
                  <a:lnTo>
                    <a:pt x="558" y="772"/>
                  </a:lnTo>
                  <a:lnTo>
                    <a:pt x="401" y="803"/>
                  </a:lnTo>
                  <a:lnTo>
                    <a:pt x="244" y="772"/>
                  </a:lnTo>
                  <a:lnTo>
                    <a:pt x="117" y="686"/>
                  </a:lnTo>
                  <a:lnTo>
                    <a:pt x="31" y="558"/>
                  </a:lnTo>
                  <a:lnTo>
                    <a:pt x="0" y="402"/>
                  </a:lnTo>
                  <a:lnTo>
                    <a:pt x="31" y="245"/>
                  </a:lnTo>
                  <a:lnTo>
                    <a:pt x="117" y="117"/>
                  </a:lnTo>
                  <a:lnTo>
                    <a:pt x="244" y="32"/>
                  </a:lnTo>
                  <a:lnTo>
                    <a:pt x="401" y="0"/>
                  </a:lnTo>
                  <a:lnTo>
                    <a:pt x="558" y="32"/>
                  </a:lnTo>
                  <a:lnTo>
                    <a:pt x="686" y="117"/>
                  </a:lnTo>
                  <a:lnTo>
                    <a:pt x="771" y="245"/>
                  </a:lnTo>
                  <a:lnTo>
                    <a:pt x="803" y="402"/>
                  </a:lnTo>
                </a:path>
              </a:pathLst>
            </a:custGeom>
            <a:noFill/>
            <a:ln w="1270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Rectangle 98">
              <a:extLst>
                <a:ext uri="{FF2B5EF4-FFF2-40B4-BE49-F238E27FC236}">
                  <a16:creationId xmlns:a16="http://schemas.microsoft.com/office/drawing/2014/main" id="{29DF054A-00D3-6AD5-FF5F-E449F5D0E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" y="3593"/>
              <a:ext cx="12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q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6" name="Rectangle 99">
              <a:extLst>
                <a:ext uri="{FF2B5EF4-FFF2-40B4-BE49-F238E27FC236}">
                  <a16:creationId xmlns:a16="http://schemas.microsoft.com/office/drawing/2014/main" id="{BBF4EBF5-5647-C8E9-57E4-EF071FB80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3643"/>
              <a:ext cx="107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r7" panose="020B0500000000000000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7" name="Rectangle 100">
              <a:extLst>
                <a:ext uri="{FF2B5EF4-FFF2-40B4-BE49-F238E27FC236}">
                  <a16:creationId xmlns:a16="http://schemas.microsoft.com/office/drawing/2014/main" id="{DAC607E4-9315-712F-E554-B7A3626EA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3593"/>
              <a:ext cx="106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;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8" name="Rectangle 101">
              <a:extLst>
                <a:ext uri="{FF2B5EF4-FFF2-40B4-BE49-F238E27FC236}">
                  <a16:creationId xmlns:a16="http://schemas.microsoft.com/office/drawing/2014/main" id="{B3A3922B-0CF7-D920-BA65-52B0F8804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3593"/>
              <a:ext cx="12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9" name="Rectangle 102">
              <a:extLst>
                <a:ext uri="{FF2B5EF4-FFF2-40B4-BE49-F238E27FC236}">
                  <a16:creationId xmlns:a16="http://schemas.microsoft.com/office/drawing/2014/main" id="{579C66B4-A947-356A-340B-81F0D5A5B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2" y="3643"/>
              <a:ext cx="107" cy="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r7" panose="020B0500000000000000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1" name="Freeform 104">
              <a:extLst>
                <a:ext uri="{FF2B5EF4-FFF2-40B4-BE49-F238E27FC236}">
                  <a16:creationId xmlns:a16="http://schemas.microsoft.com/office/drawing/2014/main" id="{B162D53D-779C-BA3E-ECF5-36AE83F1FF6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44" y="2506"/>
              <a:ext cx="897" cy="886"/>
            </a:xfrm>
            <a:custGeom>
              <a:avLst/>
              <a:gdLst>
                <a:gd name="T0" fmla="*/ 0 w 1387"/>
                <a:gd name="T1" fmla="*/ 1369 h 1369"/>
                <a:gd name="T2" fmla="*/ 249 w 1387"/>
                <a:gd name="T3" fmla="*/ 1243 h 1369"/>
                <a:gd name="T4" fmla="*/ 470 w 1387"/>
                <a:gd name="T5" fmla="*/ 1110 h 1369"/>
                <a:gd name="T6" fmla="*/ 666 w 1387"/>
                <a:gd name="T7" fmla="*/ 968 h 1369"/>
                <a:gd name="T8" fmla="*/ 841 w 1387"/>
                <a:gd name="T9" fmla="*/ 812 h 1369"/>
                <a:gd name="T10" fmla="*/ 997 w 1387"/>
                <a:gd name="T11" fmla="*/ 640 h 1369"/>
                <a:gd name="T12" fmla="*/ 1138 w 1387"/>
                <a:gd name="T13" fmla="*/ 450 h 1369"/>
                <a:gd name="T14" fmla="*/ 1267 w 1387"/>
                <a:gd name="T15" fmla="*/ 237 h 1369"/>
                <a:gd name="T16" fmla="*/ 1387 w 1387"/>
                <a:gd name="T17" fmla="*/ 0 h 1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87" h="1369">
                  <a:moveTo>
                    <a:pt x="0" y="1369"/>
                  </a:moveTo>
                  <a:lnTo>
                    <a:pt x="249" y="1243"/>
                  </a:lnTo>
                  <a:lnTo>
                    <a:pt x="470" y="1110"/>
                  </a:lnTo>
                  <a:lnTo>
                    <a:pt x="666" y="968"/>
                  </a:lnTo>
                  <a:lnTo>
                    <a:pt x="841" y="812"/>
                  </a:lnTo>
                  <a:lnTo>
                    <a:pt x="997" y="640"/>
                  </a:lnTo>
                  <a:lnTo>
                    <a:pt x="1138" y="450"/>
                  </a:lnTo>
                  <a:lnTo>
                    <a:pt x="1267" y="237"/>
                  </a:lnTo>
                  <a:lnTo>
                    <a:pt x="1387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105">
              <a:extLst>
                <a:ext uri="{FF2B5EF4-FFF2-40B4-BE49-F238E27FC236}">
                  <a16:creationId xmlns:a16="http://schemas.microsoft.com/office/drawing/2014/main" id="{46161861-4AF9-9B30-4FD7-2E3EECB75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" y="3357"/>
              <a:ext cx="32" cy="44"/>
            </a:xfrm>
            <a:custGeom>
              <a:avLst/>
              <a:gdLst>
                <a:gd name="T0" fmla="*/ 32 w 32"/>
                <a:gd name="T1" fmla="*/ 44 h 44"/>
                <a:gd name="T2" fmla="*/ 30 w 32"/>
                <a:gd name="T3" fmla="*/ 0 h 44"/>
                <a:gd name="T4" fmla="*/ 20 w 32"/>
                <a:gd name="T5" fmla="*/ 18 h 44"/>
                <a:gd name="T6" fmla="*/ 0 w 32"/>
                <a:gd name="T7" fmla="*/ 14 h 44"/>
                <a:gd name="T8" fmla="*/ 32 w 32"/>
                <a:gd name="T9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32" y="44"/>
                  </a:moveTo>
                  <a:lnTo>
                    <a:pt x="30" y="0"/>
                  </a:lnTo>
                  <a:lnTo>
                    <a:pt x="20" y="18"/>
                  </a:lnTo>
                  <a:lnTo>
                    <a:pt x="0" y="14"/>
                  </a:lnTo>
                  <a:lnTo>
                    <a:pt x="32" y="44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106">
              <a:extLst>
                <a:ext uri="{FF2B5EF4-FFF2-40B4-BE49-F238E27FC236}">
                  <a16:creationId xmlns:a16="http://schemas.microsoft.com/office/drawing/2014/main" id="{F575873C-C2C1-D9F6-FF03-AA4568A5B40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13" y="3357"/>
              <a:ext cx="32" cy="44"/>
            </a:xfrm>
            <a:custGeom>
              <a:avLst/>
              <a:gdLst>
                <a:gd name="T0" fmla="*/ 50 w 50"/>
                <a:gd name="T1" fmla="*/ 0 h 69"/>
                <a:gd name="T2" fmla="*/ 47 w 50"/>
                <a:gd name="T3" fmla="*/ 69 h 69"/>
                <a:gd name="T4" fmla="*/ 31 w 50"/>
                <a:gd name="T5" fmla="*/ 41 h 69"/>
                <a:gd name="T6" fmla="*/ 0 w 50"/>
                <a:gd name="T7" fmla="*/ 47 h 69"/>
                <a:gd name="T8" fmla="*/ 50 w 50"/>
                <a:gd name="T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9">
                  <a:moveTo>
                    <a:pt x="50" y="0"/>
                  </a:moveTo>
                  <a:lnTo>
                    <a:pt x="47" y="69"/>
                  </a:lnTo>
                  <a:lnTo>
                    <a:pt x="31" y="41"/>
                  </a:lnTo>
                  <a:lnTo>
                    <a:pt x="0" y="47"/>
                  </a:lnTo>
                  <a:lnTo>
                    <a:pt x="5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Rectangle 107">
              <a:extLst>
                <a:ext uri="{FF2B5EF4-FFF2-40B4-BE49-F238E27FC236}">
                  <a16:creationId xmlns:a16="http://schemas.microsoft.com/office/drawing/2014/main" id="{9D1B8C16-A2EA-2A22-D0F2-77B8B68EC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2817"/>
              <a:ext cx="170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5" name="Freeform 108">
              <a:extLst>
                <a:ext uri="{FF2B5EF4-FFF2-40B4-BE49-F238E27FC236}">
                  <a16:creationId xmlns:a16="http://schemas.microsoft.com/office/drawing/2014/main" id="{A058762C-7D84-16C2-B44A-36A70E60A28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27" y="2657"/>
              <a:ext cx="898" cy="886"/>
            </a:xfrm>
            <a:custGeom>
              <a:avLst/>
              <a:gdLst>
                <a:gd name="T0" fmla="*/ 1388 w 1388"/>
                <a:gd name="T1" fmla="*/ 0 h 1369"/>
                <a:gd name="T2" fmla="*/ 1138 w 1388"/>
                <a:gd name="T3" fmla="*/ 126 h 1369"/>
                <a:gd name="T4" fmla="*/ 917 w 1388"/>
                <a:gd name="T5" fmla="*/ 259 h 1369"/>
                <a:gd name="T6" fmla="*/ 721 w 1388"/>
                <a:gd name="T7" fmla="*/ 401 h 1369"/>
                <a:gd name="T8" fmla="*/ 546 w 1388"/>
                <a:gd name="T9" fmla="*/ 557 h 1369"/>
                <a:gd name="T10" fmla="*/ 390 w 1388"/>
                <a:gd name="T11" fmla="*/ 729 h 1369"/>
                <a:gd name="T12" fmla="*/ 249 w 1388"/>
                <a:gd name="T13" fmla="*/ 919 h 1369"/>
                <a:gd name="T14" fmla="*/ 120 w 1388"/>
                <a:gd name="T15" fmla="*/ 1132 h 1369"/>
                <a:gd name="T16" fmla="*/ 0 w 1388"/>
                <a:gd name="T17" fmla="*/ 1369 h 1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88" h="1369">
                  <a:moveTo>
                    <a:pt x="1388" y="0"/>
                  </a:moveTo>
                  <a:lnTo>
                    <a:pt x="1138" y="126"/>
                  </a:lnTo>
                  <a:lnTo>
                    <a:pt x="917" y="259"/>
                  </a:lnTo>
                  <a:lnTo>
                    <a:pt x="721" y="401"/>
                  </a:lnTo>
                  <a:lnTo>
                    <a:pt x="546" y="557"/>
                  </a:lnTo>
                  <a:lnTo>
                    <a:pt x="390" y="729"/>
                  </a:lnTo>
                  <a:lnTo>
                    <a:pt x="249" y="919"/>
                  </a:lnTo>
                  <a:lnTo>
                    <a:pt x="120" y="1132"/>
                  </a:lnTo>
                  <a:lnTo>
                    <a:pt x="0" y="136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Freeform 109">
              <a:extLst>
                <a:ext uri="{FF2B5EF4-FFF2-40B4-BE49-F238E27FC236}">
                  <a16:creationId xmlns:a16="http://schemas.microsoft.com/office/drawing/2014/main" id="{2F8DD30A-79DA-2BB0-FD42-B8633FB06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2648"/>
              <a:ext cx="33" cy="45"/>
            </a:xfrm>
            <a:custGeom>
              <a:avLst/>
              <a:gdLst>
                <a:gd name="T0" fmla="*/ 0 w 33"/>
                <a:gd name="T1" fmla="*/ 0 h 45"/>
                <a:gd name="T2" fmla="*/ 2 w 33"/>
                <a:gd name="T3" fmla="*/ 45 h 45"/>
                <a:gd name="T4" fmla="*/ 12 w 33"/>
                <a:gd name="T5" fmla="*/ 27 h 45"/>
                <a:gd name="T6" fmla="*/ 33 w 33"/>
                <a:gd name="T7" fmla="*/ 30 h 45"/>
                <a:gd name="T8" fmla="*/ 0 w 33"/>
                <a:gd name="T9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5">
                  <a:moveTo>
                    <a:pt x="0" y="0"/>
                  </a:moveTo>
                  <a:lnTo>
                    <a:pt x="2" y="45"/>
                  </a:lnTo>
                  <a:lnTo>
                    <a:pt x="12" y="27"/>
                  </a:lnTo>
                  <a:lnTo>
                    <a:pt x="33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Freeform 110">
              <a:extLst>
                <a:ext uri="{FF2B5EF4-FFF2-40B4-BE49-F238E27FC236}">
                  <a16:creationId xmlns:a16="http://schemas.microsoft.com/office/drawing/2014/main" id="{36D6C499-9DD2-5AC7-C8CC-F6F3617D2F4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23" y="2648"/>
              <a:ext cx="33" cy="45"/>
            </a:xfrm>
            <a:custGeom>
              <a:avLst/>
              <a:gdLst>
                <a:gd name="T0" fmla="*/ 0 w 51"/>
                <a:gd name="T1" fmla="*/ 69 h 69"/>
                <a:gd name="T2" fmla="*/ 4 w 51"/>
                <a:gd name="T3" fmla="*/ 0 h 69"/>
                <a:gd name="T4" fmla="*/ 19 w 51"/>
                <a:gd name="T5" fmla="*/ 28 h 69"/>
                <a:gd name="T6" fmla="*/ 51 w 51"/>
                <a:gd name="T7" fmla="*/ 22 h 69"/>
                <a:gd name="T8" fmla="*/ 0 w 51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69">
                  <a:moveTo>
                    <a:pt x="0" y="69"/>
                  </a:moveTo>
                  <a:lnTo>
                    <a:pt x="4" y="0"/>
                  </a:lnTo>
                  <a:lnTo>
                    <a:pt x="19" y="28"/>
                  </a:lnTo>
                  <a:lnTo>
                    <a:pt x="51" y="22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Rectangle 111">
              <a:extLst>
                <a:ext uri="{FF2B5EF4-FFF2-40B4-BE49-F238E27FC236}">
                  <a16:creationId xmlns:a16="http://schemas.microsoft.com/office/drawing/2014/main" id="{760DDA46-661E-587C-651C-0F026CB0E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4" y="3126"/>
              <a:ext cx="170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algn="l" rtl="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mmi10" panose="020B0500000000000000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61" name="Rectangle 60"/>
          <p:cNvSpPr/>
          <p:nvPr/>
        </p:nvSpPr>
        <p:spPr>
          <a:xfrm>
            <a:off x="388095" y="3357879"/>
            <a:ext cx="2869455" cy="2858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74" y="-391847"/>
            <a:ext cx="8839200" cy="1143000"/>
          </a:xfrm>
        </p:spPr>
        <p:txBody>
          <a:bodyPr>
            <a:normAutofit/>
          </a:bodyPr>
          <a:lstStyle/>
          <a:p>
            <a:r>
              <a:rPr lang="he-IL" sz="3200" dirty="0">
                <a:latin typeface="Gisha" panose="020B0502040204020203" pitchFamily="34" charset="-79"/>
                <a:cs typeface="Gisha" panose="020B0502040204020203" pitchFamily="34" charset="-79"/>
              </a:rPr>
              <a:t>עוד 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30 יולי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61</a:t>
            </a:fld>
            <a:endParaRPr lang="he-IL"/>
          </a:p>
        </p:txBody>
      </p:sp>
      <p:pic>
        <p:nvPicPr>
          <p:cNvPr id="6" name="Picture 5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1784760" y="1450606"/>
            <a:ext cx="2054406" cy="814881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077" dir="2700883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 rot="2327027">
                <a:off x="1264070" y="3563683"/>
                <a:ext cx="671047" cy="690518"/>
              </a:xfrm>
              <a:prstGeom prst="ellipse">
                <a:avLst/>
              </a:prstGeom>
              <a:noFill/>
              <a:ln w="57150" cmpd="dbl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7027">
                <a:off x="1264070" y="3563683"/>
                <a:ext cx="671047" cy="690518"/>
              </a:xfrm>
              <a:prstGeom prst="ellipse">
                <a:avLst/>
              </a:prstGeom>
              <a:blipFill>
                <a:blip r:embed="rId5"/>
                <a:stretch>
                  <a:fillRect l="-826"/>
                </a:stretch>
              </a:blipFill>
              <a:ln w="57150" cmpd="dbl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 rot="2327027">
                <a:off x="2390728" y="4469014"/>
                <a:ext cx="671047" cy="69051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i="1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7027">
                <a:off x="2390728" y="4469014"/>
                <a:ext cx="671047" cy="690518"/>
              </a:xfrm>
              <a:prstGeom prst="ellipse">
                <a:avLst/>
              </a:prstGeom>
              <a:blipFill>
                <a:blip r:embed="rId6"/>
                <a:stretch>
                  <a:fillRect l="-344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12" idx="2"/>
            <a:endCxn id="11" idx="6"/>
          </p:cNvCxnSpPr>
          <p:nvPr/>
        </p:nvCxnSpPr>
        <p:spPr>
          <a:xfrm rot="2327027" flipH="1">
            <a:off x="1775780" y="4361608"/>
            <a:ext cx="77428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rot="2327027">
                <a:off x="2152073" y="4070485"/>
                <a:ext cx="268869" cy="25745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7027">
                <a:off x="2152073" y="4070485"/>
                <a:ext cx="268869" cy="257451"/>
              </a:xfrm>
              <a:prstGeom prst="rect">
                <a:avLst/>
              </a:prstGeom>
              <a:blipFill>
                <a:blip r:embed="rId7"/>
                <a:stretch>
                  <a:fillRect l="-9677" r="-1613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/>
              <p:cNvSpPr/>
              <p:nvPr/>
            </p:nvSpPr>
            <p:spPr>
              <a:xfrm rot="2327027">
                <a:off x="476894" y="4525229"/>
                <a:ext cx="671047" cy="69051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6" name="Oval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7027">
                <a:off x="476894" y="4525229"/>
                <a:ext cx="671047" cy="690518"/>
              </a:xfrm>
              <a:prstGeom prst="ellipse">
                <a:avLst/>
              </a:prstGeom>
              <a:blipFill>
                <a:blip r:embed="rId8"/>
                <a:stretch>
                  <a:fillRect l="-347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rot="2327027" flipH="1" flipV="1">
            <a:off x="1394555" y="4421777"/>
            <a:ext cx="999864" cy="80302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 rot="2327027">
                <a:off x="1928530" y="4672880"/>
                <a:ext cx="268869" cy="25745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7027">
                <a:off x="1928530" y="4672880"/>
                <a:ext cx="268869" cy="257451"/>
              </a:xfrm>
              <a:prstGeom prst="rect">
                <a:avLst/>
              </a:prstGeom>
              <a:blipFill>
                <a:blip r:embed="rId9"/>
                <a:stretch>
                  <a:fillRect l="-9677" r="-161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stCxn id="16" idx="6"/>
          </p:cNvCxnSpPr>
          <p:nvPr/>
        </p:nvCxnSpPr>
        <p:spPr>
          <a:xfrm rot="2327027">
            <a:off x="988604" y="5323154"/>
            <a:ext cx="77428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 rot="2327027">
                <a:off x="1315803" y="5056106"/>
                <a:ext cx="268869" cy="25745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7027">
                <a:off x="1315803" y="5056106"/>
                <a:ext cx="268869" cy="257451"/>
              </a:xfrm>
              <a:prstGeom prst="rect">
                <a:avLst/>
              </a:prstGeom>
              <a:blipFill>
                <a:blip r:embed="rId10"/>
                <a:stretch>
                  <a:fillRect l="-967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 rot="2327027" flipH="1" flipV="1">
            <a:off x="1137387" y="4444117"/>
            <a:ext cx="999864" cy="80302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rot="2327027">
                <a:off x="1340302" y="4586261"/>
                <a:ext cx="268869" cy="25745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7027">
                <a:off x="1340302" y="4586261"/>
                <a:ext cx="268869" cy="257451"/>
              </a:xfrm>
              <a:prstGeom prst="rect">
                <a:avLst/>
              </a:prstGeom>
              <a:blipFill>
                <a:blip r:embed="rId11"/>
                <a:stretch>
                  <a:fillRect l="-967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 rot="2327027">
            <a:off x="1179029" y="3633214"/>
            <a:ext cx="154857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1109" y="6274852"/>
            <a:ext cx="187262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עבור החיתוך</a:t>
            </a:r>
          </a:p>
        </p:txBody>
      </p:sp>
      <p:sp>
        <p:nvSpPr>
          <p:cNvPr id="9" name="Oval 8"/>
          <p:cNvSpPr/>
          <p:nvPr/>
        </p:nvSpPr>
        <p:spPr>
          <a:xfrm>
            <a:off x="4991819" y="3357879"/>
            <a:ext cx="838200" cy="838200"/>
          </a:xfrm>
          <a:prstGeom prst="ellipse">
            <a:avLst/>
          </a:prstGeom>
          <a:noFill/>
          <a:ln cmpd="dbl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973019" y="5378335"/>
            <a:ext cx="838200" cy="838200"/>
          </a:xfrm>
          <a:prstGeom prst="ellipse">
            <a:avLst/>
          </a:prstGeom>
          <a:noFill/>
          <a:ln cmpd="dbl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61847" y="6337611"/>
            <a:ext cx="203132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GNBA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עבור החיתוך</a:t>
            </a:r>
          </a:p>
        </p:txBody>
      </p:sp>
      <p:sp>
        <p:nvSpPr>
          <p:cNvPr id="32" name="Oval 31"/>
          <p:cNvSpPr/>
          <p:nvPr/>
        </p:nvSpPr>
        <p:spPr>
          <a:xfrm>
            <a:off x="5012337" y="5409879"/>
            <a:ext cx="789974" cy="81289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973019" y="3386797"/>
            <a:ext cx="825876" cy="84984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343400" y="1083901"/>
            <a:ext cx="1286421" cy="1735499"/>
            <a:chOff x="6212885" y="1208166"/>
            <a:chExt cx="1286421" cy="1735499"/>
          </a:xfrm>
        </p:grpSpPr>
        <p:sp>
          <p:nvSpPr>
            <p:cNvPr id="34" name="Rectangle 33"/>
            <p:cNvSpPr/>
            <p:nvPr/>
          </p:nvSpPr>
          <p:spPr>
            <a:xfrm>
              <a:off x="6280106" y="1208166"/>
              <a:ext cx="1219200" cy="17354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/>
                <p:cNvSpPr/>
                <p:nvPr/>
              </p:nvSpPr>
              <p:spPr>
                <a:xfrm>
                  <a:off x="6611451" y="2310329"/>
                  <a:ext cx="525792" cy="51926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Oval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451" y="2310329"/>
                  <a:ext cx="525792" cy="519260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/>
                <p:cNvSpPr/>
                <p:nvPr/>
              </p:nvSpPr>
              <p:spPr>
                <a:xfrm>
                  <a:off x="6643656" y="1457351"/>
                  <a:ext cx="460716" cy="454992"/>
                </a:xfrm>
                <a:prstGeom prst="ellipse">
                  <a:avLst/>
                </a:prstGeom>
                <a:solidFill>
                  <a:srgbClr val="FFFAC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Oval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3656" y="1457351"/>
                  <a:ext cx="460716" cy="454992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/>
                <p:cNvSpPr/>
                <p:nvPr/>
              </p:nvSpPr>
              <p:spPr>
                <a:xfrm>
                  <a:off x="6644045" y="2346864"/>
                  <a:ext cx="460716" cy="454992"/>
                </a:xfrm>
                <a:prstGeom prst="ellipse">
                  <a:avLst/>
                </a:prstGeom>
                <a:solidFill>
                  <a:srgbClr val="FFFAC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Oval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4045" y="2346864"/>
                  <a:ext cx="460716" cy="454992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Freeform 37"/>
            <p:cNvSpPr/>
            <p:nvPr/>
          </p:nvSpPr>
          <p:spPr>
            <a:xfrm rot="16475990">
              <a:off x="6261112" y="2076547"/>
              <a:ext cx="664234" cy="100136"/>
            </a:xfrm>
            <a:custGeom>
              <a:avLst/>
              <a:gdLst>
                <a:gd name="connsiteX0" fmla="*/ 0 w 664234"/>
                <a:gd name="connsiteY0" fmla="*/ 100136 h 100136"/>
                <a:gd name="connsiteX1" fmla="*/ 241540 w 664234"/>
                <a:gd name="connsiteY1" fmla="*/ 13871 h 100136"/>
                <a:gd name="connsiteX2" fmla="*/ 422694 w 664234"/>
                <a:gd name="connsiteY2" fmla="*/ 5245 h 100136"/>
                <a:gd name="connsiteX3" fmla="*/ 664234 w 664234"/>
                <a:gd name="connsiteY3" fmla="*/ 65630 h 10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4234" h="100136">
                  <a:moveTo>
                    <a:pt x="0" y="100136"/>
                  </a:moveTo>
                  <a:cubicBezTo>
                    <a:pt x="85545" y="64911"/>
                    <a:pt x="171091" y="29686"/>
                    <a:pt x="241540" y="13871"/>
                  </a:cubicBezTo>
                  <a:cubicBezTo>
                    <a:pt x="311989" y="-1944"/>
                    <a:pt x="352245" y="-3381"/>
                    <a:pt x="422694" y="5245"/>
                  </a:cubicBezTo>
                  <a:cubicBezTo>
                    <a:pt x="493143" y="13871"/>
                    <a:pt x="578688" y="39750"/>
                    <a:pt x="664234" y="6563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type="none" w="med" len="me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 rot="16200000" flipH="1" flipV="1">
              <a:off x="6836235" y="2081499"/>
              <a:ext cx="664234" cy="100136"/>
            </a:xfrm>
            <a:custGeom>
              <a:avLst/>
              <a:gdLst>
                <a:gd name="connsiteX0" fmla="*/ 0 w 664234"/>
                <a:gd name="connsiteY0" fmla="*/ 100136 h 100136"/>
                <a:gd name="connsiteX1" fmla="*/ 241540 w 664234"/>
                <a:gd name="connsiteY1" fmla="*/ 13871 h 100136"/>
                <a:gd name="connsiteX2" fmla="*/ 422694 w 664234"/>
                <a:gd name="connsiteY2" fmla="*/ 5245 h 100136"/>
                <a:gd name="connsiteX3" fmla="*/ 664234 w 664234"/>
                <a:gd name="connsiteY3" fmla="*/ 65630 h 10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4234" h="100136">
                  <a:moveTo>
                    <a:pt x="0" y="100136"/>
                  </a:moveTo>
                  <a:cubicBezTo>
                    <a:pt x="85545" y="64911"/>
                    <a:pt x="171091" y="29686"/>
                    <a:pt x="241540" y="13871"/>
                  </a:cubicBezTo>
                  <a:cubicBezTo>
                    <a:pt x="311989" y="-1944"/>
                    <a:pt x="352245" y="-3381"/>
                    <a:pt x="422694" y="5245"/>
                  </a:cubicBezTo>
                  <a:cubicBezTo>
                    <a:pt x="493143" y="13871"/>
                    <a:pt x="578688" y="39750"/>
                    <a:pt x="664234" y="65630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headEnd type="none" w="med" len="me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7212634" y="1912223"/>
                  <a:ext cx="24237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2634" y="1912223"/>
                  <a:ext cx="242374" cy="400110"/>
                </a:xfrm>
                <a:prstGeom prst="rect">
                  <a:avLst/>
                </a:prstGeom>
                <a:blipFill>
                  <a:blip r:embed="rId16"/>
                  <a:stretch>
                    <a:fillRect r="-43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6212885" y="1957839"/>
                  <a:ext cx="24237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sz="2000"/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2885" y="1957839"/>
                  <a:ext cx="242374" cy="400110"/>
                </a:xfrm>
                <a:prstGeom prst="rect">
                  <a:avLst/>
                </a:prstGeom>
                <a:blipFill>
                  <a:blip r:embed="rId17"/>
                  <a:stretch>
                    <a:fillRect r="-43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/>
            <p:cNvCxnSpPr>
              <a:endCxn id="36" idx="0"/>
            </p:cNvCxnSpPr>
            <p:nvPr/>
          </p:nvCxnSpPr>
          <p:spPr>
            <a:xfrm flipH="1">
              <a:off x="6874014" y="1251300"/>
              <a:ext cx="7066" cy="20605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stealth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980172" y="1638496"/>
                <a:ext cx="2359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172" y="1638496"/>
                <a:ext cx="235962" cy="369332"/>
              </a:xfrm>
              <a:prstGeom prst="rect">
                <a:avLst/>
              </a:prstGeom>
              <a:blipFill>
                <a:blip r:embed="rId18"/>
                <a:stretch>
                  <a:fillRect r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/>
          <p:cNvCxnSpPr/>
          <p:nvPr/>
        </p:nvCxnSpPr>
        <p:spPr>
          <a:xfrm flipH="1">
            <a:off x="3505201" y="4830781"/>
            <a:ext cx="1008339" cy="12362"/>
          </a:xfrm>
          <a:prstGeom prst="straightConnector1">
            <a:avLst/>
          </a:prstGeom>
          <a:noFill/>
          <a:ln w="5715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Freeform 43"/>
          <p:cNvSpPr/>
          <p:nvPr/>
        </p:nvSpPr>
        <p:spPr>
          <a:xfrm>
            <a:off x="5810250" y="1924050"/>
            <a:ext cx="2952750" cy="2876550"/>
          </a:xfrm>
          <a:custGeom>
            <a:avLst/>
            <a:gdLst>
              <a:gd name="connsiteX0" fmla="*/ 0 w 2952750"/>
              <a:gd name="connsiteY0" fmla="*/ 9525 h 2876550"/>
              <a:gd name="connsiteX1" fmla="*/ 2952750 w 2952750"/>
              <a:gd name="connsiteY1" fmla="*/ 0 h 2876550"/>
              <a:gd name="connsiteX2" fmla="*/ 2943225 w 2952750"/>
              <a:gd name="connsiteY2" fmla="*/ 2876550 h 2876550"/>
              <a:gd name="connsiteX3" fmla="*/ 2476500 w 2952750"/>
              <a:gd name="connsiteY3" fmla="*/ 2867025 h 287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2750" h="2876550">
                <a:moveTo>
                  <a:pt x="0" y="9525"/>
                </a:moveTo>
                <a:lnTo>
                  <a:pt x="2952750" y="0"/>
                </a:lnTo>
                <a:lnTo>
                  <a:pt x="2943225" y="2876550"/>
                </a:lnTo>
                <a:lnTo>
                  <a:pt x="2476500" y="2867025"/>
                </a:lnTo>
              </a:path>
            </a:pathLst>
          </a:custGeom>
          <a:noFill/>
          <a:ln w="57150">
            <a:solidFill>
              <a:schemeClr val="accent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/>
              <p:cNvSpPr/>
              <p:nvPr/>
            </p:nvSpPr>
            <p:spPr>
              <a:xfrm rot="2327027">
                <a:off x="1577593" y="5448012"/>
                <a:ext cx="671047" cy="69051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9" name="Oval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327027">
                <a:off x="1577593" y="5448012"/>
                <a:ext cx="671047" cy="690518"/>
              </a:xfrm>
              <a:prstGeom prst="ellipse">
                <a:avLst/>
              </a:prstGeom>
              <a:blipFill>
                <a:blip r:embed="rId19"/>
                <a:stretch>
                  <a:fillRect l="-3448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8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סיכום עובדות לגבי אוטומטי 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 יולי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653988"/>
                <a:ext cx="8636000" cy="45720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48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בעלי יכולת ביטוי כמו ביטויים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-רגולריים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= שפות 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𝜔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  <a:p>
                <a:pPr>
                  <a:spcBef>
                    <a:spcPts val="48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סגורים תחת הפעולות: איחוד, השלמה,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חיתוך</a:t>
                </a:r>
              </a:p>
              <a:p>
                <a:pPr>
                  <a:spcBef>
                    <a:spcPts val="48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אוטומטי </a:t>
                </a:r>
                <a:r>
                  <a:rPr lang="en-US" err="1"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 דטרמיניסטים יכולים לבטא יותר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מאשר אוטומטי </a:t>
                </a:r>
                <a:r>
                  <a:rPr lang="en-US" err="1"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דטרמיניסטים</a:t>
                </a:r>
              </a:p>
              <a:p>
                <a:pPr>
                  <a:spcBef>
                    <a:spcPts val="48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בדיקת רֵיקוּת = בדיקה אם קיים מצב נגיש מקבל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שניתן לחזרה 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אפשר לחשב בזמן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𝒪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/>
                      </a:rPr>
                      <m:t>|</m:t>
                    </m:r>
                    <m:r>
                      <a:rPr lang="en-US" b="0" i="1" dirty="0" smtClean="0">
                        <a:latin typeface="Cambria Math"/>
                      </a:rPr>
                      <m:t>𝒜</m:t>
                    </m:r>
                    <m:r>
                      <a:rPr lang="en-US" b="0" i="1" dirty="0" smtClean="0">
                        <a:latin typeface="Cambria Math"/>
                      </a:rPr>
                      <m:t>|)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653988"/>
                <a:ext cx="8636000" cy="4572000"/>
              </a:xfrm>
              <a:blipFill>
                <a:blip r:embed="rId2"/>
                <a:stretch>
                  <a:fillRect l="-1341" t="-1333" r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QQDGEKMFUVWYY57I" val="3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]      (s1)                         {$q_1$};&#10; \node[state]                   (s2)  [right=2 of s1]    {$q_2$};&#10; \node[state,accepting]    (s3)  [right=2 of s2]    {$q_3$};&#10;&#10;\path [transition]&#10;   (s1)  edge    node [above]  {$A$}                (s2)&#10;   (s1) edge [loop above] node [above] {$C$}   (s1)&#10;&#10;   (s2) edge node [above] {$B$} (s3)&#10;&#10;   (s3) edge [loop above] node [above] {$B$}   (s3)&#10;   (s3)  edge  [bend left=40]  node [below]  {$B$}                (s1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190"/>
  <p:tag name="PICTUREFILESIZE" val="1089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\begin{document}&#10;&#10;&#10;$$&#10;\frac{&#10;q_1 \xrightarrow{A}_1 q_1'    \hspace{.3cm}  \wedge \hspace{.3cm}  q_2 \xrightarrow{A}_2 q_2'&#10;}{&#10;\langle q_1,q_2 \rangle \xrightarrow{A} \langle q_1',q_2' \rangle&#10;}&#10;$$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111"/>
  <p:tag name="PICTUREFILESIZE" val="1704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\begin{document}&#10;&#10;&#10;$$&#10;\mathcal{F} = \{ F_1 \times Q_2 \colon F_1 \in \mathcal{F}_1 \} \cup \{ Q_1 \times F_2 \colon F_2 \in \mathcal{F}_2 \}&#10;$$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209"/>
  <p:tag name="PICTUREFILESIZE" val="131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]     (s0)                            {$q_0$};&#10; \node[state,accepting,draw=blue]    (s1)  [right=1 of s0]      {$q_1$};&#10;&#10;\path [transition]&#10;   (s0)  edge [bend left]    node [above]  {$A$}   (s1)&#10;   (s0)  edge [loop below]    node [below]  {$B$}   (s0)&#10;&#10;&#10;   (s1)  edge [bend left]    node [below]  {$B$}   (s0)&#10;   (s1)  edge [loop below]    node [below]  {$A$}   (s1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85"/>
  <p:tag name="PICTUREFILESIZE" val="834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,accepting, draw=red]     (s0)                            {$q_2$};&#10; \node[state]    (s1)  [right=1 of s0]      {$q_3$};&#10;&#10;\path [transition]&#10;   (s0)  edge [bend left]    node [above]  {$A$}   (s1)&#10;   (s0)  edge [loop below]    node [below]  {$B$}   (s0)&#10;&#10;&#10;   (s1)  edge [bend left]    node [below]  {$B$}   (s0)&#10;   (s1)  edge [loop below]    node [below]  {$A$}   (s1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85"/>
  <p:tag name="PICTUREFILESIZE" val="834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&#10; \node[state,initial left,accepting, draw=red]     (s02)   {$q_0,q_2$};&#10; \node[state]   (s03)   [right=2 of s02]    {$q_0,q_3$};&#10; \node[state]    (s12)  [below=2 of s02]   {$q_1,q_2$};&#10; \node[state,accepting, draw=blue]                   (s13)  [below=2 of s03]    {$q_1,q_3$};&#10;&#10;&#10;&#10;\path [transition]&#10;   (s02)  edge [loop above]    node [above]  {$B$}   (s02)&#10;   (s02)  edge [bend left] node [above]  {$A$}   (s13)&#10;&#10;   (s13)  edge [loop below]    node [below]  {$A$}   (s13)&#10;&#10;   (s13)  edge [bend left] node [below]  {$B$}   (s02)&#10;&#10;&#10;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136"/>
  <p:tag name="PICTUREFILESIZE" val="1935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initial left,accepting]    (s1)                            {$q_1$};&#10; \node[state]                                 (s2)  [right=1 of s1]      {$q_2$};&#10;&#10;\path [transition]&#10;   (s1)  edge [bend left]    node [above]  {$A$}   (s2)&#10;   (s2)  edge [bend left]    node [below]  {$A$}   (s1)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85"/>
  <p:tag name="PICTUREFILESIZE" val="682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7236</TotalTime>
  <Words>4177</Words>
  <Application>Microsoft Office PowerPoint</Application>
  <PresentationFormat>On-screen Show (4:3)</PresentationFormat>
  <Paragraphs>1071</Paragraphs>
  <Slides>62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7" baseType="lpstr">
      <vt:lpstr>Aharoni</vt:lpstr>
      <vt:lpstr>Arial</vt:lpstr>
      <vt:lpstr>Arial Rounded MT Bold</vt:lpstr>
      <vt:lpstr>Calibri</vt:lpstr>
      <vt:lpstr>Cambria Math</vt:lpstr>
      <vt:lpstr>cmmi10</vt:lpstr>
      <vt:lpstr>cmr10</vt:lpstr>
      <vt:lpstr>cmr7</vt:lpstr>
      <vt:lpstr>cmsy10</vt:lpstr>
      <vt:lpstr>Consolas</vt:lpstr>
      <vt:lpstr>Franklin Gothic Book</vt:lpstr>
      <vt:lpstr>Gisha</vt:lpstr>
      <vt:lpstr>Perpetua</vt:lpstr>
      <vt:lpstr>Wingdings 2</vt:lpstr>
      <vt:lpstr>Equity</vt:lpstr>
      <vt:lpstr>אוטומטי Büchi דטרמיניסטים ומוכללים</vt:lpstr>
      <vt:lpstr>ראשי פרקים</vt:lpstr>
      <vt:lpstr>תזכורת: אוטומט Büchi</vt:lpstr>
      <vt:lpstr>תזכורת: שפה של NBA</vt:lpstr>
      <vt:lpstr>תזכורת: NBA ושפות ω-רגולריות</vt:lpstr>
      <vt:lpstr>דוגמה: אוטומטים שקולים</vt:lpstr>
      <vt:lpstr>תנאי שקול לאי-רֵיקוּת השפה</vt:lpstr>
      <vt:lpstr>בדיקה אם שפת ה-ω של אוטומט ריקה</vt:lpstr>
      <vt:lpstr>אוטומט שאינו חוסם</vt:lpstr>
      <vt:lpstr>בלי הגבלת הכלליות:  נניח אוטומט שאינו חוסם</vt:lpstr>
      <vt:lpstr>ראשי פרקים</vt:lpstr>
      <vt:lpstr>תזכורת: אוטומט דֶּטֶרְמִינִיסְטִי ואוטומט שלם</vt:lpstr>
      <vt:lpstr>דוגמה של DBA לתכונת זמן ליניארי</vt:lpstr>
      <vt:lpstr>תזכורת: שקילות אומגה ⇍ שקילות סופית</vt:lpstr>
      <vt:lpstr>תזכורת: שקילות סופית  ⇍שקילות ω</vt:lpstr>
      <vt:lpstr>שקילות אוטומטים דטרמיניסטיים</vt:lpstr>
      <vt:lpstr>שקילות אוטומטים דטרמיניסטיים</vt:lpstr>
      <vt:lpstr>NBA יותר עשירים מ-DBA</vt:lpstr>
      <vt:lpstr>אוטומט לא דטרמיניסטי שלא ניתן לחקות באמצעות אוטומט דטרמיניסטי</vt:lpstr>
      <vt:lpstr>הוכחת הטענה מהשקף הקודם</vt:lpstr>
      <vt:lpstr>אותה ההוכחה במילים יותר פורמליות</vt:lpstr>
      <vt:lpstr>למה בניית אוטומט הַחֶזְקָה לא עובדת?</vt:lpstr>
      <vt:lpstr>למה בניית אוטומט הַחֶזְקָה לא עובדת?</vt:lpstr>
      <vt:lpstr>למה בניית אוטומט הַחֶזְקָה לא עובדת?</vt:lpstr>
      <vt:lpstr>למה בניית אוטומט הַחֶזְקָה לא עובדת?</vt:lpstr>
      <vt:lpstr>למה בניית אוטומט הַחֶזְקָה לא עובדת?</vt:lpstr>
      <vt:lpstr>למה בניית אוטומט הַחֶזְקָה לא עובדת?</vt:lpstr>
      <vt:lpstr>דוגמה לצורך אמיתי באוטומט לא דטרמיניסטי: הגדרת תכונה סבירה</vt:lpstr>
      <vt:lpstr>ראשי פרקים</vt:lpstr>
      <vt:lpstr>אוטומטי Büchi מוכללים</vt:lpstr>
      <vt:lpstr>מוטיבציה: אוטומט לחיתוך שפות בעיה עם אוטומטי מַכְפֵּלָה</vt:lpstr>
      <vt:lpstr>מוטיבציה: אוטומט לחיתוך שפות בעיה עם אוטומטי מַכְפֵּלָה</vt:lpstr>
      <vt:lpstr>מוטיבציה: אוטומט לחיתוך שפות בעיה עם אוטומטי מַכְפֵּלָה</vt:lpstr>
      <vt:lpstr>מוטיבציה: אוטומט לחיתוך שפות בעיה עם אוטומטי מַכְפֵּלָה</vt:lpstr>
      <vt:lpstr>מוטיבציה: אוטומט לחיתוך שפות בעיה עם אוטומטי מַכְפֵּלָה</vt:lpstr>
      <vt:lpstr>מוטיבציה: אוטומט לחיתוך שפות בעיה עם אוטומטי מַכְפֵּלָה</vt:lpstr>
      <vt:lpstr>מוטיבציה: אוטומט לחיתוך שפות בעיה עם אוטומטי מַכְפֵּלָה</vt:lpstr>
      <vt:lpstr>מוטיבציה: אוטומט לחיתוך שפות בעיה עם אוטומטי מַכְפֵּלָה</vt:lpstr>
      <vt:lpstr>הגדרה: אוטומט Büchi מוכללים</vt:lpstr>
      <vt:lpstr>שפה של GNBA</vt:lpstr>
      <vt:lpstr>הגדרה: שפה של GNBA</vt:lpstr>
      <vt:lpstr>הגדרה: שפה של GNBA</vt:lpstr>
      <vt:lpstr>דוגמה</vt:lpstr>
      <vt:lpstr>בנייה: אוטומט Büchi מוכלל לחיתוך בין שפות של אוטומטי Büchi  מוכללים</vt:lpstr>
      <vt:lpstr>דוגמה לחיתוך</vt:lpstr>
      <vt:lpstr>מ-GNBA ל-NBA</vt:lpstr>
      <vt:lpstr>לֶמָה מרכזית בהוכחה</vt:lpstr>
      <vt:lpstr>חידה?</vt:lpstr>
      <vt:lpstr>תרגום אוטומט GNBA לאוטומט NBA רעיון הבנייה</vt:lpstr>
      <vt:lpstr>דוגמה</vt:lpstr>
      <vt:lpstr>דוגמה</vt:lpstr>
      <vt:lpstr>דוגמה</vt:lpstr>
      <vt:lpstr>דוגמה</vt:lpstr>
      <vt:lpstr>דוגמה</vt:lpstr>
      <vt:lpstr>אפשרות אחרת</vt:lpstr>
      <vt:lpstr>תיאור מתמטי של הבניה</vt:lpstr>
      <vt:lpstr>דוגמה</vt:lpstr>
      <vt:lpstr>דוגמה</vt:lpstr>
      <vt:lpstr>דוגמה</vt:lpstr>
      <vt:lpstr>חיתוך</vt:lpstr>
      <vt:lpstr>עוד דוגמה</vt:lpstr>
      <vt:lpstr>סיכום עובדות לגבי אוטומטי Büchi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cp:lastPrinted>2012-01-17T10:56:34Z</cp:lastPrinted>
  <dcterms:created xsi:type="dcterms:W3CDTF">2009-09-27T20:49:26Z</dcterms:created>
  <dcterms:modified xsi:type="dcterms:W3CDTF">2025-07-30T14:49:02Z</dcterms:modified>
</cp:coreProperties>
</file>