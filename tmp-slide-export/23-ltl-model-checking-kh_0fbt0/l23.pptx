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embedTrueTypeFonts="1" saveSubsetFonts="1">
  <p:sldMasterIdLst>
    <p:sldMasterId id="2147483708" r:id="rId1"/>
  </p:sldMasterIdLst>
  <p:notesMasterIdLst>
    <p:notesMasterId r:id="rId62"/>
  </p:notesMasterIdLst>
  <p:handoutMasterIdLst>
    <p:handoutMasterId r:id="rId63"/>
  </p:handoutMasterIdLst>
  <p:sldIdLst>
    <p:sldId id="256" r:id="rId2"/>
    <p:sldId id="431" r:id="rId3"/>
    <p:sldId id="432" r:id="rId4"/>
    <p:sldId id="433" r:id="rId5"/>
    <p:sldId id="397" r:id="rId6"/>
    <p:sldId id="489" r:id="rId7"/>
    <p:sldId id="400" r:id="rId8"/>
    <p:sldId id="401" r:id="rId9"/>
    <p:sldId id="438" r:id="rId10"/>
    <p:sldId id="429" r:id="rId11"/>
    <p:sldId id="454" r:id="rId12"/>
    <p:sldId id="453" r:id="rId13"/>
    <p:sldId id="455" r:id="rId14"/>
    <p:sldId id="464" r:id="rId15"/>
    <p:sldId id="457" r:id="rId16"/>
    <p:sldId id="459" r:id="rId17"/>
    <p:sldId id="465" r:id="rId18"/>
    <p:sldId id="474" r:id="rId19"/>
    <p:sldId id="470" r:id="rId20"/>
    <p:sldId id="472" r:id="rId21"/>
    <p:sldId id="471" r:id="rId22"/>
    <p:sldId id="466" r:id="rId23"/>
    <p:sldId id="473" r:id="rId24"/>
    <p:sldId id="450" r:id="rId25"/>
    <p:sldId id="441" r:id="rId26"/>
    <p:sldId id="409" r:id="rId27"/>
    <p:sldId id="410" r:id="rId28"/>
    <p:sldId id="411" r:id="rId29"/>
    <p:sldId id="412" r:id="rId30"/>
    <p:sldId id="428" r:id="rId31"/>
    <p:sldId id="452" r:id="rId32"/>
    <p:sldId id="498" r:id="rId33"/>
    <p:sldId id="499" r:id="rId34"/>
    <p:sldId id="492" r:id="rId35"/>
    <p:sldId id="497" r:id="rId36"/>
    <p:sldId id="493" r:id="rId37"/>
    <p:sldId id="494" r:id="rId38"/>
    <p:sldId id="495" r:id="rId39"/>
    <p:sldId id="463" r:id="rId40"/>
    <p:sldId id="486" r:id="rId41"/>
    <p:sldId id="487" r:id="rId42"/>
    <p:sldId id="488" r:id="rId43"/>
    <p:sldId id="467" r:id="rId44"/>
    <p:sldId id="468" r:id="rId45"/>
    <p:sldId id="475" r:id="rId46"/>
    <p:sldId id="447" r:id="rId47"/>
    <p:sldId id="437" r:id="rId48"/>
    <p:sldId id="436" r:id="rId49"/>
    <p:sldId id="416" r:id="rId50"/>
    <p:sldId id="482" r:id="rId51"/>
    <p:sldId id="476" r:id="rId52"/>
    <p:sldId id="477" r:id="rId53"/>
    <p:sldId id="478" r:id="rId54"/>
    <p:sldId id="479" r:id="rId55"/>
    <p:sldId id="480" r:id="rId56"/>
    <p:sldId id="449" r:id="rId57"/>
    <p:sldId id="481" r:id="rId58"/>
    <p:sldId id="483" r:id="rId59"/>
    <p:sldId id="484" r:id="rId60"/>
    <p:sldId id="485" r:id="rId61"/>
  </p:sldIdLst>
  <p:sldSz cx="9144000" cy="6858000" type="screen4x3"/>
  <p:notesSz cx="6858000" cy="9144000"/>
  <p:embeddedFontLst>
    <p:embeddedFont>
      <p:font typeface="Aharoni" panose="02010803020104030203" pitchFamily="2" charset="-79"/>
      <p:bold r:id="rId64"/>
    </p:embeddedFont>
    <p:embeddedFont>
      <p:font typeface="Arial Rounded MT Bold" panose="020F0704030504030204" pitchFamily="34" charset="0"/>
      <p:regular r:id="rId65"/>
    </p:embeddedFont>
    <p:embeddedFont>
      <p:font typeface="Cambria Math" panose="02040503050406030204" pitchFamily="18" charset="0"/>
      <p:regular r:id="rId66"/>
    </p:embeddedFont>
    <p:embeddedFont>
      <p:font typeface="cmmi10" panose="020B0500000000000000" pitchFamily="34" charset="0"/>
      <p:regular r:id="rId67"/>
    </p:embeddedFont>
    <p:embeddedFont>
      <p:font typeface="cmr10" panose="020B0500000000000000" pitchFamily="34" charset="0"/>
      <p:regular r:id="rId68"/>
    </p:embeddedFont>
    <p:embeddedFont>
      <p:font typeface="cmsy10" panose="020B0500000000000000" pitchFamily="34" charset="0"/>
      <p:regular r:id="rId69"/>
    </p:embeddedFont>
    <p:embeddedFont>
      <p:font typeface="Franklin Gothic Book" panose="020B0503020102020204" pitchFamily="34" charset="0"/>
      <p:regular r:id="rId70"/>
      <p:italic r:id="rId71"/>
    </p:embeddedFont>
    <p:embeddedFont>
      <p:font typeface="Gisha" panose="020B0502040204020203" pitchFamily="34" charset="-79"/>
      <p:regular r:id="rId72"/>
      <p:bold r:id="rId73"/>
    </p:embeddedFont>
    <p:embeddedFont>
      <p:font typeface="msam10" panose="020B0500000000000000" pitchFamily="34" charset="0"/>
      <p:regular r:id="rId74"/>
    </p:embeddedFont>
    <p:embeddedFont>
      <p:font typeface="Perpetua" panose="02020502060401020303" pitchFamily="18" charset="0"/>
      <p:regular r:id="rId75"/>
      <p:bold r:id="rId76"/>
      <p:italic r:id="rId77"/>
      <p:boldItalic r:id="rId78"/>
    </p:embeddedFont>
    <p:embeddedFont>
      <p:font typeface="Times" panose="02020603050405020304" pitchFamily="18" charset="0"/>
      <p:regular r:id="rId79"/>
      <p:bold r:id="rId80"/>
      <p:italic r:id="rId81"/>
      <p:boldItalic r:id="rId82"/>
    </p:embeddedFont>
    <p:embeddedFont>
      <p:font typeface="Wingdings 2" panose="05020102010507070707" pitchFamily="18" charset="2"/>
      <p:regular r:id="rId83"/>
    </p:embeddedFont>
  </p:embeddedFontLst>
  <p:custDataLst>
    <p:tags r:id="rId84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009900"/>
    <a:srgbClr val="00CC00"/>
    <a:srgbClr val="007400"/>
    <a:srgbClr val="0000FF"/>
    <a:srgbClr val="E9E5DC"/>
    <a:srgbClr val="003300"/>
    <a:srgbClr val="FFC000"/>
    <a:srgbClr val="FF00FF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A2799C-4DF6-4C7F-A188-D2CA76D4787F}" v="500" dt="2025-06-23T08:53:00.9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148" d="100"/>
          <a:sy n="148" d="100"/>
        </p:scale>
        <p:origin x="135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handoutMaster" Target="handoutMasters/handoutMaster1.xml"/><Relationship Id="rId68" Type="http://schemas.openxmlformats.org/officeDocument/2006/relationships/font" Target="fonts/font5.fntdata"/><Relationship Id="rId84" Type="http://schemas.openxmlformats.org/officeDocument/2006/relationships/tags" Target="tags/tag1.xml"/><Relationship Id="rId89" Type="http://schemas.microsoft.com/office/2016/11/relationships/changesInfo" Target="changesInfos/changesInfo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1.fntdata"/><Relationship Id="rId79" Type="http://schemas.openxmlformats.org/officeDocument/2006/relationships/font" Target="fonts/font16.fntdata"/><Relationship Id="rId5" Type="http://schemas.openxmlformats.org/officeDocument/2006/relationships/slide" Target="slides/slide4.xml"/><Relationship Id="rId90" Type="http://schemas.microsoft.com/office/2015/10/relationships/revisionInfo" Target="revisionInfo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1.fntdata"/><Relationship Id="rId69" Type="http://schemas.openxmlformats.org/officeDocument/2006/relationships/font" Target="fonts/font6.fntdata"/><Relationship Id="rId77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9.fntdata"/><Relationship Id="rId80" Type="http://schemas.openxmlformats.org/officeDocument/2006/relationships/font" Target="fonts/font17.fntdata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openxmlformats.org/officeDocument/2006/relationships/font" Target="fonts/font7.fntdata"/><Relationship Id="rId75" Type="http://schemas.openxmlformats.org/officeDocument/2006/relationships/font" Target="fonts/font12.fntdata"/><Relationship Id="rId83" Type="http://schemas.openxmlformats.org/officeDocument/2006/relationships/font" Target="fonts/font20.fntdata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2.fntdata"/><Relationship Id="rId73" Type="http://schemas.openxmlformats.org/officeDocument/2006/relationships/font" Target="fonts/font10.fntdata"/><Relationship Id="rId78" Type="http://schemas.openxmlformats.org/officeDocument/2006/relationships/font" Target="fonts/font15.fntdata"/><Relationship Id="rId81" Type="http://schemas.openxmlformats.org/officeDocument/2006/relationships/font" Target="fonts/font18.fntdata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3.fntdata"/><Relationship Id="rId7" Type="http://schemas.openxmlformats.org/officeDocument/2006/relationships/slide" Target="slides/slide6.xml"/><Relationship Id="rId71" Type="http://schemas.openxmlformats.org/officeDocument/2006/relationships/font" Target="fonts/font8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3.fntdata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font" Target="fonts/font19.fntdata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גרא וייס" userId="f0aa0173-552d-4808-9782-d425e6aaf8d9" providerId="ADAL" clId="{7799B091-0186-4095-8206-24F09CB25FB1}"/>
    <pc:docChg chg="undo custSel addSld delSld modSld sldOrd">
      <pc:chgData name="גרא וייס" userId="f0aa0173-552d-4808-9782-d425e6aaf8d9" providerId="ADAL" clId="{7799B091-0186-4095-8206-24F09CB25FB1}" dt="2022-01-12T10:32:18.420" v="2062"/>
      <pc:docMkLst>
        <pc:docMk/>
      </pc:docMkLst>
      <pc:sldChg chg="addSp modSp">
        <pc:chgData name="גרא וייס" userId="f0aa0173-552d-4808-9782-d425e6aaf8d9" providerId="ADAL" clId="{7799B091-0186-4095-8206-24F09CB25FB1}" dt="2022-01-10T08:00:39.755" v="2060" actId="20577"/>
        <pc:sldMkLst>
          <pc:docMk/>
          <pc:sldMk cId="0" sldId="256"/>
        </pc:sldMkLst>
      </pc:sldChg>
      <pc:sldChg chg="delSp modSp modTransition">
        <pc:chgData name="גרא וייס" userId="f0aa0173-552d-4808-9782-d425e6aaf8d9" providerId="ADAL" clId="{7799B091-0186-4095-8206-24F09CB25FB1}" dt="2022-01-10T06:27:25.637" v="76" actId="14100"/>
        <pc:sldMkLst>
          <pc:docMk/>
          <pc:sldMk cId="0" sldId="397"/>
        </pc:sldMkLst>
      </pc:sldChg>
      <pc:sldChg chg="modSp">
        <pc:chgData name="גרא וייס" userId="f0aa0173-552d-4808-9782-d425e6aaf8d9" providerId="ADAL" clId="{7799B091-0186-4095-8206-24F09CB25FB1}" dt="2022-01-10T06:28:40.607" v="82" actId="255"/>
        <pc:sldMkLst>
          <pc:docMk/>
          <pc:sldMk cId="0" sldId="400"/>
        </pc:sldMkLst>
      </pc:sldChg>
      <pc:sldChg chg="modSp">
        <pc:chgData name="גרא וייס" userId="f0aa0173-552d-4808-9782-d425e6aaf8d9" providerId="ADAL" clId="{7799B091-0186-4095-8206-24F09CB25FB1}" dt="2022-01-10T06:31:40.431" v="128" actId="14100"/>
        <pc:sldMkLst>
          <pc:docMk/>
          <pc:sldMk cId="0" sldId="401"/>
        </pc:sldMkLst>
      </pc:sldChg>
      <pc:sldChg chg="modSp">
        <pc:chgData name="גרא וייס" userId="f0aa0173-552d-4808-9782-d425e6aaf8d9" providerId="ADAL" clId="{7799B091-0186-4095-8206-24F09CB25FB1}" dt="2022-01-10T07:44:13.075" v="1843" actId="2711"/>
        <pc:sldMkLst>
          <pc:docMk/>
          <pc:sldMk cId="0" sldId="411"/>
        </pc:sldMkLst>
      </pc:sldChg>
      <pc:sldChg chg="addSp modSp">
        <pc:chgData name="גרא וייס" userId="f0aa0173-552d-4808-9782-d425e6aaf8d9" providerId="ADAL" clId="{7799B091-0186-4095-8206-24F09CB25FB1}" dt="2022-01-12T10:32:18.420" v="2062"/>
        <pc:sldMkLst>
          <pc:docMk/>
          <pc:sldMk cId="0" sldId="412"/>
        </pc:sldMkLst>
      </pc:sldChg>
      <pc:sldChg chg="modSp">
        <pc:chgData name="גרא וייס" userId="f0aa0173-552d-4808-9782-d425e6aaf8d9" providerId="ADAL" clId="{7799B091-0186-4095-8206-24F09CB25FB1}" dt="2022-01-10T07:56:43.686" v="2015" actId="14100"/>
        <pc:sldMkLst>
          <pc:docMk/>
          <pc:sldMk cId="0" sldId="416"/>
        </pc:sldMkLst>
      </pc:sldChg>
      <pc:sldChg chg="modSp">
        <pc:chgData name="גרא וייס" userId="f0aa0173-552d-4808-9782-d425e6aaf8d9" providerId="ADAL" clId="{7799B091-0186-4095-8206-24F09CB25FB1}" dt="2022-01-10T07:50:02.918" v="1983" actId="20577"/>
        <pc:sldMkLst>
          <pc:docMk/>
          <pc:sldMk cId="0" sldId="428"/>
        </pc:sldMkLst>
      </pc:sldChg>
      <pc:sldChg chg="modSp">
        <pc:chgData name="גרא וייס" userId="f0aa0173-552d-4808-9782-d425e6aaf8d9" providerId="ADAL" clId="{7799B091-0186-4095-8206-24F09CB25FB1}" dt="2022-01-10T06:33:35.679" v="137" actId="2711"/>
        <pc:sldMkLst>
          <pc:docMk/>
          <pc:sldMk cId="250536347" sldId="429"/>
        </pc:sldMkLst>
      </pc:sldChg>
      <pc:sldChg chg="modSp modTransition">
        <pc:chgData name="גרא וייס" userId="f0aa0173-552d-4808-9782-d425e6aaf8d9" providerId="ADAL" clId="{7799B091-0186-4095-8206-24F09CB25FB1}" dt="2022-01-10T06:26:50.625" v="66"/>
        <pc:sldMkLst>
          <pc:docMk/>
          <pc:sldMk cId="690093335" sldId="431"/>
        </pc:sldMkLst>
      </pc:sldChg>
      <pc:sldChg chg="modSp modTransition">
        <pc:chgData name="גרא וייס" userId="f0aa0173-552d-4808-9782-d425e6aaf8d9" providerId="ADAL" clId="{7799B091-0186-4095-8206-24F09CB25FB1}" dt="2022-01-10T06:26:50.625" v="66"/>
        <pc:sldMkLst>
          <pc:docMk/>
          <pc:sldMk cId="237710235" sldId="432"/>
        </pc:sldMkLst>
      </pc:sldChg>
      <pc:sldChg chg="modTransition">
        <pc:chgData name="גרא וייס" userId="f0aa0173-552d-4808-9782-d425e6aaf8d9" providerId="ADAL" clId="{7799B091-0186-4095-8206-24F09CB25FB1}" dt="2022-01-10T06:26:50.625" v="66"/>
        <pc:sldMkLst>
          <pc:docMk/>
          <pc:sldMk cId="2172361207" sldId="433"/>
        </pc:sldMkLst>
      </pc:sldChg>
      <pc:sldChg chg="modSp">
        <pc:chgData name="גרא וייס" userId="f0aa0173-552d-4808-9782-d425e6aaf8d9" providerId="ADAL" clId="{7799B091-0186-4095-8206-24F09CB25FB1}" dt="2022-01-10T07:55:45.749" v="2005" actId="2711"/>
        <pc:sldMkLst>
          <pc:docMk/>
          <pc:sldMk cId="2168798061" sldId="437"/>
        </pc:sldMkLst>
      </pc:sldChg>
      <pc:sldChg chg="addSp modSp modAnim">
        <pc:chgData name="גרא וייס" userId="f0aa0173-552d-4808-9782-d425e6aaf8d9" providerId="ADAL" clId="{7799B091-0186-4095-8206-24F09CB25FB1}" dt="2022-01-10T06:33:11.038" v="136" actId="207"/>
        <pc:sldMkLst>
          <pc:docMk/>
          <pc:sldMk cId="2355329617" sldId="438"/>
        </pc:sldMkLst>
      </pc:sldChg>
      <pc:sldChg chg="modSp modTransition">
        <pc:chgData name="גרא וייס" userId="f0aa0173-552d-4808-9782-d425e6aaf8d9" providerId="ADAL" clId="{7799B091-0186-4095-8206-24F09CB25FB1}" dt="2022-01-10T07:33:00.152" v="1717"/>
        <pc:sldMkLst>
          <pc:docMk/>
          <pc:sldMk cId="748576814" sldId="441"/>
        </pc:sldMkLst>
      </pc:sldChg>
      <pc:sldChg chg="modTransition">
        <pc:chgData name="גרא וייס" userId="f0aa0173-552d-4808-9782-d425e6aaf8d9" providerId="ADAL" clId="{7799B091-0186-4095-8206-24F09CB25FB1}" dt="2022-01-10T07:55:29.020" v="2004"/>
        <pc:sldMkLst>
          <pc:docMk/>
          <pc:sldMk cId="113195360" sldId="444"/>
        </pc:sldMkLst>
      </pc:sldChg>
      <pc:sldChg chg="addSp modSp">
        <pc:chgData name="גרא וייס" userId="f0aa0173-552d-4808-9782-d425e6aaf8d9" providerId="ADAL" clId="{7799B091-0186-4095-8206-24F09CB25FB1}" dt="2022-01-12T10:32:18.420" v="2062"/>
        <pc:sldMkLst>
          <pc:docMk/>
          <pc:sldMk cId="16842729" sldId="447"/>
        </pc:sldMkLst>
      </pc:sldChg>
      <pc:sldChg chg="modTransition">
        <pc:chgData name="גרא וייס" userId="f0aa0173-552d-4808-9782-d425e6aaf8d9" providerId="ADAL" clId="{7799B091-0186-4095-8206-24F09CB25FB1}" dt="2022-01-10T07:55:29.020" v="2004"/>
        <pc:sldMkLst>
          <pc:docMk/>
          <pc:sldMk cId="1550376162" sldId="448"/>
        </pc:sldMkLst>
      </pc:sldChg>
      <pc:sldChg chg="modSp">
        <pc:chgData name="גרא וייס" userId="f0aa0173-552d-4808-9782-d425e6aaf8d9" providerId="ADAL" clId="{7799B091-0186-4095-8206-24F09CB25FB1}" dt="2022-01-10T07:56:23.278" v="2012" actId="1037"/>
        <pc:sldMkLst>
          <pc:docMk/>
          <pc:sldMk cId="746174833" sldId="449"/>
        </pc:sldMkLst>
      </pc:sldChg>
      <pc:sldChg chg="modSp modTransition">
        <pc:chgData name="גרא וייס" userId="f0aa0173-552d-4808-9782-d425e6aaf8d9" providerId="ADAL" clId="{7799B091-0186-4095-8206-24F09CB25FB1}" dt="2022-01-10T07:33:00.152" v="1717"/>
        <pc:sldMkLst>
          <pc:docMk/>
          <pc:sldMk cId="3881924883" sldId="450"/>
        </pc:sldMkLst>
      </pc:sldChg>
      <pc:sldChg chg="addSp modSp">
        <pc:chgData name="גרא וייס" userId="f0aa0173-552d-4808-9782-d425e6aaf8d9" providerId="ADAL" clId="{7799B091-0186-4095-8206-24F09CB25FB1}" dt="2022-01-12T10:32:18.420" v="2062"/>
        <pc:sldMkLst>
          <pc:docMk/>
          <pc:sldMk cId="3213729668" sldId="452"/>
        </pc:sldMkLst>
      </pc:sldChg>
      <pc:sldChg chg="modSp modTransition">
        <pc:chgData name="גרא וייס" userId="f0aa0173-552d-4808-9782-d425e6aaf8d9" providerId="ADAL" clId="{7799B091-0186-4095-8206-24F09CB25FB1}" dt="2022-01-10T06:36:24.517" v="141" actId="27636"/>
        <pc:sldMkLst>
          <pc:docMk/>
          <pc:sldMk cId="864944705" sldId="457"/>
        </pc:sldMkLst>
      </pc:sldChg>
      <pc:sldChg chg="modSp">
        <pc:chgData name="גרא וייס" userId="f0aa0173-552d-4808-9782-d425e6aaf8d9" providerId="ADAL" clId="{7799B091-0186-4095-8206-24F09CB25FB1}" dt="2022-01-10T06:35:21.105" v="138" actId="2711"/>
        <pc:sldMkLst>
          <pc:docMk/>
          <pc:sldMk cId="1963296820" sldId="459"/>
        </pc:sldMkLst>
      </pc:sldChg>
      <pc:sldChg chg="addSp modSp">
        <pc:chgData name="גרא וייס" userId="f0aa0173-552d-4808-9782-d425e6aaf8d9" providerId="ADAL" clId="{7799B091-0186-4095-8206-24F09CB25FB1}" dt="2022-01-12T10:32:18.420" v="2062"/>
        <pc:sldMkLst>
          <pc:docMk/>
          <pc:sldMk cId="2637882960" sldId="463"/>
        </pc:sldMkLst>
      </pc:sldChg>
      <pc:sldChg chg="addSp delSp modSp">
        <pc:chgData name="גרא וייס" userId="f0aa0173-552d-4808-9782-d425e6aaf8d9" providerId="ADAL" clId="{7799B091-0186-4095-8206-24F09CB25FB1}" dt="2022-01-12T09:36:02.158" v="2061"/>
        <pc:sldMkLst>
          <pc:docMk/>
          <pc:sldMk cId="960116216" sldId="466"/>
        </pc:sldMkLst>
      </pc:sldChg>
      <pc:sldChg chg="addSp delSp modSp modTransition">
        <pc:chgData name="גרא וייס" userId="f0aa0173-552d-4808-9782-d425e6aaf8d9" providerId="ADAL" clId="{7799B091-0186-4095-8206-24F09CB25FB1}" dt="2022-01-12T09:36:02.158" v="2061"/>
        <pc:sldMkLst>
          <pc:docMk/>
          <pc:sldMk cId="3076466328" sldId="467"/>
        </pc:sldMkLst>
      </pc:sldChg>
      <pc:sldChg chg="addSp modSp">
        <pc:chgData name="גרא וייס" userId="f0aa0173-552d-4808-9782-d425e6aaf8d9" providerId="ADAL" clId="{7799B091-0186-4095-8206-24F09CB25FB1}" dt="2022-01-12T09:36:02.158" v="2061"/>
        <pc:sldMkLst>
          <pc:docMk/>
          <pc:sldMk cId="3379837058" sldId="468"/>
        </pc:sldMkLst>
      </pc:sldChg>
      <pc:sldChg chg="modSp">
        <pc:chgData name="גרא וייס" userId="f0aa0173-552d-4808-9782-d425e6aaf8d9" providerId="ADAL" clId="{7799B091-0186-4095-8206-24F09CB25FB1}" dt="2022-01-10T07:57:00.156" v="2016" actId="2711"/>
        <pc:sldMkLst>
          <pc:docMk/>
          <pc:sldMk cId="1885983673" sldId="469"/>
        </pc:sldMkLst>
      </pc:sldChg>
      <pc:sldChg chg="addSp modSp">
        <pc:chgData name="גרא וייס" userId="f0aa0173-552d-4808-9782-d425e6aaf8d9" providerId="ADAL" clId="{7799B091-0186-4095-8206-24F09CB25FB1}" dt="2022-01-12T09:36:02.158" v="2061"/>
        <pc:sldMkLst>
          <pc:docMk/>
          <pc:sldMk cId="3357009223" sldId="470"/>
        </pc:sldMkLst>
      </pc:sldChg>
      <pc:sldChg chg="addSp delSp modSp">
        <pc:chgData name="גרא וייס" userId="f0aa0173-552d-4808-9782-d425e6aaf8d9" providerId="ADAL" clId="{7799B091-0186-4095-8206-24F09CB25FB1}" dt="2022-01-12T09:36:02.158" v="2061"/>
        <pc:sldMkLst>
          <pc:docMk/>
          <pc:sldMk cId="1482482551" sldId="471"/>
        </pc:sldMkLst>
      </pc:sldChg>
      <pc:sldChg chg="addSp delSp modSp">
        <pc:chgData name="גרא וייס" userId="f0aa0173-552d-4808-9782-d425e6aaf8d9" providerId="ADAL" clId="{7799B091-0186-4095-8206-24F09CB25FB1}" dt="2022-01-12T09:36:02.158" v="2061"/>
        <pc:sldMkLst>
          <pc:docMk/>
          <pc:sldMk cId="2759227640" sldId="472"/>
        </pc:sldMkLst>
      </pc:sldChg>
      <pc:sldChg chg="addSp delSp modSp">
        <pc:chgData name="גרא וייס" userId="f0aa0173-552d-4808-9782-d425e6aaf8d9" providerId="ADAL" clId="{7799B091-0186-4095-8206-24F09CB25FB1}" dt="2022-01-12T09:36:02.158" v="2061"/>
        <pc:sldMkLst>
          <pc:docMk/>
          <pc:sldMk cId="3817236611" sldId="473"/>
        </pc:sldMkLst>
      </pc:sldChg>
      <pc:sldChg chg="addSp delSp modSp add ord">
        <pc:chgData name="גרא וייס" userId="f0aa0173-552d-4808-9782-d425e6aaf8d9" providerId="ADAL" clId="{7799B091-0186-4095-8206-24F09CB25FB1}" dt="2022-01-10T07:10:06.870" v="1537" actId="20577"/>
        <pc:sldMkLst>
          <pc:docMk/>
          <pc:sldMk cId="454962111" sldId="474"/>
        </pc:sldMkLst>
      </pc:sldChg>
      <pc:sldChg chg="addSp modSp add">
        <pc:chgData name="גרא וייס" userId="f0aa0173-552d-4808-9782-d425e6aaf8d9" providerId="ADAL" clId="{7799B091-0186-4095-8206-24F09CB25FB1}" dt="2022-01-12T10:32:18.420" v="2062"/>
        <pc:sldMkLst>
          <pc:docMk/>
          <pc:sldMk cId="363674278" sldId="475"/>
        </pc:sldMkLst>
      </pc:sldChg>
    </pc:docChg>
  </pc:docChgLst>
  <pc:docChgLst>
    <pc:chgData name="Gera Weiss" userId="f0aa0173-552d-4808-9782-d425e6aaf8d9" providerId="ADAL" clId="{0E5A67EB-F4EA-4910-8BB9-A1AE6D1D4841}"/>
    <pc:docChg chg="modSld">
      <pc:chgData name="Gera Weiss" userId="f0aa0173-552d-4808-9782-d425e6aaf8d9" providerId="ADAL" clId="{0E5A67EB-F4EA-4910-8BB9-A1AE6D1D4841}" dt="2025-06-11T08:56:34.018" v="1" actId="20577"/>
      <pc:docMkLst>
        <pc:docMk/>
      </pc:docMkLst>
      <pc:sldChg chg="modSp mod">
        <pc:chgData name="Gera Weiss" userId="f0aa0173-552d-4808-9782-d425e6aaf8d9" providerId="ADAL" clId="{0E5A67EB-F4EA-4910-8BB9-A1AE6D1D4841}" dt="2025-06-11T08:56:34.018" v="1" actId="20577"/>
        <pc:sldMkLst>
          <pc:docMk/>
          <pc:sldMk cId="0" sldId="256"/>
        </pc:sldMkLst>
        <pc:spChg chg="mod">
          <ac:chgData name="Gera Weiss" userId="f0aa0173-552d-4808-9782-d425e6aaf8d9" providerId="ADAL" clId="{0E5A67EB-F4EA-4910-8BB9-A1AE6D1D4841}" dt="2025-06-11T08:56:34.018" v="1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  <pc:docChgLst>
    <pc:chgData name="Gera Weiss" userId="f0aa0173-552d-4808-9782-d425e6aaf8d9" providerId="ADAL" clId="{EDA2799C-4DF6-4C7F-A188-D2CA76D4787F}"/>
    <pc:docChg chg="undo custSel addSld modSld sldOrd modMainMaster">
      <pc:chgData name="Gera Weiss" userId="f0aa0173-552d-4808-9782-d425e6aaf8d9" providerId="ADAL" clId="{EDA2799C-4DF6-4C7F-A188-D2CA76D4787F}" dt="2025-06-23T08:53:05.345" v="756" actId="14100"/>
      <pc:docMkLst>
        <pc:docMk/>
      </pc:docMkLst>
      <pc:sldChg chg="addSp modSp mod">
        <pc:chgData name="Gera Weiss" userId="f0aa0173-552d-4808-9782-d425e6aaf8d9" providerId="ADAL" clId="{EDA2799C-4DF6-4C7F-A188-D2CA76D4787F}" dt="2025-06-18T08:41:40.063" v="35" actId="20577"/>
        <pc:sldMkLst>
          <pc:docMk/>
          <pc:sldMk cId="0" sldId="256"/>
        </pc:sldMkLst>
        <pc:spChg chg="add mod">
          <ac:chgData name="Gera Weiss" userId="f0aa0173-552d-4808-9782-d425e6aaf8d9" providerId="ADAL" clId="{EDA2799C-4DF6-4C7F-A188-D2CA76D4787F}" dt="2025-06-18T08:41:40.063" v="35" actId="20577"/>
          <ac:spMkLst>
            <pc:docMk/>
            <pc:sldMk cId="0" sldId="256"/>
            <ac:spMk id="5" creationId="{00233A67-19D3-5ECF-8558-EA232B6AAB03}"/>
          </ac:spMkLst>
        </pc:spChg>
      </pc:sldChg>
      <pc:sldChg chg="addSp modSp mod">
        <pc:chgData name="Gera Weiss" userId="f0aa0173-552d-4808-9782-d425e6aaf8d9" providerId="ADAL" clId="{EDA2799C-4DF6-4C7F-A188-D2CA76D4787F}" dt="2025-06-18T08:48:44.956" v="37" actId="20577"/>
        <pc:sldMkLst>
          <pc:docMk/>
          <pc:sldMk cId="0" sldId="401"/>
        </pc:sldMkLst>
        <pc:spChg chg="add mod">
          <ac:chgData name="Gera Weiss" userId="f0aa0173-552d-4808-9782-d425e6aaf8d9" providerId="ADAL" clId="{EDA2799C-4DF6-4C7F-A188-D2CA76D4787F}" dt="2025-06-16T09:05:20.205" v="31" actId="20577"/>
          <ac:spMkLst>
            <pc:docMk/>
            <pc:sldMk cId="0" sldId="401"/>
            <ac:spMk id="7" creationId="{6D436F30-1F55-A116-73EC-33A38559BD46}"/>
          </ac:spMkLst>
        </pc:spChg>
        <pc:spChg chg="mod">
          <ac:chgData name="Gera Weiss" userId="f0aa0173-552d-4808-9782-d425e6aaf8d9" providerId="ADAL" clId="{EDA2799C-4DF6-4C7F-A188-D2CA76D4787F}" dt="2025-06-18T08:48:44.956" v="37" actId="20577"/>
          <ac:spMkLst>
            <pc:docMk/>
            <pc:sldMk cId="0" sldId="401"/>
            <ac:spMk id="10" creationId="{00000000-0000-0000-0000-000000000000}"/>
          </ac:spMkLst>
        </pc:spChg>
      </pc:sldChg>
      <pc:sldChg chg="modSp">
        <pc:chgData name="Gera Weiss" userId="f0aa0173-552d-4808-9782-d425e6aaf8d9" providerId="ADAL" clId="{EDA2799C-4DF6-4C7F-A188-D2CA76D4787F}" dt="2025-06-23T05:51:48.129" v="54" actId="20577"/>
        <pc:sldMkLst>
          <pc:docMk/>
          <pc:sldMk cId="0" sldId="411"/>
        </pc:sldMkLst>
        <pc:spChg chg="mod">
          <ac:chgData name="Gera Weiss" userId="f0aa0173-552d-4808-9782-d425e6aaf8d9" providerId="ADAL" clId="{EDA2799C-4DF6-4C7F-A188-D2CA76D4787F}" dt="2025-06-23T05:51:48.129" v="54" actId="20577"/>
          <ac:spMkLst>
            <pc:docMk/>
            <pc:sldMk cId="0" sldId="411"/>
            <ac:spMk id="5" creationId="{00000000-0000-0000-0000-000000000000}"/>
          </ac:spMkLst>
        </pc:spChg>
      </pc:sldChg>
      <pc:sldChg chg="modSp">
        <pc:chgData name="Gera Weiss" userId="f0aa0173-552d-4808-9782-d425e6aaf8d9" providerId="ADAL" clId="{EDA2799C-4DF6-4C7F-A188-D2CA76D4787F}" dt="2025-06-23T05:52:04.828" v="57" actId="20577"/>
        <pc:sldMkLst>
          <pc:docMk/>
          <pc:sldMk cId="0" sldId="412"/>
        </pc:sldMkLst>
        <pc:spChg chg="mod">
          <ac:chgData name="Gera Weiss" userId="f0aa0173-552d-4808-9782-d425e6aaf8d9" providerId="ADAL" clId="{EDA2799C-4DF6-4C7F-A188-D2CA76D4787F}" dt="2025-06-23T05:52:04.828" v="57" actId="20577"/>
          <ac:spMkLst>
            <pc:docMk/>
            <pc:sldMk cId="0" sldId="412"/>
            <ac:spMk id="5" creationId="{00000000-0000-0000-0000-000000000000}"/>
          </ac:spMkLst>
        </pc:spChg>
      </pc:sldChg>
      <pc:sldChg chg="mod modShow">
        <pc:chgData name="Gera Weiss" userId="f0aa0173-552d-4808-9782-d425e6aaf8d9" providerId="ADAL" clId="{EDA2799C-4DF6-4C7F-A188-D2CA76D4787F}" dt="2025-06-23T08:24:11.283" v="620" actId="729"/>
        <pc:sldMkLst>
          <pc:docMk/>
          <pc:sldMk cId="16842729" sldId="447"/>
        </pc:sldMkLst>
      </pc:sldChg>
      <pc:sldChg chg="addSp delSp modSp mod delAnim modAnim">
        <pc:chgData name="Gera Weiss" userId="f0aa0173-552d-4808-9782-d425e6aaf8d9" providerId="ADAL" clId="{EDA2799C-4DF6-4C7F-A188-D2CA76D4787F}" dt="2025-06-23T08:15:41.276" v="558" actId="1076"/>
        <pc:sldMkLst>
          <pc:docMk/>
          <pc:sldMk cId="3213729668" sldId="452"/>
        </pc:sldMkLst>
        <pc:spChg chg="mod">
          <ac:chgData name="Gera Weiss" userId="f0aa0173-552d-4808-9782-d425e6aaf8d9" providerId="ADAL" clId="{EDA2799C-4DF6-4C7F-A188-D2CA76D4787F}" dt="2025-06-23T08:00:07.351" v="354" actId="1076"/>
          <ac:spMkLst>
            <pc:docMk/>
            <pc:sldMk cId="3213729668" sldId="452"/>
            <ac:spMk id="5" creationId="{00000000-0000-0000-0000-000000000000}"/>
          </ac:spMkLst>
        </pc:spChg>
        <pc:spChg chg="mod">
          <ac:chgData name="Gera Weiss" userId="f0aa0173-552d-4808-9782-d425e6aaf8d9" providerId="ADAL" clId="{EDA2799C-4DF6-4C7F-A188-D2CA76D4787F}" dt="2025-06-23T08:05:02.373" v="488" actId="1076"/>
          <ac:spMkLst>
            <pc:docMk/>
            <pc:sldMk cId="3213729668" sldId="452"/>
            <ac:spMk id="6" creationId="{00000000-0000-0000-0000-000000000000}"/>
          </ac:spMkLst>
        </pc:spChg>
        <pc:spChg chg="add del mod">
          <ac:chgData name="Gera Weiss" userId="f0aa0173-552d-4808-9782-d425e6aaf8d9" providerId="ADAL" clId="{EDA2799C-4DF6-4C7F-A188-D2CA76D4787F}" dt="2025-06-23T07:38:00.911" v="278" actId="478"/>
          <ac:spMkLst>
            <pc:docMk/>
            <pc:sldMk cId="3213729668" sldId="452"/>
            <ac:spMk id="7" creationId="{F0F54437-E5AB-4B5F-C756-215933E44178}"/>
          </ac:spMkLst>
        </pc:spChg>
        <pc:graphicFrameChg chg="add mod modGraphic">
          <ac:chgData name="Gera Weiss" userId="f0aa0173-552d-4808-9782-d425e6aaf8d9" providerId="ADAL" clId="{EDA2799C-4DF6-4C7F-A188-D2CA76D4787F}" dt="2025-06-23T08:15:41.276" v="558" actId="1076"/>
          <ac:graphicFrameMkLst>
            <pc:docMk/>
            <pc:sldMk cId="3213729668" sldId="452"/>
            <ac:graphicFrameMk id="8" creationId="{34CB2481-529C-B78F-2825-BBFAFA5A7F67}"/>
          </ac:graphicFrameMkLst>
        </pc:graphicFrameChg>
        <pc:graphicFrameChg chg="add mod modGraphic">
          <ac:chgData name="Gera Weiss" userId="f0aa0173-552d-4808-9782-d425e6aaf8d9" providerId="ADAL" clId="{EDA2799C-4DF6-4C7F-A188-D2CA76D4787F}" dt="2025-06-23T08:15:31.968" v="556" actId="14100"/>
          <ac:graphicFrameMkLst>
            <pc:docMk/>
            <pc:sldMk cId="3213729668" sldId="452"/>
            <ac:graphicFrameMk id="9" creationId="{8BE5DAB9-ED24-1F1F-54E5-BD067B81555A}"/>
          </ac:graphicFrameMkLst>
        </pc:graphicFrameChg>
      </pc:sldChg>
      <pc:sldChg chg="modSp mod">
        <pc:chgData name="Gera Weiss" userId="f0aa0173-552d-4808-9782-d425e6aaf8d9" providerId="ADAL" clId="{EDA2799C-4DF6-4C7F-A188-D2CA76D4787F}" dt="2025-06-18T08:56:47.636" v="44" actId="2711"/>
        <pc:sldMkLst>
          <pc:docMk/>
          <pc:sldMk cId="3167674153" sldId="454"/>
        </pc:sldMkLst>
        <pc:spChg chg="mod">
          <ac:chgData name="Gera Weiss" userId="f0aa0173-552d-4808-9782-d425e6aaf8d9" providerId="ADAL" clId="{EDA2799C-4DF6-4C7F-A188-D2CA76D4787F}" dt="2025-06-18T08:56:47.636" v="44" actId="2711"/>
          <ac:spMkLst>
            <pc:docMk/>
            <pc:sldMk cId="3167674153" sldId="454"/>
            <ac:spMk id="2" creationId="{00000000-0000-0000-0000-000000000000}"/>
          </ac:spMkLst>
        </pc:spChg>
        <pc:spChg chg="mod">
          <ac:chgData name="Gera Weiss" userId="f0aa0173-552d-4808-9782-d425e6aaf8d9" providerId="ADAL" clId="{EDA2799C-4DF6-4C7F-A188-D2CA76D4787F}" dt="2025-06-18T08:56:47.636" v="44" actId="2711"/>
          <ac:spMkLst>
            <pc:docMk/>
            <pc:sldMk cId="3167674153" sldId="454"/>
            <ac:spMk id="3" creationId="{00000000-0000-0000-0000-000000000000}"/>
          </ac:spMkLst>
        </pc:spChg>
        <pc:spChg chg="mod">
          <ac:chgData name="Gera Weiss" userId="f0aa0173-552d-4808-9782-d425e6aaf8d9" providerId="ADAL" clId="{EDA2799C-4DF6-4C7F-A188-D2CA76D4787F}" dt="2025-06-18T08:56:47.636" v="44" actId="2711"/>
          <ac:spMkLst>
            <pc:docMk/>
            <pc:sldMk cId="3167674153" sldId="454"/>
            <ac:spMk id="4" creationId="{00000000-0000-0000-0000-000000000000}"/>
          </ac:spMkLst>
        </pc:spChg>
        <pc:spChg chg="mod">
          <ac:chgData name="Gera Weiss" userId="f0aa0173-552d-4808-9782-d425e6aaf8d9" providerId="ADAL" clId="{EDA2799C-4DF6-4C7F-A188-D2CA76D4787F}" dt="2025-06-18T08:56:47.636" v="44" actId="2711"/>
          <ac:spMkLst>
            <pc:docMk/>
            <pc:sldMk cId="3167674153" sldId="454"/>
            <ac:spMk id="7" creationId="{00000000-0000-0000-0000-000000000000}"/>
          </ac:spMkLst>
        </pc:spChg>
      </pc:sldChg>
      <pc:sldChg chg="modSp mod">
        <pc:chgData name="Gera Weiss" userId="f0aa0173-552d-4808-9782-d425e6aaf8d9" providerId="ADAL" clId="{EDA2799C-4DF6-4C7F-A188-D2CA76D4787F}" dt="2025-06-18T08:57:32.533" v="46" actId="20577"/>
        <pc:sldMkLst>
          <pc:docMk/>
          <pc:sldMk cId="864944705" sldId="457"/>
        </pc:sldMkLst>
        <pc:spChg chg="mod">
          <ac:chgData name="Gera Weiss" userId="f0aa0173-552d-4808-9782-d425e6aaf8d9" providerId="ADAL" clId="{EDA2799C-4DF6-4C7F-A188-D2CA76D4787F}" dt="2025-06-18T08:57:32.533" v="46" actId="20577"/>
          <ac:spMkLst>
            <pc:docMk/>
            <pc:sldMk cId="864944705" sldId="457"/>
            <ac:spMk id="5" creationId="{00000000-0000-0000-0000-000000000000}"/>
          </ac:spMkLst>
        </pc:spChg>
      </pc:sldChg>
      <pc:sldChg chg="delSp mod">
        <pc:chgData name="Gera Weiss" userId="f0aa0173-552d-4808-9782-d425e6aaf8d9" providerId="ADAL" clId="{EDA2799C-4DF6-4C7F-A188-D2CA76D4787F}" dt="2025-06-18T08:52:05.618" v="42" actId="478"/>
        <pc:sldMkLst>
          <pc:docMk/>
          <pc:sldMk cId="1482482551" sldId="471"/>
        </pc:sldMkLst>
      </pc:sldChg>
      <pc:sldChg chg="ord">
        <pc:chgData name="Gera Weiss" userId="f0aa0173-552d-4808-9782-d425e6aaf8d9" providerId="ADAL" clId="{EDA2799C-4DF6-4C7F-A188-D2CA76D4787F}" dt="2025-06-23T05:51:18.341" v="50"/>
        <pc:sldMkLst>
          <pc:docMk/>
          <pc:sldMk cId="2759227640" sldId="472"/>
        </pc:sldMkLst>
      </pc:sldChg>
      <pc:sldChg chg="ord">
        <pc:chgData name="Gera Weiss" userId="f0aa0173-552d-4808-9782-d425e6aaf8d9" providerId="ADAL" clId="{EDA2799C-4DF6-4C7F-A188-D2CA76D4787F}" dt="2025-06-23T05:49:39.871" v="48"/>
        <pc:sldMkLst>
          <pc:docMk/>
          <pc:sldMk cId="3817236611" sldId="473"/>
        </pc:sldMkLst>
      </pc:sldChg>
      <pc:sldChg chg="modSp mod">
        <pc:chgData name="Gera Weiss" userId="f0aa0173-552d-4808-9782-d425e6aaf8d9" providerId="ADAL" clId="{EDA2799C-4DF6-4C7F-A188-D2CA76D4787F}" dt="2025-06-18T08:51:20.874" v="41" actId="20577"/>
        <pc:sldMkLst>
          <pc:docMk/>
          <pc:sldMk cId="454962111" sldId="474"/>
        </pc:sldMkLst>
        <pc:spChg chg="mod">
          <ac:chgData name="Gera Weiss" userId="f0aa0173-552d-4808-9782-d425e6aaf8d9" providerId="ADAL" clId="{EDA2799C-4DF6-4C7F-A188-D2CA76D4787F}" dt="2025-06-18T08:51:20.874" v="41" actId="20577"/>
          <ac:spMkLst>
            <pc:docMk/>
            <pc:sldMk cId="454962111" sldId="474"/>
            <ac:spMk id="5" creationId="{00000000-0000-0000-0000-000000000000}"/>
          </ac:spMkLst>
        </pc:spChg>
      </pc:sldChg>
      <pc:sldChg chg="addSp delSp modSp mod modAnim">
        <pc:chgData name="Gera Weiss" userId="f0aa0173-552d-4808-9782-d425e6aaf8d9" providerId="ADAL" clId="{EDA2799C-4DF6-4C7F-A188-D2CA76D4787F}" dt="2025-06-23T05:57:05.118" v="93" actId="1076"/>
        <pc:sldMkLst>
          <pc:docMk/>
          <pc:sldMk cId="2758220745" sldId="495"/>
        </pc:sldMkLst>
        <pc:spChg chg="add del mod">
          <ac:chgData name="Gera Weiss" userId="f0aa0173-552d-4808-9782-d425e6aaf8d9" providerId="ADAL" clId="{EDA2799C-4DF6-4C7F-A188-D2CA76D4787F}" dt="2025-06-23T05:55:24.783" v="81" actId="478"/>
          <ac:spMkLst>
            <pc:docMk/>
            <pc:sldMk cId="2758220745" sldId="495"/>
            <ac:spMk id="1024" creationId="{42D48901-E3F6-F85C-636F-185CFA04D6F5}"/>
          </ac:spMkLst>
        </pc:spChg>
        <pc:spChg chg="add mod">
          <ac:chgData name="Gera Weiss" userId="f0aa0173-552d-4808-9782-d425e6aaf8d9" providerId="ADAL" clId="{EDA2799C-4DF6-4C7F-A188-D2CA76D4787F}" dt="2025-06-23T05:57:05.118" v="93" actId="1076"/>
          <ac:spMkLst>
            <pc:docMk/>
            <pc:sldMk cId="2758220745" sldId="495"/>
            <ac:spMk id="1025" creationId="{60BF96A5-FCD2-7714-BD7C-75AC55D7B320}"/>
          </ac:spMkLst>
        </pc:spChg>
        <pc:grpChg chg="del">
          <ac:chgData name="Gera Weiss" userId="f0aa0173-552d-4808-9782-d425e6aaf8d9" providerId="ADAL" clId="{EDA2799C-4DF6-4C7F-A188-D2CA76D4787F}" dt="2025-06-23T05:54:10.693" v="58" actId="478"/>
          <ac:grpSpMkLst>
            <pc:docMk/>
            <pc:sldMk cId="2758220745" sldId="495"/>
            <ac:grpSpMk id="310" creationId="{E84E7C95-A960-A026-E795-9271F7C6685E}"/>
          </ac:grpSpMkLst>
        </pc:grpChg>
      </pc:sldChg>
      <pc:sldChg chg="addSp delSp modSp new mod ord modClrScheme chgLayout">
        <pc:chgData name="Gera Weiss" userId="f0aa0173-552d-4808-9782-d425e6aaf8d9" providerId="ADAL" clId="{EDA2799C-4DF6-4C7F-A188-D2CA76D4787F}" dt="2025-06-23T08:28:36.932" v="655"/>
        <pc:sldMkLst>
          <pc:docMk/>
          <pc:sldMk cId="3039317110" sldId="498"/>
        </pc:sldMkLst>
        <pc:spChg chg="del">
          <ac:chgData name="Gera Weiss" userId="f0aa0173-552d-4808-9782-d425e6aaf8d9" providerId="ADAL" clId="{EDA2799C-4DF6-4C7F-A188-D2CA76D4787F}" dt="2025-06-23T08:16:30.061" v="560" actId="478"/>
          <ac:spMkLst>
            <pc:docMk/>
            <pc:sldMk cId="3039317110" sldId="498"/>
            <ac:spMk id="2" creationId="{B039CBFE-24D5-9EC8-90E9-5C52D95339FF}"/>
          </ac:spMkLst>
        </pc:spChg>
        <pc:spChg chg="del">
          <ac:chgData name="Gera Weiss" userId="f0aa0173-552d-4808-9782-d425e6aaf8d9" providerId="ADAL" clId="{EDA2799C-4DF6-4C7F-A188-D2CA76D4787F}" dt="2025-06-23T08:16:30.061" v="560" actId="478"/>
          <ac:spMkLst>
            <pc:docMk/>
            <pc:sldMk cId="3039317110" sldId="498"/>
            <ac:spMk id="3" creationId="{34A3C1C8-1A71-CFE5-91C3-80B44A6A5A9C}"/>
          </ac:spMkLst>
        </pc:spChg>
        <pc:spChg chg="del">
          <ac:chgData name="Gera Weiss" userId="f0aa0173-552d-4808-9782-d425e6aaf8d9" providerId="ADAL" clId="{EDA2799C-4DF6-4C7F-A188-D2CA76D4787F}" dt="2025-06-23T08:16:30.061" v="560" actId="478"/>
          <ac:spMkLst>
            <pc:docMk/>
            <pc:sldMk cId="3039317110" sldId="498"/>
            <ac:spMk id="4" creationId="{73B82A50-BEA4-0E1D-EC83-F6A5D7B6EB94}"/>
          </ac:spMkLst>
        </pc:spChg>
        <pc:spChg chg="del">
          <ac:chgData name="Gera Weiss" userId="f0aa0173-552d-4808-9782-d425e6aaf8d9" providerId="ADAL" clId="{EDA2799C-4DF6-4C7F-A188-D2CA76D4787F}" dt="2025-06-23T08:16:30.061" v="560" actId="478"/>
          <ac:spMkLst>
            <pc:docMk/>
            <pc:sldMk cId="3039317110" sldId="498"/>
            <ac:spMk id="5" creationId="{1137D245-96FC-11E4-BD6B-D5D3AF7BF1FF}"/>
          </ac:spMkLst>
        </pc:spChg>
        <pc:spChg chg="mod">
          <ac:chgData name="Gera Weiss" userId="f0aa0173-552d-4808-9782-d425e6aaf8d9" providerId="ADAL" clId="{EDA2799C-4DF6-4C7F-A188-D2CA76D4787F}" dt="2025-06-23T08:22:11.378" v="605" actId="403"/>
          <ac:spMkLst>
            <pc:docMk/>
            <pc:sldMk cId="3039317110" sldId="498"/>
            <ac:spMk id="9" creationId="{EC04472B-B56C-6E8A-74B8-FFF79C0AD7E4}"/>
          </ac:spMkLst>
        </pc:spChg>
        <pc:spChg chg="mod">
          <ac:chgData name="Gera Weiss" userId="f0aa0173-552d-4808-9782-d425e6aaf8d9" providerId="ADAL" clId="{EDA2799C-4DF6-4C7F-A188-D2CA76D4787F}" dt="2025-06-23T08:22:11.378" v="605" actId="403"/>
          <ac:spMkLst>
            <pc:docMk/>
            <pc:sldMk cId="3039317110" sldId="498"/>
            <ac:spMk id="10" creationId="{2F10AAD1-8812-1623-C5BE-330B678C3AB2}"/>
          </ac:spMkLst>
        </pc:spChg>
        <pc:spChg chg="mod">
          <ac:chgData name="Gera Weiss" userId="f0aa0173-552d-4808-9782-d425e6aaf8d9" providerId="ADAL" clId="{EDA2799C-4DF6-4C7F-A188-D2CA76D4787F}" dt="2025-06-23T08:22:11.378" v="605" actId="403"/>
          <ac:spMkLst>
            <pc:docMk/>
            <pc:sldMk cId="3039317110" sldId="498"/>
            <ac:spMk id="13" creationId="{4FAE77C2-45A8-3A7D-25D5-ACA3ACB06FFE}"/>
          </ac:spMkLst>
        </pc:spChg>
        <pc:spChg chg="mod">
          <ac:chgData name="Gera Weiss" userId="f0aa0173-552d-4808-9782-d425e6aaf8d9" providerId="ADAL" clId="{EDA2799C-4DF6-4C7F-A188-D2CA76D4787F}" dt="2025-06-23T08:22:11.378" v="605" actId="403"/>
          <ac:spMkLst>
            <pc:docMk/>
            <pc:sldMk cId="3039317110" sldId="498"/>
            <ac:spMk id="14" creationId="{9943AAA0-2946-A436-F251-1B09A71B0C01}"/>
          </ac:spMkLst>
        </pc:spChg>
        <pc:spChg chg="mod">
          <ac:chgData name="Gera Weiss" userId="f0aa0173-552d-4808-9782-d425e6aaf8d9" providerId="ADAL" clId="{EDA2799C-4DF6-4C7F-A188-D2CA76D4787F}" dt="2025-06-23T08:22:11.378" v="605" actId="403"/>
          <ac:spMkLst>
            <pc:docMk/>
            <pc:sldMk cId="3039317110" sldId="498"/>
            <ac:spMk id="15" creationId="{4F5ADD92-DBC6-39BC-F5C6-D6E9BABDB078}"/>
          </ac:spMkLst>
        </pc:spChg>
        <pc:spChg chg="mod">
          <ac:chgData name="Gera Weiss" userId="f0aa0173-552d-4808-9782-d425e6aaf8d9" providerId="ADAL" clId="{EDA2799C-4DF6-4C7F-A188-D2CA76D4787F}" dt="2025-06-23T08:22:11.378" v="605" actId="403"/>
          <ac:spMkLst>
            <pc:docMk/>
            <pc:sldMk cId="3039317110" sldId="498"/>
            <ac:spMk id="16" creationId="{16BBB259-72C7-7F1D-C87A-4AC266853CB5}"/>
          </ac:spMkLst>
        </pc:spChg>
        <pc:spChg chg="mod">
          <ac:chgData name="Gera Weiss" userId="f0aa0173-552d-4808-9782-d425e6aaf8d9" providerId="ADAL" clId="{EDA2799C-4DF6-4C7F-A188-D2CA76D4787F}" dt="2025-06-23T08:22:11.378" v="605" actId="403"/>
          <ac:spMkLst>
            <pc:docMk/>
            <pc:sldMk cId="3039317110" sldId="498"/>
            <ac:spMk id="18" creationId="{C1FC707A-59C9-DF58-D70D-5FADFBF3C376}"/>
          </ac:spMkLst>
        </pc:spChg>
        <pc:spChg chg="mod">
          <ac:chgData name="Gera Weiss" userId="f0aa0173-552d-4808-9782-d425e6aaf8d9" providerId="ADAL" clId="{EDA2799C-4DF6-4C7F-A188-D2CA76D4787F}" dt="2025-06-23T08:22:11.378" v="605" actId="403"/>
          <ac:spMkLst>
            <pc:docMk/>
            <pc:sldMk cId="3039317110" sldId="498"/>
            <ac:spMk id="22" creationId="{42358DEC-9FD3-26E2-9F82-FEDEFAE988E6}"/>
          </ac:spMkLst>
        </pc:spChg>
        <pc:spChg chg="mod">
          <ac:chgData name="Gera Weiss" userId="f0aa0173-552d-4808-9782-d425e6aaf8d9" providerId="ADAL" clId="{EDA2799C-4DF6-4C7F-A188-D2CA76D4787F}" dt="2025-06-23T08:22:11.378" v="605" actId="403"/>
          <ac:spMkLst>
            <pc:docMk/>
            <pc:sldMk cId="3039317110" sldId="498"/>
            <ac:spMk id="24" creationId="{84C88AB3-2C45-0D3F-99F0-082BDC34E376}"/>
          </ac:spMkLst>
        </pc:spChg>
        <pc:spChg chg="mod">
          <ac:chgData name="Gera Weiss" userId="f0aa0173-552d-4808-9782-d425e6aaf8d9" providerId="ADAL" clId="{EDA2799C-4DF6-4C7F-A188-D2CA76D4787F}" dt="2025-06-23T08:22:11.378" v="605" actId="403"/>
          <ac:spMkLst>
            <pc:docMk/>
            <pc:sldMk cId="3039317110" sldId="498"/>
            <ac:spMk id="25" creationId="{924BEDA3-3878-0867-1326-F6933340868E}"/>
          </ac:spMkLst>
        </pc:spChg>
        <pc:spChg chg="add mod">
          <ac:chgData name="Gera Weiss" userId="f0aa0173-552d-4808-9782-d425e6aaf8d9" providerId="ADAL" clId="{EDA2799C-4DF6-4C7F-A188-D2CA76D4787F}" dt="2025-06-23T08:25:32.135" v="642" actId="14100"/>
          <ac:spMkLst>
            <pc:docMk/>
            <pc:sldMk cId="3039317110" sldId="498"/>
            <ac:spMk id="32" creationId="{1EBCA772-4993-CF58-1FBA-AC9E2E52D6C8}"/>
          </ac:spMkLst>
        </pc:spChg>
        <pc:spChg chg="add mod">
          <ac:chgData name="Gera Weiss" userId="f0aa0173-552d-4808-9782-d425e6aaf8d9" providerId="ADAL" clId="{EDA2799C-4DF6-4C7F-A188-D2CA76D4787F}" dt="2025-06-23T08:25:55.950" v="645" actId="1582"/>
          <ac:spMkLst>
            <pc:docMk/>
            <pc:sldMk cId="3039317110" sldId="498"/>
            <ac:spMk id="33" creationId="{C3972FCB-5CF0-F482-1B13-0B94B7C1DE03}"/>
          </ac:spMkLst>
        </pc:spChg>
        <pc:spChg chg="add mod">
          <ac:chgData name="Gera Weiss" userId="f0aa0173-552d-4808-9782-d425e6aaf8d9" providerId="ADAL" clId="{EDA2799C-4DF6-4C7F-A188-D2CA76D4787F}" dt="2025-06-23T08:25:55.950" v="645" actId="1582"/>
          <ac:spMkLst>
            <pc:docMk/>
            <pc:sldMk cId="3039317110" sldId="498"/>
            <ac:spMk id="34" creationId="{CB911645-1961-0BBF-A3B3-17D02240AA66}"/>
          </ac:spMkLst>
        </pc:spChg>
        <pc:spChg chg="add mod">
          <ac:chgData name="Gera Weiss" userId="f0aa0173-552d-4808-9782-d425e6aaf8d9" providerId="ADAL" clId="{EDA2799C-4DF6-4C7F-A188-D2CA76D4787F}" dt="2025-06-23T08:25:55.950" v="645" actId="1582"/>
          <ac:spMkLst>
            <pc:docMk/>
            <pc:sldMk cId="3039317110" sldId="498"/>
            <ac:spMk id="35" creationId="{E737FC8C-DC76-2E7E-80A2-139C2CE568AB}"/>
          </ac:spMkLst>
        </pc:spChg>
        <pc:spChg chg="add mod">
          <ac:chgData name="Gera Weiss" userId="f0aa0173-552d-4808-9782-d425e6aaf8d9" providerId="ADAL" clId="{EDA2799C-4DF6-4C7F-A188-D2CA76D4787F}" dt="2025-06-23T08:25:55.950" v="645" actId="1582"/>
          <ac:spMkLst>
            <pc:docMk/>
            <pc:sldMk cId="3039317110" sldId="498"/>
            <ac:spMk id="36" creationId="{5AF7D118-F570-BF17-6E46-93C0AC77E864}"/>
          </ac:spMkLst>
        </pc:spChg>
        <pc:spChg chg="add mod">
          <ac:chgData name="Gera Weiss" userId="f0aa0173-552d-4808-9782-d425e6aaf8d9" providerId="ADAL" clId="{EDA2799C-4DF6-4C7F-A188-D2CA76D4787F}" dt="2025-06-23T08:25:18.300" v="640" actId="948"/>
          <ac:spMkLst>
            <pc:docMk/>
            <pc:sldMk cId="3039317110" sldId="498"/>
            <ac:spMk id="47" creationId="{65DC1D10-578C-9D09-0F4F-C196A36F105E}"/>
          </ac:spMkLst>
        </pc:spChg>
        <pc:spChg chg="add mod">
          <ac:chgData name="Gera Weiss" userId="f0aa0173-552d-4808-9782-d425e6aaf8d9" providerId="ADAL" clId="{EDA2799C-4DF6-4C7F-A188-D2CA76D4787F}" dt="2025-06-23T08:25:18.300" v="640" actId="948"/>
          <ac:spMkLst>
            <pc:docMk/>
            <pc:sldMk cId="3039317110" sldId="498"/>
            <ac:spMk id="48" creationId="{63344CF6-7A6B-1BD6-37D4-26E6F3B28AB2}"/>
          </ac:spMkLst>
        </pc:spChg>
        <pc:spChg chg="add mod">
          <ac:chgData name="Gera Weiss" userId="f0aa0173-552d-4808-9782-d425e6aaf8d9" providerId="ADAL" clId="{EDA2799C-4DF6-4C7F-A188-D2CA76D4787F}" dt="2025-06-23T08:25:18.300" v="640" actId="948"/>
          <ac:spMkLst>
            <pc:docMk/>
            <pc:sldMk cId="3039317110" sldId="498"/>
            <ac:spMk id="49" creationId="{19BFBBB1-5328-DAFD-06BC-9A8A9B4C6966}"/>
          </ac:spMkLst>
        </pc:spChg>
        <pc:spChg chg="add mod">
          <ac:chgData name="Gera Weiss" userId="f0aa0173-552d-4808-9782-d425e6aaf8d9" providerId="ADAL" clId="{EDA2799C-4DF6-4C7F-A188-D2CA76D4787F}" dt="2025-06-23T08:25:18.300" v="640" actId="948"/>
          <ac:spMkLst>
            <pc:docMk/>
            <pc:sldMk cId="3039317110" sldId="498"/>
            <ac:spMk id="50" creationId="{D3C59542-1BBB-C5AD-6FBE-6319D1FD705F}"/>
          </ac:spMkLst>
        </pc:spChg>
        <pc:spChg chg="add mod">
          <ac:chgData name="Gera Weiss" userId="f0aa0173-552d-4808-9782-d425e6aaf8d9" providerId="ADAL" clId="{EDA2799C-4DF6-4C7F-A188-D2CA76D4787F}" dt="2025-06-23T08:25:18.300" v="640" actId="948"/>
          <ac:spMkLst>
            <pc:docMk/>
            <pc:sldMk cId="3039317110" sldId="498"/>
            <ac:spMk id="51" creationId="{4943B233-CEBB-EC99-827C-6ED27262C2F3}"/>
          </ac:spMkLst>
        </pc:spChg>
        <pc:spChg chg="mod">
          <ac:chgData name="Gera Weiss" userId="f0aa0173-552d-4808-9782-d425e6aaf8d9" providerId="ADAL" clId="{EDA2799C-4DF6-4C7F-A188-D2CA76D4787F}" dt="2025-06-23T08:24:50.921" v="632" actId="1076"/>
          <ac:spMkLst>
            <pc:docMk/>
            <pc:sldMk cId="3039317110" sldId="498"/>
            <ac:spMk id="52" creationId="{DE3E4581-7E53-044B-F5D2-FEB8950101CC}"/>
          </ac:spMkLst>
        </pc:spChg>
        <pc:spChg chg="add mod">
          <ac:chgData name="Gera Weiss" userId="f0aa0173-552d-4808-9782-d425e6aaf8d9" providerId="ADAL" clId="{EDA2799C-4DF6-4C7F-A188-D2CA76D4787F}" dt="2025-06-23T08:25:18.300" v="640" actId="948"/>
          <ac:spMkLst>
            <pc:docMk/>
            <pc:sldMk cId="3039317110" sldId="498"/>
            <ac:spMk id="54" creationId="{C046B0AF-B709-38B3-060C-F76C9D2AB767}"/>
          </ac:spMkLst>
        </pc:spChg>
        <pc:grpChg chg="del mod">
          <ac:chgData name="Gera Weiss" userId="f0aa0173-552d-4808-9782-d425e6aaf8d9" providerId="ADAL" clId="{EDA2799C-4DF6-4C7F-A188-D2CA76D4787F}" dt="2025-06-23T08:24:19.998" v="621" actId="478"/>
          <ac:grpSpMkLst>
            <pc:docMk/>
            <pc:sldMk cId="3039317110" sldId="498"/>
            <ac:grpSpMk id="8" creationId="{2EE4162F-7627-61A4-2C5B-E62853265A95}"/>
          </ac:grpSpMkLst>
        </pc:grpChg>
        <pc:grpChg chg="mod">
          <ac:chgData name="Gera Weiss" userId="f0aa0173-552d-4808-9782-d425e6aaf8d9" providerId="ADAL" clId="{EDA2799C-4DF6-4C7F-A188-D2CA76D4787F}" dt="2025-06-23T08:24:31.505" v="626" actId="14100"/>
          <ac:grpSpMkLst>
            <pc:docMk/>
            <pc:sldMk cId="3039317110" sldId="498"/>
            <ac:grpSpMk id="55" creationId="{85AAD4B4-3E7C-96C3-92A0-8E7C67133071}"/>
          </ac:grpSpMkLst>
        </pc:grpChg>
        <pc:graphicFrameChg chg="add del mod">
          <ac:chgData name="Gera Weiss" userId="f0aa0173-552d-4808-9782-d425e6aaf8d9" providerId="ADAL" clId="{EDA2799C-4DF6-4C7F-A188-D2CA76D4787F}" dt="2025-06-23T08:25:35.395" v="643" actId="478"/>
          <ac:graphicFrameMkLst>
            <pc:docMk/>
            <pc:sldMk cId="3039317110" sldId="498"/>
            <ac:graphicFrameMk id="30" creationId="{3A9A7C18-0D7D-B46D-14EA-7620B48E394B}"/>
          </ac:graphicFrameMkLst>
        </pc:graphicFrameChg>
        <pc:graphicFrameChg chg="add del mod">
          <ac:chgData name="Gera Weiss" userId="f0aa0173-552d-4808-9782-d425e6aaf8d9" providerId="ADAL" clId="{EDA2799C-4DF6-4C7F-A188-D2CA76D4787F}" dt="2025-06-23T08:25:38.042" v="644" actId="478"/>
          <ac:graphicFrameMkLst>
            <pc:docMk/>
            <pc:sldMk cId="3039317110" sldId="498"/>
            <ac:graphicFrameMk id="31" creationId="{CFA3E4A6-F7A8-5920-8EDD-82B1CC593D61}"/>
          </ac:graphicFrameMkLst>
        </pc:graphicFrameChg>
        <pc:graphicFrameChg chg="add mod modGraphic">
          <ac:chgData name="Gera Weiss" userId="f0aa0173-552d-4808-9782-d425e6aaf8d9" providerId="ADAL" clId="{EDA2799C-4DF6-4C7F-A188-D2CA76D4787F}" dt="2025-06-23T08:28:36.932" v="655"/>
          <ac:graphicFrameMkLst>
            <pc:docMk/>
            <pc:sldMk cId="3039317110" sldId="498"/>
            <ac:graphicFrameMk id="58" creationId="{C765911B-84AE-038D-DA39-04EC2FD73858}"/>
          </ac:graphicFrameMkLst>
        </pc:graphicFrameChg>
        <pc:picChg chg="add del">
          <ac:chgData name="Gera Weiss" userId="f0aa0173-552d-4808-9782-d425e6aaf8d9" providerId="ADAL" clId="{EDA2799C-4DF6-4C7F-A188-D2CA76D4787F}" dt="2025-06-23T08:19:55.667" v="578" actId="478"/>
          <ac:picMkLst>
            <pc:docMk/>
            <pc:sldMk cId="3039317110" sldId="498"/>
            <ac:picMk id="7" creationId="{C55372E1-9668-976E-4E20-25117C4C3472}"/>
          </ac:picMkLst>
        </pc:picChg>
        <pc:picChg chg="add mod">
          <ac:chgData name="Gera Weiss" userId="f0aa0173-552d-4808-9782-d425e6aaf8d9" providerId="ADAL" clId="{EDA2799C-4DF6-4C7F-A188-D2CA76D4787F}" dt="2025-06-23T08:22:31.424" v="609" actId="1076"/>
          <ac:picMkLst>
            <pc:docMk/>
            <pc:sldMk cId="3039317110" sldId="498"/>
            <ac:picMk id="29" creationId="{3D326546-0F5E-0968-A526-520BED139CC6}"/>
          </ac:picMkLst>
        </pc:picChg>
        <pc:cxnChg chg="mod">
          <ac:chgData name="Gera Weiss" userId="f0aa0173-552d-4808-9782-d425e6aaf8d9" providerId="ADAL" clId="{EDA2799C-4DF6-4C7F-A188-D2CA76D4787F}" dt="2025-06-23T08:24:19.998" v="621" actId="478"/>
          <ac:cxnSpMkLst>
            <pc:docMk/>
            <pc:sldMk cId="3039317110" sldId="498"/>
            <ac:cxnSpMk id="11" creationId="{A507775B-C924-AB56-AC5C-8E80CBE0ED87}"/>
          </ac:cxnSpMkLst>
        </pc:cxnChg>
        <pc:cxnChg chg="mod">
          <ac:chgData name="Gera Weiss" userId="f0aa0173-552d-4808-9782-d425e6aaf8d9" providerId="ADAL" clId="{EDA2799C-4DF6-4C7F-A188-D2CA76D4787F}" dt="2025-06-23T08:24:19.998" v="621" actId="478"/>
          <ac:cxnSpMkLst>
            <pc:docMk/>
            <pc:sldMk cId="3039317110" sldId="498"/>
            <ac:cxnSpMk id="12" creationId="{322F5375-DC1C-C7C5-A7F5-3B95CDF45ACC}"/>
          </ac:cxnSpMkLst>
        </pc:cxnChg>
        <pc:cxnChg chg="mod">
          <ac:chgData name="Gera Weiss" userId="f0aa0173-552d-4808-9782-d425e6aaf8d9" providerId="ADAL" clId="{EDA2799C-4DF6-4C7F-A188-D2CA76D4787F}" dt="2025-06-23T08:24:19.998" v="621" actId="478"/>
          <ac:cxnSpMkLst>
            <pc:docMk/>
            <pc:sldMk cId="3039317110" sldId="498"/>
            <ac:cxnSpMk id="17" creationId="{E0AD18F9-2ED3-29D1-3AEC-1395FE2F765E}"/>
          </ac:cxnSpMkLst>
        </pc:cxnChg>
        <pc:cxnChg chg="mod">
          <ac:chgData name="Gera Weiss" userId="f0aa0173-552d-4808-9782-d425e6aaf8d9" providerId="ADAL" clId="{EDA2799C-4DF6-4C7F-A188-D2CA76D4787F}" dt="2025-06-23T08:24:19.998" v="621" actId="478"/>
          <ac:cxnSpMkLst>
            <pc:docMk/>
            <pc:sldMk cId="3039317110" sldId="498"/>
            <ac:cxnSpMk id="19" creationId="{28534CD7-2855-3D6C-88A7-B79E003D72A7}"/>
          </ac:cxnSpMkLst>
        </pc:cxnChg>
        <pc:cxnChg chg="mod">
          <ac:chgData name="Gera Weiss" userId="f0aa0173-552d-4808-9782-d425e6aaf8d9" providerId="ADAL" clId="{EDA2799C-4DF6-4C7F-A188-D2CA76D4787F}" dt="2025-06-23T08:24:19.998" v="621" actId="478"/>
          <ac:cxnSpMkLst>
            <pc:docMk/>
            <pc:sldMk cId="3039317110" sldId="498"/>
            <ac:cxnSpMk id="20" creationId="{E599AD78-B879-65A8-2A17-766AFD232F87}"/>
          </ac:cxnSpMkLst>
        </pc:cxnChg>
        <pc:cxnChg chg="mod">
          <ac:chgData name="Gera Weiss" userId="f0aa0173-552d-4808-9782-d425e6aaf8d9" providerId="ADAL" clId="{EDA2799C-4DF6-4C7F-A188-D2CA76D4787F}" dt="2025-06-23T08:24:19.998" v="621" actId="478"/>
          <ac:cxnSpMkLst>
            <pc:docMk/>
            <pc:sldMk cId="3039317110" sldId="498"/>
            <ac:cxnSpMk id="21" creationId="{65365E07-469E-906F-7A4E-62BE204F16A4}"/>
          </ac:cxnSpMkLst>
        </pc:cxnChg>
        <pc:cxnChg chg="mod">
          <ac:chgData name="Gera Weiss" userId="f0aa0173-552d-4808-9782-d425e6aaf8d9" providerId="ADAL" clId="{EDA2799C-4DF6-4C7F-A188-D2CA76D4787F}" dt="2025-06-23T08:24:19.998" v="621" actId="478"/>
          <ac:cxnSpMkLst>
            <pc:docMk/>
            <pc:sldMk cId="3039317110" sldId="498"/>
            <ac:cxnSpMk id="23" creationId="{ABDE05C3-01F9-D3C4-138E-F11150407A55}"/>
          </ac:cxnSpMkLst>
        </pc:cxnChg>
        <pc:cxnChg chg="mod">
          <ac:chgData name="Gera Weiss" userId="f0aa0173-552d-4808-9782-d425e6aaf8d9" providerId="ADAL" clId="{EDA2799C-4DF6-4C7F-A188-D2CA76D4787F}" dt="2025-06-23T08:24:19.998" v="621" actId="478"/>
          <ac:cxnSpMkLst>
            <pc:docMk/>
            <pc:sldMk cId="3039317110" sldId="498"/>
            <ac:cxnSpMk id="26" creationId="{6EF9F614-A62A-2C2B-C89E-66D07C0B932A}"/>
          </ac:cxnSpMkLst>
        </pc:cxnChg>
        <pc:cxnChg chg="mod">
          <ac:chgData name="Gera Weiss" userId="f0aa0173-552d-4808-9782-d425e6aaf8d9" providerId="ADAL" clId="{EDA2799C-4DF6-4C7F-A188-D2CA76D4787F}" dt="2025-06-23T08:24:19.998" v="621" actId="478"/>
          <ac:cxnSpMkLst>
            <pc:docMk/>
            <pc:sldMk cId="3039317110" sldId="498"/>
            <ac:cxnSpMk id="27" creationId="{E21EE26B-CA2F-C35C-C38F-4DA056073654}"/>
          </ac:cxnSpMkLst>
        </pc:cxnChg>
        <pc:cxnChg chg="mod">
          <ac:chgData name="Gera Weiss" userId="f0aa0173-552d-4808-9782-d425e6aaf8d9" providerId="ADAL" clId="{EDA2799C-4DF6-4C7F-A188-D2CA76D4787F}" dt="2025-06-23T08:27:06.522" v="648" actId="692"/>
          <ac:cxnSpMkLst>
            <pc:docMk/>
            <pc:sldMk cId="3039317110" sldId="498"/>
            <ac:cxnSpMk id="37" creationId="{4D695F5A-B94A-7761-D8F2-896A9206A8F3}"/>
          </ac:cxnSpMkLst>
        </pc:cxnChg>
        <pc:cxnChg chg="mod">
          <ac:chgData name="Gera Weiss" userId="f0aa0173-552d-4808-9782-d425e6aaf8d9" providerId="ADAL" clId="{EDA2799C-4DF6-4C7F-A188-D2CA76D4787F}" dt="2025-06-23T08:27:06.522" v="648" actId="692"/>
          <ac:cxnSpMkLst>
            <pc:docMk/>
            <pc:sldMk cId="3039317110" sldId="498"/>
            <ac:cxnSpMk id="38" creationId="{E6364CF4-84E6-B51B-A222-6110078246A4}"/>
          </ac:cxnSpMkLst>
        </pc:cxnChg>
        <pc:cxnChg chg="mod">
          <ac:chgData name="Gera Weiss" userId="f0aa0173-552d-4808-9782-d425e6aaf8d9" providerId="ADAL" clId="{EDA2799C-4DF6-4C7F-A188-D2CA76D4787F}" dt="2025-06-23T08:27:06.522" v="648" actId="692"/>
          <ac:cxnSpMkLst>
            <pc:docMk/>
            <pc:sldMk cId="3039317110" sldId="498"/>
            <ac:cxnSpMk id="39" creationId="{F2D4A621-7EE4-BBE2-4CF9-1DCA4E533849}"/>
          </ac:cxnSpMkLst>
        </pc:cxnChg>
        <pc:cxnChg chg="mod">
          <ac:chgData name="Gera Weiss" userId="f0aa0173-552d-4808-9782-d425e6aaf8d9" providerId="ADAL" clId="{EDA2799C-4DF6-4C7F-A188-D2CA76D4787F}" dt="2025-06-23T08:27:06.522" v="648" actId="692"/>
          <ac:cxnSpMkLst>
            <pc:docMk/>
            <pc:sldMk cId="3039317110" sldId="498"/>
            <ac:cxnSpMk id="40" creationId="{C6923AF5-13A8-EC5B-24DE-AB5A35FEA6B8}"/>
          </ac:cxnSpMkLst>
        </pc:cxnChg>
        <pc:cxnChg chg="mod">
          <ac:chgData name="Gera Weiss" userId="f0aa0173-552d-4808-9782-d425e6aaf8d9" providerId="ADAL" clId="{EDA2799C-4DF6-4C7F-A188-D2CA76D4787F}" dt="2025-06-23T08:27:06.522" v="648" actId="692"/>
          <ac:cxnSpMkLst>
            <pc:docMk/>
            <pc:sldMk cId="3039317110" sldId="498"/>
            <ac:cxnSpMk id="41" creationId="{21C14C07-E01F-E087-42AF-4D3617705235}"/>
          </ac:cxnSpMkLst>
        </pc:cxnChg>
        <pc:cxnChg chg="mod">
          <ac:chgData name="Gera Weiss" userId="f0aa0173-552d-4808-9782-d425e6aaf8d9" providerId="ADAL" clId="{EDA2799C-4DF6-4C7F-A188-D2CA76D4787F}" dt="2025-06-23T08:27:06.522" v="648" actId="692"/>
          <ac:cxnSpMkLst>
            <pc:docMk/>
            <pc:sldMk cId="3039317110" sldId="498"/>
            <ac:cxnSpMk id="42" creationId="{0E06F711-3414-DD50-1EAA-CE0D290DD717}"/>
          </ac:cxnSpMkLst>
        </pc:cxnChg>
        <pc:cxnChg chg="mod">
          <ac:chgData name="Gera Weiss" userId="f0aa0173-552d-4808-9782-d425e6aaf8d9" providerId="ADAL" clId="{EDA2799C-4DF6-4C7F-A188-D2CA76D4787F}" dt="2025-06-23T08:27:06.522" v="648" actId="692"/>
          <ac:cxnSpMkLst>
            <pc:docMk/>
            <pc:sldMk cId="3039317110" sldId="498"/>
            <ac:cxnSpMk id="43" creationId="{4D471FD6-CF1C-F8F6-519B-368617C97B5B}"/>
          </ac:cxnSpMkLst>
        </pc:cxnChg>
        <pc:cxnChg chg="mod">
          <ac:chgData name="Gera Weiss" userId="f0aa0173-552d-4808-9782-d425e6aaf8d9" providerId="ADAL" clId="{EDA2799C-4DF6-4C7F-A188-D2CA76D4787F}" dt="2025-06-23T08:27:06.522" v="648" actId="692"/>
          <ac:cxnSpMkLst>
            <pc:docMk/>
            <pc:sldMk cId="3039317110" sldId="498"/>
            <ac:cxnSpMk id="44" creationId="{C805A86C-C1D6-70B5-63C3-EA8F68D96F87}"/>
          </ac:cxnSpMkLst>
        </pc:cxnChg>
        <pc:cxnChg chg="mod">
          <ac:chgData name="Gera Weiss" userId="f0aa0173-552d-4808-9782-d425e6aaf8d9" providerId="ADAL" clId="{EDA2799C-4DF6-4C7F-A188-D2CA76D4787F}" dt="2025-06-23T08:27:06.522" v="648" actId="692"/>
          <ac:cxnSpMkLst>
            <pc:docMk/>
            <pc:sldMk cId="3039317110" sldId="498"/>
            <ac:cxnSpMk id="45" creationId="{719CC5C0-A671-C526-E10A-9C3B372CFF7D}"/>
          </ac:cxnSpMkLst>
        </pc:cxnChg>
        <pc:cxnChg chg="mod">
          <ac:chgData name="Gera Weiss" userId="f0aa0173-552d-4808-9782-d425e6aaf8d9" providerId="ADAL" clId="{EDA2799C-4DF6-4C7F-A188-D2CA76D4787F}" dt="2025-06-23T08:27:06.522" v="648" actId="692"/>
          <ac:cxnSpMkLst>
            <pc:docMk/>
            <pc:sldMk cId="3039317110" sldId="498"/>
            <ac:cxnSpMk id="46" creationId="{FEB6F91B-A1FD-234D-CB70-7FF12A3E39F2}"/>
          </ac:cxnSpMkLst>
        </pc:cxnChg>
      </pc:sldChg>
      <pc:sldChg chg="addSp delSp modSp add mod">
        <pc:chgData name="Gera Weiss" userId="f0aa0173-552d-4808-9782-d425e6aaf8d9" providerId="ADAL" clId="{EDA2799C-4DF6-4C7F-A188-D2CA76D4787F}" dt="2025-06-23T08:53:05.345" v="756" actId="14100"/>
        <pc:sldMkLst>
          <pc:docMk/>
          <pc:sldMk cId="3992870323" sldId="499"/>
        </pc:sldMkLst>
        <pc:spChg chg="del mod">
          <ac:chgData name="Gera Weiss" userId="f0aa0173-552d-4808-9782-d425e6aaf8d9" providerId="ADAL" clId="{EDA2799C-4DF6-4C7F-A188-D2CA76D4787F}" dt="2025-06-23T08:51:36.377" v="715" actId="478"/>
          <ac:spMkLst>
            <pc:docMk/>
            <pc:sldMk cId="3992870323" sldId="499"/>
            <ac:spMk id="5" creationId="{4EEF25A9-22B1-845D-079D-3AE51E979B52}"/>
          </ac:spMkLst>
        </pc:spChg>
        <pc:spChg chg="mod">
          <ac:chgData name="Gera Weiss" userId="f0aa0173-552d-4808-9782-d425e6aaf8d9" providerId="ADAL" clId="{EDA2799C-4DF6-4C7F-A188-D2CA76D4787F}" dt="2025-06-23T08:30:14.554" v="662" actId="1582"/>
          <ac:spMkLst>
            <pc:docMk/>
            <pc:sldMk cId="3992870323" sldId="499"/>
            <ac:spMk id="9" creationId="{E598238E-1BF2-3969-4EFC-BD45A251359F}"/>
          </ac:spMkLst>
        </pc:spChg>
        <pc:spChg chg="mod">
          <ac:chgData name="Gera Weiss" userId="f0aa0173-552d-4808-9782-d425e6aaf8d9" providerId="ADAL" clId="{EDA2799C-4DF6-4C7F-A188-D2CA76D4787F}" dt="2025-06-23T08:30:32.911" v="663" actId="1582"/>
          <ac:spMkLst>
            <pc:docMk/>
            <pc:sldMk cId="3992870323" sldId="499"/>
            <ac:spMk id="10" creationId="{D0F43F27-54E8-357C-9A09-B183FD61B75D}"/>
          </ac:spMkLst>
        </pc:spChg>
        <pc:spChg chg="mod">
          <ac:chgData name="Gera Weiss" userId="f0aa0173-552d-4808-9782-d425e6aaf8d9" providerId="ADAL" clId="{EDA2799C-4DF6-4C7F-A188-D2CA76D4787F}" dt="2025-06-23T08:30:14.554" v="662" actId="1582"/>
          <ac:spMkLst>
            <pc:docMk/>
            <pc:sldMk cId="3992870323" sldId="499"/>
            <ac:spMk id="16" creationId="{8CF675F5-E531-A0A8-BD75-950638343497}"/>
          </ac:spMkLst>
        </pc:spChg>
        <pc:spChg chg="mod">
          <ac:chgData name="Gera Weiss" userId="f0aa0173-552d-4808-9782-d425e6aaf8d9" providerId="ADAL" clId="{EDA2799C-4DF6-4C7F-A188-D2CA76D4787F}" dt="2025-06-23T08:30:14.554" v="662" actId="1582"/>
          <ac:spMkLst>
            <pc:docMk/>
            <pc:sldMk cId="3992870323" sldId="499"/>
            <ac:spMk id="25" creationId="{2695EA57-790F-2351-C169-F354F1C07018}"/>
          </ac:spMkLst>
        </pc:spChg>
        <pc:spChg chg="mod">
          <ac:chgData name="Gera Weiss" userId="f0aa0173-552d-4808-9782-d425e6aaf8d9" providerId="ADAL" clId="{EDA2799C-4DF6-4C7F-A188-D2CA76D4787F}" dt="2025-06-23T08:50:13.726" v="693" actId="1076"/>
          <ac:spMkLst>
            <pc:docMk/>
            <pc:sldMk cId="3992870323" sldId="499"/>
            <ac:spMk id="28" creationId="{529BBFAF-682B-640E-0E8B-1A86B50425E9}"/>
          </ac:spMkLst>
        </pc:spChg>
        <pc:spChg chg="mod">
          <ac:chgData name="Gera Weiss" userId="f0aa0173-552d-4808-9782-d425e6aaf8d9" providerId="ADAL" clId="{EDA2799C-4DF6-4C7F-A188-D2CA76D4787F}" dt="2025-06-23T08:50:02.432" v="689" actId="1076"/>
          <ac:spMkLst>
            <pc:docMk/>
            <pc:sldMk cId="3992870323" sldId="499"/>
            <ac:spMk id="39" creationId="{2891AD3F-54E8-5D04-AC39-72E65F9B2DF2}"/>
          </ac:spMkLst>
        </pc:spChg>
        <pc:spChg chg="mod">
          <ac:chgData name="Gera Weiss" userId="f0aa0173-552d-4808-9782-d425e6aaf8d9" providerId="ADAL" clId="{EDA2799C-4DF6-4C7F-A188-D2CA76D4787F}" dt="2025-06-23T08:49:39.498" v="681" actId="27803"/>
          <ac:spMkLst>
            <pc:docMk/>
            <pc:sldMk cId="3992870323" sldId="499"/>
            <ac:spMk id="42" creationId="{3ECABE26-B9B0-CC79-57B9-6E74D5B36DCB}"/>
          </ac:spMkLst>
        </pc:spChg>
        <pc:spChg chg="mod">
          <ac:chgData name="Gera Weiss" userId="f0aa0173-552d-4808-9782-d425e6aaf8d9" providerId="ADAL" clId="{EDA2799C-4DF6-4C7F-A188-D2CA76D4787F}" dt="2025-06-23T08:50:10.811" v="692" actId="1076"/>
          <ac:spMkLst>
            <pc:docMk/>
            <pc:sldMk cId="3992870323" sldId="499"/>
            <ac:spMk id="46" creationId="{A1B327DA-4332-420E-5215-E4E3715B3E39}"/>
          </ac:spMkLst>
        </pc:spChg>
        <pc:spChg chg="mod">
          <ac:chgData name="Gera Weiss" userId="f0aa0173-552d-4808-9782-d425e6aaf8d9" providerId="ADAL" clId="{EDA2799C-4DF6-4C7F-A188-D2CA76D4787F}" dt="2025-06-23T08:49:39.498" v="681" actId="27803"/>
          <ac:spMkLst>
            <pc:docMk/>
            <pc:sldMk cId="3992870323" sldId="499"/>
            <ac:spMk id="51" creationId="{939246EE-9D96-B1D8-D31E-DE9FDE1642F9}"/>
          </ac:spMkLst>
        </pc:spChg>
        <pc:spChg chg="mod">
          <ac:chgData name="Gera Weiss" userId="f0aa0173-552d-4808-9782-d425e6aaf8d9" providerId="ADAL" clId="{EDA2799C-4DF6-4C7F-A188-D2CA76D4787F}" dt="2025-06-23T08:50:04.799" v="690" actId="1076"/>
          <ac:spMkLst>
            <pc:docMk/>
            <pc:sldMk cId="3992870323" sldId="499"/>
            <ac:spMk id="62" creationId="{088622FA-F3C2-DB51-3579-B1D075CB98B5}"/>
          </ac:spMkLst>
        </pc:spChg>
        <pc:spChg chg="mod">
          <ac:chgData name="Gera Weiss" userId="f0aa0173-552d-4808-9782-d425e6aaf8d9" providerId="ADAL" clId="{EDA2799C-4DF6-4C7F-A188-D2CA76D4787F}" dt="2025-06-23T08:49:39.498" v="681" actId="27803"/>
          <ac:spMkLst>
            <pc:docMk/>
            <pc:sldMk cId="3992870323" sldId="499"/>
            <ac:spMk id="67" creationId="{1399A89D-19AE-B35E-2E99-F00B76111F0F}"/>
          </ac:spMkLst>
        </pc:spChg>
        <pc:spChg chg="mod">
          <ac:chgData name="Gera Weiss" userId="f0aa0173-552d-4808-9782-d425e6aaf8d9" providerId="ADAL" clId="{EDA2799C-4DF6-4C7F-A188-D2CA76D4787F}" dt="2025-06-23T08:49:39.498" v="681" actId="27803"/>
          <ac:spMkLst>
            <pc:docMk/>
            <pc:sldMk cId="3992870323" sldId="499"/>
            <ac:spMk id="68" creationId="{FB8243B8-3EBD-DA5B-4068-D196C2DD2FC6}"/>
          </ac:spMkLst>
        </pc:spChg>
        <pc:spChg chg="mod">
          <ac:chgData name="Gera Weiss" userId="f0aa0173-552d-4808-9782-d425e6aaf8d9" providerId="ADAL" clId="{EDA2799C-4DF6-4C7F-A188-D2CA76D4787F}" dt="2025-06-23T08:50:08.069" v="691" actId="1076"/>
          <ac:spMkLst>
            <pc:docMk/>
            <pc:sldMk cId="3992870323" sldId="499"/>
            <ac:spMk id="69" creationId="{10E77714-9048-E58B-84E4-4E6627FFC80D}"/>
          </ac:spMkLst>
        </pc:spChg>
        <pc:spChg chg="mod">
          <ac:chgData name="Gera Weiss" userId="f0aa0173-552d-4808-9782-d425e6aaf8d9" providerId="ADAL" clId="{EDA2799C-4DF6-4C7F-A188-D2CA76D4787F}" dt="2025-06-23T08:49:39.498" v="681" actId="27803"/>
          <ac:spMkLst>
            <pc:docMk/>
            <pc:sldMk cId="3992870323" sldId="499"/>
            <ac:spMk id="81" creationId="{F224971A-3CB8-A4D7-3727-FFDC3B9ED6DA}"/>
          </ac:spMkLst>
        </pc:spChg>
        <pc:spChg chg="mod">
          <ac:chgData name="Gera Weiss" userId="f0aa0173-552d-4808-9782-d425e6aaf8d9" providerId="ADAL" clId="{EDA2799C-4DF6-4C7F-A188-D2CA76D4787F}" dt="2025-06-23T08:49:39.498" v="681" actId="27803"/>
          <ac:spMkLst>
            <pc:docMk/>
            <pc:sldMk cId="3992870323" sldId="499"/>
            <ac:spMk id="83" creationId="{0719CC27-AD2C-92FF-91B7-0C0198A814AD}"/>
          </ac:spMkLst>
        </pc:spChg>
        <pc:spChg chg="mod">
          <ac:chgData name="Gera Weiss" userId="f0aa0173-552d-4808-9782-d425e6aaf8d9" providerId="ADAL" clId="{EDA2799C-4DF6-4C7F-A188-D2CA76D4787F}" dt="2025-06-23T08:49:39.498" v="681" actId="27803"/>
          <ac:spMkLst>
            <pc:docMk/>
            <pc:sldMk cId="3992870323" sldId="499"/>
            <ac:spMk id="84" creationId="{398AFEF7-9929-40F4-862A-4229F4129FC2}"/>
          </ac:spMkLst>
        </pc:spChg>
        <pc:spChg chg="mod">
          <ac:chgData name="Gera Weiss" userId="f0aa0173-552d-4808-9782-d425e6aaf8d9" providerId="ADAL" clId="{EDA2799C-4DF6-4C7F-A188-D2CA76D4787F}" dt="2025-06-23T08:49:39.498" v="681" actId="27803"/>
          <ac:spMkLst>
            <pc:docMk/>
            <pc:sldMk cId="3992870323" sldId="499"/>
            <ac:spMk id="93" creationId="{E5291CBA-E31F-2196-C333-175AEDD67051}"/>
          </ac:spMkLst>
        </pc:spChg>
        <pc:spChg chg="add del mod">
          <ac:chgData name="Gera Weiss" userId="f0aa0173-552d-4808-9782-d425e6aaf8d9" providerId="ADAL" clId="{EDA2799C-4DF6-4C7F-A188-D2CA76D4787F}" dt="2025-06-23T08:52:20.273" v="718" actId="478"/>
          <ac:spMkLst>
            <pc:docMk/>
            <pc:sldMk cId="3992870323" sldId="499"/>
            <ac:spMk id="94" creationId="{CC994614-97E7-99C1-FB93-B576E16E3E3B}"/>
          </ac:spMkLst>
        </pc:spChg>
        <pc:grpChg chg="mod">
          <ac:chgData name="Gera Weiss" userId="f0aa0173-552d-4808-9782-d425e6aaf8d9" providerId="ADAL" clId="{EDA2799C-4DF6-4C7F-A188-D2CA76D4787F}" dt="2025-06-23T08:50:33.427" v="697" actId="1076"/>
          <ac:grpSpMkLst>
            <pc:docMk/>
            <pc:sldMk cId="3992870323" sldId="499"/>
            <ac:grpSpMk id="4" creationId="{E34BD6FE-8D2A-CD21-0380-27234751EBA0}"/>
          </ac:grpSpMkLst>
        </pc:grpChg>
        <pc:grpChg chg="del mod">
          <ac:chgData name="Gera Weiss" userId="f0aa0173-552d-4808-9782-d425e6aaf8d9" providerId="ADAL" clId="{EDA2799C-4DF6-4C7F-A188-D2CA76D4787F}" dt="2025-06-23T08:51:56.462" v="716" actId="478"/>
          <ac:grpSpMkLst>
            <pc:docMk/>
            <pc:sldMk cId="3992870323" sldId="499"/>
            <ac:grpSpMk id="8" creationId="{305DAB7A-63B9-8501-8DDF-0D609897588F}"/>
          </ac:grpSpMkLst>
        </pc:grpChg>
        <pc:graphicFrameChg chg="mod modGraphic">
          <ac:chgData name="Gera Weiss" userId="f0aa0173-552d-4808-9782-d425e6aaf8d9" providerId="ADAL" clId="{EDA2799C-4DF6-4C7F-A188-D2CA76D4787F}" dt="2025-06-23T08:51:22.322" v="713" actId="1076"/>
          <ac:graphicFrameMkLst>
            <pc:docMk/>
            <pc:sldMk cId="3992870323" sldId="499"/>
            <ac:graphicFrameMk id="30" creationId="{90B87866-A75D-22DB-8CE6-9B77EB425BBB}"/>
          </ac:graphicFrameMkLst>
        </pc:graphicFrameChg>
        <pc:graphicFrameChg chg="mod ord modGraphic">
          <ac:chgData name="Gera Weiss" userId="f0aa0173-552d-4808-9782-d425e6aaf8d9" providerId="ADAL" clId="{EDA2799C-4DF6-4C7F-A188-D2CA76D4787F}" dt="2025-06-23T08:51:24.818" v="714" actId="1076"/>
          <ac:graphicFrameMkLst>
            <pc:docMk/>
            <pc:sldMk cId="3992870323" sldId="499"/>
            <ac:graphicFrameMk id="31" creationId="{9543CC5A-8116-CB51-1A3F-D0F00B5BFC94}"/>
          </ac:graphicFrameMkLst>
        </pc:graphicFrameChg>
        <pc:picChg chg="add mod">
          <ac:chgData name="Gera Weiss" userId="f0aa0173-552d-4808-9782-d425e6aaf8d9" providerId="ADAL" clId="{EDA2799C-4DF6-4C7F-A188-D2CA76D4787F}" dt="2025-06-23T08:49:30.851" v="680" actId="1076"/>
          <ac:picMkLst>
            <pc:docMk/>
            <pc:sldMk cId="3992870323" sldId="499"/>
            <ac:picMk id="3" creationId="{D4BC1D63-B739-DFD9-25F3-9D7FD557FF43}"/>
          </ac:picMkLst>
        </pc:picChg>
        <pc:cxnChg chg="mod">
          <ac:chgData name="Gera Weiss" userId="f0aa0173-552d-4808-9782-d425e6aaf8d9" providerId="ADAL" clId="{EDA2799C-4DF6-4C7F-A188-D2CA76D4787F}" dt="2025-06-23T08:51:56.462" v="716" actId="478"/>
          <ac:cxnSpMkLst>
            <pc:docMk/>
            <pc:sldMk cId="3992870323" sldId="499"/>
            <ac:cxnSpMk id="11" creationId="{BD50AF86-C2F1-41E6-DE85-B4F76D55023E}"/>
          </ac:cxnSpMkLst>
        </pc:cxnChg>
        <pc:cxnChg chg="mod">
          <ac:chgData name="Gera Weiss" userId="f0aa0173-552d-4808-9782-d425e6aaf8d9" providerId="ADAL" clId="{EDA2799C-4DF6-4C7F-A188-D2CA76D4787F}" dt="2025-06-23T08:51:56.462" v="716" actId="478"/>
          <ac:cxnSpMkLst>
            <pc:docMk/>
            <pc:sldMk cId="3992870323" sldId="499"/>
            <ac:cxnSpMk id="12" creationId="{67DDA077-0D5E-75B6-B2BF-8CA11C9D3448}"/>
          </ac:cxnSpMkLst>
        </pc:cxnChg>
        <pc:cxnChg chg="mod">
          <ac:chgData name="Gera Weiss" userId="f0aa0173-552d-4808-9782-d425e6aaf8d9" providerId="ADAL" clId="{EDA2799C-4DF6-4C7F-A188-D2CA76D4787F}" dt="2025-06-23T08:51:56.462" v="716" actId="478"/>
          <ac:cxnSpMkLst>
            <pc:docMk/>
            <pc:sldMk cId="3992870323" sldId="499"/>
            <ac:cxnSpMk id="17" creationId="{C75704AA-261A-05C5-E2F7-E0D0CBA4393C}"/>
          </ac:cxnSpMkLst>
        </pc:cxnChg>
        <pc:cxnChg chg="mod">
          <ac:chgData name="Gera Weiss" userId="f0aa0173-552d-4808-9782-d425e6aaf8d9" providerId="ADAL" clId="{EDA2799C-4DF6-4C7F-A188-D2CA76D4787F}" dt="2025-06-23T08:51:56.462" v="716" actId="478"/>
          <ac:cxnSpMkLst>
            <pc:docMk/>
            <pc:sldMk cId="3992870323" sldId="499"/>
            <ac:cxnSpMk id="19" creationId="{FD0A3F3E-F755-066D-19E4-9AF53E181110}"/>
          </ac:cxnSpMkLst>
        </pc:cxnChg>
        <pc:cxnChg chg="mod">
          <ac:chgData name="Gera Weiss" userId="f0aa0173-552d-4808-9782-d425e6aaf8d9" providerId="ADAL" clId="{EDA2799C-4DF6-4C7F-A188-D2CA76D4787F}" dt="2025-06-23T08:51:56.462" v="716" actId="478"/>
          <ac:cxnSpMkLst>
            <pc:docMk/>
            <pc:sldMk cId="3992870323" sldId="499"/>
            <ac:cxnSpMk id="20" creationId="{273F3252-293C-10DB-0846-E5C60B5489F1}"/>
          </ac:cxnSpMkLst>
        </pc:cxnChg>
        <pc:cxnChg chg="mod">
          <ac:chgData name="Gera Weiss" userId="f0aa0173-552d-4808-9782-d425e6aaf8d9" providerId="ADAL" clId="{EDA2799C-4DF6-4C7F-A188-D2CA76D4787F}" dt="2025-06-23T08:51:56.462" v="716" actId="478"/>
          <ac:cxnSpMkLst>
            <pc:docMk/>
            <pc:sldMk cId="3992870323" sldId="499"/>
            <ac:cxnSpMk id="21" creationId="{C6895000-7E8A-8FE2-EE67-0E9FF65A4F47}"/>
          </ac:cxnSpMkLst>
        </pc:cxnChg>
        <pc:cxnChg chg="mod">
          <ac:chgData name="Gera Weiss" userId="f0aa0173-552d-4808-9782-d425e6aaf8d9" providerId="ADAL" clId="{EDA2799C-4DF6-4C7F-A188-D2CA76D4787F}" dt="2025-06-23T08:51:56.462" v="716" actId="478"/>
          <ac:cxnSpMkLst>
            <pc:docMk/>
            <pc:sldMk cId="3992870323" sldId="499"/>
            <ac:cxnSpMk id="23" creationId="{5C2C0F9F-282B-F979-8961-745A92EA33DD}"/>
          </ac:cxnSpMkLst>
        </pc:cxnChg>
        <pc:cxnChg chg="mod">
          <ac:chgData name="Gera Weiss" userId="f0aa0173-552d-4808-9782-d425e6aaf8d9" providerId="ADAL" clId="{EDA2799C-4DF6-4C7F-A188-D2CA76D4787F}" dt="2025-06-23T08:51:56.462" v="716" actId="478"/>
          <ac:cxnSpMkLst>
            <pc:docMk/>
            <pc:sldMk cId="3992870323" sldId="499"/>
            <ac:cxnSpMk id="26" creationId="{08F1A30D-2557-8412-2A75-81654D62CECC}"/>
          </ac:cxnSpMkLst>
        </pc:cxnChg>
        <pc:cxnChg chg="mod">
          <ac:chgData name="Gera Weiss" userId="f0aa0173-552d-4808-9782-d425e6aaf8d9" providerId="ADAL" clId="{EDA2799C-4DF6-4C7F-A188-D2CA76D4787F}" dt="2025-06-23T08:51:56.462" v="716" actId="478"/>
          <ac:cxnSpMkLst>
            <pc:docMk/>
            <pc:sldMk cId="3992870323" sldId="499"/>
            <ac:cxnSpMk id="27" creationId="{9C8A9714-5A0D-B411-8E16-D179597EDB28}"/>
          </ac:cxnSpMkLst>
        </pc:cxnChg>
        <pc:cxnChg chg="add mod">
          <ac:chgData name="Gera Weiss" userId="f0aa0173-552d-4808-9782-d425e6aaf8d9" providerId="ADAL" clId="{EDA2799C-4DF6-4C7F-A188-D2CA76D4787F}" dt="2025-06-23T08:52:48.677" v="749" actId="14100"/>
          <ac:cxnSpMkLst>
            <pc:docMk/>
            <pc:sldMk cId="3992870323" sldId="499"/>
            <ac:cxnSpMk id="96" creationId="{16F4C718-BD3A-989E-6448-81EFBFEFF1F0}"/>
          </ac:cxnSpMkLst>
        </pc:cxnChg>
        <pc:cxnChg chg="add mod">
          <ac:chgData name="Gera Weiss" userId="f0aa0173-552d-4808-9782-d425e6aaf8d9" providerId="ADAL" clId="{EDA2799C-4DF6-4C7F-A188-D2CA76D4787F}" dt="2025-06-23T08:52:55.959" v="753" actId="14100"/>
          <ac:cxnSpMkLst>
            <pc:docMk/>
            <pc:sldMk cId="3992870323" sldId="499"/>
            <ac:cxnSpMk id="99" creationId="{8EC6C37C-7CC5-B1C0-6E0D-1C021D36595E}"/>
          </ac:cxnSpMkLst>
        </pc:cxnChg>
        <pc:cxnChg chg="add mod">
          <ac:chgData name="Gera Weiss" userId="f0aa0173-552d-4808-9782-d425e6aaf8d9" providerId="ADAL" clId="{EDA2799C-4DF6-4C7F-A188-D2CA76D4787F}" dt="2025-06-23T08:53:05.345" v="756" actId="14100"/>
          <ac:cxnSpMkLst>
            <pc:docMk/>
            <pc:sldMk cId="3992870323" sldId="499"/>
            <ac:cxnSpMk id="102" creationId="{BDFDEE84-4E90-B6C4-CA53-165368E1D0B2}"/>
          </ac:cxnSpMkLst>
        </pc:cxnChg>
      </pc:sldChg>
      <pc:sldMasterChg chg="modSldLayout">
        <pc:chgData name="Gera Weiss" userId="f0aa0173-552d-4808-9782-d425e6aaf8d9" providerId="ADAL" clId="{EDA2799C-4DF6-4C7F-A188-D2CA76D4787F}" dt="2025-06-18T08:40:59.960" v="33"/>
        <pc:sldMasterMkLst>
          <pc:docMk/>
          <pc:sldMasterMk cId="0" sldId="2147483708"/>
        </pc:sldMasterMkLst>
        <pc:sldLayoutChg chg="addSp modSp">
          <pc:chgData name="Gera Weiss" userId="f0aa0173-552d-4808-9782-d425e6aaf8d9" providerId="ADAL" clId="{EDA2799C-4DF6-4C7F-A188-D2CA76D4787F}" dt="2025-06-18T08:40:59.960" v="33"/>
          <pc:sldLayoutMkLst>
            <pc:docMk/>
            <pc:sldMasterMk cId="0" sldId="2147483708"/>
            <pc:sldLayoutMk cId="0" sldId="2147483709"/>
          </pc:sldLayoutMkLst>
          <pc:picChg chg="add mod">
            <ac:chgData name="Gera Weiss" userId="f0aa0173-552d-4808-9782-d425e6aaf8d9" providerId="ADAL" clId="{EDA2799C-4DF6-4C7F-A188-D2CA76D4787F}" dt="2025-06-18T08:40:59.960" v="33"/>
            <ac:picMkLst>
              <pc:docMk/>
              <pc:sldMasterMk cId="0" sldId="2147483708"/>
              <pc:sldLayoutMk cId="0" sldId="2147483709"/>
              <ac:picMk id="2" creationId="{39FCF89A-66FB-5471-A132-A878C5EDBE99}"/>
            </ac:picMkLst>
          </pc:picChg>
        </pc:sldLayoutChg>
      </pc:sldMasterChg>
    </pc:docChg>
  </pc:docChgLst>
  <pc:docChgLst>
    <pc:chgData name="Gera Weiss" userId="f0aa0173-552d-4808-9782-d425e6aaf8d9" providerId="ADAL" clId="{C8E5BBF0-922F-4572-BEA1-5D0EFBFC0889}"/>
    <pc:docChg chg="undo custSel addSld delSld modSld sldOrd">
      <pc:chgData name="Gera Weiss" userId="f0aa0173-552d-4808-9782-d425e6aaf8d9" providerId="ADAL" clId="{C8E5BBF0-922F-4572-BEA1-5D0EFBFC0889}" dt="2024-07-18T10:58:11.880" v="2266" actId="1037"/>
      <pc:docMkLst>
        <pc:docMk/>
      </pc:docMkLst>
      <pc:sldChg chg="ord modTransition">
        <pc:chgData name="Gera Weiss" userId="f0aa0173-552d-4808-9782-d425e6aaf8d9" providerId="ADAL" clId="{C8E5BBF0-922F-4572-BEA1-5D0EFBFC0889}" dt="2024-07-14T06:51:24.095" v="952"/>
        <pc:sldMkLst>
          <pc:docMk/>
          <pc:sldMk cId="0" sldId="256"/>
        </pc:sldMkLst>
      </pc:sldChg>
      <pc:sldChg chg="addSp delSp modSp mod modTransition modAnim">
        <pc:chgData name="Gera Weiss" userId="f0aa0173-552d-4808-9782-d425e6aaf8d9" providerId="ADAL" clId="{C8E5BBF0-922F-4572-BEA1-5D0EFBFC0889}" dt="2024-07-14T09:14:37.554" v="1133"/>
        <pc:sldMkLst>
          <pc:docMk/>
          <pc:sldMk cId="0" sldId="397"/>
        </pc:sldMkLst>
      </pc:sldChg>
      <pc:sldChg chg="addSp modTransition">
        <pc:chgData name="Gera Weiss" userId="f0aa0173-552d-4808-9782-d425e6aaf8d9" providerId="ADAL" clId="{C8E5BBF0-922F-4572-BEA1-5D0EFBFC0889}" dt="2024-07-14T09:13:03.033" v="1123"/>
        <pc:sldMkLst>
          <pc:docMk/>
          <pc:sldMk cId="0" sldId="400"/>
        </pc:sldMkLst>
      </pc:sldChg>
      <pc:sldChg chg="addSp delSp modSp mod modTransition">
        <pc:chgData name="Gera Weiss" userId="f0aa0173-552d-4808-9782-d425e6aaf8d9" providerId="ADAL" clId="{C8E5BBF0-922F-4572-BEA1-5D0EFBFC0889}" dt="2024-07-14T06:55:50.832" v="966" actId="21"/>
        <pc:sldMkLst>
          <pc:docMk/>
          <pc:sldMk cId="0" sldId="401"/>
        </pc:sldMkLst>
      </pc:sldChg>
      <pc:sldChg chg="modTransition">
        <pc:chgData name="Gera Weiss" userId="f0aa0173-552d-4808-9782-d425e6aaf8d9" providerId="ADAL" clId="{C8E5BBF0-922F-4572-BEA1-5D0EFBFC0889}" dt="2024-07-14T05:26:04.088" v="7"/>
        <pc:sldMkLst>
          <pc:docMk/>
          <pc:sldMk cId="0" sldId="409"/>
        </pc:sldMkLst>
      </pc:sldChg>
      <pc:sldChg chg="modTransition">
        <pc:chgData name="Gera Weiss" userId="f0aa0173-552d-4808-9782-d425e6aaf8d9" providerId="ADAL" clId="{C8E5BBF0-922F-4572-BEA1-5D0EFBFC0889}" dt="2024-07-14T05:26:04.088" v="7"/>
        <pc:sldMkLst>
          <pc:docMk/>
          <pc:sldMk cId="0" sldId="410"/>
        </pc:sldMkLst>
      </pc:sldChg>
      <pc:sldChg chg="modSp modTransition">
        <pc:chgData name="Gera Weiss" userId="f0aa0173-552d-4808-9782-d425e6aaf8d9" providerId="ADAL" clId="{C8E5BBF0-922F-4572-BEA1-5D0EFBFC0889}" dt="2024-07-18T06:44:57.795" v="1955" actId="313"/>
        <pc:sldMkLst>
          <pc:docMk/>
          <pc:sldMk cId="0" sldId="411"/>
        </pc:sldMkLst>
      </pc:sldChg>
      <pc:sldChg chg="modSp modTransition">
        <pc:chgData name="Gera Weiss" userId="f0aa0173-552d-4808-9782-d425e6aaf8d9" providerId="ADAL" clId="{C8E5BBF0-922F-4572-BEA1-5D0EFBFC0889}" dt="2024-07-18T06:45:01.075" v="1958" actId="313"/>
        <pc:sldMkLst>
          <pc:docMk/>
          <pc:sldMk cId="0" sldId="412"/>
        </pc:sldMkLst>
      </pc:sldChg>
      <pc:sldChg chg="del modTransition">
        <pc:chgData name="Gera Weiss" userId="f0aa0173-552d-4808-9782-d425e6aaf8d9" providerId="ADAL" clId="{C8E5BBF0-922F-4572-BEA1-5D0EFBFC0889}" dt="2024-07-14T05:33:49.562" v="17" actId="47"/>
        <pc:sldMkLst>
          <pc:docMk/>
          <pc:sldMk cId="0" sldId="413"/>
        </pc:sldMkLst>
      </pc:sldChg>
      <pc:sldChg chg="addSp modSp mod modTransition">
        <pc:chgData name="Gera Weiss" userId="f0aa0173-552d-4808-9782-d425e6aaf8d9" providerId="ADAL" clId="{C8E5BBF0-922F-4572-BEA1-5D0EFBFC0889}" dt="2024-07-14T06:50:34.981" v="950" actId="1076"/>
        <pc:sldMkLst>
          <pc:docMk/>
          <pc:sldMk cId="0" sldId="416"/>
        </pc:sldMkLst>
      </pc:sldChg>
      <pc:sldChg chg="modSp modTransition">
        <pc:chgData name="Gera Weiss" userId="f0aa0173-552d-4808-9782-d425e6aaf8d9" providerId="ADAL" clId="{C8E5BBF0-922F-4572-BEA1-5D0EFBFC0889}" dt="2024-07-18T06:45:04.451" v="1962" actId="313"/>
        <pc:sldMkLst>
          <pc:docMk/>
          <pc:sldMk cId="0" sldId="428"/>
        </pc:sldMkLst>
      </pc:sldChg>
      <pc:sldChg chg="modSp mod modTransition">
        <pc:chgData name="Gera Weiss" userId="f0aa0173-552d-4808-9782-d425e6aaf8d9" providerId="ADAL" clId="{C8E5BBF0-922F-4572-BEA1-5D0EFBFC0889}" dt="2024-07-14T05:26:04.088" v="7"/>
        <pc:sldMkLst>
          <pc:docMk/>
          <pc:sldMk cId="250536347" sldId="429"/>
        </pc:sldMkLst>
      </pc:sldChg>
      <pc:sldChg chg="del modTransition">
        <pc:chgData name="Gera Weiss" userId="f0aa0173-552d-4808-9782-d425e6aaf8d9" providerId="ADAL" clId="{C8E5BBF0-922F-4572-BEA1-5D0EFBFC0889}" dt="2024-07-14T05:33:51.618" v="18" actId="47"/>
        <pc:sldMkLst>
          <pc:docMk/>
          <pc:sldMk cId="2211139638" sldId="430"/>
        </pc:sldMkLst>
      </pc:sldChg>
      <pc:sldChg chg="modSp modTransition">
        <pc:chgData name="Gera Weiss" userId="f0aa0173-552d-4808-9782-d425e6aaf8d9" providerId="ADAL" clId="{C8E5BBF0-922F-4572-BEA1-5D0EFBFC0889}" dt="2024-07-14T06:52:13.505" v="956" actId="20577"/>
        <pc:sldMkLst>
          <pc:docMk/>
          <pc:sldMk cId="690093335" sldId="431"/>
        </pc:sldMkLst>
      </pc:sldChg>
      <pc:sldChg chg="modSp mod modTransition">
        <pc:chgData name="Gera Weiss" userId="f0aa0173-552d-4808-9782-d425e6aaf8d9" providerId="ADAL" clId="{C8E5BBF0-922F-4572-BEA1-5D0EFBFC0889}" dt="2024-07-14T06:52:39.011" v="957"/>
        <pc:sldMkLst>
          <pc:docMk/>
          <pc:sldMk cId="237710235" sldId="432"/>
        </pc:sldMkLst>
      </pc:sldChg>
      <pc:sldChg chg="modTransition">
        <pc:chgData name="Gera Weiss" userId="f0aa0173-552d-4808-9782-d425e6aaf8d9" providerId="ADAL" clId="{C8E5BBF0-922F-4572-BEA1-5D0EFBFC0889}" dt="2024-07-14T05:26:04.088" v="7"/>
        <pc:sldMkLst>
          <pc:docMk/>
          <pc:sldMk cId="2172361207" sldId="433"/>
        </pc:sldMkLst>
      </pc:sldChg>
      <pc:sldChg chg="modSp mod modTransition">
        <pc:chgData name="Gera Weiss" userId="f0aa0173-552d-4808-9782-d425e6aaf8d9" providerId="ADAL" clId="{C8E5BBF0-922F-4572-BEA1-5D0EFBFC0889}" dt="2024-07-18T06:44:45.368" v="1943" actId="313"/>
        <pc:sldMkLst>
          <pc:docMk/>
          <pc:sldMk cId="1925540716" sldId="436"/>
        </pc:sldMkLst>
      </pc:sldChg>
      <pc:sldChg chg="modSp mod modTransition modShow">
        <pc:chgData name="Gera Weiss" userId="f0aa0173-552d-4808-9782-d425e6aaf8d9" providerId="ADAL" clId="{C8E5BBF0-922F-4572-BEA1-5D0EFBFC0889}" dt="2024-07-18T06:44:42.268" v="1941" actId="313"/>
        <pc:sldMkLst>
          <pc:docMk/>
          <pc:sldMk cId="2168798061" sldId="437"/>
        </pc:sldMkLst>
      </pc:sldChg>
      <pc:sldChg chg="modTransition">
        <pc:chgData name="Gera Weiss" userId="f0aa0173-552d-4808-9782-d425e6aaf8d9" providerId="ADAL" clId="{C8E5BBF0-922F-4572-BEA1-5D0EFBFC0889}" dt="2024-07-14T05:26:04.088" v="7"/>
        <pc:sldMkLst>
          <pc:docMk/>
          <pc:sldMk cId="2355329617" sldId="438"/>
        </pc:sldMkLst>
      </pc:sldChg>
      <pc:sldChg chg="modSp modTransition">
        <pc:chgData name="Gera Weiss" userId="f0aa0173-552d-4808-9782-d425e6aaf8d9" providerId="ADAL" clId="{C8E5BBF0-922F-4572-BEA1-5D0EFBFC0889}" dt="2024-07-18T06:44:50.228" v="1945" actId="313"/>
        <pc:sldMkLst>
          <pc:docMk/>
          <pc:sldMk cId="748576814" sldId="441"/>
        </pc:sldMkLst>
      </pc:sldChg>
      <pc:sldChg chg="del modTransition">
        <pc:chgData name="Gera Weiss" userId="f0aa0173-552d-4808-9782-d425e6aaf8d9" providerId="ADAL" clId="{C8E5BBF0-922F-4572-BEA1-5D0EFBFC0889}" dt="2024-07-14T06:22:33.676" v="787" actId="47"/>
        <pc:sldMkLst>
          <pc:docMk/>
          <pc:sldMk cId="113195360" sldId="444"/>
        </pc:sldMkLst>
      </pc:sldChg>
      <pc:sldChg chg="modTransition">
        <pc:chgData name="Gera Weiss" userId="f0aa0173-552d-4808-9782-d425e6aaf8d9" providerId="ADAL" clId="{C8E5BBF0-922F-4572-BEA1-5D0EFBFC0889}" dt="2024-07-14T05:26:04.088" v="7"/>
        <pc:sldMkLst>
          <pc:docMk/>
          <pc:sldMk cId="16842729" sldId="447"/>
        </pc:sldMkLst>
      </pc:sldChg>
      <pc:sldChg chg="del modTransition">
        <pc:chgData name="Gera Weiss" userId="f0aa0173-552d-4808-9782-d425e6aaf8d9" providerId="ADAL" clId="{C8E5BBF0-922F-4572-BEA1-5D0EFBFC0889}" dt="2024-07-14T06:22:33.676" v="787" actId="47"/>
        <pc:sldMkLst>
          <pc:docMk/>
          <pc:sldMk cId="1550376162" sldId="448"/>
        </pc:sldMkLst>
      </pc:sldChg>
      <pc:sldChg chg="modTransition">
        <pc:chgData name="Gera Weiss" userId="f0aa0173-552d-4808-9782-d425e6aaf8d9" providerId="ADAL" clId="{C8E5BBF0-922F-4572-BEA1-5D0EFBFC0889}" dt="2024-07-14T05:26:04.088" v="7"/>
        <pc:sldMkLst>
          <pc:docMk/>
          <pc:sldMk cId="3544683796" sldId="449"/>
        </pc:sldMkLst>
      </pc:sldChg>
      <pc:sldChg chg="modTransition">
        <pc:chgData name="Gera Weiss" userId="f0aa0173-552d-4808-9782-d425e6aaf8d9" providerId="ADAL" clId="{C8E5BBF0-922F-4572-BEA1-5D0EFBFC0889}" dt="2024-07-14T05:26:04.088" v="7"/>
        <pc:sldMkLst>
          <pc:docMk/>
          <pc:sldMk cId="3881924883" sldId="450"/>
        </pc:sldMkLst>
      </pc:sldChg>
      <pc:sldChg chg="modSp modTransition">
        <pc:chgData name="Gera Weiss" userId="f0aa0173-552d-4808-9782-d425e6aaf8d9" providerId="ADAL" clId="{C8E5BBF0-922F-4572-BEA1-5D0EFBFC0889}" dt="2024-07-18T06:45:12.611" v="1969" actId="313"/>
        <pc:sldMkLst>
          <pc:docMk/>
          <pc:sldMk cId="3213729668" sldId="452"/>
        </pc:sldMkLst>
      </pc:sldChg>
      <pc:sldChg chg="modTransition">
        <pc:chgData name="Gera Weiss" userId="f0aa0173-552d-4808-9782-d425e6aaf8d9" providerId="ADAL" clId="{C8E5BBF0-922F-4572-BEA1-5D0EFBFC0889}" dt="2024-07-14T05:26:04.088" v="7"/>
        <pc:sldMkLst>
          <pc:docMk/>
          <pc:sldMk cId="3661618003" sldId="453"/>
        </pc:sldMkLst>
      </pc:sldChg>
      <pc:sldChg chg="modTransition">
        <pc:chgData name="Gera Weiss" userId="f0aa0173-552d-4808-9782-d425e6aaf8d9" providerId="ADAL" clId="{C8E5BBF0-922F-4572-BEA1-5D0EFBFC0889}" dt="2024-07-14T05:26:04.088" v="7"/>
        <pc:sldMkLst>
          <pc:docMk/>
          <pc:sldMk cId="3167674153" sldId="454"/>
        </pc:sldMkLst>
      </pc:sldChg>
      <pc:sldChg chg="modTransition">
        <pc:chgData name="Gera Weiss" userId="f0aa0173-552d-4808-9782-d425e6aaf8d9" providerId="ADAL" clId="{C8E5BBF0-922F-4572-BEA1-5D0EFBFC0889}" dt="2024-07-14T05:26:04.088" v="7"/>
        <pc:sldMkLst>
          <pc:docMk/>
          <pc:sldMk cId="979993970" sldId="455"/>
        </pc:sldMkLst>
      </pc:sldChg>
      <pc:sldChg chg="modTransition">
        <pc:chgData name="Gera Weiss" userId="f0aa0173-552d-4808-9782-d425e6aaf8d9" providerId="ADAL" clId="{C8E5BBF0-922F-4572-BEA1-5D0EFBFC0889}" dt="2024-07-14T05:26:04.088" v="7"/>
        <pc:sldMkLst>
          <pc:docMk/>
          <pc:sldMk cId="864944705" sldId="457"/>
        </pc:sldMkLst>
      </pc:sldChg>
      <pc:sldChg chg="modTransition">
        <pc:chgData name="Gera Weiss" userId="f0aa0173-552d-4808-9782-d425e6aaf8d9" providerId="ADAL" clId="{C8E5BBF0-922F-4572-BEA1-5D0EFBFC0889}" dt="2024-07-14T05:26:04.088" v="7"/>
        <pc:sldMkLst>
          <pc:docMk/>
          <pc:sldMk cId="1963296820" sldId="459"/>
        </pc:sldMkLst>
      </pc:sldChg>
      <pc:sldChg chg="del modTransition">
        <pc:chgData name="Gera Weiss" userId="f0aa0173-552d-4808-9782-d425e6aaf8d9" providerId="ADAL" clId="{C8E5BBF0-922F-4572-BEA1-5D0EFBFC0889}" dt="2024-07-18T06:41:27.187" v="1888" actId="47"/>
        <pc:sldMkLst>
          <pc:docMk/>
          <pc:sldMk cId="2931172350" sldId="462"/>
        </pc:sldMkLst>
      </pc:sldChg>
      <pc:sldChg chg="modSp ord modTransition">
        <pc:chgData name="Gera Weiss" userId="f0aa0173-552d-4808-9782-d425e6aaf8d9" providerId="ADAL" clId="{C8E5BBF0-922F-4572-BEA1-5D0EFBFC0889}" dt="2024-07-18T06:48:08.289" v="2015"/>
        <pc:sldMkLst>
          <pc:docMk/>
          <pc:sldMk cId="2637882960" sldId="463"/>
        </pc:sldMkLst>
      </pc:sldChg>
      <pc:sldChg chg="modTransition">
        <pc:chgData name="Gera Weiss" userId="f0aa0173-552d-4808-9782-d425e6aaf8d9" providerId="ADAL" clId="{C8E5BBF0-922F-4572-BEA1-5D0EFBFC0889}" dt="2024-07-14T05:26:04.088" v="7"/>
        <pc:sldMkLst>
          <pc:docMk/>
          <pc:sldMk cId="812954272" sldId="464"/>
        </pc:sldMkLst>
      </pc:sldChg>
      <pc:sldChg chg="modSp modTransition">
        <pc:chgData name="Gera Weiss" userId="f0aa0173-552d-4808-9782-d425e6aaf8d9" providerId="ADAL" clId="{C8E5BBF0-922F-4572-BEA1-5D0EFBFC0889}" dt="2024-07-14T05:26:04.088" v="7"/>
        <pc:sldMkLst>
          <pc:docMk/>
          <pc:sldMk cId="1043286101" sldId="465"/>
        </pc:sldMkLst>
      </pc:sldChg>
      <pc:sldChg chg="modTransition">
        <pc:chgData name="Gera Weiss" userId="f0aa0173-552d-4808-9782-d425e6aaf8d9" providerId="ADAL" clId="{C8E5BBF0-922F-4572-BEA1-5D0EFBFC0889}" dt="2024-07-14T05:26:04.088" v="7"/>
        <pc:sldMkLst>
          <pc:docMk/>
          <pc:sldMk cId="960116216" sldId="466"/>
        </pc:sldMkLst>
      </pc:sldChg>
      <pc:sldChg chg="addSp delSp modSp add mod">
        <pc:chgData name="Gera Weiss" userId="f0aa0173-552d-4808-9782-d425e6aaf8d9" providerId="ADAL" clId="{C8E5BBF0-922F-4572-BEA1-5D0EFBFC0889}" dt="2024-07-18T06:44:28.668" v="1927" actId="313"/>
        <pc:sldMkLst>
          <pc:docMk/>
          <pc:sldMk cId="6438124" sldId="467"/>
        </pc:sldMkLst>
      </pc:sldChg>
      <pc:sldChg chg="del modTransition">
        <pc:chgData name="Gera Weiss" userId="f0aa0173-552d-4808-9782-d425e6aaf8d9" providerId="ADAL" clId="{C8E5BBF0-922F-4572-BEA1-5D0EFBFC0889}" dt="2024-07-14T05:31:18.311" v="8" actId="2696"/>
        <pc:sldMkLst>
          <pc:docMk/>
          <pc:sldMk cId="3076466328" sldId="467"/>
        </pc:sldMkLst>
      </pc:sldChg>
      <pc:sldChg chg="addSp delSp modSp add mod">
        <pc:chgData name="Gera Weiss" userId="f0aa0173-552d-4808-9782-d425e6aaf8d9" providerId="ADAL" clId="{C8E5BBF0-922F-4572-BEA1-5D0EFBFC0889}" dt="2024-07-18T06:44:34.508" v="1932" actId="313"/>
        <pc:sldMkLst>
          <pc:docMk/>
          <pc:sldMk cId="3110507423" sldId="468"/>
        </pc:sldMkLst>
      </pc:sldChg>
      <pc:sldChg chg="del modTransition">
        <pc:chgData name="Gera Weiss" userId="f0aa0173-552d-4808-9782-d425e6aaf8d9" providerId="ADAL" clId="{C8E5BBF0-922F-4572-BEA1-5D0EFBFC0889}" dt="2024-07-14T05:31:18.311" v="8" actId="2696"/>
        <pc:sldMkLst>
          <pc:docMk/>
          <pc:sldMk cId="3379837058" sldId="468"/>
        </pc:sldMkLst>
      </pc:sldChg>
      <pc:sldChg chg="modTransition">
        <pc:chgData name="Gera Weiss" userId="f0aa0173-552d-4808-9782-d425e6aaf8d9" providerId="ADAL" clId="{C8E5BBF0-922F-4572-BEA1-5D0EFBFC0889}" dt="2024-07-14T05:26:04.088" v="7"/>
        <pc:sldMkLst>
          <pc:docMk/>
          <pc:sldMk cId="3357009223" sldId="470"/>
        </pc:sldMkLst>
      </pc:sldChg>
      <pc:sldChg chg="modTransition">
        <pc:chgData name="Gera Weiss" userId="f0aa0173-552d-4808-9782-d425e6aaf8d9" providerId="ADAL" clId="{C8E5BBF0-922F-4572-BEA1-5D0EFBFC0889}" dt="2024-07-14T05:26:04.088" v="7"/>
        <pc:sldMkLst>
          <pc:docMk/>
          <pc:sldMk cId="1482482551" sldId="471"/>
        </pc:sldMkLst>
      </pc:sldChg>
      <pc:sldChg chg="modTransition">
        <pc:chgData name="Gera Weiss" userId="f0aa0173-552d-4808-9782-d425e6aaf8d9" providerId="ADAL" clId="{C8E5BBF0-922F-4572-BEA1-5D0EFBFC0889}" dt="2024-07-14T05:26:04.088" v="7"/>
        <pc:sldMkLst>
          <pc:docMk/>
          <pc:sldMk cId="2759227640" sldId="472"/>
        </pc:sldMkLst>
      </pc:sldChg>
      <pc:sldChg chg="modTransition">
        <pc:chgData name="Gera Weiss" userId="f0aa0173-552d-4808-9782-d425e6aaf8d9" providerId="ADAL" clId="{C8E5BBF0-922F-4572-BEA1-5D0EFBFC0889}" dt="2024-07-14T05:26:04.088" v="7"/>
        <pc:sldMkLst>
          <pc:docMk/>
          <pc:sldMk cId="3817236611" sldId="473"/>
        </pc:sldMkLst>
      </pc:sldChg>
      <pc:sldChg chg="modTransition">
        <pc:chgData name="Gera Weiss" userId="f0aa0173-552d-4808-9782-d425e6aaf8d9" providerId="ADAL" clId="{C8E5BBF0-922F-4572-BEA1-5D0EFBFC0889}" dt="2024-07-14T05:26:04.088" v="7"/>
        <pc:sldMkLst>
          <pc:docMk/>
          <pc:sldMk cId="454962111" sldId="474"/>
        </pc:sldMkLst>
      </pc:sldChg>
      <pc:sldChg chg="del modTransition">
        <pc:chgData name="Gera Weiss" userId="f0aa0173-552d-4808-9782-d425e6aaf8d9" providerId="ADAL" clId="{C8E5BBF0-922F-4572-BEA1-5D0EFBFC0889}" dt="2024-07-14T05:31:18.311" v="8" actId="2696"/>
        <pc:sldMkLst>
          <pc:docMk/>
          <pc:sldMk cId="363674278" sldId="475"/>
        </pc:sldMkLst>
      </pc:sldChg>
      <pc:sldChg chg="delSp modSp add mod">
        <pc:chgData name="Gera Weiss" userId="f0aa0173-552d-4808-9782-d425e6aaf8d9" providerId="ADAL" clId="{C8E5BBF0-922F-4572-BEA1-5D0EFBFC0889}" dt="2024-07-18T06:44:39.248" v="1939" actId="313"/>
        <pc:sldMkLst>
          <pc:docMk/>
          <pc:sldMk cId="814000718" sldId="475"/>
        </pc:sldMkLst>
      </pc:sldChg>
      <pc:sldChg chg="addSp modSp mod modTransition modAnim">
        <pc:chgData name="Gera Weiss" userId="f0aa0173-552d-4808-9782-d425e6aaf8d9" providerId="ADAL" clId="{C8E5BBF0-922F-4572-BEA1-5D0EFBFC0889}" dt="2024-07-18T06:55:34.910" v="2058" actId="20577"/>
        <pc:sldMkLst>
          <pc:docMk/>
          <pc:sldMk cId="1326471655" sldId="476"/>
        </pc:sldMkLst>
      </pc:sldChg>
      <pc:sldChg chg="mod modTransition modShow">
        <pc:chgData name="Gera Weiss" userId="f0aa0173-552d-4808-9782-d425e6aaf8d9" providerId="ADAL" clId="{C8E5BBF0-922F-4572-BEA1-5D0EFBFC0889}" dt="2024-07-14T06:31:11.586" v="829" actId="729"/>
        <pc:sldMkLst>
          <pc:docMk/>
          <pc:sldMk cId="631362225" sldId="477"/>
        </pc:sldMkLst>
      </pc:sldChg>
      <pc:sldChg chg="mod modTransition modShow">
        <pc:chgData name="Gera Weiss" userId="f0aa0173-552d-4808-9782-d425e6aaf8d9" providerId="ADAL" clId="{C8E5BBF0-922F-4572-BEA1-5D0EFBFC0889}" dt="2024-07-14T06:31:11.586" v="829" actId="729"/>
        <pc:sldMkLst>
          <pc:docMk/>
          <pc:sldMk cId="649242494" sldId="478"/>
        </pc:sldMkLst>
      </pc:sldChg>
      <pc:sldChg chg="mod modTransition modShow">
        <pc:chgData name="Gera Weiss" userId="f0aa0173-552d-4808-9782-d425e6aaf8d9" providerId="ADAL" clId="{C8E5BBF0-922F-4572-BEA1-5D0EFBFC0889}" dt="2024-07-14T06:31:11.586" v="829" actId="729"/>
        <pc:sldMkLst>
          <pc:docMk/>
          <pc:sldMk cId="2751185529" sldId="479"/>
        </pc:sldMkLst>
      </pc:sldChg>
      <pc:sldChg chg="mod modTransition modShow">
        <pc:chgData name="Gera Weiss" userId="f0aa0173-552d-4808-9782-d425e6aaf8d9" providerId="ADAL" clId="{C8E5BBF0-922F-4572-BEA1-5D0EFBFC0889}" dt="2024-07-14T06:31:11.586" v="829" actId="729"/>
        <pc:sldMkLst>
          <pc:docMk/>
          <pc:sldMk cId="3246379182" sldId="480"/>
        </pc:sldMkLst>
      </pc:sldChg>
      <pc:sldChg chg="modSp modTransition">
        <pc:chgData name="Gera Weiss" userId="f0aa0173-552d-4808-9782-d425e6aaf8d9" providerId="ADAL" clId="{C8E5BBF0-922F-4572-BEA1-5D0EFBFC0889}" dt="2024-07-18T06:44:47.498" v="1944" actId="313"/>
        <pc:sldMkLst>
          <pc:docMk/>
          <pc:sldMk cId="594136001" sldId="481"/>
        </pc:sldMkLst>
      </pc:sldChg>
      <pc:sldChg chg="addSp delSp modSp mod modTransition">
        <pc:chgData name="Gera Weiss" userId="f0aa0173-552d-4808-9782-d425e6aaf8d9" providerId="ADAL" clId="{C8E5BBF0-922F-4572-BEA1-5D0EFBFC0889}" dt="2024-07-14T06:32:46.913" v="838" actId="21"/>
        <pc:sldMkLst>
          <pc:docMk/>
          <pc:sldMk cId="2618897638" sldId="482"/>
        </pc:sldMkLst>
      </pc:sldChg>
      <pc:sldChg chg="addSp delSp modSp mod modTransition">
        <pc:chgData name="Gera Weiss" userId="f0aa0173-552d-4808-9782-d425e6aaf8d9" providerId="ADAL" clId="{C8E5BBF0-922F-4572-BEA1-5D0EFBFC0889}" dt="2024-07-14T06:40:32.017" v="886" actId="1076"/>
        <pc:sldMkLst>
          <pc:docMk/>
          <pc:sldMk cId="1076611699" sldId="483"/>
        </pc:sldMkLst>
      </pc:sldChg>
      <pc:sldChg chg="addSp modSp mod modTransition">
        <pc:chgData name="Gera Weiss" userId="f0aa0173-552d-4808-9782-d425e6aaf8d9" providerId="ADAL" clId="{C8E5BBF0-922F-4572-BEA1-5D0EFBFC0889}" dt="2024-07-18T06:59:39.982" v="2097" actId="1076"/>
        <pc:sldMkLst>
          <pc:docMk/>
          <pc:sldMk cId="2556914364" sldId="484"/>
        </pc:sldMkLst>
      </pc:sldChg>
      <pc:sldChg chg="modTransition">
        <pc:chgData name="Gera Weiss" userId="f0aa0173-552d-4808-9782-d425e6aaf8d9" providerId="ADAL" clId="{C8E5BBF0-922F-4572-BEA1-5D0EFBFC0889}" dt="2024-07-14T05:26:04.088" v="7"/>
        <pc:sldMkLst>
          <pc:docMk/>
          <pc:sldMk cId="4006548910" sldId="485"/>
        </pc:sldMkLst>
      </pc:sldChg>
      <pc:sldChg chg="addSp delSp modSp add mod ord addAnim delAnim">
        <pc:chgData name="Gera Weiss" userId="f0aa0173-552d-4808-9782-d425e6aaf8d9" providerId="ADAL" clId="{C8E5BBF0-922F-4572-BEA1-5D0EFBFC0889}" dt="2024-07-18T06:43:51.687" v="1897" actId="313"/>
        <pc:sldMkLst>
          <pc:docMk/>
          <pc:sldMk cId="3172770940" sldId="486"/>
        </pc:sldMkLst>
      </pc:sldChg>
      <pc:sldChg chg="addSp delSp modSp add mod ord delAnim modAnim">
        <pc:chgData name="Gera Weiss" userId="f0aa0173-552d-4808-9782-d425e6aaf8d9" providerId="ADAL" clId="{C8E5BBF0-922F-4572-BEA1-5D0EFBFC0889}" dt="2024-07-18T06:44:10.813" v="1909" actId="313"/>
        <pc:sldMkLst>
          <pc:docMk/>
          <pc:sldMk cId="3598851178" sldId="487"/>
        </pc:sldMkLst>
      </pc:sldChg>
      <pc:sldChg chg="add del">
        <pc:chgData name="Gera Weiss" userId="f0aa0173-552d-4808-9782-d425e6aaf8d9" providerId="ADAL" clId="{C8E5BBF0-922F-4572-BEA1-5D0EFBFC0889}" dt="2024-07-14T05:58:44.612" v="357" actId="47"/>
        <pc:sldMkLst>
          <pc:docMk/>
          <pc:sldMk cId="2136152915" sldId="488"/>
        </pc:sldMkLst>
      </pc:sldChg>
      <pc:sldChg chg="addSp delSp modSp add mod ord">
        <pc:chgData name="Gera Weiss" userId="f0aa0173-552d-4808-9782-d425e6aaf8d9" providerId="ADAL" clId="{C8E5BBF0-922F-4572-BEA1-5D0EFBFC0889}" dt="2024-07-18T06:44:20.643" v="1919" actId="313"/>
        <pc:sldMkLst>
          <pc:docMk/>
          <pc:sldMk cId="2506565761" sldId="488"/>
        </pc:sldMkLst>
      </pc:sldChg>
      <pc:sldChg chg="delSp add mod">
        <pc:chgData name="Gera Weiss" userId="f0aa0173-552d-4808-9782-d425e6aaf8d9" providerId="ADAL" clId="{C8E5BBF0-922F-4572-BEA1-5D0EFBFC0889}" dt="2024-07-14T09:13:35.845" v="1131" actId="478"/>
        <pc:sldMkLst>
          <pc:docMk/>
          <pc:sldMk cId="3174617517" sldId="489"/>
        </pc:sldMkLst>
      </pc:sldChg>
      <pc:sldChg chg="del">
        <pc:chgData name="Gera Weiss" userId="f0aa0173-552d-4808-9782-d425e6aaf8d9" providerId="ADAL" clId="{C8E5BBF0-922F-4572-BEA1-5D0EFBFC0889}" dt="2024-07-18T06:41:16.027" v="1887" actId="47"/>
        <pc:sldMkLst>
          <pc:docMk/>
          <pc:sldMk cId="842842973" sldId="491"/>
        </pc:sldMkLst>
      </pc:sldChg>
      <pc:sldChg chg="addSp delSp modSp mod ord">
        <pc:chgData name="Gera Weiss" userId="f0aa0173-552d-4808-9782-d425e6aaf8d9" providerId="ADAL" clId="{C8E5BBF0-922F-4572-BEA1-5D0EFBFC0889}" dt="2024-07-18T10:42:40.709" v="2157" actId="20577"/>
        <pc:sldMkLst>
          <pc:docMk/>
          <pc:sldMk cId="138353325" sldId="492"/>
        </pc:sldMkLst>
      </pc:sldChg>
      <pc:sldChg chg="addSp delSp modSp mod">
        <pc:chgData name="Gera Weiss" userId="f0aa0173-552d-4808-9782-d425e6aaf8d9" providerId="ADAL" clId="{C8E5BBF0-922F-4572-BEA1-5D0EFBFC0889}" dt="2024-07-18T06:39:38.823" v="1844" actId="1035"/>
        <pc:sldMkLst>
          <pc:docMk/>
          <pc:sldMk cId="3213355655" sldId="493"/>
        </pc:sldMkLst>
      </pc:sldChg>
      <pc:sldChg chg="addSp delSp modSp mod addAnim delAnim modAnim">
        <pc:chgData name="Gera Weiss" userId="f0aa0173-552d-4808-9782-d425e6aaf8d9" providerId="ADAL" clId="{C8E5BBF0-922F-4572-BEA1-5D0EFBFC0889}" dt="2024-07-18T10:58:11.880" v="2266" actId="1037"/>
        <pc:sldMkLst>
          <pc:docMk/>
          <pc:sldMk cId="1717147714" sldId="494"/>
        </pc:sldMkLst>
      </pc:sldChg>
      <pc:sldChg chg="modSp">
        <pc:chgData name="Gera Weiss" userId="f0aa0173-552d-4808-9782-d425e6aaf8d9" providerId="ADAL" clId="{C8E5BBF0-922F-4572-BEA1-5D0EFBFC0889}" dt="2024-07-18T06:45:37.882" v="1982" actId="313"/>
        <pc:sldMkLst>
          <pc:docMk/>
          <pc:sldMk cId="2758220745" sldId="495"/>
        </pc:sldMkLst>
      </pc:sldChg>
      <pc:sldChg chg="addSp delSp modSp mod">
        <pc:chgData name="Gera Weiss" userId="f0aa0173-552d-4808-9782-d425e6aaf8d9" providerId="ADAL" clId="{C8E5BBF0-922F-4572-BEA1-5D0EFBFC0889}" dt="2024-07-18T06:51:27.055" v="2052"/>
        <pc:sldMkLst>
          <pc:docMk/>
          <pc:sldMk cId="4135429550" sldId="497"/>
        </pc:sldMkLst>
      </pc:sldChg>
    </pc:docChg>
  </pc:docChgLst>
  <pc:docChgLst>
    <pc:chgData name="Gera Weiss" userId="f0aa0173-552d-4808-9782-d425e6aaf8d9" providerId="ADAL" clId="{FC941157-A1A6-4F3B-974B-7680D45B5E84}"/>
    <pc:docChg chg="undo custSel addSld delSld modSld">
      <pc:chgData name="Gera Weiss" userId="f0aa0173-552d-4808-9782-d425e6aaf8d9" providerId="ADAL" clId="{FC941157-A1A6-4F3B-974B-7680D45B5E84}" dt="2023-01-18T11:04:59.997" v="500" actId="207"/>
      <pc:docMkLst>
        <pc:docMk/>
      </pc:docMkLst>
      <pc:sldChg chg="modSp">
        <pc:chgData name="Gera Weiss" userId="f0aa0173-552d-4808-9782-d425e6aaf8d9" providerId="ADAL" clId="{FC941157-A1A6-4F3B-974B-7680D45B5E84}" dt="2023-01-18T11:04:59.997" v="500" actId="207"/>
        <pc:sldMkLst>
          <pc:docMk/>
          <pc:sldMk cId="2168798061" sldId="437"/>
        </pc:sldMkLst>
      </pc:sldChg>
      <pc:sldChg chg="addSp delSp modSp mod">
        <pc:chgData name="Gera Weiss" userId="f0aa0173-552d-4808-9782-d425e6aaf8d9" providerId="ADAL" clId="{FC941157-A1A6-4F3B-974B-7680D45B5E84}" dt="2023-01-18T10:53:39.894" v="440" actId="478"/>
        <pc:sldMkLst>
          <pc:docMk/>
          <pc:sldMk cId="113195360" sldId="444"/>
        </pc:sldMkLst>
      </pc:sldChg>
      <pc:sldChg chg="modSp">
        <pc:chgData name="Gera Weiss" userId="f0aa0173-552d-4808-9782-d425e6aaf8d9" providerId="ADAL" clId="{FC941157-A1A6-4F3B-974B-7680D45B5E84}" dt="2023-01-18T11:02:16.882" v="495" actId="20578"/>
        <pc:sldMkLst>
          <pc:docMk/>
          <pc:sldMk cId="3213729668" sldId="452"/>
        </pc:sldMkLst>
      </pc:sldChg>
      <pc:sldChg chg="addSp delSp modSp mod">
        <pc:chgData name="Gera Weiss" userId="f0aa0173-552d-4808-9782-d425e6aaf8d9" providerId="ADAL" clId="{FC941157-A1A6-4F3B-974B-7680D45B5E84}" dt="2023-01-18T11:03:36.165" v="496" actId="478"/>
        <pc:sldMkLst>
          <pc:docMk/>
          <pc:sldMk cId="2637882960" sldId="463"/>
        </pc:sldMkLst>
      </pc:sldChg>
      <pc:sldChg chg="del">
        <pc:chgData name="Gera Weiss" userId="f0aa0173-552d-4808-9782-d425e6aaf8d9" providerId="ADAL" clId="{FC941157-A1A6-4F3B-974B-7680D45B5E84}" dt="2023-01-18T06:46:58.219" v="111" actId="47"/>
        <pc:sldMkLst>
          <pc:docMk/>
          <pc:sldMk cId="1885983673" sldId="469"/>
        </pc:sldMkLst>
      </pc:sldChg>
      <pc:sldChg chg="addSp delSp modSp mod">
        <pc:chgData name="Gera Weiss" userId="f0aa0173-552d-4808-9782-d425e6aaf8d9" providerId="ADAL" clId="{FC941157-A1A6-4F3B-974B-7680D45B5E84}" dt="2023-01-18T05:29:36.010" v="110" actId="20577"/>
        <pc:sldMkLst>
          <pc:docMk/>
          <pc:sldMk cId="1326471655" sldId="476"/>
        </pc:sldMkLst>
      </pc:sldChg>
      <pc:sldChg chg="del">
        <pc:chgData name="Gera Weiss" userId="f0aa0173-552d-4808-9782-d425e6aaf8d9" providerId="ADAL" clId="{FC941157-A1A6-4F3B-974B-7680D45B5E84}" dt="2023-01-18T06:47:06.040" v="112" actId="47"/>
        <pc:sldMkLst>
          <pc:docMk/>
          <pc:sldMk cId="3142846467" sldId="485"/>
        </pc:sldMkLst>
      </pc:sldChg>
      <pc:sldChg chg="addSp delSp modSp add mod">
        <pc:chgData name="Gera Weiss" userId="f0aa0173-552d-4808-9782-d425e6aaf8d9" providerId="ADAL" clId="{FC941157-A1A6-4F3B-974B-7680D45B5E84}" dt="2023-01-18T06:59:52.536" v="301" actId="1038"/>
        <pc:sldMkLst>
          <pc:docMk/>
          <pc:sldMk cId="4006548910" sldId="485"/>
        </pc:sldMkLst>
      </pc:sldChg>
    </pc:docChg>
  </pc:docChgLst>
  <pc:docChgLst>
    <pc:chgData name="Gera Weiss" userId="f0aa0173-552d-4808-9782-d425e6aaf8d9" providerId="ADAL" clId="{00DF2ED0-BCD5-4489-B464-877E26E0033E}"/>
    <pc:docChg chg="undo redo custSel addSld delSld modSld sldOrd">
      <pc:chgData name="Gera Weiss" userId="f0aa0173-552d-4808-9782-d425e6aaf8d9" providerId="ADAL" clId="{00DF2ED0-BCD5-4489-B464-877E26E0033E}" dt="2024-07-23T09:01:13.079" v="5053" actId="1076"/>
      <pc:docMkLst>
        <pc:docMk/>
      </pc:docMkLst>
      <pc:sldChg chg="modSp mod">
        <pc:chgData name="Gera Weiss" userId="f0aa0173-552d-4808-9782-d425e6aaf8d9" providerId="ADAL" clId="{00DF2ED0-BCD5-4489-B464-877E26E0033E}" dt="2024-07-14T04:23:34.031" v="1" actId="2711"/>
        <pc:sldMkLst>
          <pc:docMk/>
          <pc:sldMk cId="0" sldId="400"/>
        </pc:sldMkLst>
      </pc:sldChg>
      <pc:sldChg chg="modSp mod modShow">
        <pc:chgData name="Gera Weiss" userId="f0aa0173-552d-4808-9782-d425e6aaf8d9" providerId="ADAL" clId="{00DF2ED0-BCD5-4489-B464-877E26E0033E}" dt="2024-07-14T04:25:23.063" v="4" actId="33986"/>
        <pc:sldMkLst>
          <pc:docMk/>
          <pc:sldMk cId="0" sldId="401"/>
        </pc:sldMkLst>
      </pc:sldChg>
      <pc:sldChg chg="addSp delSp modSp mod">
        <pc:chgData name="Gera Weiss" userId="f0aa0173-552d-4808-9782-d425e6aaf8d9" providerId="ADAL" clId="{00DF2ED0-BCD5-4489-B464-877E26E0033E}" dt="2024-07-14T04:30:05.307" v="164" actId="1076"/>
        <pc:sldMkLst>
          <pc:docMk/>
          <pc:sldMk cId="250536347" sldId="429"/>
        </pc:sldMkLst>
      </pc:sldChg>
      <pc:sldChg chg="addSp delSp modSp mod delAnim modAnim">
        <pc:chgData name="Gera Weiss" userId="f0aa0173-552d-4808-9782-d425e6aaf8d9" providerId="ADAL" clId="{00DF2ED0-BCD5-4489-B464-877E26E0033E}" dt="2024-07-14T04:27:02.388" v="133" actId="14100"/>
        <pc:sldMkLst>
          <pc:docMk/>
          <pc:sldMk cId="2355329617" sldId="438"/>
        </pc:sldMkLst>
      </pc:sldChg>
      <pc:sldChg chg="ord">
        <pc:chgData name="Gera Weiss" userId="f0aa0173-552d-4808-9782-d425e6aaf8d9" providerId="ADAL" clId="{00DF2ED0-BCD5-4489-B464-877E26E0033E}" dt="2024-07-17T19:17:59.039" v="3496"/>
        <pc:sldMkLst>
          <pc:docMk/>
          <pc:sldMk cId="3213729668" sldId="452"/>
        </pc:sldMkLst>
      </pc:sldChg>
      <pc:sldChg chg="del">
        <pc:chgData name="Gera Weiss" userId="f0aa0173-552d-4808-9782-d425e6aaf8d9" providerId="ADAL" clId="{00DF2ED0-BCD5-4489-B464-877E26E0033E}" dt="2024-07-14T04:32:03.529" v="165" actId="47"/>
        <pc:sldMkLst>
          <pc:docMk/>
          <pc:sldMk cId="4111960900" sldId="460"/>
        </pc:sldMkLst>
      </pc:sldChg>
      <pc:sldChg chg="modSp mod">
        <pc:chgData name="Gera Weiss" userId="f0aa0173-552d-4808-9782-d425e6aaf8d9" providerId="ADAL" clId="{00DF2ED0-BCD5-4489-B464-877E26E0033E}" dt="2024-07-14T04:33:13.846" v="166"/>
        <pc:sldMkLst>
          <pc:docMk/>
          <pc:sldMk cId="454962111" sldId="474"/>
        </pc:sldMkLst>
      </pc:sldChg>
      <pc:sldChg chg="modSp mod">
        <pc:chgData name="Gera Weiss" userId="f0aa0173-552d-4808-9782-d425e6aaf8d9" providerId="ADAL" clId="{00DF2ED0-BCD5-4489-B464-877E26E0033E}" dt="2024-07-23T09:01:13.079" v="5053" actId="1076"/>
        <pc:sldMkLst>
          <pc:docMk/>
          <pc:sldMk cId="2556914364" sldId="484"/>
        </pc:sldMkLst>
      </pc:sldChg>
      <pc:sldChg chg="addSp delSp modSp new del mod">
        <pc:chgData name="Gera Weiss" userId="f0aa0173-552d-4808-9782-d425e6aaf8d9" providerId="ADAL" clId="{00DF2ED0-BCD5-4489-B464-877E26E0033E}" dt="2024-07-17T18:34:59.747" v="1738" actId="47"/>
        <pc:sldMkLst>
          <pc:docMk/>
          <pc:sldMk cId="142160080" sldId="490"/>
        </pc:sldMkLst>
      </pc:sldChg>
      <pc:sldChg chg="add mod modShow">
        <pc:chgData name="Gera Weiss" userId="f0aa0173-552d-4808-9782-d425e6aaf8d9" providerId="ADAL" clId="{00DF2ED0-BCD5-4489-B464-877E26E0033E}" dt="2024-07-17T20:19:56.902" v="5050" actId="729"/>
        <pc:sldMkLst>
          <pc:docMk/>
          <pc:sldMk cId="842842973" sldId="491"/>
        </pc:sldMkLst>
      </pc:sldChg>
      <pc:sldChg chg="addSp delSp modSp add mod ord modTransition">
        <pc:chgData name="Gera Weiss" userId="f0aa0173-552d-4808-9782-d425e6aaf8d9" providerId="ADAL" clId="{00DF2ED0-BCD5-4489-B464-877E26E0033E}" dt="2024-07-17T20:12:57.662" v="5040" actId="478"/>
        <pc:sldMkLst>
          <pc:docMk/>
          <pc:sldMk cId="138353325" sldId="492"/>
        </pc:sldMkLst>
      </pc:sldChg>
      <pc:sldChg chg="modSp add del mod">
        <pc:chgData name="Gera Weiss" userId="f0aa0173-552d-4808-9782-d425e6aaf8d9" providerId="ADAL" clId="{00DF2ED0-BCD5-4489-B464-877E26E0033E}" dt="2024-07-17T19:11:09.690" v="3112" actId="2890"/>
        <pc:sldMkLst>
          <pc:docMk/>
          <pc:sldMk cId="1837319167" sldId="493"/>
        </pc:sldMkLst>
      </pc:sldChg>
      <pc:sldChg chg="addSp delSp modSp add mod modTransition">
        <pc:chgData name="Gera Weiss" userId="f0aa0173-552d-4808-9782-d425e6aaf8d9" providerId="ADAL" clId="{00DF2ED0-BCD5-4489-B464-877E26E0033E}" dt="2024-07-17T19:22:09.102" v="3592" actId="478"/>
        <pc:sldMkLst>
          <pc:docMk/>
          <pc:sldMk cId="3213355655" sldId="493"/>
        </pc:sldMkLst>
      </pc:sldChg>
      <pc:sldChg chg="addSp delSp modSp add del mod">
        <pc:chgData name="Gera Weiss" userId="f0aa0173-552d-4808-9782-d425e6aaf8d9" providerId="ADAL" clId="{00DF2ED0-BCD5-4489-B464-877E26E0033E}" dt="2024-07-17T19:10:46.966" v="3085" actId="47"/>
        <pc:sldMkLst>
          <pc:docMk/>
          <pc:sldMk cId="4161115151" sldId="493"/>
        </pc:sldMkLst>
      </pc:sldChg>
      <pc:sldChg chg="addSp modSp add mod">
        <pc:chgData name="Gera Weiss" userId="f0aa0173-552d-4808-9782-d425e6aaf8d9" providerId="ADAL" clId="{00DF2ED0-BCD5-4489-B464-877E26E0033E}" dt="2024-07-17T19:42:17.118" v="4398" actId="368"/>
        <pc:sldMkLst>
          <pc:docMk/>
          <pc:sldMk cId="1717147714" sldId="494"/>
        </pc:sldMkLst>
      </pc:sldChg>
      <pc:sldChg chg="addSp delSp modSp add mod delAnim modAnim">
        <pc:chgData name="Gera Weiss" userId="f0aa0173-552d-4808-9782-d425e6aaf8d9" providerId="ADAL" clId="{00DF2ED0-BCD5-4489-B464-877E26E0033E}" dt="2024-07-17T20:15:47.781" v="5048" actId="1076"/>
        <pc:sldMkLst>
          <pc:docMk/>
          <pc:sldMk cId="2758220745" sldId="495"/>
        </pc:sldMkLst>
      </pc:sldChg>
      <pc:sldChg chg="addSp modSp add del mod modShow">
        <pc:chgData name="Gera Weiss" userId="f0aa0173-552d-4808-9782-d425e6aaf8d9" providerId="ADAL" clId="{00DF2ED0-BCD5-4489-B464-877E26E0033E}" dt="2024-07-17T20:16:10.201" v="5049" actId="47"/>
        <pc:sldMkLst>
          <pc:docMk/>
          <pc:sldMk cId="2485708511" sldId="496"/>
        </pc:sldMkLst>
      </pc:sldChg>
      <pc:sldChg chg="addSp delSp modSp add mod">
        <pc:chgData name="Gera Weiss" userId="f0aa0173-552d-4808-9782-d425e6aaf8d9" providerId="ADAL" clId="{00DF2ED0-BCD5-4489-B464-877E26E0033E}" dt="2024-07-17T20:14:20.812" v="5045"/>
        <pc:sldMkLst>
          <pc:docMk/>
          <pc:sldMk cId="4135429550" sldId="497"/>
        </pc:sldMkLst>
      </pc:sldChg>
    </pc:docChg>
  </pc:docChgLst>
  <pc:docChgLst>
    <pc:chgData name="גרא וייס" userId="f0aa0173-552d-4808-9782-d425e6aaf8d9" providerId="ADAL" clId="{887434E0-4B19-46F6-9F3E-67CE14E54068}"/>
    <pc:docChg chg="undo custSel addSld modSld">
      <pc:chgData name="גרא וייס" userId="f0aa0173-552d-4808-9782-d425e6aaf8d9" providerId="ADAL" clId="{887434E0-4B19-46F6-9F3E-67CE14E54068}" dt="2023-01-12T16:29:02.315" v="239" actId="478"/>
      <pc:docMkLst>
        <pc:docMk/>
      </pc:docMkLst>
      <pc:sldChg chg="delSp mod">
        <pc:chgData name="גרא וייס" userId="f0aa0173-552d-4808-9782-d425e6aaf8d9" providerId="ADAL" clId="{887434E0-4B19-46F6-9F3E-67CE14E54068}" dt="2023-01-08T20:08:07.800" v="0" actId="478"/>
        <pc:sldMkLst>
          <pc:docMk/>
          <pc:sldMk cId="0" sldId="256"/>
        </pc:sldMkLst>
      </pc:sldChg>
      <pc:sldChg chg="delSp mod">
        <pc:chgData name="גרא וייס" userId="f0aa0173-552d-4808-9782-d425e6aaf8d9" providerId="ADAL" clId="{887434E0-4B19-46F6-9F3E-67CE14E54068}" dt="2023-01-08T21:07:17.388" v="65" actId="478"/>
        <pc:sldMkLst>
          <pc:docMk/>
          <pc:sldMk cId="0" sldId="412"/>
        </pc:sldMkLst>
      </pc:sldChg>
      <pc:sldChg chg="modSp mod">
        <pc:chgData name="גרא וייס" userId="f0aa0173-552d-4808-9782-d425e6aaf8d9" providerId="ADAL" clId="{887434E0-4B19-46F6-9F3E-67CE14E54068}" dt="2023-01-08T21:08:15.102" v="71" actId="1076"/>
        <pc:sldMkLst>
          <pc:docMk/>
          <pc:sldMk cId="0" sldId="416"/>
        </pc:sldMkLst>
      </pc:sldChg>
      <pc:sldChg chg="delSp mod">
        <pc:chgData name="גרא וייס" userId="f0aa0173-552d-4808-9782-d425e6aaf8d9" providerId="ADAL" clId="{887434E0-4B19-46F6-9F3E-67CE14E54068}" dt="2023-01-08T21:07:37.561" v="68" actId="478"/>
        <pc:sldMkLst>
          <pc:docMk/>
          <pc:sldMk cId="16842729" sldId="447"/>
        </pc:sldMkLst>
      </pc:sldChg>
      <pc:sldChg chg="addSp delSp modSp mod">
        <pc:chgData name="גרא וייס" userId="f0aa0173-552d-4808-9782-d425e6aaf8d9" providerId="ADAL" clId="{887434E0-4B19-46F6-9F3E-67CE14E54068}" dt="2023-01-12T16:29:02.315" v="239" actId="478"/>
        <pc:sldMkLst>
          <pc:docMk/>
          <pc:sldMk cId="3544683796" sldId="449"/>
        </pc:sldMkLst>
      </pc:sldChg>
      <pc:sldChg chg="delSp mod">
        <pc:chgData name="גרא וייס" userId="f0aa0173-552d-4808-9782-d425e6aaf8d9" providerId="ADAL" clId="{887434E0-4B19-46F6-9F3E-67CE14E54068}" dt="2023-01-08T21:07:28.092" v="66" actId="478"/>
        <pc:sldMkLst>
          <pc:docMk/>
          <pc:sldMk cId="3213729668" sldId="452"/>
        </pc:sldMkLst>
      </pc:sldChg>
      <pc:sldChg chg="delSp mod">
        <pc:chgData name="גרא וייס" userId="f0aa0173-552d-4808-9782-d425e6aaf8d9" providerId="ADAL" clId="{887434E0-4B19-46F6-9F3E-67CE14E54068}" dt="2023-01-08T21:07:33" v="67" actId="478"/>
        <pc:sldMkLst>
          <pc:docMk/>
          <pc:sldMk cId="2637882960" sldId="463"/>
        </pc:sldMkLst>
      </pc:sldChg>
      <pc:sldChg chg="delSp mod">
        <pc:chgData name="גרא וייס" userId="f0aa0173-552d-4808-9782-d425e6aaf8d9" providerId="ADAL" clId="{887434E0-4B19-46F6-9F3E-67CE14E54068}" dt="2023-01-08T21:06:11.145" v="61" actId="478"/>
        <pc:sldMkLst>
          <pc:docMk/>
          <pc:sldMk cId="960116216" sldId="466"/>
        </pc:sldMkLst>
      </pc:sldChg>
      <pc:sldChg chg="delSp mod">
        <pc:chgData name="גרא וייס" userId="f0aa0173-552d-4808-9782-d425e6aaf8d9" providerId="ADAL" clId="{887434E0-4B19-46F6-9F3E-67CE14E54068}" dt="2023-01-08T21:06:56.027" v="63" actId="478"/>
        <pc:sldMkLst>
          <pc:docMk/>
          <pc:sldMk cId="3076466328" sldId="467"/>
        </pc:sldMkLst>
      </pc:sldChg>
      <pc:sldChg chg="delSp mod">
        <pc:chgData name="גרא וייס" userId="f0aa0173-552d-4808-9782-d425e6aaf8d9" providerId="ADAL" clId="{887434E0-4B19-46F6-9F3E-67CE14E54068}" dt="2023-01-08T21:07:04.873" v="64" actId="478"/>
        <pc:sldMkLst>
          <pc:docMk/>
          <pc:sldMk cId="3379837058" sldId="468"/>
        </pc:sldMkLst>
      </pc:sldChg>
      <pc:sldChg chg="delSp modSp mod">
        <pc:chgData name="גרא וייס" userId="f0aa0173-552d-4808-9782-d425e6aaf8d9" providerId="ADAL" clId="{887434E0-4B19-46F6-9F3E-67CE14E54068}" dt="2023-01-08T20:22:15.593" v="55" actId="20577"/>
        <pc:sldMkLst>
          <pc:docMk/>
          <pc:sldMk cId="3357009223" sldId="470"/>
        </pc:sldMkLst>
      </pc:sldChg>
      <pc:sldChg chg="modSp mod">
        <pc:chgData name="גרא וייס" userId="f0aa0173-552d-4808-9782-d425e6aaf8d9" providerId="ADAL" clId="{887434E0-4B19-46F6-9F3E-67CE14E54068}" dt="2023-01-08T21:05:53.998" v="60" actId="1076"/>
        <pc:sldMkLst>
          <pc:docMk/>
          <pc:sldMk cId="1482482551" sldId="471"/>
        </pc:sldMkLst>
      </pc:sldChg>
      <pc:sldChg chg="delSp modSp mod">
        <pc:chgData name="גרא וייס" userId="f0aa0173-552d-4808-9782-d425e6aaf8d9" providerId="ADAL" clId="{887434E0-4B19-46F6-9F3E-67CE14E54068}" dt="2023-01-08T21:05:17.563" v="59" actId="20577"/>
        <pc:sldMkLst>
          <pc:docMk/>
          <pc:sldMk cId="2759227640" sldId="472"/>
        </pc:sldMkLst>
      </pc:sldChg>
      <pc:sldChg chg="delSp mod">
        <pc:chgData name="גרא וייס" userId="f0aa0173-552d-4808-9782-d425e6aaf8d9" providerId="ADAL" clId="{887434E0-4B19-46F6-9F3E-67CE14E54068}" dt="2023-01-08T21:06:35.419" v="62" actId="478"/>
        <pc:sldMkLst>
          <pc:docMk/>
          <pc:sldMk cId="3817236611" sldId="473"/>
        </pc:sldMkLst>
      </pc:sldChg>
      <pc:sldChg chg="modSp mod">
        <pc:chgData name="גרא וייס" userId="f0aa0173-552d-4808-9782-d425e6aaf8d9" providerId="ADAL" clId="{887434E0-4B19-46F6-9F3E-67CE14E54068}" dt="2023-01-08T20:19:02.526" v="52" actId="20577"/>
        <pc:sldMkLst>
          <pc:docMk/>
          <pc:sldMk cId="454962111" sldId="474"/>
        </pc:sldMkLst>
      </pc:sldChg>
      <pc:sldChg chg="modSp add mod">
        <pc:chgData name="גרא וייס" userId="f0aa0173-552d-4808-9782-d425e6aaf8d9" providerId="ADAL" clId="{887434E0-4B19-46F6-9F3E-67CE14E54068}" dt="2023-01-12T16:06:36.313" v="196" actId="20577"/>
        <pc:sldMkLst>
          <pc:docMk/>
          <pc:sldMk cId="3142846467" sldId="48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6E06B-AB57-4294-8372-16948D4FAE2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312D5-B96B-4B48-8ADE-466FDF7757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7932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01-12T09:34:57.095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20740 6166 1562 0,'0'0'627'15,"0"0"-479"-15,0 0-21 16,0 0 13-16,0 0-46 15,0 0-66-15,2-2-20 16,-2 2-8-16,6 0-36 0,1 0-187 16,2 0-672-16</inkml:trace>
  <inkml:trace contextRef="#ctx0" brushRef="#br0" timeOffset="398.68">21220 6070 1667 0,'0'0'795'0,"0"0"-612"16,0 0-43 0,0 0-3-16,0 0-132 0,0 0-5 15,0 0-313-15,14-2-593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46B1D-4663-49B6-B326-245D7D5A3682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F6944-2FF9-4248-8A94-1C46CD394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56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365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281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14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779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73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63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250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4178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8273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7004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979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728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938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989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989392" y="-499216"/>
            <a:ext cx="2476500" cy="476250"/>
          </a:xfrm>
        </p:spPr>
        <p:txBody>
          <a:bodyPr/>
          <a:lstStyle>
            <a:lvl1pPr algn="ctr">
              <a:defRPr sz="1100"/>
            </a:lvl1pPr>
          </a:lstStyle>
          <a:p>
            <a:r>
              <a:rPr lang="he-IL"/>
              <a:t>עדכון אחרון </a:t>
            </a:r>
            <a:fld id="{7B086AAE-F14E-4B30-87F9-1FD42B9BCCB9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43200" y="5791200"/>
            <a:ext cx="39624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pic>
        <p:nvPicPr>
          <p:cNvPr id="2" name="Picture 1" descr="סרט מודעות צהוב – ויקיפדיה">
            <a:extLst>
              <a:ext uri="{FF2B5EF4-FFF2-40B4-BE49-F238E27FC236}">
                <a16:creationId xmlns:a16="http://schemas.microsoft.com/office/drawing/2014/main" id="{39FCF89A-66FB-5471-A132-A878C5EDBE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926" y="0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>
            <a:lvl1pPr algn="ctr" rtl="1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11266" name="Picture 2" descr="http://bgu.ac.il/NR/rdonlyres/4E908188-6AC7-4C07-9237-368D40E2EEFB/41072/BGUlogo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47623" y="92075"/>
            <a:ext cx="520177" cy="66992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2DB6B-1EA1-4A4B-B47A-2783F935A600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960C7-BACF-420D-A557-A385D6297D29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9218" name="Picture 2" descr="http://bgu.ac.il/NR/rdonlyres/4E908188-6AC7-4C07-9237-368D40E2EEFB/41075/BGUsig1H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5950" y="-136525"/>
            <a:ext cx="2406650" cy="120332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B3A8-D963-425B-825B-E4B738A1D92A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A5639-DD31-47F9-A956-C8B80FFDA535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FA75-80ED-4127-A1CE-377B00428A30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53C9F-829D-4682-9136-E24C2FE7D8B1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CAF2-89CF-4D7F-8273-32FC35BA221F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686A-5BC9-4572-9309-2F412007C7F4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EA3F7-2EBC-40FD-8DA6-2876EEB17265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00393D4-FEE5-4B2C-B85E-16899D94FADB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  <p:hf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74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72.png"/><Relationship Id="rId5" Type="http://schemas.openxmlformats.org/officeDocument/2006/relationships/image" Target="../media/image77.png"/><Relationship Id="rId15" Type="http://schemas.openxmlformats.org/officeDocument/2006/relationships/image" Target="../media/image82.png"/><Relationship Id="rId10" Type="http://schemas.openxmlformats.org/officeDocument/2006/relationships/image" Target="../media/image71.png"/><Relationship Id="rId4" Type="http://schemas.openxmlformats.org/officeDocument/2006/relationships/image" Target="../media/image76.png"/><Relationship Id="rId9" Type="http://schemas.openxmlformats.org/officeDocument/2006/relationships/image" Target="../media/image70.png"/><Relationship Id="rId14" Type="http://schemas.openxmlformats.org/officeDocument/2006/relationships/image" Target="../media/image8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73.png"/><Relationship Id="rId5" Type="http://schemas.openxmlformats.org/officeDocument/2006/relationships/image" Target="../media/image78.png"/><Relationship Id="rId15" Type="http://schemas.openxmlformats.org/officeDocument/2006/relationships/image" Target="../media/image83.png"/><Relationship Id="rId10" Type="http://schemas.openxmlformats.org/officeDocument/2006/relationships/image" Target="../media/image72.png"/><Relationship Id="rId4" Type="http://schemas.openxmlformats.org/officeDocument/2006/relationships/image" Target="../media/image77.png"/><Relationship Id="rId9" Type="http://schemas.openxmlformats.org/officeDocument/2006/relationships/image" Target="../media/image71.png"/><Relationship Id="rId14" Type="http://schemas.openxmlformats.org/officeDocument/2006/relationships/image" Target="../media/image8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73.png"/><Relationship Id="rId5" Type="http://schemas.openxmlformats.org/officeDocument/2006/relationships/image" Target="../media/image78.png"/><Relationship Id="rId15" Type="http://schemas.openxmlformats.org/officeDocument/2006/relationships/image" Target="../media/image83.png"/><Relationship Id="rId10" Type="http://schemas.openxmlformats.org/officeDocument/2006/relationships/image" Target="../media/image72.png"/><Relationship Id="rId4" Type="http://schemas.openxmlformats.org/officeDocument/2006/relationships/image" Target="../media/image77.png"/><Relationship Id="rId9" Type="http://schemas.openxmlformats.org/officeDocument/2006/relationships/image" Target="../media/image71.png"/><Relationship Id="rId14" Type="http://schemas.openxmlformats.org/officeDocument/2006/relationships/image" Target="../media/image8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74.png"/><Relationship Id="rId3" Type="http://schemas.openxmlformats.org/officeDocument/2006/relationships/image" Target="../media/image85.png"/><Relationship Id="rId7" Type="http://schemas.openxmlformats.org/officeDocument/2006/relationships/image" Target="../media/image79.png"/><Relationship Id="rId12" Type="http://schemas.openxmlformats.org/officeDocument/2006/relationships/image" Target="../media/image7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72.png"/><Relationship Id="rId5" Type="http://schemas.openxmlformats.org/officeDocument/2006/relationships/image" Target="../media/image77.png"/><Relationship Id="rId15" Type="http://schemas.openxmlformats.org/officeDocument/2006/relationships/image" Target="../media/image82.png"/><Relationship Id="rId10" Type="http://schemas.openxmlformats.org/officeDocument/2006/relationships/image" Target="../media/image71.png"/><Relationship Id="rId4" Type="http://schemas.openxmlformats.org/officeDocument/2006/relationships/image" Target="../media/image76.png"/><Relationship Id="rId9" Type="http://schemas.openxmlformats.org/officeDocument/2006/relationships/image" Target="../media/image70.png"/><Relationship Id="rId14" Type="http://schemas.openxmlformats.org/officeDocument/2006/relationships/image" Target="../media/image8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9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8.png"/><Relationship Id="rId15" Type="http://schemas.openxmlformats.org/officeDocument/2006/relationships/image" Target="../media/image11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0.png"/><Relationship Id="rId3" Type="http://schemas.openxmlformats.org/officeDocument/2006/relationships/image" Target="../media/image1040.png"/><Relationship Id="rId7" Type="http://schemas.openxmlformats.org/officeDocument/2006/relationships/image" Target="../media/image108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70.png"/><Relationship Id="rId5" Type="http://schemas.openxmlformats.org/officeDocument/2006/relationships/image" Target="../media/image122.svg"/><Relationship Id="rId10" Type="http://schemas.openxmlformats.org/officeDocument/2006/relationships/image" Target="../media/image1110.png"/><Relationship Id="rId4" Type="http://schemas.openxmlformats.org/officeDocument/2006/relationships/image" Target="../media/image121.png"/><Relationship Id="rId9" Type="http://schemas.openxmlformats.org/officeDocument/2006/relationships/image" Target="../media/image110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0.png"/><Relationship Id="rId3" Type="http://schemas.openxmlformats.org/officeDocument/2006/relationships/image" Target="../media/image1120.png"/><Relationship Id="rId7" Type="http://schemas.openxmlformats.org/officeDocument/2006/relationships/image" Target="../media/image11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50.png"/><Relationship Id="rId5" Type="http://schemas.openxmlformats.org/officeDocument/2006/relationships/image" Target="../media/image1140.png"/><Relationship Id="rId4" Type="http://schemas.openxmlformats.org/officeDocument/2006/relationships/image" Target="../media/image1130.png"/><Relationship Id="rId9" Type="http://schemas.openxmlformats.org/officeDocument/2006/relationships/image" Target="../media/image118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90.png"/><Relationship Id="rId7" Type="http://schemas.openxmlformats.org/officeDocument/2006/relationships/image" Target="../media/image12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50.png"/><Relationship Id="rId5" Type="http://schemas.openxmlformats.org/officeDocument/2006/relationships/image" Target="../media/image1140.png"/><Relationship Id="rId4" Type="http://schemas.openxmlformats.org/officeDocument/2006/relationships/image" Target="../media/image120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13" Type="http://schemas.openxmlformats.org/officeDocument/2006/relationships/image" Target="../media/image122.png"/><Relationship Id="rId3" Type="http://schemas.openxmlformats.org/officeDocument/2006/relationships/image" Target="../media/image123.png"/><Relationship Id="rId7" Type="http://schemas.openxmlformats.org/officeDocument/2006/relationships/image" Target="../media/image1150.png"/><Relationship Id="rId12" Type="http://schemas.openxmlformats.org/officeDocument/2006/relationships/image" Target="../media/image1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40.png"/><Relationship Id="rId11" Type="http://schemas.openxmlformats.org/officeDocument/2006/relationships/image" Target="../media/image126.png"/><Relationship Id="rId5" Type="http://schemas.openxmlformats.org/officeDocument/2006/relationships/image" Target="../media/image1200.png"/><Relationship Id="rId10" Type="http://schemas.openxmlformats.org/officeDocument/2006/relationships/image" Target="../media/image1210.png"/><Relationship Id="rId4" Type="http://schemas.openxmlformats.org/officeDocument/2006/relationships/image" Target="../media/image1190.png"/><Relationship Id="rId9" Type="http://schemas.openxmlformats.org/officeDocument/2006/relationships/image" Target="../media/image125.png"/><Relationship Id="rId14" Type="http://schemas.openxmlformats.org/officeDocument/2006/relationships/image" Target="../media/image12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29.png"/><Relationship Id="rId7" Type="http://schemas.openxmlformats.org/officeDocument/2006/relationships/image" Target="../media/image115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40.png"/><Relationship Id="rId11" Type="http://schemas.openxmlformats.org/officeDocument/2006/relationships/image" Target="../media/image132.png"/><Relationship Id="rId5" Type="http://schemas.openxmlformats.org/officeDocument/2006/relationships/image" Target="../media/image1130.png"/><Relationship Id="rId10" Type="http://schemas.openxmlformats.org/officeDocument/2006/relationships/image" Target="../media/image131.png"/><Relationship Id="rId4" Type="http://schemas.openxmlformats.org/officeDocument/2006/relationships/image" Target="../media/image1120.png"/><Relationship Id="rId9" Type="http://schemas.openxmlformats.org/officeDocument/2006/relationships/image" Target="../media/image13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138.png"/><Relationship Id="rId7" Type="http://schemas.openxmlformats.org/officeDocument/2006/relationships/image" Target="../media/image133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45.png"/><Relationship Id="rId7" Type="http://schemas.openxmlformats.org/officeDocument/2006/relationships/image" Target="../media/image149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11" Type="http://schemas.openxmlformats.org/officeDocument/2006/relationships/image" Target="../media/image134.png"/><Relationship Id="rId5" Type="http://schemas.openxmlformats.org/officeDocument/2006/relationships/image" Target="../media/image147.png"/><Relationship Id="rId10" Type="http://schemas.openxmlformats.org/officeDocument/2006/relationships/image" Target="../media/image152.png"/><Relationship Id="rId4" Type="http://schemas.openxmlformats.org/officeDocument/2006/relationships/image" Target="../media/image146.png"/><Relationship Id="rId9" Type="http://schemas.openxmlformats.org/officeDocument/2006/relationships/image" Target="../media/image15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156.png"/><Relationship Id="rId3" Type="http://schemas.openxmlformats.org/officeDocument/2006/relationships/image" Target="../media/image145.png"/><Relationship Id="rId7" Type="http://schemas.openxmlformats.org/officeDocument/2006/relationships/image" Target="../media/image149.png"/><Relationship Id="rId12" Type="http://schemas.openxmlformats.org/officeDocument/2006/relationships/image" Target="../media/image152.png"/><Relationship Id="rId2" Type="http://schemas.openxmlformats.org/officeDocument/2006/relationships/image" Target="../media/image144.png"/><Relationship Id="rId16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11" Type="http://schemas.openxmlformats.org/officeDocument/2006/relationships/image" Target="../media/image151.png"/><Relationship Id="rId5" Type="http://schemas.openxmlformats.org/officeDocument/2006/relationships/image" Target="../media/image147.png"/><Relationship Id="rId15" Type="http://schemas.openxmlformats.org/officeDocument/2006/relationships/image" Target="../media/image158.png"/><Relationship Id="rId10" Type="http://schemas.openxmlformats.org/officeDocument/2006/relationships/image" Target="../media/image136.svg"/><Relationship Id="rId4" Type="http://schemas.openxmlformats.org/officeDocument/2006/relationships/image" Target="../media/image146.png"/><Relationship Id="rId9" Type="http://schemas.openxmlformats.org/officeDocument/2006/relationships/image" Target="../media/image135.png"/><Relationship Id="rId14" Type="http://schemas.openxmlformats.org/officeDocument/2006/relationships/image" Target="../media/image157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165.png"/><Relationship Id="rId18" Type="http://schemas.openxmlformats.org/officeDocument/2006/relationships/image" Target="../media/image169.png"/><Relationship Id="rId3" Type="http://schemas.openxmlformats.org/officeDocument/2006/relationships/image" Target="../media/image145.png"/><Relationship Id="rId21" Type="http://schemas.openxmlformats.org/officeDocument/2006/relationships/image" Target="../media/image171.png"/><Relationship Id="rId7" Type="http://schemas.openxmlformats.org/officeDocument/2006/relationships/image" Target="../media/image149.png"/><Relationship Id="rId12" Type="http://schemas.openxmlformats.org/officeDocument/2006/relationships/image" Target="../media/image164.png"/><Relationship Id="rId17" Type="http://schemas.openxmlformats.org/officeDocument/2006/relationships/image" Target="../media/image168.png"/><Relationship Id="rId2" Type="http://schemas.openxmlformats.org/officeDocument/2006/relationships/image" Target="../media/image144.png"/><Relationship Id="rId16" Type="http://schemas.openxmlformats.org/officeDocument/2006/relationships/image" Target="../media/image40.png"/><Relationship Id="rId20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11" Type="http://schemas.openxmlformats.org/officeDocument/2006/relationships/image" Target="../media/image163.png"/><Relationship Id="rId5" Type="http://schemas.openxmlformats.org/officeDocument/2006/relationships/image" Target="../media/image160.png"/><Relationship Id="rId15" Type="http://schemas.openxmlformats.org/officeDocument/2006/relationships/image" Target="../media/image167.png"/><Relationship Id="rId10" Type="http://schemas.openxmlformats.org/officeDocument/2006/relationships/image" Target="../media/image162.png"/><Relationship Id="rId19" Type="http://schemas.openxmlformats.org/officeDocument/2006/relationships/image" Target="../media/image170.png"/><Relationship Id="rId4" Type="http://schemas.openxmlformats.org/officeDocument/2006/relationships/image" Target="../media/image159.png"/><Relationship Id="rId9" Type="http://schemas.openxmlformats.org/officeDocument/2006/relationships/image" Target="../media/image161.png"/><Relationship Id="rId14" Type="http://schemas.openxmlformats.org/officeDocument/2006/relationships/image" Target="../media/image166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165.png"/><Relationship Id="rId18" Type="http://schemas.openxmlformats.org/officeDocument/2006/relationships/image" Target="../media/image168.png"/><Relationship Id="rId3" Type="http://schemas.openxmlformats.org/officeDocument/2006/relationships/image" Target="../media/image172.png"/><Relationship Id="rId21" Type="http://schemas.openxmlformats.org/officeDocument/2006/relationships/image" Target="../media/image176.png"/><Relationship Id="rId7" Type="http://schemas.openxmlformats.org/officeDocument/2006/relationships/image" Target="../media/image149.png"/><Relationship Id="rId12" Type="http://schemas.openxmlformats.org/officeDocument/2006/relationships/image" Target="../media/image164.png"/><Relationship Id="rId17" Type="http://schemas.openxmlformats.org/officeDocument/2006/relationships/image" Target="../media/image40.png"/><Relationship Id="rId2" Type="http://schemas.openxmlformats.org/officeDocument/2006/relationships/image" Target="../media/image144.png"/><Relationship Id="rId16" Type="http://schemas.openxmlformats.org/officeDocument/2006/relationships/image" Target="../media/image167.png"/><Relationship Id="rId20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png"/><Relationship Id="rId11" Type="http://schemas.openxmlformats.org/officeDocument/2006/relationships/image" Target="../media/image163.png"/><Relationship Id="rId5" Type="http://schemas.openxmlformats.org/officeDocument/2006/relationships/image" Target="../media/image174.png"/><Relationship Id="rId15" Type="http://schemas.openxmlformats.org/officeDocument/2006/relationships/image" Target="../media/image170.png"/><Relationship Id="rId10" Type="http://schemas.openxmlformats.org/officeDocument/2006/relationships/image" Target="../media/image162.png"/><Relationship Id="rId19" Type="http://schemas.openxmlformats.org/officeDocument/2006/relationships/image" Target="../media/image169.png"/><Relationship Id="rId4" Type="http://schemas.openxmlformats.org/officeDocument/2006/relationships/image" Target="../media/image173.png"/><Relationship Id="rId9" Type="http://schemas.openxmlformats.org/officeDocument/2006/relationships/image" Target="../media/image161.png"/><Relationship Id="rId14" Type="http://schemas.openxmlformats.org/officeDocument/2006/relationships/image" Target="../media/image16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1.png"/><Relationship Id="rId5" Type="http://schemas.openxmlformats.org/officeDocument/2006/relationships/image" Target="../media/image180.png"/><Relationship Id="rId4" Type="http://schemas.openxmlformats.org/officeDocument/2006/relationships/image" Target="../media/image179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6.png"/><Relationship Id="rId5" Type="http://schemas.openxmlformats.org/officeDocument/2006/relationships/image" Target="../media/image185.png"/><Relationship Id="rId4" Type="http://schemas.openxmlformats.org/officeDocument/2006/relationships/image" Target="../media/image18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3" Type="http://schemas.openxmlformats.org/officeDocument/2006/relationships/image" Target="../media/image190.png"/><Relationship Id="rId7" Type="http://schemas.openxmlformats.org/officeDocument/2006/relationships/image" Target="../media/image194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3.png"/><Relationship Id="rId5" Type="http://schemas.openxmlformats.org/officeDocument/2006/relationships/image" Target="../media/image192.png"/><Relationship Id="rId10" Type="http://schemas.openxmlformats.org/officeDocument/2006/relationships/image" Target="../media/image197.png"/><Relationship Id="rId4" Type="http://schemas.openxmlformats.org/officeDocument/2006/relationships/image" Target="../media/image191.png"/><Relationship Id="rId9" Type="http://schemas.openxmlformats.org/officeDocument/2006/relationships/image" Target="../media/image19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2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png"/><Relationship Id="rId3" Type="http://schemas.openxmlformats.org/officeDocument/2006/relationships/image" Target="../media/image202.png"/><Relationship Id="rId7" Type="http://schemas.openxmlformats.org/officeDocument/2006/relationships/image" Target="../media/image206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5.png"/><Relationship Id="rId5" Type="http://schemas.openxmlformats.org/officeDocument/2006/relationships/image" Target="../media/image204.png"/><Relationship Id="rId4" Type="http://schemas.openxmlformats.org/officeDocument/2006/relationships/image" Target="../media/image203.png"/><Relationship Id="rId9" Type="http://schemas.openxmlformats.org/officeDocument/2006/relationships/image" Target="../media/image20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2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.png"/><Relationship Id="rId5" Type="http://schemas.openxmlformats.org/officeDocument/2006/relationships/image" Target="../media/image214.png"/><Relationship Id="rId4" Type="http://schemas.openxmlformats.org/officeDocument/2006/relationships/image" Target="../media/image21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7" Type="http://schemas.openxmlformats.org/officeDocument/2006/relationships/image" Target="../media/image15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9.png"/><Relationship Id="rId5" Type="http://schemas.openxmlformats.org/officeDocument/2006/relationships/image" Target="../media/image218.png"/><Relationship Id="rId4" Type="http://schemas.openxmlformats.org/officeDocument/2006/relationships/image" Target="../media/image21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png"/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4.png"/><Relationship Id="rId4" Type="http://schemas.openxmlformats.org/officeDocument/2006/relationships/image" Target="../media/image21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7" Type="http://schemas.openxmlformats.org/officeDocument/2006/relationships/image" Target="../media/image234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3.png"/><Relationship Id="rId5" Type="http://schemas.openxmlformats.org/officeDocument/2006/relationships/image" Target="../media/image232.png"/><Relationship Id="rId4" Type="http://schemas.openxmlformats.org/officeDocument/2006/relationships/image" Target="../media/image23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.png"/><Relationship Id="rId5" Type="http://schemas.openxmlformats.org/officeDocument/2006/relationships/image" Target="../media/image238.png"/><Relationship Id="rId4" Type="http://schemas.openxmlformats.org/officeDocument/2006/relationships/image" Target="../media/image23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svg"/><Relationship Id="rId5" Type="http://schemas.openxmlformats.org/officeDocument/2006/relationships/image" Target="../media/image121.png"/><Relationship Id="rId4" Type="http://schemas.openxmlformats.org/officeDocument/2006/relationships/image" Target="../media/image241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png"/><Relationship Id="rId13" Type="http://schemas.openxmlformats.org/officeDocument/2006/relationships/image" Target="../media/image251.png"/><Relationship Id="rId18" Type="http://schemas.openxmlformats.org/officeDocument/2006/relationships/image" Target="../media/image255.png"/><Relationship Id="rId3" Type="http://schemas.openxmlformats.org/officeDocument/2006/relationships/image" Target="../media/image243.png"/><Relationship Id="rId7" Type="http://schemas.openxmlformats.org/officeDocument/2006/relationships/image" Target="../media/image165.png"/><Relationship Id="rId12" Type="http://schemas.openxmlformats.org/officeDocument/2006/relationships/image" Target="../media/image250.png"/><Relationship Id="rId17" Type="http://schemas.openxmlformats.org/officeDocument/2006/relationships/image" Target="../media/image254.png"/><Relationship Id="rId2" Type="http://schemas.openxmlformats.org/officeDocument/2006/relationships/image" Target="../media/image242.png"/><Relationship Id="rId16" Type="http://schemas.openxmlformats.org/officeDocument/2006/relationships/image" Target="../media/image170.png"/><Relationship Id="rId20" Type="http://schemas.openxmlformats.org/officeDocument/2006/relationships/image" Target="../media/image2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5.png"/><Relationship Id="rId11" Type="http://schemas.openxmlformats.org/officeDocument/2006/relationships/image" Target="../media/image249.png"/><Relationship Id="rId5" Type="http://schemas.openxmlformats.org/officeDocument/2006/relationships/image" Target="../media/image43.png"/><Relationship Id="rId15" Type="http://schemas.openxmlformats.org/officeDocument/2006/relationships/image" Target="../media/image253.png"/><Relationship Id="rId10" Type="http://schemas.openxmlformats.org/officeDocument/2006/relationships/image" Target="../media/image248.png"/><Relationship Id="rId19" Type="http://schemas.openxmlformats.org/officeDocument/2006/relationships/image" Target="../media/image256.png"/><Relationship Id="rId4" Type="http://schemas.openxmlformats.org/officeDocument/2006/relationships/image" Target="../media/image244.png"/><Relationship Id="rId9" Type="http://schemas.openxmlformats.org/officeDocument/2006/relationships/image" Target="../media/image247.png"/><Relationship Id="rId14" Type="http://schemas.openxmlformats.org/officeDocument/2006/relationships/image" Target="../media/image2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גרא וייס</a:t>
            </a:r>
          </a:p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המחלקה למדעי המחשב</a:t>
            </a:r>
          </a:p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אוניברסיטת בן-גוריון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rtl="1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בדיקת תכונות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7112000"/>
            <a:ext cx="9144000" cy="923330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TexPoint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 fonts used in EMF. </a:t>
            </a:r>
          </a:p>
          <a:p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Read the TexPoint manual before you delete this box.: AAAAAAAAA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  <a:sym typeface="STMARY10"/>
              </a:rPr>
              <a:t>AAAAAAAAAA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AAAAAA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43012" name="Picture 4" descr="http://bgu.ac.il/NR/rdonlyres/4E908188-6AC7-4C07-9237-368D40E2EEFB/41072/BGU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24250" y="4581525"/>
            <a:ext cx="1885950" cy="2428875"/>
          </a:xfrm>
          <a:prstGeom prst="rect">
            <a:avLst/>
          </a:prstGeom>
          <a:noFill/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0646-3111-4D68-A160-C7E5A6B7FF5E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233A67-19D3-5ECF-8558-EA232B6AAB03}"/>
              </a:ext>
            </a:extLst>
          </p:cNvPr>
          <p:cNvSpPr/>
          <p:nvPr/>
        </p:nvSpPr>
        <p:spPr>
          <a:xfrm>
            <a:off x="7555204" y="-34330"/>
            <a:ext cx="10454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0"/>
            <a:r>
              <a:rPr lang="he-IL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620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תזכורת: נוסחה ב-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</a:t>
            </a:fld>
            <a:endParaRPr lang="he-IL"/>
          </a:p>
        </p:txBody>
      </p:sp>
      <p:grpSp>
        <p:nvGrpSpPr>
          <p:cNvPr id="41" name="Group 40"/>
          <p:cNvGrpSpPr/>
          <p:nvPr/>
        </p:nvGrpSpPr>
        <p:grpSpPr>
          <a:xfrm>
            <a:off x="692915" y="3103416"/>
            <a:ext cx="7969105" cy="646986"/>
            <a:chOff x="619027" y="3124522"/>
            <a:chExt cx="7969105" cy="646986"/>
          </a:xfrm>
        </p:grpSpPr>
        <p:sp>
          <p:nvSpPr>
            <p:cNvPr id="39" name="Oval 38"/>
            <p:cNvSpPr/>
            <p:nvPr/>
          </p:nvSpPr>
          <p:spPr>
            <a:xfrm>
              <a:off x="6263640" y="3493189"/>
              <a:ext cx="152400" cy="17408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34" name="Oval 33"/>
            <p:cNvSpPr/>
            <p:nvPr/>
          </p:nvSpPr>
          <p:spPr>
            <a:xfrm>
              <a:off x="7695460" y="3514078"/>
              <a:ext cx="152400" cy="17408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619027" y="3124522"/>
                  <a:ext cx="7969105" cy="646986"/>
                </a:xfrm>
                <a:prstGeom prst="roundRect">
                  <a:avLst/>
                </a:prstGeom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∷= 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200" b="0" i="1" dirty="0" smtClean="0">
                            <a:latin typeface="Cambria Math" panose="02040503050406030204" pitchFamily="18" charset="0"/>
                            <a:sym typeface="Symbol"/>
                          </a:rPr>
                          <m:t>∧</m:t>
                        </m:r>
                        <m:sSub>
                          <m:sSubPr>
                            <m:ctrlP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32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 ¬</m:t>
                            </m:r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sz="32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he-IL" sz="3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200" dirty="0" smtClean="0">
                            <a:solidFill>
                              <a:srgbClr val="0000FF"/>
                            </a:solidFill>
                            <a:latin typeface="cmsy10"/>
                          </a:rPr>
                          <m:t>°</m:t>
                        </m:r>
                        <m:r>
                          <a:rPr lang="en-US" sz="32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he-IL" sz="3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| </m:t>
                        </m:r>
                        <m:sSub>
                          <m:sSubPr>
                            <m:ctrlPr>
                              <a:rPr lang="en-US" sz="32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32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3200" dirty="0">
                            <a:solidFill>
                              <a:srgbClr val="FF0000"/>
                            </a:solidFill>
                            <a:latin typeface="Franklin Gothic Book"/>
                            <a:sym typeface="Symbol"/>
                          </a:rPr>
                          <m:t>U</m:t>
                        </m:r>
                        <m:r>
                          <a:rPr lang="en-US" sz="3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 </m:t>
                        </m:r>
                        <m:sSub>
                          <m:sSubPr>
                            <m:ctrlPr>
                              <a:rPr lang="en-US" sz="32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32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 sz="3200">
                    <a:solidFill>
                      <a:srgbClr val="FF0000"/>
                    </a:solidFill>
                    <a:latin typeface="cmmi10"/>
                  </a:endParaRP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027" y="3124522"/>
                  <a:ext cx="7969105" cy="646986"/>
                </a:xfrm>
                <a:prstGeom prst="round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3400" y="1905000"/>
                <a:ext cx="838200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דקדוק ל-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מעל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𝐴𝑃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באשר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𝑎</m:t>
                    </m:r>
                    <m:r>
                      <a:rPr lang="en-US" sz="2400" b="0" i="1" dirty="0" smtClean="0">
                        <a:latin typeface="Cambria Math"/>
                      </a:rPr>
                      <m:t>∈</m:t>
                    </m:r>
                    <m:r>
                      <a:rPr lang="en-US" sz="2400" i="1" dirty="0" smtClean="0">
                        <a:latin typeface="Cambria Math"/>
                      </a:rPr>
                      <m:t>𝐴𝑃</m:t>
                    </m:r>
                  </m:oMath>
                </a14:m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יכול להיות כל פסוק אטומי: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905000"/>
                <a:ext cx="8382000" cy="461665"/>
              </a:xfrm>
              <a:prstGeom prst="rect">
                <a:avLst/>
              </a:prstGeom>
              <a:blipFill>
                <a:blip r:embed="rId3"/>
                <a:stretch>
                  <a:fillRect t="-9333" r="-1091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Elbow Connector 9"/>
          <p:cNvCxnSpPr/>
          <p:nvPr/>
        </p:nvCxnSpPr>
        <p:spPr>
          <a:xfrm flipV="1">
            <a:off x="5452329" y="3685939"/>
            <a:ext cx="887511" cy="673891"/>
          </a:xfrm>
          <a:prstGeom prst="bentConnector2">
            <a:avLst/>
          </a:prstGeom>
          <a:ln>
            <a:solidFill>
              <a:srgbClr val="0033CC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596593" y="4110335"/>
                <a:ext cx="3855736" cy="461665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הנוסחה 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תתקיים בצעד הבא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593" y="4110335"/>
                <a:ext cx="3855736" cy="461665"/>
              </a:xfrm>
              <a:prstGeom prst="rect">
                <a:avLst/>
              </a:prstGeom>
              <a:blipFill>
                <a:blip r:embed="rId4"/>
                <a:stretch>
                  <a:fillRect t="-9211" r="-2373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Elbow Connector 22"/>
          <p:cNvCxnSpPr>
            <a:cxnSpLocks/>
            <a:stCxn id="24" idx="3"/>
          </p:cNvCxnSpPr>
          <p:nvPr/>
        </p:nvCxnSpPr>
        <p:spPr>
          <a:xfrm flipV="1">
            <a:off x="7315200" y="3667060"/>
            <a:ext cx="381000" cy="1290911"/>
          </a:xfrm>
          <a:prstGeom prst="bentConnector2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447800" y="4727138"/>
                <a:ext cx="5867400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הנוסחה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he-IL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תתקיים עד שהנוסחה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תתקיים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4727138"/>
                <a:ext cx="5867400" cy="461665"/>
              </a:xfrm>
              <a:prstGeom prst="rect">
                <a:avLst/>
              </a:prstGeom>
              <a:blipFill>
                <a:blip r:embed="rId5"/>
                <a:stretch>
                  <a:fillRect t="-9211" r="-1559" b="-30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80319" y="5766840"/>
                <a:ext cx="8801118" cy="52437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en-US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מגדירה תכונות זמן לינארי = המודל הוא מילים ב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8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𝐴𝑃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endParaRPr lang="he-IL" sz="28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19" y="5766840"/>
                <a:ext cx="8801118" cy="524374"/>
              </a:xfrm>
              <a:prstGeom prst="rect">
                <a:avLst/>
              </a:prstGeom>
              <a:blipFill>
                <a:blip r:embed="rId6"/>
                <a:stretch>
                  <a:fillRect t="-11628" r="-416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0093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0" y="990600"/>
                <a:ext cx="9067800" cy="57150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תכונת הזמן הליניארי המוגדרת ע"י נוסחה </a:t>
                </a:r>
                <a14:m>
                  <m:oMath xmlns:m="http://schemas.openxmlformats.org/officeDocument/2006/math">
                    <m:r>
                      <a:rPr lang="he-IL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מעל 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AP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היא:</a:t>
                </a:r>
              </a:p>
              <a:p>
                <a:pPr marL="0" indent="0" algn="ctr">
                  <a:lnSpc>
                    <a:spcPct val="110000"/>
                  </a:lnSpc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𝑊𝑜𝑟𝑑𝑠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𝐴𝑃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	כאשר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הוא היחס הקטן ביותר המקיים:</a:t>
                </a:r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buNone/>
                </a:pPr>
                <a:endParaRPr lang="he-IL">
                  <a:latin typeface="cmmi10"/>
                </a:endParaRPr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buNone/>
                </a:pPr>
                <a:endParaRPr lang="he-IL">
                  <a:latin typeface="cmmi10"/>
                </a:endParaRPr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buNone/>
                </a:pPr>
                <a:endParaRPr lang="he-IL">
                  <a:latin typeface="cmmi10"/>
                </a:endParaRPr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buNone/>
                </a:pPr>
                <a:endParaRPr lang="he-IL">
                  <a:latin typeface="cmmi10"/>
                </a:endParaRPr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buNone/>
                </a:pPr>
                <a:endParaRPr lang="he-IL">
                  <a:latin typeface="cmmi10"/>
                </a:endParaRPr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buNone/>
                </a:pPr>
                <a:endParaRPr lang="he-IL">
                  <a:latin typeface="cmmi10"/>
                </a:endParaRPr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buNone/>
                </a:pPr>
                <a:endParaRPr lang="he-IL">
                  <a:latin typeface="cmmi10"/>
                </a:endParaRPr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buNone/>
                </a:pPr>
                <a:endParaRPr lang="he-IL">
                  <a:latin typeface="cmmi10"/>
                </a:endParaRPr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buNone/>
                </a:pPr>
                <a:endParaRPr lang="he-IL">
                  <a:latin typeface="cmmi1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0" y="990600"/>
                <a:ext cx="9067800" cy="5715000"/>
              </a:xfrm>
              <a:blipFill>
                <a:blip r:embed="rId2"/>
                <a:stretch>
                  <a:fillRect t="-961" r="-1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93783" y="2819400"/>
                <a:ext cx="8629650" cy="3657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l" defTabSz="2247900" rtl="0">
                  <a:spcAft>
                    <a:spcPts val="1800"/>
                  </a:spcAft>
                  <a:tabLst>
                    <a:tab pos="1798638" algn="l"/>
                    <a:tab pos="2338388" algn="l"/>
                  </a:tabLst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 sz="2400" b="0">
                    <a:solidFill>
                      <a:schemeClr val="tx1"/>
                    </a:solidFill>
                  </a:rPr>
                  <a:t> </a:t>
                </a:r>
              </a:p>
              <a:p>
                <a:pPr algn="l" defTabSz="2247900" rtl="0">
                  <a:spcAft>
                    <a:spcPts val="1800"/>
                  </a:spcAft>
                  <a:tabLst>
                    <a:tab pos="1798638" algn="l"/>
                    <a:tab pos="2338388" algn="l"/>
                  </a:tabLst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b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2400" b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sz="2400" b="0">
                  <a:solidFill>
                    <a:schemeClr val="tx1"/>
                  </a:solidFill>
                </a:endParaRPr>
              </a:p>
              <a:p>
                <a:pPr algn="l" defTabSz="2247900" rtl="0">
                  <a:spcAft>
                    <a:spcPts val="1800"/>
                  </a:spcAft>
                  <a:tabLst>
                    <a:tab pos="1798638" algn="l"/>
                    <a:tab pos="2338388" algn="l"/>
                  </a:tabLs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b="0">
                    <a:solidFill>
                      <a:schemeClr val="tx1"/>
                    </a:solidFill>
                  </a:rPr>
                  <a:t> 	</a:t>
                </a:r>
                <a:r>
                  <a:rPr lang="en-US" sz="240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2400" b="0">
                    <a:solidFill>
                      <a:schemeClr val="tx1"/>
                    </a:solidFill>
                  </a:rPr>
                  <a:t> 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b="0">
                  <a:solidFill>
                    <a:schemeClr val="tx1"/>
                  </a:solidFill>
                </a:endParaRPr>
              </a:p>
              <a:p>
                <a:pPr algn="l" defTabSz="2247900" rtl="0">
                  <a:spcAft>
                    <a:spcPts val="1800"/>
                  </a:spcAft>
                  <a:tabLst>
                    <a:tab pos="1798638" algn="l"/>
                    <a:tab pos="2338388" algn="l"/>
                  </a:tabLs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⊨¬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2400" b="0">
                    <a:solidFill>
                      <a:schemeClr val="tx1"/>
                    </a:solidFill>
                  </a:rPr>
                  <a:t>	</a:t>
                </a:r>
                <a:r>
                  <a:rPr lang="en-US" sz="240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⇔ </m:t>
                    </m:r>
                  </m:oMath>
                </a14:m>
                <a:r>
                  <a:rPr lang="en-US" sz="2400" b="0">
                    <a:solidFill>
                      <a:schemeClr val="tx1"/>
                    </a:solidFill>
                  </a:rPr>
                  <a:t>	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⊭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</m:oMath>
                </a14:m>
                <a:endParaRPr lang="en-US" sz="2400" b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algn="l" defTabSz="2247900" rtl="0">
                  <a:spcAft>
                    <a:spcPts val="1800"/>
                  </a:spcAft>
                  <a:tabLst>
                    <a:tab pos="1798638" algn="l"/>
                    <a:tab pos="2338388" algn="l"/>
                  </a:tabLs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⊨</m:t>
                    </m:r>
                    <m:r>
                      <m:rPr>
                        <m:nor/>
                      </m:rPr>
                      <a:rPr lang="en-US" sz="3200" dirty="0" smtClean="0">
                        <a:solidFill>
                          <a:prstClr val="black"/>
                        </a:solidFill>
                        <a:latin typeface="cmsy10"/>
                      </a:rPr>
                      <m:t>°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2400" b="0">
                    <a:solidFill>
                      <a:schemeClr val="tx1"/>
                    </a:solidFill>
                  </a:rPr>
                  <a:t> 	</a:t>
                </a:r>
                <a:r>
                  <a:rPr lang="en-US" sz="240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2400" b="0">
                    <a:solidFill>
                      <a:schemeClr val="tx1"/>
                    </a:solidFill>
                  </a:rPr>
                  <a:t> 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..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sz="2400" b="0">
                  <a:solidFill>
                    <a:schemeClr val="tx1"/>
                  </a:solidFill>
                </a:endParaRPr>
              </a:p>
              <a:p>
                <a:pPr algn="l" defTabSz="2247900" rtl="0">
                  <a:spcAft>
                    <a:spcPts val="1800"/>
                  </a:spcAft>
                  <a:tabLst>
                    <a:tab pos="1798638" algn="l"/>
                    <a:tab pos="2338388" algn="l"/>
                  </a:tabLst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3200" dirty="0">
                        <a:solidFill>
                          <a:schemeClr val="tx1"/>
                        </a:solidFill>
                        <a:latin typeface="Franklin Gothic Book"/>
                      </a:rPr>
                      <m:t>U</m:t>
                    </m:r>
                    <m:sSub>
                      <m:sSubPr>
                        <m:ctrlPr>
                          <a:rPr lang="en-US" sz="32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b="0">
                    <a:solidFill>
                      <a:schemeClr val="tx1"/>
                    </a:solidFill>
                  </a:rPr>
                  <a:t>	</a:t>
                </a:r>
                <a:r>
                  <a:rPr lang="en-US" sz="240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m:rPr>
                        <m:nor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m:rPr>
                        <m:nor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nor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..</m:t>
                        </m:r>
                      </m:e>
                    </m:d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∧ 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m:rPr>
                        <m:nor/>
                      </m:rP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nor/>
                      </m:rP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nor/>
                      </m:rP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..</m:t>
                        </m:r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b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83" y="2819400"/>
                <a:ext cx="8629650" cy="3657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279748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תזכורת: סמנטיקה כקבוצות מילים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710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219200" y="2057400"/>
            <a:ext cx="6934200" cy="381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/>
              <a:t>סמנטיקה של </a:t>
            </a:r>
            <a:r>
              <a:rPr lang="he-IL">
                <a:latin typeface="Symbol"/>
                <a:sym typeface="Symbol"/>
              </a:rPr>
              <a:t>,</a:t>
            </a:r>
            <a:r>
              <a:rPr lang="en-US">
                <a:latin typeface="cmsy10"/>
              </a:rPr>
              <a:t>}</a:t>
            </a:r>
            <a:r>
              <a:rPr lang="en-US"/>
              <a:t>, </a:t>
            </a:r>
            <a:r>
              <a:rPr lang="en-US">
                <a:latin typeface="Symbol"/>
                <a:sym typeface="Symbol"/>
              </a:rPr>
              <a:t></a:t>
            </a:r>
            <a:r>
              <a:rPr lang="en-US">
                <a:latin typeface="cmsy10"/>
                <a:sym typeface="Symbol"/>
              </a:rPr>
              <a:t>}</a:t>
            </a:r>
            <a:r>
              <a:rPr lang="en-US"/>
              <a:t>, </a:t>
            </a:r>
            <a:r>
              <a:rPr lang="en-US">
                <a:latin typeface="cmsy10"/>
              </a:rPr>
              <a:t>}</a:t>
            </a:r>
            <a:r>
              <a:rPr lang="en-US">
                <a:latin typeface="Symbol"/>
                <a:sym typeface="Symbol"/>
              </a:rPr>
              <a:t> </a:t>
            </a:r>
            <a:endParaRPr lang="he-IL">
              <a:latin typeface="Symbo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</a:t>
            </a:fld>
            <a:endParaRPr lang="he-IL"/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910884"/>
              </p:ext>
            </p:extLst>
          </p:nvPr>
        </p:nvGraphicFramePr>
        <p:xfrm>
          <a:off x="1371600" y="2286000"/>
          <a:ext cx="6613207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ormula" r:id="rId2" imgW="2579400" imgH="1279800" progId="Equation.Ribbit">
                  <p:embed/>
                </p:oleObj>
              </mc:Choice>
              <mc:Fallback>
                <p:oleObj name="Formula" r:id="rId2" imgW="2579400" imgH="1279800" progId="Equation.Ribbit">
                  <p:embed/>
                  <p:pic>
                    <p:nvPicPr>
                      <p:cNvPr id="51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286000"/>
                        <a:ext cx="6613207" cy="3352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23612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37970" y="1867158"/>
            <a:ext cx="7429500" cy="4461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438" y="3646236"/>
            <a:ext cx="7886564" cy="11854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בדיקת תכונות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	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" y="1287621"/>
                <a:ext cx="8343441" cy="4777189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הגדרה:</a:t>
                </a:r>
              </a:p>
              <a:p>
                <a:pPr>
                  <a:spcBef>
                    <a:spcPts val="3000"/>
                  </a:spcBef>
                  <a:spcAft>
                    <a:spcPts val="3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⇔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𝑊𝑜𝑟𝑑𝑠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Aft>
                    <a:spcPts val="12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בעיית החלטה (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decision problem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algn="ctr">
                  <a:spcBef>
                    <a:spcPts val="3600"/>
                  </a:spcBef>
                  <a:spcAft>
                    <a:spcPts val="12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בהינתן מערכת מעברים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ונוסחת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:</a:t>
                </a:r>
              </a:p>
              <a:p>
                <a:pPr algn="ctr">
                  <a:spcAft>
                    <a:spcPts val="12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ענו "</a:t>
                </a:r>
                <a:r>
                  <a:rPr lang="he-IL">
                    <a:solidFill>
                      <a:srgbClr val="009900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כן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" אם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𝑇𝑆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⊨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𝜑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ו "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לא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" אם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𝑇𝑆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⊭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𝜑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(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עם דוגמה נגדית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)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" y="1287621"/>
                <a:ext cx="8343441" cy="4777189"/>
              </a:xfrm>
              <a:blipFill>
                <a:blip r:embed="rId2"/>
                <a:stretch>
                  <a:fillRect t="-1148" r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9E0A3DAA-027E-585F-BE51-6936E6E30A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82210" y="4206515"/>
            <a:ext cx="2979579" cy="29795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385155-62EE-85F1-B7E2-CB60E3CC6B03}"/>
                  </a:ext>
                </a:extLst>
              </p:cNvPr>
              <p:cNvSpPr txBox="1"/>
              <p:nvPr/>
            </p:nvSpPr>
            <p:spPr>
              <a:xfrm>
                <a:off x="5839552" y="5064753"/>
                <a:ext cx="935459" cy="690801"/>
              </a:xfrm>
              <a:prstGeom prst="star32">
                <a:avLst/>
              </a:prstGeom>
              <a:solidFill>
                <a:srgbClr val="FFC000">
                  <a:alpha val="25882"/>
                </a:srgbClr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𝑇𝑆</m:t>
                      </m:r>
                    </m:oMath>
                  </m:oMathPara>
                </a14:m>
                <a:endParaRPr lang="en-US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385155-62EE-85F1-B7E2-CB60E3CC6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552" y="5064753"/>
                <a:ext cx="935459" cy="690801"/>
              </a:xfrm>
              <a:prstGeom prst="star32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2165B2-48E2-D47B-CBAE-9693A8AE3750}"/>
                  </a:ext>
                </a:extLst>
              </p:cNvPr>
              <p:cNvSpPr txBox="1"/>
              <p:nvPr/>
            </p:nvSpPr>
            <p:spPr>
              <a:xfrm>
                <a:off x="5983374" y="5941317"/>
                <a:ext cx="744411" cy="690801"/>
              </a:xfrm>
              <a:prstGeom prst="star32">
                <a:avLst/>
              </a:prstGeom>
              <a:solidFill>
                <a:srgbClr val="FFC000">
                  <a:alpha val="25882"/>
                </a:srgbClr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2165B2-48E2-D47B-CBAE-9693A8AE3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3374" y="5941317"/>
                <a:ext cx="744411" cy="690801"/>
              </a:xfrm>
              <a:prstGeom prst="star32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9A72FFC-6A6A-E22C-56A6-6081BFEE1A43}"/>
              </a:ext>
            </a:extLst>
          </p:cNvPr>
          <p:cNvCxnSpPr/>
          <p:nvPr/>
        </p:nvCxnSpPr>
        <p:spPr>
          <a:xfrm flipH="1">
            <a:off x="5181600" y="5410153"/>
            <a:ext cx="657952" cy="160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4A7D69-43E3-DB98-D273-4977FA9D012B}"/>
              </a:ext>
            </a:extLst>
          </p:cNvPr>
          <p:cNvCxnSpPr>
            <a:cxnSpLocks/>
          </p:cNvCxnSpPr>
          <p:nvPr/>
        </p:nvCxnSpPr>
        <p:spPr>
          <a:xfrm flipH="1" flipV="1">
            <a:off x="5181600" y="5969528"/>
            <a:ext cx="782115" cy="281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AF9AA3E-1335-6D75-C024-20847EB4527D}"/>
              </a:ext>
            </a:extLst>
          </p:cNvPr>
          <p:cNvSpPr txBox="1"/>
          <p:nvPr/>
        </p:nvSpPr>
        <p:spPr>
          <a:xfrm>
            <a:off x="1719892" y="5134996"/>
            <a:ext cx="1285246" cy="408623"/>
          </a:xfrm>
          <a:prstGeom prst="roundRect">
            <a:avLst/>
          </a:prstGeom>
          <a:solidFill>
            <a:srgbClr val="FFC000">
              <a:alpha val="25882"/>
            </a:srgbClr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 rtl="0"/>
            <a:r>
              <a:rPr lang="he-IL" b="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"כן"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7D5C08-5B99-A899-FC7F-A7EB39B1CE69}"/>
              </a:ext>
            </a:extLst>
          </p:cNvPr>
          <p:cNvSpPr txBox="1"/>
          <p:nvPr/>
        </p:nvSpPr>
        <p:spPr>
          <a:xfrm>
            <a:off x="1734179" y="5857130"/>
            <a:ext cx="1256671" cy="646986"/>
          </a:xfrm>
          <a:prstGeom prst="roundRect">
            <a:avLst/>
          </a:prstGeom>
          <a:solidFill>
            <a:srgbClr val="FFC000">
              <a:alpha val="25882"/>
            </a:srgbClr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 rtl="0"/>
            <a:r>
              <a:rPr lang="he-IL" sz="1600" b="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"לא" </a:t>
            </a:r>
          </a:p>
          <a:p>
            <a:pPr algn="ctr" rtl="0"/>
            <a:r>
              <a:rPr lang="he-IL" sz="1600" b="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דוגמה נגדית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1BE8873-B937-86C8-CE0A-6482B2601D7C}"/>
              </a:ext>
            </a:extLst>
          </p:cNvPr>
          <p:cNvCxnSpPr>
            <a:cxnSpLocks/>
          </p:cNvCxnSpPr>
          <p:nvPr/>
        </p:nvCxnSpPr>
        <p:spPr>
          <a:xfrm flipH="1" flipV="1">
            <a:off x="3224109" y="5375681"/>
            <a:ext cx="721105" cy="167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B6BC923-6AE7-5D92-1BA0-A39872C4D9DA}"/>
              </a:ext>
            </a:extLst>
          </p:cNvPr>
          <p:cNvCxnSpPr>
            <a:cxnSpLocks/>
          </p:cNvCxnSpPr>
          <p:nvPr/>
        </p:nvCxnSpPr>
        <p:spPr>
          <a:xfrm flipH="1">
            <a:off x="3241295" y="5943600"/>
            <a:ext cx="721105" cy="167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B1AA2BD6-4DB8-0615-986D-24EA3070D9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37970" y="1867158"/>
            <a:ext cx="7429500" cy="4461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438" y="3646236"/>
            <a:ext cx="7886564" cy="11854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בדיקת תכונות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	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" y="1287621"/>
                <a:ext cx="8343441" cy="4777189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הגדרה:</a:t>
                </a:r>
              </a:p>
              <a:p>
                <a:pPr>
                  <a:spcBef>
                    <a:spcPts val="3000"/>
                  </a:spcBef>
                  <a:spcAft>
                    <a:spcPts val="30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⇔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𝑊𝑜𝑟𝑑𝑠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Aft>
                    <a:spcPts val="12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בעיית החלטה (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decision problem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algn="ctr">
                  <a:spcBef>
                    <a:spcPts val="3600"/>
                  </a:spcBef>
                  <a:spcAft>
                    <a:spcPts val="12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בהינתן מערכת מעברים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ונוסחת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:</a:t>
                </a:r>
              </a:p>
              <a:p>
                <a:pPr algn="ctr">
                  <a:spcAft>
                    <a:spcPts val="12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ענו "</a:t>
                </a:r>
                <a:r>
                  <a:rPr lang="he-IL">
                    <a:solidFill>
                      <a:srgbClr val="009900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כן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" אם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𝑇𝑆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⊨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𝜑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ו "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לא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" אם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𝑇𝑆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⊭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/>
                      </a:rPr>
                      <m:t>𝜑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(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עם דוגמה נגדית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)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" y="1287621"/>
                <a:ext cx="8343441" cy="4777189"/>
              </a:xfrm>
              <a:blipFill>
                <a:blip r:embed="rId2"/>
                <a:stretch>
                  <a:fillRect t="-1148" r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9E0A3DAA-027E-585F-BE51-6936E6E30A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82210" y="4206515"/>
            <a:ext cx="2979579" cy="29795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385155-62EE-85F1-B7E2-CB60E3CC6B03}"/>
                  </a:ext>
                </a:extLst>
              </p:cNvPr>
              <p:cNvSpPr txBox="1"/>
              <p:nvPr/>
            </p:nvSpPr>
            <p:spPr>
              <a:xfrm>
                <a:off x="5839552" y="5064753"/>
                <a:ext cx="935459" cy="690801"/>
              </a:xfrm>
              <a:prstGeom prst="star32">
                <a:avLst/>
              </a:prstGeom>
              <a:solidFill>
                <a:srgbClr val="FFC000">
                  <a:alpha val="25882"/>
                </a:srgbClr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𝑇𝑆</m:t>
                      </m:r>
                    </m:oMath>
                  </m:oMathPara>
                </a14:m>
                <a:endParaRPr lang="en-US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385155-62EE-85F1-B7E2-CB60E3CC6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552" y="5064753"/>
                <a:ext cx="935459" cy="690801"/>
              </a:xfrm>
              <a:prstGeom prst="star32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2165B2-48E2-D47B-CBAE-9693A8AE3750}"/>
                  </a:ext>
                </a:extLst>
              </p:cNvPr>
              <p:cNvSpPr txBox="1"/>
              <p:nvPr/>
            </p:nvSpPr>
            <p:spPr>
              <a:xfrm>
                <a:off x="5983374" y="5941317"/>
                <a:ext cx="744411" cy="690801"/>
              </a:xfrm>
              <a:prstGeom prst="star32">
                <a:avLst/>
              </a:prstGeom>
              <a:solidFill>
                <a:srgbClr val="FFC000">
                  <a:alpha val="25882"/>
                </a:srgbClr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2165B2-48E2-D47B-CBAE-9693A8AE37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3374" y="5941317"/>
                <a:ext cx="744411" cy="690801"/>
              </a:xfrm>
              <a:prstGeom prst="star32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9A72FFC-6A6A-E22C-56A6-6081BFEE1A43}"/>
              </a:ext>
            </a:extLst>
          </p:cNvPr>
          <p:cNvCxnSpPr/>
          <p:nvPr/>
        </p:nvCxnSpPr>
        <p:spPr>
          <a:xfrm flipH="1">
            <a:off x="5181600" y="5410153"/>
            <a:ext cx="657952" cy="160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4A7D69-43E3-DB98-D273-4977FA9D012B}"/>
              </a:ext>
            </a:extLst>
          </p:cNvPr>
          <p:cNvCxnSpPr>
            <a:cxnSpLocks/>
          </p:cNvCxnSpPr>
          <p:nvPr/>
        </p:nvCxnSpPr>
        <p:spPr>
          <a:xfrm flipH="1" flipV="1">
            <a:off x="5181600" y="5969528"/>
            <a:ext cx="782115" cy="2810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AF9AA3E-1335-6D75-C024-20847EB4527D}"/>
              </a:ext>
            </a:extLst>
          </p:cNvPr>
          <p:cNvSpPr txBox="1"/>
          <p:nvPr/>
        </p:nvSpPr>
        <p:spPr>
          <a:xfrm>
            <a:off x="1719892" y="5134996"/>
            <a:ext cx="1285246" cy="408623"/>
          </a:xfrm>
          <a:prstGeom prst="roundRect">
            <a:avLst/>
          </a:prstGeom>
          <a:solidFill>
            <a:srgbClr val="FFC000">
              <a:alpha val="25882"/>
            </a:srgbClr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 rtl="0"/>
            <a:r>
              <a:rPr lang="he-IL" b="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"כן"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7D5C08-5B99-A899-FC7F-A7EB39B1CE69}"/>
              </a:ext>
            </a:extLst>
          </p:cNvPr>
          <p:cNvSpPr txBox="1"/>
          <p:nvPr/>
        </p:nvSpPr>
        <p:spPr>
          <a:xfrm>
            <a:off x="1734179" y="5857130"/>
            <a:ext cx="1256671" cy="646986"/>
          </a:xfrm>
          <a:prstGeom prst="roundRect">
            <a:avLst/>
          </a:prstGeom>
          <a:solidFill>
            <a:srgbClr val="FFC000">
              <a:alpha val="25882"/>
            </a:srgbClr>
          </a:solidFill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 rtl="0"/>
            <a:r>
              <a:rPr lang="he-IL" sz="1600" b="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"לא" </a:t>
            </a:r>
          </a:p>
          <a:p>
            <a:pPr algn="ctr" rtl="0"/>
            <a:r>
              <a:rPr lang="he-IL" sz="1600" b="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דוגמה נגדית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1BE8873-B937-86C8-CE0A-6482B2601D7C}"/>
              </a:ext>
            </a:extLst>
          </p:cNvPr>
          <p:cNvCxnSpPr>
            <a:cxnSpLocks/>
          </p:cNvCxnSpPr>
          <p:nvPr/>
        </p:nvCxnSpPr>
        <p:spPr>
          <a:xfrm flipH="1" flipV="1">
            <a:off x="3224109" y="5375681"/>
            <a:ext cx="721105" cy="167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B6BC923-6AE7-5D92-1BA0-A39872C4D9DA}"/>
              </a:ext>
            </a:extLst>
          </p:cNvPr>
          <p:cNvCxnSpPr>
            <a:cxnSpLocks/>
          </p:cNvCxnSpPr>
          <p:nvPr/>
        </p:nvCxnSpPr>
        <p:spPr>
          <a:xfrm flipH="1">
            <a:off x="3241295" y="5943600"/>
            <a:ext cx="721105" cy="167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617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ניסיון ראשון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7</a:t>
            </a:fld>
            <a:endParaRPr lang="he-IL"/>
          </a:p>
        </p:txBody>
      </p:sp>
      <p:sp>
        <p:nvSpPr>
          <p:cNvPr id="9" name="TextBox 8"/>
          <p:cNvSpPr txBox="1"/>
          <p:nvPr/>
        </p:nvSpPr>
        <p:spPr>
          <a:xfrm>
            <a:off x="255453" y="4869352"/>
            <a:ext cx="85539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2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בעיה: השלמה (בניית אוטומט שיקבל את המשלים לשפה) של אוטומט </a:t>
            </a:r>
            <a:r>
              <a:rPr lang="en-US" sz="22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NBA </a:t>
            </a:r>
            <a:endParaRPr lang="he-IL" sz="2200">
              <a:solidFill>
                <a:srgbClr val="0000FF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r>
              <a:rPr lang="he-IL" sz="22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עשויה לעלות בניפוח </a:t>
            </a:r>
            <a:r>
              <a:rPr lang="he-IL" sz="2200" err="1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אֶקְסְפּוֹנֶנְצְיָאלִי</a:t>
            </a:r>
            <a:r>
              <a:rPr lang="he-IL" sz="22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של גודל האוטומט </a:t>
            </a:r>
            <a:endParaRPr lang="en-US" sz="2200">
              <a:solidFill>
                <a:srgbClr val="0000FF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050160" y="5806932"/>
                <a:ext cx="5780621" cy="485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sz="22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פתרון: נשתמש בעובדה ש-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𝒜</m:t>
                                </m:r>
                              </m:e>
                              <m:sub>
                                <m:r>
                                  <a:rPr lang="en-US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sz="22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</m:sub>
                        </m:sSub>
                      </m:e>
                    </m:d>
                  </m:oMath>
                </a14:m>
                <a:endParaRPr lang="en-US" sz="22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160" y="5806932"/>
                <a:ext cx="5780621" cy="485326"/>
              </a:xfrm>
              <a:prstGeom prst="rect">
                <a:avLst/>
              </a:prstGeom>
              <a:blipFill>
                <a:blip r:embed="rId2"/>
                <a:stretch>
                  <a:fillRect t="-5063" r="-1264" b="-17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97705" y="1600200"/>
                <a:ext cx="7455695" cy="239886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defTabSz="808038" rtl="0">
                  <a:spcAft>
                    <a:spcPts val="5400"/>
                  </a:spcAft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3200"/>
                  <a:t> 	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3200"/>
                  <a:t> 	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𝑇𝑟𝑎𝑐𝑒𝑠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𝑇𝑆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⊆ </m:t>
                    </m:r>
                    <m:limLow>
                      <m:limLow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𝑊𝑜𝑟𝑑𝑠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groupChr>
                      </m:e>
                      <m:lim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ℒ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𝒜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sub>
                            </m:sSub>
                          </m:e>
                        </m:d>
                      </m:lim>
                    </m:limLow>
                  </m:oMath>
                </a14:m>
                <a:endParaRPr lang="en-US" sz="3200"/>
              </a:p>
              <a:p>
                <a:pPr algn="l" defTabSz="1031875" rtl="0">
                  <a:spcAft>
                    <a:spcPts val="5400"/>
                  </a:spcAft>
                  <a:tabLst>
                    <a:tab pos="1614488" algn="l"/>
                    <a:tab pos="2416175" algn="l"/>
                  </a:tabLst>
                </a:pPr>
                <a:r>
                  <a:rPr lang="en-US" sz="3200"/>
                  <a:t>	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3200"/>
                  <a:t>	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𝑇𝑟𝑎𝑐𝑒𝑠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𝑇𝑆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sz="32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32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𝒜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endParaRPr lang="he-IL" sz="32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705" y="1600200"/>
                <a:ext cx="7455695" cy="23988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138876" y="4105645"/>
            <a:ext cx="2717411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אוטומט לשפה המשלימה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605106" y="2819400"/>
                <a:ext cx="2426819" cy="40011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ל-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𝑊𝑜𝑟𝑑𝑠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he-IL" sz="20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106" y="2819400"/>
                <a:ext cx="2426819" cy="400110"/>
              </a:xfrm>
              <a:prstGeom prst="rect">
                <a:avLst/>
              </a:prstGeom>
              <a:blipFill>
                <a:blip r:embed="rId4"/>
                <a:stretch>
                  <a:fillRect t="-7692" r="-2506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V="1">
            <a:off x="6939998" y="2631295"/>
            <a:ext cx="0" cy="234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6667500" y="3896488"/>
            <a:ext cx="0" cy="23476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/>
          <p:cNvSpPr/>
          <p:nvPr/>
        </p:nvSpPr>
        <p:spPr>
          <a:xfrm>
            <a:off x="5638800" y="3124200"/>
            <a:ext cx="228600" cy="152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5216" y="1395360"/>
                <a:ext cx="8153400" cy="3048000"/>
              </a:xfrm>
              <a:noFill/>
            </p:spPr>
            <p:txBody>
              <a:bodyPr>
                <a:noAutofit/>
              </a:bodyPr>
              <a:lstStyle/>
              <a:p>
                <a:pPr marL="273050" indent="-4763" algn="l" rtl="0">
                  <a:spcBef>
                    <a:spcPts val="2400"/>
                  </a:spcBef>
                  <a:buNone/>
                  <a:tabLst>
                    <a:tab pos="1614488" algn="l"/>
                    <a:tab pos="2328863" algn="l"/>
                  </a:tabLst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𝑇𝑆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400" baseline="-25000">
                    <a:latin typeface="Arial Rounded MT Bold" panose="020F07040305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  <a:ea typeface="Cambria Math"/>
                      </a:rPr>
                      <m:t>⟺</m:t>
                    </m:r>
                  </m:oMath>
                </a14:m>
                <a:r>
                  <a:rPr lang="en-US" sz="2400">
                    <a:latin typeface="Arial Rounded MT Bold" panose="020F07040305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𝑇𝑟𝑎𝑐𝑒𝑠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/>
                          </a:rPr>
                          <m:t>𝑇𝑆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/>
                      </a:rPr>
                      <m:t>⊆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𝑊𝑜𝑟𝑑𝑠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endParaRPr lang="en-US" sz="2400">
                  <a:latin typeface="Arial Rounded MT Bold" panose="020F0704030504030204" pitchFamily="34" charset="0"/>
                </a:endParaRPr>
              </a:p>
              <a:p>
                <a:pPr algn="l" rtl="0">
                  <a:spcBef>
                    <a:spcPts val="2400"/>
                  </a:spcBef>
                  <a:buNone/>
                  <a:tabLst>
                    <a:tab pos="1614488" algn="l"/>
                    <a:tab pos="2328863" algn="l"/>
                  </a:tabLst>
                </a:pPr>
                <a:r>
                  <a:rPr lang="en-US" sz="2400">
                    <a:latin typeface="Arial Rounded MT Bold" panose="020F070403050403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⟺</m:t>
                    </m:r>
                  </m:oMath>
                </a14:m>
                <a:r>
                  <a:rPr lang="en-US" sz="2400">
                    <a:latin typeface="Arial Rounded MT Bold" panose="020F07040305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𝑇𝑟𝑎𝑐𝑒𝑠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𝑇𝑆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∩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/>
                                      </a:rPr>
                                      <m:t>𝐴𝑃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latin typeface="Cambria Math"/>
                              </a:rPr>
                              <m:t>𝜔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/>
                          </a:rPr>
                          <m:t>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𝑊𝑜𝑟𝑑𝑠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/>
                      </a:rPr>
                      <m:t>∅</m:t>
                    </m:r>
                  </m:oMath>
                </a14:m>
                <a:endParaRPr lang="en-US" sz="2400">
                  <a:latin typeface="Arial Rounded MT Bold" panose="020F0704030504030204" pitchFamily="34" charset="0"/>
                </a:endParaRPr>
              </a:p>
              <a:p>
                <a:pPr algn="l" rtl="0">
                  <a:spcBef>
                    <a:spcPts val="2400"/>
                  </a:spcBef>
                  <a:buNone/>
                  <a:tabLst>
                    <a:tab pos="1614488" algn="l"/>
                    <a:tab pos="2328863" algn="l"/>
                  </a:tabLst>
                </a:pPr>
                <a:r>
                  <a:rPr lang="en-US" sz="2400">
                    <a:latin typeface="Arial Rounded MT Bold" panose="020F070403050403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⟺</m:t>
                    </m:r>
                  </m:oMath>
                </a14:m>
                <a:r>
                  <a:rPr lang="en-US" sz="2400">
                    <a:latin typeface="Arial Rounded MT Bold" panose="020F07040305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𝑇𝑟𝑎𝑐𝑒𝑠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𝑇𝑆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∩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¬</m:t>
                            </m:r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/>
                      </a:rPr>
                      <m:t>∅</m:t>
                    </m:r>
                  </m:oMath>
                </a14:m>
                <a:endParaRPr lang="en-US" sz="2400">
                  <a:latin typeface="Arial Rounded MT Bold" panose="020F0704030504030204" pitchFamily="34" charset="0"/>
                </a:endParaRPr>
              </a:p>
              <a:p>
                <a:pPr algn="l" rtl="0">
                  <a:spcBef>
                    <a:spcPts val="2400"/>
                  </a:spcBef>
                  <a:buNone/>
                  <a:tabLst>
                    <a:tab pos="1614488" algn="l"/>
                    <a:tab pos="2328863" algn="l"/>
                  </a:tabLst>
                </a:pPr>
                <a:r>
                  <a:rPr lang="en-US" sz="2400">
                    <a:latin typeface="Arial Rounded MT Bold" panose="020F0704030504030204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</a:rPr>
                      <m:t>⟺</m:t>
                    </m:r>
                  </m:oMath>
                </a14:m>
                <a:r>
                  <a:rPr lang="en-US" sz="2400">
                    <a:latin typeface="Arial Rounded MT Bold" panose="020F070403050403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𝑇𝑆</m:t>
                    </m:r>
                    <m:r>
                      <a:rPr lang="en-US" sz="2400" b="0" i="1" smtClean="0">
                        <a:latin typeface="Cambria Math"/>
                      </a:rPr>
                      <m:t>×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𝒜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⊨ </m:t>
                    </m:r>
                    <m:r>
                      <a:rPr lang="en-US" sz="2400" b="1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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  <m:nary>
                      <m:naryPr>
                        <m:chr m:val="⋀"/>
                        <m:supHide m:val="on"/>
                        <m:ctrlP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∈</m:t>
                        </m:r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𝐹</m:t>
                        </m:r>
                      </m:sub>
                      <m:sup/>
                      <m:e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¬</m:t>
                        </m:r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𝑞</m:t>
                        </m:r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 </m:t>
                    </m:r>
                  </m:oMath>
                </a14:m>
                <a:r>
                  <a:rPr lang="en-US" sz="2400">
                    <a:latin typeface="Arial Rounded MT Bold" panose="020F07040305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5216" y="1395360"/>
                <a:ext cx="8153400" cy="3048000"/>
              </a:xfrm>
              <a:blipFill>
                <a:blip r:embed="rId2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אלגוריתם לאימות תכונת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8</a:t>
            </a:fld>
            <a:endParaRPr lang="he-IL"/>
          </a:p>
        </p:txBody>
      </p:sp>
      <p:sp>
        <p:nvSpPr>
          <p:cNvPr id="8" name="TextBox 7"/>
          <p:cNvSpPr txBox="1"/>
          <p:nvPr/>
        </p:nvSpPr>
        <p:spPr>
          <a:xfrm>
            <a:off x="762000" y="5674331"/>
            <a:ext cx="7371570" cy="46166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מסקנה: תרגמנו בדיקת תכונת </a:t>
            </a:r>
            <a:r>
              <a:rPr lang="en-US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לבדיקת תכונת הַתְמָדָה</a:t>
            </a:r>
            <a:endParaRPr lang="en-US" sz="2400">
              <a:solidFill>
                <a:srgbClr val="0000FF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6" name="Straight Arrow Connector 5"/>
          <p:cNvCxnSpPr>
            <a:cxnSpLocks/>
          </p:cNvCxnSpPr>
          <p:nvPr/>
        </p:nvCxnSpPr>
        <p:spPr>
          <a:xfrm flipH="1" flipV="1">
            <a:off x="5821850" y="3982185"/>
            <a:ext cx="11476" cy="54937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52400" y="4217244"/>
                <a:ext cx="3118362" cy="60670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 sz="16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הרכבה המתארת את כל הריצות של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he-IL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he-IL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r>
                  <a:rPr lang="he-IL" sz="16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 על כל רצפי העקבות של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endParaRPr lang="he-IL" sz="1600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4217244"/>
                <a:ext cx="3118362" cy="606705"/>
              </a:xfrm>
              <a:prstGeom prst="rect">
                <a:avLst/>
              </a:prstGeom>
              <a:blipFill>
                <a:blip r:embed="rId3"/>
                <a:stretch>
                  <a:fillRect l="-977" t="-3030" r="-977" b="-909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Elbow Connector 10"/>
          <p:cNvCxnSpPr>
            <a:cxnSpLocks/>
            <a:stCxn id="10" idx="3"/>
            <a:endCxn id="14" idx="4"/>
          </p:cNvCxnSpPr>
          <p:nvPr/>
        </p:nvCxnSpPr>
        <p:spPr>
          <a:xfrm flipV="1">
            <a:off x="3270762" y="3886200"/>
            <a:ext cx="272538" cy="634397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667498" y="3828714"/>
                <a:ext cx="2425595" cy="58477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he-IL" sz="16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המקבל מילה אם היא לא מקיימת את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he-IL" sz="1600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498" y="3828714"/>
                <a:ext cx="2425595" cy="584775"/>
              </a:xfrm>
              <a:prstGeom prst="rect">
                <a:avLst/>
              </a:prstGeom>
              <a:blipFill>
                <a:blip r:embed="rId4"/>
                <a:stretch>
                  <a:fillRect t="-312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5"/>
          <p:cNvCxnSpPr>
            <a:stCxn id="16" idx="0"/>
            <a:endCxn id="18" idx="4"/>
          </p:cNvCxnSpPr>
          <p:nvPr/>
        </p:nvCxnSpPr>
        <p:spPr>
          <a:xfrm rot="16200000" flipV="1">
            <a:off x="6540641" y="2489059"/>
            <a:ext cx="552114" cy="2127196"/>
          </a:xfrm>
          <a:prstGeom prst="curved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429000" y="3733800"/>
            <a:ext cx="228600" cy="152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5334000" y="3829785"/>
            <a:ext cx="228600" cy="152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436F30-1F55-A116-73EC-33A38559BD46}"/>
              </a:ext>
            </a:extLst>
          </p:cNvPr>
          <p:cNvSpPr txBox="1"/>
          <p:nvPr/>
        </p:nvSpPr>
        <p:spPr>
          <a:xfrm>
            <a:off x="4681916" y="4595151"/>
            <a:ext cx="2425595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600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קבוצת המצבים המקבלים של האוטומט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533400" y="2514600"/>
            <a:ext cx="8001000" cy="3200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>
                <a:solidFill>
                  <a:schemeClr val="accent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Model Checker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2286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בדיקת תכונות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LTL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76900" y="1295400"/>
            <a:ext cx="1905000" cy="333375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>
                <a:solidFill>
                  <a:schemeClr val="bg2">
                    <a:lumMod val="2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מערכת</a:t>
            </a:r>
            <a:endParaRPr lang="en-US">
              <a:solidFill>
                <a:schemeClr val="bg2">
                  <a:lumMod val="25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76900" y="1952625"/>
            <a:ext cx="1905000" cy="333375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>
                <a:solidFill>
                  <a:schemeClr val="bg2">
                    <a:lumMod val="2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מודל של המערכת</a:t>
            </a:r>
            <a:endParaRPr lang="en-US">
              <a:solidFill>
                <a:schemeClr val="bg2">
                  <a:lumMod val="25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953000" y="2933700"/>
                <a:ext cx="3352800" cy="3810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he-IL">
                    <a:solidFill>
                      <a:schemeClr val="accent4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מערכת מעברים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endParaRPr lang="en-US" baseline="-25000">
                  <a:solidFill>
                    <a:schemeClr val="accent4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2933700"/>
                <a:ext cx="3352800" cy="381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782824" y="4114800"/>
                <a:ext cx="3352800" cy="3810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he-IL">
                    <a:solidFill>
                      <a:schemeClr val="accent4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המכפלה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he-IL" b="0" i="1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dirty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r>
                  <a:rPr lang="en-US">
                    <a:solidFill>
                      <a:schemeClr val="accent4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endParaRPr lang="en-US" baseline="-25000">
                  <a:solidFill>
                    <a:schemeClr val="accent4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824" y="4114800"/>
                <a:ext cx="3352800" cy="381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782824" y="4819650"/>
                <a:ext cx="3352800" cy="74295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he-IL" i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i="1" dirty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b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</m:t>
                      </m:r>
                      <m:r>
                        <m:rPr>
                          <m:nor/>
                        </m:rPr>
                        <a:rPr lang="en-US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  <a:sym typeface="Symbol"/>
                        </a:rPr>
                        <m:t></m:t>
                      </m:r>
                      <m:nary>
                        <m:naryPr>
                          <m:chr m:val="⋀"/>
                          <m:supHide m:val="on"/>
                          <m:ctrlPr>
                            <a:rPr lang="en-US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𝑞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∈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𝐹</m:t>
                          </m:r>
                        </m:sub>
                        <m:sup/>
                        <m:e>
                          <m:r>
                            <a:rPr lang="en-US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¬</m:t>
                          </m:r>
                          <m:r>
                            <a:rPr lang="en-US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𝑞</m:t>
                          </m:r>
                        </m:e>
                      </m:nary>
                      <m:r>
                        <m:rPr>
                          <m:nor/>
                        </m:rPr>
                        <a:rPr lang="en-US" baseline="-25000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</m:oMath>
                  </m:oMathPara>
                </a14:m>
                <a:endParaRPr lang="en-US" baseline="-25000">
                  <a:solidFill>
                    <a:schemeClr val="accent4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2824" y="4819650"/>
                <a:ext cx="3352800" cy="7429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ounded Rectangle 15"/>
          <p:cNvSpPr/>
          <p:nvPr/>
        </p:nvSpPr>
        <p:spPr>
          <a:xfrm>
            <a:off x="1219200" y="6019800"/>
            <a:ext cx="1371600" cy="533400"/>
          </a:xfrm>
          <a:prstGeom prst="roundRect">
            <a:avLst/>
          </a:prstGeom>
          <a:solidFill>
            <a:srgbClr val="009900"/>
          </a:solidFill>
          <a:ln>
            <a:solidFill>
              <a:srgbClr val="336600"/>
            </a:solidFill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כן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096000" y="6019800"/>
            <a:ext cx="1981200" cy="5334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דוגמה נגדית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19" name="Straight Arrow Connector 18"/>
          <p:cNvCxnSpPr>
            <a:stCxn id="6" idx="2"/>
            <a:endCxn id="7" idx="0"/>
          </p:cNvCxnSpPr>
          <p:nvPr/>
        </p:nvCxnSpPr>
        <p:spPr>
          <a:xfrm>
            <a:off x="6629400" y="1628775"/>
            <a:ext cx="0" cy="32385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7" idx="2"/>
            <a:endCxn id="12" idx="0"/>
          </p:cNvCxnSpPr>
          <p:nvPr/>
        </p:nvCxnSpPr>
        <p:spPr>
          <a:xfrm>
            <a:off x="6629400" y="2286000"/>
            <a:ext cx="0" cy="64770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hape 31"/>
          <p:cNvCxnSpPr>
            <a:cxnSpLocks/>
            <a:stCxn id="12" idx="2"/>
            <a:endCxn id="13" idx="3"/>
          </p:cNvCxnSpPr>
          <p:nvPr/>
        </p:nvCxnSpPr>
        <p:spPr>
          <a:xfrm rot="5400000">
            <a:off x="5887212" y="3563112"/>
            <a:ext cx="990600" cy="493776"/>
          </a:xfrm>
          <a:prstGeom prst="bentConnector2">
            <a:avLst/>
          </a:prstGeom>
          <a:ln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3" idx="2"/>
            <a:endCxn id="14" idx="0"/>
          </p:cNvCxnSpPr>
          <p:nvPr/>
        </p:nvCxnSpPr>
        <p:spPr>
          <a:xfrm>
            <a:off x="4459224" y="4495800"/>
            <a:ext cx="0" cy="32385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hape 37"/>
          <p:cNvCxnSpPr>
            <a:stCxn id="14" idx="3"/>
            <a:endCxn id="17" idx="0"/>
          </p:cNvCxnSpPr>
          <p:nvPr/>
        </p:nvCxnSpPr>
        <p:spPr>
          <a:xfrm>
            <a:off x="6135624" y="5191125"/>
            <a:ext cx="950976" cy="828675"/>
          </a:xfrm>
          <a:prstGeom prst="bentConnector2">
            <a:avLst/>
          </a:prstGeom>
          <a:ln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hape 39"/>
          <p:cNvCxnSpPr>
            <a:stCxn id="14" idx="1"/>
            <a:endCxn id="16" idx="0"/>
          </p:cNvCxnSpPr>
          <p:nvPr/>
        </p:nvCxnSpPr>
        <p:spPr>
          <a:xfrm rot="10800000" flipV="1">
            <a:off x="1905000" y="5191124"/>
            <a:ext cx="877824" cy="828675"/>
          </a:xfrm>
          <a:prstGeom prst="bentConnector2">
            <a:avLst/>
          </a:prstGeom>
          <a:ln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Rounded Rectangle 7"/>
          <p:cNvSpPr/>
          <p:nvPr/>
        </p:nvSpPr>
        <p:spPr>
          <a:xfrm>
            <a:off x="1485900" y="1295400"/>
            <a:ext cx="1905000" cy="333375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>
                <a:solidFill>
                  <a:schemeClr val="bg2">
                    <a:lumMod val="2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תכונה</a:t>
            </a:r>
            <a:endParaRPr lang="en-US">
              <a:solidFill>
                <a:schemeClr val="bg2">
                  <a:lumMod val="25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ounded Rectangle 8"/>
              <p:cNvSpPr/>
              <p:nvPr/>
            </p:nvSpPr>
            <p:spPr>
              <a:xfrm>
                <a:off x="1485900" y="1981200"/>
                <a:ext cx="1905000" cy="333375"/>
              </a:xfrm>
              <a:prstGeom prst="roundRect">
                <a:avLst/>
              </a:prstGeom>
              <a:ln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he-IL">
                    <a:solidFill>
                      <a:schemeClr val="bg2">
                        <a:lumMod val="2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נוסחת </a:t>
                </a:r>
                <a:r>
                  <a:rPr lang="en-US">
                    <a:solidFill>
                      <a:schemeClr val="bg2">
                        <a:lumMod val="2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>
                    <a:solidFill>
                      <a:schemeClr val="bg2">
                        <a:lumMod val="2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>
                  <a:solidFill>
                    <a:schemeClr val="bg2">
                      <a:lumMod val="2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2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00" y="1981200"/>
                <a:ext cx="1905000" cy="33337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762000" y="2933700"/>
                <a:ext cx="3352800" cy="3810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he-IL">
                    <a:solidFill>
                      <a:schemeClr val="accent4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</a:t>
                </a:r>
                <a:r>
                  <a:rPr lang="en-US" err="1">
                    <a:solidFill>
                      <a:schemeClr val="accent4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Büchi</a:t>
                </a:r>
                <a:r>
                  <a:rPr lang="he-IL">
                    <a:solidFill>
                      <a:schemeClr val="accent4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מוכלל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𝒢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dirty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endParaRPr lang="en-US" b="0">
                  <a:solidFill>
                    <a:schemeClr val="accent4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933700"/>
                <a:ext cx="3352800" cy="381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762000" y="3505200"/>
                <a:ext cx="3352800" cy="3810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he-IL">
                    <a:solidFill>
                      <a:schemeClr val="accent4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</a:t>
                </a:r>
                <a:r>
                  <a:rPr lang="en-US" err="1">
                    <a:solidFill>
                      <a:schemeClr val="accent4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Büchi</a:t>
                </a:r>
                <a:r>
                  <a:rPr lang="he-IL" baseline="-25000">
                    <a:solidFill>
                      <a:schemeClr val="accent4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i="1" dirty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r>
                  <a:rPr lang="he-IL" baseline="-25000">
                    <a:solidFill>
                      <a:schemeClr val="accent4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</a:t>
                </a:r>
                <a:endParaRPr lang="en-US" baseline="-25000">
                  <a:solidFill>
                    <a:schemeClr val="accent4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505200"/>
                <a:ext cx="33528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>
            <a:stCxn id="21" idx="2"/>
            <a:endCxn id="22" idx="0"/>
          </p:cNvCxnSpPr>
          <p:nvPr/>
        </p:nvCxnSpPr>
        <p:spPr>
          <a:xfrm>
            <a:off x="2438400" y="1628775"/>
            <a:ext cx="0" cy="352425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2" idx="2"/>
            <a:endCxn id="23" idx="0"/>
          </p:cNvCxnSpPr>
          <p:nvPr/>
        </p:nvCxnSpPr>
        <p:spPr>
          <a:xfrm>
            <a:off x="2438400" y="2314575"/>
            <a:ext cx="0" cy="619125"/>
          </a:xfrm>
          <a:prstGeom prst="straightConnector1">
            <a:avLst/>
          </a:prstGeom>
          <a:ln w="101600">
            <a:solidFill>
              <a:srgbClr val="FF0000"/>
            </a:solidFill>
            <a:headEnd type="none" w="med" len="med"/>
            <a:tailEnd type="triangle" w="med" len="med"/>
          </a:ln>
          <a:effectLst>
            <a:glow rad="101600">
              <a:srgbClr val="FFFF00">
                <a:alpha val="40000"/>
              </a:srgbClr>
            </a:glow>
            <a:outerShdw blurRad="65500" dist="38100" dir="540000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3" idx="2"/>
            <a:endCxn id="25" idx="0"/>
          </p:cNvCxnSpPr>
          <p:nvPr/>
        </p:nvCxnSpPr>
        <p:spPr>
          <a:xfrm>
            <a:off x="2438400" y="3314700"/>
            <a:ext cx="0" cy="19050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hape 31">
            <a:extLst>
              <a:ext uri="{FF2B5EF4-FFF2-40B4-BE49-F238E27FC236}">
                <a16:creationId xmlns:a16="http://schemas.microsoft.com/office/drawing/2014/main" id="{1BD7267F-3EB3-F14F-CB27-5FA85A52CB65}"/>
              </a:ext>
            </a:extLst>
          </p:cNvPr>
          <p:cNvCxnSpPr>
            <a:cxnSpLocks/>
            <a:stCxn id="25" idx="2"/>
            <a:endCxn id="13" idx="1"/>
          </p:cNvCxnSpPr>
          <p:nvPr/>
        </p:nvCxnSpPr>
        <p:spPr>
          <a:xfrm rot="16200000" flipH="1">
            <a:off x="2401062" y="3923538"/>
            <a:ext cx="419100" cy="344424"/>
          </a:xfrm>
          <a:prstGeom prst="bentConnector2">
            <a:avLst/>
          </a:prstGeom>
          <a:ln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329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97865" y="687097"/>
                <a:ext cx="7867810" cy="1378326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he-IL" sz="4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בהנתן פסוק </a:t>
                </a:r>
                <a:r>
                  <a:rPr lang="en-US" sz="4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 sz="4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he-IL" sz="4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, נבנה אוטומט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4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4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𝒢</m:t>
                        </m:r>
                      </m:e>
                      <m:sub>
                        <m:r>
                          <a:rPr lang="he-IL" sz="4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r>
                  <a:rPr lang="he-IL" sz="4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כך ש-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4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4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𝒢</m:t>
                        </m:r>
                      </m:e>
                    </m:d>
                    <m:r>
                      <a:rPr lang="en-US" sz="4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𝑊𝑜𝑟𝑑𝑠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endParaRPr lang="he-IL" sz="4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865" y="687097"/>
                <a:ext cx="7867810" cy="1378326"/>
              </a:xfrm>
              <a:prstGeom prst="rect">
                <a:avLst/>
              </a:prstGeom>
              <a:blipFill>
                <a:blip r:embed="rId2"/>
                <a:stretch>
                  <a:fillRect l="-3176" t="-8407" r="-1472" b="-18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630888" y="4495172"/>
            <a:ext cx="15183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0"/>
            <a:r>
              <a:rPr lang="he-IL" sz="28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משה ורדי</a:t>
            </a:r>
            <a:endParaRPr lang="he-IL" sz="2800" b="0" i="0">
              <a:solidFill>
                <a:srgbClr val="FF0000"/>
              </a:solidFill>
              <a:effectLst/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3400" y="5334000"/>
            <a:ext cx="81534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Moshe Y. </a:t>
            </a:r>
            <a:r>
              <a:rPr lang="en-US" sz="2000" err="1">
                <a:latin typeface="Gisha" panose="020B0502040204020203" pitchFamily="34" charset="-79"/>
                <a:cs typeface="Gisha" panose="020B0502040204020203" pitchFamily="34" charset="-79"/>
              </a:rPr>
              <a:t>Vardi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, Pierre </a:t>
            </a:r>
            <a:r>
              <a:rPr lang="en-US" sz="2000" err="1">
                <a:latin typeface="Gisha" panose="020B0502040204020203" pitchFamily="34" charset="-79"/>
                <a:cs typeface="Gisha" panose="020B0502040204020203" pitchFamily="34" charset="-79"/>
              </a:rPr>
              <a:t>Wolper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:</a:t>
            </a:r>
            <a:b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en-US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Automata-Theoretic Techniques for Modal Logics of Programs</a:t>
            </a:r>
          </a:p>
          <a:p>
            <a:pPr algn="ctr" rtl="0"/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J. </a:t>
            </a:r>
            <a:r>
              <a:rPr lang="en-US" sz="2000" err="1">
                <a:latin typeface="Gisha" panose="020B0502040204020203" pitchFamily="34" charset="-79"/>
                <a:cs typeface="Gisha" panose="020B0502040204020203" pitchFamily="34" charset="-79"/>
              </a:rPr>
              <a:t>Comput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. Syst. Sci. 32(2): 183-221 (1986)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78118" y="4502613"/>
            <a:ext cx="16001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0"/>
            <a:r>
              <a:rPr lang="he-IL" sz="28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פייר </a:t>
            </a:r>
            <a:r>
              <a:rPr lang="he-IL" sz="2800" err="1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וולפר</a:t>
            </a:r>
            <a:endParaRPr lang="he-IL" sz="2800" b="0" i="0">
              <a:solidFill>
                <a:srgbClr val="FF0000"/>
              </a:solidFill>
              <a:effectLst/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8" name="Picture 7" descr="A person in a suit and tie&#10;&#10;Description automatically generated">
            <a:extLst>
              <a:ext uri="{FF2B5EF4-FFF2-40B4-BE49-F238E27FC236}">
                <a16:creationId xmlns:a16="http://schemas.microsoft.com/office/drawing/2014/main" id="{866BE621-50AD-E850-CA91-92AA2C817D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656" y="3196765"/>
            <a:ext cx="1382580" cy="1161652"/>
          </a:xfrm>
          <a:prstGeom prst="rect">
            <a:avLst/>
          </a:prstGeom>
        </p:spPr>
      </p:pic>
      <p:pic>
        <p:nvPicPr>
          <p:cNvPr id="11" name="Picture 10" descr="A person with a mustache&#10;&#10;Description automatically generated">
            <a:extLst>
              <a:ext uri="{FF2B5EF4-FFF2-40B4-BE49-F238E27FC236}">
                <a16:creationId xmlns:a16="http://schemas.microsoft.com/office/drawing/2014/main" id="{C58A0780-112F-3490-B927-5094EC704C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711150" y="3196765"/>
            <a:ext cx="1438103" cy="126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36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he-IL" dirty="0"/>
                  <a:t>דוגמה: אוטומט עבור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>
                        <a:latin typeface="Symbol"/>
                        <a:sym typeface="Symbol"/>
                      </a:rPr>
                      <m:t></m:t>
                    </m:r>
                    <m:r>
                      <m:rPr>
                        <m:nor/>
                      </m:rPr>
                      <a:rPr lang="en-US" dirty="0">
                        <a:latin typeface="cmsy10"/>
                        <a:sym typeface="Symbol"/>
                      </a:rPr>
                      <m:t>}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i="0" dirty="0" smtClean="0">
                        <a:latin typeface="cmmi10"/>
                      </a:rPr>
                      <m:t>g</m:t>
                    </m:r>
                    <m:r>
                      <a:rPr lang="en-US" b="0" i="1" dirty="0">
                        <a:latin typeface="Cambria Math"/>
                      </a:rPr>
                      <m:t>𝑟𝑒𝑒𝑛</m:t>
                    </m:r>
                  </m:oMath>
                </a14:m>
                <a:r>
                  <a:rPr lang="he-IL" dirty="0">
                    <a:latin typeface="cmmi10"/>
                  </a:rPr>
                  <a:t> </a:t>
                </a:r>
                <a:endParaRPr lang="he-IL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968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11</a:t>
            </a:fld>
            <a:endParaRPr lang="he-IL"/>
          </a:p>
        </p:txBody>
      </p:sp>
      <p:pic>
        <p:nvPicPr>
          <p:cNvPr id="13926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0400" y="2286000"/>
            <a:ext cx="2796328" cy="1361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8243026" cy="526297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עבור </a:t>
            </a:r>
            <a:r>
              <a:rPr lang="en-US" dirty="0"/>
              <a:t>  </a:t>
            </a:r>
            <a:r>
              <a:rPr lang="en-US" dirty="0">
                <a:latin typeface="cmmi10"/>
              </a:rPr>
              <a:t>AP </a:t>
            </a:r>
            <a:r>
              <a:rPr lang="en-US" dirty="0">
                <a:latin typeface="cmr10"/>
              </a:rPr>
              <a:t>= </a:t>
            </a:r>
            <a:r>
              <a:rPr lang="en-US" dirty="0" err="1">
                <a:latin typeface="cmsy10"/>
              </a:rPr>
              <a:t>f</a:t>
            </a:r>
            <a:r>
              <a:rPr lang="en-US" dirty="0" err="1">
                <a:latin typeface="cmmi10"/>
              </a:rPr>
              <a:t>green</a:t>
            </a:r>
            <a:r>
              <a:rPr lang="en-US" dirty="0" err="1">
                <a:latin typeface="cmsy10"/>
              </a:rPr>
              <a:t>g</a:t>
            </a:r>
            <a:r>
              <a:rPr lang="en-US" dirty="0">
                <a:latin typeface="cmsy10"/>
              </a:rPr>
              <a:t> </a:t>
            </a:r>
            <a:r>
              <a:rPr lang="he-IL" dirty="0">
                <a:latin typeface="cmsy10"/>
              </a:rPr>
              <a:t>ו</a:t>
            </a:r>
            <a:r>
              <a:rPr lang="he-IL" dirty="0"/>
              <a:t>התכונה  </a:t>
            </a:r>
            <a:r>
              <a:rPr lang="en-US" dirty="0">
                <a:latin typeface="Symbol"/>
                <a:sym typeface="Symbol"/>
              </a:rPr>
              <a:t></a:t>
            </a:r>
            <a:r>
              <a:rPr lang="en-US" dirty="0">
                <a:latin typeface="cmsy10"/>
                <a:sym typeface="Symbol"/>
              </a:rPr>
              <a:t>}</a:t>
            </a:r>
            <a:r>
              <a:rPr lang="en-US" dirty="0"/>
              <a:t> </a:t>
            </a:r>
            <a:r>
              <a:rPr lang="en-US" dirty="0">
                <a:latin typeface="cmmi10"/>
              </a:rPr>
              <a:t>green</a:t>
            </a:r>
            <a:r>
              <a:rPr lang="he-IL" dirty="0">
                <a:latin typeface="cmmi10"/>
              </a:rPr>
              <a:t>  (לעיתים תכופות נדלק הפנס הירוק) </a:t>
            </a:r>
            <a:br>
              <a:rPr lang="en-US" dirty="0">
                <a:latin typeface="cmmi10"/>
              </a:rPr>
            </a:br>
            <a:r>
              <a:rPr lang="he-IL" dirty="0">
                <a:latin typeface="cmmi10"/>
              </a:rPr>
              <a:t>אפשר לבנות את האוטומט:</a:t>
            </a:r>
          </a:p>
          <a:p>
            <a:endParaRPr lang="he-IL" dirty="0">
              <a:latin typeface="cmmi10"/>
            </a:endParaRPr>
          </a:p>
          <a:p>
            <a:endParaRPr lang="he-IL" dirty="0">
              <a:latin typeface="cmmi10"/>
            </a:endParaRPr>
          </a:p>
          <a:p>
            <a:endParaRPr lang="he-IL" dirty="0">
              <a:latin typeface="cmmi10"/>
            </a:endParaRPr>
          </a:p>
          <a:p>
            <a:endParaRPr lang="he-IL" dirty="0">
              <a:latin typeface="cmmi10"/>
            </a:endParaRPr>
          </a:p>
          <a:p>
            <a:endParaRPr lang="he-IL" dirty="0">
              <a:latin typeface="cmmi10"/>
            </a:endParaRPr>
          </a:p>
          <a:p>
            <a:endParaRPr lang="he-IL" dirty="0">
              <a:latin typeface="cmmi10"/>
            </a:endParaRPr>
          </a:p>
          <a:p>
            <a:endParaRPr lang="he-IL" dirty="0">
              <a:latin typeface="cmmi10"/>
            </a:endParaRPr>
          </a:p>
          <a:p>
            <a:endParaRPr lang="he-IL" dirty="0">
              <a:latin typeface="cmmi10"/>
            </a:endParaRPr>
          </a:p>
          <a:p>
            <a:r>
              <a:rPr lang="he-IL" dirty="0">
                <a:latin typeface="cmsy10"/>
              </a:rPr>
              <a:t>האוטומט נמצא במצב מקבל רק אם האות האחרונה שנקראה מכילה את </a:t>
            </a:r>
            <a:r>
              <a:rPr lang="en-US" dirty="0">
                <a:latin typeface="cmmi10"/>
              </a:rPr>
              <a:t>green</a:t>
            </a:r>
            <a:r>
              <a:rPr lang="he-IL" dirty="0">
                <a:latin typeface="cmmi10"/>
              </a:rPr>
              <a:t>.</a:t>
            </a:r>
          </a:p>
          <a:p>
            <a:endParaRPr lang="he-IL" dirty="0">
              <a:latin typeface="cmmi10"/>
            </a:endParaRPr>
          </a:p>
          <a:p>
            <a:r>
              <a:rPr lang="en-US" dirty="0">
                <a:latin typeface="cmsy10"/>
              </a:rPr>
              <a:t>(</a:t>
            </a:r>
            <a:r>
              <a:rPr lang="he-IL" dirty="0">
                <a:latin typeface="cmsy10"/>
              </a:rPr>
              <a:t> </a:t>
            </a:r>
            <a:r>
              <a:rPr lang="en-US" dirty="0">
                <a:latin typeface="cmsy10"/>
              </a:rPr>
              <a:t>L</a:t>
            </a:r>
            <a:r>
              <a:rPr lang="en-US" baseline="-25000" dirty="0">
                <a:latin typeface="cmmi10"/>
              </a:rPr>
              <a:t>!</a:t>
            </a:r>
            <a:r>
              <a:rPr lang="en-US" dirty="0">
                <a:latin typeface="cmr10"/>
              </a:rPr>
              <a:t>(</a:t>
            </a:r>
            <a:r>
              <a:rPr lang="en-US" dirty="0">
                <a:latin typeface="cmsy10"/>
              </a:rPr>
              <a:t>A</a:t>
            </a:r>
            <a:r>
              <a:rPr lang="en-US" dirty="0">
                <a:latin typeface="cmr10"/>
              </a:rPr>
              <a:t>)</a:t>
            </a:r>
            <a:r>
              <a:rPr lang="he-IL" dirty="0">
                <a:latin typeface="cmr10"/>
              </a:rPr>
              <a:t> היא קבוצת המילים האינסופיות  </a:t>
            </a:r>
            <a:r>
              <a:rPr lang="en-US" dirty="0">
                <a:latin typeface="cmmi10"/>
              </a:rPr>
              <a:t>A</a:t>
            </a:r>
            <a:r>
              <a:rPr lang="en-US" baseline="-25000" dirty="0">
                <a:latin typeface="cmr10"/>
              </a:rPr>
              <a:t>0</a:t>
            </a:r>
            <a:r>
              <a:rPr lang="en-US" dirty="0">
                <a:latin typeface="cmmi10"/>
              </a:rPr>
              <a:t>A</a:t>
            </a:r>
            <a:r>
              <a:rPr lang="en-US" baseline="-25000" dirty="0">
                <a:latin typeface="cmr10"/>
              </a:rPr>
              <a:t>1</a:t>
            </a:r>
            <a:r>
              <a:rPr lang="en-US" dirty="0">
                <a:latin typeface="cmmi10"/>
              </a:rPr>
              <a:t>A</a:t>
            </a:r>
            <a:r>
              <a:rPr lang="en-US" baseline="-25000" dirty="0">
                <a:latin typeface="cmr10"/>
              </a:rPr>
              <a:t>2</a:t>
            </a:r>
            <a:r>
              <a:rPr lang="en-US" dirty="0">
                <a:latin typeface="cmr10"/>
              </a:rPr>
              <a:t>…</a:t>
            </a:r>
            <a:r>
              <a:rPr lang="he-IL" dirty="0">
                <a:latin typeface="cmr10"/>
              </a:rPr>
              <a:t> כך שיש אינסוף </a:t>
            </a:r>
            <a:r>
              <a:rPr lang="en-US" dirty="0" err="1">
                <a:latin typeface="cmmi10"/>
              </a:rPr>
              <a:t>i</a:t>
            </a:r>
            <a:r>
              <a:rPr lang="he-IL" dirty="0">
                <a:latin typeface="cmmi10"/>
              </a:rPr>
              <a:t>-ים שעבורם </a:t>
            </a:r>
            <a:r>
              <a:rPr lang="en-US" dirty="0">
                <a:latin typeface="cmmi10"/>
              </a:rPr>
              <a:t>green </a:t>
            </a:r>
            <a:r>
              <a:rPr lang="en-US" dirty="0">
                <a:latin typeface="cmsy10"/>
              </a:rPr>
              <a:t>2</a:t>
            </a:r>
            <a:r>
              <a:rPr lang="en-US" dirty="0">
                <a:latin typeface="cmmi10"/>
              </a:rPr>
              <a:t> A</a:t>
            </a:r>
            <a:r>
              <a:rPr lang="en-US" baseline="-25000" dirty="0">
                <a:latin typeface="cmmi10"/>
              </a:rPr>
              <a:t>i</a:t>
            </a:r>
            <a:endParaRPr lang="he-IL" baseline="-25000" dirty="0">
              <a:latin typeface="cmmi10"/>
            </a:endParaRPr>
          </a:p>
          <a:p>
            <a:endParaRPr lang="he-IL" baseline="-25000" dirty="0">
              <a:latin typeface="cmmi10"/>
            </a:endParaRPr>
          </a:p>
          <a:p>
            <a:r>
              <a:rPr lang="en-US" dirty="0">
                <a:latin typeface="cmsy10"/>
              </a:rPr>
              <a:t>(</a:t>
            </a:r>
            <a:r>
              <a:rPr lang="he-IL" dirty="0">
                <a:latin typeface="cmmi10"/>
              </a:rPr>
              <a:t> </a:t>
            </a:r>
            <a:r>
              <a:rPr lang="en-US" dirty="0">
                <a:solidFill>
                  <a:srgbClr val="0000FF"/>
                </a:solidFill>
                <a:latin typeface="cmsy10"/>
              </a:rPr>
              <a:t>L</a:t>
            </a:r>
            <a:r>
              <a:rPr lang="en-US" baseline="-25000" dirty="0">
                <a:solidFill>
                  <a:srgbClr val="0000FF"/>
                </a:solidFill>
                <a:latin typeface="cmmi10"/>
              </a:rPr>
              <a:t>!</a:t>
            </a:r>
            <a:r>
              <a:rPr lang="en-US" dirty="0">
                <a:solidFill>
                  <a:srgbClr val="0000FF"/>
                </a:solidFill>
                <a:latin typeface="cmr10"/>
              </a:rPr>
              <a:t>(</a:t>
            </a:r>
            <a:r>
              <a:rPr lang="en-US" dirty="0">
                <a:solidFill>
                  <a:srgbClr val="0000FF"/>
                </a:solidFill>
                <a:latin typeface="cmsy10"/>
              </a:rPr>
              <a:t>A</a:t>
            </a:r>
            <a:r>
              <a:rPr lang="en-US" dirty="0">
                <a:solidFill>
                  <a:srgbClr val="0000FF"/>
                </a:solidFill>
                <a:latin typeface="cmr10"/>
              </a:rPr>
              <a:t>)=</a:t>
            </a:r>
            <a:r>
              <a:rPr lang="en-US" dirty="0">
                <a:solidFill>
                  <a:srgbClr val="0000FF"/>
                </a:solidFill>
                <a:latin typeface="Franklin Gothic Book"/>
              </a:rPr>
              <a:t>Words</a:t>
            </a:r>
            <a:r>
              <a:rPr lang="en-US" dirty="0">
                <a:solidFill>
                  <a:srgbClr val="0000FF"/>
                </a:solidFill>
                <a:latin typeface="cmr10"/>
              </a:rPr>
              <a:t>(</a:t>
            </a:r>
            <a:r>
              <a:rPr lang="en-US" dirty="0">
                <a:solidFill>
                  <a:srgbClr val="0000FF"/>
                </a:solidFill>
                <a:latin typeface="Symbol"/>
                <a:sym typeface="Symbol"/>
              </a:rPr>
              <a:t></a:t>
            </a:r>
            <a:r>
              <a:rPr lang="en-US" dirty="0">
                <a:solidFill>
                  <a:srgbClr val="0000FF"/>
                </a:solidFill>
                <a:latin typeface="cmsy10"/>
                <a:sym typeface="Symbol"/>
              </a:rPr>
              <a:t>}</a:t>
            </a:r>
            <a:r>
              <a:rPr lang="en-US" dirty="0">
                <a:solidFill>
                  <a:srgbClr val="0000FF"/>
                </a:solidFill>
                <a:latin typeface="cmr10"/>
              </a:rPr>
              <a:t> </a:t>
            </a:r>
            <a:r>
              <a:rPr lang="en-US" dirty="0">
                <a:solidFill>
                  <a:srgbClr val="0000FF"/>
                </a:solidFill>
                <a:latin typeface="cmmi10"/>
              </a:rPr>
              <a:t>green</a:t>
            </a:r>
            <a:r>
              <a:rPr lang="en-US" dirty="0">
                <a:solidFill>
                  <a:srgbClr val="0000FF"/>
                </a:solidFill>
                <a:latin typeface="cmr10"/>
              </a:rPr>
              <a:t>)</a:t>
            </a:r>
            <a:endParaRPr lang="he-IL" dirty="0">
              <a:solidFill>
                <a:srgbClr val="0000FF"/>
              </a:solidFill>
              <a:latin typeface="cmr10"/>
            </a:endParaRPr>
          </a:p>
          <a:p>
            <a:endParaRPr lang="he-IL" dirty="0">
              <a:latin typeface="cmr10"/>
            </a:endParaRPr>
          </a:p>
          <a:p>
            <a:r>
              <a:rPr lang="he-IL" dirty="0">
                <a:latin typeface="cmr10"/>
              </a:rPr>
              <a:t> למשל:  הריצה המקבלת את המילה </a:t>
            </a:r>
            <a:r>
              <a:rPr lang="en-US" dirty="0">
                <a:latin typeface="cmmi10"/>
              </a:rPr>
              <a:t>¾</a:t>
            </a:r>
            <a:r>
              <a:rPr lang="en-US" dirty="0">
                <a:latin typeface="cmr10"/>
              </a:rPr>
              <a:t> = </a:t>
            </a:r>
            <a:r>
              <a:rPr lang="en-US" dirty="0" err="1">
                <a:latin typeface="cmsy10"/>
              </a:rPr>
              <a:t>f</a:t>
            </a:r>
            <a:r>
              <a:rPr lang="en-US" dirty="0" err="1">
                <a:latin typeface="cmmi10"/>
              </a:rPr>
              <a:t>green</a:t>
            </a:r>
            <a:r>
              <a:rPr lang="en-US" dirty="0" err="1">
                <a:latin typeface="cmsy10"/>
              </a:rPr>
              <a:t>g;f</a:t>
            </a:r>
            <a:r>
              <a:rPr lang="en-US" dirty="0" err="1">
                <a:latin typeface="cmmi10"/>
              </a:rPr>
              <a:t>green</a:t>
            </a:r>
            <a:r>
              <a:rPr lang="en-US" dirty="0" err="1">
                <a:latin typeface="cmsy10"/>
              </a:rPr>
              <a:t>g</a:t>
            </a:r>
            <a:r>
              <a:rPr lang="en-US" dirty="0">
                <a:latin typeface="cmsy10"/>
              </a:rPr>
              <a:t>;…</a:t>
            </a:r>
            <a:r>
              <a:rPr lang="he-IL" dirty="0">
                <a:latin typeface="cmsy10"/>
              </a:rPr>
              <a:t> היא   </a:t>
            </a:r>
            <a:r>
              <a:rPr lang="en-US" dirty="0">
                <a:latin typeface="cmr10"/>
              </a:rPr>
              <a:t>(</a:t>
            </a:r>
            <a:r>
              <a:rPr lang="en-US" dirty="0">
                <a:latin typeface="cmmi10"/>
              </a:rPr>
              <a:t>q</a:t>
            </a:r>
            <a:r>
              <a:rPr lang="en-US" baseline="-25000" dirty="0">
                <a:latin typeface="cmr10"/>
              </a:rPr>
              <a:t>0</a:t>
            </a:r>
            <a:r>
              <a:rPr lang="en-US" dirty="0">
                <a:latin typeface="cmmi10"/>
              </a:rPr>
              <a:t>q</a:t>
            </a:r>
            <a:r>
              <a:rPr lang="en-US" baseline="-25000" dirty="0">
                <a:latin typeface="cmr10"/>
              </a:rPr>
              <a:t>1</a:t>
            </a:r>
            <a:r>
              <a:rPr lang="en-US" dirty="0">
                <a:latin typeface="cmr10"/>
              </a:rPr>
              <a:t>)</a:t>
            </a:r>
            <a:r>
              <a:rPr lang="en-US" baseline="60000" dirty="0">
                <a:latin typeface="cmmi10"/>
              </a:rPr>
              <a:t>!</a:t>
            </a:r>
            <a:endParaRPr lang="he-IL" baseline="60000" dirty="0">
              <a:latin typeface="cmmi10"/>
            </a:endParaRPr>
          </a:p>
          <a:p>
            <a:endParaRPr lang="he-IL" dirty="0">
              <a:latin typeface="cmmi10"/>
            </a:endParaRPr>
          </a:p>
          <a:p>
            <a:endParaRPr lang="he-IL" dirty="0">
              <a:latin typeface="cmmi10"/>
            </a:endParaRPr>
          </a:p>
        </p:txBody>
      </p:sp>
    </p:spTree>
    <p:extLst>
      <p:ext uri="{BB962C8B-B14F-4D97-AF65-F5344CB8AC3E}">
        <p14:creationId xmlns:p14="http://schemas.microsoft.com/office/powerpoint/2010/main" val="3167674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533400" y="-75375"/>
                <a:ext cx="8098528" cy="1143000"/>
              </a:xfrm>
            </p:spPr>
            <p:txBody>
              <a:bodyPr>
                <a:normAutofit/>
              </a:bodyPr>
              <a:lstStyle/>
              <a:p>
                <a:r>
                  <a:rPr lang="en-US">
                    <a:latin typeface="Arial Rounded MT Bold" panose="020F0704030504030204" pitchFamily="34" charset="0"/>
                  </a:rPr>
                  <a:t>GNBA</a:t>
                </a:r>
                <a:r>
                  <a:rPr lang="he-IL"/>
                  <a:t> עבור הנוסחה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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𝑎</m:t>
                        </m:r>
                      </m:e>
                    </m:d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∧(</m:t>
                    </m:r>
                    <m:r>
                      <a:rPr lang="en-US" b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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he-IL">
                  <a:solidFill>
                    <a:srgbClr val="0000FF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33400" y="-75375"/>
                <a:ext cx="8098528" cy="1143000"/>
              </a:xfrm>
              <a:blipFill>
                <a:blip r:embed="rId2"/>
                <a:stretch>
                  <a:fillRect b="-192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12</a:t>
            </a:fld>
            <a:endParaRPr lang="he-IL"/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1290223" y="3507689"/>
            <a:ext cx="30791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Oval 45"/>
              <p:cNvSpPr/>
              <p:nvPr/>
            </p:nvSpPr>
            <p:spPr>
              <a:xfrm>
                <a:off x="2170241" y="3494812"/>
                <a:ext cx="936000" cy="936000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6" name="Oval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241" y="3494812"/>
                <a:ext cx="936000" cy="9360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val 52"/>
              <p:cNvSpPr/>
              <p:nvPr/>
            </p:nvSpPr>
            <p:spPr>
              <a:xfrm>
                <a:off x="6168000" y="3492861"/>
                <a:ext cx="936000" cy="936000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 ¬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3" name="Oval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000" y="3492861"/>
                <a:ext cx="936000" cy="9360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Oval 64"/>
              <p:cNvSpPr/>
              <p:nvPr/>
            </p:nvSpPr>
            <p:spPr>
              <a:xfrm>
                <a:off x="4246989" y="2418538"/>
                <a:ext cx="936000" cy="936000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5" name="Oval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6989" y="2418538"/>
                <a:ext cx="936000" cy="9360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/>
              <p:cNvSpPr/>
              <p:nvPr/>
            </p:nvSpPr>
            <p:spPr>
              <a:xfrm>
                <a:off x="4236389" y="4644000"/>
                <a:ext cx="936000" cy="936000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4" name="Oval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6389" y="4644000"/>
                <a:ext cx="936000" cy="9360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ounded Rectangle 26"/>
          <p:cNvSpPr/>
          <p:nvPr/>
        </p:nvSpPr>
        <p:spPr>
          <a:xfrm>
            <a:off x="1600200" y="1752600"/>
            <a:ext cx="6248400" cy="4419600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28" name="Straight Arrow Connector 27"/>
          <p:cNvCxnSpPr>
            <a:stCxn id="27" idx="0"/>
            <a:endCxn id="67" idx="0"/>
          </p:cNvCxnSpPr>
          <p:nvPr/>
        </p:nvCxnSpPr>
        <p:spPr>
          <a:xfrm flipH="1">
            <a:off x="4714990" y="1752600"/>
            <a:ext cx="9410" cy="51527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27" idx="3"/>
            <a:endCxn id="25" idx="6"/>
          </p:cNvCxnSpPr>
          <p:nvPr/>
        </p:nvCxnSpPr>
        <p:spPr>
          <a:xfrm flipH="1" flipV="1">
            <a:off x="7176000" y="3960861"/>
            <a:ext cx="672600" cy="153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7" idx="2"/>
            <a:endCxn id="66" idx="4"/>
          </p:cNvCxnSpPr>
          <p:nvPr/>
        </p:nvCxnSpPr>
        <p:spPr>
          <a:xfrm flipH="1" flipV="1">
            <a:off x="4704389" y="5652000"/>
            <a:ext cx="20011" cy="5202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7" idx="1"/>
            <a:endCxn id="46" idx="2"/>
          </p:cNvCxnSpPr>
          <p:nvPr/>
        </p:nvCxnSpPr>
        <p:spPr>
          <a:xfrm>
            <a:off x="1600200" y="3962400"/>
            <a:ext cx="570041" cy="41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724398" y="1810346"/>
                <a:ext cx="77886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398" y="1810346"/>
                <a:ext cx="778868" cy="369332"/>
              </a:xfrm>
              <a:prstGeom prst="rect">
                <a:avLst/>
              </a:prstGeom>
              <a:blipFill>
                <a:blip r:embed="rId7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7267574" y="3507689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574" y="3507689"/>
                <a:ext cx="562205" cy="369332"/>
              </a:xfrm>
              <a:prstGeom prst="rect">
                <a:avLst/>
              </a:prstGeom>
              <a:blipFill>
                <a:blip r:embed="rId8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4776617" y="5742472"/>
                <a:ext cx="558423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617" y="5742472"/>
                <a:ext cx="558423" cy="369332"/>
              </a:xfrm>
              <a:prstGeom prst="rect">
                <a:avLst/>
              </a:prstGeom>
              <a:blipFill>
                <a:blip r:embed="rId9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1617166" y="3507689"/>
                <a:ext cx="42832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166" y="3507689"/>
                <a:ext cx="428322" cy="369332"/>
              </a:xfrm>
              <a:prstGeom prst="rect">
                <a:avLst/>
              </a:prstGeom>
              <a:blipFill>
                <a:blip r:embed="rId10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/>
          <p:cNvSpPr/>
          <p:nvPr/>
        </p:nvSpPr>
        <p:spPr>
          <a:xfrm>
            <a:off x="6096000" y="3420861"/>
            <a:ext cx="1080000" cy="1080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8" name="Oval 57"/>
          <p:cNvSpPr/>
          <p:nvPr/>
        </p:nvSpPr>
        <p:spPr>
          <a:xfrm>
            <a:off x="4174989" y="2349069"/>
            <a:ext cx="1080000" cy="1080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6" name="Oval 65"/>
          <p:cNvSpPr/>
          <p:nvPr/>
        </p:nvSpPr>
        <p:spPr>
          <a:xfrm>
            <a:off x="4164389" y="4572000"/>
            <a:ext cx="1080000" cy="1080000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7" name="Oval 66"/>
          <p:cNvSpPr/>
          <p:nvPr/>
        </p:nvSpPr>
        <p:spPr>
          <a:xfrm>
            <a:off x="4096328" y="2267877"/>
            <a:ext cx="1237323" cy="1237323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61618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דוגמה נוספת: אוטומט עבור </a:t>
            </a:r>
            <a:r>
              <a:rPr lang="en-US">
                <a:latin typeface="cmr10"/>
              </a:rPr>
              <a:t>(</a:t>
            </a:r>
            <a:r>
              <a:rPr lang="en-US">
                <a:latin typeface="cmmi10"/>
              </a:rPr>
              <a:t>a</a:t>
            </a:r>
            <a:r>
              <a:rPr lang="en-US"/>
              <a:t> </a:t>
            </a:r>
            <a:r>
              <a:rPr lang="en-US">
                <a:latin typeface="cmsy10"/>
              </a:rPr>
              <a:t>)</a:t>
            </a:r>
            <a:r>
              <a:rPr lang="en-US"/>
              <a:t> </a:t>
            </a:r>
            <a:r>
              <a:rPr lang="en-US">
                <a:latin typeface="cmsy10"/>
              </a:rPr>
              <a:t>}</a:t>
            </a:r>
            <a:r>
              <a:rPr lang="en-US">
                <a:latin typeface="cmmi10"/>
              </a:rPr>
              <a:t>b</a:t>
            </a:r>
            <a:r>
              <a:rPr lang="en-US">
                <a:latin typeface="cmr10"/>
              </a:rPr>
              <a:t>)</a:t>
            </a:r>
            <a:r>
              <a:rPr lang="he-IL">
                <a:latin typeface="Symbol"/>
                <a:sym typeface="Symbol"/>
              </a:rPr>
              <a:t>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13</a:t>
            </a:fld>
            <a:endParaRPr lang="he-IL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8243026" cy="563231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/>
              <a:t>עבור </a:t>
            </a:r>
            <a:r>
              <a:rPr lang="en-US"/>
              <a:t> </a:t>
            </a:r>
            <a:r>
              <a:rPr lang="en-US">
                <a:latin typeface="cmmi10"/>
              </a:rPr>
              <a:t>AP </a:t>
            </a:r>
            <a:r>
              <a:rPr lang="en-US">
                <a:latin typeface="cmr10"/>
              </a:rPr>
              <a:t>= </a:t>
            </a:r>
            <a:r>
              <a:rPr lang="en-US">
                <a:latin typeface="cmsy10"/>
              </a:rPr>
              <a:t>f</a:t>
            </a:r>
            <a:r>
              <a:rPr lang="en-US">
                <a:latin typeface="cmmi10"/>
              </a:rPr>
              <a:t>a</a:t>
            </a:r>
            <a:r>
              <a:rPr lang="en-US">
                <a:latin typeface="cmr10"/>
              </a:rPr>
              <a:t>, </a:t>
            </a:r>
            <a:r>
              <a:rPr lang="en-US" err="1">
                <a:latin typeface="cmmi10"/>
              </a:rPr>
              <a:t>b</a:t>
            </a:r>
            <a:r>
              <a:rPr lang="en-US" err="1">
                <a:latin typeface="cmsy10"/>
              </a:rPr>
              <a:t>g</a:t>
            </a:r>
            <a:r>
              <a:rPr lang="en-US">
                <a:latin typeface="cmsy10"/>
              </a:rPr>
              <a:t> </a:t>
            </a:r>
            <a:r>
              <a:rPr lang="he-IL">
                <a:latin typeface="cmsy10"/>
              </a:rPr>
              <a:t>ו</a:t>
            </a:r>
            <a:r>
              <a:rPr lang="he-IL"/>
              <a:t>התכונה </a:t>
            </a:r>
            <a:r>
              <a:rPr lang="en-US">
                <a:latin typeface="cmr10"/>
              </a:rPr>
              <a:t>(</a:t>
            </a:r>
            <a:r>
              <a:rPr lang="en-US">
                <a:latin typeface="cmmi10"/>
              </a:rPr>
              <a:t>a</a:t>
            </a:r>
            <a:r>
              <a:rPr lang="en-US"/>
              <a:t> </a:t>
            </a:r>
            <a:r>
              <a:rPr lang="en-US">
                <a:latin typeface="cmsy10"/>
              </a:rPr>
              <a:t>)</a:t>
            </a:r>
            <a:r>
              <a:rPr lang="en-US"/>
              <a:t> </a:t>
            </a:r>
            <a:r>
              <a:rPr lang="en-US">
                <a:latin typeface="cmsy10"/>
              </a:rPr>
              <a:t>}</a:t>
            </a:r>
            <a:r>
              <a:rPr lang="en-US">
                <a:latin typeface="cmmi10"/>
              </a:rPr>
              <a:t>b</a:t>
            </a:r>
            <a:r>
              <a:rPr lang="en-US">
                <a:latin typeface="cmr10"/>
              </a:rPr>
              <a:t>)</a:t>
            </a:r>
            <a:r>
              <a:rPr lang="he-IL">
                <a:latin typeface="Symbol"/>
                <a:sym typeface="Symbol"/>
              </a:rPr>
              <a:t> </a:t>
            </a:r>
            <a:r>
              <a:rPr lang="he-IL">
                <a:latin typeface="cmmi10"/>
              </a:rPr>
              <a:t>(בכל פעם שקורה </a:t>
            </a:r>
            <a:r>
              <a:rPr lang="en-US">
                <a:latin typeface="cmmi10"/>
              </a:rPr>
              <a:t>a</a:t>
            </a:r>
            <a:r>
              <a:rPr lang="he-IL">
                <a:latin typeface="cmmi10"/>
              </a:rPr>
              <a:t>, יקרה </a:t>
            </a:r>
            <a:r>
              <a:rPr lang="en-US">
                <a:latin typeface="cmmi10"/>
              </a:rPr>
              <a:t>b</a:t>
            </a:r>
            <a:r>
              <a:rPr lang="he-IL">
                <a:latin typeface="cmmi10"/>
              </a:rPr>
              <a:t> מאוחר יותר) </a:t>
            </a:r>
            <a:br>
              <a:rPr lang="en-US">
                <a:latin typeface="cmmi10"/>
              </a:rPr>
            </a:br>
            <a:r>
              <a:rPr lang="he-IL">
                <a:latin typeface="cmmi10"/>
              </a:rPr>
              <a:t>אפשר לבנות את האוטומט:</a:t>
            </a:r>
          </a:p>
          <a:p>
            <a:endParaRPr lang="he-IL">
              <a:latin typeface="cmmi10"/>
            </a:endParaRPr>
          </a:p>
          <a:p>
            <a:endParaRPr lang="he-IL">
              <a:latin typeface="cmmi10"/>
            </a:endParaRPr>
          </a:p>
          <a:p>
            <a:endParaRPr lang="he-IL">
              <a:latin typeface="cmmi10"/>
            </a:endParaRPr>
          </a:p>
          <a:p>
            <a:endParaRPr lang="he-IL">
              <a:latin typeface="cmmi10"/>
            </a:endParaRPr>
          </a:p>
          <a:p>
            <a:endParaRPr lang="he-IL">
              <a:latin typeface="cmmi10"/>
            </a:endParaRPr>
          </a:p>
          <a:p>
            <a:endParaRPr lang="he-IL">
              <a:latin typeface="cmmi10"/>
            </a:endParaRPr>
          </a:p>
          <a:p>
            <a:endParaRPr lang="he-IL">
              <a:latin typeface="cmmi10"/>
            </a:endParaRPr>
          </a:p>
          <a:p>
            <a:endParaRPr lang="he-IL">
              <a:latin typeface="cmmi10"/>
            </a:endParaRPr>
          </a:p>
          <a:p>
            <a:r>
              <a:rPr lang="he-IL">
                <a:latin typeface="cmsy10"/>
              </a:rPr>
              <a:t>האוטומט נמצא במצב מקבל אם עוד לא קרה </a:t>
            </a:r>
            <a:r>
              <a:rPr lang="en-US">
                <a:latin typeface="cmmi10"/>
              </a:rPr>
              <a:t>a</a:t>
            </a:r>
            <a:r>
              <a:rPr lang="he-IL">
                <a:latin typeface="cmmi10"/>
              </a:rPr>
              <a:t> או לאחר </a:t>
            </a:r>
            <a:r>
              <a:rPr lang="en-US">
                <a:latin typeface="cmmi10"/>
              </a:rPr>
              <a:t>b</a:t>
            </a:r>
            <a:endParaRPr lang="he-IL">
              <a:latin typeface="cmmi10"/>
            </a:endParaRPr>
          </a:p>
          <a:p>
            <a:endParaRPr lang="he-IL">
              <a:latin typeface="cmmi10"/>
            </a:endParaRPr>
          </a:p>
          <a:p>
            <a:pPr marL="360363" indent="-360363"/>
            <a:r>
              <a:rPr lang="en-US">
                <a:latin typeface="cmsy10"/>
              </a:rPr>
              <a:t>(</a:t>
            </a:r>
            <a:r>
              <a:rPr lang="he-IL">
                <a:latin typeface="cmsy10"/>
              </a:rPr>
              <a:t> </a:t>
            </a:r>
            <a:r>
              <a:rPr lang="en-US">
                <a:latin typeface="cmsy10"/>
              </a:rPr>
              <a:t>L</a:t>
            </a:r>
            <a:r>
              <a:rPr lang="en-US" baseline="-25000">
                <a:latin typeface="cmmi10"/>
              </a:rPr>
              <a:t>!</a:t>
            </a:r>
            <a:r>
              <a:rPr lang="en-US">
                <a:latin typeface="cmr10"/>
              </a:rPr>
              <a:t>(</a:t>
            </a:r>
            <a:r>
              <a:rPr lang="en-US">
                <a:latin typeface="cmsy10"/>
              </a:rPr>
              <a:t>A</a:t>
            </a:r>
            <a:r>
              <a:rPr lang="en-US">
                <a:latin typeface="cmr10"/>
              </a:rPr>
              <a:t>)</a:t>
            </a:r>
            <a:r>
              <a:rPr lang="he-IL">
                <a:latin typeface="cmr10"/>
              </a:rPr>
              <a:t> היא קבוצת המילים האינסופיות  </a:t>
            </a:r>
            <a:r>
              <a:rPr lang="en-US">
                <a:latin typeface="cmmi10"/>
              </a:rPr>
              <a:t>A</a:t>
            </a:r>
            <a:r>
              <a:rPr lang="en-US" baseline="-25000">
                <a:latin typeface="cmr10"/>
              </a:rPr>
              <a:t>0</a:t>
            </a:r>
            <a:r>
              <a:rPr lang="en-US">
                <a:latin typeface="cmmi10"/>
              </a:rPr>
              <a:t>A</a:t>
            </a:r>
            <a:r>
              <a:rPr lang="en-US" baseline="-25000">
                <a:latin typeface="cmr10"/>
              </a:rPr>
              <a:t>1</a:t>
            </a:r>
            <a:r>
              <a:rPr lang="en-US">
                <a:latin typeface="cmmi10"/>
              </a:rPr>
              <a:t>A</a:t>
            </a:r>
            <a:r>
              <a:rPr lang="en-US" baseline="-25000">
                <a:latin typeface="cmr10"/>
              </a:rPr>
              <a:t>2</a:t>
            </a:r>
            <a:r>
              <a:rPr lang="en-US">
                <a:latin typeface="cmr10"/>
              </a:rPr>
              <a:t>…</a:t>
            </a:r>
            <a:r>
              <a:rPr lang="he-IL">
                <a:latin typeface="cmr10"/>
              </a:rPr>
              <a:t> עם אינסוף </a:t>
            </a:r>
            <a:r>
              <a:rPr lang="en-US">
                <a:latin typeface="cmmi10"/>
              </a:rPr>
              <a:t>b</a:t>
            </a:r>
            <a:r>
              <a:rPr lang="he-IL">
                <a:latin typeface="cmr10"/>
              </a:rPr>
              <a:t>ים או עם מספר סופי של </a:t>
            </a:r>
            <a:r>
              <a:rPr lang="en-US">
                <a:latin typeface="cmmi10"/>
              </a:rPr>
              <a:t>a</a:t>
            </a:r>
            <a:r>
              <a:rPr lang="he-IL">
                <a:latin typeface="cmr10"/>
              </a:rPr>
              <a:t>ים שאחריהם יש </a:t>
            </a:r>
            <a:r>
              <a:rPr lang="en-US">
                <a:latin typeface="cmmi10"/>
              </a:rPr>
              <a:t>b</a:t>
            </a:r>
            <a:endParaRPr lang="he-IL">
              <a:latin typeface="cmmi10"/>
            </a:endParaRPr>
          </a:p>
          <a:p>
            <a:pPr marL="360363" indent="-360363"/>
            <a:endParaRPr lang="he-IL">
              <a:latin typeface="cmmi10"/>
            </a:endParaRPr>
          </a:p>
          <a:p>
            <a:pPr marL="360363" indent="-360363"/>
            <a:r>
              <a:rPr lang="en-US">
                <a:latin typeface="cmsy10"/>
              </a:rPr>
              <a:t>( </a:t>
            </a:r>
            <a:r>
              <a:rPr lang="he-IL">
                <a:latin typeface="cmsy10"/>
              </a:rPr>
              <a:t> </a:t>
            </a:r>
            <a:endParaRPr lang="he-IL" baseline="-25000">
              <a:latin typeface="cmmi10"/>
            </a:endParaRPr>
          </a:p>
          <a:p>
            <a:endParaRPr lang="he-IL">
              <a:latin typeface="cmr10"/>
            </a:endParaRPr>
          </a:p>
          <a:p>
            <a:r>
              <a:rPr lang="he-IL">
                <a:latin typeface="cmr10"/>
              </a:rPr>
              <a:t> למשל:  הריצה המקבלת את המילה </a:t>
            </a:r>
            <a:r>
              <a:rPr lang="en-US">
                <a:latin typeface="cmmi10"/>
              </a:rPr>
              <a:t>¾</a:t>
            </a:r>
            <a:r>
              <a:rPr lang="en-US">
                <a:latin typeface="cmr10"/>
              </a:rPr>
              <a:t> = </a:t>
            </a:r>
            <a:r>
              <a:rPr lang="en-US" err="1">
                <a:latin typeface="cmsy10"/>
              </a:rPr>
              <a:t>f</a:t>
            </a:r>
            <a:r>
              <a:rPr lang="en-US" err="1">
                <a:latin typeface="cmmi10"/>
              </a:rPr>
              <a:t>a</a:t>
            </a:r>
            <a:r>
              <a:rPr lang="en-US" err="1">
                <a:latin typeface="cmsy10"/>
              </a:rPr>
              <a:t>g;f</a:t>
            </a:r>
            <a:r>
              <a:rPr lang="en-US" err="1">
                <a:latin typeface="cmmi10"/>
              </a:rPr>
              <a:t>b</a:t>
            </a:r>
            <a:r>
              <a:rPr lang="en-US" err="1">
                <a:latin typeface="cmsy10"/>
              </a:rPr>
              <a:t>g</a:t>
            </a:r>
            <a:r>
              <a:rPr lang="en-US">
                <a:latin typeface="cmsy10"/>
              </a:rPr>
              <a:t>;</a:t>
            </a:r>
            <a:r>
              <a:rPr lang="en-US" baseline="60000">
                <a:latin typeface="cmmi10"/>
              </a:rPr>
              <a:t>!</a:t>
            </a:r>
            <a:r>
              <a:rPr lang="he-IL">
                <a:latin typeface="cmsy10"/>
              </a:rPr>
              <a:t> היא  </a:t>
            </a:r>
            <a:r>
              <a:rPr lang="en-US">
                <a:latin typeface="cmmi10"/>
              </a:rPr>
              <a:t>q</a:t>
            </a:r>
            <a:r>
              <a:rPr lang="en-US" baseline="-25000">
                <a:latin typeface="cmr10"/>
              </a:rPr>
              <a:t>0</a:t>
            </a:r>
            <a:r>
              <a:rPr lang="en-US">
                <a:latin typeface="cmmi10"/>
              </a:rPr>
              <a:t>q</a:t>
            </a:r>
            <a:r>
              <a:rPr lang="en-US" baseline="-25000">
                <a:latin typeface="cmr10"/>
              </a:rPr>
              <a:t>1</a:t>
            </a:r>
            <a:r>
              <a:rPr lang="en-US">
                <a:latin typeface="cmmi10"/>
              </a:rPr>
              <a:t>q</a:t>
            </a:r>
            <a:r>
              <a:rPr lang="en-US" baseline="-25000">
                <a:latin typeface="cmr10"/>
              </a:rPr>
              <a:t>1</a:t>
            </a:r>
            <a:r>
              <a:rPr lang="en-US">
                <a:latin typeface="cmr10"/>
              </a:rPr>
              <a:t>(</a:t>
            </a:r>
            <a:r>
              <a:rPr lang="en-US">
                <a:latin typeface="cmmi10"/>
              </a:rPr>
              <a:t>q</a:t>
            </a:r>
            <a:r>
              <a:rPr lang="en-US" baseline="-25000">
                <a:latin typeface="cmr10"/>
              </a:rPr>
              <a:t>0</a:t>
            </a:r>
            <a:r>
              <a:rPr lang="en-US">
                <a:latin typeface="cmr10"/>
              </a:rPr>
              <a:t>)</a:t>
            </a:r>
            <a:r>
              <a:rPr lang="en-US" baseline="60000">
                <a:latin typeface="cmmi10"/>
              </a:rPr>
              <a:t>!</a:t>
            </a:r>
            <a:endParaRPr lang="he-IL" baseline="60000">
              <a:latin typeface="cmmi10"/>
            </a:endParaRPr>
          </a:p>
          <a:p>
            <a:endParaRPr lang="he-IL">
              <a:latin typeface="cmmi10"/>
            </a:endParaRPr>
          </a:p>
          <a:p>
            <a:endParaRPr lang="he-IL">
              <a:latin typeface="cmmi10"/>
            </a:endParaRPr>
          </a:p>
        </p:txBody>
      </p:sp>
      <p:pic>
        <p:nvPicPr>
          <p:cNvPr id="1402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2254898"/>
            <a:ext cx="2667000" cy="144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824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77400" y="2254898"/>
            <a:ext cx="3124200" cy="151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5486400" y="5486400"/>
            <a:ext cx="28221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0"/>
            <a:r>
              <a:rPr lang="en-US">
                <a:solidFill>
                  <a:srgbClr val="0000FF"/>
                </a:solidFill>
                <a:latin typeface="cmsy10"/>
              </a:rPr>
              <a:t>L</a:t>
            </a:r>
            <a:r>
              <a:rPr lang="en-US" baseline="-25000">
                <a:solidFill>
                  <a:srgbClr val="0000FF"/>
                </a:solidFill>
                <a:latin typeface="cmmi10"/>
              </a:rPr>
              <a:t>!</a:t>
            </a:r>
            <a:r>
              <a:rPr lang="en-US">
                <a:solidFill>
                  <a:srgbClr val="0000FF"/>
                </a:solidFill>
                <a:latin typeface="cmr10"/>
              </a:rPr>
              <a:t>(</a:t>
            </a:r>
            <a:r>
              <a:rPr lang="en-US">
                <a:solidFill>
                  <a:srgbClr val="0000FF"/>
                </a:solidFill>
                <a:latin typeface="cmsy10"/>
              </a:rPr>
              <a:t>A</a:t>
            </a:r>
            <a:r>
              <a:rPr lang="en-US">
                <a:solidFill>
                  <a:srgbClr val="0000FF"/>
                </a:solidFill>
                <a:latin typeface="cmr10"/>
              </a:rPr>
              <a:t>)=</a:t>
            </a:r>
            <a:r>
              <a:rPr lang="en-US">
                <a:solidFill>
                  <a:srgbClr val="0000FF"/>
                </a:solidFill>
                <a:latin typeface="Franklin Gothic Book"/>
              </a:rPr>
              <a:t>Words</a:t>
            </a:r>
            <a:r>
              <a:rPr lang="en-US">
                <a:solidFill>
                  <a:srgbClr val="0000FF"/>
                </a:solidFill>
                <a:latin typeface="cmr10"/>
              </a:rPr>
              <a:t>(</a:t>
            </a:r>
            <a:r>
              <a:rPr lang="he-IL">
                <a:solidFill>
                  <a:srgbClr val="0000FF"/>
                </a:solidFill>
                <a:latin typeface="Symbol"/>
                <a:sym typeface="Symbol"/>
              </a:rPr>
              <a:t></a:t>
            </a:r>
            <a:r>
              <a:rPr lang="en-US">
                <a:solidFill>
                  <a:srgbClr val="0000FF"/>
                </a:solidFill>
                <a:latin typeface="cmr10"/>
              </a:rPr>
              <a:t>(</a:t>
            </a:r>
            <a:r>
              <a:rPr lang="en-US">
                <a:solidFill>
                  <a:srgbClr val="0000FF"/>
                </a:solidFill>
                <a:latin typeface="cmmi10"/>
              </a:rPr>
              <a:t>a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>
                <a:solidFill>
                  <a:srgbClr val="0000FF"/>
                </a:solidFill>
                <a:latin typeface="cmsy10"/>
              </a:rPr>
              <a:t>)</a:t>
            </a:r>
            <a:r>
              <a:rPr lang="en-US">
                <a:solidFill>
                  <a:srgbClr val="0000FF"/>
                </a:solidFill>
              </a:rPr>
              <a:t> </a:t>
            </a:r>
            <a:r>
              <a:rPr lang="en-US">
                <a:solidFill>
                  <a:srgbClr val="0000FF"/>
                </a:solidFill>
                <a:latin typeface="cmsy10"/>
              </a:rPr>
              <a:t>}</a:t>
            </a:r>
            <a:r>
              <a:rPr lang="en-US">
                <a:solidFill>
                  <a:srgbClr val="0000FF"/>
                </a:solidFill>
                <a:latin typeface="cmmi10"/>
              </a:rPr>
              <a:t>b</a:t>
            </a:r>
            <a:r>
              <a:rPr lang="en-US">
                <a:solidFill>
                  <a:srgbClr val="0000FF"/>
                </a:solidFill>
                <a:latin typeface="cmr10"/>
              </a:rPr>
              <a:t>))</a:t>
            </a:r>
            <a:endParaRPr lang="he-IL">
              <a:solidFill>
                <a:srgbClr val="0000FF"/>
              </a:solidFill>
              <a:latin typeface="cmr10"/>
            </a:endParaRPr>
          </a:p>
        </p:txBody>
      </p:sp>
    </p:spTree>
    <p:extLst>
      <p:ext uri="{BB962C8B-B14F-4D97-AF65-F5344CB8AC3E}">
        <p14:creationId xmlns:p14="http://schemas.microsoft.com/office/powerpoint/2010/main" val="979993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דוגמה לצורך באוטומט שאינו דטרמיניסטי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14</a:t>
            </a:fld>
            <a:endParaRPr lang="he-IL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43026" cy="526297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/>
              <a:t>עבור </a:t>
            </a:r>
            <a:r>
              <a:rPr lang="en-US"/>
              <a:t>  </a:t>
            </a:r>
            <a:r>
              <a:rPr lang="en-US">
                <a:latin typeface="cmmi10"/>
              </a:rPr>
              <a:t>AP </a:t>
            </a:r>
            <a:r>
              <a:rPr lang="en-US">
                <a:latin typeface="cmsy10"/>
              </a:rPr>
              <a:t>¶</a:t>
            </a:r>
            <a:r>
              <a:rPr lang="en-US">
                <a:latin typeface="cmr10"/>
              </a:rPr>
              <a:t> </a:t>
            </a:r>
            <a:r>
              <a:rPr lang="en-US">
                <a:latin typeface="cmsy10"/>
              </a:rPr>
              <a:t>f</a:t>
            </a:r>
            <a:r>
              <a:rPr lang="en-US">
                <a:latin typeface="cmmi10"/>
              </a:rPr>
              <a:t>a</a:t>
            </a:r>
            <a:r>
              <a:rPr lang="en-US">
                <a:latin typeface="cmsy10"/>
              </a:rPr>
              <a:t>g </a:t>
            </a:r>
            <a:r>
              <a:rPr lang="he-IL">
                <a:latin typeface="cmsy10"/>
              </a:rPr>
              <a:t>ו</a:t>
            </a:r>
            <a:r>
              <a:rPr lang="he-IL"/>
              <a:t>התכונה </a:t>
            </a:r>
            <a:r>
              <a:rPr lang="en-US">
                <a:latin typeface="cmsy10"/>
                <a:sym typeface="Symbol"/>
              </a:rPr>
              <a:t>}</a:t>
            </a:r>
            <a:r>
              <a:rPr lang="en-US">
                <a:latin typeface="Symbol"/>
                <a:sym typeface="Symbol"/>
              </a:rPr>
              <a:t></a:t>
            </a:r>
            <a:r>
              <a:rPr lang="en-US"/>
              <a:t> </a:t>
            </a:r>
            <a:r>
              <a:rPr lang="en-US">
                <a:latin typeface="cmmi10"/>
              </a:rPr>
              <a:t>a</a:t>
            </a:r>
            <a:r>
              <a:rPr lang="he-IL">
                <a:latin typeface="cmmi10"/>
              </a:rPr>
              <a:t>  (בסופו של דבר, כל הזמן </a:t>
            </a:r>
            <a:r>
              <a:rPr lang="en-US">
                <a:latin typeface="cmmi10"/>
              </a:rPr>
              <a:t>a</a:t>
            </a:r>
            <a:r>
              <a:rPr lang="he-IL">
                <a:latin typeface="cmmi10"/>
              </a:rPr>
              <a:t>) </a:t>
            </a:r>
            <a:br>
              <a:rPr lang="en-US">
                <a:latin typeface="cmmi10"/>
              </a:rPr>
            </a:br>
            <a:r>
              <a:rPr lang="he-IL">
                <a:latin typeface="cmmi10"/>
              </a:rPr>
              <a:t>אפשר לבנות את האוטומט:</a:t>
            </a:r>
          </a:p>
          <a:p>
            <a:endParaRPr lang="he-IL">
              <a:latin typeface="cmmi10"/>
            </a:endParaRPr>
          </a:p>
          <a:p>
            <a:endParaRPr lang="he-IL">
              <a:latin typeface="cmmi10"/>
            </a:endParaRPr>
          </a:p>
          <a:p>
            <a:endParaRPr lang="he-IL">
              <a:latin typeface="cmmi10"/>
            </a:endParaRPr>
          </a:p>
          <a:p>
            <a:endParaRPr lang="he-IL">
              <a:latin typeface="cmmi10"/>
            </a:endParaRPr>
          </a:p>
          <a:p>
            <a:endParaRPr lang="he-IL">
              <a:latin typeface="cmmi10"/>
            </a:endParaRPr>
          </a:p>
          <a:p>
            <a:endParaRPr lang="he-IL">
              <a:latin typeface="cmmi10"/>
            </a:endParaRPr>
          </a:p>
          <a:p>
            <a:endParaRPr lang="he-IL">
              <a:latin typeface="cmmi10"/>
            </a:endParaRPr>
          </a:p>
          <a:p>
            <a:endParaRPr lang="he-IL">
              <a:latin typeface="cmmi10"/>
            </a:endParaRPr>
          </a:p>
          <a:p>
            <a:r>
              <a:rPr lang="he-IL">
                <a:latin typeface="cmsy10"/>
              </a:rPr>
              <a:t>האוטומט "מנחש" </a:t>
            </a:r>
            <a:r>
              <a:rPr lang="he-IL">
                <a:solidFill>
                  <a:srgbClr val="FF0000"/>
                </a:solidFill>
                <a:latin typeface="cmsy10"/>
              </a:rPr>
              <a:t>באופן לא דטרמיניסטי </a:t>
            </a:r>
            <a:r>
              <a:rPr lang="he-IL">
                <a:latin typeface="cmsy10"/>
              </a:rPr>
              <a:t>מתי מתייצבת התכונה </a:t>
            </a:r>
            <a:r>
              <a:rPr lang="en-US">
                <a:latin typeface="cmmi10"/>
              </a:rPr>
              <a:t>a</a:t>
            </a:r>
            <a:r>
              <a:rPr lang="he-IL">
                <a:latin typeface="cmmi10"/>
              </a:rPr>
              <a:t>. המילה מתקבלת אם קיים ניחוש נכון.</a:t>
            </a:r>
          </a:p>
          <a:p>
            <a:endParaRPr lang="he-IL">
              <a:latin typeface="cmmi10"/>
            </a:endParaRPr>
          </a:p>
          <a:p>
            <a:r>
              <a:rPr lang="en-US">
                <a:latin typeface="cmsy10"/>
              </a:rPr>
              <a:t>(</a:t>
            </a:r>
            <a:r>
              <a:rPr lang="he-IL">
                <a:latin typeface="cmsy10"/>
              </a:rPr>
              <a:t> </a:t>
            </a:r>
            <a:r>
              <a:rPr lang="en-US">
                <a:latin typeface="cmsy10"/>
              </a:rPr>
              <a:t>L</a:t>
            </a:r>
            <a:r>
              <a:rPr lang="en-US" baseline="-25000">
                <a:latin typeface="cmmi10"/>
              </a:rPr>
              <a:t>!</a:t>
            </a:r>
            <a:r>
              <a:rPr lang="en-US">
                <a:latin typeface="cmr10"/>
              </a:rPr>
              <a:t>(</a:t>
            </a:r>
            <a:r>
              <a:rPr lang="en-US">
                <a:latin typeface="cmsy10"/>
              </a:rPr>
              <a:t>A</a:t>
            </a:r>
            <a:r>
              <a:rPr lang="en-US">
                <a:latin typeface="cmr10"/>
              </a:rPr>
              <a:t>)</a:t>
            </a:r>
            <a:r>
              <a:rPr lang="he-IL">
                <a:latin typeface="cmr10"/>
              </a:rPr>
              <a:t> היא קבוצת המילים האינסופיות  </a:t>
            </a:r>
            <a:r>
              <a:rPr lang="en-US">
                <a:latin typeface="cmmi10"/>
              </a:rPr>
              <a:t>A</a:t>
            </a:r>
            <a:r>
              <a:rPr lang="en-US" baseline="-25000">
                <a:latin typeface="cmr10"/>
              </a:rPr>
              <a:t>0</a:t>
            </a:r>
            <a:r>
              <a:rPr lang="en-US">
                <a:latin typeface="cmmi10"/>
              </a:rPr>
              <a:t>A</a:t>
            </a:r>
            <a:r>
              <a:rPr lang="en-US" baseline="-25000">
                <a:latin typeface="cmr10"/>
              </a:rPr>
              <a:t>1</a:t>
            </a:r>
            <a:r>
              <a:rPr lang="en-US">
                <a:latin typeface="cmmi10"/>
              </a:rPr>
              <a:t>A</a:t>
            </a:r>
            <a:r>
              <a:rPr lang="en-US" baseline="-25000">
                <a:latin typeface="cmr10"/>
              </a:rPr>
              <a:t>2</a:t>
            </a:r>
            <a:r>
              <a:rPr lang="en-US">
                <a:latin typeface="cmr10"/>
              </a:rPr>
              <a:t>…</a:t>
            </a:r>
            <a:r>
              <a:rPr lang="he-IL">
                <a:latin typeface="cmr10"/>
              </a:rPr>
              <a:t> כך שיש </a:t>
            </a:r>
            <a:r>
              <a:rPr lang="en-US" err="1">
                <a:latin typeface="cmmi10"/>
              </a:rPr>
              <a:t>i</a:t>
            </a:r>
            <a:r>
              <a:rPr lang="he-IL">
                <a:latin typeface="cmmi10"/>
              </a:rPr>
              <a:t> שעבורו </a:t>
            </a:r>
            <a:r>
              <a:rPr lang="en-US">
                <a:latin typeface="cmmi10"/>
              </a:rPr>
              <a:t>a </a:t>
            </a:r>
            <a:r>
              <a:rPr lang="en-US">
                <a:latin typeface="cmsy10"/>
              </a:rPr>
              <a:t>2</a:t>
            </a:r>
            <a:r>
              <a:rPr lang="en-US">
                <a:latin typeface="cmmi10"/>
              </a:rPr>
              <a:t> </a:t>
            </a:r>
            <a:r>
              <a:rPr lang="en-US" err="1">
                <a:latin typeface="cmmi10"/>
              </a:rPr>
              <a:t>A</a:t>
            </a:r>
            <a:r>
              <a:rPr lang="en-US" baseline="-25000" err="1">
                <a:latin typeface="cmmi10"/>
              </a:rPr>
              <a:t>j</a:t>
            </a:r>
            <a:r>
              <a:rPr lang="he-IL" baseline="-25000">
                <a:latin typeface="cmmi10"/>
              </a:rPr>
              <a:t>  </a:t>
            </a:r>
            <a:r>
              <a:rPr lang="he-IL">
                <a:latin typeface="cmmi10"/>
              </a:rPr>
              <a:t>לכל  </a:t>
            </a:r>
            <a:r>
              <a:rPr lang="en-US">
                <a:latin typeface="cmmi10"/>
              </a:rPr>
              <a:t>j </a:t>
            </a:r>
            <a:r>
              <a:rPr lang="en-US">
                <a:latin typeface="cmsy10"/>
              </a:rPr>
              <a:t>¸</a:t>
            </a:r>
            <a:r>
              <a:rPr lang="en-US">
                <a:latin typeface="cmmi10"/>
              </a:rPr>
              <a:t> </a:t>
            </a:r>
            <a:r>
              <a:rPr lang="en-US" err="1">
                <a:latin typeface="cmmi10"/>
              </a:rPr>
              <a:t>i</a:t>
            </a:r>
            <a:endParaRPr lang="he-IL">
              <a:latin typeface="cmmi10"/>
            </a:endParaRPr>
          </a:p>
          <a:p>
            <a:endParaRPr lang="he-IL" baseline="-25000">
              <a:latin typeface="cmmi10"/>
            </a:endParaRPr>
          </a:p>
          <a:p>
            <a:r>
              <a:rPr lang="en-US">
                <a:latin typeface="cmsy10"/>
              </a:rPr>
              <a:t>(</a:t>
            </a:r>
            <a:r>
              <a:rPr lang="he-IL">
                <a:latin typeface="cmmi10"/>
              </a:rPr>
              <a:t> </a:t>
            </a:r>
            <a:r>
              <a:rPr lang="en-US">
                <a:solidFill>
                  <a:srgbClr val="0000FF"/>
                </a:solidFill>
                <a:latin typeface="cmsy10"/>
              </a:rPr>
              <a:t>L</a:t>
            </a:r>
            <a:r>
              <a:rPr lang="en-US" baseline="-25000">
                <a:solidFill>
                  <a:srgbClr val="0000FF"/>
                </a:solidFill>
                <a:latin typeface="cmmi10"/>
              </a:rPr>
              <a:t>!</a:t>
            </a:r>
            <a:r>
              <a:rPr lang="en-US">
                <a:solidFill>
                  <a:srgbClr val="0000FF"/>
                </a:solidFill>
                <a:latin typeface="cmr10"/>
              </a:rPr>
              <a:t>(</a:t>
            </a:r>
            <a:r>
              <a:rPr lang="en-US">
                <a:solidFill>
                  <a:srgbClr val="0000FF"/>
                </a:solidFill>
                <a:latin typeface="cmsy10"/>
              </a:rPr>
              <a:t>A</a:t>
            </a:r>
            <a:r>
              <a:rPr lang="en-US">
                <a:solidFill>
                  <a:srgbClr val="0000FF"/>
                </a:solidFill>
                <a:latin typeface="cmr10"/>
              </a:rPr>
              <a:t>)=</a:t>
            </a:r>
            <a:r>
              <a:rPr lang="en-US">
                <a:solidFill>
                  <a:srgbClr val="0000FF"/>
                </a:solidFill>
                <a:latin typeface="Franklin Gothic Book"/>
              </a:rPr>
              <a:t>Words</a:t>
            </a:r>
            <a:r>
              <a:rPr lang="en-US">
                <a:solidFill>
                  <a:srgbClr val="0000FF"/>
                </a:solidFill>
                <a:latin typeface="cmr10"/>
              </a:rPr>
              <a:t>(</a:t>
            </a:r>
            <a:r>
              <a:rPr lang="en-US">
                <a:solidFill>
                  <a:srgbClr val="0000FF"/>
                </a:solidFill>
                <a:latin typeface="cmsy10"/>
                <a:sym typeface="Symbol"/>
              </a:rPr>
              <a:t>}</a:t>
            </a:r>
            <a:r>
              <a:rPr lang="en-US">
                <a:solidFill>
                  <a:srgbClr val="0000FF"/>
                </a:solidFill>
                <a:latin typeface="Symbol"/>
                <a:sym typeface="Symbol"/>
              </a:rPr>
              <a:t></a:t>
            </a:r>
            <a:r>
              <a:rPr lang="en-US">
                <a:solidFill>
                  <a:srgbClr val="0000FF"/>
                </a:solidFill>
                <a:latin typeface="cmr10"/>
              </a:rPr>
              <a:t> </a:t>
            </a:r>
            <a:r>
              <a:rPr lang="en-US">
                <a:solidFill>
                  <a:srgbClr val="0000FF"/>
                </a:solidFill>
                <a:latin typeface="cmmi10"/>
              </a:rPr>
              <a:t>a</a:t>
            </a:r>
            <a:r>
              <a:rPr lang="en-US">
                <a:solidFill>
                  <a:srgbClr val="0000FF"/>
                </a:solidFill>
                <a:latin typeface="cmr10"/>
              </a:rPr>
              <a:t>)</a:t>
            </a:r>
            <a:endParaRPr lang="he-IL">
              <a:solidFill>
                <a:srgbClr val="0000FF"/>
              </a:solidFill>
              <a:latin typeface="cmr10"/>
            </a:endParaRPr>
          </a:p>
          <a:p>
            <a:endParaRPr lang="he-IL">
              <a:latin typeface="cmr10"/>
            </a:endParaRPr>
          </a:p>
          <a:p>
            <a:r>
              <a:rPr lang="he-IL">
                <a:latin typeface="cmr10"/>
              </a:rPr>
              <a:t> למשל:  הריצה המקבלת את המילה </a:t>
            </a:r>
            <a:r>
              <a:rPr lang="en-US">
                <a:latin typeface="cmmi10"/>
              </a:rPr>
              <a:t>¾</a:t>
            </a:r>
            <a:r>
              <a:rPr lang="en-US">
                <a:latin typeface="cmr10"/>
              </a:rPr>
              <a:t> =</a:t>
            </a:r>
            <a:r>
              <a:rPr lang="en-US">
                <a:latin typeface="cmsy10"/>
              </a:rPr>
              <a:t>;</a:t>
            </a:r>
            <a:r>
              <a:rPr lang="en-US" baseline="60000">
                <a:latin typeface="cmmi10"/>
              </a:rPr>
              <a:t> </a:t>
            </a:r>
            <a:r>
              <a:rPr lang="en-US" baseline="60000">
                <a:latin typeface="cmr10"/>
              </a:rPr>
              <a:t>578</a:t>
            </a:r>
            <a:r>
              <a:rPr lang="en-US">
                <a:latin typeface="cmsy10"/>
              </a:rPr>
              <a:t>f</a:t>
            </a:r>
            <a:r>
              <a:rPr lang="en-US">
                <a:latin typeface="cmmi10"/>
              </a:rPr>
              <a:t>a</a:t>
            </a:r>
            <a:r>
              <a:rPr lang="en-US">
                <a:latin typeface="cmsy10"/>
              </a:rPr>
              <a:t>g</a:t>
            </a:r>
            <a:r>
              <a:rPr lang="en-US" baseline="60000">
                <a:latin typeface="cmmi10"/>
              </a:rPr>
              <a:t>!</a:t>
            </a:r>
            <a:r>
              <a:rPr lang="en-US">
                <a:latin typeface="cmsy10"/>
              </a:rPr>
              <a:t> …</a:t>
            </a:r>
            <a:r>
              <a:rPr lang="he-IL">
                <a:latin typeface="cmsy10"/>
              </a:rPr>
              <a:t> היא   </a:t>
            </a:r>
            <a:r>
              <a:rPr lang="en-US">
                <a:latin typeface="cmmi10"/>
              </a:rPr>
              <a:t>q</a:t>
            </a:r>
            <a:r>
              <a:rPr lang="en-US" baseline="-25000">
                <a:latin typeface="cmr10"/>
              </a:rPr>
              <a:t>0</a:t>
            </a:r>
            <a:r>
              <a:rPr lang="en-US" baseline="60000">
                <a:latin typeface="cmr10"/>
              </a:rPr>
              <a:t>578 </a:t>
            </a:r>
            <a:r>
              <a:rPr lang="en-US">
                <a:latin typeface="cmmi10"/>
              </a:rPr>
              <a:t>q</a:t>
            </a:r>
            <a:r>
              <a:rPr lang="en-US" baseline="-25000">
                <a:latin typeface="cmr10"/>
              </a:rPr>
              <a:t>1</a:t>
            </a:r>
            <a:r>
              <a:rPr lang="en-US" baseline="60000">
                <a:latin typeface="cmmi10"/>
              </a:rPr>
              <a:t>!</a:t>
            </a:r>
            <a:endParaRPr lang="he-IL" baseline="60000">
              <a:latin typeface="cmmi10"/>
            </a:endParaRPr>
          </a:p>
          <a:p>
            <a:endParaRPr lang="he-IL">
              <a:latin typeface="cmmi10"/>
            </a:endParaRPr>
          </a:p>
          <a:p>
            <a:endParaRPr lang="he-IL">
              <a:latin typeface="cmmi10"/>
            </a:endParaRPr>
          </a:p>
        </p:txBody>
      </p:sp>
      <p:pic>
        <p:nvPicPr>
          <p:cNvPr id="141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2800" y="2438400"/>
            <a:ext cx="2590157" cy="1172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29542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191768" y="1676400"/>
            <a:ext cx="67818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משימה: בניית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לנוסחת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85800" y="1828800"/>
                <a:ext cx="7772400" cy="4114800"/>
              </a:xfrm>
            </p:spPr>
            <p:txBody>
              <a:bodyPr>
                <a:normAutofit fontScale="92500"/>
              </a:bodyPr>
              <a:lstStyle/>
              <a:p>
                <a:pPr algn="ctr">
                  <a:buNone/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נציע </a:t>
                </a:r>
                <a:r>
                  <a:rPr lang="he-IL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אלגוריתם</a:t>
                </a:r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לבניית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בהינתן נוסחת </a:t>
                </a:r>
                <a: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buNone/>
                </a:pPr>
                <a:r>
                  <a:rPr lang="he-IL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יעילות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: </a:t>
                </a:r>
              </a:p>
              <a:p>
                <a:pPr lvl="1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הנוסחאות בדרך כלל קטנות</a:t>
                </a:r>
              </a:p>
              <a:p>
                <a:pPr lvl="1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</a:t>
                </a:r>
                <a:r>
                  <a:rPr lang="en-US" dirty="0" err="1">
                    <a:latin typeface="Gisha" panose="020B0502040204020203" pitchFamily="34" charset="-79"/>
                    <a:cs typeface="Gisha" panose="020B0502040204020203" pitchFamily="34" charset="-79"/>
                  </a:rPr>
                  <a:t>Büchi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ב</a:t>
                </a:r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גודל </a:t>
                </a:r>
                <a:r>
                  <a:rPr lang="he-IL" dirty="0" err="1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אקספוננציאלי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יחסית לגודל הנוסחה</a:t>
                </a:r>
              </a:p>
              <a:p>
                <a:pPr lvl="1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עלות בדיקות מודל </a:t>
                </a:r>
                <a:r>
                  <a:rPr lang="he-IL" dirty="0" err="1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פולינומיאלית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ביחס לגודל האוטומט</a:t>
                </a:r>
              </a:p>
              <a:p>
                <a:pPr lvl="1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אינם שקולים 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ל-</a:t>
                </a:r>
                <a: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  <a:t>DBA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⇐</m:t>
                    </m:r>
                  </m:oMath>
                </a14:m>
                <a: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 מזעור האוטומט הוא </a:t>
                </a:r>
                <a: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  <a:t>NP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-שלם</a:t>
                </a:r>
              </a:p>
              <a:p>
                <a:pPr lvl="1">
                  <a:buNone/>
                </a:pP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85800" y="1828800"/>
                <a:ext cx="7772400" cy="4114800"/>
              </a:xfrm>
              <a:blipFill>
                <a:blip r:embed="rId2"/>
                <a:stretch>
                  <a:fillRect t="-1333" r="-1176" b="-1822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4944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2286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תזכורת: </a:t>
            </a:r>
            <a:r>
              <a:rPr lang="en-US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G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00198" y="5105400"/>
            <a:ext cx="6195527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2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ריצה מקבלת צריכה לעבור בכל אחת מהקבוצות המקבלות אינסוף פעמים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1451223"/>
            <a:ext cx="8191683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2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מאפשרים שיהיו מספר קבוצות מקבלות</a:t>
            </a:r>
            <a:br>
              <a:rPr lang="en-US" sz="32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32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(מסומנות, בדרך כלל, ע"י צבעים שונים)</a:t>
            </a:r>
          </a:p>
        </p:txBody>
      </p:sp>
      <p:sp>
        <p:nvSpPr>
          <p:cNvPr id="8" name="Oval 7"/>
          <p:cNvSpPr/>
          <p:nvPr/>
        </p:nvSpPr>
        <p:spPr>
          <a:xfrm>
            <a:off x="4162500" y="3905514"/>
            <a:ext cx="381000" cy="381000"/>
          </a:xfrm>
          <a:prstGeom prst="ellipse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2990894" y="3891743"/>
            <a:ext cx="381000" cy="381000"/>
            <a:chOff x="2990894" y="3612649"/>
            <a:chExt cx="381000" cy="381000"/>
          </a:xfrm>
          <a:noFill/>
        </p:grpSpPr>
        <p:sp>
          <p:nvSpPr>
            <p:cNvPr id="3" name="Oval 2"/>
            <p:cNvSpPr/>
            <p:nvPr/>
          </p:nvSpPr>
          <p:spPr>
            <a:xfrm>
              <a:off x="2990894" y="3612649"/>
              <a:ext cx="381000" cy="381000"/>
            </a:xfrm>
            <a:prstGeom prst="ellipse">
              <a:avLst/>
            </a:prstGeom>
            <a:grpFill/>
            <a:ln w="19050">
              <a:solidFill>
                <a:srgbClr val="000099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3019394" y="3641149"/>
              <a:ext cx="324000" cy="324000"/>
            </a:xfrm>
            <a:prstGeom prst="ellips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334000" y="3891743"/>
            <a:ext cx="381000" cy="381000"/>
            <a:chOff x="5334000" y="3612649"/>
            <a:chExt cx="381000" cy="381000"/>
          </a:xfrm>
          <a:noFill/>
        </p:grpSpPr>
        <p:sp>
          <p:nvSpPr>
            <p:cNvPr id="9" name="Oval 8"/>
            <p:cNvSpPr/>
            <p:nvPr/>
          </p:nvSpPr>
          <p:spPr>
            <a:xfrm>
              <a:off x="5334000" y="3612649"/>
              <a:ext cx="381000" cy="381000"/>
            </a:xfrm>
            <a:prstGeom prst="ellipse">
              <a:avLst/>
            </a:prstGeom>
            <a:grpFill/>
            <a:ln w="19050">
              <a:solidFill>
                <a:srgbClr val="FFC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5362500" y="3641149"/>
              <a:ext cx="324000" cy="324000"/>
            </a:xfrm>
            <a:prstGeom prst="ellips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129049" y="2921833"/>
            <a:ext cx="454885" cy="454885"/>
            <a:chOff x="4191000" y="4495800"/>
            <a:chExt cx="381000" cy="381000"/>
          </a:xfrm>
          <a:noFill/>
        </p:grpSpPr>
        <p:sp>
          <p:nvSpPr>
            <p:cNvPr id="15" name="Oval 14"/>
            <p:cNvSpPr/>
            <p:nvPr/>
          </p:nvSpPr>
          <p:spPr>
            <a:xfrm>
              <a:off x="4191000" y="4495800"/>
              <a:ext cx="381000" cy="381000"/>
            </a:xfrm>
            <a:prstGeom prst="ellipse">
              <a:avLst/>
            </a:prstGeom>
            <a:grpFill/>
            <a:ln w="19050">
              <a:solidFill>
                <a:srgbClr val="000099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4219500" y="4524300"/>
              <a:ext cx="324000" cy="324000"/>
            </a:xfrm>
            <a:prstGeom prst="ellipse">
              <a:avLst/>
            </a:prstGeom>
            <a:grpFill/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37715" y="4236772"/>
                <a:ext cx="363086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715" y="4236772"/>
                <a:ext cx="363086" cy="369332"/>
              </a:xfrm>
              <a:prstGeom prst="rect">
                <a:avLst/>
              </a:prstGeom>
              <a:blipFill>
                <a:blip r:embed="rId2"/>
                <a:stretch>
                  <a:fillRect r="-71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/>
          <p:cNvSpPr/>
          <p:nvPr/>
        </p:nvSpPr>
        <p:spPr>
          <a:xfrm>
            <a:off x="4106096" y="2895600"/>
            <a:ext cx="504000" cy="504000"/>
          </a:xfrm>
          <a:prstGeom prst="ellipse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24" name="Elbow Connector 23"/>
          <p:cNvCxnSpPr>
            <a:stCxn id="8" idx="0"/>
            <a:endCxn id="23" idx="6"/>
          </p:cNvCxnSpPr>
          <p:nvPr/>
        </p:nvCxnSpPr>
        <p:spPr>
          <a:xfrm rot="5400000" flipH="1" flipV="1">
            <a:off x="4124096" y="3417600"/>
            <a:ext cx="756000" cy="216000"/>
          </a:xfrm>
          <a:prstGeom prst="curvedConnector4">
            <a:avLst>
              <a:gd name="adj1" fmla="val 23321"/>
              <a:gd name="adj2" fmla="val 188916"/>
            </a:avLst>
          </a:prstGeom>
          <a:ln w="127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365871" y="3036629"/>
                <a:ext cx="363086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871" y="3036629"/>
                <a:ext cx="363086" cy="369332"/>
              </a:xfrm>
              <a:prstGeom prst="rect">
                <a:avLst/>
              </a:prstGeom>
              <a:blipFill>
                <a:blip r:embed="rId3"/>
                <a:stretch>
                  <a:fillRect r="-7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779471" y="3148137"/>
                <a:ext cx="363086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471" y="3148137"/>
                <a:ext cx="36308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Elbow Connector 26"/>
          <p:cNvCxnSpPr>
            <a:stCxn id="8" idx="7"/>
            <a:endCxn id="9" idx="1"/>
          </p:cNvCxnSpPr>
          <p:nvPr/>
        </p:nvCxnSpPr>
        <p:spPr>
          <a:xfrm rot="5400000" flipH="1" flipV="1">
            <a:off x="4931865" y="3503379"/>
            <a:ext cx="13771" cy="902092"/>
          </a:xfrm>
          <a:prstGeom prst="curvedConnector3">
            <a:avLst>
              <a:gd name="adj1" fmla="val 678077"/>
            </a:avLst>
          </a:prstGeom>
          <a:ln w="127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4753989" y="3550309"/>
                <a:ext cx="363086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989" y="3550309"/>
                <a:ext cx="36308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Elbow Connector 26"/>
          <p:cNvCxnSpPr/>
          <p:nvPr/>
        </p:nvCxnSpPr>
        <p:spPr>
          <a:xfrm rot="5400000">
            <a:off x="4931865" y="3772787"/>
            <a:ext cx="13771" cy="902092"/>
          </a:xfrm>
          <a:prstGeom prst="curvedConnector3">
            <a:avLst>
              <a:gd name="adj1" fmla="val 608925"/>
            </a:avLst>
          </a:prstGeom>
          <a:ln w="127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Elbow Connector 26"/>
          <p:cNvCxnSpPr>
            <a:stCxn id="8" idx="1"/>
            <a:endCxn id="3" idx="7"/>
          </p:cNvCxnSpPr>
          <p:nvPr/>
        </p:nvCxnSpPr>
        <p:spPr>
          <a:xfrm rot="16200000" flipV="1">
            <a:off x="3760312" y="3503326"/>
            <a:ext cx="13771" cy="902198"/>
          </a:xfrm>
          <a:prstGeom prst="curvedConnector3">
            <a:avLst>
              <a:gd name="adj1" fmla="val 850962"/>
            </a:avLst>
          </a:prstGeom>
          <a:ln w="127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3547414" y="3533778"/>
                <a:ext cx="363086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7414" y="3533778"/>
                <a:ext cx="36308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Elbow Connector 26"/>
          <p:cNvCxnSpPr>
            <a:stCxn id="3" idx="5"/>
            <a:endCxn id="8" idx="3"/>
          </p:cNvCxnSpPr>
          <p:nvPr/>
        </p:nvCxnSpPr>
        <p:spPr>
          <a:xfrm rot="16200000" flipH="1">
            <a:off x="3760312" y="3772733"/>
            <a:ext cx="13771" cy="902198"/>
          </a:xfrm>
          <a:prstGeom prst="curvedConnector3">
            <a:avLst>
              <a:gd name="adj1" fmla="val 1127674"/>
            </a:avLst>
          </a:prstGeom>
          <a:ln w="127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3392348" y="4290599"/>
                <a:ext cx="363086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348" y="4290599"/>
                <a:ext cx="363086" cy="369332"/>
              </a:xfrm>
              <a:prstGeom prst="rect">
                <a:avLst/>
              </a:prstGeom>
              <a:blipFill>
                <a:blip r:embed="rId7"/>
                <a:stretch>
                  <a:fillRect r="-7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Elbow Connector 23"/>
          <p:cNvCxnSpPr/>
          <p:nvPr/>
        </p:nvCxnSpPr>
        <p:spPr>
          <a:xfrm rot="10800000" flipH="1" flipV="1">
            <a:off x="4098822" y="3149514"/>
            <a:ext cx="216000" cy="756000"/>
          </a:xfrm>
          <a:prstGeom prst="curvedConnector4">
            <a:avLst>
              <a:gd name="adj1" fmla="val -92587"/>
              <a:gd name="adj2" fmla="val 66625"/>
            </a:avLst>
          </a:prstGeom>
          <a:ln w="127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Elbow Connector 23"/>
          <p:cNvCxnSpPr/>
          <p:nvPr/>
        </p:nvCxnSpPr>
        <p:spPr>
          <a:xfrm rot="10800000" flipH="1">
            <a:off x="4258432" y="4251399"/>
            <a:ext cx="216000" cy="12700"/>
          </a:xfrm>
          <a:prstGeom prst="curvedConnector5">
            <a:avLst>
              <a:gd name="adj1" fmla="val -18931"/>
              <a:gd name="adj2" fmla="val -2771646"/>
              <a:gd name="adj3" fmla="val 106294"/>
            </a:avLst>
          </a:prstGeom>
          <a:ln w="127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4106840" y="4551528"/>
                <a:ext cx="363086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40" y="4551528"/>
                <a:ext cx="363086" cy="369332"/>
              </a:xfrm>
              <a:prstGeom prst="rect">
                <a:avLst/>
              </a:prstGeom>
              <a:blipFill>
                <a:blip r:embed="rId8"/>
                <a:stretch>
                  <a:fillRect r="-71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3296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he-IL"/>
                  <a:t>דוגמה</a:t>
                </a:r>
                <a:r>
                  <a:rPr lang="en-US"/>
                  <a:t>:</a:t>
                </a:r>
                <a:r>
                  <a:rPr lang="he-IL"/>
                  <a:t>אוטומט עבור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sym typeface="Symbol"/>
                      </a:rPr>
                      <m:t>Words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dirty="0">
                            <a:latin typeface="cmsy10"/>
                            <a:sym typeface="Symbol"/>
                          </a:rPr>
                          <m:t>}</m:t>
                        </m:r>
                        <m:r>
                          <m:rPr>
                            <m:nor/>
                          </m:rPr>
                          <a:rPr lang="en-US" dirty="0">
                            <a:latin typeface="Symbol"/>
                            <a:sym typeface="Symbol"/>
                          </a:rPr>
                          <m:t>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he-IL">
                    <a:latin typeface="cmmi10"/>
                  </a:rPr>
                  <a:t> </a:t>
                </a:r>
                <a:endParaRPr lang="he-IL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19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17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/>
              <p:cNvSpPr/>
              <p:nvPr/>
            </p:nvSpPr>
            <p:spPr>
              <a:xfrm>
                <a:off x="2075688" y="1764792"/>
                <a:ext cx="1708582" cy="1524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688" y="1764792"/>
                <a:ext cx="1708582" cy="15240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2075688" y="3968496"/>
                <a:ext cx="1708582" cy="1524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27432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he-I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688" y="3968496"/>
                <a:ext cx="1708582" cy="15240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endCxn id="9" idx="2"/>
          </p:cNvCxnSpPr>
          <p:nvPr/>
        </p:nvCxnSpPr>
        <p:spPr>
          <a:xfrm>
            <a:off x="1828800" y="2518648"/>
            <a:ext cx="246888" cy="8144"/>
          </a:xfrm>
          <a:prstGeom prst="straightConnector1">
            <a:avLst/>
          </a:pr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Arrow Connector 13"/>
          <p:cNvCxnSpPr>
            <a:endCxn id="10" idx="2"/>
          </p:cNvCxnSpPr>
          <p:nvPr/>
        </p:nvCxnSpPr>
        <p:spPr>
          <a:xfrm flipV="1">
            <a:off x="1792224" y="4730496"/>
            <a:ext cx="283464" cy="1000"/>
          </a:xfrm>
          <a:prstGeom prst="straightConnector1">
            <a:avLst/>
          </a:pr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/>
              <p:cNvSpPr/>
              <p:nvPr/>
            </p:nvSpPr>
            <p:spPr>
              <a:xfrm>
                <a:off x="5655753" y="2787339"/>
                <a:ext cx="1888047" cy="168407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0" rIns="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753" y="2787339"/>
                <a:ext cx="1888047" cy="1684077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/>
          <p:cNvGrpSpPr/>
          <p:nvPr/>
        </p:nvGrpSpPr>
        <p:grpSpPr>
          <a:xfrm>
            <a:off x="1525782" y="1066800"/>
            <a:ext cx="5303299" cy="5181600"/>
            <a:chOff x="1525782" y="1306592"/>
            <a:chExt cx="5303299" cy="5181600"/>
          </a:xfrm>
        </p:grpSpPr>
        <p:sp>
          <p:nvSpPr>
            <p:cNvPr id="15" name="Freeform 14"/>
            <p:cNvSpPr/>
            <p:nvPr/>
          </p:nvSpPr>
          <p:spPr>
            <a:xfrm>
              <a:off x="1848423" y="3059192"/>
              <a:ext cx="292669" cy="1655064"/>
            </a:xfrm>
            <a:custGeom>
              <a:avLst/>
              <a:gdLst>
                <a:gd name="connsiteX0" fmla="*/ 422019 w 422019"/>
                <a:gd name="connsiteY0" fmla="*/ 0 h 1417320"/>
                <a:gd name="connsiteX1" fmla="*/ 1395 w 422019"/>
                <a:gd name="connsiteY1" fmla="*/ 676656 h 1417320"/>
                <a:gd name="connsiteX2" fmla="*/ 312291 w 422019"/>
                <a:gd name="connsiteY2" fmla="*/ 1417320 h 1417320"/>
                <a:gd name="connsiteX0" fmla="*/ 292680 w 310968"/>
                <a:gd name="connsiteY0" fmla="*/ 0 h 1572768"/>
                <a:gd name="connsiteX1" fmla="*/ 72 w 310968"/>
                <a:gd name="connsiteY1" fmla="*/ 832104 h 1572768"/>
                <a:gd name="connsiteX2" fmla="*/ 310968 w 310968"/>
                <a:gd name="connsiteY2" fmla="*/ 1572768 h 1572768"/>
                <a:gd name="connsiteX0" fmla="*/ 292669 w 292669"/>
                <a:gd name="connsiteY0" fmla="*/ 0 h 1655064"/>
                <a:gd name="connsiteX1" fmla="*/ 61 w 292669"/>
                <a:gd name="connsiteY1" fmla="*/ 832104 h 1655064"/>
                <a:gd name="connsiteX2" fmla="*/ 274381 w 292669"/>
                <a:gd name="connsiteY2" fmla="*/ 1655064 h 1655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2669" h="1655064">
                  <a:moveTo>
                    <a:pt x="292669" y="0"/>
                  </a:moveTo>
                  <a:cubicBezTo>
                    <a:pt x="91501" y="220218"/>
                    <a:pt x="3109" y="556260"/>
                    <a:pt x="61" y="832104"/>
                  </a:cubicBezTo>
                  <a:cubicBezTo>
                    <a:pt x="-2987" y="1107948"/>
                    <a:pt x="109789" y="1402842"/>
                    <a:pt x="274381" y="1655064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 flipH="1">
              <a:off x="3724656" y="3059192"/>
              <a:ext cx="292669" cy="1655064"/>
            </a:xfrm>
            <a:custGeom>
              <a:avLst/>
              <a:gdLst>
                <a:gd name="connsiteX0" fmla="*/ 422019 w 422019"/>
                <a:gd name="connsiteY0" fmla="*/ 0 h 1417320"/>
                <a:gd name="connsiteX1" fmla="*/ 1395 w 422019"/>
                <a:gd name="connsiteY1" fmla="*/ 676656 h 1417320"/>
                <a:gd name="connsiteX2" fmla="*/ 312291 w 422019"/>
                <a:gd name="connsiteY2" fmla="*/ 1417320 h 1417320"/>
                <a:gd name="connsiteX0" fmla="*/ 292680 w 310968"/>
                <a:gd name="connsiteY0" fmla="*/ 0 h 1572768"/>
                <a:gd name="connsiteX1" fmla="*/ 72 w 310968"/>
                <a:gd name="connsiteY1" fmla="*/ 832104 h 1572768"/>
                <a:gd name="connsiteX2" fmla="*/ 310968 w 310968"/>
                <a:gd name="connsiteY2" fmla="*/ 1572768 h 1572768"/>
                <a:gd name="connsiteX0" fmla="*/ 292669 w 292669"/>
                <a:gd name="connsiteY0" fmla="*/ 0 h 1655064"/>
                <a:gd name="connsiteX1" fmla="*/ 61 w 292669"/>
                <a:gd name="connsiteY1" fmla="*/ 832104 h 1655064"/>
                <a:gd name="connsiteX2" fmla="*/ 274381 w 292669"/>
                <a:gd name="connsiteY2" fmla="*/ 1655064 h 1655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2669" h="1655064">
                  <a:moveTo>
                    <a:pt x="292669" y="0"/>
                  </a:moveTo>
                  <a:cubicBezTo>
                    <a:pt x="91501" y="220218"/>
                    <a:pt x="3109" y="556260"/>
                    <a:pt x="61" y="832104"/>
                  </a:cubicBezTo>
                  <a:cubicBezTo>
                    <a:pt x="-2987" y="1107948"/>
                    <a:pt x="109789" y="1402842"/>
                    <a:pt x="274381" y="1655064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3779520" y="4369832"/>
              <a:ext cx="1984248" cy="777240"/>
            </a:xfrm>
            <a:custGeom>
              <a:avLst/>
              <a:gdLst>
                <a:gd name="connsiteX0" fmla="*/ 1984248 w 1984248"/>
                <a:gd name="connsiteY0" fmla="*/ 0 h 777240"/>
                <a:gd name="connsiteX1" fmla="*/ 1380744 w 1984248"/>
                <a:gd name="connsiteY1" fmla="*/ 466344 h 777240"/>
                <a:gd name="connsiteX2" fmla="*/ 0 w 1984248"/>
                <a:gd name="connsiteY2" fmla="*/ 777240 h 777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84248" h="777240">
                  <a:moveTo>
                    <a:pt x="1984248" y="0"/>
                  </a:moveTo>
                  <a:cubicBezTo>
                    <a:pt x="1847850" y="168402"/>
                    <a:pt x="1711452" y="336804"/>
                    <a:pt x="1380744" y="466344"/>
                  </a:cubicBezTo>
                  <a:cubicBezTo>
                    <a:pt x="1050036" y="595884"/>
                    <a:pt x="525018" y="686562"/>
                    <a:pt x="0" y="77724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1525782" y="3762756"/>
                  <a:ext cx="2359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5782" y="3762756"/>
                  <a:ext cx="235962" cy="369332"/>
                </a:xfrm>
                <a:prstGeom prst="rect">
                  <a:avLst/>
                </a:prstGeom>
                <a:blipFill>
                  <a:blip r:embed="rId7"/>
                  <a:stretch>
                    <a:fillRect r="-179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/>
                <p:cNvSpPr/>
                <p:nvPr/>
              </p:nvSpPr>
              <p:spPr>
                <a:xfrm>
                  <a:off x="3957711" y="3756870"/>
                  <a:ext cx="54296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3" name="Rectangle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7711" y="3756870"/>
                  <a:ext cx="54296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Freeform 31"/>
            <p:cNvSpPr/>
            <p:nvPr/>
          </p:nvSpPr>
          <p:spPr>
            <a:xfrm>
              <a:off x="2691482" y="1620536"/>
              <a:ext cx="409096" cy="405384"/>
            </a:xfrm>
            <a:custGeom>
              <a:avLst/>
              <a:gdLst>
                <a:gd name="connsiteX0" fmla="*/ 22265 w 406526"/>
                <a:gd name="connsiteY0" fmla="*/ 657565 h 657565"/>
                <a:gd name="connsiteX1" fmla="*/ 13121 w 406526"/>
                <a:gd name="connsiteY1" fmla="*/ 127213 h 657565"/>
                <a:gd name="connsiteX2" fmla="*/ 177713 w 406526"/>
                <a:gd name="connsiteY2" fmla="*/ 35773 h 657565"/>
                <a:gd name="connsiteX3" fmla="*/ 369737 w 406526"/>
                <a:gd name="connsiteY3" fmla="*/ 54061 h 657565"/>
                <a:gd name="connsiteX4" fmla="*/ 406313 w 406526"/>
                <a:gd name="connsiteY4" fmla="*/ 648421 h 657565"/>
                <a:gd name="connsiteX0" fmla="*/ 21594 w 405949"/>
                <a:gd name="connsiteY0" fmla="*/ 681988 h 681988"/>
                <a:gd name="connsiteX1" fmla="*/ 12450 w 405949"/>
                <a:gd name="connsiteY1" fmla="*/ 151636 h 681988"/>
                <a:gd name="connsiteX2" fmla="*/ 167898 w 405949"/>
                <a:gd name="connsiteY2" fmla="*/ 14476 h 681988"/>
                <a:gd name="connsiteX3" fmla="*/ 369066 w 405949"/>
                <a:gd name="connsiteY3" fmla="*/ 78484 h 681988"/>
                <a:gd name="connsiteX4" fmla="*/ 405642 w 405949"/>
                <a:gd name="connsiteY4" fmla="*/ 672844 h 681988"/>
                <a:gd name="connsiteX0" fmla="*/ 21594 w 405949"/>
                <a:gd name="connsiteY0" fmla="*/ 681988 h 681988"/>
                <a:gd name="connsiteX1" fmla="*/ 12450 w 405949"/>
                <a:gd name="connsiteY1" fmla="*/ 151636 h 681988"/>
                <a:gd name="connsiteX2" fmla="*/ 167898 w 405949"/>
                <a:gd name="connsiteY2" fmla="*/ 14476 h 681988"/>
                <a:gd name="connsiteX3" fmla="*/ 369066 w 405949"/>
                <a:gd name="connsiteY3" fmla="*/ 78484 h 681988"/>
                <a:gd name="connsiteX4" fmla="*/ 405642 w 405949"/>
                <a:gd name="connsiteY4" fmla="*/ 672844 h 681988"/>
                <a:gd name="connsiteX0" fmla="*/ 24286 w 408418"/>
                <a:gd name="connsiteY0" fmla="*/ 694963 h 694963"/>
                <a:gd name="connsiteX1" fmla="*/ 15142 w 408418"/>
                <a:gd name="connsiteY1" fmla="*/ 164611 h 694963"/>
                <a:gd name="connsiteX2" fmla="*/ 207166 w 408418"/>
                <a:gd name="connsiteY2" fmla="*/ 9163 h 694963"/>
                <a:gd name="connsiteX3" fmla="*/ 371758 w 408418"/>
                <a:gd name="connsiteY3" fmla="*/ 91459 h 694963"/>
                <a:gd name="connsiteX4" fmla="*/ 408334 w 408418"/>
                <a:gd name="connsiteY4" fmla="*/ 685819 h 694963"/>
                <a:gd name="connsiteX0" fmla="*/ 24286 w 409096"/>
                <a:gd name="connsiteY0" fmla="*/ 685848 h 685848"/>
                <a:gd name="connsiteX1" fmla="*/ 15142 w 409096"/>
                <a:gd name="connsiteY1" fmla="*/ 155496 h 685848"/>
                <a:gd name="connsiteX2" fmla="*/ 207166 w 409096"/>
                <a:gd name="connsiteY2" fmla="*/ 48 h 685848"/>
                <a:gd name="connsiteX3" fmla="*/ 380902 w 409096"/>
                <a:gd name="connsiteY3" fmla="*/ 146352 h 685848"/>
                <a:gd name="connsiteX4" fmla="*/ 408334 w 409096"/>
                <a:gd name="connsiteY4" fmla="*/ 676704 h 685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9096" h="685848">
                  <a:moveTo>
                    <a:pt x="24286" y="685848"/>
                  </a:moveTo>
                  <a:cubicBezTo>
                    <a:pt x="6760" y="472488"/>
                    <a:pt x="-15338" y="269796"/>
                    <a:pt x="15142" y="155496"/>
                  </a:cubicBezTo>
                  <a:cubicBezTo>
                    <a:pt x="45622" y="41196"/>
                    <a:pt x="146206" y="1572"/>
                    <a:pt x="207166" y="48"/>
                  </a:cubicBezTo>
                  <a:cubicBezTo>
                    <a:pt x="268126" y="-1476"/>
                    <a:pt x="347374" y="33576"/>
                    <a:pt x="380902" y="146352"/>
                  </a:cubicBezTo>
                  <a:cubicBezTo>
                    <a:pt x="414430" y="259128"/>
                    <a:pt x="409096" y="430578"/>
                    <a:pt x="408334" y="676704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6419985" y="2638568"/>
              <a:ext cx="409096" cy="405384"/>
            </a:xfrm>
            <a:custGeom>
              <a:avLst/>
              <a:gdLst>
                <a:gd name="connsiteX0" fmla="*/ 22265 w 406526"/>
                <a:gd name="connsiteY0" fmla="*/ 657565 h 657565"/>
                <a:gd name="connsiteX1" fmla="*/ 13121 w 406526"/>
                <a:gd name="connsiteY1" fmla="*/ 127213 h 657565"/>
                <a:gd name="connsiteX2" fmla="*/ 177713 w 406526"/>
                <a:gd name="connsiteY2" fmla="*/ 35773 h 657565"/>
                <a:gd name="connsiteX3" fmla="*/ 369737 w 406526"/>
                <a:gd name="connsiteY3" fmla="*/ 54061 h 657565"/>
                <a:gd name="connsiteX4" fmla="*/ 406313 w 406526"/>
                <a:gd name="connsiteY4" fmla="*/ 648421 h 657565"/>
                <a:gd name="connsiteX0" fmla="*/ 21594 w 405949"/>
                <a:gd name="connsiteY0" fmla="*/ 681988 h 681988"/>
                <a:gd name="connsiteX1" fmla="*/ 12450 w 405949"/>
                <a:gd name="connsiteY1" fmla="*/ 151636 h 681988"/>
                <a:gd name="connsiteX2" fmla="*/ 167898 w 405949"/>
                <a:gd name="connsiteY2" fmla="*/ 14476 h 681988"/>
                <a:gd name="connsiteX3" fmla="*/ 369066 w 405949"/>
                <a:gd name="connsiteY3" fmla="*/ 78484 h 681988"/>
                <a:gd name="connsiteX4" fmla="*/ 405642 w 405949"/>
                <a:gd name="connsiteY4" fmla="*/ 672844 h 681988"/>
                <a:gd name="connsiteX0" fmla="*/ 21594 w 405949"/>
                <a:gd name="connsiteY0" fmla="*/ 681988 h 681988"/>
                <a:gd name="connsiteX1" fmla="*/ 12450 w 405949"/>
                <a:gd name="connsiteY1" fmla="*/ 151636 h 681988"/>
                <a:gd name="connsiteX2" fmla="*/ 167898 w 405949"/>
                <a:gd name="connsiteY2" fmla="*/ 14476 h 681988"/>
                <a:gd name="connsiteX3" fmla="*/ 369066 w 405949"/>
                <a:gd name="connsiteY3" fmla="*/ 78484 h 681988"/>
                <a:gd name="connsiteX4" fmla="*/ 405642 w 405949"/>
                <a:gd name="connsiteY4" fmla="*/ 672844 h 681988"/>
                <a:gd name="connsiteX0" fmla="*/ 24286 w 408418"/>
                <a:gd name="connsiteY0" fmla="*/ 694963 h 694963"/>
                <a:gd name="connsiteX1" fmla="*/ 15142 w 408418"/>
                <a:gd name="connsiteY1" fmla="*/ 164611 h 694963"/>
                <a:gd name="connsiteX2" fmla="*/ 207166 w 408418"/>
                <a:gd name="connsiteY2" fmla="*/ 9163 h 694963"/>
                <a:gd name="connsiteX3" fmla="*/ 371758 w 408418"/>
                <a:gd name="connsiteY3" fmla="*/ 91459 h 694963"/>
                <a:gd name="connsiteX4" fmla="*/ 408334 w 408418"/>
                <a:gd name="connsiteY4" fmla="*/ 685819 h 694963"/>
                <a:gd name="connsiteX0" fmla="*/ 24286 w 409096"/>
                <a:gd name="connsiteY0" fmla="*/ 685848 h 685848"/>
                <a:gd name="connsiteX1" fmla="*/ 15142 w 409096"/>
                <a:gd name="connsiteY1" fmla="*/ 155496 h 685848"/>
                <a:gd name="connsiteX2" fmla="*/ 207166 w 409096"/>
                <a:gd name="connsiteY2" fmla="*/ 48 h 685848"/>
                <a:gd name="connsiteX3" fmla="*/ 380902 w 409096"/>
                <a:gd name="connsiteY3" fmla="*/ 146352 h 685848"/>
                <a:gd name="connsiteX4" fmla="*/ 408334 w 409096"/>
                <a:gd name="connsiteY4" fmla="*/ 676704 h 685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9096" h="685848">
                  <a:moveTo>
                    <a:pt x="24286" y="685848"/>
                  </a:moveTo>
                  <a:cubicBezTo>
                    <a:pt x="6760" y="472488"/>
                    <a:pt x="-15338" y="269796"/>
                    <a:pt x="15142" y="155496"/>
                  </a:cubicBezTo>
                  <a:cubicBezTo>
                    <a:pt x="45622" y="41196"/>
                    <a:pt x="146206" y="1572"/>
                    <a:pt x="207166" y="48"/>
                  </a:cubicBezTo>
                  <a:cubicBezTo>
                    <a:pt x="268126" y="-1476"/>
                    <a:pt x="347374" y="33576"/>
                    <a:pt x="380902" y="146352"/>
                  </a:cubicBezTo>
                  <a:cubicBezTo>
                    <a:pt x="414430" y="259128"/>
                    <a:pt x="409096" y="430578"/>
                    <a:pt x="408334" y="676704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 35"/>
            <p:cNvSpPr/>
            <p:nvPr/>
          </p:nvSpPr>
          <p:spPr>
            <a:xfrm flipV="1">
              <a:off x="2697999" y="5720096"/>
              <a:ext cx="409096" cy="405384"/>
            </a:xfrm>
            <a:custGeom>
              <a:avLst/>
              <a:gdLst>
                <a:gd name="connsiteX0" fmla="*/ 22265 w 406526"/>
                <a:gd name="connsiteY0" fmla="*/ 657565 h 657565"/>
                <a:gd name="connsiteX1" fmla="*/ 13121 w 406526"/>
                <a:gd name="connsiteY1" fmla="*/ 127213 h 657565"/>
                <a:gd name="connsiteX2" fmla="*/ 177713 w 406526"/>
                <a:gd name="connsiteY2" fmla="*/ 35773 h 657565"/>
                <a:gd name="connsiteX3" fmla="*/ 369737 w 406526"/>
                <a:gd name="connsiteY3" fmla="*/ 54061 h 657565"/>
                <a:gd name="connsiteX4" fmla="*/ 406313 w 406526"/>
                <a:gd name="connsiteY4" fmla="*/ 648421 h 657565"/>
                <a:gd name="connsiteX0" fmla="*/ 21594 w 405949"/>
                <a:gd name="connsiteY0" fmla="*/ 681988 h 681988"/>
                <a:gd name="connsiteX1" fmla="*/ 12450 w 405949"/>
                <a:gd name="connsiteY1" fmla="*/ 151636 h 681988"/>
                <a:gd name="connsiteX2" fmla="*/ 167898 w 405949"/>
                <a:gd name="connsiteY2" fmla="*/ 14476 h 681988"/>
                <a:gd name="connsiteX3" fmla="*/ 369066 w 405949"/>
                <a:gd name="connsiteY3" fmla="*/ 78484 h 681988"/>
                <a:gd name="connsiteX4" fmla="*/ 405642 w 405949"/>
                <a:gd name="connsiteY4" fmla="*/ 672844 h 681988"/>
                <a:gd name="connsiteX0" fmla="*/ 21594 w 405949"/>
                <a:gd name="connsiteY0" fmla="*/ 681988 h 681988"/>
                <a:gd name="connsiteX1" fmla="*/ 12450 w 405949"/>
                <a:gd name="connsiteY1" fmla="*/ 151636 h 681988"/>
                <a:gd name="connsiteX2" fmla="*/ 167898 w 405949"/>
                <a:gd name="connsiteY2" fmla="*/ 14476 h 681988"/>
                <a:gd name="connsiteX3" fmla="*/ 369066 w 405949"/>
                <a:gd name="connsiteY3" fmla="*/ 78484 h 681988"/>
                <a:gd name="connsiteX4" fmla="*/ 405642 w 405949"/>
                <a:gd name="connsiteY4" fmla="*/ 672844 h 681988"/>
                <a:gd name="connsiteX0" fmla="*/ 24286 w 408418"/>
                <a:gd name="connsiteY0" fmla="*/ 694963 h 694963"/>
                <a:gd name="connsiteX1" fmla="*/ 15142 w 408418"/>
                <a:gd name="connsiteY1" fmla="*/ 164611 h 694963"/>
                <a:gd name="connsiteX2" fmla="*/ 207166 w 408418"/>
                <a:gd name="connsiteY2" fmla="*/ 9163 h 694963"/>
                <a:gd name="connsiteX3" fmla="*/ 371758 w 408418"/>
                <a:gd name="connsiteY3" fmla="*/ 91459 h 694963"/>
                <a:gd name="connsiteX4" fmla="*/ 408334 w 408418"/>
                <a:gd name="connsiteY4" fmla="*/ 685819 h 694963"/>
                <a:gd name="connsiteX0" fmla="*/ 24286 w 409096"/>
                <a:gd name="connsiteY0" fmla="*/ 685848 h 685848"/>
                <a:gd name="connsiteX1" fmla="*/ 15142 w 409096"/>
                <a:gd name="connsiteY1" fmla="*/ 155496 h 685848"/>
                <a:gd name="connsiteX2" fmla="*/ 207166 w 409096"/>
                <a:gd name="connsiteY2" fmla="*/ 48 h 685848"/>
                <a:gd name="connsiteX3" fmla="*/ 380902 w 409096"/>
                <a:gd name="connsiteY3" fmla="*/ 146352 h 685848"/>
                <a:gd name="connsiteX4" fmla="*/ 408334 w 409096"/>
                <a:gd name="connsiteY4" fmla="*/ 676704 h 685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9096" h="685848">
                  <a:moveTo>
                    <a:pt x="24286" y="685848"/>
                  </a:moveTo>
                  <a:cubicBezTo>
                    <a:pt x="6760" y="472488"/>
                    <a:pt x="-15338" y="269796"/>
                    <a:pt x="15142" y="155496"/>
                  </a:cubicBezTo>
                  <a:cubicBezTo>
                    <a:pt x="45622" y="41196"/>
                    <a:pt x="146206" y="1572"/>
                    <a:pt x="207166" y="48"/>
                  </a:cubicBezTo>
                  <a:cubicBezTo>
                    <a:pt x="268126" y="-1476"/>
                    <a:pt x="347374" y="33576"/>
                    <a:pt x="380902" y="146352"/>
                  </a:cubicBezTo>
                  <a:cubicBezTo>
                    <a:pt x="414430" y="259128"/>
                    <a:pt x="409096" y="430578"/>
                    <a:pt x="408334" y="676704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/>
                <p:cNvSpPr/>
                <p:nvPr/>
              </p:nvSpPr>
              <p:spPr>
                <a:xfrm>
                  <a:off x="2778049" y="1306592"/>
                  <a:ext cx="2359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7" name="Rectangle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8049" y="1306592"/>
                  <a:ext cx="235962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/>
                <p:cNvSpPr/>
                <p:nvPr/>
              </p:nvSpPr>
              <p:spPr>
                <a:xfrm>
                  <a:off x="6466387" y="2324624"/>
                  <a:ext cx="23596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8" name="Rect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6387" y="2324624"/>
                  <a:ext cx="235962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/>
                <p:cNvSpPr/>
                <p:nvPr/>
              </p:nvSpPr>
              <p:spPr>
                <a:xfrm>
                  <a:off x="2624545" y="6118860"/>
                  <a:ext cx="54296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9" name="Rectangle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4545" y="6118860"/>
                  <a:ext cx="542969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/>
                <p:cNvSpPr/>
                <p:nvPr/>
              </p:nvSpPr>
              <p:spPr>
                <a:xfrm>
                  <a:off x="4398229" y="4977384"/>
                  <a:ext cx="54296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40" name="Rectangle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8229" y="4977384"/>
                  <a:ext cx="542969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2" name="Straight Arrow Connector 41"/>
          <p:cNvCxnSpPr>
            <a:endCxn id="19" idx="6"/>
          </p:cNvCxnSpPr>
          <p:nvPr/>
        </p:nvCxnSpPr>
        <p:spPr>
          <a:xfrm flipH="1" flipV="1">
            <a:off x="7543800" y="3629378"/>
            <a:ext cx="246888" cy="4838"/>
          </a:xfrm>
          <a:prstGeom prst="straightConnector1">
            <a:avLst/>
          </a:pr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9" name="Group 48"/>
          <p:cNvGrpSpPr/>
          <p:nvPr/>
        </p:nvGrpSpPr>
        <p:grpSpPr>
          <a:xfrm>
            <a:off x="2207856" y="2859024"/>
            <a:ext cx="5243536" cy="2538222"/>
            <a:chOff x="2207856" y="3175016"/>
            <a:chExt cx="5243536" cy="2538222"/>
          </a:xfrm>
        </p:grpSpPr>
        <p:sp>
          <p:nvSpPr>
            <p:cNvPr id="18" name="Oval 17"/>
            <p:cNvSpPr/>
            <p:nvPr/>
          </p:nvSpPr>
          <p:spPr>
            <a:xfrm>
              <a:off x="5742810" y="3175016"/>
              <a:ext cx="1708582" cy="1524000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1101725"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1" name="Oval 50"/>
            <p:cNvSpPr>
              <a:spLocks noChangeAspect="1"/>
            </p:cNvSpPr>
            <p:nvPr/>
          </p:nvSpPr>
          <p:spPr>
            <a:xfrm>
              <a:off x="5876066" y="3262406"/>
              <a:ext cx="1450036" cy="13335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1101725"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52" name="Oval 51"/>
            <p:cNvSpPr>
              <a:spLocks noChangeAspect="1"/>
            </p:cNvSpPr>
            <p:nvPr/>
          </p:nvSpPr>
          <p:spPr>
            <a:xfrm>
              <a:off x="2207856" y="4379738"/>
              <a:ext cx="1450036" cy="13335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1101725"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48824" y="6269457"/>
            <a:ext cx="8382000" cy="46166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1">
            <a:spAutoFit/>
          </a:bodyPr>
          <a:lstStyle/>
          <a:p>
            <a:pPr marL="742950" indent="-742950" algn="ctr"/>
            <a:r>
              <a:rPr lang="he-IL" sz="2400">
                <a:solidFill>
                  <a:srgbClr val="FF0000"/>
                </a:solidFill>
              </a:rPr>
              <a:t>טענה</a:t>
            </a:r>
            <a:r>
              <a:rPr lang="he-IL" sz="2400"/>
              <a:t>: 	</a:t>
            </a:r>
            <a:r>
              <a:rPr lang="he-IL" sz="2400">
                <a:solidFill>
                  <a:schemeClr val="accent5">
                    <a:lumMod val="50000"/>
                  </a:schemeClr>
                </a:solidFill>
              </a:rPr>
              <a:t>ריצה מקבלת המתחילה במצב מקיימת את כל התכונות הכתובות בו</a:t>
            </a:r>
          </a:p>
        </p:txBody>
      </p:sp>
    </p:spTree>
    <p:extLst>
      <p:ext uri="{BB962C8B-B14F-4D97-AF65-F5344CB8AC3E}">
        <p14:creationId xmlns:p14="http://schemas.microsoft.com/office/powerpoint/2010/main" val="1043286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רעיון הבניה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295400"/>
                <a:ext cx="8839200" cy="5410200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נבחן את אוסף תת הנוסחאות של הנוסחה הנתונה:</a:t>
                </a:r>
              </a:p>
              <a:p>
                <a:pPr marL="0" indent="0" algn="ctr" rtl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𝑠𝑢𝑏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2000" b="1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</m:t>
                        </m:r>
                        <m:r>
                          <m:rPr>
                            <m:nor/>
                          </m:rPr>
                          <a:rPr lang="en-US" sz="2000" dirty="0">
                            <a:latin typeface="Gisha" panose="020B0502040204020203" pitchFamily="34" charset="-79"/>
                            <a:cs typeface="Gisha" panose="020B0502040204020203" pitchFamily="34" charset="-79"/>
                            <a:sym typeface="Symbol"/>
                          </a:rPr>
                          <m:t>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dirty="0" smtClean="0">
                        <a:solidFill>
                          <a:srgbClr val="FF0000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  <a:sym typeface="Symbol"/>
                      </a:rPr>
                      <m:t></m:t>
                    </m:r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,</a:t>
                </a:r>
                <a:r>
                  <a:rPr lang="en-US" sz="2000" b="1" dirty="0">
                    <a:solidFill>
                      <a:schemeClr val="tx2">
                        <a:lumMod val="75000"/>
                      </a:schemeClr>
                    </a:solidFill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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0000FF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  <a:sym typeface="Symbol"/>
                      </a:rPr>
                      <m:t>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} </a:t>
                </a:r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000" dirty="0">
                    <a:solidFill>
                      <a:schemeClr val="tx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כל מצב של האוטומט יבטא "ניחוש" לנכונות כל אחת מתת הטענות בהמשך המילה שֶׁיִּקָּרֵא לאחר שביקרנו במצב: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he-IL" sz="2000" dirty="0">
                  <a:solidFill>
                    <a:schemeClr val="tx2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he-IL" sz="2000" dirty="0">
                  <a:solidFill>
                    <a:schemeClr val="tx2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000" dirty="0">
                    <a:solidFill>
                      <a:schemeClr val="tx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בהתחלה ננחש שהנוסחה הכוללת מתקיימת ונדאג שיחס המעברים</a:t>
                </a:r>
                <a:br>
                  <a:rPr lang="en-US" sz="2000" dirty="0">
                    <a:solidFill>
                      <a:schemeClr val="tx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2000" dirty="0">
                    <a:solidFill>
                      <a:schemeClr val="tx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"יפיל אותנו מהאוטומט" אם נגלה שניחוש שעשינו אינו נכון.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000" dirty="0">
                    <a:solidFill>
                      <a:schemeClr val="tx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בעיה: בנוסחה מהצורה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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he-IL" sz="2000" dirty="0">
                    <a:solidFill>
                      <a:schemeClr val="tx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, למשל, </a:t>
                </a:r>
                <a:r>
                  <a:rPr lang="he-IL" sz="2000" dirty="0" err="1">
                    <a:solidFill>
                      <a:schemeClr val="tx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כשלא</a:t>
                </a:r>
                <a:r>
                  <a:rPr lang="he-IL" sz="2000" dirty="0">
                    <a:solidFill>
                      <a:schemeClr val="tx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רואים אף אות המכילה את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𝑎</m:t>
                    </m:r>
                  </m:oMath>
                </a14:m>
                <a:r>
                  <a:rPr lang="he-IL" sz="2000" dirty="0">
                    <a:solidFill>
                      <a:schemeClr val="tx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, לא ניתן</a:t>
                </a:r>
                <a:br>
                  <a:rPr lang="en-US" sz="2000" dirty="0">
                    <a:solidFill>
                      <a:schemeClr val="tx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2000" dirty="0">
                    <a:solidFill>
                      <a:schemeClr val="tx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"להפיל מהאוטומט" כי אין זמן סופי שבו ניתן לקבוע שהניחוש אינו מתקיים (תכונת חַיּוּת).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000" dirty="0">
                    <a:solidFill>
                      <a:schemeClr val="tx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פתרון: נקרא לזה "</a:t>
                </a:r>
                <a:r>
                  <a:rPr lang="he-IL" sz="2000" dirty="0">
                    <a:solidFill>
                      <a:srgbClr val="C0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הבטחה שצריך לקיים</a:t>
                </a:r>
                <a:r>
                  <a:rPr lang="he-IL" sz="2000" dirty="0">
                    <a:solidFill>
                      <a:schemeClr val="tx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" ונאכוף קיום על ידי זה שהמצב לא יהיה מקבל = מותר להמשיך במצב זמן סופי, אבל בסופו של דבר חייבים לצאת ממנו.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he-IL" sz="2000" dirty="0">
                  <a:solidFill>
                    <a:schemeClr val="tx2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he-IL" sz="2000" dirty="0">
                  <a:solidFill>
                    <a:schemeClr val="tx2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buNone/>
                </a:pPr>
                <a:endParaRPr lang="he-IL" sz="18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sz="2000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295400"/>
                <a:ext cx="8839200" cy="5410200"/>
              </a:xfrm>
              <a:blipFill>
                <a:blip r:embed="rId2"/>
                <a:stretch>
                  <a:fillRect l="-1241" t="-1578" r="-276" b="-2750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BE0956AE-C6BD-48DD-AA15-0D8EF142B135}"/>
                  </a:ext>
                </a:extLst>
              </p:cNvPr>
              <p:cNvSpPr/>
              <p:nvPr/>
            </p:nvSpPr>
            <p:spPr>
              <a:xfrm>
                <a:off x="3798248" y="2895600"/>
                <a:ext cx="1395103" cy="6858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5760" tIns="0" rIns="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BE0956AE-C6BD-48DD-AA15-0D8EF142B1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8248" y="2895600"/>
                <a:ext cx="1395103" cy="6858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8A7F83F-8FFA-4AF7-923B-CEC25F0BE17D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537424" y="3212867"/>
            <a:ext cx="501176" cy="256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F62BD37-B821-459F-B8D3-F496C82441D3}"/>
                  </a:ext>
                </a:extLst>
              </p:cNvPr>
              <p:cNvSpPr txBox="1"/>
              <p:nvPr/>
            </p:nvSpPr>
            <p:spPr>
              <a:xfrm>
                <a:off x="1652420" y="3058978"/>
                <a:ext cx="188500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sz="1400">
                    <a:solidFill>
                      <a:srgbClr val="C0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האות הבאה תכיל את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LID4096" sz="1400">
                  <a:solidFill>
                    <a:srgbClr val="C0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F62BD37-B821-459F-B8D3-F496C8244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420" y="3058978"/>
                <a:ext cx="1885004" cy="307777"/>
              </a:xfrm>
              <a:prstGeom prst="rect">
                <a:avLst/>
              </a:prstGeom>
              <a:blipFill>
                <a:blip r:embed="rId4"/>
                <a:stretch>
                  <a:fillRect t="-4000" r="-971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6ED7005-52B5-402A-B33F-EF104E1A3D61}"/>
                  </a:ext>
                </a:extLst>
              </p:cNvPr>
              <p:cNvSpPr txBox="1"/>
              <p:nvPr/>
            </p:nvSpPr>
            <p:spPr>
              <a:xfrm>
                <a:off x="2971800" y="3747756"/>
                <a:ext cx="261917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sz="1400">
                    <a:solidFill>
                      <a:srgbClr val="C0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לא כל האותיות הבאות יכילו את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LID4096" sz="1400">
                  <a:solidFill>
                    <a:srgbClr val="C0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6ED7005-52B5-402A-B33F-EF104E1A3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3747756"/>
                <a:ext cx="2619179" cy="307777"/>
              </a:xfrm>
              <a:prstGeom prst="rect">
                <a:avLst/>
              </a:prstGeom>
              <a:blipFill>
                <a:blip r:embed="rId5"/>
                <a:stretch>
                  <a:fillRect t="-4000" r="-466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7D93C4E-F5B2-4F20-8620-EDEDEAC329C8}"/>
              </a:ext>
            </a:extLst>
          </p:cNvPr>
          <p:cNvCxnSpPr>
            <a:cxnSpLocks/>
          </p:cNvCxnSpPr>
          <p:nvPr/>
        </p:nvCxnSpPr>
        <p:spPr>
          <a:xfrm flipV="1">
            <a:off x="4466842" y="3394951"/>
            <a:ext cx="0" cy="346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87FE4F8-FD0D-49E4-AEB3-6D1CACE0EE5F}"/>
                  </a:ext>
                </a:extLst>
              </p:cNvPr>
              <p:cNvSpPr txBox="1"/>
              <p:nvPr/>
            </p:nvSpPr>
            <p:spPr>
              <a:xfrm>
                <a:off x="5923604" y="3048621"/>
                <a:ext cx="1846723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e-IL" sz="1400">
                    <a:solidFill>
                      <a:srgbClr val="C0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יהיה רגע בעתיד שממנו והלאה כל האותיות יכילו את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LID4096" sz="1400">
                  <a:solidFill>
                    <a:srgbClr val="C0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87FE4F8-FD0D-49E4-AEB3-6D1CACE0E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604" y="3048621"/>
                <a:ext cx="1846723" cy="738664"/>
              </a:xfrm>
              <a:prstGeom prst="rect">
                <a:avLst/>
              </a:prstGeom>
              <a:blipFill>
                <a:blip r:embed="rId6"/>
                <a:stretch>
                  <a:fillRect l="-1320" t="-1653" r="-990" b="-8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5D4AF5D-0F43-42ED-B91E-CFF5395E4A44}"/>
              </a:ext>
            </a:extLst>
          </p:cNvPr>
          <p:cNvCxnSpPr>
            <a:cxnSpLocks/>
          </p:cNvCxnSpPr>
          <p:nvPr/>
        </p:nvCxnSpPr>
        <p:spPr>
          <a:xfrm flipH="1" flipV="1">
            <a:off x="4959788" y="3238500"/>
            <a:ext cx="963816" cy="8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962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דוגמה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אוטומט עבור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sym typeface="Symbol"/>
                      </a:rPr>
                      <m:t>Words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b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</m:t>
                        </m:r>
                        <m:r>
                          <m:rPr>
                            <m:nor/>
                          </m:rPr>
                          <a:rPr lang="en-US" dirty="0">
                            <a:latin typeface="Gisha" panose="020B0502040204020203" pitchFamily="34" charset="-79"/>
                            <a:cs typeface="Gisha" panose="020B0502040204020203" pitchFamily="34" charset="-79"/>
                            <a:sym typeface="Symbol"/>
                          </a:rPr>
                          <m:t>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he-IL">
                    <a:latin typeface="cmmi10"/>
                  </a:rPr>
                  <a:t> </a:t>
                </a:r>
                <a:endParaRPr lang="he-IL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b="-18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19</a:t>
            </a:fld>
            <a:endParaRPr lang="he-IL"/>
          </a:p>
        </p:txBody>
      </p:sp>
      <p:sp>
        <p:nvSpPr>
          <p:cNvPr id="30" name="TextBox 29"/>
          <p:cNvSpPr txBox="1"/>
          <p:nvPr/>
        </p:nvSpPr>
        <p:spPr>
          <a:xfrm>
            <a:off x="422055" y="6113745"/>
            <a:ext cx="8382000" cy="46166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1">
            <a:spAutoFit/>
          </a:bodyPr>
          <a:lstStyle/>
          <a:p>
            <a:pPr marL="742950" indent="-742950"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המצבים הם הֲשָׂמוֹת האמת האפשריות לתת הנוסחאות</a:t>
            </a:r>
            <a:endParaRPr lang="he-IL" sz="2400">
              <a:solidFill>
                <a:schemeClr val="accent5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/>
              <p:cNvSpPr/>
              <p:nvPr/>
            </p:nvSpPr>
            <p:spPr>
              <a:xfrm>
                <a:off x="1287501" y="1957636"/>
                <a:ext cx="1395103" cy="124438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5760" tIns="0" rIns="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501" y="1957636"/>
                <a:ext cx="1395103" cy="1244387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1287501" y="3757020"/>
                <a:ext cx="1395103" cy="124438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1097280" bIns="0" rtlCol="0" anchor="ctr"/>
              <a:lstStyle/>
              <a:p>
                <a:pPr marL="1101725"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he-IL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501" y="3757020"/>
                <a:ext cx="1395103" cy="1244387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/>
              <p:cNvSpPr/>
              <p:nvPr/>
            </p:nvSpPr>
            <p:spPr>
              <a:xfrm>
                <a:off x="4210719" y="2792573"/>
                <a:ext cx="1541641" cy="137509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0" tIns="0" rIns="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719" y="2792573"/>
                <a:ext cx="1541641" cy="1375094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6863669" y="1838519"/>
                <a:ext cx="1395103" cy="124438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5760" tIns="0" rIns="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669" y="1838519"/>
                <a:ext cx="1395103" cy="1244387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/>
              <p:cNvSpPr/>
              <p:nvPr/>
            </p:nvSpPr>
            <p:spPr>
              <a:xfrm>
                <a:off x="6947490" y="3973579"/>
                <a:ext cx="1395103" cy="124438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0" rIns="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Oval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490" y="3973579"/>
                <a:ext cx="1395103" cy="1244387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7009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20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06241" y="5798669"/>
                <a:ext cx="8382000" cy="8309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marL="742950" indent="-742950" algn="ctr"/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המעברים נקבעים לפי ההשמה לפסוקים האטומיים וכללי הפריסה:</a:t>
                </a:r>
              </a:p>
              <a:p>
                <a:pPr marL="742950" indent="-742950"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dirty="0" smtClean="0">
                          <a:solidFill>
                            <a:schemeClr val="tx1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∨</m:t>
                      </m:r>
                      <m:r>
                        <m:rPr>
                          <m:nor/>
                        </m:rPr>
                        <a:rPr lang="en-US" sz="2400" dirty="0">
                          <a:latin typeface="cmsy10"/>
                        </a:rPr>
                        <m:t>°</m:t>
                      </m:r>
                      <m:r>
                        <m:rPr>
                          <m:nor/>
                        </m:rPr>
                        <a:rPr lang="en-US" sz="2400" dirty="0">
                          <a:latin typeface="cmsy10"/>
                          <a:sym typeface="Symbol"/>
                        </a:rPr>
                        <m:t>}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/>
                        </a:rPr>
                        <m:t>𝜑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sym typeface="Symbol"/>
                        </a:rPr>
                        <m:t>,</m:t>
                      </m:r>
                      <m:r>
                        <m:rPr>
                          <m:nor/>
                        </m:rPr>
                        <a:rPr lang="en-US" sz="2400" b="0" i="0" dirty="0" smtClean="0">
                          <a:latin typeface="Cambria Math" panose="02040503050406030204" pitchFamily="18" charset="0"/>
                          <a:sym typeface="Symbol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2400" dirty="0" smtClean="0">
                          <a:solidFill>
                            <a:schemeClr val="tx1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m:rPr>
                          <m:nor/>
                        </m:rPr>
                        <a:rPr lang="en-US" sz="2400" dirty="0">
                          <a:latin typeface="cmsy10"/>
                        </a:rPr>
                        <m:t>°</m:t>
                      </m:r>
                      <m:r>
                        <m:rPr>
                          <m:nor/>
                        </m:rPr>
                        <a:rPr lang="en-US" sz="2400" dirty="0"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he-IL" sz="240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241" y="5798669"/>
                <a:ext cx="8382000" cy="8309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 14"/>
          <p:cNvSpPr/>
          <p:nvPr/>
        </p:nvSpPr>
        <p:spPr>
          <a:xfrm>
            <a:off x="1101934" y="2818751"/>
            <a:ext cx="238972" cy="1351404"/>
          </a:xfrm>
          <a:custGeom>
            <a:avLst/>
            <a:gdLst>
              <a:gd name="connsiteX0" fmla="*/ 422019 w 422019"/>
              <a:gd name="connsiteY0" fmla="*/ 0 h 1417320"/>
              <a:gd name="connsiteX1" fmla="*/ 1395 w 422019"/>
              <a:gd name="connsiteY1" fmla="*/ 676656 h 1417320"/>
              <a:gd name="connsiteX2" fmla="*/ 312291 w 422019"/>
              <a:gd name="connsiteY2" fmla="*/ 1417320 h 1417320"/>
              <a:gd name="connsiteX0" fmla="*/ 292680 w 310968"/>
              <a:gd name="connsiteY0" fmla="*/ 0 h 1572768"/>
              <a:gd name="connsiteX1" fmla="*/ 72 w 310968"/>
              <a:gd name="connsiteY1" fmla="*/ 832104 h 1572768"/>
              <a:gd name="connsiteX2" fmla="*/ 310968 w 310968"/>
              <a:gd name="connsiteY2" fmla="*/ 1572768 h 1572768"/>
              <a:gd name="connsiteX0" fmla="*/ 292669 w 292669"/>
              <a:gd name="connsiteY0" fmla="*/ 0 h 1655064"/>
              <a:gd name="connsiteX1" fmla="*/ 61 w 292669"/>
              <a:gd name="connsiteY1" fmla="*/ 832104 h 1655064"/>
              <a:gd name="connsiteX2" fmla="*/ 274381 w 292669"/>
              <a:gd name="connsiteY2" fmla="*/ 1655064 h 1655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669" h="1655064">
                <a:moveTo>
                  <a:pt x="292669" y="0"/>
                </a:moveTo>
                <a:cubicBezTo>
                  <a:pt x="91501" y="220218"/>
                  <a:pt x="3109" y="556260"/>
                  <a:pt x="61" y="832104"/>
                </a:cubicBezTo>
                <a:cubicBezTo>
                  <a:pt x="-2987" y="1107948"/>
                  <a:pt x="109789" y="1402842"/>
                  <a:pt x="274381" y="165506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Freeform 16"/>
          <p:cNvSpPr/>
          <p:nvPr/>
        </p:nvSpPr>
        <p:spPr>
          <a:xfrm flipH="1">
            <a:off x="2633928" y="2818751"/>
            <a:ext cx="238972" cy="1351404"/>
          </a:xfrm>
          <a:custGeom>
            <a:avLst/>
            <a:gdLst>
              <a:gd name="connsiteX0" fmla="*/ 422019 w 422019"/>
              <a:gd name="connsiteY0" fmla="*/ 0 h 1417320"/>
              <a:gd name="connsiteX1" fmla="*/ 1395 w 422019"/>
              <a:gd name="connsiteY1" fmla="*/ 676656 h 1417320"/>
              <a:gd name="connsiteX2" fmla="*/ 312291 w 422019"/>
              <a:gd name="connsiteY2" fmla="*/ 1417320 h 1417320"/>
              <a:gd name="connsiteX0" fmla="*/ 292680 w 310968"/>
              <a:gd name="connsiteY0" fmla="*/ 0 h 1572768"/>
              <a:gd name="connsiteX1" fmla="*/ 72 w 310968"/>
              <a:gd name="connsiteY1" fmla="*/ 832104 h 1572768"/>
              <a:gd name="connsiteX2" fmla="*/ 310968 w 310968"/>
              <a:gd name="connsiteY2" fmla="*/ 1572768 h 1572768"/>
              <a:gd name="connsiteX0" fmla="*/ 292669 w 292669"/>
              <a:gd name="connsiteY0" fmla="*/ 0 h 1655064"/>
              <a:gd name="connsiteX1" fmla="*/ 61 w 292669"/>
              <a:gd name="connsiteY1" fmla="*/ 832104 h 1655064"/>
              <a:gd name="connsiteX2" fmla="*/ 274381 w 292669"/>
              <a:gd name="connsiteY2" fmla="*/ 1655064 h 1655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669" h="1655064">
                <a:moveTo>
                  <a:pt x="292669" y="0"/>
                </a:moveTo>
                <a:cubicBezTo>
                  <a:pt x="91501" y="220218"/>
                  <a:pt x="3109" y="556260"/>
                  <a:pt x="61" y="832104"/>
                </a:cubicBezTo>
                <a:cubicBezTo>
                  <a:pt x="-2987" y="1107948"/>
                  <a:pt x="109789" y="1402842"/>
                  <a:pt x="274381" y="165506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1" name="Freeform 20"/>
          <p:cNvSpPr/>
          <p:nvPr/>
        </p:nvSpPr>
        <p:spPr>
          <a:xfrm>
            <a:off x="2661719" y="3888925"/>
            <a:ext cx="1711105" cy="634637"/>
          </a:xfrm>
          <a:custGeom>
            <a:avLst/>
            <a:gdLst>
              <a:gd name="connsiteX0" fmla="*/ 1984248 w 1984248"/>
              <a:gd name="connsiteY0" fmla="*/ 0 h 777240"/>
              <a:gd name="connsiteX1" fmla="*/ 1380744 w 1984248"/>
              <a:gd name="connsiteY1" fmla="*/ 466344 h 777240"/>
              <a:gd name="connsiteX2" fmla="*/ 0 w 1984248"/>
              <a:gd name="connsiteY2" fmla="*/ 777240 h 77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4248" h="777240">
                <a:moveTo>
                  <a:pt x="1984248" y="0"/>
                </a:moveTo>
                <a:cubicBezTo>
                  <a:pt x="1847850" y="168402"/>
                  <a:pt x="1711452" y="336804"/>
                  <a:pt x="1380744" y="466344"/>
                </a:cubicBezTo>
                <a:cubicBezTo>
                  <a:pt x="1050036" y="595884"/>
                  <a:pt x="525018" y="686562"/>
                  <a:pt x="0" y="77724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846868" y="3393231"/>
                <a:ext cx="21993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68" y="3393231"/>
                <a:ext cx="219932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2824223" y="3388424"/>
                <a:ext cx="42409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223" y="3388424"/>
                <a:ext cx="42409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Freeform 31"/>
          <p:cNvSpPr/>
          <p:nvPr/>
        </p:nvSpPr>
        <p:spPr>
          <a:xfrm>
            <a:off x="1790313" y="1644050"/>
            <a:ext cx="334038" cy="331006"/>
          </a:xfrm>
          <a:custGeom>
            <a:avLst/>
            <a:gdLst>
              <a:gd name="connsiteX0" fmla="*/ 22265 w 406526"/>
              <a:gd name="connsiteY0" fmla="*/ 657565 h 657565"/>
              <a:gd name="connsiteX1" fmla="*/ 13121 w 406526"/>
              <a:gd name="connsiteY1" fmla="*/ 127213 h 657565"/>
              <a:gd name="connsiteX2" fmla="*/ 177713 w 406526"/>
              <a:gd name="connsiteY2" fmla="*/ 35773 h 657565"/>
              <a:gd name="connsiteX3" fmla="*/ 369737 w 406526"/>
              <a:gd name="connsiteY3" fmla="*/ 54061 h 657565"/>
              <a:gd name="connsiteX4" fmla="*/ 406313 w 406526"/>
              <a:gd name="connsiteY4" fmla="*/ 648421 h 657565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4286 w 408418"/>
              <a:gd name="connsiteY0" fmla="*/ 694963 h 694963"/>
              <a:gd name="connsiteX1" fmla="*/ 15142 w 408418"/>
              <a:gd name="connsiteY1" fmla="*/ 164611 h 694963"/>
              <a:gd name="connsiteX2" fmla="*/ 207166 w 408418"/>
              <a:gd name="connsiteY2" fmla="*/ 9163 h 694963"/>
              <a:gd name="connsiteX3" fmla="*/ 371758 w 408418"/>
              <a:gd name="connsiteY3" fmla="*/ 91459 h 694963"/>
              <a:gd name="connsiteX4" fmla="*/ 408334 w 408418"/>
              <a:gd name="connsiteY4" fmla="*/ 685819 h 694963"/>
              <a:gd name="connsiteX0" fmla="*/ 24286 w 409096"/>
              <a:gd name="connsiteY0" fmla="*/ 685848 h 685848"/>
              <a:gd name="connsiteX1" fmla="*/ 15142 w 409096"/>
              <a:gd name="connsiteY1" fmla="*/ 155496 h 685848"/>
              <a:gd name="connsiteX2" fmla="*/ 207166 w 409096"/>
              <a:gd name="connsiteY2" fmla="*/ 48 h 685848"/>
              <a:gd name="connsiteX3" fmla="*/ 380902 w 409096"/>
              <a:gd name="connsiteY3" fmla="*/ 146352 h 685848"/>
              <a:gd name="connsiteX4" fmla="*/ 408334 w 409096"/>
              <a:gd name="connsiteY4" fmla="*/ 676704 h 68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096" h="685848">
                <a:moveTo>
                  <a:pt x="24286" y="685848"/>
                </a:moveTo>
                <a:cubicBezTo>
                  <a:pt x="6760" y="472488"/>
                  <a:pt x="-15338" y="269796"/>
                  <a:pt x="15142" y="155496"/>
                </a:cubicBezTo>
                <a:cubicBezTo>
                  <a:pt x="45622" y="41196"/>
                  <a:pt x="146206" y="1572"/>
                  <a:pt x="207166" y="48"/>
                </a:cubicBezTo>
                <a:cubicBezTo>
                  <a:pt x="268126" y="-1476"/>
                  <a:pt x="347374" y="33576"/>
                  <a:pt x="380902" y="146352"/>
                </a:cubicBezTo>
                <a:cubicBezTo>
                  <a:pt x="414430" y="259128"/>
                  <a:pt x="409096" y="430578"/>
                  <a:pt x="408334" y="67670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5" name="Freeform 34"/>
          <p:cNvSpPr/>
          <p:nvPr/>
        </p:nvSpPr>
        <p:spPr>
          <a:xfrm>
            <a:off x="4834736" y="2475301"/>
            <a:ext cx="334038" cy="331006"/>
          </a:xfrm>
          <a:custGeom>
            <a:avLst/>
            <a:gdLst>
              <a:gd name="connsiteX0" fmla="*/ 22265 w 406526"/>
              <a:gd name="connsiteY0" fmla="*/ 657565 h 657565"/>
              <a:gd name="connsiteX1" fmla="*/ 13121 w 406526"/>
              <a:gd name="connsiteY1" fmla="*/ 127213 h 657565"/>
              <a:gd name="connsiteX2" fmla="*/ 177713 w 406526"/>
              <a:gd name="connsiteY2" fmla="*/ 35773 h 657565"/>
              <a:gd name="connsiteX3" fmla="*/ 369737 w 406526"/>
              <a:gd name="connsiteY3" fmla="*/ 54061 h 657565"/>
              <a:gd name="connsiteX4" fmla="*/ 406313 w 406526"/>
              <a:gd name="connsiteY4" fmla="*/ 648421 h 657565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4286 w 408418"/>
              <a:gd name="connsiteY0" fmla="*/ 694963 h 694963"/>
              <a:gd name="connsiteX1" fmla="*/ 15142 w 408418"/>
              <a:gd name="connsiteY1" fmla="*/ 164611 h 694963"/>
              <a:gd name="connsiteX2" fmla="*/ 207166 w 408418"/>
              <a:gd name="connsiteY2" fmla="*/ 9163 h 694963"/>
              <a:gd name="connsiteX3" fmla="*/ 371758 w 408418"/>
              <a:gd name="connsiteY3" fmla="*/ 91459 h 694963"/>
              <a:gd name="connsiteX4" fmla="*/ 408334 w 408418"/>
              <a:gd name="connsiteY4" fmla="*/ 685819 h 694963"/>
              <a:gd name="connsiteX0" fmla="*/ 24286 w 409096"/>
              <a:gd name="connsiteY0" fmla="*/ 685848 h 685848"/>
              <a:gd name="connsiteX1" fmla="*/ 15142 w 409096"/>
              <a:gd name="connsiteY1" fmla="*/ 155496 h 685848"/>
              <a:gd name="connsiteX2" fmla="*/ 207166 w 409096"/>
              <a:gd name="connsiteY2" fmla="*/ 48 h 685848"/>
              <a:gd name="connsiteX3" fmla="*/ 380902 w 409096"/>
              <a:gd name="connsiteY3" fmla="*/ 146352 h 685848"/>
              <a:gd name="connsiteX4" fmla="*/ 408334 w 409096"/>
              <a:gd name="connsiteY4" fmla="*/ 676704 h 68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096" h="685848">
                <a:moveTo>
                  <a:pt x="24286" y="685848"/>
                </a:moveTo>
                <a:cubicBezTo>
                  <a:pt x="6760" y="472488"/>
                  <a:pt x="-15338" y="269796"/>
                  <a:pt x="15142" y="155496"/>
                </a:cubicBezTo>
                <a:cubicBezTo>
                  <a:pt x="45622" y="41196"/>
                  <a:pt x="146206" y="1572"/>
                  <a:pt x="207166" y="48"/>
                </a:cubicBezTo>
                <a:cubicBezTo>
                  <a:pt x="268126" y="-1476"/>
                  <a:pt x="347374" y="33576"/>
                  <a:pt x="380902" y="146352"/>
                </a:cubicBezTo>
                <a:cubicBezTo>
                  <a:pt x="414430" y="259128"/>
                  <a:pt x="409096" y="430578"/>
                  <a:pt x="408334" y="67670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" name="Freeform 35"/>
          <p:cNvSpPr/>
          <p:nvPr/>
        </p:nvSpPr>
        <p:spPr>
          <a:xfrm flipV="1">
            <a:off x="1795634" y="4991451"/>
            <a:ext cx="334038" cy="331006"/>
          </a:xfrm>
          <a:custGeom>
            <a:avLst/>
            <a:gdLst>
              <a:gd name="connsiteX0" fmla="*/ 22265 w 406526"/>
              <a:gd name="connsiteY0" fmla="*/ 657565 h 657565"/>
              <a:gd name="connsiteX1" fmla="*/ 13121 w 406526"/>
              <a:gd name="connsiteY1" fmla="*/ 127213 h 657565"/>
              <a:gd name="connsiteX2" fmla="*/ 177713 w 406526"/>
              <a:gd name="connsiteY2" fmla="*/ 35773 h 657565"/>
              <a:gd name="connsiteX3" fmla="*/ 369737 w 406526"/>
              <a:gd name="connsiteY3" fmla="*/ 54061 h 657565"/>
              <a:gd name="connsiteX4" fmla="*/ 406313 w 406526"/>
              <a:gd name="connsiteY4" fmla="*/ 648421 h 657565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4286 w 408418"/>
              <a:gd name="connsiteY0" fmla="*/ 694963 h 694963"/>
              <a:gd name="connsiteX1" fmla="*/ 15142 w 408418"/>
              <a:gd name="connsiteY1" fmla="*/ 164611 h 694963"/>
              <a:gd name="connsiteX2" fmla="*/ 207166 w 408418"/>
              <a:gd name="connsiteY2" fmla="*/ 9163 h 694963"/>
              <a:gd name="connsiteX3" fmla="*/ 371758 w 408418"/>
              <a:gd name="connsiteY3" fmla="*/ 91459 h 694963"/>
              <a:gd name="connsiteX4" fmla="*/ 408334 w 408418"/>
              <a:gd name="connsiteY4" fmla="*/ 685819 h 694963"/>
              <a:gd name="connsiteX0" fmla="*/ 24286 w 409096"/>
              <a:gd name="connsiteY0" fmla="*/ 685848 h 685848"/>
              <a:gd name="connsiteX1" fmla="*/ 15142 w 409096"/>
              <a:gd name="connsiteY1" fmla="*/ 155496 h 685848"/>
              <a:gd name="connsiteX2" fmla="*/ 207166 w 409096"/>
              <a:gd name="connsiteY2" fmla="*/ 48 h 685848"/>
              <a:gd name="connsiteX3" fmla="*/ 380902 w 409096"/>
              <a:gd name="connsiteY3" fmla="*/ 146352 h 685848"/>
              <a:gd name="connsiteX4" fmla="*/ 408334 w 409096"/>
              <a:gd name="connsiteY4" fmla="*/ 676704 h 68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096" h="685848">
                <a:moveTo>
                  <a:pt x="24286" y="685848"/>
                </a:moveTo>
                <a:cubicBezTo>
                  <a:pt x="6760" y="472488"/>
                  <a:pt x="-15338" y="269796"/>
                  <a:pt x="15142" y="155496"/>
                </a:cubicBezTo>
                <a:cubicBezTo>
                  <a:pt x="45622" y="41196"/>
                  <a:pt x="146206" y="1572"/>
                  <a:pt x="207166" y="48"/>
                </a:cubicBezTo>
                <a:cubicBezTo>
                  <a:pt x="268126" y="-1476"/>
                  <a:pt x="347374" y="33576"/>
                  <a:pt x="380902" y="146352"/>
                </a:cubicBezTo>
                <a:cubicBezTo>
                  <a:pt x="414430" y="259128"/>
                  <a:pt x="409096" y="430578"/>
                  <a:pt x="408334" y="67670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1847104" y="1399401"/>
                <a:ext cx="21993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104" y="1399401"/>
                <a:ext cx="219932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4845361" y="2218958"/>
                <a:ext cx="21993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361" y="2218958"/>
                <a:ext cx="21993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1735657" y="5317051"/>
                <a:ext cx="42409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657" y="5317051"/>
                <a:ext cx="424090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3183917" y="4385006"/>
                <a:ext cx="42409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917" y="4385006"/>
                <a:ext cx="42409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/>
              <p:cNvSpPr/>
              <p:nvPr/>
            </p:nvSpPr>
            <p:spPr>
              <a:xfrm>
                <a:off x="1287501" y="1957636"/>
                <a:ext cx="1395103" cy="124438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5760" tIns="0" rIns="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501" y="1957636"/>
                <a:ext cx="1395103" cy="1244387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1287501" y="3757020"/>
                <a:ext cx="1395103" cy="124438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1097280" bIns="0" rtlCol="0" anchor="ctr"/>
              <a:lstStyle/>
              <a:p>
                <a:pPr marL="1101725"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he-IL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501" y="3757020"/>
                <a:ext cx="1395103" cy="1244387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/>
              <p:cNvSpPr/>
              <p:nvPr/>
            </p:nvSpPr>
            <p:spPr>
              <a:xfrm>
                <a:off x="4210719" y="2792573"/>
                <a:ext cx="1541641" cy="137509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0" tIns="0" rIns="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719" y="2792573"/>
                <a:ext cx="1541641" cy="1375094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6863669" y="1838519"/>
                <a:ext cx="1395103" cy="124438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5760" tIns="0" rIns="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669" y="1838519"/>
                <a:ext cx="1395103" cy="1244387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/>
              <p:cNvSpPr/>
              <p:nvPr/>
            </p:nvSpPr>
            <p:spPr>
              <a:xfrm>
                <a:off x="6947490" y="3973579"/>
                <a:ext cx="1395103" cy="124438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0" rIns="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Oval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490" y="3973579"/>
                <a:ext cx="1395103" cy="1244387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Freeform 42"/>
          <p:cNvSpPr/>
          <p:nvPr/>
        </p:nvSpPr>
        <p:spPr>
          <a:xfrm>
            <a:off x="7394201" y="1536260"/>
            <a:ext cx="334038" cy="331006"/>
          </a:xfrm>
          <a:custGeom>
            <a:avLst/>
            <a:gdLst>
              <a:gd name="connsiteX0" fmla="*/ 22265 w 406526"/>
              <a:gd name="connsiteY0" fmla="*/ 657565 h 657565"/>
              <a:gd name="connsiteX1" fmla="*/ 13121 w 406526"/>
              <a:gd name="connsiteY1" fmla="*/ 127213 h 657565"/>
              <a:gd name="connsiteX2" fmla="*/ 177713 w 406526"/>
              <a:gd name="connsiteY2" fmla="*/ 35773 h 657565"/>
              <a:gd name="connsiteX3" fmla="*/ 369737 w 406526"/>
              <a:gd name="connsiteY3" fmla="*/ 54061 h 657565"/>
              <a:gd name="connsiteX4" fmla="*/ 406313 w 406526"/>
              <a:gd name="connsiteY4" fmla="*/ 648421 h 657565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4286 w 408418"/>
              <a:gd name="connsiteY0" fmla="*/ 694963 h 694963"/>
              <a:gd name="connsiteX1" fmla="*/ 15142 w 408418"/>
              <a:gd name="connsiteY1" fmla="*/ 164611 h 694963"/>
              <a:gd name="connsiteX2" fmla="*/ 207166 w 408418"/>
              <a:gd name="connsiteY2" fmla="*/ 9163 h 694963"/>
              <a:gd name="connsiteX3" fmla="*/ 371758 w 408418"/>
              <a:gd name="connsiteY3" fmla="*/ 91459 h 694963"/>
              <a:gd name="connsiteX4" fmla="*/ 408334 w 408418"/>
              <a:gd name="connsiteY4" fmla="*/ 685819 h 694963"/>
              <a:gd name="connsiteX0" fmla="*/ 24286 w 409096"/>
              <a:gd name="connsiteY0" fmla="*/ 685848 h 685848"/>
              <a:gd name="connsiteX1" fmla="*/ 15142 w 409096"/>
              <a:gd name="connsiteY1" fmla="*/ 155496 h 685848"/>
              <a:gd name="connsiteX2" fmla="*/ 207166 w 409096"/>
              <a:gd name="connsiteY2" fmla="*/ 48 h 685848"/>
              <a:gd name="connsiteX3" fmla="*/ 380902 w 409096"/>
              <a:gd name="connsiteY3" fmla="*/ 146352 h 685848"/>
              <a:gd name="connsiteX4" fmla="*/ 408334 w 409096"/>
              <a:gd name="connsiteY4" fmla="*/ 676704 h 68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096" h="685848">
                <a:moveTo>
                  <a:pt x="24286" y="685848"/>
                </a:moveTo>
                <a:cubicBezTo>
                  <a:pt x="6760" y="472488"/>
                  <a:pt x="-15338" y="269796"/>
                  <a:pt x="15142" y="155496"/>
                </a:cubicBezTo>
                <a:cubicBezTo>
                  <a:pt x="45622" y="41196"/>
                  <a:pt x="146206" y="1572"/>
                  <a:pt x="207166" y="48"/>
                </a:cubicBezTo>
                <a:cubicBezTo>
                  <a:pt x="268126" y="-1476"/>
                  <a:pt x="347374" y="33576"/>
                  <a:pt x="380902" y="146352"/>
                </a:cubicBezTo>
                <a:cubicBezTo>
                  <a:pt x="414430" y="259128"/>
                  <a:pt x="409096" y="430578"/>
                  <a:pt x="408334" y="67670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7436923" y="1304544"/>
                <a:ext cx="21993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923" y="1304544"/>
                <a:ext cx="21993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Freeform 44"/>
          <p:cNvSpPr/>
          <p:nvPr/>
        </p:nvSpPr>
        <p:spPr>
          <a:xfrm>
            <a:off x="6832441" y="2907573"/>
            <a:ext cx="238972" cy="1351404"/>
          </a:xfrm>
          <a:custGeom>
            <a:avLst/>
            <a:gdLst>
              <a:gd name="connsiteX0" fmla="*/ 422019 w 422019"/>
              <a:gd name="connsiteY0" fmla="*/ 0 h 1417320"/>
              <a:gd name="connsiteX1" fmla="*/ 1395 w 422019"/>
              <a:gd name="connsiteY1" fmla="*/ 676656 h 1417320"/>
              <a:gd name="connsiteX2" fmla="*/ 312291 w 422019"/>
              <a:gd name="connsiteY2" fmla="*/ 1417320 h 1417320"/>
              <a:gd name="connsiteX0" fmla="*/ 292680 w 310968"/>
              <a:gd name="connsiteY0" fmla="*/ 0 h 1572768"/>
              <a:gd name="connsiteX1" fmla="*/ 72 w 310968"/>
              <a:gd name="connsiteY1" fmla="*/ 832104 h 1572768"/>
              <a:gd name="connsiteX2" fmla="*/ 310968 w 310968"/>
              <a:gd name="connsiteY2" fmla="*/ 1572768 h 1572768"/>
              <a:gd name="connsiteX0" fmla="*/ 292669 w 292669"/>
              <a:gd name="connsiteY0" fmla="*/ 0 h 1655064"/>
              <a:gd name="connsiteX1" fmla="*/ 61 w 292669"/>
              <a:gd name="connsiteY1" fmla="*/ 832104 h 1655064"/>
              <a:gd name="connsiteX2" fmla="*/ 274381 w 292669"/>
              <a:gd name="connsiteY2" fmla="*/ 1655064 h 1655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669" h="1655064">
                <a:moveTo>
                  <a:pt x="292669" y="0"/>
                </a:moveTo>
                <a:cubicBezTo>
                  <a:pt x="91501" y="220218"/>
                  <a:pt x="3109" y="556260"/>
                  <a:pt x="61" y="832104"/>
                </a:cubicBezTo>
                <a:cubicBezTo>
                  <a:pt x="-2987" y="1107948"/>
                  <a:pt x="109789" y="1402842"/>
                  <a:pt x="274381" y="165506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6588949" y="3374970"/>
                <a:ext cx="30867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949" y="3374970"/>
                <a:ext cx="308675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Freeform 46"/>
          <p:cNvSpPr/>
          <p:nvPr/>
        </p:nvSpPr>
        <p:spPr>
          <a:xfrm flipH="1">
            <a:off x="8138997" y="2813987"/>
            <a:ext cx="238972" cy="1351404"/>
          </a:xfrm>
          <a:custGeom>
            <a:avLst/>
            <a:gdLst>
              <a:gd name="connsiteX0" fmla="*/ 422019 w 422019"/>
              <a:gd name="connsiteY0" fmla="*/ 0 h 1417320"/>
              <a:gd name="connsiteX1" fmla="*/ 1395 w 422019"/>
              <a:gd name="connsiteY1" fmla="*/ 676656 h 1417320"/>
              <a:gd name="connsiteX2" fmla="*/ 312291 w 422019"/>
              <a:gd name="connsiteY2" fmla="*/ 1417320 h 1417320"/>
              <a:gd name="connsiteX0" fmla="*/ 292680 w 310968"/>
              <a:gd name="connsiteY0" fmla="*/ 0 h 1572768"/>
              <a:gd name="connsiteX1" fmla="*/ 72 w 310968"/>
              <a:gd name="connsiteY1" fmla="*/ 832104 h 1572768"/>
              <a:gd name="connsiteX2" fmla="*/ 310968 w 310968"/>
              <a:gd name="connsiteY2" fmla="*/ 1572768 h 1572768"/>
              <a:gd name="connsiteX0" fmla="*/ 292669 w 292669"/>
              <a:gd name="connsiteY0" fmla="*/ 0 h 1655064"/>
              <a:gd name="connsiteX1" fmla="*/ 61 w 292669"/>
              <a:gd name="connsiteY1" fmla="*/ 832104 h 1655064"/>
              <a:gd name="connsiteX2" fmla="*/ 274381 w 292669"/>
              <a:gd name="connsiteY2" fmla="*/ 1655064 h 1655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669" h="1655064">
                <a:moveTo>
                  <a:pt x="292669" y="0"/>
                </a:moveTo>
                <a:cubicBezTo>
                  <a:pt x="91501" y="220218"/>
                  <a:pt x="3109" y="556260"/>
                  <a:pt x="61" y="832104"/>
                </a:cubicBezTo>
                <a:cubicBezTo>
                  <a:pt x="-2987" y="1107948"/>
                  <a:pt x="109789" y="1402842"/>
                  <a:pt x="274381" y="165506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8295662" y="3303288"/>
                <a:ext cx="42409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662" y="3303288"/>
                <a:ext cx="42409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Freeform 54"/>
          <p:cNvSpPr/>
          <p:nvPr/>
        </p:nvSpPr>
        <p:spPr>
          <a:xfrm flipV="1">
            <a:off x="7461840" y="5195756"/>
            <a:ext cx="334038" cy="331006"/>
          </a:xfrm>
          <a:custGeom>
            <a:avLst/>
            <a:gdLst>
              <a:gd name="connsiteX0" fmla="*/ 22265 w 406526"/>
              <a:gd name="connsiteY0" fmla="*/ 657565 h 657565"/>
              <a:gd name="connsiteX1" fmla="*/ 13121 w 406526"/>
              <a:gd name="connsiteY1" fmla="*/ 127213 h 657565"/>
              <a:gd name="connsiteX2" fmla="*/ 177713 w 406526"/>
              <a:gd name="connsiteY2" fmla="*/ 35773 h 657565"/>
              <a:gd name="connsiteX3" fmla="*/ 369737 w 406526"/>
              <a:gd name="connsiteY3" fmla="*/ 54061 h 657565"/>
              <a:gd name="connsiteX4" fmla="*/ 406313 w 406526"/>
              <a:gd name="connsiteY4" fmla="*/ 648421 h 657565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4286 w 408418"/>
              <a:gd name="connsiteY0" fmla="*/ 694963 h 694963"/>
              <a:gd name="connsiteX1" fmla="*/ 15142 w 408418"/>
              <a:gd name="connsiteY1" fmla="*/ 164611 h 694963"/>
              <a:gd name="connsiteX2" fmla="*/ 207166 w 408418"/>
              <a:gd name="connsiteY2" fmla="*/ 9163 h 694963"/>
              <a:gd name="connsiteX3" fmla="*/ 371758 w 408418"/>
              <a:gd name="connsiteY3" fmla="*/ 91459 h 694963"/>
              <a:gd name="connsiteX4" fmla="*/ 408334 w 408418"/>
              <a:gd name="connsiteY4" fmla="*/ 685819 h 694963"/>
              <a:gd name="connsiteX0" fmla="*/ 24286 w 409096"/>
              <a:gd name="connsiteY0" fmla="*/ 685848 h 685848"/>
              <a:gd name="connsiteX1" fmla="*/ 15142 w 409096"/>
              <a:gd name="connsiteY1" fmla="*/ 155496 h 685848"/>
              <a:gd name="connsiteX2" fmla="*/ 207166 w 409096"/>
              <a:gd name="connsiteY2" fmla="*/ 48 h 685848"/>
              <a:gd name="connsiteX3" fmla="*/ 380902 w 409096"/>
              <a:gd name="connsiteY3" fmla="*/ 146352 h 685848"/>
              <a:gd name="connsiteX4" fmla="*/ 408334 w 409096"/>
              <a:gd name="connsiteY4" fmla="*/ 676704 h 68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096" h="685848">
                <a:moveTo>
                  <a:pt x="24286" y="685848"/>
                </a:moveTo>
                <a:cubicBezTo>
                  <a:pt x="6760" y="472488"/>
                  <a:pt x="-15338" y="269796"/>
                  <a:pt x="15142" y="155496"/>
                </a:cubicBezTo>
                <a:cubicBezTo>
                  <a:pt x="45622" y="41196"/>
                  <a:pt x="146206" y="1572"/>
                  <a:pt x="207166" y="48"/>
                </a:cubicBezTo>
                <a:cubicBezTo>
                  <a:pt x="268126" y="-1476"/>
                  <a:pt x="347374" y="33576"/>
                  <a:pt x="380902" y="146352"/>
                </a:cubicBezTo>
                <a:cubicBezTo>
                  <a:pt x="414430" y="259128"/>
                  <a:pt x="409096" y="430578"/>
                  <a:pt x="408334" y="67670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7351813" y="5481011"/>
                <a:ext cx="42409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1813" y="5481011"/>
                <a:ext cx="42409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itle 1">
                <a:extLst>
                  <a:ext uri="{FF2B5EF4-FFF2-40B4-BE49-F238E27FC236}">
                    <a16:creationId xmlns:a16="http://schemas.microsoft.com/office/drawing/2014/main" id="{301ADD88-9C29-4D13-A41F-945EA39190D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914400" y="-76200"/>
                <a:ext cx="7772400" cy="1143000"/>
              </a:xfrm>
            </p:spPr>
            <p:txBody>
              <a:bodyPr/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דוגמה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אוטומט עבור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sym typeface="Symbol"/>
                      </a:rPr>
                      <m:t>Words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b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</m:t>
                        </m:r>
                        <m:r>
                          <m:rPr>
                            <m:nor/>
                          </m:rPr>
                          <a:rPr lang="en-US" dirty="0">
                            <a:latin typeface="Gisha" panose="020B0502040204020203" pitchFamily="34" charset="-79"/>
                            <a:cs typeface="Gisha" panose="020B0502040204020203" pitchFamily="34" charset="-79"/>
                            <a:sym typeface="Symbol"/>
                          </a:rPr>
                          <m:t>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he-IL">
                    <a:latin typeface="cmmi10"/>
                  </a:rPr>
                  <a:t> </a:t>
                </a:r>
                <a:endParaRPr lang="he-IL"/>
              </a:p>
            </p:txBody>
          </p:sp>
        </mc:Choice>
        <mc:Fallback xmlns="">
          <p:sp>
            <p:nvSpPr>
              <p:cNvPr id="48" name="Title 1">
                <a:extLst>
                  <a:ext uri="{FF2B5EF4-FFF2-40B4-BE49-F238E27FC236}">
                    <a16:creationId xmlns:a16="http://schemas.microsoft.com/office/drawing/2014/main" id="{301ADD88-9C29-4D13-A41F-945EA39190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14400" y="-76200"/>
                <a:ext cx="7772400" cy="1143000"/>
              </a:xfrm>
              <a:blipFill>
                <a:blip r:embed="rId16"/>
                <a:stretch>
                  <a:fillRect b="-18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9227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21</a:t>
            </a:fld>
            <a:endParaRPr lang="he-IL"/>
          </a:p>
        </p:txBody>
      </p:sp>
      <p:sp>
        <p:nvSpPr>
          <p:cNvPr id="30" name="TextBox 29"/>
          <p:cNvSpPr txBox="1"/>
          <p:nvPr/>
        </p:nvSpPr>
        <p:spPr>
          <a:xfrm>
            <a:off x="225217" y="6113344"/>
            <a:ext cx="8693565" cy="46166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1">
            <a:spAutoFit/>
          </a:bodyPr>
          <a:lstStyle/>
          <a:p>
            <a:pPr marL="742950" indent="-742950" algn="ctr"/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טריק מרכזי: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 המצבים המקבלים נקבעים על פי "הבטחות צריך לקיים" </a:t>
            </a:r>
          </a:p>
        </p:txBody>
      </p:sp>
      <p:sp>
        <p:nvSpPr>
          <p:cNvPr id="15" name="Freeform 14"/>
          <p:cNvSpPr/>
          <p:nvPr/>
        </p:nvSpPr>
        <p:spPr>
          <a:xfrm>
            <a:off x="1101934" y="2818751"/>
            <a:ext cx="238972" cy="1351404"/>
          </a:xfrm>
          <a:custGeom>
            <a:avLst/>
            <a:gdLst>
              <a:gd name="connsiteX0" fmla="*/ 422019 w 422019"/>
              <a:gd name="connsiteY0" fmla="*/ 0 h 1417320"/>
              <a:gd name="connsiteX1" fmla="*/ 1395 w 422019"/>
              <a:gd name="connsiteY1" fmla="*/ 676656 h 1417320"/>
              <a:gd name="connsiteX2" fmla="*/ 312291 w 422019"/>
              <a:gd name="connsiteY2" fmla="*/ 1417320 h 1417320"/>
              <a:gd name="connsiteX0" fmla="*/ 292680 w 310968"/>
              <a:gd name="connsiteY0" fmla="*/ 0 h 1572768"/>
              <a:gd name="connsiteX1" fmla="*/ 72 w 310968"/>
              <a:gd name="connsiteY1" fmla="*/ 832104 h 1572768"/>
              <a:gd name="connsiteX2" fmla="*/ 310968 w 310968"/>
              <a:gd name="connsiteY2" fmla="*/ 1572768 h 1572768"/>
              <a:gd name="connsiteX0" fmla="*/ 292669 w 292669"/>
              <a:gd name="connsiteY0" fmla="*/ 0 h 1655064"/>
              <a:gd name="connsiteX1" fmla="*/ 61 w 292669"/>
              <a:gd name="connsiteY1" fmla="*/ 832104 h 1655064"/>
              <a:gd name="connsiteX2" fmla="*/ 274381 w 292669"/>
              <a:gd name="connsiteY2" fmla="*/ 1655064 h 1655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669" h="1655064">
                <a:moveTo>
                  <a:pt x="292669" y="0"/>
                </a:moveTo>
                <a:cubicBezTo>
                  <a:pt x="91501" y="220218"/>
                  <a:pt x="3109" y="556260"/>
                  <a:pt x="61" y="832104"/>
                </a:cubicBezTo>
                <a:cubicBezTo>
                  <a:pt x="-2987" y="1107948"/>
                  <a:pt x="109789" y="1402842"/>
                  <a:pt x="274381" y="165506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Freeform 16"/>
          <p:cNvSpPr/>
          <p:nvPr/>
        </p:nvSpPr>
        <p:spPr>
          <a:xfrm flipH="1">
            <a:off x="2633928" y="2818751"/>
            <a:ext cx="238972" cy="1351404"/>
          </a:xfrm>
          <a:custGeom>
            <a:avLst/>
            <a:gdLst>
              <a:gd name="connsiteX0" fmla="*/ 422019 w 422019"/>
              <a:gd name="connsiteY0" fmla="*/ 0 h 1417320"/>
              <a:gd name="connsiteX1" fmla="*/ 1395 w 422019"/>
              <a:gd name="connsiteY1" fmla="*/ 676656 h 1417320"/>
              <a:gd name="connsiteX2" fmla="*/ 312291 w 422019"/>
              <a:gd name="connsiteY2" fmla="*/ 1417320 h 1417320"/>
              <a:gd name="connsiteX0" fmla="*/ 292680 w 310968"/>
              <a:gd name="connsiteY0" fmla="*/ 0 h 1572768"/>
              <a:gd name="connsiteX1" fmla="*/ 72 w 310968"/>
              <a:gd name="connsiteY1" fmla="*/ 832104 h 1572768"/>
              <a:gd name="connsiteX2" fmla="*/ 310968 w 310968"/>
              <a:gd name="connsiteY2" fmla="*/ 1572768 h 1572768"/>
              <a:gd name="connsiteX0" fmla="*/ 292669 w 292669"/>
              <a:gd name="connsiteY0" fmla="*/ 0 h 1655064"/>
              <a:gd name="connsiteX1" fmla="*/ 61 w 292669"/>
              <a:gd name="connsiteY1" fmla="*/ 832104 h 1655064"/>
              <a:gd name="connsiteX2" fmla="*/ 274381 w 292669"/>
              <a:gd name="connsiteY2" fmla="*/ 1655064 h 1655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669" h="1655064">
                <a:moveTo>
                  <a:pt x="292669" y="0"/>
                </a:moveTo>
                <a:cubicBezTo>
                  <a:pt x="91501" y="220218"/>
                  <a:pt x="3109" y="556260"/>
                  <a:pt x="61" y="832104"/>
                </a:cubicBezTo>
                <a:cubicBezTo>
                  <a:pt x="-2987" y="1107948"/>
                  <a:pt x="109789" y="1402842"/>
                  <a:pt x="274381" y="165506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846868" y="3393231"/>
                <a:ext cx="21993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68" y="3393231"/>
                <a:ext cx="219932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2824223" y="3388424"/>
                <a:ext cx="42409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223" y="3388424"/>
                <a:ext cx="42409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Freeform 31"/>
          <p:cNvSpPr/>
          <p:nvPr/>
        </p:nvSpPr>
        <p:spPr>
          <a:xfrm>
            <a:off x="1790313" y="1644050"/>
            <a:ext cx="334038" cy="331006"/>
          </a:xfrm>
          <a:custGeom>
            <a:avLst/>
            <a:gdLst>
              <a:gd name="connsiteX0" fmla="*/ 22265 w 406526"/>
              <a:gd name="connsiteY0" fmla="*/ 657565 h 657565"/>
              <a:gd name="connsiteX1" fmla="*/ 13121 w 406526"/>
              <a:gd name="connsiteY1" fmla="*/ 127213 h 657565"/>
              <a:gd name="connsiteX2" fmla="*/ 177713 w 406526"/>
              <a:gd name="connsiteY2" fmla="*/ 35773 h 657565"/>
              <a:gd name="connsiteX3" fmla="*/ 369737 w 406526"/>
              <a:gd name="connsiteY3" fmla="*/ 54061 h 657565"/>
              <a:gd name="connsiteX4" fmla="*/ 406313 w 406526"/>
              <a:gd name="connsiteY4" fmla="*/ 648421 h 657565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4286 w 408418"/>
              <a:gd name="connsiteY0" fmla="*/ 694963 h 694963"/>
              <a:gd name="connsiteX1" fmla="*/ 15142 w 408418"/>
              <a:gd name="connsiteY1" fmla="*/ 164611 h 694963"/>
              <a:gd name="connsiteX2" fmla="*/ 207166 w 408418"/>
              <a:gd name="connsiteY2" fmla="*/ 9163 h 694963"/>
              <a:gd name="connsiteX3" fmla="*/ 371758 w 408418"/>
              <a:gd name="connsiteY3" fmla="*/ 91459 h 694963"/>
              <a:gd name="connsiteX4" fmla="*/ 408334 w 408418"/>
              <a:gd name="connsiteY4" fmla="*/ 685819 h 694963"/>
              <a:gd name="connsiteX0" fmla="*/ 24286 w 409096"/>
              <a:gd name="connsiteY0" fmla="*/ 685848 h 685848"/>
              <a:gd name="connsiteX1" fmla="*/ 15142 w 409096"/>
              <a:gd name="connsiteY1" fmla="*/ 155496 h 685848"/>
              <a:gd name="connsiteX2" fmla="*/ 207166 w 409096"/>
              <a:gd name="connsiteY2" fmla="*/ 48 h 685848"/>
              <a:gd name="connsiteX3" fmla="*/ 380902 w 409096"/>
              <a:gd name="connsiteY3" fmla="*/ 146352 h 685848"/>
              <a:gd name="connsiteX4" fmla="*/ 408334 w 409096"/>
              <a:gd name="connsiteY4" fmla="*/ 676704 h 68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096" h="685848">
                <a:moveTo>
                  <a:pt x="24286" y="685848"/>
                </a:moveTo>
                <a:cubicBezTo>
                  <a:pt x="6760" y="472488"/>
                  <a:pt x="-15338" y="269796"/>
                  <a:pt x="15142" y="155496"/>
                </a:cubicBezTo>
                <a:cubicBezTo>
                  <a:pt x="45622" y="41196"/>
                  <a:pt x="146206" y="1572"/>
                  <a:pt x="207166" y="48"/>
                </a:cubicBezTo>
                <a:cubicBezTo>
                  <a:pt x="268126" y="-1476"/>
                  <a:pt x="347374" y="33576"/>
                  <a:pt x="380902" y="146352"/>
                </a:cubicBezTo>
                <a:cubicBezTo>
                  <a:pt x="414430" y="259128"/>
                  <a:pt x="409096" y="430578"/>
                  <a:pt x="408334" y="67670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5" name="Freeform 34"/>
          <p:cNvSpPr/>
          <p:nvPr/>
        </p:nvSpPr>
        <p:spPr>
          <a:xfrm>
            <a:off x="4834736" y="2475301"/>
            <a:ext cx="334038" cy="331006"/>
          </a:xfrm>
          <a:custGeom>
            <a:avLst/>
            <a:gdLst>
              <a:gd name="connsiteX0" fmla="*/ 22265 w 406526"/>
              <a:gd name="connsiteY0" fmla="*/ 657565 h 657565"/>
              <a:gd name="connsiteX1" fmla="*/ 13121 w 406526"/>
              <a:gd name="connsiteY1" fmla="*/ 127213 h 657565"/>
              <a:gd name="connsiteX2" fmla="*/ 177713 w 406526"/>
              <a:gd name="connsiteY2" fmla="*/ 35773 h 657565"/>
              <a:gd name="connsiteX3" fmla="*/ 369737 w 406526"/>
              <a:gd name="connsiteY3" fmla="*/ 54061 h 657565"/>
              <a:gd name="connsiteX4" fmla="*/ 406313 w 406526"/>
              <a:gd name="connsiteY4" fmla="*/ 648421 h 657565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4286 w 408418"/>
              <a:gd name="connsiteY0" fmla="*/ 694963 h 694963"/>
              <a:gd name="connsiteX1" fmla="*/ 15142 w 408418"/>
              <a:gd name="connsiteY1" fmla="*/ 164611 h 694963"/>
              <a:gd name="connsiteX2" fmla="*/ 207166 w 408418"/>
              <a:gd name="connsiteY2" fmla="*/ 9163 h 694963"/>
              <a:gd name="connsiteX3" fmla="*/ 371758 w 408418"/>
              <a:gd name="connsiteY3" fmla="*/ 91459 h 694963"/>
              <a:gd name="connsiteX4" fmla="*/ 408334 w 408418"/>
              <a:gd name="connsiteY4" fmla="*/ 685819 h 694963"/>
              <a:gd name="connsiteX0" fmla="*/ 24286 w 409096"/>
              <a:gd name="connsiteY0" fmla="*/ 685848 h 685848"/>
              <a:gd name="connsiteX1" fmla="*/ 15142 w 409096"/>
              <a:gd name="connsiteY1" fmla="*/ 155496 h 685848"/>
              <a:gd name="connsiteX2" fmla="*/ 207166 w 409096"/>
              <a:gd name="connsiteY2" fmla="*/ 48 h 685848"/>
              <a:gd name="connsiteX3" fmla="*/ 380902 w 409096"/>
              <a:gd name="connsiteY3" fmla="*/ 146352 h 685848"/>
              <a:gd name="connsiteX4" fmla="*/ 408334 w 409096"/>
              <a:gd name="connsiteY4" fmla="*/ 676704 h 68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096" h="685848">
                <a:moveTo>
                  <a:pt x="24286" y="685848"/>
                </a:moveTo>
                <a:cubicBezTo>
                  <a:pt x="6760" y="472488"/>
                  <a:pt x="-15338" y="269796"/>
                  <a:pt x="15142" y="155496"/>
                </a:cubicBezTo>
                <a:cubicBezTo>
                  <a:pt x="45622" y="41196"/>
                  <a:pt x="146206" y="1572"/>
                  <a:pt x="207166" y="48"/>
                </a:cubicBezTo>
                <a:cubicBezTo>
                  <a:pt x="268126" y="-1476"/>
                  <a:pt x="347374" y="33576"/>
                  <a:pt x="380902" y="146352"/>
                </a:cubicBezTo>
                <a:cubicBezTo>
                  <a:pt x="414430" y="259128"/>
                  <a:pt x="409096" y="430578"/>
                  <a:pt x="408334" y="67670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" name="Freeform 35"/>
          <p:cNvSpPr/>
          <p:nvPr/>
        </p:nvSpPr>
        <p:spPr>
          <a:xfrm flipV="1">
            <a:off x="1795634" y="4991451"/>
            <a:ext cx="334038" cy="331006"/>
          </a:xfrm>
          <a:custGeom>
            <a:avLst/>
            <a:gdLst>
              <a:gd name="connsiteX0" fmla="*/ 22265 w 406526"/>
              <a:gd name="connsiteY0" fmla="*/ 657565 h 657565"/>
              <a:gd name="connsiteX1" fmla="*/ 13121 w 406526"/>
              <a:gd name="connsiteY1" fmla="*/ 127213 h 657565"/>
              <a:gd name="connsiteX2" fmla="*/ 177713 w 406526"/>
              <a:gd name="connsiteY2" fmla="*/ 35773 h 657565"/>
              <a:gd name="connsiteX3" fmla="*/ 369737 w 406526"/>
              <a:gd name="connsiteY3" fmla="*/ 54061 h 657565"/>
              <a:gd name="connsiteX4" fmla="*/ 406313 w 406526"/>
              <a:gd name="connsiteY4" fmla="*/ 648421 h 657565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4286 w 408418"/>
              <a:gd name="connsiteY0" fmla="*/ 694963 h 694963"/>
              <a:gd name="connsiteX1" fmla="*/ 15142 w 408418"/>
              <a:gd name="connsiteY1" fmla="*/ 164611 h 694963"/>
              <a:gd name="connsiteX2" fmla="*/ 207166 w 408418"/>
              <a:gd name="connsiteY2" fmla="*/ 9163 h 694963"/>
              <a:gd name="connsiteX3" fmla="*/ 371758 w 408418"/>
              <a:gd name="connsiteY3" fmla="*/ 91459 h 694963"/>
              <a:gd name="connsiteX4" fmla="*/ 408334 w 408418"/>
              <a:gd name="connsiteY4" fmla="*/ 685819 h 694963"/>
              <a:gd name="connsiteX0" fmla="*/ 24286 w 409096"/>
              <a:gd name="connsiteY0" fmla="*/ 685848 h 685848"/>
              <a:gd name="connsiteX1" fmla="*/ 15142 w 409096"/>
              <a:gd name="connsiteY1" fmla="*/ 155496 h 685848"/>
              <a:gd name="connsiteX2" fmla="*/ 207166 w 409096"/>
              <a:gd name="connsiteY2" fmla="*/ 48 h 685848"/>
              <a:gd name="connsiteX3" fmla="*/ 380902 w 409096"/>
              <a:gd name="connsiteY3" fmla="*/ 146352 h 685848"/>
              <a:gd name="connsiteX4" fmla="*/ 408334 w 409096"/>
              <a:gd name="connsiteY4" fmla="*/ 676704 h 68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096" h="685848">
                <a:moveTo>
                  <a:pt x="24286" y="685848"/>
                </a:moveTo>
                <a:cubicBezTo>
                  <a:pt x="6760" y="472488"/>
                  <a:pt x="-15338" y="269796"/>
                  <a:pt x="15142" y="155496"/>
                </a:cubicBezTo>
                <a:cubicBezTo>
                  <a:pt x="45622" y="41196"/>
                  <a:pt x="146206" y="1572"/>
                  <a:pt x="207166" y="48"/>
                </a:cubicBezTo>
                <a:cubicBezTo>
                  <a:pt x="268126" y="-1476"/>
                  <a:pt x="347374" y="33576"/>
                  <a:pt x="380902" y="146352"/>
                </a:cubicBezTo>
                <a:cubicBezTo>
                  <a:pt x="414430" y="259128"/>
                  <a:pt x="409096" y="430578"/>
                  <a:pt x="408334" y="67670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1847104" y="1399401"/>
                <a:ext cx="21993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104" y="1399401"/>
                <a:ext cx="219932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4845361" y="2218958"/>
                <a:ext cx="21993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361" y="2218958"/>
                <a:ext cx="21993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1735657" y="5317051"/>
                <a:ext cx="42409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657" y="5317051"/>
                <a:ext cx="42409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3183917" y="4385006"/>
                <a:ext cx="42409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917" y="4385006"/>
                <a:ext cx="424090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/>
              <p:cNvSpPr/>
              <p:nvPr/>
            </p:nvSpPr>
            <p:spPr>
              <a:xfrm>
                <a:off x="1287501" y="1957636"/>
                <a:ext cx="1395103" cy="124438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5760" tIns="0" rIns="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501" y="1957636"/>
                <a:ext cx="1395103" cy="1244387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1287501" y="3757020"/>
                <a:ext cx="1395103" cy="124438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1097280" bIns="0" rtlCol="0" anchor="ctr"/>
              <a:lstStyle/>
              <a:p>
                <a:pPr marL="1101725"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he-IL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501" y="3757020"/>
                <a:ext cx="1395103" cy="1244387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/>
              <p:cNvSpPr/>
              <p:nvPr/>
            </p:nvSpPr>
            <p:spPr>
              <a:xfrm>
                <a:off x="4210719" y="2792573"/>
                <a:ext cx="1541641" cy="137509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0" tIns="0" rIns="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719" y="2792573"/>
                <a:ext cx="1541641" cy="1375094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/>
          <p:cNvSpPr/>
          <p:nvPr/>
        </p:nvSpPr>
        <p:spPr>
          <a:xfrm>
            <a:off x="4281802" y="2851106"/>
            <a:ext cx="1395103" cy="1244387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101725"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1" name="Oval 50"/>
          <p:cNvSpPr>
            <a:spLocks noChangeAspect="1"/>
          </p:cNvSpPr>
          <p:nvPr/>
        </p:nvSpPr>
        <p:spPr>
          <a:xfrm>
            <a:off x="4390610" y="2922462"/>
            <a:ext cx="1183993" cy="108883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101725"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52" name="Oval 51"/>
          <p:cNvSpPr>
            <a:spLocks noChangeAspect="1"/>
          </p:cNvSpPr>
          <p:nvPr/>
        </p:nvSpPr>
        <p:spPr>
          <a:xfrm>
            <a:off x="1395419" y="3834794"/>
            <a:ext cx="1183993" cy="108883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101725"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7" name="Oval 56"/>
          <p:cNvSpPr>
            <a:spLocks noChangeAspect="1"/>
          </p:cNvSpPr>
          <p:nvPr/>
        </p:nvSpPr>
        <p:spPr>
          <a:xfrm>
            <a:off x="7087192" y="4094633"/>
            <a:ext cx="1106475" cy="101755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101725" algn="ctr"/>
            <a:endParaRPr lang="en-US" sz="12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6863669" y="1838519"/>
                <a:ext cx="1395103" cy="124438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5760" tIns="0" rIns="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669" y="1838519"/>
                <a:ext cx="1395103" cy="1244387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/>
              <p:cNvSpPr/>
              <p:nvPr/>
            </p:nvSpPr>
            <p:spPr>
              <a:xfrm>
                <a:off x="6947490" y="3973579"/>
                <a:ext cx="1395103" cy="124438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0" rIns="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Oval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490" y="3973579"/>
                <a:ext cx="1395103" cy="1244387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Freeform 42"/>
          <p:cNvSpPr/>
          <p:nvPr/>
        </p:nvSpPr>
        <p:spPr>
          <a:xfrm>
            <a:off x="7394201" y="1536260"/>
            <a:ext cx="334038" cy="331006"/>
          </a:xfrm>
          <a:custGeom>
            <a:avLst/>
            <a:gdLst>
              <a:gd name="connsiteX0" fmla="*/ 22265 w 406526"/>
              <a:gd name="connsiteY0" fmla="*/ 657565 h 657565"/>
              <a:gd name="connsiteX1" fmla="*/ 13121 w 406526"/>
              <a:gd name="connsiteY1" fmla="*/ 127213 h 657565"/>
              <a:gd name="connsiteX2" fmla="*/ 177713 w 406526"/>
              <a:gd name="connsiteY2" fmla="*/ 35773 h 657565"/>
              <a:gd name="connsiteX3" fmla="*/ 369737 w 406526"/>
              <a:gd name="connsiteY3" fmla="*/ 54061 h 657565"/>
              <a:gd name="connsiteX4" fmla="*/ 406313 w 406526"/>
              <a:gd name="connsiteY4" fmla="*/ 648421 h 657565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4286 w 408418"/>
              <a:gd name="connsiteY0" fmla="*/ 694963 h 694963"/>
              <a:gd name="connsiteX1" fmla="*/ 15142 w 408418"/>
              <a:gd name="connsiteY1" fmla="*/ 164611 h 694963"/>
              <a:gd name="connsiteX2" fmla="*/ 207166 w 408418"/>
              <a:gd name="connsiteY2" fmla="*/ 9163 h 694963"/>
              <a:gd name="connsiteX3" fmla="*/ 371758 w 408418"/>
              <a:gd name="connsiteY3" fmla="*/ 91459 h 694963"/>
              <a:gd name="connsiteX4" fmla="*/ 408334 w 408418"/>
              <a:gd name="connsiteY4" fmla="*/ 685819 h 694963"/>
              <a:gd name="connsiteX0" fmla="*/ 24286 w 409096"/>
              <a:gd name="connsiteY0" fmla="*/ 685848 h 685848"/>
              <a:gd name="connsiteX1" fmla="*/ 15142 w 409096"/>
              <a:gd name="connsiteY1" fmla="*/ 155496 h 685848"/>
              <a:gd name="connsiteX2" fmla="*/ 207166 w 409096"/>
              <a:gd name="connsiteY2" fmla="*/ 48 h 685848"/>
              <a:gd name="connsiteX3" fmla="*/ 380902 w 409096"/>
              <a:gd name="connsiteY3" fmla="*/ 146352 h 685848"/>
              <a:gd name="connsiteX4" fmla="*/ 408334 w 409096"/>
              <a:gd name="connsiteY4" fmla="*/ 676704 h 68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096" h="685848">
                <a:moveTo>
                  <a:pt x="24286" y="685848"/>
                </a:moveTo>
                <a:cubicBezTo>
                  <a:pt x="6760" y="472488"/>
                  <a:pt x="-15338" y="269796"/>
                  <a:pt x="15142" y="155496"/>
                </a:cubicBezTo>
                <a:cubicBezTo>
                  <a:pt x="45622" y="41196"/>
                  <a:pt x="146206" y="1572"/>
                  <a:pt x="207166" y="48"/>
                </a:cubicBezTo>
                <a:cubicBezTo>
                  <a:pt x="268126" y="-1476"/>
                  <a:pt x="347374" y="33576"/>
                  <a:pt x="380902" y="146352"/>
                </a:cubicBezTo>
                <a:cubicBezTo>
                  <a:pt x="414430" y="259128"/>
                  <a:pt x="409096" y="430578"/>
                  <a:pt x="408334" y="67670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7436923" y="1304544"/>
                <a:ext cx="21993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923" y="1304544"/>
                <a:ext cx="21993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Freeform 44"/>
          <p:cNvSpPr/>
          <p:nvPr/>
        </p:nvSpPr>
        <p:spPr>
          <a:xfrm>
            <a:off x="6832441" y="2907573"/>
            <a:ext cx="238972" cy="1351404"/>
          </a:xfrm>
          <a:custGeom>
            <a:avLst/>
            <a:gdLst>
              <a:gd name="connsiteX0" fmla="*/ 422019 w 422019"/>
              <a:gd name="connsiteY0" fmla="*/ 0 h 1417320"/>
              <a:gd name="connsiteX1" fmla="*/ 1395 w 422019"/>
              <a:gd name="connsiteY1" fmla="*/ 676656 h 1417320"/>
              <a:gd name="connsiteX2" fmla="*/ 312291 w 422019"/>
              <a:gd name="connsiteY2" fmla="*/ 1417320 h 1417320"/>
              <a:gd name="connsiteX0" fmla="*/ 292680 w 310968"/>
              <a:gd name="connsiteY0" fmla="*/ 0 h 1572768"/>
              <a:gd name="connsiteX1" fmla="*/ 72 w 310968"/>
              <a:gd name="connsiteY1" fmla="*/ 832104 h 1572768"/>
              <a:gd name="connsiteX2" fmla="*/ 310968 w 310968"/>
              <a:gd name="connsiteY2" fmla="*/ 1572768 h 1572768"/>
              <a:gd name="connsiteX0" fmla="*/ 292669 w 292669"/>
              <a:gd name="connsiteY0" fmla="*/ 0 h 1655064"/>
              <a:gd name="connsiteX1" fmla="*/ 61 w 292669"/>
              <a:gd name="connsiteY1" fmla="*/ 832104 h 1655064"/>
              <a:gd name="connsiteX2" fmla="*/ 274381 w 292669"/>
              <a:gd name="connsiteY2" fmla="*/ 1655064 h 1655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669" h="1655064">
                <a:moveTo>
                  <a:pt x="292669" y="0"/>
                </a:moveTo>
                <a:cubicBezTo>
                  <a:pt x="91501" y="220218"/>
                  <a:pt x="3109" y="556260"/>
                  <a:pt x="61" y="832104"/>
                </a:cubicBezTo>
                <a:cubicBezTo>
                  <a:pt x="-2987" y="1107948"/>
                  <a:pt x="109789" y="1402842"/>
                  <a:pt x="274381" y="165506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6588949" y="3374970"/>
                <a:ext cx="30867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949" y="3374970"/>
                <a:ext cx="30867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Freeform 46"/>
          <p:cNvSpPr/>
          <p:nvPr/>
        </p:nvSpPr>
        <p:spPr>
          <a:xfrm flipH="1">
            <a:off x="8138997" y="2813987"/>
            <a:ext cx="238972" cy="1351404"/>
          </a:xfrm>
          <a:custGeom>
            <a:avLst/>
            <a:gdLst>
              <a:gd name="connsiteX0" fmla="*/ 422019 w 422019"/>
              <a:gd name="connsiteY0" fmla="*/ 0 h 1417320"/>
              <a:gd name="connsiteX1" fmla="*/ 1395 w 422019"/>
              <a:gd name="connsiteY1" fmla="*/ 676656 h 1417320"/>
              <a:gd name="connsiteX2" fmla="*/ 312291 w 422019"/>
              <a:gd name="connsiteY2" fmla="*/ 1417320 h 1417320"/>
              <a:gd name="connsiteX0" fmla="*/ 292680 w 310968"/>
              <a:gd name="connsiteY0" fmla="*/ 0 h 1572768"/>
              <a:gd name="connsiteX1" fmla="*/ 72 w 310968"/>
              <a:gd name="connsiteY1" fmla="*/ 832104 h 1572768"/>
              <a:gd name="connsiteX2" fmla="*/ 310968 w 310968"/>
              <a:gd name="connsiteY2" fmla="*/ 1572768 h 1572768"/>
              <a:gd name="connsiteX0" fmla="*/ 292669 w 292669"/>
              <a:gd name="connsiteY0" fmla="*/ 0 h 1655064"/>
              <a:gd name="connsiteX1" fmla="*/ 61 w 292669"/>
              <a:gd name="connsiteY1" fmla="*/ 832104 h 1655064"/>
              <a:gd name="connsiteX2" fmla="*/ 274381 w 292669"/>
              <a:gd name="connsiteY2" fmla="*/ 1655064 h 1655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669" h="1655064">
                <a:moveTo>
                  <a:pt x="292669" y="0"/>
                </a:moveTo>
                <a:cubicBezTo>
                  <a:pt x="91501" y="220218"/>
                  <a:pt x="3109" y="556260"/>
                  <a:pt x="61" y="832104"/>
                </a:cubicBezTo>
                <a:cubicBezTo>
                  <a:pt x="-2987" y="1107948"/>
                  <a:pt x="109789" y="1402842"/>
                  <a:pt x="274381" y="165506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8295662" y="3303288"/>
                <a:ext cx="42409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662" y="3303288"/>
                <a:ext cx="424090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Freeform 54"/>
          <p:cNvSpPr/>
          <p:nvPr/>
        </p:nvSpPr>
        <p:spPr>
          <a:xfrm flipV="1">
            <a:off x="7461840" y="5195756"/>
            <a:ext cx="334038" cy="331006"/>
          </a:xfrm>
          <a:custGeom>
            <a:avLst/>
            <a:gdLst>
              <a:gd name="connsiteX0" fmla="*/ 22265 w 406526"/>
              <a:gd name="connsiteY0" fmla="*/ 657565 h 657565"/>
              <a:gd name="connsiteX1" fmla="*/ 13121 w 406526"/>
              <a:gd name="connsiteY1" fmla="*/ 127213 h 657565"/>
              <a:gd name="connsiteX2" fmla="*/ 177713 w 406526"/>
              <a:gd name="connsiteY2" fmla="*/ 35773 h 657565"/>
              <a:gd name="connsiteX3" fmla="*/ 369737 w 406526"/>
              <a:gd name="connsiteY3" fmla="*/ 54061 h 657565"/>
              <a:gd name="connsiteX4" fmla="*/ 406313 w 406526"/>
              <a:gd name="connsiteY4" fmla="*/ 648421 h 657565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4286 w 408418"/>
              <a:gd name="connsiteY0" fmla="*/ 694963 h 694963"/>
              <a:gd name="connsiteX1" fmla="*/ 15142 w 408418"/>
              <a:gd name="connsiteY1" fmla="*/ 164611 h 694963"/>
              <a:gd name="connsiteX2" fmla="*/ 207166 w 408418"/>
              <a:gd name="connsiteY2" fmla="*/ 9163 h 694963"/>
              <a:gd name="connsiteX3" fmla="*/ 371758 w 408418"/>
              <a:gd name="connsiteY3" fmla="*/ 91459 h 694963"/>
              <a:gd name="connsiteX4" fmla="*/ 408334 w 408418"/>
              <a:gd name="connsiteY4" fmla="*/ 685819 h 694963"/>
              <a:gd name="connsiteX0" fmla="*/ 24286 w 409096"/>
              <a:gd name="connsiteY0" fmla="*/ 685848 h 685848"/>
              <a:gd name="connsiteX1" fmla="*/ 15142 w 409096"/>
              <a:gd name="connsiteY1" fmla="*/ 155496 h 685848"/>
              <a:gd name="connsiteX2" fmla="*/ 207166 w 409096"/>
              <a:gd name="connsiteY2" fmla="*/ 48 h 685848"/>
              <a:gd name="connsiteX3" fmla="*/ 380902 w 409096"/>
              <a:gd name="connsiteY3" fmla="*/ 146352 h 685848"/>
              <a:gd name="connsiteX4" fmla="*/ 408334 w 409096"/>
              <a:gd name="connsiteY4" fmla="*/ 676704 h 68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096" h="685848">
                <a:moveTo>
                  <a:pt x="24286" y="685848"/>
                </a:moveTo>
                <a:cubicBezTo>
                  <a:pt x="6760" y="472488"/>
                  <a:pt x="-15338" y="269796"/>
                  <a:pt x="15142" y="155496"/>
                </a:cubicBezTo>
                <a:cubicBezTo>
                  <a:pt x="45622" y="41196"/>
                  <a:pt x="146206" y="1572"/>
                  <a:pt x="207166" y="48"/>
                </a:cubicBezTo>
                <a:cubicBezTo>
                  <a:pt x="268126" y="-1476"/>
                  <a:pt x="347374" y="33576"/>
                  <a:pt x="380902" y="146352"/>
                </a:cubicBezTo>
                <a:cubicBezTo>
                  <a:pt x="414430" y="259128"/>
                  <a:pt x="409096" y="430578"/>
                  <a:pt x="408334" y="67670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7351813" y="5481011"/>
                <a:ext cx="42409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1813" y="5481011"/>
                <a:ext cx="424090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Oval 57"/>
          <p:cNvSpPr/>
          <p:nvPr/>
        </p:nvSpPr>
        <p:spPr>
          <a:xfrm>
            <a:off x="6932234" y="1915025"/>
            <a:ext cx="1229309" cy="1096504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101725"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7014235" y="4043319"/>
            <a:ext cx="1262506" cy="1126115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101725"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2" name="Freeform 41"/>
          <p:cNvSpPr/>
          <p:nvPr/>
        </p:nvSpPr>
        <p:spPr>
          <a:xfrm>
            <a:off x="2661719" y="3888925"/>
            <a:ext cx="1711105" cy="634637"/>
          </a:xfrm>
          <a:custGeom>
            <a:avLst/>
            <a:gdLst>
              <a:gd name="connsiteX0" fmla="*/ 1984248 w 1984248"/>
              <a:gd name="connsiteY0" fmla="*/ 0 h 777240"/>
              <a:gd name="connsiteX1" fmla="*/ 1380744 w 1984248"/>
              <a:gd name="connsiteY1" fmla="*/ 466344 h 777240"/>
              <a:gd name="connsiteX2" fmla="*/ 0 w 1984248"/>
              <a:gd name="connsiteY2" fmla="*/ 777240 h 77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4248" h="777240">
                <a:moveTo>
                  <a:pt x="1984248" y="0"/>
                </a:moveTo>
                <a:cubicBezTo>
                  <a:pt x="1847850" y="168402"/>
                  <a:pt x="1711452" y="336804"/>
                  <a:pt x="1380744" y="466344"/>
                </a:cubicBezTo>
                <a:cubicBezTo>
                  <a:pt x="1050036" y="595884"/>
                  <a:pt x="525018" y="686562"/>
                  <a:pt x="0" y="77724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itle 1">
                <a:extLst>
                  <a:ext uri="{FF2B5EF4-FFF2-40B4-BE49-F238E27FC236}">
                    <a16:creationId xmlns:a16="http://schemas.microsoft.com/office/drawing/2014/main" id="{B46EA399-2B55-49A6-BDBE-4FB4BBE6775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914400" y="-76200"/>
                <a:ext cx="7772400" cy="1143000"/>
              </a:xfrm>
            </p:spPr>
            <p:txBody>
              <a:bodyPr/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דוגמה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עבור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sym typeface="Symbol"/>
                      </a:rPr>
                      <m:t>Words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b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</m:t>
                        </m:r>
                        <m:r>
                          <m:rPr>
                            <m:nor/>
                          </m:rPr>
                          <a:rPr lang="en-US" dirty="0">
                            <a:latin typeface="Gisha" panose="020B0502040204020203" pitchFamily="34" charset="-79"/>
                            <a:cs typeface="Gisha" panose="020B0502040204020203" pitchFamily="34" charset="-79"/>
                            <a:sym typeface="Symbol"/>
                          </a:rPr>
                          <m:t>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he-IL">
                    <a:latin typeface="cmmi10"/>
                  </a:rPr>
                  <a:t> </a:t>
                </a:r>
                <a:endParaRPr lang="he-IL"/>
              </a:p>
            </p:txBody>
          </p:sp>
        </mc:Choice>
        <mc:Fallback xmlns="">
          <p:sp>
            <p:nvSpPr>
              <p:cNvPr id="49" name="Title 1">
                <a:extLst>
                  <a:ext uri="{FF2B5EF4-FFF2-40B4-BE49-F238E27FC236}">
                    <a16:creationId xmlns:a16="http://schemas.microsoft.com/office/drawing/2014/main" id="{B46EA399-2B55-49A6-BDBE-4FB4BBE677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14400" y="-76200"/>
                <a:ext cx="7772400" cy="1143000"/>
              </a:xfrm>
              <a:blipFill>
                <a:blip r:embed="rId15"/>
                <a:stretch>
                  <a:fillRect b="-18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2482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22</a:t>
            </a:fld>
            <a:endParaRPr lang="he-IL"/>
          </a:p>
        </p:txBody>
      </p:sp>
      <p:sp>
        <p:nvSpPr>
          <p:cNvPr id="30" name="TextBox 29"/>
          <p:cNvSpPr txBox="1"/>
          <p:nvPr/>
        </p:nvSpPr>
        <p:spPr>
          <a:xfrm>
            <a:off x="422055" y="6113745"/>
            <a:ext cx="8382000" cy="46166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1">
            <a:spAutoFit/>
          </a:bodyPr>
          <a:lstStyle/>
          <a:p>
            <a:pPr marL="742950" indent="-742950" algn="ctr"/>
            <a:r>
              <a:rPr lang="he-IL" sz="2400">
                <a:solidFill>
                  <a:schemeClr val="accent5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מצבי ההתחלה הם המצבים המכילים בחיוב את הפסוק הראשי</a:t>
            </a:r>
          </a:p>
        </p:txBody>
      </p:sp>
      <p:sp>
        <p:nvSpPr>
          <p:cNvPr id="15" name="Freeform 14"/>
          <p:cNvSpPr/>
          <p:nvPr/>
        </p:nvSpPr>
        <p:spPr>
          <a:xfrm>
            <a:off x="1101934" y="2818751"/>
            <a:ext cx="238972" cy="1351404"/>
          </a:xfrm>
          <a:custGeom>
            <a:avLst/>
            <a:gdLst>
              <a:gd name="connsiteX0" fmla="*/ 422019 w 422019"/>
              <a:gd name="connsiteY0" fmla="*/ 0 h 1417320"/>
              <a:gd name="connsiteX1" fmla="*/ 1395 w 422019"/>
              <a:gd name="connsiteY1" fmla="*/ 676656 h 1417320"/>
              <a:gd name="connsiteX2" fmla="*/ 312291 w 422019"/>
              <a:gd name="connsiteY2" fmla="*/ 1417320 h 1417320"/>
              <a:gd name="connsiteX0" fmla="*/ 292680 w 310968"/>
              <a:gd name="connsiteY0" fmla="*/ 0 h 1572768"/>
              <a:gd name="connsiteX1" fmla="*/ 72 w 310968"/>
              <a:gd name="connsiteY1" fmla="*/ 832104 h 1572768"/>
              <a:gd name="connsiteX2" fmla="*/ 310968 w 310968"/>
              <a:gd name="connsiteY2" fmla="*/ 1572768 h 1572768"/>
              <a:gd name="connsiteX0" fmla="*/ 292669 w 292669"/>
              <a:gd name="connsiteY0" fmla="*/ 0 h 1655064"/>
              <a:gd name="connsiteX1" fmla="*/ 61 w 292669"/>
              <a:gd name="connsiteY1" fmla="*/ 832104 h 1655064"/>
              <a:gd name="connsiteX2" fmla="*/ 274381 w 292669"/>
              <a:gd name="connsiteY2" fmla="*/ 1655064 h 1655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669" h="1655064">
                <a:moveTo>
                  <a:pt x="292669" y="0"/>
                </a:moveTo>
                <a:cubicBezTo>
                  <a:pt x="91501" y="220218"/>
                  <a:pt x="3109" y="556260"/>
                  <a:pt x="61" y="832104"/>
                </a:cubicBezTo>
                <a:cubicBezTo>
                  <a:pt x="-2987" y="1107948"/>
                  <a:pt x="109789" y="1402842"/>
                  <a:pt x="274381" y="165506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Freeform 16"/>
          <p:cNvSpPr/>
          <p:nvPr/>
        </p:nvSpPr>
        <p:spPr>
          <a:xfrm flipH="1">
            <a:off x="2633928" y="2818751"/>
            <a:ext cx="238972" cy="1351404"/>
          </a:xfrm>
          <a:custGeom>
            <a:avLst/>
            <a:gdLst>
              <a:gd name="connsiteX0" fmla="*/ 422019 w 422019"/>
              <a:gd name="connsiteY0" fmla="*/ 0 h 1417320"/>
              <a:gd name="connsiteX1" fmla="*/ 1395 w 422019"/>
              <a:gd name="connsiteY1" fmla="*/ 676656 h 1417320"/>
              <a:gd name="connsiteX2" fmla="*/ 312291 w 422019"/>
              <a:gd name="connsiteY2" fmla="*/ 1417320 h 1417320"/>
              <a:gd name="connsiteX0" fmla="*/ 292680 w 310968"/>
              <a:gd name="connsiteY0" fmla="*/ 0 h 1572768"/>
              <a:gd name="connsiteX1" fmla="*/ 72 w 310968"/>
              <a:gd name="connsiteY1" fmla="*/ 832104 h 1572768"/>
              <a:gd name="connsiteX2" fmla="*/ 310968 w 310968"/>
              <a:gd name="connsiteY2" fmla="*/ 1572768 h 1572768"/>
              <a:gd name="connsiteX0" fmla="*/ 292669 w 292669"/>
              <a:gd name="connsiteY0" fmla="*/ 0 h 1655064"/>
              <a:gd name="connsiteX1" fmla="*/ 61 w 292669"/>
              <a:gd name="connsiteY1" fmla="*/ 832104 h 1655064"/>
              <a:gd name="connsiteX2" fmla="*/ 274381 w 292669"/>
              <a:gd name="connsiteY2" fmla="*/ 1655064 h 1655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669" h="1655064">
                <a:moveTo>
                  <a:pt x="292669" y="0"/>
                </a:moveTo>
                <a:cubicBezTo>
                  <a:pt x="91501" y="220218"/>
                  <a:pt x="3109" y="556260"/>
                  <a:pt x="61" y="832104"/>
                </a:cubicBezTo>
                <a:cubicBezTo>
                  <a:pt x="-2987" y="1107948"/>
                  <a:pt x="109789" y="1402842"/>
                  <a:pt x="274381" y="165506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846868" y="3393231"/>
                <a:ext cx="21993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68" y="3393231"/>
                <a:ext cx="219932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2824223" y="3388424"/>
                <a:ext cx="42409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223" y="3388424"/>
                <a:ext cx="424090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Freeform 31"/>
          <p:cNvSpPr/>
          <p:nvPr/>
        </p:nvSpPr>
        <p:spPr>
          <a:xfrm>
            <a:off x="1790313" y="1644050"/>
            <a:ext cx="334038" cy="331006"/>
          </a:xfrm>
          <a:custGeom>
            <a:avLst/>
            <a:gdLst>
              <a:gd name="connsiteX0" fmla="*/ 22265 w 406526"/>
              <a:gd name="connsiteY0" fmla="*/ 657565 h 657565"/>
              <a:gd name="connsiteX1" fmla="*/ 13121 w 406526"/>
              <a:gd name="connsiteY1" fmla="*/ 127213 h 657565"/>
              <a:gd name="connsiteX2" fmla="*/ 177713 w 406526"/>
              <a:gd name="connsiteY2" fmla="*/ 35773 h 657565"/>
              <a:gd name="connsiteX3" fmla="*/ 369737 w 406526"/>
              <a:gd name="connsiteY3" fmla="*/ 54061 h 657565"/>
              <a:gd name="connsiteX4" fmla="*/ 406313 w 406526"/>
              <a:gd name="connsiteY4" fmla="*/ 648421 h 657565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4286 w 408418"/>
              <a:gd name="connsiteY0" fmla="*/ 694963 h 694963"/>
              <a:gd name="connsiteX1" fmla="*/ 15142 w 408418"/>
              <a:gd name="connsiteY1" fmla="*/ 164611 h 694963"/>
              <a:gd name="connsiteX2" fmla="*/ 207166 w 408418"/>
              <a:gd name="connsiteY2" fmla="*/ 9163 h 694963"/>
              <a:gd name="connsiteX3" fmla="*/ 371758 w 408418"/>
              <a:gd name="connsiteY3" fmla="*/ 91459 h 694963"/>
              <a:gd name="connsiteX4" fmla="*/ 408334 w 408418"/>
              <a:gd name="connsiteY4" fmla="*/ 685819 h 694963"/>
              <a:gd name="connsiteX0" fmla="*/ 24286 w 409096"/>
              <a:gd name="connsiteY0" fmla="*/ 685848 h 685848"/>
              <a:gd name="connsiteX1" fmla="*/ 15142 w 409096"/>
              <a:gd name="connsiteY1" fmla="*/ 155496 h 685848"/>
              <a:gd name="connsiteX2" fmla="*/ 207166 w 409096"/>
              <a:gd name="connsiteY2" fmla="*/ 48 h 685848"/>
              <a:gd name="connsiteX3" fmla="*/ 380902 w 409096"/>
              <a:gd name="connsiteY3" fmla="*/ 146352 h 685848"/>
              <a:gd name="connsiteX4" fmla="*/ 408334 w 409096"/>
              <a:gd name="connsiteY4" fmla="*/ 676704 h 68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096" h="685848">
                <a:moveTo>
                  <a:pt x="24286" y="685848"/>
                </a:moveTo>
                <a:cubicBezTo>
                  <a:pt x="6760" y="472488"/>
                  <a:pt x="-15338" y="269796"/>
                  <a:pt x="15142" y="155496"/>
                </a:cubicBezTo>
                <a:cubicBezTo>
                  <a:pt x="45622" y="41196"/>
                  <a:pt x="146206" y="1572"/>
                  <a:pt x="207166" y="48"/>
                </a:cubicBezTo>
                <a:cubicBezTo>
                  <a:pt x="268126" y="-1476"/>
                  <a:pt x="347374" y="33576"/>
                  <a:pt x="380902" y="146352"/>
                </a:cubicBezTo>
                <a:cubicBezTo>
                  <a:pt x="414430" y="259128"/>
                  <a:pt x="409096" y="430578"/>
                  <a:pt x="408334" y="67670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5" name="Freeform 34"/>
          <p:cNvSpPr/>
          <p:nvPr/>
        </p:nvSpPr>
        <p:spPr>
          <a:xfrm>
            <a:off x="4834736" y="2475301"/>
            <a:ext cx="334038" cy="331006"/>
          </a:xfrm>
          <a:custGeom>
            <a:avLst/>
            <a:gdLst>
              <a:gd name="connsiteX0" fmla="*/ 22265 w 406526"/>
              <a:gd name="connsiteY0" fmla="*/ 657565 h 657565"/>
              <a:gd name="connsiteX1" fmla="*/ 13121 w 406526"/>
              <a:gd name="connsiteY1" fmla="*/ 127213 h 657565"/>
              <a:gd name="connsiteX2" fmla="*/ 177713 w 406526"/>
              <a:gd name="connsiteY2" fmla="*/ 35773 h 657565"/>
              <a:gd name="connsiteX3" fmla="*/ 369737 w 406526"/>
              <a:gd name="connsiteY3" fmla="*/ 54061 h 657565"/>
              <a:gd name="connsiteX4" fmla="*/ 406313 w 406526"/>
              <a:gd name="connsiteY4" fmla="*/ 648421 h 657565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4286 w 408418"/>
              <a:gd name="connsiteY0" fmla="*/ 694963 h 694963"/>
              <a:gd name="connsiteX1" fmla="*/ 15142 w 408418"/>
              <a:gd name="connsiteY1" fmla="*/ 164611 h 694963"/>
              <a:gd name="connsiteX2" fmla="*/ 207166 w 408418"/>
              <a:gd name="connsiteY2" fmla="*/ 9163 h 694963"/>
              <a:gd name="connsiteX3" fmla="*/ 371758 w 408418"/>
              <a:gd name="connsiteY3" fmla="*/ 91459 h 694963"/>
              <a:gd name="connsiteX4" fmla="*/ 408334 w 408418"/>
              <a:gd name="connsiteY4" fmla="*/ 685819 h 694963"/>
              <a:gd name="connsiteX0" fmla="*/ 24286 w 409096"/>
              <a:gd name="connsiteY0" fmla="*/ 685848 h 685848"/>
              <a:gd name="connsiteX1" fmla="*/ 15142 w 409096"/>
              <a:gd name="connsiteY1" fmla="*/ 155496 h 685848"/>
              <a:gd name="connsiteX2" fmla="*/ 207166 w 409096"/>
              <a:gd name="connsiteY2" fmla="*/ 48 h 685848"/>
              <a:gd name="connsiteX3" fmla="*/ 380902 w 409096"/>
              <a:gd name="connsiteY3" fmla="*/ 146352 h 685848"/>
              <a:gd name="connsiteX4" fmla="*/ 408334 w 409096"/>
              <a:gd name="connsiteY4" fmla="*/ 676704 h 68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096" h="685848">
                <a:moveTo>
                  <a:pt x="24286" y="685848"/>
                </a:moveTo>
                <a:cubicBezTo>
                  <a:pt x="6760" y="472488"/>
                  <a:pt x="-15338" y="269796"/>
                  <a:pt x="15142" y="155496"/>
                </a:cubicBezTo>
                <a:cubicBezTo>
                  <a:pt x="45622" y="41196"/>
                  <a:pt x="146206" y="1572"/>
                  <a:pt x="207166" y="48"/>
                </a:cubicBezTo>
                <a:cubicBezTo>
                  <a:pt x="268126" y="-1476"/>
                  <a:pt x="347374" y="33576"/>
                  <a:pt x="380902" y="146352"/>
                </a:cubicBezTo>
                <a:cubicBezTo>
                  <a:pt x="414430" y="259128"/>
                  <a:pt x="409096" y="430578"/>
                  <a:pt x="408334" y="67670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" name="Freeform 35"/>
          <p:cNvSpPr/>
          <p:nvPr/>
        </p:nvSpPr>
        <p:spPr>
          <a:xfrm flipV="1">
            <a:off x="1795634" y="4991451"/>
            <a:ext cx="334038" cy="331006"/>
          </a:xfrm>
          <a:custGeom>
            <a:avLst/>
            <a:gdLst>
              <a:gd name="connsiteX0" fmla="*/ 22265 w 406526"/>
              <a:gd name="connsiteY0" fmla="*/ 657565 h 657565"/>
              <a:gd name="connsiteX1" fmla="*/ 13121 w 406526"/>
              <a:gd name="connsiteY1" fmla="*/ 127213 h 657565"/>
              <a:gd name="connsiteX2" fmla="*/ 177713 w 406526"/>
              <a:gd name="connsiteY2" fmla="*/ 35773 h 657565"/>
              <a:gd name="connsiteX3" fmla="*/ 369737 w 406526"/>
              <a:gd name="connsiteY3" fmla="*/ 54061 h 657565"/>
              <a:gd name="connsiteX4" fmla="*/ 406313 w 406526"/>
              <a:gd name="connsiteY4" fmla="*/ 648421 h 657565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4286 w 408418"/>
              <a:gd name="connsiteY0" fmla="*/ 694963 h 694963"/>
              <a:gd name="connsiteX1" fmla="*/ 15142 w 408418"/>
              <a:gd name="connsiteY1" fmla="*/ 164611 h 694963"/>
              <a:gd name="connsiteX2" fmla="*/ 207166 w 408418"/>
              <a:gd name="connsiteY2" fmla="*/ 9163 h 694963"/>
              <a:gd name="connsiteX3" fmla="*/ 371758 w 408418"/>
              <a:gd name="connsiteY3" fmla="*/ 91459 h 694963"/>
              <a:gd name="connsiteX4" fmla="*/ 408334 w 408418"/>
              <a:gd name="connsiteY4" fmla="*/ 685819 h 694963"/>
              <a:gd name="connsiteX0" fmla="*/ 24286 w 409096"/>
              <a:gd name="connsiteY0" fmla="*/ 685848 h 685848"/>
              <a:gd name="connsiteX1" fmla="*/ 15142 w 409096"/>
              <a:gd name="connsiteY1" fmla="*/ 155496 h 685848"/>
              <a:gd name="connsiteX2" fmla="*/ 207166 w 409096"/>
              <a:gd name="connsiteY2" fmla="*/ 48 h 685848"/>
              <a:gd name="connsiteX3" fmla="*/ 380902 w 409096"/>
              <a:gd name="connsiteY3" fmla="*/ 146352 h 685848"/>
              <a:gd name="connsiteX4" fmla="*/ 408334 w 409096"/>
              <a:gd name="connsiteY4" fmla="*/ 676704 h 68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096" h="685848">
                <a:moveTo>
                  <a:pt x="24286" y="685848"/>
                </a:moveTo>
                <a:cubicBezTo>
                  <a:pt x="6760" y="472488"/>
                  <a:pt x="-15338" y="269796"/>
                  <a:pt x="15142" y="155496"/>
                </a:cubicBezTo>
                <a:cubicBezTo>
                  <a:pt x="45622" y="41196"/>
                  <a:pt x="146206" y="1572"/>
                  <a:pt x="207166" y="48"/>
                </a:cubicBezTo>
                <a:cubicBezTo>
                  <a:pt x="268126" y="-1476"/>
                  <a:pt x="347374" y="33576"/>
                  <a:pt x="380902" y="146352"/>
                </a:cubicBezTo>
                <a:cubicBezTo>
                  <a:pt x="414430" y="259128"/>
                  <a:pt x="409096" y="430578"/>
                  <a:pt x="408334" y="67670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1847104" y="1399401"/>
                <a:ext cx="21993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104" y="1399401"/>
                <a:ext cx="219932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4845361" y="2218958"/>
                <a:ext cx="21993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361" y="2218958"/>
                <a:ext cx="21993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1735657" y="5317051"/>
                <a:ext cx="42409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657" y="5317051"/>
                <a:ext cx="424090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3183917" y="4385006"/>
                <a:ext cx="42409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917" y="4385006"/>
                <a:ext cx="424090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/>
              <p:cNvSpPr/>
              <p:nvPr/>
            </p:nvSpPr>
            <p:spPr>
              <a:xfrm>
                <a:off x="1287501" y="1957636"/>
                <a:ext cx="1395103" cy="124438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5760" tIns="0" rIns="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501" y="1957636"/>
                <a:ext cx="1395103" cy="1244387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1287501" y="3757020"/>
                <a:ext cx="1395103" cy="124438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1097280" bIns="0" rtlCol="0" anchor="ctr"/>
              <a:lstStyle/>
              <a:p>
                <a:pPr marL="1101725"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he-IL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501" y="3757020"/>
                <a:ext cx="1395103" cy="1244387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/>
              <p:cNvSpPr/>
              <p:nvPr/>
            </p:nvSpPr>
            <p:spPr>
              <a:xfrm>
                <a:off x="4210719" y="2792573"/>
                <a:ext cx="1541641" cy="137509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0" tIns="0" rIns="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719" y="2792573"/>
                <a:ext cx="1541641" cy="1375094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1056045" y="2573179"/>
            <a:ext cx="4897906" cy="1806851"/>
            <a:chOff x="1056045" y="2573179"/>
            <a:chExt cx="4897906" cy="1806851"/>
          </a:xfrm>
        </p:grpSpPr>
        <p:cxnSp>
          <p:nvCxnSpPr>
            <p:cNvPr id="11" name="Straight Arrow Connector 10"/>
            <p:cNvCxnSpPr>
              <a:endCxn id="9" idx="2"/>
            </p:cNvCxnSpPr>
            <p:nvPr/>
          </p:nvCxnSpPr>
          <p:spPr>
            <a:xfrm>
              <a:off x="1085910" y="2573179"/>
              <a:ext cx="201591" cy="665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Arrow Connector 13"/>
            <p:cNvCxnSpPr>
              <a:endCxn id="10" idx="2"/>
            </p:cNvCxnSpPr>
            <p:nvPr/>
          </p:nvCxnSpPr>
          <p:spPr>
            <a:xfrm flipV="1">
              <a:off x="1056045" y="4379214"/>
              <a:ext cx="231456" cy="81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" name="Straight Arrow Connector 41"/>
            <p:cNvCxnSpPr>
              <a:endCxn id="19" idx="6"/>
            </p:cNvCxnSpPr>
            <p:nvPr/>
          </p:nvCxnSpPr>
          <p:spPr>
            <a:xfrm flipH="1" flipV="1">
              <a:off x="5752360" y="3480120"/>
              <a:ext cx="201591" cy="395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8" name="Oval 17"/>
          <p:cNvSpPr/>
          <p:nvPr/>
        </p:nvSpPr>
        <p:spPr>
          <a:xfrm>
            <a:off x="4281802" y="2851106"/>
            <a:ext cx="1395103" cy="1244387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101725"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1" name="Oval 50"/>
          <p:cNvSpPr>
            <a:spLocks noChangeAspect="1"/>
          </p:cNvSpPr>
          <p:nvPr/>
        </p:nvSpPr>
        <p:spPr>
          <a:xfrm>
            <a:off x="4390610" y="2922462"/>
            <a:ext cx="1183993" cy="108883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101725"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52" name="Oval 51"/>
          <p:cNvSpPr>
            <a:spLocks noChangeAspect="1"/>
          </p:cNvSpPr>
          <p:nvPr/>
        </p:nvSpPr>
        <p:spPr>
          <a:xfrm>
            <a:off x="1395419" y="3834794"/>
            <a:ext cx="1183993" cy="108883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101725"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7" name="Oval 56"/>
          <p:cNvSpPr>
            <a:spLocks noChangeAspect="1"/>
          </p:cNvSpPr>
          <p:nvPr/>
        </p:nvSpPr>
        <p:spPr>
          <a:xfrm>
            <a:off x="7087192" y="4094633"/>
            <a:ext cx="1106475" cy="101755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101725" algn="ctr"/>
            <a:endParaRPr lang="en-US" sz="12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6863669" y="1838519"/>
                <a:ext cx="1395103" cy="124438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5760" tIns="0" rIns="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669" y="1838519"/>
                <a:ext cx="1395103" cy="1244387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/>
              <p:cNvSpPr/>
              <p:nvPr/>
            </p:nvSpPr>
            <p:spPr>
              <a:xfrm>
                <a:off x="6947490" y="3973579"/>
                <a:ext cx="1395103" cy="124438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0" rIns="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Oval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490" y="3973579"/>
                <a:ext cx="1395103" cy="1244387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Freeform 42"/>
          <p:cNvSpPr/>
          <p:nvPr/>
        </p:nvSpPr>
        <p:spPr>
          <a:xfrm>
            <a:off x="7394201" y="1536260"/>
            <a:ext cx="334038" cy="331006"/>
          </a:xfrm>
          <a:custGeom>
            <a:avLst/>
            <a:gdLst>
              <a:gd name="connsiteX0" fmla="*/ 22265 w 406526"/>
              <a:gd name="connsiteY0" fmla="*/ 657565 h 657565"/>
              <a:gd name="connsiteX1" fmla="*/ 13121 w 406526"/>
              <a:gd name="connsiteY1" fmla="*/ 127213 h 657565"/>
              <a:gd name="connsiteX2" fmla="*/ 177713 w 406526"/>
              <a:gd name="connsiteY2" fmla="*/ 35773 h 657565"/>
              <a:gd name="connsiteX3" fmla="*/ 369737 w 406526"/>
              <a:gd name="connsiteY3" fmla="*/ 54061 h 657565"/>
              <a:gd name="connsiteX4" fmla="*/ 406313 w 406526"/>
              <a:gd name="connsiteY4" fmla="*/ 648421 h 657565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4286 w 408418"/>
              <a:gd name="connsiteY0" fmla="*/ 694963 h 694963"/>
              <a:gd name="connsiteX1" fmla="*/ 15142 w 408418"/>
              <a:gd name="connsiteY1" fmla="*/ 164611 h 694963"/>
              <a:gd name="connsiteX2" fmla="*/ 207166 w 408418"/>
              <a:gd name="connsiteY2" fmla="*/ 9163 h 694963"/>
              <a:gd name="connsiteX3" fmla="*/ 371758 w 408418"/>
              <a:gd name="connsiteY3" fmla="*/ 91459 h 694963"/>
              <a:gd name="connsiteX4" fmla="*/ 408334 w 408418"/>
              <a:gd name="connsiteY4" fmla="*/ 685819 h 694963"/>
              <a:gd name="connsiteX0" fmla="*/ 24286 w 409096"/>
              <a:gd name="connsiteY0" fmla="*/ 685848 h 685848"/>
              <a:gd name="connsiteX1" fmla="*/ 15142 w 409096"/>
              <a:gd name="connsiteY1" fmla="*/ 155496 h 685848"/>
              <a:gd name="connsiteX2" fmla="*/ 207166 w 409096"/>
              <a:gd name="connsiteY2" fmla="*/ 48 h 685848"/>
              <a:gd name="connsiteX3" fmla="*/ 380902 w 409096"/>
              <a:gd name="connsiteY3" fmla="*/ 146352 h 685848"/>
              <a:gd name="connsiteX4" fmla="*/ 408334 w 409096"/>
              <a:gd name="connsiteY4" fmla="*/ 676704 h 68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096" h="685848">
                <a:moveTo>
                  <a:pt x="24286" y="685848"/>
                </a:moveTo>
                <a:cubicBezTo>
                  <a:pt x="6760" y="472488"/>
                  <a:pt x="-15338" y="269796"/>
                  <a:pt x="15142" y="155496"/>
                </a:cubicBezTo>
                <a:cubicBezTo>
                  <a:pt x="45622" y="41196"/>
                  <a:pt x="146206" y="1572"/>
                  <a:pt x="207166" y="48"/>
                </a:cubicBezTo>
                <a:cubicBezTo>
                  <a:pt x="268126" y="-1476"/>
                  <a:pt x="347374" y="33576"/>
                  <a:pt x="380902" y="146352"/>
                </a:cubicBezTo>
                <a:cubicBezTo>
                  <a:pt x="414430" y="259128"/>
                  <a:pt x="409096" y="430578"/>
                  <a:pt x="408334" y="67670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7436923" y="1304544"/>
                <a:ext cx="21993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923" y="1304544"/>
                <a:ext cx="21993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Freeform 44"/>
          <p:cNvSpPr/>
          <p:nvPr/>
        </p:nvSpPr>
        <p:spPr>
          <a:xfrm>
            <a:off x="6832441" y="2907573"/>
            <a:ext cx="238972" cy="1351404"/>
          </a:xfrm>
          <a:custGeom>
            <a:avLst/>
            <a:gdLst>
              <a:gd name="connsiteX0" fmla="*/ 422019 w 422019"/>
              <a:gd name="connsiteY0" fmla="*/ 0 h 1417320"/>
              <a:gd name="connsiteX1" fmla="*/ 1395 w 422019"/>
              <a:gd name="connsiteY1" fmla="*/ 676656 h 1417320"/>
              <a:gd name="connsiteX2" fmla="*/ 312291 w 422019"/>
              <a:gd name="connsiteY2" fmla="*/ 1417320 h 1417320"/>
              <a:gd name="connsiteX0" fmla="*/ 292680 w 310968"/>
              <a:gd name="connsiteY0" fmla="*/ 0 h 1572768"/>
              <a:gd name="connsiteX1" fmla="*/ 72 w 310968"/>
              <a:gd name="connsiteY1" fmla="*/ 832104 h 1572768"/>
              <a:gd name="connsiteX2" fmla="*/ 310968 w 310968"/>
              <a:gd name="connsiteY2" fmla="*/ 1572768 h 1572768"/>
              <a:gd name="connsiteX0" fmla="*/ 292669 w 292669"/>
              <a:gd name="connsiteY0" fmla="*/ 0 h 1655064"/>
              <a:gd name="connsiteX1" fmla="*/ 61 w 292669"/>
              <a:gd name="connsiteY1" fmla="*/ 832104 h 1655064"/>
              <a:gd name="connsiteX2" fmla="*/ 274381 w 292669"/>
              <a:gd name="connsiteY2" fmla="*/ 1655064 h 1655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669" h="1655064">
                <a:moveTo>
                  <a:pt x="292669" y="0"/>
                </a:moveTo>
                <a:cubicBezTo>
                  <a:pt x="91501" y="220218"/>
                  <a:pt x="3109" y="556260"/>
                  <a:pt x="61" y="832104"/>
                </a:cubicBezTo>
                <a:cubicBezTo>
                  <a:pt x="-2987" y="1107948"/>
                  <a:pt x="109789" y="1402842"/>
                  <a:pt x="274381" y="165506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6588949" y="3374970"/>
                <a:ext cx="30867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949" y="3374970"/>
                <a:ext cx="30867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Freeform 46"/>
          <p:cNvSpPr/>
          <p:nvPr/>
        </p:nvSpPr>
        <p:spPr>
          <a:xfrm flipH="1">
            <a:off x="8138997" y="2813987"/>
            <a:ext cx="238972" cy="1351404"/>
          </a:xfrm>
          <a:custGeom>
            <a:avLst/>
            <a:gdLst>
              <a:gd name="connsiteX0" fmla="*/ 422019 w 422019"/>
              <a:gd name="connsiteY0" fmla="*/ 0 h 1417320"/>
              <a:gd name="connsiteX1" fmla="*/ 1395 w 422019"/>
              <a:gd name="connsiteY1" fmla="*/ 676656 h 1417320"/>
              <a:gd name="connsiteX2" fmla="*/ 312291 w 422019"/>
              <a:gd name="connsiteY2" fmla="*/ 1417320 h 1417320"/>
              <a:gd name="connsiteX0" fmla="*/ 292680 w 310968"/>
              <a:gd name="connsiteY0" fmla="*/ 0 h 1572768"/>
              <a:gd name="connsiteX1" fmla="*/ 72 w 310968"/>
              <a:gd name="connsiteY1" fmla="*/ 832104 h 1572768"/>
              <a:gd name="connsiteX2" fmla="*/ 310968 w 310968"/>
              <a:gd name="connsiteY2" fmla="*/ 1572768 h 1572768"/>
              <a:gd name="connsiteX0" fmla="*/ 292669 w 292669"/>
              <a:gd name="connsiteY0" fmla="*/ 0 h 1655064"/>
              <a:gd name="connsiteX1" fmla="*/ 61 w 292669"/>
              <a:gd name="connsiteY1" fmla="*/ 832104 h 1655064"/>
              <a:gd name="connsiteX2" fmla="*/ 274381 w 292669"/>
              <a:gd name="connsiteY2" fmla="*/ 1655064 h 1655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669" h="1655064">
                <a:moveTo>
                  <a:pt x="292669" y="0"/>
                </a:moveTo>
                <a:cubicBezTo>
                  <a:pt x="91501" y="220218"/>
                  <a:pt x="3109" y="556260"/>
                  <a:pt x="61" y="832104"/>
                </a:cubicBezTo>
                <a:cubicBezTo>
                  <a:pt x="-2987" y="1107948"/>
                  <a:pt x="109789" y="1402842"/>
                  <a:pt x="274381" y="165506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8295662" y="3303288"/>
                <a:ext cx="42409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662" y="3303288"/>
                <a:ext cx="424090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Freeform 54"/>
          <p:cNvSpPr/>
          <p:nvPr/>
        </p:nvSpPr>
        <p:spPr>
          <a:xfrm flipV="1">
            <a:off x="7461840" y="5195756"/>
            <a:ext cx="334038" cy="331006"/>
          </a:xfrm>
          <a:custGeom>
            <a:avLst/>
            <a:gdLst>
              <a:gd name="connsiteX0" fmla="*/ 22265 w 406526"/>
              <a:gd name="connsiteY0" fmla="*/ 657565 h 657565"/>
              <a:gd name="connsiteX1" fmla="*/ 13121 w 406526"/>
              <a:gd name="connsiteY1" fmla="*/ 127213 h 657565"/>
              <a:gd name="connsiteX2" fmla="*/ 177713 w 406526"/>
              <a:gd name="connsiteY2" fmla="*/ 35773 h 657565"/>
              <a:gd name="connsiteX3" fmla="*/ 369737 w 406526"/>
              <a:gd name="connsiteY3" fmla="*/ 54061 h 657565"/>
              <a:gd name="connsiteX4" fmla="*/ 406313 w 406526"/>
              <a:gd name="connsiteY4" fmla="*/ 648421 h 657565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4286 w 408418"/>
              <a:gd name="connsiteY0" fmla="*/ 694963 h 694963"/>
              <a:gd name="connsiteX1" fmla="*/ 15142 w 408418"/>
              <a:gd name="connsiteY1" fmla="*/ 164611 h 694963"/>
              <a:gd name="connsiteX2" fmla="*/ 207166 w 408418"/>
              <a:gd name="connsiteY2" fmla="*/ 9163 h 694963"/>
              <a:gd name="connsiteX3" fmla="*/ 371758 w 408418"/>
              <a:gd name="connsiteY3" fmla="*/ 91459 h 694963"/>
              <a:gd name="connsiteX4" fmla="*/ 408334 w 408418"/>
              <a:gd name="connsiteY4" fmla="*/ 685819 h 694963"/>
              <a:gd name="connsiteX0" fmla="*/ 24286 w 409096"/>
              <a:gd name="connsiteY0" fmla="*/ 685848 h 685848"/>
              <a:gd name="connsiteX1" fmla="*/ 15142 w 409096"/>
              <a:gd name="connsiteY1" fmla="*/ 155496 h 685848"/>
              <a:gd name="connsiteX2" fmla="*/ 207166 w 409096"/>
              <a:gd name="connsiteY2" fmla="*/ 48 h 685848"/>
              <a:gd name="connsiteX3" fmla="*/ 380902 w 409096"/>
              <a:gd name="connsiteY3" fmla="*/ 146352 h 685848"/>
              <a:gd name="connsiteX4" fmla="*/ 408334 w 409096"/>
              <a:gd name="connsiteY4" fmla="*/ 676704 h 68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096" h="685848">
                <a:moveTo>
                  <a:pt x="24286" y="685848"/>
                </a:moveTo>
                <a:cubicBezTo>
                  <a:pt x="6760" y="472488"/>
                  <a:pt x="-15338" y="269796"/>
                  <a:pt x="15142" y="155496"/>
                </a:cubicBezTo>
                <a:cubicBezTo>
                  <a:pt x="45622" y="41196"/>
                  <a:pt x="146206" y="1572"/>
                  <a:pt x="207166" y="48"/>
                </a:cubicBezTo>
                <a:cubicBezTo>
                  <a:pt x="268126" y="-1476"/>
                  <a:pt x="347374" y="33576"/>
                  <a:pt x="380902" y="146352"/>
                </a:cubicBezTo>
                <a:cubicBezTo>
                  <a:pt x="414430" y="259128"/>
                  <a:pt x="409096" y="430578"/>
                  <a:pt x="408334" y="67670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7351813" y="5481011"/>
                <a:ext cx="42409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1813" y="5481011"/>
                <a:ext cx="424090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Oval 57"/>
          <p:cNvSpPr/>
          <p:nvPr/>
        </p:nvSpPr>
        <p:spPr>
          <a:xfrm>
            <a:off x="6932234" y="1915025"/>
            <a:ext cx="1229309" cy="1096504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101725"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7014235" y="4043319"/>
            <a:ext cx="1262506" cy="1126115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101725"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8" name="Freeform 47"/>
          <p:cNvSpPr/>
          <p:nvPr/>
        </p:nvSpPr>
        <p:spPr>
          <a:xfrm>
            <a:off x="2661719" y="3888925"/>
            <a:ext cx="1711105" cy="634637"/>
          </a:xfrm>
          <a:custGeom>
            <a:avLst/>
            <a:gdLst>
              <a:gd name="connsiteX0" fmla="*/ 1984248 w 1984248"/>
              <a:gd name="connsiteY0" fmla="*/ 0 h 777240"/>
              <a:gd name="connsiteX1" fmla="*/ 1380744 w 1984248"/>
              <a:gd name="connsiteY1" fmla="*/ 466344 h 777240"/>
              <a:gd name="connsiteX2" fmla="*/ 0 w 1984248"/>
              <a:gd name="connsiteY2" fmla="*/ 777240 h 77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4248" h="777240">
                <a:moveTo>
                  <a:pt x="1984248" y="0"/>
                </a:moveTo>
                <a:cubicBezTo>
                  <a:pt x="1847850" y="168402"/>
                  <a:pt x="1711452" y="336804"/>
                  <a:pt x="1380744" y="466344"/>
                </a:cubicBezTo>
                <a:cubicBezTo>
                  <a:pt x="1050036" y="595884"/>
                  <a:pt x="525018" y="686562"/>
                  <a:pt x="0" y="77724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itle 1">
                <a:extLst>
                  <a:ext uri="{FF2B5EF4-FFF2-40B4-BE49-F238E27FC236}">
                    <a16:creationId xmlns:a16="http://schemas.microsoft.com/office/drawing/2014/main" id="{924A1A23-92B7-44F9-BE70-AA8A2A6DC57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914400" y="-76200"/>
                <a:ext cx="7772400" cy="1143000"/>
              </a:xfrm>
            </p:spPr>
            <p:txBody>
              <a:bodyPr/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דוגמה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עבור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sym typeface="Symbol"/>
                      </a:rPr>
                      <m:t>Words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b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</m:t>
                        </m:r>
                        <m:r>
                          <m:rPr>
                            <m:nor/>
                          </m:rPr>
                          <a:rPr lang="en-US" dirty="0">
                            <a:latin typeface="Gisha" panose="020B0502040204020203" pitchFamily="34" charset="-79"/>
                            <a:cs typeface="Gisha" panose="020B0502040204020203" pitchFamily="34" charset="-79"/>
                            <a:sym typeface="Symbol"/>
                          </a:rPr>
                          <m:t>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he-IL">
                    <a:latin typeface="cmmi10"/>
                  </a:rPr>
                  <a:t> </a:t>
                </a:r>
                <a:endParaRPr lang="he-IL"/>
              </a:p>
            </p:txBody>
          </p:sp>
        </mc:Choice>
        <mc:Fallback xmlns="">
          <p:sp>
            <p:nvSpPr>
              <p:cNvPr id="53" name="Title 1">
                <a:extLst>
                  <a:ext uri="{FF2B5EF4-FFF2-40B4-BE49-F238E27FC236}">
                    <a16:creationId xmlns:a16="http://schemas.microsoft.com/office/drawing/2014/main" id="{924A1A23-92B7-44F9-BE70-AA8A2A6DC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14400" y="-76200"/>
                <a:ext cx="7772400" cy="1143000"/>
              </a:xfrm>
              <a:blipFill>
                <a:blip r:embed="rId15"/>
                <a:stretch>
                  <a:fillRect b="-18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0116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23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22055" y="6113745"/>
                <a:ext cx="8382000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marL="742950" indent="-742950" algn="ctr"/>
                <a:r>
                  <a:rPr lang="he-IL" sz="2400">
                    <a:solidFill>
                      <a:schemeClr val="accent5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טענה</a:t>
                </a:r>
                <a:r>
                  <a:rPr lang="he-IL" sz="2400">
                    <a:solidFill>
                      <a:schemeClr val="accent5">
                        <a:lumMod val="50000"/>
                      </a:schemeClr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𝒢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𝑊𝑜𝑟𝑑𝑠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sz="2400" dirty="0">
                            <a:latin typeface="cmsy10"/>
                            <a:sym typeface="Symbol"/>
                          </a:rPr>
                          <m:t>}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Symbol"/>
                            <a:sym typeface="Symbol"/>
                          </a:rPr>
                          <m:t>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he-IL" sz="240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55" y="6113745"/>
                <a:ext cx="83820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 14"/>
          <p:cNvSpPr/>
          <p:nvPr/>
        </p:nvSpPr>
        <p:spPr>
          <a:xfrm>
            <a:off x="1101934" y="2818751"/>
            <a:ext cx="238972" cy="1351404"/>
          </a:xfrm>
          <a:custGeom>
            <a:avLst/>
            <a:gdLst>
              <a:gd name="connsiteX0" fmla="*/ 422019 w 422019"/>
              <a:gd name="connsiteY0" fmla="*/ 0 h 1417320"/>
              <a:gd name="connsiteX1" fmla="*/ 1395 w 422019"/>
              <a:gd name="connsiteY1" fmla="*/ 676656 h 1417320"/>
              <a:gd name="connsiteX2" fmla="*/ 312291 w 422019"/>
              <a:gd name="connsiteY2" fmla="*/ 1417320 h 1417320"/>
              <a:gd name="connsiteX0" fmla="*/ 292680 w 310968"/>
              <a:gd name="connsiteY0" fmla="*/ 0 h 1572768"/>
              <a:gd name="connsiteX1" fmla="*/ 72 w 310968"/>
              <a:gd name="connsiteY1" fmla="*/ 832104 h 1572768"/>
              <a:gd name="connsiteX2" fmla="*/ 310968 w 310968"/>
              <a:gd name="connsiteY2" fmla="*/ 1572768 h 1572768"/>
              <a:gd name="connsiteX0" fmla="*/ 292669 w 292669"/>
              <a:gd name="connsiteY0" fmla="*/ 0 h 1655064"/>
              <a:gd name="connsiteX1" fmla="*/ 61 w 292669"/>
              <a:gd name="connsiteY1" fmla="*/ 832104 h 1655064"/>
              <a:gd name="connsiteX2" fmla="*/ 274381 w 292669"/>
              <a:gd name="connsiteY2" fmla="*/ 1655064 h 1655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669" h="1655064">
                <a:moveTo>
                  <a:pt x="292669" y="0"/>
                </a:moveTo>
                <a:cubicBezTo>
                  <a:pt x="91501" y="220218"/>
                  <a:pt x="3109" y="556260"/>
                  <a:pt x="61" y="832104"/>
                </a:cubicBezTo>
                <a:cubicBezTo>
                  <a:pt x="-2987" y="1107948"/>
                  <a:pt x="109789" y="1402842"/>
                  <a:pt x="274381" y="165506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Freeform 16"/>
          <p:cNvSpPr/>
          <p:nvPr/>
        </p:nvSpPr>
        <p:spPr>
          <a:xfrm flipH="1">
            <a:off x="2633928" y="2818751"/>
            <a:ext cx="238972" cy="1351404"/>
          </a:xfrm>
          <a:custGeom>
            <a:avLst/>
            <a:gdLst>
              <a:gd name="connsiteX0" fmla="*/ 422019 w 422019"/>
              <a:gd name="connsiteY0" fmla="*/ 0 h 1417320"/>
              <a:gd name="connsiteX1" fmla="*/ 1395 w 422019"/>
              <a:gd name="connsiteY1" fmla="*/ 676656 h 1417320"/>
              <a:gd name="connsiteX2" fmla="*/ 312291 w 422019"/>
              <a:gd name="connsiteY2" fmla="*/ 1417320 h 1417320"/>
              <a:gd name="connsiteX0" fmla="*/ 292680 w 310968"/>
              <a:gd name="connsiteY0" fmla="*/ 0 h 1572768"/>
              <a:gd name="connsiteX1" fmla="*/ 72 w 310968"/>
              <a:gd name="connsiteY1" fmla="*/ 832104 h 1572768"/>
              <a:gd name="connsiteX2" fmla="*/ 310968 w 310968"/>
              <a:gd name="connsiteY2" fmla="*/ 1572768 h 1572768"/>
              <a:gd name="connsiteX0" fmla="*/ 292669 w 292669"/>
              <a:gd name="connsiteY0" fmla="*/ 0 h 1655064"/>
              <a:gd name="connsiteX1" fmla="*/ 61 w 292669"/>
              <a:gd name="connsiteY1" fmla="*/ 832104 h 1655064"/>
              <a:gd name="connsiteX2" fmla="*/ 274381 w 292669"/>
              <a:gd name="connsiteY2" fmla="*/ 1655064 h 1655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669" h="1655064">
                <a:moveTo>
                  <a:pt x="292669" y="0"/>
                </a:moveTo>
                <a:cubicBezTo>
                  <a:pt x="91501" y="220218"/>
                  <a:pt x="3109" y="556260"/>
                  <a:pt x="61" y="832104"/>
                </a:cubicBezTo>
                <a:cubicBezTo>
                  <a:pt x="-2987" y="1107948"/>
                  <a:pt x="109789" y="1402842"/>
                  <a:pt x="274381" y="165506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846868" y="3393231"/>
                <a:ext cx="21993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68" y="3393231"/>
                <a:ext cx="219932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2824223" y="3388424"/>
                <a:ext cx="42409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4223" y="3388424"/>
                <a:ext cx="424090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Freeform 31"/>
          <p:cNvSpPr/>
          <p:nvPr/>
        </p:nvSpPr>
        <p:spPr>
          <a:xfrm>
            <a:off x="1790313" y="1644050"/>
            <a:ext cx="334038" cy="331006"/>
          </a:xfrm>
          <a:custGeom>
            <a:avLst/>
            <a:gdLst>
              <a:gd name="connsiteX0" fmla="*/ 22265 w 406526"/>
              <a:gd name="connsiteY0" fmla="*/ 657565 h 657565"/>
              <a:gd name="connsiteX1" fmla="*/ 13121 w 406526"/>
              <a:gd name="connsiteY1" fmla="*/ 127213 h 657565"/>
              <a:gd name="connsiteX2" fmla="*/ 177713 w 406526"/>
              <a:gd name="connsiteY2" fmla="*/ 35773 h 657565"/>
              <a:gd name="connsiteX3" fmla="*/ 369737 w 406526"/>
              <a:gd name="connsiteY3" fmla="*/ 54061 h 657565"/>
              <a:gd name="connsiteX4" fmla="*/ 406313 w 406526"/>
              <a:gd name="connsiteY4" fmla="*/ 648421 h 657565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4286 w 408418"/>
              <a:gd name="connsiteY0" fmla="*/ 694963 h 694963"/>
              <a:gd name="connsiteX1" fmla="*/ 15142 w 408418"/>
              <a:gd name="connsiteY1" fmla="*/ 164611 h 694963"/>
              <a:gd name="connsiteX2" fmla="*/ 207166 w 408418"/>
              <a:gd name="connsiteY2" fmla="*/ 9163 h 694963"/>
              <a:gd name="connsiteX3" fmla="*/ 371758 w 408418"/>
              <a:gd name="connsiteY3" fmla="*/ 91459 h 694963"/>
              <a:gd name="connsiteX4" fmla="*/ 408334 w 408418"/>
              <a:gd name="connsiteY4" fmla="*/ 685819 h 694963"/>
              <a:gd name="connsiteX0" fmla="*/ 24286 w 409096"/>
              <a:gd name="connsiteY0" fmla="*/ 685848 h 685848"/>
              <a:gd name="connsiteX1" fmla="*/ 15142 w 409096"/>
              <a:gd name="connsiteY1" fmla="*/ 155496 h 685848"/>
              <a:gd name="connsiteX2" fmla="*/ 207166 w 409096"/>
              <a:gd name="connsiteY2" fmla="*/ 48 h 685848"/>
              <a:gd name="connsiteX3" fmla="*/ 380902 w 409096"/>
              <a:gd name="connsiteY3" fmla="*/ 146352 h 685848"/>
              <a:gd name="connsiteX4" fmla="*/ 408334 w 409096"/>
              <a:gd name="connsiteY4" fmla="*/ 676704 h 68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096" h="685848">
                <a:moveTo>
                  <a:pt x="24286" y="685848"/>
                </a:moveTo>
                <a:cubicBezTo>
                  <a:pt x="6760" y="472488"/>
                  <a:pt x="-15338" y="269796"/>
                  <a:pt x="15142" y="155496"/>
                </a:cubicBezTo>
                <a:cubicBezTo>
                  <a:pt x="45622" y="41196"/>
                  <a:pt x="146206" y="1572"/>
                  <a:pt x="207166" y="48"/>
                </a:cubicBezTo>
                <a:cubicBezTo>
                  <a:pt x="268126" y="-1476"/>
                  <a:pt x="347374" y="33576"/>
                  <a:pt x="380902" y="146352"/>
                </a:cubicBezTo>
                <a:cubicBezTo>
                  <a:pt x="414430" y="259128"/>
                  <a:pt x="409096" y="430578"/>
                  <a:pt x="408334" y="67670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5" name="Freeform 34"/>
          <p:cNvSpPr/>
          <p:nvPr/>
        </p:nvSpPr>
        <p:spPr>
          <a:xfrm>
            <a:off x="4834736" y="2475301"/>
            <a:ext cx="334038" cy="331006"/>
          </a:xfrm>
          <a:custGeom>
            <a:avLst/>
            <a:gdLst>
              <a:gd name="connsiteX0" fmla="*/ 22265 w 406526"/>
              <a:gd name="connsiteY0" fmla="*/ 657565 h 657565"/>
              <a:gd name="connsiteX1" fmla="*/ 13121 w 406526"/>
              <a:gd name="connsiteY1" fmla="*/ 127213 h 657565"/>
              <a:gd name="connsiteX2" fmla="*/ 177713 w 406526"/>
              <a:gd name="connsiteY2" fmla="*/ 35773 h 657565"/>
              <a:gd name="connsiteX3" fmla="*/ 369737 w 406526"/>
              <a:gd name="connsiteY3" fmla="*/ 54061 h 657565"/>
              <a:gd name="connsiteX4" fmla="*/ 406313 w 406526"/>
              <a:gd name="connsiteY4" fmla="*/ 648421 h 657565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4286 w 408418"/>
              <a:gd name="connsiteY0" fmla="*/ 694963 h 694963"/>
              <a:gd name="connsiteX1" fmla="*/ 15142 w 408418"/>
              <a:gd name="connsiteY1" fmla="*/ 164611 h 694963"/>
              <a:gd name="connsiteX2" fmla="*/ 207166 w 408418"/>
              <a:gd name="connsiteY2" fmla="*/ 9163 h 694963"/>
              <a:gd name="connsiteX3" fmla="*/ 371758 w 408418"/>
              <a:gd name="connsiteY3" fmla="*/ 91459 h 694963"/>
              <a:gd name="connsiteX4" fmla="*/ 408334 w 408418"/>
              <a:gd name="connsiteY4" fmla="*/ 685819 h 694963"/>
              <a:gd name="connsiteX0" fmla="*/ 24286 w 409096"/>
              <a:gd name="connsiteY0" fmla="*/ 685848 h 685848"/>
              <a:gd name="connsiteX1" fmla="*/ 15142 w 409096"/>
              <a:gd name="connsiteY1" fmla="*/ 155496 h 685848"/>
              <a:gd name="connsiteX2" fmla="*/ 207166 w 409096"/>
              <a:gd name="connsiteY2" fmla="*/ 48 h 685848"/>
              <a:gd name="connsiteX3" fmla="*/ 380902 w 409096"/>
              <a:gd name="connsiteY3" fmla="*/ 146352 h 685848"/>
              <a:gd name="connsiteX4" fmla="*/ 408334 w 409096"/>
              <a:gd name="connsiteY4" fmla="*/ 676704 h 68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096" h="685848">
                <a:moveTo>
                  <a:pt x="24286" y="685848"/>
                </a:moveTo>
                <a:cubicBezTo>
                  <a:pt x="6760" y="472488"/>
                  <a:pt x="-15338" y="269796"/>
                  <a:pt x="15142" y="155496"/>
                </a:cubicBezTo>
                <a:cubicBezTo>
                  <a:pt x="45622" y="41196"/>
                  <a:pt x="146206" y="1572"/>
                  <a:pt x="207166" y="48"/>
                </a:cubicBezTo>
                <a:cubicBezTo>
                  <a:pt x="268126" y="-1476"/>
                  <a:pt x="347374" y="33576"/>
                  <a:pt x="380902" y="146352"/>
                </a:cubicBezTo>
                <a:cubicBezTo>
                  <a:pt x="414430" y="259128"/>
                  <a:pt x="409096" y="430578"/>
                  <a:pt x="408334" y="67670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" name="Freeform 35"/>
          <p:cNvSpPr/>
          <p:nvPr/>
        </p:nvSpPr>
        <p:spPr>
          <a:xfrm flipV="1">
            <a:off x="1795634" y="4991451"/>
            <a:ext cx="334038" cy="331006"/>
          </a:xfrm>
          <a:custGeom>
            <a:avLst/>
            <a:gdLst>
              <a:gd name="connsiteX0" fmla="*/ 22265 w 406526"/>
              <a:gd name="connsiteY0" fmla="*/ 657565 h 657565"/>
              <a:gd name="connsiteX1" fmla="*/ 13121 w 406526"/>
              <a:gd name="connsiteY1" fmla="*/ 127213 h 657565"/>
              <a:gd name="connsiteX2" fmla="*/ 177713 w 406526"/>
              <a:gd name="connsiteY2" fmla="*/ 35773 h 657565"/>
              <a:gd name="connsiteX3" fmla="*/ 369737 w 406526"/>
              <a:gd name="connsiteY3" fmla="*/ 54061 h 657565"/>
              <a:gd name="connsiteX4" fmla="*/ 406313 w 406526"/>
              <a:gd name="connsiteY4" fmla="*/ 648421 h 657565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4286 w 408418"/>
              <a:gd name="connsiteY0" fmla="*/ 694963 h 694963"/>
              <a:gd name="connsiteX1" fmla="*/ 15142 w 408418"/>
              <a:gd name="connsiteY1" fmla="*/ 164611 h 694963"/>
              <a:gd name="connsiteX2" fmla="*/ 207166 w 408418"/>
              <a:gd name="connsiteY2" fmla="*/ 9163 h 694963"/>
              <a:gd name="connsiteX3" fmla="*/ 371758 w 408418"/>
              <a:gd name="connsiteY3" fmla="*/ 91459 h 694963"/>
              <a:gd name="connsiteX4" fmla="*/ 408334 w 408418"/>
              <a:gd name="connsiteY4" fmla="*/ 685819 h 694963"/>
              <a:gd name="connsiteX0" fmla="*/ 24286 w 409096"/>
              <a:gd name="connsiteY0" fmla="*/ 685848 h 685848"/>
              <a:gd name="connsiteX1" fmla="*/ 15142 w 409096"/>
              <a:gd name="connsiteY1" fmla="*/ 155496 h 685848"/>
              <a:gd name="connsiteX2" fmla="*/ 207166 w 409096"/>
              <a:gd name="connsiteY2" fmla="*/ 48 h 685848"/>
              <a:gd name="connsiteX3" fmla="*/ 380902 w 409096"/>
              <a:gd name="connsiteY3" fmla="*/ 146352 h 685848"/>
              <a:gd name="connsiteX4" fmla="*/ 408334 w 409096"/>
              <a:gd name="connsiteY4" fmla="*/ 676704 h 68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096" h="685848">
                <a:moveTo>
                  <a:pt x="24286" y="685848"/>
                </a:moveTo>
                <a:cubicBezTo>
                  <a:pt x="6760" y="472488"/>
                  <a:pt x="-15338" y="269796"/>
                  <a:pt x="15142" y="155496"/>
                </a:cubicBezTo>
                <a:cubicBezTo>
                  <a:pt x="45622" y="41196"/>
                  <a:pt x="146206" y="1572"/>
                  <a:pt x="207166" y="48"/>
                </a:cubicBezTo>
                <a:cubicBezTo>
                  <a:pt x="268126" y="-1476"/>
                  <a:pt x="347374" y="33576"/>
                  <a:pt x="380902" y="146352"/>
                </a:cubicBezTo>
                <a:cubicBezTo>
                  <a:pt x="414430" y="259128"/>
                  <a:pt x="409096" y="430578"/>
                  <a:pt x="408334" y="67670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1847104" y="1399401"/>
                <a:ext cx="21993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104" y="1399401"/>
                <a:ext cx="219932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4845361" y="2218958"/>
                <a:ext cx="21993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361" y="2218958"/>
                <a:ext cx="21993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1735657" y="5317051"/>
                <a:ext cx="42409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5657" y="5317051"/>
                <a:ext cx="424090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3183917" y="4385006"/>
                <a:ext cx="42409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917" y="4385006"/>
                <a:ext cx="42409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/>
              <p:cNvSpPr/>
              <p:nvPr/>
            </p:nvSpPr>
            <p:spPr>
              <a:xfrm>
                <a:off x="1287501" y="1957636"/>
                <a:ext cx="1395103" cy="124438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5760" tIns="0" rIns="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501" y="1957636"/>
                <a:ext cx="1395103" cy="1244387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1287501" y="3757020"/>
                <a:ext cx="1395103" cy="124438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1097280" bIns="0" rtlCol="0" anchor="ctr"/>
              <a:lstStyle/>
              <a:p>
                <a:pPr marL="1101725"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he-IL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501" y="3757020"/>
                <a:ext cx="1395103" cy="1244387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/>
              <p:cNvSpPr/>
              <p:nvPr/>
            </p:nvSpPr>
            <p:spPr>
              <a:xfrm>
                <a:off x="4210719" y="2792573"/>
                <a:ext cx="1541641" cy="1375094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0" tIns="0" rIns="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719" y="2792573"/>
                <a:ext cx="1541641" cy="1375094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1056045" y="2573179"/>
            <a:ext cx="4897906" cy="1806851"/>
            <a:chOff x="1056045" y="2573179"/>
            <a:chExt cx="4897906" cy="1806851"/>
          </a:xfrm>
        </p:grpSpPr>
        <p:cxnSp>
          <p:nvCxnSpPr>
            <p:cNvPr id="11" name="Straight Arrow Connector 10"/>
            <p:cNvCxnSpPr>
              <a:endCxn id="9" idx="2"/>
            </p:cNvCxnSpPr>
            <p:nvPr/>
          </p:nvCxnSpPr>
          <p:spPr>
            <a:xfrm>
              <a:off x="1085910" y="2573179"/>
              <a:ext cx="201591" cy="665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Arrow Connector 13"/>
            <p:cNvCxnSpPr>
              <a:endCxn id="10" idx="2"/>
            </p:cNvCxnSpPr>
            <p:nvPr/>
          </p:nvCxnSpPr>
          <p:spPr>
            <a:xfrm flipV="1">
              <a:off x="1056045" y="4379214"/>
              <a:ext cx="231456" cy="81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" name="Straight Arrow Connector 41"/>
            <p:cNvCxnSpPr>
              <a:endCxn id="19" idx="6"/>
            </p:cNvCxnSpPr>
            <p:nvPr/>
          </p:nvCxnSpPr>
          <p:spPr>
            <a:xfrm flipH="1" flipV="1">
              <a:off x="5752360" y="3480120"/>
              <a:ext cx="201591" cy="395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8" name="Oval 17"/>
          <p:cNvSpPr/>
          <p:nvPr/>
        </p:nvSpPr>
        <p:spPr>
          <a:xfrm>
            <a:off x="4281802" y="2851106"/>
            <a:ext cx="1395103" cy="1244387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101725"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1" name="Oval 50"/>
          <p:cNvSpPr>
            <a:spLocks noChangeAspect="1"/>
          </p:cNvSpPr>
          <p:nvPr/>
        </p:nvSpPr>
        <p:spPr>
          <a:xfrm>
            <a:off x="4390610" y="2922462"/>
            <a:ext cx="1183993" cy="108883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101725" algn="ctr"/>
            <a:endParaRPr lang="en-US" sz="1200">
              <a:solidFill>
                <a:srgbClr val="FF0000"/>
              </a:solidFill>
            </a:endParaRPr>
          </a:p>
        </p:txBody>
      </p:sp>
      <p:sp>
        <p:nvSpPr>
          <p:cNvPr id="52" name="Oval 51"/>
          <p:cNvSpPr>
            <a:spLocks noChangeAspect="1"/>
          </p:cNvSpPr>
          <p:nvPr/>
        </p:nvSpPr>
        <p:spPr>
          <a:xfrm>
            <a:off x="1395419" y="3834794"/>
            <a:ext cx="1183993" cy="108883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101725"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7" name="Oval 56"/>
          <p:cNvSpPr>
            <a:spLocks noChangeAspect="1"/>
          </p:cNvSpPr>
          <p:nvPr/>
        </p:nvSpPr>
        <p:spPr>
          <a:xfrm>
            <a:off x="7087192" y="4094633"/>
            <a:ext cx="1106475" cy="101755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101725" algn="ctr"/>
            <a:endParaRPr lang="en-US" sz="12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6863669" y="1838519"/>
                <a:ext cx="1395103" cy="124438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5760" tIns="0" rIns="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669" y="1838519"/>
                <a:ext cx="1395103" cy="1244387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/>
              <p:cNvSpPr/>
              <p:nvPr/>
            </p:nvSpPr>
            <p:spPr>
              <a:xfrm>
                <a:off x="6947490" y="3973579"/>
                <a:ext cx="1395103" cy="1244387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0" rIns="0" bIns="0" rtlCol="0" anchor="ctr"/>
              <a:lstStyle/>
              <a:p>
                <a:pPr marL="1101725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FF0000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cmsy10"/>
                          <a:sym typeface="Symbol"/>
                        </a:rPr>
                        <m:t>}</m:t>
                      </m:r>
                      <m:r>
                        <m:rPr>
                          <m:nor/>
                        </m:rPr>
                        <a:rPr lang="en-US" sz="1200" dirty="0" smtClean="0">
                          <a:solidFill>
                            <a:srgbClr val="0000FF"/>
                          </a:solidFill>
                          <a:latin typeface="Symbol"/>
                          <a:sym typeface="Symbol"/>
                        </a:rPr>
                        <m:t></m:t>
                      </m:r>
                      <m:r>
                        <a:rPr lang="en-US" sz="1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Oval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490" y="3973579"/>
                <a:ext cx="1395103" cy="1244387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Freeform 42"/>
          <p:cNvSpPr/>
          <p:nvPr/>
        </p:nvSpPr>
        <p:spPr>
          <a:xfrm>
            <a:off x="7394201" y="1536260"/>
            <a:ext cx="334038" cy="331006"/>
          </a:xfrm>
          <a:custGeom>
            <a:avLst/>
            <a:gdLst>
              <a:gd name="connsiteX0" fmla="*/ 22265 w 406526"/>
              <a:gd name="connsiteY0" fmla="*/ 657565 h 657565"/>
              <a:gd name="connsiteX1" fmla="*/ 13121 w 406526"/>
              <a:gd name="connsiteY1" fmla="*/ 127213 h 657565"/>
              <a:gd name="connsiteX2" fmla="*/ 177713 w 406526"/>
              <a:gd name="connsiteY2" fmla="*/ 35773 h 657565"/>
              <a:gd name="connsiteX3" fmla="*/ 369737 w 406526"/>
              <a:gd name="connsiteY3" fmla="*/ 54061 h 657565"/>
              <a:gd name="connsiteX4" fmla="*/ 406313 w 406526"/>
              <a:gd name="connsiteY4" fmla="*/ 648421 h 657565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4286 w 408418"/>
              <a:gd name="connsiteY0" fmla="*/ 694963 h 694963"/>
              <a:gd name="connsiteX1" fmla="*/ 15142 w 408418"/>
              <a:gd name="connsiteY1" fmla="*/ 164611 h 694963"/>
              <a:gd name="connsiteX2" fmla="*/ 207166 w 408418"/>
              <a:gd name="connsiteY2" fmla="*/ 9163 h 694963"/>
              <a:gd name="connsiteX3" fmla="*/ 371758 w 408418"/>
              <a:gd name="connsiteY3" fmla="*/ 91459 h 694963"/>
              <a:gd name="connsiteX4" fmla="*/ 408334 w 408418"/>
              <a:gd name="connsiteY4" fmla="*/ 685819 h 694963"/>
              <a:gd name="connsiteX0" fmla="*/ 24286 w 409096"/>
              <a:gd name="connsiteY0" fmla="*/ 685848 h 685848"/>
              <a:gd name="connsiteX1" fmla="*/ 15142 w 409096"/>
              <a:gd name="connsiteY1" fmla="*/ 155496 h 685848"/>
              <a:gd name="connsiteX2" fmla="*/ 207166 w 409096"/>
              <a:gd name="connsiteY2" fmla="*/ 48 h 685848"/>
              <a:gd name="connsiteX3" fmla="*/ 380902 w 409096"/>
              <a:gd name="connsiteY3" fmla="*/ 146352 h 685848"/>
              <a:gd name="connsiteX4" fmla="*/ 408334 w 409096"/>
              <a:gd name="connsiteY4" fmla="*/ 676704 h 68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096" h="685848">
                <a:moveTo>
                  <a:pt x="24286" y="685848"/>
                </a:moveTo>
                <a:cubicBezTo>
                  <a:pt x="6760" y="472488"/>
                  <a:pt x="-15338" y="269796"/>
                  <a:pt x="15142" y="155496"/>
                </a:cubicBezTo>
                <a:cubicBezTo>
                  <a:pt x="45622" y="41196"/>
                  <a:pt x="146206" y="1572"/>
                  <a:pt x="207166" y="48"/>
                </a:cubicBezTo>
                <a:cubicBezTo>
                  <a:pt x="268126" y="-1476"/>
                  <a:pt x="347374" y="33576"/>
                  <a:pt x="380902" y="146352"/>
                </a:cubicBezTo>
                <a:cubicBezTo>
                  <a:pt x="414430" y="259128"/>
                  <a:pt x="409096" y="430578"/>
                  <a:pt x="408334" y="67670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7436923" y="1304544"/>
                <a:ext cx="21993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923" y="1304544"/>
                <a:ext cx="21993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Freeform 44"/>
          <p:cNvSpPr/>
          <p:nvPr/>
        </p:nvSpPr>
        <p:spPr>
          <a:xfrm>
            <a:off x="6832441" y="2907573"/>
            <a:ext cx="238972" cy="1351404"/>
          </a:xfrm>
          <a:custGeom>
            <a:avLst/>
            <a:gdLst>
              <a:gd name="connsiteX0" fmla="*/ 422019 w 422019"/>
              <a:gd name="connsiteY0" fmla="*/ 0 h 1417320"/>
              <a:gd name="connsiteX1" fmla="*/ 1395 w 422019"/>
              <a:gd name="connsiteY1" fmla="*/ 676656 h 1417320"/>
              <a:gd name="connsiteX2" fmla="*/ 312291 w 422019"/>
              <a:gd name="connsiteY2" fmla="*/ 1417320 h 1417320"/>
              <a:gd name="connsiteX0" fmla="*/ 292680 w 310968"/>
              <a:gd name="connsiteY0" fmla="*/ 0 h 1572768"/>
              <a:gd name="connsiteX1" fmla="*/ 72 w 310968"/>
              <a:gd name="connsiteY1" fmla="*/ 832104 h 1572768"/>
              <a:gd name="connsiteX2" fmla="*/ 310968 w 310968"/>
              <a:gd name="connsiteY2" fmla="*/ 1572768 h 1572768"/>
              <a:gd name="connsiteX0" fmla="*/ 292669 w 292669"/>
              <a:gd name="connsiteY0" fmla="*/ 0 h 1655064"/>
              <a:gd name="connsiteX1" fmla="*/ 61 w 292669"/>
              <a:gd name="connsiteY1" fmla="*/ 832104 h 1655064"/>
              <a:gd name="connsiteX2" fmla="*/ 274381 w 292669"/>
              <a:gd name="connsiteY2" fmla="*/ 1655064 h 1655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669" h="1655064">
                <a:moveTo>
                  <a:pt x="292669" y="0"/>
                </a:moveTo>
                <a:cubicBezTo>
                  <a:pt x="91501" y="220218"/>
                  <a:pt x="3109" y="556260"/>
                  <a:pt x="61" y="832104"/>
                </a:cubicBezTo>
                <a:cubicBezTo>
                  <a:pt x="-2987" y="1107948"/>
                  <a:pt x="109789" y="1402842"/>
                  <a:pt x="274381" y="165506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6588949" y="3374970"/>
                <a:ext cx="30867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949" y="3374970"/>
                <a:ext cx="308675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Freeform 46"/>
          <p:cNvSpPr/>
          <p:nvPr/>
        </p:nvSpPr>
        <p:spPr>
          <a:xfrm flipH="1">
            <a:off x="8138997" y="2813987"/>
            <a:ext cx="238972" cy="1351404"/>
          </a:xfrm>
          <a:custGeom>
            <a:avLst/>
            <a:gdLst>
              <a:gd name="connsiteX0" fmla="*/ 422019 w 422019"/>
              <a:gd name="connsiteY0" fmla="*/ 0 h 1417320"/>
              <a:gd name="connsiteX1" fmla="*/ 1395 w 422019"/>
              <a:gd name="connsiteY1" fmla="*/ 676656 h 1417320"/>
              <a:gd name="connsiteX2" fmla="*/ 312291 w 422019"/>
              <a:gd name="connsiteY2" fmla="*/ 1417320 h 1417320"/>
              <a:gd name="connsiteX0" fmla="*/ 292680 w 310968"/>
              <a:gd name="connsiteY0" fmla="*/ 0 h 1572768"/>
              <a:gd name="connsiteX1" fmla="*/ 72 w 310968"/>
              <a:gd name="connsiteY1" fmla="*/ 832104 h 1572768"/>
              <a:gd name="connsiteX2" fmla="*/ 310968 w 310968"/>
              <a:gd name="connsiteY2" fmla="*/ 1572768 h 1572768"/>
              <a:gd name="connsiteX0" fmla="*/ 292669 w 292669"/>
              <a:gd name="connsiteY0" fmla="*/ 0 h 1655064"/>
              <a:gd name="connsiteX1" fmla="*/ 61 w 292669"/>
              <a:gd name="connsiteY1" fmla="*/ 832104 h 1655064"/>
              <a:gd name="connsiteX2" fmla="*/ 274381 w 292669"/>
              <a:gd name="connsiteY2" fmla="*/ 1655064 h 1655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669" h="1655064">
                <a:moveTo>
                  <a:pt x="292669" y="0"/>
                </a:moveTo>
                <a:cubicBezTo>
                  <a:pt x="91501" y="220218"/>
                  <a:pt x="3109" y="556260"/>
                  <a:pt x="61" y="832104"/>
                </a:cubicBezTo>
                <a:cubicBezTo>
                  <a:pt x="-2987" y="1107948"/>
                  <a:pt x="109789" y="1402842"/>
                  <a:pt x="274381" y="165506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8295662" y="3303288"/>
                <a:ext cx="42409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662" y="3303288"/>
                <a:ext cx="42409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Freeform 54"/>
          <p:cNvSpPr/>
          <p:nvPr/>
        </p:nvSpPr>
        <p:spPr>
          <a:xfrm flipV="1">
            <a:off x="7461840" y="5195756"/>
            <a:ext cx="334038" cy="331006"/>
          </a:xfrm>
          <a:custGeom>
            <a:avLst/>
            <a:gdLst>
              <a:gd name="connsiteX0" fmla="*/ 22265 w 406526"/>
              <a:gd name="connsiteY0" fmla="*/ 657565 h 657565"/>
              <a:gd name="connsiteX1" fmla="*/ 13121 w 406526"/>
              <a:gd name="connsiteY1" fmla="*/ 127213 h 657565"/>
              <a:gd name="connsiteX2" fmla="*/ 177713 w 406526"/>
              <a:gd name="connsiteY2" fmla="*/ 35773 h 657565"/>
              <a:gd name="connsiteX3" fmla="*/ 369737 w 406526"/>
              <a:gd name="connsiteY3" fmla="*/ 54061 h 657565"/>
              <a:gd name="connsiteX4" fmla="*/ 406313 w 406526"/>
              <a:gd name="connsiteY4" fmla="*/ 648421 h 657565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1594 w 405949"/>
              <a:gd name="connsiteY0" fmla="*/ 681988 h 681988"/>
              <a:gd name="connsiteX1" fmla="*/ 12450 w 405949"/>
              <a:gd name="connsiteY1" fmla="*/ 151636 h 681988"/>
              <a:gd name="connsiteX2" fmla="*/ 167898 w 405949"/>
              <a:gd name="connsiteY2" fmla="*/ 14476 h 681988"/>
              <a:gd name="connsiteX3" fmla="*/ 369066 w 405949"/>
              <a:gd name="connsiteY3" fmla="*/ 78484 h 681988"/>
              <a:gd name="connsiteX4" fmla="*/ 405642 w 405949"/>
              <a:gd name="connsiteY4" fmla="*/ 672844 h 681988"/>
              <a:gd name="connsiteX0" fmla="*/ 24286 w 408418"/>
              <a:gd name="connsiteY0" fmla="*/ 694963 h 694963"/>
              <a:gd name="connsiteX1" fmla="*/ 15142 w 408418"/>
              <a:gd name="connsiteY1" fmla="*/ 164611 h 694963"/>
              <a:gd name="connsiteX2" fmla="*/ 207166 w 408418"/>
              <a:gd name="connsiteY2" fmla="*/ 9163 h 694963"/>
              <a:gd name="connsiteX3" fmla="*/ 371758 w 408418"/>
              <a:gd name="connsiteY3" fmla="*/ 91459 h 694963"/>
              <a:gd name="connsiteX4" fmla="*/ 408334 w 408418"/>
              <a:gd name="connsiteY4" fmla="*/ 685819 h 694963"/>
              <a:gd name="connsiteX0" fmla="*/ 24286 w 409096"/>
              <a:gd name="connsiteY0" fmla="*/ 685848 h 685848"/>
              <a:gd name="connsiteX1" fmla="*/ 15142 w 409096"/>
              <a:gd name="connsiteY1" fmla="*/ 155496 h 685848"/>
              <a:gd name="connsiteX2" fmla="*/ 207166 w 409096"/>
              <a:gd name="connsiteY2" fmla="*/ 48 h 685848"/>
              <a:gd name="connsiteX3" fmla="*/ 380902 w 409096"/>
              <a:gd name="connsiteY3" fmla="*/ 146352 h 685848"/>
              <a:gd name="connsiteX4" fmla="*/ 408334 w 409096"/>
              <a:gd name="connsiteY4" fmla="*/ 676704 h 685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9096" h="685848">
                <a:moveTo>
                  <a:pt x="24286" y="685848"/>
                </a:moveTo>
                <a:cubicBezTo>
                  <a:pt x="6760" y="472488"/>
                  <a:pt x="-15338" y="269796"/>
                  <a:pt x="15142" y="155496"/>
                </a:cubicBezTo>
                <a:cubicBezTo>
                  <a:pt x="45622" y="41196"/>
                  <a:pt x="146206" y="1572"/>
                  <a:pt x="207166" y="48"/>
                </a:cubicBezTo>
                <a:cubicBezTo>
                  <a:pt x="268126" y="-1476"/>
                  <a:pt x="347374" y="33576"/>
                  <a:pt x="380902" y="146352"/>
                </a:cubicBezTo>
                <a:cubicBezTo>
                  <a:pt x="414430" y="259128"/>
                  <a:pt x="409096" y="430578"/>
                  <a:pt x="408334" y="67670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7351813" y="5481011"/>
                <a:ext cx="424090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1200"/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1813" y="5481011"/>
                <a:ext cx="424090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Oval 57"/>
          <p:cNvSpPr/>
          <p:nvPr/>
        </p:nvSpPr>
        <p:spPr>
          <a:xfrm>
            <a:off x="6932234" y="1915025"/>
            <a:ext cx="1229309" cy="1096504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101725"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7014235" y="4043319"/>
            <a:ext cx="1262506" cy="1126115"/>
          </a:xfrm>
          <a:prstGeom prst="ellipse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1101725"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8" name="Freeform 47"/>
          <p:cNvSpPr/>
          <p:nvPr/>
        </p:nvSpPr>
        <p:spPr>
          <a:xfrm>
            <a:off x="2661719" y="3888925"/>
            <a:ext cx="1711105" cy="634637"/>
          </a:xfrm>
          <a:custGeom>
            <a:avLst/>
            <a:gdLst>
              <a:gd name="connsiteX0" fmla="*/ 1984248 w 1984248"/>
              <a:gd name="connsiteY0" fmla="*/ 0 h 777240"/>
              <a:gd name="connsiteX1" fmla="*/ 1380744 w 1984248"/>
              <a:gd name="connsiteY1" fmla="*/ 466344 h 777240"/>
              <a:gd name="connsiteX2" fmla="*/ 0 w 1984248"/>
              <a:gd name="connsiteY2" fmla="*/ 777240 h 77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4248" h="777240">
                <a:moveTo>
                  <a:pt x="1984248" y="0"/>
                </a:moveTo>
                <a:cubicBezTo>
                  <a:pt x="1847850" y="168402"/>
                  <a:pt x="1711452" y="336804"/>
                  <a:pt x="1380744" y="466344"/>
                </a:cubicBezTo>
                <a:cubicBezTo>
                  <a:pt x="1050036" y="595884"/>
                  <a:pt x="525018" y="686562"/>
                  <a:pt x="0" y="77724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itle 1">
                <a:extLst>
                  <a:ext uri="{FF2B5EF4-FFF2-40B4-BE49-F238E27FC236}">
                    <a16:creationId xmlns:a16="http://schemas.microsoft.com/office/drawing/2014/main" id="{6811127C-0005-415E-B4AF-BA3C88535DE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914400" y="-76200"/>
                <a:ext cx="7772400" cy="1143000"/>
              </a:xfrm>
            </p:spPr>
            <p:txBody>
              <a:bodyPr/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דוגמה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אוטומט עבור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sym typeface="Symbol"/>
                      </a:rPr>
                      <m:t>Words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b="1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</m:t>
                        </m:r>
                        <m:r>
                          <m:rPr>
                            <m:nor/>
                          </m:rPr>
                          <a:rPr lang="en-US" dirty="0">
                            <a:latin typeface="Gisha" panose="020B0502040204020203" pitchFamily="34" charset="-79"/>
                            <a:cs typeface="Gisha" panose="020B0502040204020203" pitchFamily="34" charset="-79"/>
                            <a:sym typeface="Symbol"/>
                          </a:rPr>
                          <m:t>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he-IL">
                    <a:latin typeface="cmmi10"/>
                  </a:rPr>
                  <a:t> </a:t>
                </a:r>
                <a:endParaRPr lang="he-IL"/>
              </a:p>
            </p:txBody>
          </p:sp>
        </mc:Choice>
        <mc:Fallback xmlns="">
          <p:sp>
            <p:nvSpPr>
              <p:cNvPr id="53" name="Title 1">
                <a:extLst>
                  <a:ext uri="{FF2B5EF4-FFF2-40B4-BE49-F238E27FC236}">
                    <a16:creationId xmlns:a16="http://schemas.microsoft.com/office/drawing/2014/main" id="{6811127C-0005-415E-B4AF-BA3C88535D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14400" y="-76200"/>
                <a:ext cx="7772400" cy="1143000"/>
              </a:xfrm>
              <a:blipFill>
                <a:blip r:embed="rId16"/>
                <a:stretch>
                  <a:fillRect b="-18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7236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25764" y="-222492"/>
                <a:ext cx="7772400" cy="1143000"/>
              </a:xfrm>
            </p:spPr>
            <p:txBody>
              <a:bodyPr/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דוגמה: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עבור הנוסחה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nor/>
                      </m:rPr>
                      <a:rPr lang="en-US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mtClean="0">
                        <a:solidFill>
                          <a:srgbClr val="0000FF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U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he-IL">
                  <a:solidFill>
                    <a:srgbClr val="0000FF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25764" y="-222492"/>
                <a:ext cx="7772400" cy="1143000"/>
              </a:xfrm>
              <a:blipFill>
                <a:blip r:embed="rId2"/>
                <a:stretch>
                  <a:fillRect b="-192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24</a:t>
            </a:fld>
            <a:endParaRPr lang="he-IL"/>
          </a:p>
        </p:txBody>
      </p:sp>
      <p:grpSp>
        <p:nvGrpSpPr>
          <p:cNvPr id="16" name="Group 15"/>
          <p:cNvGrpSpPr/>
          <p:nvPr/>
        </p:nvGrpSpPr>
        <p:grpSpPr>
          <a:xfrm>
            <a:off x="381000" y="1143000"/>
            <a:ext cx="8363546" cy="4572000"/>
            <a:chOff x="937678" y="830849"/>
            <a:chExt cx="7704865" cy="61795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Oval 43"/>
                <p:cNvSpPr/>
                <p:nvPr/>
              </p:nvSpPr>
              <p:spPr>
                <a:xfrm>
                  <a:off x="3236960" y="5055158"/>
                  <a:ext cx="1869527" cy="1586656"/>
                </a:xfrm>
                <a:prstGeom prst="ellipse">
                  <a:avLst/>
                </a:prstGeom>
                <a:solidFill>
                  <a:srgbClr val="FFFF99"/>
                </a:solidFill>
                <a:ln w="63500" cmpd="dbl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U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 i="1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4" name="Oval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6960" y="5055158"/>
                  <a:ext cx="1869527" cy="1586656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6350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Oval 45"/>
                <p:cNvSpPr/>
                <p:nvPr/>
              </p:nvSpPr>
              <p:spPr>
                <a:xfrm>
                  <a:off x="1205243" y="3172247"/>
                  <a:ext cx="1869527" cy="1586656"/>
                </a:xfrm>
                <a:prstGeom prst="ellipse">
                  <a:avLst/>
                </a:prstGeom>
                <a:solidFill>
                  <a:srgbClr val="FFFF99"/>
                </a:solidFill>
                <a:ln w="19050">
                  <a:solidFill>
                    <a:schemeClr val="tx1"/>
                  </a:solidFill>
                  <a:tailEnd w="lg" len="lg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46" name="Oval 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5243" y="3172247"/>
                  <a:ext cx="1869527" cy="1586656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  <a:tailEnd w="lg" len="lg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Curved Connector 46"/>
            <p:cNvCxnSpPr>
              <a:stCxn id="46" idx="7"/>
              <a:endCxn id="46" idx="6"/>
            </p:cNvCxnSpPr>
            <p:nvPr/>
          </p:nvCxnSpPr>
          <p:spPr>
            <a:xfrm rot="16200000" flipH="1">
              <a:off x="2657393" y="3548198"/>
              <a:ext cx="560968" cy="273786"/>
            </a:xfrm>
            <a:prstGeom prst="curvedConnector4">
              <a:avLst>
                <a:gd name="adj1" fmla="val -55377"/>
                <a:gd name="adj2" fmla="val 280469"/>
              </a:avLst>
            </a:prstGeom>
            <a:ln w="19050">
              <a:solidFill>
                <a:schemeClr val="tx1"/>
              </a:solidFill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endCxn id="46" idx="2"/>
            </p:cNvCxnSpPr>
            <p:nvPr/>
          </p:nvCxnSpPr>
          <p:spPr>
            <a:xfrm>
              <a:off x="937678" y="3965574"/>
              <a:ext cx="267565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/>
                <p:cNvSpPr txBox="1"/>
                <p:nvPr/>
              </p:nvSpPr>
              <p:spPr>
                <a:xfrm>
                  <a:off x="1480335" y="2368347"/>
                  <a:ext cx="685893" cy="46166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 sz="2400"/>
                </a:p>
              </p:txBody>
            </p:sp>
          </mc:Choice>
          <mc:Fallback xmlns="">
            <p:sp>
              <p:nvSpPr>
                <p:cNvPr id="50" name="Text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0335" y="2368347"/>
                  <a:ext cx="685893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6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3464629" y="3244640"/>
                  <a:ext cx="685893" cy="46166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 sz="2400"/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4629" y="3244640"/>
                  <a:ext cx="685893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6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5500599" y="1453440"/>
                  <a:ext cx="973152" cy="46166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 sz="240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0599" y="1453440"/>
                  <a:ext cx="973152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6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Oval 52"/>
                <p:cNvSpPr/>
                <p:nvPr/>
              </p:nvSpPr>
              <p:spPr>
                <a:xfrm>
                  <a:off x="6105525" y="2938568"/>
                  <a:ext cx="1965047" cy="1722987"/>
                </a:xfrm>
                <a:prstGeom prst="ellipse">
                  <a:avLst/>
                </a:prstGeom>
                <a:solidFill>
                  <a:srgbClr val="FFFF99"/>
                </a:solidFill>
                <a:ln w="63500" cmpd="dbl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lang="he-IL" i="1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3" name="Oval 5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5525" y="2938568"/>
                  <a:ext cx="1965047" cy="1722987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6350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Curved Connector 55"/>
            <p:cNvCxnSpPr>
              <a:stCxn id="53" idx="7"/>
              <a:endCxn id="53" idx="6"/>
            </p:cNvCxnSpPr>
            <p:nvPr/>
          </p:nvCxnSpPr>
          <p:spPr>
            <a:xfrm rot="16200000" flipH="1">
              <a:off x="7622101" y="3351591"/>
              <a:ext cx="609168" cy="287774"/>
            </a:xfrm>
            <a:prstGeom prst="curvedConnector4">
              <a:avLst>
                <a:gd name="adj1" fmla="val -78948"/>
                <a:gd name="adj2" fmla="val 277939"/>
              </a:avLst>
            </a:pr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/>
                <p:cNvSpPr txBox="1"/>
                <p:nvPr/>
              </p:nvSpPr>
              <p:spPr>
                <a:xfrm>
                  <a:off x="8094673" y="2044524"/>
                  <a:ext cx="547870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lang="he-IL" sz="2400"/>
                </a:p>
              </p:txBody>
            </p:sp>
          </mc:Choice>
          <mc:Fallback xmlns="">
            <p:sp>
              <p:nvSpPr>
                <p:cNvPr id="57" name="TextBox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4673" y="2044524"/>
                  <a:ext cx="547870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1031" r="-31959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Elbow Connector 58"/>
            <p:cNvCxnSpPr>
              <a:stCxn id="46" idx="0"/>
              <a:endCxn id="65" idx="2"/>
            </p:cNvCxnSpPr>
            <p:nvPr/>
          </p:nvCxnSpPr>
          <p:spPr>
            <a:xfrm rot="5400000" flipH="1" flipV="1">
              <a:off x="2153917" y="2088461"/>
              <a:ext cx="1069876" cy="1097697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Elbow Connector 59"/>
            <p:cNvCxnSpPr>
              <a:stCxn id="65" idx="6"/>
              <a:endCxn id="53" idx="0"/>
            </p:cNvCxnSpPr>
            <p:nvPr/>
          </p:nvCxnSpPr>
          <p:spPr>
            <a:xfrm>
              <a:off x="5107231" y="2102371"/>
              <a:ext cx="1980818" cy="836197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Elbow Connector 60"/>
            <p:cNvCxnSpPr>
              <a:stCxn id="46" idx="4"/>
              <a:endCxn id="44" idx="2"/>
            </p:cNvCxnSpPr>
            <p:nvPr/>
          </p:nvCxnSpPr>
          <p:spPr>
            <a:xfrm rot="16200000" flipH="1">
              <a:off x="2143692" y="4755217"/>
              <a:ext cx="1089583" cy="1096953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1484638" y="5386820"/>
                  <a:ext cx="685893" cy="46166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 sz="240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4638" y="5386820"/>
                  <a:ext cx="685893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6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Elbow Connector 62"/>
            <p:cNvCxnSpPr>
              <a:stCxn id="44" idx="6"/>
              <a:endCxn id="53" idx="4"/>
            </p:cNvCxnSpPr>
            <p:nvPr/>
          </p:nvCxnSpPr>
          <p:spPr>
            <a:xfrm flipV="1">
              <a:off x="5106487" y="4661555"/>
              <a:ext cx="1981562" cy="1186931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5685038" y="5820210"/>
                  <a:ext cx="680313" cy="46166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 sz="2400"/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5038" y="5820210"/>
                  <a:ext cx="680313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6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Oval 64"/>
                <p:cNvSpPr/>
                <p:nvPr/>
              </p:nvSpPr>
              <p:spPr>
                <a:xfrm>
                  <a:off x="3237704" y="1309044"/>
                  <a:ext cx="1869527" cy="1586654"/>
                </a:xfrm>
                <a:prstGeom prst="ellipse">
                  <a:avLst/>
                </a:prstGeom>
                <a:solidFill>
                  <a:srgbClr val="FFFF99"/>
                </a:solidFill>
                <a:ln w="63500" cmpd="dbl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 i="1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5" name="Oval 6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7704" y="1309044"/>
                  <a:ext cx="1869527" cy="1586654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6350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Straight Arrow Connector 74"/>
            <p:cNvCxnSpPr>
              <a:endCxn id="65" idx="0"/>
            </p:cNvCxnSpPr>
            <p:nvPr/>
          </p:nvCxnSpPr>
          <p:spPr>
            <a:xfrm>
              <a:off x="4171723" y="830849"/>
              <a:ext cx="745" cy="47819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>
              <a:endCxn id="44" idx="4"/>
            </p:cNvCxnSpPr>
            <p:nvPr/>
          </p:nvCxnSpPr>
          <p:spPr>
            <a:xfrm flipH="1" flipV="1">
              <a:off x="4171724" y="6641814"/>
              <a:ext cx="12408" cy="36858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>
          <a:xfrm>
            <a:off x="526219" y="6188896"/>
            <a:ext cx="7826175" cy="40011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1">
            <a:spAutoFit/>
          </a:bodyPr>
          <a:lstStyle/>
          <a:p>
            <a:pPr marL="742950" indent="-742950" algn="ctr"/>
            <a:r>
              <a:rPr lang="he-IL" sz="20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טענה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: 	</a:t>
            </a:r>
            <a:r>
              <a:rPr lang="he-IL" sz="2000">
                <a:solidFill>
                  <a:schemeClr val="accent5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ריצה מקבלת המתחילה במצב מקיימת את כל התכונות הכתובות בו</a:t>
            </a:r>
          </a:p>
        </p:txBody>
      </p:sp>
    </p:spTree>
    <p:extLst>
      <p:ext uri="{BB962C8B-B14F-4D97-AF65-F5344CB8AC3E}">
        <p14:creationId xmlns:p14="http://schemas.microsoft.com/office/powerpoint/2010/main" val="3881924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914400" y="-152400"/>
                <a:ext cx="7772400" cy="1143000"/>
              </a:xfrm>
            </p:spPr>
            <p:txBody>
              <a:bodyPr/>
              <a:lstStyle/>
              <a:p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עבור הנוסחה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he-IL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14400" y="-152400"/>
                <a:ext cx="7772400" cy="1143000"/>
              </a:xfrm>
              <a:blipFill>
                <a:blip r:embed="rId2"/>
                <a:stretch>
                  <a:fillRect r="-627" b="-18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25</a:t>
            </a:fld>
            <a:endParaRPr lang="he-IL"/>
          </a:p>
        </p:txBody>
      </p:sp>
      <p:grpSp>
        <p:nvGrpSpPr>
          <p:cNvPr id="23" name="Group 22"/>
          <p:cNvGrpSpPr/>
          <p:nvPr/>
        </p:nvGrpSpPr>
        <p:grpSpPr>
          <a:xfrm>
            <a:off x="381000" y="1502664"/>
            <a:ext cx="8363546" cy="3945501"/>
            <a:chOff x="937678" y="1309044"/>
            <a:chExt cx="7704865" cy="53327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val 23"/>
                <p:cNvSpPr/>
                <p:nvPr/>
              </p:nvSpPr>
              <p:spPr>
                <a:xfrm>
                  <a:off x="3236960" y="5055158"/>
                  <a:ext cx="1869527" cy="1586656"/>
                </a:xfrm>
                <a:prstGeom prst="ellipse">
                  <a:avLst/>
                </a:prstGeom>
                <a:solidFill>
                  <a:srgbClr val="FFFF99"/>
                </a:solidFill>
                <a:ln w="63500" cmpd="dbl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U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 i="1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4" name="Oval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6960" y="5055158"/>
                  <a:ext cx="1869527" cy="1586656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6350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val 26"/>
                <p:cNvSpPr/>
                <p:nvPr/>
              </p:nvSpPr>
              <p:spPr>
                <a:xfrm>
                  <a:off x="1205243" y="3172247"/>
                  <a:ext cx="1869527" cy="1586656"/>
                </a:xfrm>
                <a:prstGeom prst="ellipse">
                  <a:avLst/>
                </a:prstGeom>
                <a:solidFill>
                  <a:srgbClr val="FFFF99"/>
                </a:solidFill>
                <a:ln w="19050">
                  <a:solidFill>
                    <a:schemeClr val="tx1"/>
                  </a:solidFill>
                  <a:tailEnd w="lg" len="lg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27" name="Oval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5243" y="3172247"/>
                  <a:ext cx="1869527" cy="1586656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  <a:tailEnd w="lg" len="lg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Curved Connector 27"/>
            <p:cNvCxnSpPr>
              <a:stCxn id="27" idx="7"/>
              <a:endCxn id="27" idx="6"/>
            </p:cNvCxnSpPr>
            <p:nvPr/>
          </p:nvCxnSpPr>
          <p:spPr>
            <a:xfrm rot="16200000" flipH="1">
              <a:off x="2657393" y="3548198"/>
              <a:ext cx="560968" cy="273786"/>
            </a:xfrm>
            <a:prstGeom prst="curvedConnector4">
              <a:avLst>
                <a:gd name="adj1" fmla="val -55377"/>
                <a:gd name="adj2" fmla="val 280469"/>
              </a:avLst>
            </a:prstGeom>
            <a:ln w="19050">
              <a:solidFill>
                <a:schemeClr val="tx1"/>
              </a:solidFill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endCxn id="27" idx="2"/>
            </p:cNvCxnSpPr>
            <p:nvPr/>
          </p:nvCxnSpPr>
          <p:spPr>
            <a:xfrm>
              <a:off x="937678" y="3965574"/>
              <a:ext cx="267565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1480335" y="2368347"/>
                  <a:ext cx="685893" cy="46166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 sz="2400"/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0335" y="2368347"/>
                  <a:ext cx="685893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6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3464629" y="3244640"/>
                  <a:ext cx="685893" cy="46166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 sz="240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4629" y="3244640"/>
                  <a:ext cx="685893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6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5500599" y="1453440"/>
                  <a:ext cx="973152" cy="46166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 sz="240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0599" y="1453440"/>
                  <a:ext cx="973152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6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Oval 32"/>
                <p:cNvSpPr/>
                <p:nvPr/>
              </p:nvSpPr>
              <p:spPr>
                <a:xfrm>
                  <a:off x="6105525" y="2938568"/>
                  <a:ext cx="1965047" cy="1722987"/>
                </a:xfrm>
                <a:prstGeom prst="ellipse">
                  <a:avLst/>
                </a:prstGeom>
                <a:solidFill>
                  <a:srgbClr val="FFFF99"/>
                </a:solidFill>
                <a:ln w="63500" cmpd="dbl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lang="he-IL" i="1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3" name="Oval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05525" y="2938568"/>
                  <a:ext cx="1965047" cy="1722987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6350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Curved Connector 33"/>
            <p:cNvCxnSpPr>
              <a:stCxn id="33" idx="7"/>
              <a:endCxn id="33" idx="6"/>
            </p:cNvCxnSpPr>
            <p:nvPr/>
          </p:nvCxnSpPr>
          <p:spPr>
            <a:xfrm rot="16200000" flipH="1">
              <a:off x="7622101" y="3351591"/>
              <a:ext cx="609168" cy="287774"/>
            </a:xfrm>
            <a:prstGeom prst="curvedConnector4">
              <a:avLst>
                <a:gd name="adj1" fmla="val -78948"/>
                <a:gd name="adj2" fmla="val 277939"/>
              </a:avLst>
            </a:prstGeom>
            <a:ln w="28575">
              <a:headEnd type="none" w="med" len="med"/>
              <a:tailEnd type="triangle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8094673" y="2044524"/>
                  <a:ext cx="547870" cy="46166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lang="he-IL" sz="2400"/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4673" y="2044524"/>
                  <a:ext cx="547870" cy="461665"/>
                </a:xfrm>
                <a:prstGeom prst="rect">
                  <a:avLst/>
                </a:prstGeom>
                <a:blipFill>
                  <a:blip r:embed="rId9"/>
                  <a:stretch>
                    <a:fillRect l="-1031" r="-31959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Elbow Connector 35"/>
            <p:cNvCxnSpPr>
              <a:stCxn id="27" idx="0"/>
              <a:endCxn id="43" idx="2"/>
            </p:cNvCxnSpPr>
            <p:nvPr/>
          </p:nvCxnSpPr>
          <p:spPr>
            <a:xfrm rot="5400000" flipH="1" flipV="1">
              <a:off x="2153917" y="2088461"/>
              <a:ext cx="1069876" cy="1097697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Elbow Connector 36"/>
            <p:cNvCxnSpPr>
              <a:stCxn id="43" idx="6"/>
              <a:endCxn id="33" idx="0"/>
            </p:cNvCxnSpPr>
            <p:nvPr/>
          </p:nvCxnSpPr>
          <p:spPr>
            <a:xfrm>
              <a:off x="5107231" y="2102371"/>
              <a:ext cx="1980818" cy="836197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lbow Connector 37"/>
            <p:cNvCxnSpPr>
              <a:stCxn id="27" idx="4"/>
              <a:endCxn id="24" idx="2"/>
            </p:cNvCxnSpPr>
            <p:nvPr/>
          </p:nvCxnSpPr>
          <p:spPr>
            <a:xfrm rot="16200000" flipH="1">
              <a:off x="2143692" y="4755217"/>
              <a:ext cx="1089583" cy="1096953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1484638" y="5386820"/>
                  <a:ext cx="685893" cy="46166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 sz="2400"/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4638" y="5386820"/>
                  <a:ext cx="685893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6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Elbow Connector 40"/>
            <p:cNvCxnSpPr>
              <a:stCxn id="24" idx="6"/>
              <a:endCxn id="33" idx="4"/>
            </p:cNvCxnSpPr>
            <p:nvPr/>
          </p:nvCxnSpPr>
          <p:spPr>
            <a:xfrm flipV="1">
              <a:off x="5106487" y="4661555"/>
              <a:ext cx="1981562" cy="1186931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/>
                <p:cNvSpPr txBox="1"/>
                <p:nvPr/>
              </p:nvSpPr>
              <p:spPr>
                <a:xfrm>
                  <a:off x="5685038" y="5820210"/>
                  <a:ext cx="680313" cy="46166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 sz="2400"/>
                </a:p>
              </p:txBody>
            </p:sp>
          </mc:Choice>
          <mc:Fallback xmlns="">
            <p:sp>
              <p:nvSpPr>
                <p:cNvPr id="42" name="TextBox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5038" y="5820210"/>
                  <a:ext cx="680313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6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Oval 42"/>
                <p:cNvSpPr/>
                <p:nvPr/>
              </p:nvSpPr>
              <p:spPr>
                <a:xfrm>
                  <a:off x="3237704" y="1309044"/>
                  <a:ext cx="1869527" cy="1586654"/>
                </a:xfrm>
                <a:prstGeom prst="ellipse">
                  <a:avLst/>
                </a:prstGeom>
                <a:solidFill>
                  <a:srgbClr val="FFFF99"/>
                </a:solidFill>
                <a:ln w="63500" cmpd="dbl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U</m:t>
                        </m:r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 i="1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3" name="Oval 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7704" y="1309044"/>
                  <a:ext cx="1869527" cy="1586654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6350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6" name="TextBox 45"/>
          <p:cNvSpPr txBox="1"/>
          <p:nvPr/>
        </p:nvSpPr>
        <p:spPr>
          <a:xfrm>
            <a:off x="2590800" y="6083529"/>
            <a:ext cx="3781272" cy="46166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1">
            <a:spAutoFit/>
          </a:bodyPr>
          <a:lstStyle/>
          <a:p>
            <a:pPr marL="742950" indent="-742950"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שינינו רק את מצבי ההתחלה</a:t>
            </a:r>
          </a:p>
        </p:txBody>
      </p:sp>
    </p:spTree>
    <p:extLst>
      <p:ext uri="{BB962C8B-B14F-4D97-AF65-F5344CB8AC3E}">
        <p14:creationId xmlns:p14="http://schemas.microsoft.com/office/powerpoint/2010/main" val="748576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905000" y="4038600"/>
            <a:ext cx="5230368" cy="3230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 Rounded MT Bold" panose="020F0704030504030204" pitchFamily="34" charset="0"/>
              </a:rPr>
              <a:t>מ-</a:t>
            </a:r>
            <a:r>
              <a:rPr lang="en-US">
                <a:latin typeface="Arial Rounded MT Bold" panose="020F0704030504030204" pitchFamily="34" charset="0"/>
              </a:rPr>
              <a:t>LTL</a:t>
            </a:r>
            <a:r>
              <a:rPr lang="he-IL">
                <a:latin typeface="Arial Rounded MT Bold" panose="020F0704030504030204" pitchFamily="34" charset="0"/>
              </a:rPr>
              <a:t> ל-</a:t>
            </a:r>
            <a:r>
              <a:rPr lang="en-US">
                <a:latin typeface="Arial Rounded MT Bold" panose="020F0704030504030204" pitchFamily="34" charset="0"/>
              </a:rPr>
              <a:t>GNBA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26</a:t>
            </a:fld>
            <a:endParaRPr lang="he-IL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1347216"/>
            <a:ext cx="8839200" cy="5334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he-IL" sz="1700"/>
              <a:t>בניית </a:t>
            </a:r>
            <a:r>
              <a:rPr lang="en-US" sz="1700"/>
              <a:t>GNBA</a:t>
            </a:r>
            <a:r>
              <a:rPr lang="he-IL" sz="1700"/>
              <a:t> </a:t>
            </a:r>
            <a:r>
              <a:rPr lang="en-US" sz="1700">
                <a:latin typeface="cmsy10"/>
              </a:rPr>
              <a:t>G</a:t>
            </a:r>
            <a:r>
              <a:rPr lang="en-US" sz="1700" baseline="-25000">
                <a:solidFill>
                  <a:srgbClr val="0000FF"/>
                </a:solidFill>
                <a:latin typeface="Symbol"/>
                <a:sym typeface="Symbol"/>
              </a:rPr>
              <a:t></a:t>
            </a:r>
            <a:r>
              <a:rPr lang="he-IL" sz="1700" baseline="-25000">
                <a:latin typeface="Symbol"/>
                <a:sym typeface="Symbol"/>
              </a:rPr>
              <a:t> </a:t>
            </a:r>
            <a:r>
              <a:rPr lang="he-IL" sz="1700">
                <a:sym typeface="Symbol"/>
              </a:rPr>
              <a:t>מעל</a:t>
            </a:r>
            <a:r>
              <a:rPr lang="en-US" sz="1700">
                <a:sym typeface="Symbol"/>
              </a:rPr>
              <a:t> </a:t>
            </a:r>
            <a:r>
              <a:rPr lang="he-IL" sz="1700">
                <a:sym typeface="Symbol"/>
              </a:rPr>
              <a:t> </a:t>
            </a:r>
            <a:r>
              <a:rPr lang="en-US" sz="1700">
                <a:latin typeface="cmr10"/>
                <a:sym typeface="Symbol"/>
              </a:rPr>
              <a:t>2</a:t>
            </a:r>
            <a:r>
              <a:rPr lang="en-US" sz="1700" baseline="30000">
                <a:latin typeface="cmmi10"/>
                <a:sym typeface="Symbol"/>
              </a:rPr>
              <a:t>AP</a:t>
            </a:r>
            <a:r>
              <a:rPr lang="he-IL" sz="1700" baseline="30000">
                <a:latin typeface="cmmi10"/>
                <a:sym typeface="Symbol"/>
              </a:rPr>
              <a:t> </a:t>
            </a:r>
            <a:r>
              <a:rPr lang="he-IL" sz="1700">
                <a:sym typeface="Symbol"/>
              </a:rPr>
              <a:t>עבור נוסחת </a:t>
            </a:r>
            <a:r>
              <a:rPr lang="en-US" sz="1700">
                <a:sym typeface="Symbol"/>
              </a:rPr>
              <a:t>LTL</a:t>
            </a:r>
            <a:r>
              <a:rPr lang="he-IL" sz="1700">
                <a:sym typeface="Symbol"/>
              </a:rPr>
              <a:t> </a:t>
            </a:r>
            <a:r>
              <a:rPr lang="he-IL" sz="1700">
                <a:solidFill>
                  <a:srgbClr val="0000FF"/>
                </a:solidFill>
                <a:latin typeface="Symbol"/>
                <a:sym typeface="Symbol"/>
              </a:rPr>
              <a:t></a:t>
            </a:r>
            <a:r>
              <a:rPr lang="he-IL" sz="1700">
                <a:sym typeface="Symbol"/>
              </a:rPr>
              <a:t> עם </a:t>
            </a:r>
            <a:r>
              <a:rPr lang="en-US" sz="1700">
                <a:latin typeface="cmsy10"/>
                <a:sym typeface="Symbol"/>
              </a:rPr>
              <a:t>L</a:t>
            </a:r>
            <a:r>
              <a:rPr lang="en-US" sz="1700" baseline="-25000">
                <a:latin typeface="cmmi10"/>
                <a:sym typeface="Symbol"/>
              </a:rPr>
              <a:t>!</a:t>
            </a:r>
            <a:r>
              <a:rPr lang="en-US" sz="1700">
                <a:latin typeface="cmr10"/>
                <a:sym typeface="Symbol"/>
              </a:rPr>
              <a:t>(</a:t>
            </a:r>
            <a:r>
              <a:rPr lang="en-US" sz="1700">
                <a:latin typeface="cmsy10"/>
                <a:sym typeface="Symbol"/>
              </a:rPr>
              <a:t>G</a:t>
            </a:r>
            <a:r>
              <a:rPr lang="en-US" sz="1700" baseline="-25000">
                <a:latin typeface="Symbol"/>
                <a:sym typeface="Symbol"/>
              </a:rPr>
              <a:t></a:t>
            </a:r>
            <a:r>
              <a:rPr lang="en-US" sz="1700">
                <a:latin typeface="cmr10"/>
                <a:sym typeface="Symbol"/>
              </a:rPr>
              <a:t>)</a:t>
            </a:r>
            <a:r>
              <a:rPr lang="en-US" sz="1700">
                <a:sym typeface="Symbol"/>
              </a:rPr>
              <a:t> =</a:t>
            </a:r>
            <a:r>
              <a:rPr lang="en-US" sz="1700">
                <a:latin typeface="Franklin Gothic Book"/>
                <a:sym typeface="Symbol"/>
              </a:rPr>
              <a:t> Words</a:t>
            </a:r>
            <a:r>
              <a:rPr lang="en-US" sz="1700">
                <a:latin typeface="cmr10"/>
                <a:sym typeface="Symbol"/>
              </a:rPr>
              <a:t>(</a:t>
            </a:r>
            <a:r>
              <a:rPr lang="en-US" sz="1700">
                <a:solidFill>
                  <a:srgbClr val="0000FF"/>
                </a:solidFill>
                <a:latin typeface="Symbol"/>
                <a:sym typeface="Symbol"/>
              </a:rPr>
              <a:t></a:t>
            </a:r>
            <a:r>
              <a:rPr lang="en-US" sz="1700">
                <a:latin typeface="cmr10"/>
                <a:sym typeface="Symbol"/>
              </a:rPr>
              <a:t>)</a:t>
            </a:r>
            <a:r>
              <a:rPr lang="he-IL" sz="1700">
                <a:latin typeface="cmr10"/>
                <a:sym typeface="Symbol"/>
              </a:rPr>
              <a:t>:</a:t>
            </a:r>
          </a:p>
          <a:p>
            <a:pPr>
              <a:spcBef>
                <a:spcPts val="2400"/>
              </a:spcBef>
            </a:pPr>
            <a:r>
              <a:rPr lang="he-IL" sz="1700">
                <a:latin typeface="cmr10"/>
                <a:sym typeface="Symbol"/>
              </a:rPr>
              <a:t>נניח ש-</a:t>
            </a:r>
            <a:r>
              <a:rPr lang="he-IL" sz="1700">
                <a:solidFill>
                  <a:srgbClr val="0000FF"/>
                </a:solidFill>
                <a:latin typeface="Symbol"/>
                <a:sym typeface="Symbol"/>
              </a:rPr>
              <a:t></a:t>
            </a:r>
            <a:r>
              <a:rPr lang="he-IL" sz="1700">
                <a:latin typeface="cmr10"/>
                <a:sym typeface="Symbol"/>
              </a:rPr>
              <a:t> מכילה רק את </a:t>
            </a:r>
            <a:r>
              <a:rPr lang="he-IL" sz="1700"/>
              <a:t>הַקַּשָּׁרִים</a:t>
            </a:r>
            <a:r>
              <a:rPr lang="en-US" sz="1800"/>
              <a:t> </a:t>
            </a:r>
            <a:r>
              <a:rPr lang="he-IL" sz="1700">
                <a:latin typeface="cmr10"/>
                <a:sym typeface="Symbol"/>
              </a:rPr>
              <a:t> </a:t>
            </a:r>
            <a:r>
              <a:rPr lang="en-US" sz="1700">
                <a:latin typeface="cmsy10"/>
                <a:sym typeface="Symbol"/>
              </a:rPr>
              <a:t>Æ</a:t>
            </a:r>
            <a:r>
              <a:rPr lang="en-US" sz="1700">
                <a:latin typeface="cmr10"/>
                <a:sym typeface="Symbol"/>
              </a:rPr>
              <a:t>, </a:t>
            </a:r>
            <a:r>
              <a:rPr lang="en-US" sz="1700">
                <a:latin typeface="cmsy10"/>
                <a:sym typeface="Symbol"/>
              </a:rPr>
              <a:t>:</a:t>
            </a:r>
            <a:r>
              <a:rPr lang="en-US" sz="1700">
                <a:latin typeface="cmr10"/>
                <a:sym typeface="Symbol"/>
              </a:rPr>
              <a:t>, </a:t>
            </a:r>
            <a:r>
              <a:rPr lang="en-US" sz="1700">
                <a:latin typeface="cmsy10"/>
                <a:sym typeface="Symbol"/>
              </a:rPr>
              <a:t>°</a:t>
            </a:r>
            <a:r>
              <a:rPr lang="en-US" sz="1700">
                <a:latin typeface="cmr10"/>
                <a:sym typeface="Symbol"/>
              </a:rPr>
              <a:t>, </a:t>
            </a:r>
            <a:r>
              <a:rPr lang="en-US" sz="1700">
                <a:latin typeface="Franklin Gothic Book"/>
                <a:sym typeface="Symbol"/>
              </a:rPr>
              <a:t>U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he-IL" sz="1700"/>
              <a:t>הַקַּשָּׁרִים</a:t>
            </a:r>
            <a:r>
              <a:rPr lang="he-IL" sz="1700">
                <a:latin typeface="Franklin Gothic Book"/>
                <a:sym typeface="Symbol"/>
              </a:rPr>
              <a:t> </a:t>
            </a:r>
            <a:r>
              <a:rPr lang="en-US" sz="1700">
                <a:latin typeface="cmsy10"/>
                <a:sym typeface="Symbol"/>
              </a:rPr>
              <a:t>Ç</a:t>
            </a:r>
            <a:r>
              <a:rPr lang="en-US" sz="1700">
                <a:latin typeface="Franklin Gothic Book"/>
                <a:sym typeface="Symbol"/>
              </a:rPr>
              <a:t>, </a:t>
            </a:r>
            <a:r>
              <a:rPr lang="en-US" sz="1700">
                <a:latin typeface="cmsy10"/>
                <a:sym typeface="Symbol"/>
              </a:rPr>
              <a:t>)</a:t>
            </a:r>
            <a:r>
              <a:rPr lang="en-US" sz="1700">
                <a:latin typeface="Franklin Gothic Book"/>
                <a:sym typeface="Symbol"/>
              </a:rPr>
              <a:t>, </a:t>
            </a:r>
            <a:r>
              <a:rPr lang="en-US" sz="1700">
                <a:latin typeface="cmsy10"/>
                <a:sym typeface="Symbol"/>
              </a:rPr>
              <a:t>}</a:t>
            </a:r>
            <a:r>
              <a:rPr lang="en-US" sz="1700">
                <a:latin typeface="Franklin Gothic Book"/>
                <a:sym typeface="Symbol"/>
              </a:rPr>
              <a:t>, </a:t>
            </a:r>
            <a:r>
              <a:rPr lang="en-US" sz="1700">
                <a:latin typeface="Symbol"/>
                <a:sym typeface="Symbol"/>
              </a:rPr>
              <a:t></a:t>
            </a:r>
            <a:r>
              <a:rPr lang="en-US" sz="1700">
                <a:latin typeface="Franklin Gothic Book"/>
                <a:sym typeface="Symbol"/>
              </a:rPr>
              <a:t> </a:t>
            </a:r>
            <a:r>
              <a:rPr lang="he-IL" sz="1700">
                <a:latin typeface="Franklin Gothic Book"/>
                <a:sym typeface="Symbol"/>
              </a:rPr>
              <a:t> ואחרים ניתנים לביטוי באמצעות </a:t>
            </a:r>
            <a:r>
              <a:rPr lang="he-IL" sz="1700"/>
              <a:t>קַּשָּׁרִים</a:t>
            </a:r>
            <a:r>
              <a:rPr lang="he-IL" sz="1700">
                <a:latin typeface="Franklin Gothic Book"/>
                <a:sym typeface="Symbol"/>
              </a:rPr>
              <a:t> בסיסיים אלה</a:t>
            </a:r>
          </a:p>
          <a:p>
            <a:pPr>
              <a:spcBef>
                <a:spcPts val="2400"/>
              </a:spcBef>
            </a:pPr>
            <a:r>
              <a:rPr lang="he-IL" sz="1700">
                <a:latin typeface="Franklin Gothic Book"/>
                <a:sym typeface="Symbol"/>
              </a:rPr>
              <a:t>המצבים הם </a:t>
            </a:r>
            <a:r>
              <a:rPr lang="he-IL" sz="1700">
                <a:solidFill>
                  <a:srgbClr val="FF0000"/>
                </a:solidFill>
                <a:latin typeface="Franklin Gothic Book"/>
                <a:sym typeface="Symbol"/>
              </a:rPr>
              <a:t>קבוצות של תת נוסחאות</a:t>
            </a:r>
            <a:r>
              <a:rPr lang="he-IL" sz="1700">
                <a:latin typeface="Franklin Gothic Book"/>
                <a:sym typeface="Symbol"/>
              </a:rPr>
              <a:t> ב-</a:t>
            </a:r>
            <a:r>
              <a:rPr lang="he-IL" sz="1700">
                <a:solidFill>
                  <a:srgbClr val="0000FF"/>
                </a:solidFill>
                <a:latin typeface="Symbol"/>
                <a:sym typeface="Symbol"/>
              </a:rPr>
              <a:t></a:t>
            </a:r>
            <a:endParaRPr lang="en-US" sz="1700">
              <a:solidFill>
                <a:srgbClr val="0000FF"/>
              </a:solidFill>
              <a:latin typeface="Symbol"/>
              <a:sym typeface="Symbol"/>
            </a:endParaRP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he-IL" sz="1700">
                <a:latin typeface="Symbol"/>
                <a:sym typeface="Symbol"/>
              </a:rPr>
              <a:t>עבור </a:t>
            </a:r>
            <a:r>
              <a:rPr lang="en-US" sz="1700">
                <a:latin typeface="Symbol"/>
                <a:sym typeface="Symbol"/>
              </a:rPr>
              <a:t>s</a:t>
            </a:r>
            <a:r>
              <a:rPr lang="en-US" sz="1700">
                <a:latin typeface="cmr10"/>
                <a:sym typeface="Symbol"/>
              </a:rPr>
              <a:t>=</a:t>
            </a:r>
            <a:r>
              <a:rPr lang="en-US" sz="1700">
                <a:latin typeface="cmmi10"/>
                <a:sym typeface="Symbol"/>
              </a:rPr>
              <a:t>A</a:t>
            </a:r>
            <a:r>
              <a:rPr lang="en-US" sz="1700" baseline="-25000">
                <a:latin typeface="cmr10"/>
                <a:sym typeface="Symbol"/>
              </a:rPr>
              <a:t>0</a:t>
            </a:r>
            <a:r>
              <a:rPr lang="en-US" sz="1700">
                <a:latin typeface="cmmi10"/>
                <a:sym typeface="Symbol"/>
              </a:rPr>
              <a:t>A</a:t>
            </a:r>
            <a:r>
              <a:rPr lang="en-US" sz="1700" baseline="-25000">
                <a:latin typeface="cmr10"/>
                <a:sym typeface="Symbol"/>
              </a:rPr>
              <a:t>1</a:t>
            </a:r>
            <a:r>
              <a:rPr lang="en-US" sz="1700">
                <a:latin typeface="cmmi10"/>
                <a:sym typeface="Symbol"/>
              </a:rPr>
              <a:t>A</a:t>
            </a:r>
            <a:r>
              <a:rPr lang="en-US" sz="1700" baseline="-25000">
                <a:latin typeface="cmr10"/>
                <a:sym typeface="Symbol"/>
              </a:rPr>
              <a:t>2</a:t>
            </a:r>
            <a:r>
              <a:rPr lang="en-US" sz="1700">
                <a:latin typeface="cmr10"/>
                <a:sym typeface="Symbol"/>
              </a:rPr>
              <a:t>...</a:t>
            </a:r>
            <a:r>
              <a:rPr lang="en-US" sz="1700">
                <a:latin typeface="cmsy10"/>
                <a:sym typeface="Symbol"/>
              </a:rPr>
              <a:t>2</a:t>
            </a:r>
            <a:r>
              <a:rPr lang="en-US" sz="1700">
                <a:latin typeface="cmr10"/>
                <a:sym typeface="Symbol"/>
              </a:rPr>
              <a:t> </a:t>
            </a:r>
            <a:r>
              <a:rPr lang="en-US" sz="1700">
                <a:latin typeface="Franklin Gothic Book"/>
                <a:sym typeface="Symbol"/>
              </a:rPr>
              <a:t>Words</a:t>
            </a:r>
            <a:r>
              <a:rPr lang="en-US" sz="1700">
                <a:latin typeface="cmr10"/>
                <a:sym typeface="Symbol"/>
              </a:rPr>
              <a:t>(</a:t>
            </a:r>
            <a:r>
              <a:rPr lang="en-US" sz="1700">
                <a:solidFill>
                  <a:srgbClr val="0000FF"/>
                </a:solidFill>
                <a:latin typeface="Symbol"/>
                <a:sym typeface="Symbol"/>
              </a:rPr>
              <a:t></a:t>
            </a:r>
            <a:r>
              <a:rPr lang="en-US" sz="1700">
                <a:latin typeface="cmr10"/>
                <a:sym typeface="Symbol"/>
              </a:rPr>
              <a:t>)</a:t>
            </a:r>
            <a:r>
              <a:rPr lang="he-IL" sz="1700" baseline="30000">
                <a:latin typeface="cmr10"/>
                <a:sym typeface="Symbol"/>
              </a:rPr>
              <a:t> </a:t>
            </a:r>
            <a:r>
              <a:rPr lang="he-IL" sz="1700">
                <a:latin typeface="cmr10"/>
                <a:sym typeface="Symbol"/>
              </a:rPr>
              <a:t>נוסיף ל</a:t>
            </a:r>
            <a:r>
              <a:rPr lang="en-US" sz="1700">
                <a:latin typeface="cmr10"/>
                <a:sym typeface="Symbol"/>
              </a:rPr>
              <a:t> </a:t>
            </a:r>
            <a:r>
              <a:rPr lang="en-US" sz="1700">
                <a:latin typeface="cmmi10"/>
                <a:sym typeface="Symbol"/>
              </a:rPr>
              <a:t>A</a:t>
            </a:r>
            <a:r>
              <a:rPr lang="en-US" sz="1700" baseline="-25000">
                <a:latin typeface="cmmi10"/>
                <a:sym typeface="Symbol"/>
              </a:rPr>
              <a:t>i </a:t>
            </a:r>
            <a:r>
              <a:rPr lang="he-IL" sz="1700">
                <a:latin typeface="cmr10"/>
                <a:sym typeface="Symbol"/>
              </a:rPr>
              <a:t>תת-נוסחאות של </a:t>
            </a:r>
            <a:r>
              <a:rPr lang="he-IL" sz="1700">
                <a:solidFill>
                  <a:srgbClr val="0000FF"/>
                </a:solidFill>
                <a:latin typeface="Symbol"/>
                <a:sym typeface="Symbol"/>
              </a:rPr>
              <a:t> </a:t>
            </a:r>
            <a:r>
              <a:rPr lang="he-IL" sz="1700">
                <a:latin typeface="Symbol"/>
                <a:sym typeface="Symbol"/>
              </a:rPr>
              <a:t>כדי לקבל מילה </a:t>
            </a:r>
            <a:r>
              <a:rPr lang="en-US" sz="1700">
                <a:latin typeface="Symbol"/>
                <a:sym typeface="Symbol"/>
              </a:rPr>
              <a:t>s</a:t>
            </a:r>
            <a:r>
              <a:rPr lang="en-US" sz="1700">
                <a:latin typeface="cmmi10"/>
                <a:sym typeface="Symbol"/>
              </a:rPr>
              <a:t>’</a:t>
            </a:r>
            <a:r>
              <a:rPr lang="en-US" sz="1700">
                <a:latin typeface="cmr10"/>
                <a:sym typeface="Symbol"/>
              </a:rPr>
              <a:t> =</a:t>
            </a:r>
            <a:r>
              <a:rPr lang="en-US" sz="1700">
                <a:latin typeface="cmmi10"/>
                <a:sym typeface="Symbol"/>
              </a:rPr>
              <a:t>B</a:t>
            </a:r>
            <a:r>
              <a:rPr lang="en-US" sz="1700" baseline="-25000">
                <a:latin typeface="cmr10"/>
                <a:sym typeface="Symbol"/>
              </a:rPr>
              <a:t>0</a:t>
            </a:r>
            <a:r>
              <a:rPr lang="en-US" sz="1700">
                <a:latin typeface="cmmi10"/>
                <a:sym typeface="Symbol"/>
              </a:rPr>
              <a:t>B</a:t>
            </a:r>
            <a:r>
              <a:rPr lang="en-US" sz="1700" baseline="-25000">
                <a:latin typeface="cmr10"/>
                <a:sym typeface="Symbol"/>
              </a:rPr>
              <a:t>1</a:t>
            </a:r>
            <a:r>
              <a:rPr lang="en-US" sz="1700">
                <a:latin typeface="cmmi10"/>
                <a:sym typeface="Symbol"/>
              </a:rPr>
              <a:t>B</a:t>
            </a:r>
            <a:r>
              <a:rPr lang="en-US" sz="1700" baseline="-25000">
                <a:latin typeface="cmr10"/>
                <a:sym typeface="Symbol"/>
              </a:rPr>
              <a:t>2</a:t>
            </a:r>
            <a:r>
              <a:rPr lang="en-US" sz="1700">
                <a:latin typeface="cmr10"/>
                <a:sym typeface="Symbol"/>
              </a:rPr>
              <a:t>...</a:t>
            </a:r>
            <a:r>
              <a:rPr lang="he-IL" sz="1700" baseline="30000">
                <a:latin typeface="cmr10"/>
                <a:sym typeface="Symbol"/>
              </a:rPr>
              <a:t> </a:t>
            </a:r>
            <a:r>
              <a:rPr lang="he-IL" sz="1700">
                <a:latin typeface="cmr10"/>
                <a:sym typeface="Symbol"/>
              </a:rPr>
              <a:t>כך ש</a:t>
            </a:r>
          </a:p>
          <a:p>
            <a:pPr lvl="1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700">
                <a:latin typeface="cmmi10"/>
                <a:sym typeface="Symbol"/>
              </a:rPr>
              <a:t>Ã</a:t>
            </a:r>
            <a:r>
              <a:rPr lang="en-US" sz="1700">
                <a:latin typeface="cmr10"/>
                <a:sym typeface="Symbol"/>
              </a:rPr>
              <a:t> </a:t>
            </a:r>
            <a:r>
              <a:rPr lang="en-US" sz="1700">
                <a:latin typeface="cmsy10"/>
                <a:sym typeface="Symbol"/>
              </a:rPr>
              <a:t>2</a:t>
            </a:r>
            <a:r>
              <a:rPr lang="en-US" sz="1700">
                <a:latin typeface="cmr10"/>
                <a:sym typeface="Symbol"/>
              </a:rPr>
              <a:t> </a:t>
            </a:r>
            <a:r>
              <a:rPr lang="en-US" sz="1700">
                <a:latin typeface="cmmi10"/>
                <a:sym typeface="Symbol"/>
              </a:rPr>
              <a:t>B</a:t>
            </a:r>
            <a:r>
              <a:rPr lang="en-US" sz="1700" baseline="-25000">
                <a:latin typeface="cmmi10"/>
                <a:sym typeface="Symbol"/>
              </a:rPr>
              <a:t>i</a:t>
            </a:r>
            <a:r>
              <a:rPr lang="he-IL" sz="1700" baseline="-5000">
                <a:latin typeface="cmr10"/>
                <a:sym typeface="Symbol"/>
              </a:rPr>
              <a:t>              </a:t>
            </a:r>
            <a:r>
              <a:rPr lang="he-IL" sz="1700">
                <a:latin typeface="cmr10"/>
                <a:sym typeface="Symbol"/>
              </a:rPr>
              <a:t>אם ורק אם        </a:t>
            </a:r>
            <a:r>
              <a:rPr lang="en-US" sz="1700">
                <a:latin typeface="cmmi10"/>
                <a:sym typeface="Symbol"/>
              </a:rPr>
              <a:t>¾</a:t>
            </a:r>
            <a:r>
              <a:rPr lang="en-US" sz="1700">
                <a:latin typeface="cmr10"/>
                <a:sym typeface="Symbol"/>
              </a:rPr>
              <a:t>[</a:t>
            </a:r>
            <a:r>
              <a:rPr lang="en-US" sz="1700" err="1">
                <a:latin typeface="cmmi10"/>
                <a:sym typeface="Symbol"/>
              </a:rPr>
              <a:t>i</a:t>
            </a:r>
            <a:r>
              <a:rPr lang="en-US" sz="1700">
                <a:latin typeface="cmr10"/>
                <a:sym typeface="Symbol"/>
              </a:rPr>
              <a:t>..] = </a:t>
            </a:r>
            <a:r>
              <a:rPr lang="en-US" sz="1700">
                <a:latin typeface="cmmi10"/>
                <a:sym typeface="Symbol"/>
              </a:rPr>
              <a:t>A</a:t>
            </a:r>
            <a:r>
              <a:rPr lang="en-US" sz="1700" baseline="-25000">
                <a:latin typeface="cmmi10"/>
                <a:sym typeface="Symbol"/>
              </a:rPr>
              <a:t>i</a:t>
            </a:r>
            <a:r>
              <a:rPr lang="en-US" sz="1700">
                <a:latin typeface="cmmi10"/>
                <a:sym typeface="Symbol"/>
              </a:rPr>
              <a:t>A</a:t>
            </a:r>
            <a:r>
              <a:rPr lang="en-US" sz="1700" baseline="-25000">
                <a:latin typeface="cmmi10"/>
                <a:sym typeface="Symbol"/>
              </a:rPr>
              <a:t>i</a:t>
            </a:r>
            <a:r>
              <a:rPr lang="en-US" sz="1700" baseline="-25000">
                <a:latin typeface="cmr10"/>
                <a:sym typeface="Symbol"/>
              </a:rPr>
              <a:t>+1</a:t>
            </a:r>
            <a:r>
              <a:rPr lang="en-US" sz="1700">
                <a:latin typeface="cmmi10"/>
                <a:sym typeface="Symbol"/>
              </a:rPr>
              <a:t>A</a:t>
            </a:r>
            <a:r>
              <a:rPr lang="en-US" sz="1700" baseline="-25000">
                <a:latin typeface="cmmi10"/>
                <a:sym typeface="Symbol"/>
              </a:rPr>
              <a:t>i</a:t>
            </a:r>
            <a:r>
              <a:rPr lang="en-US" sz="1700" baseline="-25000">
                <a:latin typeface="cmr10"/>
                <a:sym typeface="Symbol"/>
              </a:rPr>
              <a:t>+2</a:t>
            </a:r>
            <a:r>
              <a:rPr lang="en-US" sz="1700" baseline="30000">
                <a:latin typeface="cmr10"/>
                <a:sym typeface="Symbol"/>
              </a:rPr>
              <a:t>...  </a:t>
            </a:r>
            <a:r>
              <a:rPr lang="en-US" sz="1700">
                <a:latin typeface="msam10"/>
                <a:sym typeface="Symbol"/>
              </a:rPr>
              <a:t>²</a:t>
            </a:r>
            <a:r>
              <a:rPr lang="en-US" sz="1700">
                <a:latin typeface="cmr10"/>
                <a:sym typeface="Symbol"/>
              </a:rPr>
              <a:t> </a:t>
            </a:r>
            <a:r>
              <a:rPr lang="en-US" sz="1700">
                <a:latin typeface="cmmi10"/>
                <a:sym typeface="Symbol"/>
              </a:rPr>
              <a:t>Ã</a:t>
            </a:r>
            <a:r>
              <a:rPr lang="he-IL" sz="1700" baseline="30000">
                <a:latin typeface="cmr10"/>
                <a:sym typeface="Symbol"/>
              </a:rPr>
              <a:t> </a:t>
            </a:r>
            <a:r>
              <a:rPr lang="en-US" sz="1700">
                <a:latin typeface="cmr10"/>
                <a:sym typeface="Symbol"/>
              </a:rPr>
              <a:t> 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sz="1700">
                <a:latin typeface="cmr10"/>
                <a:sym typeface="Symbol"/>
              </a:rPr>
              <a:t> </a:t>
            </a:r>
            <a:r>
              <a:rPr lang="en-US" sz="1700">
                <a:latin typeface="cmmi10"/>
                <a:sym typeface="Symbol"/>
              </a:rPr>
              <a:t>¾</a:t>
            </a:r>
            <a:r>
              <a:rPr lang="en-US" sz="1700">
                <a:latin typeface="cmr10"/>
                <a:sym typeface="Symbol"/>
              </a:rPr>
              <a:t>’</a:t>
            </a:r>
            <a:r>
              <a:rPr lang="he-IL" sz="1700">
                <a:latin typeface="cmr10"/>
                <a:sym typeface="Symbol"/>
              </a:rPr>
              <a:t> אמורה להיות ריצה ב-</a:t>
            </a:r>
            <a:r>
              <a:rPr lang="en-US" sz="1700">
                <a:latin typeface="Arial Rounded MT Bold" panose="020F0704030504030204" pitchFamily="34" charset="0"/>
                <a:sym typeface="Symbol"/>
              </a:rPr>
              <a:t>GNBA</a:t>
            </a:r>
            <a:r>
              <a:rPr lang="he-IL" sz="1700">
                <a:latin typeface="cmr10"/>
                <a:sym typeface="Symbol"/>
              </a:rPr>
              <a:t> </a:t>
            </a:r>
            <a:r>
              <a:rPr lang="en-US" sz="1700">
                <a:latin typeface="cmsy10"/>
              </a:rPr>
              <a:t>G</a:t>
            </a:r>
            <a:r>
              <a:rPr lang="en-US" sz="1700" baseline="-25000">
                <a:solidFill>
                  <a:srgbClr val="0000FF"/>
                </a:solidFill>
                <a:latin typeface="Symbol"/>
                <a:sym typeface="Symbol"/>
              </a:rPr>
              <a:t></a:t>
            </a:r>
            <a:r>
              <a:rPr lang="he-IL" sz="1700" baseline="-25000">
                <a:latin typeface="Symbol"/>
                <a:sym typeface="Symbol"/>
              </a:rPr>
              <a:t> </a:t>
            </a:r>
            <a:r>
              <a:rPr lang="he-IL" sz="1700">
                <a:latin typeface="Symbol"/>
                <a:sym typeface="Symbol"/>
              </a:rPr>
              <a:t>עבור </a:t>
            </a:r>
            <a:r>
              <a:rPr lang="he-IL" sz="1700">
                <a:latin typeface="cmmi10"/>
                <a:sym typeface="Symbol"/>
              </a:rPr>
              <a:t>¾</a:t>
            </a:r>
            <a:endParaRPr lang="en-US" sz="1700">
              <a:latin typeface="cmmi10"/>
              <a:sym typeface="Symbol"/>
            </a:endParaRPr>
          </a:p>
          <a:p>
            <a:pPr>
              <a:spcBef>
                <a:spcPts val="2400"/>
              </a:spcBef>
            </a:pPr>
            <a:r>
              <a:rPr lang="he-IL" sz="1700">
                <a:latin typeface="cmr10"/>
                <a:sym typeface="Symbol"/>
              </a:rPr>
              <a:t>המעברים נגזרים מהסמנטיקה של </a:t>
            </a:r>
            <a:r>
              <a:rPr lang="en-US" sz="1700">
                <a:latin typeface="cmsy10"/>
                <a:sym typeface="Symbol"/>
              </a:rPr>
              <a:t>°</a:t>
            </a:r>
            <a:r>
              <a:rPr lang="he-IL" sz="1700">
                <a:latin typeface="cmsy10"/>
                <a:sym typeface="Symbol"/>
              </a:rPr>
              <a:t> ומכלל ההרחבה עבור </a:t>
            </a:r>
            <a:r>
              <a:rPr lang="en-US" sz="1700">
                <a:latin typeface="Franklin Gothic Book"/>
                <a:sym typeface="Symbol"/>
              </a:rPr>
              <a:t>U </a:t>
            </a:r>
            <a:r>
              <a:rPr lang="he-IL" sz="1700">
                <a:latin typeface="Franklin Gothic Book"/>
                <a:sym typeface="Symbol"/>
              </a:rPr>
              <a:t> - כפי שנראה בהמשך</a:t>
            </a:r>
          </a:p>
          <a:p>
            <a:pPr>
              <a:spcBef>
                <a:spcPts val="2400"/>
              </a:spcBef>
            </a:pPr>
            <a:r>
              <a:rPr lang="he-IL" sz="1700">
                <a:latin typeface="Franklin Gothic Book"/>
                <a:sym typeface="Symbol"/>
              </a:rPr>
              <a:t>המצבים המקבלים מבטיחים ש </a:t>
            </a:r>
            <a:r>
              <a:rPr lang="en-US" sz="1700">
                <a:latin typeface="Franklin Gothic Book"/>
                <a:sym typeface="Symbol"/>
              </a:rPr>
              <a:t>'</a:t>
            </a:r>
            <a:r>
              <a:rPr lang="he-IL" sz="1700">
                <a:latin typeface="cmmi10"/>
                <a:sym typeface="Symbol"/>
              </a:rPr>
              <a:t>¾</a:t>
            </a:r>
            <a:r>
              <a:rPr lang="he-IL" sz="1700">
                <a:latin typeface="Franklin Gothic Book"/>
                <a:sym typeface="Symbol"/>
              </a:rPr>
              <a:t> היא ריצה מקבלת עבור </a:t>
            </a:r>
            <a:r>
              <a:rPr lang="he-IL" sz="1700">
                <a:latin typeface="cmmi10"/>
                <a:sym typeface="Symbol"/>
              </a:rPr>
              <a:t>¾</a:t>
            </a:r>
            <a:r>
              <a:rPr lang="he-IL" sz="1700">
                <a:latin typeface="Franklin Gothic Book"/>
                <a:sym typeface="Symbol"/>
              </a:rPr>
              <a:t> אם ורק אם  </a:t>
            </a:r>
            <a:r>
              <a:rPr lang="en-US" sz="1700">
                <a:latin typeface="cmmi10"/>
                <a:sym typeface="Symbol"/>
              </a:rPr>
              <a:t>¾</a:t>
            </a:r>
            <a:r>
              <a:rPr lang="en-US" sz="1700">
                <a:latin typeface="Franklin Gothic Book"/>
                <a:sym typeface="Symbol"/>
              </a:rPr>
              <a:t> </a:t>
            </a:r>
            <a:r>
              <a:rPr lang="en-US" sz="1700">
                <a:latin typeface="msam10"/>
                <a:sym typeface="Symbol"/>
              </a:rPr>
              <a:t>²</a:t>
            </a:r>
            <a:r>
              <a:rPr lang="en-US" sz="1700">
                <a:latin typeface="Franklin Gothic Book"/>
                <a:sym typeface="Symbol"/>
              </a:rPr>
              <a:t> </a:t>
            </a:r>
            <a:r>
              <a:rPr lang="en-US" sz="1700">
                <a:solidFill>
                  <a:srgbClr val="0000FF"/>
                </a:solidFill>
                <a:latin typeface="Symbol"/>
                <a:sym typeface="Symbol"/>
              </a:rPr>
              <a:t></a:t>
            </a:r>
            <a:endParaRPr lang="he-IL" sz="1700">
              <a:solidFill>
                <a:srgbClr val="0000FF"/>
              </a:solidFill>
              <a:latin typeface="Symbol"/>
              <a:sym typeface="Symbol"/>
            </a:endParaRPr>
          </a:p>
          <a:p>
            <a:endParaRPr lang="en-US" sz="1700" baseline="30000">
              <a:latin typeface="cmr1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228600"/>
            <a:ext cx="7772400" cy="1143000"/>
          </a:xfrm>
        </p:spPr>
        <p:txBody>
          <a:bodyPr/>
          <a:lstStyle/>
          <a:p>
            <a:r>
              <a:rPr lang="he-IL">
                <a:latin typeface="Arial Rounded MT Bold" panose="020F0704030504030204" pitchFamily="34" charset="0"/>
              </a:rPr>
              <a:t>דוגמה: ממילה לריצה של ה-</a:t>
            </a:r>
            <a:r>
              <a:rPr lang="en-US">
                <a:latin typeface="Arial Rounded MT Bold" panose="020F0704030504030204" pitchFamily="34" charset="0"/>
              </a:rPr>
              <a:t>GNBA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27</a:t>
            </a:fld>
            <a:endParaRPr lang="he-IL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152400" y="990600"/>
            <a:ext cx="8839200" cy="5257800"/>
          </a:xfrm>
        </p:spPr>
        <p:txBody>
          <a:bodyPr>
            <a:noAutofit/>
          </a:bodyPr>
          <a:lstStyle/>
          <a:p>
            <a:pPr>
              <a:spcBef>
                <a:spcPts val="2400"/>
              </a:spcBef>
              <a:spcAft>
                <a:spcPts val="600"/>
              </a:spcAft>
            </a:pPr>
            <a:r>
              <a:rPr lang="he-IL" sz="2400">
                <a:latin typeface="cmr10"/>
              </a:rPr>
              <a:t>נניח </a:t>
            </a:r>
            <a:r>
              <a:rPr lang="en-US" sz="2400">
                <a:latin typeface="cmr10"/>
              </a:rPr>
              <a:t>= </a:t>
            </a:r>
            <a:r>
              <a:rPr lang="en-US" sz="2400">
                <a:latin typeface="cmmi10"/>
              </a:rPr>
              <a:t>a</a:t>
            </a:r>
            <a:r>
              <a:rPr lang="en-US" sz="2400">
                <a:latin typeface="cmr10"/>
              </a:rPr>
              <a:t> </a:t>
            </a:r>
            <a:r>
              <a:rPr lang="en-US" sz="2400">
                <a:latin typeface="Franklin Gothic Book"/>
              </a:rPr>
              <a:t>U</a:t>
            </a:r>
            <a:r>
              <a:rPr lang="en-US" sz="2400">
                <a:latin typeface="cmr10"/>
              </a:rPr>
              <a:t> (</a:t>
            </a:r>
            <a:r>
              <a:rPr lang="en-US" sz="2400">
                <a:latin typeface="cmsy10"/>
              </a:rPr>
              <a:t>:</a:t>
            </a:r>
            <a:r>
              <a:rPr lang="en-US" sz="2400">
                <a:latin typeface="cmmi10"/>
              </a:rPr>
              <a:t>a</a:t>
            </a:r>
            <a:r>
              <a:rPr lang="en-US" sz="2400">
                <a:latin typeface="cmr10"/>
              </a:rPr>
              <a:t> </a:t>
            </a:r>
            <a:r>
              <a:rPr lang="en-US" sz="2400">
                <a:latin typeface="cmsy10"/>
              </a:rPr>
              <a:t>Æ</a:t>
            </a:r>
            <a:r>
              <a:rPr lang="en-US" sz="2400">
                <a:latin typeface="cmr10"/>
              </a:rPr>
              <a:t> </a:t>
            </a:r>
            <a:r>
              <a:rPr lang="en-US" sz="2400">
                <a:latin typeface="cmmi10"/>
              </a:rPr>
              <a:t>b</a:t>
            </a:r>
            <a:r>
              <a:rPr lang="en-US" sz="2400">
                <a:latin typeface="cmr10"/>
              </a:rPr>
              <a:t>)</a:t>
            </a:r>
            <a:r>
              <a:rPr lang="he-IL" sz="2400">
                <a:latin typeface="cmr10"/>
              </a:rPr>
              <a:t> </a:t>
            </a:r>
            <a:r>
              <a:rPr lang="he-IL" sz="2400">
                <a:latin typeface="Symbol"/>
                <a:sym typeface="Symbol"/>
              </a:rPr>
              <a:t> </a:t>
            </a:r>
            <a:r>
              <a:rPr lang="he-IL" sz="2400">
                <a:latin typeface="cmr10"/>
              </a:rPr>
              <a:t> ו- </a:t>
            </a:r>
            <a:r>
              <a:rPr lang="en-US" sz="2400">
                <a:latin typeface="cmmi10"/>
              </a:rPr>
              <a:t>¾</a:t>
            </a:r>
            <a:r>
              <a:rPr lang="en-US" sz="2400">
                <a:latin typeface="cmr10"/>
              </a:rPr>
              <a:t> = </a:t>
            </a:r>
            <a:r>
              <a:rPr lang="en-US" sz="2400">
                <a:latin typeface="cmsy10"/>
              </a:rPr>
              <a:t>f</a:t>
            </a:r>
            <a:r>
              <a:rPr lang="en-US" sz="2400">
                <a:latin typeface="cmmi10"/>
              </a:rPr>
              <a:t>a</a:t>
            </a:r>
            <a:r>
              <a:rPr lang="en-US" sz="2400">
                <a:latin typeface="cmsy10"/>
              </a:rPr>
              <a:t>g </a:t>
            </a:r>
            <a:r>
              <a:rPr lang="en-US" sz="2400" err="1">
                <a:latin typeface="cmsy10"/>
              </a:rPr>
              <a:t>f</a:t>
            </a:r>
            <a:r>
              <a:rPr lang="en-US" sz="2400" err="1">
                <a:latin typeface="cmmi10"/>
              </a:rPr>
              <a:t>a</a:t>
            </a:r>
            <a:r>
              <a:rPr lang="en-US" sz="2400" err="1">
                <a:latin typeface="cmr10"/>
              </a:rPr>
              <a:t>,</a:t>
            </a:r>
            <a:r>
              <a:rPr lang="en-US" sz="2400" err="1">
                <a:latin typeface="cmmi10"/>
              </a:rPr>
              <a:t>b</a:t>
            </a:r>
            <a:r>
              <a:rPr lang="en-US" sz="2400" err="1">
                <a:latin typeface="cmsy10"/>
              </a:rPr>
              <a:t>g</a:t>
            </a:r>
            <a:r>
              <a:rPr lang="en-US" sz="2400">
                <a:latin typeface="cmsy10"/>
              </a:rPr>
              <a:t> </a:t>
            </a:r>
            <a:r>
              <a:rPr lang="en-US" sz="2400" err="1">
                <a:latin typeface="cmsy10"/>
              </a:rPr>
              <a:t>f</a:t>
            </a:r>
            <a:r>
              <a:rPr lang="en-US" sz="2400" err="1">
                <a:latin typeface="cmmi10"/>
              </a:rPr>
              <a:t>b</a:t>
            </a:r>
            <a:r>
              <a:rPr lang="en-US" sz="2400" err="1">
                <a:latin typeface="cmsy10"/>
              </a:rPr>
              <a:t>g</a:t>
            </a:r>
            <a:r>
              <a:rPr lang="en-US" sz="2400">
                <a:latin typeface="cmr10"/>
              </a:rPr>
              <a:t>...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2000">
                <a:latin typeface="cmmi10"/>
              </a:rPr>
              <a:t>B</a:t>
            </a:r>
            <a:r>
              <a:rPr lang="en-US" sz="2000" baseline="-25000">
                <a:latin typeface="cmmi10"/>
              </a:rPr>
              <a:t>i</a:t>
            </a:r>
            <a:r>
              <a:rPr lang="he-IL" sz="2000" baseline="-25000">
                <a:latin typeface="cmmi10"/>
              </a:rPr>
              <a:t> </a:t>
            </a:r>
            <a:r>
              <a:rPr lang="he-IL" sz="2000">
                <a:latin typeface="cmmi10"/>
              </a:rPr>
              <a:t>היא תת קבוצה של </a:t>
            </a:r>
            <a:r>
              <a:rPr lang="en-US" sz="2000" err="1">
                <a:latin typeface="cmsy10"/>
              </a:rPr>
              <a:t>f</a:t>
            </a:r>
            <a:r>
              <a:rPr lang="en-US" sz="2000" err="1">
                <a:latin typeface="cmmi10"/>
              </a:rPr>
              <a:t>a</a:t>
            </a:r>
            <a:r>
              <a:rPr lang="en-US" sz="2000">
                <a:latin typeface="cmr10"/>
              </a:rPr>
              <a:t>, </a:t>
            </a:r>
            <a:r>
              <a:rPr lang="en-US" sz="2000">
                <a:latin typeface="cmmi10"/>
              </a:rPr>
              <a:t>b</a:t>
            </a:r>
            <a:r>
              <a:rPr lang="en-US" sz="2000">
                <a:latin typeface="cmr10"/>
              </a:rPr>
              <a:t>, </a:t>
            </a:r>
            <a:r>
              <a:rPr lang="en-US" sz="2000">
                <a:latin typeface="cmsy10"/>
              </a:rPr>
              <a:t>:</a:t>
            </a:r>
            <a:r>
              <a:rPr lang="en-US" sz="2000">
                <a:latin typeface="cmmi10"/>
              </a:rPr>
              <a:t>a </a:t>
            </a:r>
            <a:r>
              <a:rPr lang="en-US" sz="2000">
                <a:latin typeface="cmsy10"/>
              </a:rPr>
              <a:t>Æ</a:t>
            </a:r>
            <a:r>
              <a:rPr lang="en-US" sz="2000">
                <a:latin typeface="cmmi10"/>
              </a:rPr>
              <a:t> b</a:t>
            </a:r>
            <a:r>
              <a:rPr lang="en-US" sz="2000">
                <a:latin typeface="cmr10"/>
              </a:rPr>
              <a:t>,</a:t>
            </a:r>
            <a:r>
              <a:rPr lang="en-US" sz="2000">
                <a:latin typeface="cmmi10"/>
              </a:rPr>
              <a:t> </a:t>
            </a:r>
            <a:r>
              <a:rPr lang="en-US" sz="2000">
                <a:latin typeface="Symbol"/>
                <a:sym typeface="Symbol"/>
              </a:rPr>
              <a:t></a:t>
            </a:r>
            <a:r>
              <a:rPr lang="en-US" sz="2000">
                <a:latin typeface="cmsy10"/>
              </a:rPr>
              <a:t>g [ f :</a:t>
            </a:r>
            <a:r>
              <a:rPr lang="en-US" sz="2000">
                <a:latin typeface="cmmi10"/>
              </a:rPr>
              <a:t>a</a:t>
            </a:r>
            <a:r>
              <a:rPr lang="en-US" sz="2000">
                <a:latin typeface="cmr10"/>
              </a:rPr>
              <a:t>, </a:t>
            </a:r>
            <a:r>
              <a:rPr lang="en-US" sz="2000">
                <a:latin typeface="cmsy10"/>
              </a:rPr>
              <a:t>:</a:t>
            </a:r>
            <a:r>
              <a:rPr lang="en-US" sz="2000">
                <a:latin typeface="cmmi10"/>
              </a:rPr>
              <a:t>b</a:t>
            </a:r>
            <a:r>
              <a:rPr lang="en-US" sz="2000">
                <a:latin typeface="cmr10"/>
              </a:rPr>
              <a:t>, </a:t>
            </a:r>
            <a:r>
              <a:rPr lang="en-US" sz="2000">
                <a:latin typeface="cmsy10"/>
              </a:rPr>
              <a:t>:</a:t>
            </a:r>
            <a:r>
              <a:rPr lang="en-US" sz="2000">
                <a:latin typeface="cmr10"/>
              </a:rPr>
              <a:t>(</a:t>
            </a:r>
            <a:r>
              <a:rPr lang="en-US" sz="2000">
                <a:latin typeface="cmsy10"/>
              </a:rPr>
              <a:t>:</a:t>
            </a:r>
            <a:r>
              <a:rPr lang="en-US" sz="2000">
                <a:latin typeface="cmmi10"/>
              </a:rPr>
              <a:t>a </a:t>
            </a:r>
            <a:r>
              <a:rPr lang="en-US" sz="2000">
                <a:latin typeface="cmsy10"/>
              </a:rPr>
              <a:t>Æ</a:t>
            </a:r>
            <a:r>
              <a:rPr lang="en-US" sz="2000">
                <a:latin typeface="cmmi10"/>
              </a:rPr>
              <a:t> b</a:t>
            </a:r>
            <a:r>
              <a:rPr lang="en-US" sz="2000">
                <a:latin typeface="cmr10"/>
              </a:rPr>
              <a:t>),</a:t>
            </a:r>
            <a:r>
              <a:rPr lang="en-US" sz="2000">
                <a:latin typeface="cmmi10"/>
              </a:rPr>
              <a:t> </a:t>
            </a:r>
            <a:r>
              <a:rPr lang="en-US" sz="2000">
                <a:latin typeface="cmsy10"/>
              </a:rPr>
              <a:t>:</a:t>
            </a:r>
            <a:r>
              <a:rPr lang="en-US" sz="2000">
                <a:latin typeface="Symbol"/>
                <a:sym typeface="Symbol"/>
              </a:rPr>
              <a:t></a:t>
            </a:r>
            <a:r>
              <a:rPr lang="en-US" sz="2000">
                <a:latin typeface="cmsy10"/>
              </a:rPr>
              <a:t>g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he-IL" sz="2000">
                <a:latin typeface="cmsy10"/>
              </a:rPr>
              <a:t>קבוצת נוסחאות זאת נקראת ה</a:t>
            </a:r>
            <a:r>
              <a:rPr lang="he-IL" sz="2000">
                <a:solidFill>
                  <a:srgbClr val="0000FF"/>
                </a:solidFill>
                <a:latin typeface="cmsy10"/>
              </a:rPr>
              <a:t>סגור</a:t>
            </a:r>
            <a:r>
              <a:rPr lang="he-IL" sz="2000">
                <a:latin typeface="cmsy10"/>
              </a:rPr>
              <a:t> של </a:t>
            </a:r>
            <a:r>
              <a:rPr lang="he-IL" sz="2000">
                <a:latin typeface="Symbol"/>
                <a:sym typeface="Symbol"/>
              </a:rPr>
              <a:t></a:t>
            </a:r>
            <a:endParaRPr lang="en-US" sz="2000">
              <a:latin typeface="Symbol"/>
              <a:sym typeface="Symbol"/>
            </a:endParaRPr>
          </a:p>
          <a:p>
            <a:pPr>
              <a:spcBef>
                <a:spcPts val="2400"/>
              </a:spcBef>
              <a:spcAft>
                <a:spcPts val="600"/>
              </a:spcAft>
            </a:pPr>
            <a:r>
              <a:rPr lang="he-IL" sz="2400">
                <a:latin typeface="Symbol"/>
                <a:sym typeface="Symbol"/>
              </a:rPr>
              <a:t>נרחיב את </a:t>
            </a:r>
            <a:r>
              <a:rPr lang="en-US" sz="2400">
                <a:latin typeface="cmmi10"/>
                <a:sym typeface="Symbol"/>
              </a:rPr>
              <a:t>A</a:t>
            </a:r>
            <a:r>
              <a:rPr lang="en-US" sz="2400" baseline="-25000">
                <a:latin typeface="cmr10"/>
                <a:sym typeface="Symbol"/>
              </a:rPr>
              <a:t>0</a:t>
            </a:r>
            <a:r>
              <a:rPr lang="en-US" sz="2400">
                <a:latin typeface="cmr10"/>
                <a:sym typeface="Symbol"/>
              </a:rPr>
              <a:t>=</a:t>
            </a:r>
            <a:r>
              <a:rPr lang="en-US" sz="2400">
                <a:latin typeface="cmsy10"/>
                <a:sym typeface="Symbol"/>
              </a:rPr>
              <a:t>f</a:t>
            </a:r>
            <a:r>
              <a:rPr lang="en-US" sz="2400">
                <a:latin typeface="cmmi10"/>
                <a:sym typeface="Symbol"/>
              </a:rPr>
              <a:t>a</a:t>
            </a:r>
            <a:r>
              <a:rPr lang="en-US" sz="2400">
                <a:latin typeface="cmsy10"/>
                <a:sym typeface="Symbol"/>
              </a:rPr>
              <a:t>g</a:t>
            </a:r>
            <a:r>
              <a:rPr lang="en-US" sz="2400">
                <a:latin typeface="cmr10"/>
                <a:sym typeface="Symbol"/>
              </a:rPr>
              <a:t>,</a:t>
            </a:r>
            <a:r>
              <a:rPr lang="en-US" sz="2400">
                <a:latin typeface="cmmi10"/>
                <a:sym typeface="Symbol"/>
              </a:rPr>
              <a:t> A</a:t>
            </a:r>
            <a:r>
              <a:rPr lang="en-US" sz="2400" baseline="-25000">
                <a:latin typeface="cmr10"/>
                <a:sym typeface="Symbol"/>
              </a:rPr>
              <a:t>1</a:t>
            </a:r>
            <a:r>
              <a:rPr lang="en-US" sz="2400">
                <a:latin typeface="cmr10"/>
                <a:sym typeface="Symbol"/>
              </a:rPr>
              <a:t>=</a:t>
            </a:r>
            <a:r>
              <a:rPr lang="en-US" sz="2400" err="1">
                <a:latin typeface="cmsy10"/>
                <a:sym typeface="Symbol"/>
              </a:rPr>
              <a:t>f</a:t>
            </a:r>
            <a:r>
              <a:rPr lang="en-US" sz="2400" err="1">
                <a:latin typeface="cmmi10"/>
                <a:sym typeface="Symbol"/>
              </a:rPr>
              <a:t>a</a:t>
            </a:r>
            <a:r>
              <a:rPr lang="en-US" sz="2400" err="1">
                <a:latin typeface="cmr10"/>
                <a:sym typeface="Symbol"/>
              </a:rPr>
              <a:t>,</a:t>
            </a:r>
            <a:r>
              <a:rPr lang="en-US" sz="2400" err="1">
                <a:latin typeface="cmmi10"/>
                <a:sym typeface="Symbol"/>
              </a:rPr>
              <a:t>b</a:t>
            </a:r>
            <a:r>
              <a:rPr lang="en-US" sz="2400" err="1">
                <a:latin typeface="cmsy10"/>
                <a:sym typeface="Symbol"/>
              </a:rPr>
              <a:t>g</a:t>
            </a:r>
            <a:r>
              <a:rPr lang="en-US" sz="2400">
                <a:latin typeface="cmr10"/>
                <a:sym typeface="Symbol"/>
              </a:rPr>
              <a:t>,</a:t>
            </a:r>
            <a:r>
              <a:rPr lang="en-US" sz="2400">
                <a:latin typeface="cmmi10"/>
                <a:sym typeface="Symbol"/>
              </a:rPr>
              <a:t> A</a:t>
            </a:r>
            <a:r>
              <a:rPr lang="en-US" sz="2400" baseline="-25000">
                <a:latin typeface="cmr10"/>
                <a:sym typeface="Symbol"/>
              </a:rPr>
              <a:t>2</a:t>
            </a:r>
            <a:r>
              <a:rPr lang="en-US" sz="2400">
                <a:latin typeface="cmr10"/>
                <a:sym typeface="Symbol"/>
              </a:rPr>
              <a:t>=</a:t>
            </a:r>
            <a:r>
              <a:rPr lang="en-US" sz="2400" err="1">
                <a:latin typeface="cmsy10"/>
                <a:sym typeface="Symbol"/>
              </a:rPr>
              <a:t>f</a:t>
            </a:r>
            <a:r>
              <a:rPr lang="en-US" sz="2400" err="1">
                <a:latin typeface="cmmi10"/>
                <a:sym typeface="Symbol"/>
              </a:rPr>
              <a:t>b</a:t>
            </a:r>
            <a:r>
              <a:rPr lang="en-US" sz="2400" err="1">
                <a:latin typeface="cmsy10"/>
                <a:sym typeface="Symbol"/>
              </a:rPr>
              <a:t>g</a:t>
            </a:r>
            <a:r>
              <a:rPr lang="he-IL" sz="2400">
                <a:latin typeface="cmsy10"/>
                <a:sym typeface="Symbol"/>
              </a:rPr>
              <a:t>: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he-IL" sz="2000">
                <a:latin typeface="cmsy10"/>
                <a:sym typeface="Symbol"/>
              </a:rPr>
              <a:t>נוסיף ל-</a:t>
            </a:r>
            <a:r>
              <a:rPr lang="en-US" sz="2000">
                <a:latin typeface="cmmi10"/>
                <a:sym typeface="Symbol"/>
              </a:rPr>
              <a:t>A</a:t>
            </a:r>
            <a:r>
              <a:rPr lang="en-US" sz="2000" baseline="-25000">
                <a:latin typeface="cmr10"/>
                <a:sym typeface="Symbol"/>
              </a:rPr>
              <a:t>0</a:t>
            </a:r>
            <a:r>
              <a:rPr lang="he-IL" sz="2000" baseline="-25000">
                <a:latin typeface="cmr10"/>
                <a:sym typeface="Symbol"/>
              </a:rPr>
              <a:t> </a:t>
            </a:r>
            <a:r>
              <a:rPr lang="he-IL" sz="2000">
                <a:latin typeface="cmr10"/>
                <a:sym typeface="Symbol"/>
              </a:rPr>
              <a:t>את הנוסחאות </a:t>
            </a:r>
            <a:r>
              <a:rPr lang="en-US" sz="2000">
                <a:latin typeface="cmsy10"/>
              </a:rPr>
              <a:t>:</a:t>
            </a:r>
            <a:r>
              <a:rPr lang="en-US" sz="2000">
                <a:latin typeface="cmmi10"/>
              </a:rPr>
              <a:t>b</a:t>
            </a:r>
            <a:r>
              <a:rPr lang="en-US" sz="2000">
                <a:latin typeface="cmr10"/>
              </a:rPr>
              <a:t>, </a:t>
            </a:r>
            <a:r>
              <a:rPr lang="en-US" sz="2000">
                <a:latin typeface="cmsy10"/>
              </a:rPr>
              <a:t>:</a:t>
            </a:r>
            <a:r>
              <a:rPr lang="en-US" sz="2000">
                <a:latin typeface="cmr10"/>
              </a:rPr>
              <a:t>(</a:t>
            </a:r>
            <a:r>
              <a:rPr lang="en-US" sz="2000">
                <a:latin typeface="cmsy10"/>
              </a:rPr>
              <a:t>:</a:t>
            </a:r>
            <a:r>
              <a:rPr lang="en-US" sz="2000">
                <a:latin typeface="cmmi10"/>
              </a:rPr>
              <a:t>a </a:t>
            </a:r>
            <a:r>
              <a:rPr lang="en-US" sz="2000">
                <a:latin typeface="cmsy10"/>
              </a:rPr>
              <a:t>Æ</a:t>
            </a:r>
            <a:r>
              <a:rPr lang="en-US" sz="2000">
                <a:latin typeface="cmmi10"/>
              </a:rPr>
              <a:t> b</a:t>
            </a:r>
            <a:r>
              <a:rPr lang="en-US" sz="2000">
                <a:latin typeface="cmr10"/>
              </a:rPr>
              <a:t>)</a:t>
            </a:r>
            <a:r>
              <a:rPr lang="he-IL" sz="2000">
                <a:latin typeface="cmr10"/>
              </a:rPr>
              <a:t> המתקיימות ב</a:t>
            </a:r>
            <a:r>
              <a:rPr lang="en-US" sz="2000">
                <a:latin typeface="cmmi10"/>
              </a:rPr>
              <a:t>¾</a:t>
            </a:r>
            <a:r>
              <a:rPr lang="en-US" sz="2000">
                <a:latin typeface="cmr10"/>
              </a:rPr>
              <a:t>[0..]=</a:t>
            </a:r>
            <a:r>
              <a:rPr lang="en-US" sz="2000">
                <a:latin typeface="cmmi10"/>
              </a:rPr>
              <a:t>¾  </a:t>
            </a:r>
            <a:r>
              <a:rPr lang="he-IL" sz="2000">
                <a:latin typeface="cmmi10"/>
              </a:rPr>
              <a:t> </a:t>
            </a:r>
            <a:endParaRPr lang="en-US" sz="2000">
              <a:latin typeface="cmmi10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he-IL" sz="2000">
                <a:latin typeface="cmsy10"/>
                <a:sym typeface="Symbol"/>
              </a:rPr>
              <a:t>נוסיף ל-</a:t>
            </a:r>
            <a:r>
              <a:rPr lang="en-US" sz="2000">
                <a:latin typeface="cmmi10"/>
                <a:sym typeface="Symbol"/>
              </a:rPr>
              <a:t>A</a:t>
            </a:r>
            <a:r>
              <a:rPr lang="en-US" sz="2000" baseline="-25000">
                <a:latin typeface="cmr10"/>
                <a:sym typeface="Symbol"/>
              </a:rPr>
              <a:t>1</a:t>
            </a:r>
            <a:r>
              <a:rPr lang="he-IL" sz="2000" baseline="-25000">
                <a:latin typeface="cmr10"/>
                <a:sym typeface="Symbol"/>
              </a:rPr>
              <a:t> </a:t>
            </a:r>
            <a:r>
              <a:rPr lang="he-IL" sz="2000">
                <a:latin typeface="cmr10"/>
                <a:sym typeface="Symbol"/>
              </a:rPr>
              <a:t>את הנוסחאות</a:t>
            </a:r>
            <a:r>
              <a:rPr lang="en-US" sz="2000">
                <a:latin typeface="cmr10"/>
              </a:rPr>
              <a:t>, </a:t>
            </a:r>
            <a:r>
              <a:rPr lang="en-US" sz="2000">
                <a:latin typeface="cmsy10"/>
              </a:rPr>
              <a:t>:</a:t>
            </a:r>
            <a:r>
              <a:rPr lang="en-US" sz="2000">
                <a:latin typeface="cmr10"/>
              </a:rPr>
              <a:t>(</a:t>
            </a:r>
            <a:r>
              <a:rPr lang="en-US" sz="2000">
                <a:latin typeface="cmsy10"/>
              </a:rPr>
              <a:t>:</a:t>
            </a:r>
            <a:r>
              <a:rPr lang="en-US" sz="2000">
                <a:latin typeface="cmmi10"/>
              </a:rPr>
              <a:t>a </a:t>
            </a:r>
            <a:r>
              <a:rPr lang="en-US" sz="2000">
                <a:latin typeface="cmsy10"/>
              </a:rPr>
              <a:t>Æ</a:t>
            </a:r>
            <a:r>
              <a:rPr lang="en-US" sz="2000">
                <a:latin typeface="cmmi10"/>
              </a:rPr>
              <a:t> b</a:t>
            </a:r>
            <a:r>
              <a:rPr lang="en-US" sz="2000">
                <a:latin typeface="cmr10"/>
              </a:rPr>
              <a:t>)</a:t>
            </a:r>
            <a:r>
              <a:rPr lang="he-IL" sz="2000">
                <a:latin typeface="cmr10"/>
              </a:rPr>
              <a:t> </a:t>
            </a:r>
            <a:r>
              <a:rPr lang="he-IL" sz="2000">
                <a:latin typeface="Symbol"/>
                <a:sym typeface="Symbol"/>
              </a:rPr>
              <a:t> </a:t>
            </a:r>
            <a:r>
              <a:rPr lang="he-IL" sz="2000">
                <a:latin typeface="cmr10"/>
              </a:rPr>
              <a:t>המתקיימות ב</a:t>
            </a:r>
            <a:r>
              <a:rPr lang="en-US" sz="2000">
                <a:latin typeface="cmmi10"/>
              </a:rPr>
              <a:t>¾</a:t>
            </a:r>
            <a:r>
              <a:rPr lang="en-US" sz="2000">
                <a:latin typeface="cmr10"/>
              </a:rPr>
              <a:t>[1..]</a:t>
            </a:r>
            <a:r>
              <a:rPr lang="en-US" sz="2000">
                <a:latin typeface="cmmi10"/>
              </a:rPr>
              <a:t>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he-IL" sz="2000">
                <a:latin typeface="cmsy10"/>
                <a:sym typeface="Symbol"/>
              </a:rPr>
              <a:t>נוסיף ל-</a:t>
            </a:r>
            <a:r>
              <a:rPr lang="en-US" sz="2000">
                <a:latin typeface="cmmi10"/>
                <a:sym typeface="Symbol"/>
              </a:rPr>
              <a:t>A</a:t>
            </a:r>
            <a:r>
              <a:rPr lang="en-US" sz="2000" baseline="-25000">
                <a:latin typeface="cmr10"/>
                <a:sym typeface="Symbol"/>
              </a:rPr>
              <a:t>2</a:t>
            </a:r>
            <a:r>
              <a:rPr lang="he-IL" sz="2000" baseline="-25000">
                <a:latin typeface="cmr10"/>
                <a:sym typeface="Symbol"/>
              </a:rPr>
              <a:t> </a:t>
            </a:r>
            <a:r>
              <a:rPr lang="he-IL" sz="2000">
                <a:latin typeface="cmr10"/>
                <a:sym typeface="Symbol"/>
              </a:rPr>
              <a:t>את הנוסחאות </a:t>
            </a:r>
            <a:r>
              <a:rPr lang="en-US" sz="2000">
                <a:latin typeface="cmsy10"/>
              </a:rPr>
              <a:t>:</a:t>
            </a:r>
            <a:r>
              <a:rPr lang="en-US" sz="2000">
                <a:latin typeface="cmmi10"/>
              </a:rPr>
              <a:t>a</a:t>
            </a:r>
            <a:r>
              <a:rPr lang="en-US" sz="2000">
                <a:latin typeface="cmr10"/>
              </a:rPr>
              <a:t>, </a:t>
            </a:r>
            <a:r>
              <a:rPr lang="en-US" sz="2000">
                <a:latin typeface="cmsy10"/>
              </a:rPr>
              <a:t>:</a:t>
            </a:r>
            <a:r>
              <a:rPr lang="en-US" sz="2000">
                <a:latin typeface="cmmi10"/>
              </a:rPr>
              <a:t>a </a:t>
            </a:r>
            <a:r>
              <a:rPr lang="en-US" sz="2000">
                <a:latin typeface="cmsy10"/>
              </a:rPr>
              <a:t>Æ</a:t>
            </a:r>
            <a:r>
              <a:rPr lang="en-US" sz="2000">
                <a:latin typeface="cmmi10"/>
              </a:rPr>
              <a:t> b</a:t>
            </a:r>
            <a:r>
              <a:rPr lang="he-IL" sz="2000">
                <a:latin typeface="cmr10"/>
              </a:rPr>
              <a:t> המתקיימות ב</a:t>
            </a:r>
            <a:r>
              <a:rPr lang="en-US" sz="2000">
                <a:latin typeface="cmmi10"/>
              </a:rPr>
              <a:t>¾</a:t>
            </a:r>
            <a:r>
              <a:rPr lang="en-US" sz="2000">
                <a:latin typeface="cmr10"/>
              </a:rPr>
              <a:t>[2..]</a:t>
            </a:r>
            <a:r>
              <a:rPr lang="en-US" sz="2000">
                <a:latin typeface="cmmi10"/>
              </a:rPr>
              <a:t>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he-IL" sz="2000">
                <a:latin typeface="cmmi10"/>
              </a:rPr>
              <a:t>וכך הלאה...</a:t>
            </a:r>
          </a:p>
          <a:p>
            <a:pPr>
              <a:spcBef>
                <a:spcPts val="2400"/>
              </a:spcBef>
              <a:spcAft>
                <a:spcPts val="600"/>
              </a:spcAft>
            </a:pPr>
            <a:r>
              <a:rPr lang="he-IL" sz="2400">
                <a:latin typeface="cmmi10"/>
              </a:rPr>
              <a:t>תוצאה:</a:t>
            </a:r>
          </a:p>
          <a:p>
            <a:pPr algn="ctr" rtl="0">
              <a:buNone/>
            </a:pPr>
            <a:r>
              <a:rPr lang="en-US" sz="2400">
                <a:latin typeface="cmmi10"/>
              </a:rPr>
              <a:t> </a:t>
            </a:r>
            <a:r>
              <a:rPr lang="en-US" sz="2000">
                <a:latin typeface="cmmi10"/>
              </a:rPr>
              <a:t>¾’ </a:t>
            </a:r>
            <a:r>
              <a:rPr lang="en-US" sz="2000">
                <a:latin typeface="cmr10"/>
              </a:rPr>
              <a:t>=</a:t>
            </a:r>
            <a:r>
              <a:rPr lang="en-US" sz="2000" err="1">
                <a:latin typeface="cmsy10"/>
              </a:rPr>
              <a:t>f</a:t>
            </a:r>
            <a:r>
              <a:rPr lang="en-US" sz="2000" err="1">
                <a:latin typeface="cmmi10"/>
              </a:rPr>
              <a:t>a</a:t>
            </a:r>
            <a:r>
              <a:rPr lang="en-US" sz="2000">
                <a:latin typeface="cmr10"/>
              </a:rPr>
              <a:t>, </a:t>
            </a:r>
            <a:r>
              <a:rPr lang="en-US" sz="2000">
                <a:latin typeface="cmsy10"/>
              </a:rPr>
              <a:t>:</a:t>
            </a:r>
            <a:r>
              <a:rPr lang="en-US" sz="2000">
                <a:latin typeface="cmmi10"/>
              </a:rPr>
              <a:t>b</a:t>
            </a:r>
            <a:r>
              <a:rPr lang="en-US" sz="2000">
                <a:latin typeface="cmr10"/>
              </a:rPr>
              <a:t>, </a:t>
            </a:r>
            <a:r>
              <a:rPr lang="en-US" sz="2000">
                <a:latin typeface="cmsy10"/>
              </a:rPr>
              <a:t>:</a:t>
            </a:r>
            <a:r>
              <a:rPr lang="en-US" sz="2000">
                <a:latin typeface="cmr10"/>
              </a:rPr>
              <a:t>(</a:t>
            </a:r>
            <a:r>
              <a:rPr lang="en-US" sz="2000">
                <a:latin typeface="cmsy10"/>
              </a:rPr>
              <a:t>:</a:t>
            </a:r>
            <a:r>
              <a:rPr lang="en-US" sz="2000">
                <a:latin typeface="cmmi10"/>
              </a:rPr>
              <a:t>a </a:t>
            </a:r>
            <a:r>
              <a:rPr lang="en-US" sz="2000">
                <a:latin typeface="cmsy10"/>
              </a:rPr>
              <a:t>Æ</a:t>
            </a:r>
            <a:r>
              <a:rPr lang="en-US" sz="2000">
                <a:latin typeface="cmmi10"/>
              </a:rPr>
              <a:t> b</a:t>
            </a:r>
            <a:r>
              <a:rPr lang="en-US" sz="2000">
                <a:latin typeface="cmr10"/>
              </a:rPr>
              <a:t>),</a:t>
            </a:r>
            <a:r>
              <a:rPr lang="en-US" sz="2000">
                <a:latin typeface="cmmi10"/>
              </a:rPr>
              <a:t> </a:t>
            </a:r>
            <a:r>
              <a:rPr lang="en-US" sz="2000">
                <a:latin typeface="Symbol"/>
                <a:sym typeface="Symbol"/>
              </a:rPr>
              <a:t></a:t>
            </a:r>
            <a:r>
              <a:rPr lang="en-US" sz="2000" err="1">
                <a:latin typeface="cmsy10"/>
              </a:rPr>
              <a:t>gf</a:t>
            </a:r>
            <a:r>
              <a:rPr lang="en-US" sz="2000" err="1">
                <a:latin typeface="cmmi10"/>
              </a:rPr>
              <a:t>a</a:t>
            </a:r>
            <a:r>
              <a:rPr lang="en-US" sz="2000">
                <a:latin typeface="cmr10"/>
              </a:rPr>
              <a:t>, </a:t>
            </a:r>
            <a:r>
              <a:rPr lang="en-US" sz="2000">
                <a:latin typeface="cmmi10"/>
              </a:rPr>
              <a:t>b</a:t>
            </a:r>
            <a:r>
              <a:rPr lang="en-US" sz="2000">
                <a:latin typeface="cmr10"/>
              </a:rPr>
              <a:t>, </a:t>
            </a:r>
            <a:r>
              <a:rPr lang="en-US" sz="2000">
                <a:latin typeface="cmsy10"/>
              </a:rPr>
              <a:t>:</a:t>
            </a:r>
            <a:r>
              <a:rPr lang="en-US" sz="2000">
                <a:latin typeface="cmr10"/>
              </a:rPr>
              <a:t>(</a:t>
            </a:r>
            <a:r>
              <a:rPr lang="en-US" sz="2000">
                <a:latin typeface="cmsy10"/>
              </a:rPr>
              <a:t>:</a:t>
            </a:r>
            <a:r>
              <a:rPr lang="en-US" sz="2000">
                <a:latin typeface="cmmi10"/>
              </a:rPr>
              <a:t>a </a:t>
            </a:r>
            <a:r>
              <a:rPr lang="en-US" sz="2000">
                <a:latin typeface="cmsy10"/>
              </a:rPr>
              <a:t>Æ</a:t>
            </a:r>
            <a:r>
              <a:rPr lang="en-US" sz="2000">
                <a:latin typeface="cmmi10"/>
              </a:rPr>
              <a:t> b</a:t>
            </a:r>
            <a:r>
              <a:rPr lang="en-US" sz="2000">
                <a:latin typeface="cmr10"/>
              </a:rPr>
              <a:t>),</a:t>
            </a:r>
            <a:r>
              <a:rPr lang="en-US" sz="2000">
                <a:latin typeface="cmmi10"/>
              </a:rPr>
              <a:t> </a:t>
            </a:r>
            <a:r>
              <a:rPr lang="en-US" sz="2000">
                <a:latin typeface="Symbol"/>
                <a:sym typeface="Symbol"/>
              </a:rPr>
              <a:t></a:t>
            </a:r>
            <a:r>
              <a:rPr lang="en-US" sz="2000" err="1">
                <a:latin typeface="cmsy10"/>
              </a:rPr>
              <a:t>gf:</a:t>
            </a:r>
            <a:r>
              <a:rPr lang="en-US" sz="2000" err="1">
                <a:latin typeface="cmmi10"/>
              </a:rPr>
              <a:t>a</a:t>
            </a:r>
            <a:r>
              <a:rPr lang="en-US" sz="2000">
                <a:latin typeface="cmr10"/>
              </a:rPr>
              <a:t>, </a:t>
            </a:r>
            <a:r>
              <a:rPr lang="en-US" sz="2000">
                <a:latin typeface="cmmi10"/>
              </a:rPr>
              <a:t>b</a:t>
            </a:r>
            <a:r>
              <a:rPr lang="en-US" sz="2000">
                <a:latin typeface="cmr10"/>
              </a:rPr>
              <a:t>, </a:t>
            </a:r>
            <a:r>
              <a:rPr lang="en-US" sz="2000">
                <a:latin typeface="cmsy10"/>
              </a:rPr>
              <a:t>:</a:t>
            </a:r>
            <a:r>
              <a:rPr lang="en-US" sz="2000">
                <a:latin typeface="cmmi10"/>
              </a:rPr>
              <a:t>a </a:t>
            </a:r>
            <a:r>
              <a:rPr lang="en-US" sz="2000">
                <a:latin typeface="cmsy10"/>
              </a:rPr>
              <a:t>Æ</a:t>
            </a:r>
            <a:r>
              <a:rPr lang="en-US" sz="2000">
                <a:latin typeface="cmmi10"/>
              </a:rPr>
              <a:t> b</a:t>
            </a:r>
            <a:r>
              <a:rPr lang="en-US" sz="2000">
                <a:latin typeface="cmr10"/>
              </a:rPr>
              <a:t>,</a:t>
            </a:r>
            <a:r>
              <a:rPr lang="en-US" sz="2000">
                <a:latin typeface="cmmi10"/>
              </a:rPr>
              <a:t> </a:t>
            </a:r>
            <a:r>
              <a:rPr lang="en-US" sz="2000">
                <a:latin typeface="Symbol"/>
                <a:sym typeface="Symbol"/>
              </a:rPr>
              <a:t></a:t>
            </a:r>
            <a:r>
              <a:rPr lang="en-US" sz="2000">
                <a:latin typeface="cmsy10"/>
              </a:rPr>
              <a:t>g</a:t>
            </a:r>
            <a:r>
              <a:rPr lang="en-US" sz="2000">
                <a:latin typeface="cmr10"/>
              </a:rPr>
              <a:t>...</a:t>
            </a:r>
            <a:r>
              <a:rPr lang="en-US" sz="2000">
                <a:latin typeface="cmsy10"/>
              </a:rPr>
              <a:t> </a:t>
            </a:r>
            <a:endParaRPr lang="en-US" sz="2000">
              <a:latin typeface="cmmi10"/>
            </a:endParaRPr>
          </a:p>
          <a:p>
            <a:pPr lvl="1"/>
            <a:endParaRPr lang="en-US" sz="2000">
              <a:latin typeface="cmmi10"/>
            </a:endParaRPr>
          </a:p>
          <a:p>
            <a:pPr lvl="1"/>
            <a:endParaRPr lang="en-US" sz="2000">
              <a:latin typeface="cmmi10"/>
            </a:endParaRPr>
          </a:p>
        </p:txBody>
      </p:sp>
      <p:sp>
        <p:nvSpPr>
          <p:cNvPr id="7" name="Right Brace 6"/>
          <p:cNvSpPr/>
          <p:nvPr/>
        </p:nvSpPr>
        <p:spPr>
          <a:xfrm rot="5400000">
            <a:off x="2552700" y="5067300"/>
            <a:ext cx="152400" cy="23622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414354" y="6336268"/>
            <a:ext cx="436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mmi10"/>
              </a:rPr>
              <a:t>B</a:t>
            </a:r>
            <a:r>
              <a:rPr lang="en-US" baseline="-25000">
                <a:latin typeface="cmr10"/>
              </a:rPr>
              <a:t>0</a:t>
            </a:r>
          </a:p>
        </p:txBody>
      </p:sp>
      <p:sp>
        <p:nvSpPr>
          <p:cNvPr id="10" name="Right Brace 9"/>
          <p:cNvSpPr/>
          <p:nvPr/>
        </p:nvSpPr>
        <p:spPr>
          <a:xfrm rot="5400000">
            <a:off x="4876800" y="5181600"/>
            <a:ext cx="152400" cy="21336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648200" y="6336268"/>
            <a:ext cx="5574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mmi10"/>
              </a:rPr>
              <a:t>B</a:t>
            </a:r>
            <a:r>
              <a:rPr lang="en-US" baseline="-25000">
                <a:latin typeface="cmr10"/>
              </a:rPr>
              <a:t>1</a:t>
            </a:r>
          </a:p>
        </p:txBody>
      </p:sp>
      <p:sp>
        <p:nvSpPr>
          <p:cNvPr id="12" name="Right Brace 11"/>
          <p:cNvSpPr/>
          <p:nvPr/>
        </p:nvSpPr>
        <p:spPr>
          <a:xfrm rot="5400000">
            <a:off x="6972300" y="5295900"/>
            <a:ext cx="152400" cy="1905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717792" y="6336268"/>
            <a:ext cx="5574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cmmi10"/>
              </a:rPr>
              <a:t>B</a:t>
            </a:r>
            <a:r>
              <a:rPr lang="en-US" baseline="-25000">
                <a:latin typeface="cmr10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257175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תת הנוסחאות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00050" y="1143000"/>
                <a:ext cx="8534400" cy="5257800"/>
              </a:xfrm>
            </p:spPr>
            <p:txBody>
              <a:bodyPr>
                <a:noAutofit/>
              </a:bodyPr>
              <a:lstStyle/>
              <a:p>
                <a:pPr algn="ctr">
                  <a:spcAft>
                    <a:spcPts val="1800"/>
                  </a:spcAft>
                  <a:buNone/>
                </a:pP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עבור נוסחת </a:t>
                </a:r>
                <a:r>
                  <a:rPr lang="en-US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𝜑</m:t>
                    </m:r>
                  </m:oMath>
                </a14:m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, הקבוצה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𝑠𝑢𝑏</m:t>
                    </m:r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𝜑</m:t>
                    </m:r>
                    <m:r>
                      <a:rPr lang="en-US" sz="28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</m:oMath>
                </a14:m>
                <a:r>
                  <a:rPr lang="he-IL" sz="28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</a:t>
                </a:r>
                <a:br>
                  <a:rPr lang="en-US" sz="28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</a:b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מורכבת מכל </a:t>
                </a:r>
                <a:r>
                  <a:rPr lang="he-IL" sz="28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תת-הנוסחאות</a:t>
                </a: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sym typeface="Symbol"/>
                      </a:rPr>
                      <m:t>𝜓</m:t>
                    </m:r>
                  </m:oMath>
                </a14:m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של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/>
                      </a:rPr>
                      <m:t>𝜑</m:t>
                    </m:r>
                  </m:oMath>
                </a14:m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והשלילה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¬</m:t>
                    </m:r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𝜓</m:t>
                    </m:r>
                  </m:oMath>
                </a14:m>
                <a:r>
                  <a:rPr lang="he-IL" sz="28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</a:t>
                </a: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שלהן</a:t>
                </a:r>
              </a:p>
              <a:p>
                <a:pPr>
                  <a:spcAft>
                    <a:spcPts val="1800"/>
                  </a:spcAft>
                  <a:buNone/>
                </a:pP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למשל:</a:t>
                </a:r>
              </a:p>
              <a:p>
                <a:pPr algn="ctr" rtl="0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𝑠𝑢𝑏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𝑎</m:t>
                          </m:r>
                          <m: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U</m:t>
                          </m:r>
                          <m: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Symbol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𝑏</m:t>
                              </m:r>
                              <m:r>
                                <a:rPr lang="en-US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sym typeface="Symbol"/>
                                </a:rPr>
                                <m:t>∧</m:t>
                              </m:r>
                              <m:d>
                                <m:dPr>
                                  <m:ctrlPr>
                                    <a:rPr lang="en-US" sz="28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¬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𝑎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U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 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¬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sym typeface="Symbol"/>
                                    </a:rPr>
                                    <m:t>𝑏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sym typeface="Symbol"/>
                        </a:rPr>
                        <m:t>=</m:t>
                      </m:r>
                    </m:oMath>
                  </m:oMathPara>
                </a14:m>
                <a:endParaRPr lang="en-US" sz="2400" b="0" i="1" dirty="0">
                  <a:latin typeface="Gisha" panose="020B0502040204020203" pitchFamily="34" charset="-79"/>
                  <a:cs typeface="Gisha" panose="020B0502040204020203" pitchFamily="34" charset="-79"/>
                  <a:sym typeface="Symbol"/>
                </a:endParaRPr>
              </a:p>
              <a:p>
                <a:pPr algn="ctr" rtl="0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</m:t>
                      </m:r>
                      <m:r>
                        <a:rPr lang="en-US" sz="1800" b="0" i="0" smtClean="0">
                          <a:latin typeface="Cambria Math" panose="02040503050406030204" pitchFamily="18" charset="0"/>
                          <a:sym typeface="Symbol"/>
                        </a:rPr>
                        <m:t> </m:t>
                      </m:r>
                    </m:oMath>
                  </m:oMathPara>
                </a14:m>
                <a:endParaRPr lang="en-US" sz="1800" b="0" dirty="0">
                  <a:latin typeface="Gisha" panose="020B0502040204020203" pitchFamily="34" charset="-79"/>
                  <a:cs typeface="Gisha" panose="020B0502040204020203" pitchFamily="34" charset="-79"/>
                  <a:sym typeface="Symbol"/>
                </a:endParaRP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00050" y="1143000"/>
                <a:ext cx="8534400" cy="5257800"/>
              </a:xfrm>
              <a:blipFill>
                <a:blip r:embed="rId2"/>
                <a:stretch>
                  <a:fillRect l="-1714" t="-1392" r="-142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9162989"/>
                  </p:ext>
                </p:extLst>
              </p:nvPr>
            </p:nvGraphicFramePr>
            <p:xfrm>
              <a:off x="1066800" y="3962400"/>
              <a:ext cx="7010400" cy="2514664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15354"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he-IL" sz="2400" b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he-IL" sz="2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he-IL" sz="2400" b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he-IL" sz="2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𝑏</m:t>
                                    </m:r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∧</m:t>
                                    </m:r>
                                    <m:d>
                                      <m:d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  <m:t>¬</m:t>
                                        </m:r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  <m:t>𝑎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  <m:t>U</m:t>
                                        </m:r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  <m:t>¬</m:t>
                                        </m:r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he-IL" sz="2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𝑏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¬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𝑎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400" i="1" smtClean="0"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U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¬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he-IL" sz="2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¬</m:t>
                                    </m:r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𝑎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4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U</m:t>
                                    </m:r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¬</m:t>
                                    </m:r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he-IL" sz="2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¬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U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¬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he-IL" sz="2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sym typeface="Symbol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𝑎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4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U</m:t>
                                    </m:r>
                                    <m:d>
                                      <m:dPr>
                                        <m:ctrlP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  <m:t>𝑏</m:t>
                                        </m:r>
                                        <m:r>
                                          <a:rPr lang="en-US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  <m:t>∧</m:t>
                                        </m:r>
                                        <m:d>
                                          <m:dPr>
                                            <m:ctrlPr>
                                              <a:rPr lang="en-US" sz="24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sym typeface="Symbol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4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sym typeface="Symbol"/>
                                              </a:rPr>
                                              <m:t>¬</m:t>
                                            </m:r>
                                            <m:r>
                                              <a:rPr lang="en-US" sz="24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sym typeface="Symbol"/>
                                              </a:rPr>
                                              <m:t>𝑎</m:t>
                                            </m:r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 i="1" smtClean="0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sym typeface="Symbol"/>
                                              </a:rPr>
                                              <m:t>U</m:t>
                                            </m:r>
                                            <m:r>
                                              <a:rPr lang="en-US" sz="24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sym typeface="Symbol"/>
                                              </a:rPr>
                                              <m:t>¬</m:t>
                                            </m:r>
                                            <m:r>
                                              <a:rPr lang="en-US" sz="2400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  <a:sym typeface="Symbol"/>
                                              </a:rPr>
                                              <m:t>𝑏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he-IL" sz="2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U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𝑏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sym typeface="Symbol"/>
                                      </a:rPr>
                                      <m:t>∧</m:t>
                                    </m:r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  <m:t>¬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  <m:t>𝑎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i="1" smtClean="0"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  <m:t>U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  <m:t>¬</m:t>
                                        </m:r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sym typeface="Symbol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he-IL" sz="2400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9162989"/>
                  </p:ext>
                </p:extLst>
              </p:nvPr>
            </p:nvGraphicFramePr>
            <p:xfrm>
              <a:off x="1066800" y="3962400"/>
              <a:ext cx="7010400" cy="2514664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48" t="-2667" r="-100522" b="-4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348" t="-2667" r="-522" b="-45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48" t="-102667" r="-100522" b="-35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348" t="-102667" r="-522" b="-35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042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48" t="-183133" r="-100522" b="-2192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348" t="-183133" r="-522" b="-2192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48" t="-313333" r="-100522" b="-14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348" t="-313333" r="-522" b="-14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388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48" t="-295238" r="-100522" b="-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348" t="-295238" r="-522" b="-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019300" y="5791200"/>
            <a:ext cx="43815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19300" y="3952448"/>
            <a:ext cx="4381500" cy="91623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019300" y="1754396"/>
            <a:ext cx="4381500" cy="11679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3064" y="-356616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קבוצות עקביות של נוסחאות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85800" y="837951"/>
                <a:ext cx="7848600" cy="5943600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𝑠𝑢𝑏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עקבית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אם:</a:t>
                </a:r>
              </a:p>
              <a:p>
                <a:pPr marL="519113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עקבית מבחינה לוגית:</a:t>
                </a:r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1489075" lvl="2" indent="0" algn="l" rtl="0">
                  <a:spcAft>
                    <a:spcPts val="600"/>
                  </a:spcAft>
                  <a:buNone/>
                  <a:tabLst>
                    <a:tab pos="143351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∧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marL="1489075" lvl="2" indent="0" algn="l" rtl="0">
                  <a:spcAft>
                    <a:spcPts val="600"/>
                  </a:spcAft>
                  <a:buNone/>
                  <a:tabLst>
                    <a:tab pos="1433513" algn="l"/>
                  </a:tabLst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⇒¬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marL="1489075" lvl="2" indent="0" algn="l" rtl="0">
                  <a:spcAft>
                    <a:spcPts val="600"/>
                  </a:spcAft>
                  <a:buNone/>
                  <a:tabLst>
                    <a:tab pos="1433513" algn="l"/>
                  </a:tabLst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marL="519113" indent="0">
                  <a:spcBef>
                    <a:spcPts val="3600"/>
                  </a:spcBef>
                  <a:spcAft>
                    <a:spcPts val="1200"/>
                  </a:spcAft>
                  <a:buNone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וגם </a:t>
                </a: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עקבית מקומית: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לכל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i="1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he-IL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𝑠𝑢𝑏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1489075" lvl="2" indent="0" algn="l" rtl="0">
                  <a:spcAft>
                    <a:spcPts val="600"/>
                  </a:spcAft>
                  <a:buNone/>
                  <a:tabLst>
                    <a:tab pos="143351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U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i="1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marL="1489075" lvl="2" indent="0" algn="l" rtl="0">
                  <a:spcAft>
                    <a:spcPts val="600"/>
                  </a:spcAft>
                  <a:buNone/>
                  <a:tabLst>
                    <a:tab pos="1433513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U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i="1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marL="519113" indent="0">
                  <a:spcBef>
                    <a:spcPts val="3600"/>
                  </a:spcBef>
                  <a:spcAft>
                    <a:spcPts val="1200"/>
                  </a:spcAft>
                  <a:buNone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וגם </a:t>
                </a: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מקסימאלית: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לכל </a:t>
                </a:r>
                <a14:m>
                  <m:oMath xmlns:m="http://schemas.openxmlformats.org/officeDocument/2006/math">
                    <m:r>
                      <a:rPr lang="he-IL" sz="2400" b="0" i="1" dirty="0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he-IL" sz="24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𝑠𝑢𝑏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1489075" lvl="2" indent="0" algn="l" rtl="0">
                  <a:spcAft>
                    <a:spcPts val="600"/>
                  </a:spcAft>
                  <a:buNone/>
                  <a:tabLst>
                    <a:tab pos="1433513" algn="l"/>
                  </a:tabLst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⇒¬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i="1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marL="788670" lvl="1" indent="-514350"/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85800" y="837951"/>
                <a:ext cx="7848600" cy="5943600"/>
              </a:xfrm>
              <a:blipFill>
                <a:blip r:embed="rId2"/>
                <a:stretch>
                  <a:fillRect t="-92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3AC9B1F-5B7D-4AFD-9636-AAB7CAD6BA72}"/>
                  </a:ext>
                </a:extLst>
              </p14:cNvPr>
              <p14:cNvContentPartPr/>
              <p14:nvPr/>
            </p14:nvContentPartPr>
            <p14:xfrm>
              <a:off x="7466400" y="2184480"/>
              <a:ext cx="178200" cy="35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3AC9B1F-5B7D-4AFD-9636-AAB7CAD6BA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57040" y="2175120"/>
                <a:ext cx="196920" cy="54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3048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סוגי פסוקים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28600" y="990600"/>
                <a:ext cx="8534400" cy="4876800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שלושה סוגים של פסוקים:</a:t>
                </a:r>
              </a:p>
              <a:p>
                <a:pPr>
                  <a:spcBef>
                    <a:spcPts val="3600"/>
                  </a:spcBef>
                </a:pP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פסוקי מצב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אפשר "לְתַחְזֵק נְכוֹנוּת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ניחוש" ע"י בחינת האות הבאה בסדרת העקבות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השמת אמת לפסוקים האטומיים משרה ערך אמת לכל פסוק בתחשיב פסוקים</a:t>
                </a:r>
              </a:p>
              <a:p>
                <a:pPr>
                  <a:spcBef>
                    <a:spcPts val="3600"/>
                  </a:spcBef>
                </a:pP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פסוקים מהצורה</a:t>
                </a:r>
                <a:r>
                  <a:rPr lang="en-US" sz="2800">
                    <a:solidFill>
                      <a:srgbClr val="0000FF"/>
                    </a:solidFill>
                    <a:latin typeface="cmsy10"/>
                    <a:sym typeface="Symbol"/>
                  </a:rPr>
                  <a:t>°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הניחוש נכון אם ורק אם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נכון במצב הבא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3600"/>
                  </a:spcBef>
                </a:pP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פסוקים מהצורה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U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או ש-</a:t>
                </a:r>
                <a:r>
                  <a:rPr lang="en-US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נכון עכשיו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או ש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baseline="-25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נכון עכשיו וגם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U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נכון בצעד הבא</a:t>
                </a:r>
              </a:p>
              <a:p>
                <a:pPr lvl="1" algn="r">
                  <a:spcBef>
                    <a:spcPts val="1200"/>
                  </a:spcBef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מתבסס על כלל הפריסה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U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 </m:t>
                        </m:r>
                        <m:r>
                          <m:rPr>
                            <m:nor/>
                          </m:rPr>
                          <a:rPr lang="en-US" dirty="0" smtClean="0">
                            <a:latin typeface="cmsy10"/>
                          </a:rPr>
                          <m:t>°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b="0" i="1" dirty="0" smtClean="0">
                                <a:latin typeface="Cambria Math" panose="02040503050406030204" pitchFamily="18" charset="0"/>
                                <a:sym typeface="Symbol"/>
                              </a:rPr>
                              <m:t>U</m:t>
                            </m:r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𝜑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buNone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buNone/>
                </a:pP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28600" y="990600"/>
                <a:ext cx="8534400" cy="4876800"/>
              </a:xfrm>
              <a:blipFill>
                <a:blip r:embed="rId2"/>
                <a:stretch>
                  <a:fillRect t="-1500" r="-857" b="-1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26655" y="6122182"/>
            <a:ext cx="8738290" cy="52322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he-IL" sz="28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נכונות שאר הנוסחאות נקבעת מֵהֲשָׂמַת אמת לפסוקים האלה</a:t>
            </a:r>
            <a:endParaRPr lang="en-US" sz="2800">
              <a:solidFill>
                <a:srgbClr val="0000FF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הגדרה: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GNBA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לנוסחת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𝜑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8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31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93394" y="1164336"/>
                <a:ext cx="8357212" cy="5693664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1800"/>
                  </a:spcBef>
                  <a:buNone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עבור נוסחת 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נגדיר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𝐴𝑃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 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</m:d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באשר</a:t>
                </a:r>
              </a:p>
              <a:p>
                <a:pPr>
                  <a:spcBef>
                    <a:spcPts val="1200"/>
                  </a:spcBef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מצבי האוטומט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sym typeface="Symbol"/>
                      </a:rPr>
                      <m:t>𝑄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sym typeface="Symbol"/>
                      </a:rPr>
                      <m:t>⊆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sym typeface="Symbol"/>
                      </a:rPr>
                      <m:t>𝑠𝑢𝑏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sym typeface="Symbol"/>
                      </a:rPr>
                      <m:t>𝜓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הם הקבוצות </a:t>
                </a:r>
                <a:r>
                  <a:rPr lang="he-IL" sz="20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הַעִקְבִיּוֹת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של תת-נוסחאות</a:t>
                </a: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he-IL" sz="2000" b="0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Symbol"/>
                          </a:rPr>
                          <m:t>𝑄</m:t>
                        </m:r>
                      </m:e>
                      <m:sub>
                        <m:r>
                          <a:rPr lang="he-IL" sz="2000" b="0" i="1" smtClean="0">
                            <a:latin typeface="Cambria Math" panose="02040503050406030204" pitchFamily="18" charset="0"/>
                            <a:sym typeface="Symbol"/>
                          </a:rPr>
                          <m:t>0</m:t>
                        </m:r>
                      </m:sub>
                    </m:sSub>
                    <m:r>
                      <a:rPr lang="he-IL" sz="2000" b="0" i="1" smtClean="0">
                        <a:latin typeface="Cambria Math" panose="02040503050406030204" pitchFamily="18" charset="0"/>
                        <a:sym typeface="Symbol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Symbol"/>
                      </a:rPr>
                      <m:t>{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Symbol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Symbol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Symbol"/>
                      </a:rPr>
                      <m:t>𝑄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Symbol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Symbol"/>
                      </a:rPr>
                      <m:t>𝜑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Symbol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Symbol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sym typeface="Symbol"/>
                      </a:rPr>
                      <m:t>}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– מתחילים מהמצבים המכילים את </a:t>
                </a:r>
                <a14:m>
                  <m:oMath xmlns:m="http://schemas.openxmlformats.org/officeDocument/2006/math">
                    <m:r>
                      <a:rPr lang="he-IL" sz="2000" b="0" i="1" smtClean="0">
                        <a:latin typeface="Cambria Math" panose="02040503050406030204" pitchFamily="18" charset="0"/>
                        <a:sym typeface="Symbol"/>
                      </a:rPr>
                      <m:t>𝜑</m:t>
                    </m:r>
                  </m:oMath>
                </a14:m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  <a:sym typeface="Symbol"/>
                </a:endParaRPr>
              </a:p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/>
                          </a:rPr>
                          <m:t>𝐵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/>
                          </a:rPr>
                          <m:t>′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  <a:sym typeface="Symbol"/>
                      </a:rPr>
                      <m:t>∈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sym typeface="Symbol"/>
                      </a:rPr>
                      <m:t>𝛿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/>
                          </a:rPr>
                          <m:t>𝐵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/>
                          </a:rPr>
                          <m:t>,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sym typeface="Symbol"/>
                          </a:rPr>
                          <m:t>𝐴</m:t>
                        </m:r>
                      </m:e>
                    </m:d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אם מתקיימים כל התנאים הבאים:</a:t>
                </a:r>
              </a:p>
              <a:p>
                <a:pPr marL="273050" lvl="1" indent="173038">
                  <a:spcBef>
                    <a:spcPts val="600"/>
                  </a:spcBef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לכל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𝑎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∈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𝐴𝑃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:                                         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𝑎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∈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𝐴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↔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𝑎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∈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𝐵</m:t>
                    </m:r>
                  </m:oMath>
                </a14:m>
                <a:endParaRPr lang="he-IL" sz="2000" b="0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  <a:sym typeface="Symbol"/>
                </a:endParaRPr>
              </a:p>
              <a:p>
                <a:pPr marL="273050" lvl="1" indent="173038">
                  <a:spcBef>
                    <a:spcPts val="600"/>
                  </a:spcBef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לכל </a:t>
                </a:r>
                <a14:m>
                  <m:oMath xmlns:m="http://schemas.openxmlformats.org/officeDocument/2006/math">
                    <m:r>
                      <a:rPr lang="he-IL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r>
                      <a:rPr lang="he-IL" sz="20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</m:t>
                    </m:r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𝜓</m:t>
                    </m:r>
                    <m:r>
                      <a:rPr lang="he-IL" sz="20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∈</m:t>
                    </m:r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𝑠𝑢𝑏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𝜑</m:t>
                        </m:r>
                      </m:e>
                    </m:d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:                                 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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𝜓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↔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𝜓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𝐵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Symbol"/>
                      </a:rPr>
                      <m:t>’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</a:t>
                </a:r>
              </a:p>
              <a:p>
                <a:pPr marL="273050" lvl="1" indent="173038">
                  <a:spcBef>
                    <a:spcPts val="600"/>
                  </a:spcBef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לכל </a:t>
                </a:r>
                <a14:m>
                  <m:oMath xmlns:m="http://schemas.openxmlformats.org/officeDocument/2006/math">
                    <m:r>
                      <a:rPr lang="he-IL" sz="2000" i="1" dirty="0">
                        <a:latin typeface="Cambria Math" panose="02040503050406030204" pitchFamily="18" charset="0"/>
                        <a:sym typeface="Symbol"/>
                      </a:rPr>
                      <m:t>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𝜓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20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  <a:sym typeface="Symbol"/>
                      </a:rPr>
                      <m:t>U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00FF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  <a:sym typeface="Symbol"/>
                      </a:rPr>
                      <m:t>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𝜓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2</m:t>
                        </m:r>
                      </m:sub>
                    </m:sSub>
                    <m:r>
                      <a:rPr lang="he-IL" sz="20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∈</m:t>
                    </m:r>
                    <m:r>
                      <a:rPr lang="en-US" sz="20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/>
                      </a:rPr>
                      <m:t>𝑠𝑢𝑏</m:t>
                    </m:r>
                    <m:d>
                      <m:dPr>
                        <m:ctrlPr>
                          <a:rPr lang="en-US" sz="20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sym typeface="Symbol"/>
                          </a:rPr>
                          <m:t>𝜑</m:t>
                        </m:r>
                      </m:e>
                    </m:d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: </a:t>
                </a:r>
              </a:p>
              <a:p>
                <a:pPr marL="273050" lvl="1" indent="0" algn="l" rtl="0">
                  <a:spcBef>
                    <a:spcPts val="0"/>
                  </a:spcBef>
                  <a:buNone/>
                </a:pPr>
                <a:r>
                  <a:rPr lang="en-US" sz="20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Wingdings" panose="05000000000000000000" pitchFamily="2" charset="2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  <a:sym typeface="Wingdings" panose="05000000000000000000" pitchFamily="2" charset="2"/>
                      </a:rPr>
                      <m:t>U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∧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∉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  <a:sym typeface="Wingdings" panose="05000000000000000000" pitchFamily="2" charset="2"/>
                      </a:rPr>
                      <m:t>U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sSup>
                      <m:sSup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  <m:sup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Wingdings" panose="05000000000000000000" pitchFamily="2" charset="2"/>
                  </a:rPr>
                  <a:t> </a:t>
                </a:r>
              </a:p>
              <a:p>
                <a:pPr marL="273050" lvl="1" indent="0" algn="l" rtl="0">
                  <a:spcBef>
                    <a:spcPts val="600"/>
                  </a:spcBef>
                  <a:buNone/>
                </a:pPr>
                <a:r>
                  <a:rPr lang="en-US" sz="2000" b="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Wingdings" panose="05000000000000000000" pitchFamily="2" charset="2"/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  <a:sym typeface="Wingdings" panose="05000000000000000000" pitchFamily="2" charset="2"/>
                      </a:rPr>
                      <m:t>U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∉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∧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→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  <a:sym typeface="Wingdings" panose="05000000000000000000" pitchFamily="2" charset="2"/>
                      </a:rPr>
                      <m:t>U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∉</m:t>
                    </m:r>
                    <m:sSup>
                      <m:sSup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  <m:sup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000" i="1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Wingdings" panose="05000000000000000000" pitchFamily="2" charset="2"/>
                  </a:rPr>
                  <a:t> </a:t>
                </a:r>
                <a:endParaRPr lang="he-IL" sz="2000" i="1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marL="0" indent="171768">
                  <a:spcBef>
                    <a:spcPts val="1800"/>
                  </a:spcBef>
                </a:pPr>
                <a14:m>
                  <m:oMath xmlns:m="http://schemas.openxmlformats.org/officeDocument/2006/math">
                    <m:r>
                      <a:rPr lang="he-IL" sz="2000" b="0" i="1" smtClean="0">
                        <a:latin typeface="Cambria Math" panose="02040503050406030204" pitchFamily="18" charset="0"/>
                        <a:sym typeface="Symbol"/>
                      </a:rPr>
                      <m:t>ℱ</m:t>
                    </m:r>
                    <m:r>
                      <a:rPr lang="he-IL" sz="2000" b="0" i="1" smtClean="0">
                        <a:latin typeface="Cambria Math" panose="02040503050406030204" pitchFamily="18" charset="0"/>
                        <a:sym typeface="Symbol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𝐵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∈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𝑄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: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  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U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∉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𝐵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 ∨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∈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𝐵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Symbol"/>
                          </a:rPr>
                          <m:t>: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 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  <a:sym typeface="Symbol"/>
                          </a:rPr>
                          <m:t>U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Symbol"/>
                          </a:rPr>
                          <m:t>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Symbol"/>
                          </a:rPr>
                          <m:t>𝑠𝑢𝑏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𝜑</m:t>
                            </m:r>
                          </m:e>
                        </m:d>
                      </m:e>
                    </m:d>
                  </m:oMath>
                </a14:m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  <a:sym typeface="Symbol"/>
                </a:endParaRPr>
              </a:p>
              <a:p>
                <a:pPr lvl="2">
                  <a:spcBef>
                    <a:spcPts val="1800"/>
                  </a:spcBef>
                </a:pPr>
                <a:endParaRPr lang="en-US" sz="16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93394" y="1164336"/>
                <a:ext cx="8357212" cy="5693664"/>
              </a:xfrm>
              <a:blipFill>
                <a:blip r:embed="rId3"/>
                <a:stretch>
                  <a:fillRect t="-749" r="-116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99737" y="5854374"/>
                <a:ext cx="8686194" cy="48417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he-IL" u="sng" dirty="0">
                    <a:solidFill>
                      <a:schemeClr val="accent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טענה</a:t>
                </a:r>
                <a:r>
                  <a:rPr lang="he-IL" dirty="0">
                    <a:solidFill>
                      <a:schemeClr val="accent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: ריצה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groupChr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0</m:t>
                            </m:r>
                          </m:e>
                        </m:d>
                      </m:e>
                    </m:groupChr>
                    <m:sSub>
                      <m:sSub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2">
                        <a:lumMod val="75000"/>
                      </a:schemeClr>
                    </a:solidFill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groupChrPr>
                      <m:e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1</m:t>
                            </m:r>
                          </m:e>
                        </m:d>
                      </m:e>
                    </m:groupChr>
                    <m:sSub>
                      <m:sSubPr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groupChrPr>
                      <m:e>
                        <m:r>
                          <a:rPr lang="en-US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𝜎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2</m:t>
                            </m:r>
                          </m:e>
                        </m:d>
                      </m:e>
                    </m:groupCh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⋯</m:t>
                    </m:r>
                  </m:oMath>
                </a14:m>
                <a:r>
                  <a:rPr lang="he-IL" dirty="0">
                    <a:solidFill>
                      <a:schemeClr val="accent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מקבלת </a:t>
                </a:r>
                <a:r>
                  <a:rPr lang="he-IL" dirty="0" err="1">
                    <a:solidFill>
                      <a:schemeClr val="accent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אם"ם</a:t>
                </a:r>
                <a:r>
                  <a:rPr lang="he-IL" dirty="0">
                    <a:solidFill>
                      <a:schemeClr val="accent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𝜙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⇔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</m:e>
                    </m:d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r>
                      <a:rPr lang="he-IL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𝜙</m:t>
                    </m:r>
                  </m:oMath>
                </a14:m>
                <a:r>
                  <a:rPr lang="he-IL" dirty="0">
                    <a:solidFill>
                      <a:schemeClr val="accent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לכל </a:t>
                </a:r>
                <a14:m>
                  <m:oMath xmlns:m="http://schemas.openxmlformats.org/officeDocument/2006/math">
                    <m:r>
                      <a:rPr lang="he-IL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𝜙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r>
                      <a:rPr lang="en-US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𝑠𝑢𝑏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𝜓</m:t>
                        </m:r>
                      </m:e>
                    </m:d>
                  </m:oMath>
                </a14:m>
                <a:endParaRPr lang="en-US" dirty="0">
                  <a:solidFill>
                    <a:schemeClr val="accent2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737" y="5854374"/>
                <a:ext cx="8686194" cy="484172"/>
              </a:xfrm>
              <a:prstGeom prst="rect">
                <a:avLst/>
              </a:prstGeom>
              <a:blipFill>
                <a:blip r:embed="rId4"/>
                <a:stretch>
                  <a:fillRect r="-632" b="-15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4CB2481-529C-B78F-2825-BBFAFA5A7F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3887604"/>
                  </p:ext>
                </p:extLst>
              </p:nvPr>
            </p:nvGraphicFramePr>
            <p:xfrm>
              <a:off x="-4730061" y="4101108"/>
              <a:ext cx="4572180" cy="9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436">
                      <a:extLst>
                        <a:ext uri="{9D8B030D-6E8A-4147-A177-3AD203B41FA5}">
                          <a16:colId xmlns:a16="http://schemas.microsoft.com/office/drawing/2014/main" val="4014949827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2913614619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4086225922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1199360343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3503686304"/>
                        </a:ext>
                      </a:extLst>
                    </a:gridCol>
                  </a:tblGrid>
                  <a:tr h="463174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i="0" smtClean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oMath>
                            </m:oMathPara>
                          </a14:m>
                          <a:endParaRPr lang="en-US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 b="0" i="0" smtClean="0">
                                        <a:latin typeface="Cambria Math" panose="02040503050406030204" pitchFamily="18" charset="0"/>
                                      </a:rPr>
                                      <m:t>U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4660187"/>
                      </a:ext>
                    </a:extLst>
                  </a:tr>
                  <a:tr h="268347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{}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71155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34CB2481-529C-B78F-2825-BBFAFA5A7F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3887604"/>
                  </p:ext>
                </p:extLst>
              </p:nvPr>
            </p:nvGraphicFramePr>
            <p:xfrm>
              <a:off x="-4730061" y="4101108"/>
              <a:ext cx="4572180" cy="9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436">
                      <a:extLst>
                        <a:ext uri="{9D8B030D-6E8A-4147-A177-3AD203B41FA5}">
                          <a16:colId xmlns:a16="http://schemas.microsoft.com/office/drawing/2014/main" val="4014949827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2913614619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4086225922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1199360343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350368630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5"/>
                          <a:stretch>
                            <a:fillRect l="-667" t="-943" r="-403333" b="-452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5"/>
                          <a:stretch>
                            <a:fillRect l="-100667" t="-943" r="-303333" b="-452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5"/>
                          <a:stretch>
                            <a:fillRect l="-199338" t="-943" r="-201325" b="-452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5"/>
                          <a:stretch>
                            <a:fillRect l="-301333" t="-943" r="-102667" b="-452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5"/>
                          <a:stretch>
                            <a:fillRect l="-401333" t="-943" r="-2667" b="-452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466018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5"/>
                          <a:stretch>
                            <a:fillRect l="-667" t="-237778" r="-403333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5"/>
                          <a:stretch>
                            <a:fillRect l="-100667" t="-237778" r="-303333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5"/>
                          <a:stretch>
                            <a:fillRect l="-199338" t="-237778" r="-201325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5"/>
                          <a:stretch>
                            <a:fillRect l="-301333" t="-237778" r="-102667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5"/>
                          <a:stretch>
                            <a:fillRect l="-401333" t="-237778" r="-2667" b="-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671155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8BE5DAB9-ED24-1F1F-54E5-BD067B8155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6992219"/>
                  </p:ext>
                </p:extLst>
              </p:nvPr>
            </p:nvGraphicFramePr>
            <p:xfrm>
              <a:off x="-4730061" y="2618502"/>
              <a:ext cx="457218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436">
                      <a:extLst>
                        <a:ext uri="{9D8B030D-6E8A-4147-A177-3AD203B41FA5}">
                          <a16:colId xmlns:a16="http://schemas.microsoft.com/office/drawing/2014/main" val="4014949827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2913614619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4086225922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1199360343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3503686304"/>
                        </a:ext>
                      </a:extLst>
                    </a:gridCol>
                  </a:tblGrid>
                  <a:tr h="274462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200" b="0" i="1" kern="1200" dirty="0" smtClean="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Wingdings" panose="05000000000000000000" pitchFamily="2" charset="2"/>
                                  </a:rPr>
                                  <m:t></m:t>
                                </m:r>
                                <m:r>
                                  <a:rPr kumimoji="0" lang="en-US" sz="1200" b="0" i="1" kern="1200" dirty="0" smtClean="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Wingdings" panose="05000000000000000000" pitchFamily="2" charset="2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kumimoji="0" lang="en-US" sz="1200" b="0" i="1" kern="1200" dirty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200" b="0" i="1" kern="1200" dirty="0" smtClean="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Wingdings" panose="05000000000000000000" pitchFamily="2" charset="2"/>
                                  </a:rPr>
                                  <m:t>¬</m:t>
                                </m:r>
                                <m:r>
                                  <a:rPr kumimoji="0" lang="en-US" sz="1200" b="0" i="1" kern="1200" dirty="0" smtClean="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Wingdings" panose="05000000000000000000" pitchFamily="2" charset="2"/>
                                  </a:rPr>
                                  <m:t></m:t>
                                </m:r>
                                <m:r>
                                  <a:rPr kumimoji="0" lang="en-US" sz="1200" b="0" i="1" kern="1200" dirty="0" smtClean="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Wingdings" panose="05000000000000000000" pitchFamily="2" charset="2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kumimoji="0" lang="en-US" sz="1200" b="0" i="1" kern="1200" dirty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200" b="0" i="1" kern="1200" dirty="0" smtClean="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Wingdings" panose="05000000000000000000" pitchFamily="2" charset="2"/>
                                  </a:rPr>
                                  <m:t></m:t>
                                </m:r>
                                <m:r>
                                  <a:rPr kumimoji="0" lang="en-US" sz="1200" b="0" i="1" kern="1200" dirty="0" smtClean="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Wingdings" panose="05000000000000000000" pitchFamily="2" charset="2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kumimoji="0" lang="en-US" sz="1200" b="0" i="1" kern="1200" dirty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200" b="0" i="1" kern="1200" dirty="0" smtClean="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Wingdings" panose="05000000000000000000" pitchFamily="2" charset="2"/>
                                  </a:rPr>
                                  <m:t>¬</m:t>
                                </m:r>
                                <m:r>
                                  <a:rPr kumimoji="0" lang="en-US" sz="1200" b="0" i="1" kern="1200" dirty="0" smtClean="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Wingdings" panose="05000000000000000000" pitchFamily="2" charset="2"/>
                                  </a:rPr>
                                  <m:t></m:t>
                                </m:r>
                                <m:r>
                                  <a:rPr kumimoji="0" lang="en-US" sz="1200" b="0" i="1" kern="1200" dirty="0" smtClean="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Wingdings" panose="05000000000000000000" pitchFamily="2" charset="2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kumimoji="0" lang="en-US" sz="1200" b="0" i="1" kern="1200" dirty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en-US" sz="12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200" b="0" i="1" kern="1200" dirty="0" smtClean="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Wingdings" panose="05000000000000000000" pitchFamily="2" charset="2"/>
                                  </a:rPr>
                                  <m:t>?</m:t>
                                </m:r>
                                <m:r>
                                  <a:rPr kumimoji="0" lang="en-US" sz="1200" b="0" i="1" kern="1200" dirty="0" smtClean="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Wingdings" panose="05000000000000000000" pitchFamily="2" charset="2"/>
                                  </a:rPr>
                                  <m:t></m:t>
                                </m:r>
                                <m:r>
                                  <a:rPr kumimoji="0" lang="en-US" sz="1200" b="0" i="1" kern="1200" dirty="0" smtClean="0">
                                    <a:solidFill>
                                      <a:schemeClr val="lt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Wingdings" panose="05000000000000000000" pitchFamily="2" charset="2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kumimoji="0" lang="en-US" sz="1200" b="0" i="1" kern="1200" dirty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4660187"/>
                      </a:ext>
                    </a:extLst>
                  </a:tr>
                  <a:tr h="200792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{}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i="1" dirty="0" smtClean="0">
                                    <a:latin typeface="Cambria Math" panose="02040503050406030204" pitchFamily="18" charset="0"/>
                                  </a:rPr>
                                  <m:t>{}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71155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8BE5DAB9-ED24-1F1F-54E5-BD067B8155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6992219"/>
                  </p:ext>
                </p:extLst>
              </p:nvPr>
            </p:nvGraphicFramePr>
            <p:xfrm>
              <a:off x="-4730061" y="2618502"/>
              <a:ext cx="4572180" cy="731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14436">
                      <a:extLst>
                        <a:ext uri="{9D8B030D-6E8A-4147-A177-3AD203B41FA5}">
                          <a16:colId xmlns:a16="http://schemas.microsoft.com/office/drawing/2014/main" val="4014949827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2913614619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4086225922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1199360343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350368630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6"/>
                          <a:stretch>
                            <a:fillRect l="-667" t="-1316" r="-403333" b="-6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6"/>
                          <a:stretch>
                            <a:fillRect l="-100667" t="-1316" r="-303333" b="-6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6"/>
                          <a:stretch>
                            <a:fillRect l="-199338" t="-1316" r="-201325" b="-6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6"/>
                          <a:stretch>
                            <a:fillRect l="-301333" t="-1316" r="-102667" b="-6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6"/>
                          <a:stretch>
                            <a:fillRect l="-401333" t="-1316" r="-2667" b="-631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466018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6"/>
                          <a:stretch>
                            <a:fillRect l="-667" t="-171111" r="-403333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6"/>
                          <a:stretch>
                            <a:fillRect l="-100667" t="-171111" r="-303333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6"/>
                          <a:stretch>
                            <a:fillRect l="-199338" t="-171111" r="-201325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6"/>
                          <a:stretch>
                            <a:fillRect l="-301333" t="-171111" r="-102667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6"/>
                          <a:stretch>
                            <a:fillRect l="-401333" t="-171111" r="-2667" b="-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67115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13729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3D326546-0F5E-0968-A526-520BED139CC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5298" y="276345"/>
            <a:ext cx="4613404" cy="3439937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EBCA772-4993-CF58-1FBA-AC9E2E52D6C8}"/>
              </a:ext>
            </a:extLst>
          </p:cNvPr>
          <p:cNvSpPr/>
          <p:nvPr/>
        </p:nvSpPr>
        <p:spPr>
          <a:xfrm>
            <a:off x="1988535" y="2085561"/>
            <a:ext cx="888642" cy="1664850"/>
          </a:xfrm>
          <a:custGeom>
            <a:avLst/>
            <a:gdLst>
              <a:gd name="connsiteX0" fmla="*/ 882203 w 882203"/>
              <a:gd name="connsiteY0" fmla="*/ 88143 h 1305196"/>
              <a:gd name="connsiteX1" fmla="*/ 186744 w 882203"/>
              <a:gd name="connsiteY1" fmla="*/ 126779 h 1305196"/>
              <a:gd name="connsiteX2" fmla="*/ 0 w 882203"/>
              <a:gd name="connsiteY2" fmla="*/ 1305196 h 1305196"/>
              <a:gd name="connsiteX0" fmla="*/ 882203 w 882203"/>
              <a:gd name="connsiteY0" fmla="*/ 35648 h 1252701"/>
              <a:gd name="connsiteX1" fmla="*/ 141668 w 882203"/>
              <a:gd name="connsiteY1" fmla="*/ 215951 h 1252701"/>
              <a:gd name="connsiteX2" fmla="*/ 0 w 882203"/>
              <a:gd name="connsiteY2" fmla="*/ 1252701 h 1252701"/>
              <a:gd name="connsiteX0" fmla="*/ 953037 w 953037"/>
              <a:gd name="connsiteY0" fmla="*/ 33180 h 1263112"/>
              <a:gd name="connsiteX1" fmla="*/ 141668 w 953037"/>
              <a:gd name="connsiteY1" fmla="*/ 226362 h 1263112"/>
              <a:gd name="connsiteX2" fmla="*/ 0 w 953037"/>
              <a:gd name="connsiteY2" fmla="*/ 1263112 h 1263112"/>
              <a:gd name="connsiteX0" fmla="*/ 953037 w 953037"/>
              <a:gd name="connsiteY0" fmla="*/ 3740 h 1233672"/>
              <a:gd name="connsiteX1" fmla="*/ 141668 w 953037"/>
              <a:gd name="connsiteY1" fmla="*/ 196922 h 1233672"/>
              <a:gd name="connsiteX2" fmla="*/ 0 w 953037"/>
              <a:gd name="connsiteY2" fmla="*/ 1233672 h 1233672"/>
              <a:gd name="connsiteX0" fmla="*/ 888642 w 888642"/>
              <a:gd name="connsiteY0" fmla="*/ 3740 h 1233672"/>
              <a:gd name="connsiteX1" fmla="*/ 141668 w 888642"/>
              <a:gd name="connsiteY1" fmla="*/ 196922 h 1233672"/>
              <a:gd name="connsiteX2" fmla="*/ 0 w 888642"/>
              <a:gd name="connsiteY2" fmla="*/ 1233672 h 1233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8642" h="1233672">
                <a:moveTo>
                  <a:pt x="888642" y="3740"/>
                </a:moveTo>
                <a:cubicBezTo>
                  <a:pt x="575793" y="-7529"/>
                  <a:pt x="288702" y="-5920"/>
                  <a:pt x="141668" y="196922"/>
                </a:cubicBezTo>
                <a:cubicBezTo>
                  <a:pt x="-5366" y="399764"/>
                  <a:pt x="19855" y="745884"/>
                  <a:pt x="0" y="1233672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5AAD4B4-3E7C-96C3-92A0-8E7C67133071}"/>
              </a:ext>
            </a:extLst>
          </p:cNvPr>
          <p:cNvGrpSpPr/>
          <p:nvPr/>
        </p:nvGrpSpPr>
        <p:grpSpPr>
          <a:xfrm>
            <a:off x="922728" y="3755507"/>
            <a:ext cx="2679596" cy="2737775"/>
            <a:chOff x="1526896" y="1357792"/>
            <a:chExt cx="6480995" cy="487794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C3972FCB-5CF0-F482-1B13-0B94B7C1DE03}"/>
                    </a:ext>
                  </a:extLst>
                </p:cNvPr>
                <p:cNvSpPr/>
                <p:nvPr/>
              </p:nvSpPr>
              <p:spPr>
                <a:xfrm>
                  <a:off x="1905000" y="2157350"/>
                  <a:ext cx="1676400" cy="990600"/>
                </a:xfrm>
                <a:prstGeom prst="ellipse">
                  <a:avLst/>
                </a:prstGeom>
                <a:solidFill>
                  <a:srgbClr val="FFFF99"/>
                </a:solidFill>
                <a:ln w="38100" cmpd="dbl"/>
                <a:effectLst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1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</m:t>
                        </m:r>
                        <m:r>
                          <a:rPr lang="en-US" sz="11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oMath>
                    </m:oMathPara>
                  </a14:m>
                  <a:endParaRPr lang="he-IL" i="1" dirty="0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C3972FCB-5CF0-F482-1B13-0B94B7C1DE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5000" y="2157350"/>
                  <a:ext cx="1676400" cy="99060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 cmpd="dbl"/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CB911645-1961-0BBF-A3B3-17D02240AA66}"/>
                    </a:ext>
                  </a:extLst>
                </p:cNvPr>
                <p:cNvSpPr/>
                <p:nvPr/>
              </p:nvSpPr>
              <p:spPr>
                <a:xfrm>
                  <a:off x="5715000" y="2156361"/>
                  <a:ext cx="1676400" cy="990600"/>
                </a:xfrm>
                <a:prstGeom prst="ellipse">
                  <a:avLst/>
                </a:prstGeom>
                <a:solidFill>
                  <a:srgbClr val="FFFF99"/>
                </a:solidFill>
                <a:ln w="38100" cmpd="dbl"/>
                <a:effectLst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1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en-U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</m:t>
                        </m:r>
                        <m:r>
                          <a:rPr lang="en-US" sz="11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oMath>
                    </m:oMathPara>
                  </a14:m>
                  <a:endParaRPr lang="he-IL" i="1" dirty="0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CB911645-1961-0BBF-A3B3-17D02240AA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00" y="2156361"/>
                  <a:ext cx="1676400" cy="990600"/>
                </a:xfrm>
                <a:prstGeom prst="ellipse">
                  <a:avLst/>
                </a:prstGeom>
                <a:blipFill>
                  <a:blip r:embed="rId4"/>
                  <a:stretch>
                    <a:fillRect r="-833"/>
                  </a:stretch>
                </a:blipFill>
                <a:ln w="38100" cmpd="dbl"/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E737FC8C-DC76-2E7E-80A2-139C2CE568AB}"/>
                    </a:ext>
                  </a:extLst>
                </p:cNvPr>
                <p:cNvSpPr/>
                <p:nvPr/>
              </p:nvSpPr>
              <p:spPr>
                <a:xfrm>
                  <a:off x="1905000" y="4419600"/>
                  <a:ext cx="1676400" cy="990600"/>
                </a:xfrm>
                <a:prstGeom prst="ellipse">
                  <a:avLst/>
                </a:prstGeom>
                <a:solidFill>
                  <a:srgbClr val="FFFF99"/>
                </a:solidFill>
                <a:ln w="38100" cmpd="dbl"/>
                <a:effectLst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1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1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</m:t>
                        </m:r>
                        <m:r>
                          <a:rPr lang="en-US" sz="11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oMath>
                    </m:oMathPara>
                  </a14:m>
                  <a:endParaRPr lang="he-IL" i="1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E737FC8C-DC76-2E7E-80A2-139C2CE568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5000" y="4419600"/>
                  <a:ext cx="1676400" cy="99060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 cmpd="dbl"/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5AF7D118-F570-BF17-6E46-93C0AC77E864}"/>
                    </a:ext>
                  </a:extLst>
                </p:cNvPr>
                <p:cNvSpPr/>
                <p:nvPr/>
              </p:nvSpPr>
              <p:spPr>
                <a:xfrm>
                  <a:off x="5715000" y="4419600"/>
                  <a:ext cx="1676400" cy="990600"/>
                </a:xfrm>
                <a:prstGeom prst="ellipse">
                  <a:avLst/>
                </a:prstGeom>
                <a:solidFill>
                  <a:srgbClr val="FFFF99"/>
                </a:solidFill>
                <a:ln w="38100" cmpd="dbl"/>
                <a:effectLst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1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10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en-U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</m:t>
                        </m:r>
                        <m:r>
                          <a:rPr lang="en-US" sz="11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oMath>
                    </m:oMathPara>
                  </a14:m>
                  <a:endParaRPr lang="he-IL" i="1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5AF7D118-F570-BF17-6E46-93C0AC77E86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00" y="4419600"/>
                  <a:ext cx="1676400" cy="990600"/>
                </a:xfrm>
                <a:prstGeom prst="ellipse">
                  <a:avLst/>
                </a:prstGeom>
                <a:blipFill>
                  <a:blip r:embed="rId6"/>
                  <a:stretch>
                    <a:fillRect r="-7500"/>
                  </a:stretch>
                </a:blipFill>
                <a:ln w="38100" cmpd="dbl"/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Curved Connector 15">
              <a:extLst>
                <a:ext uri="{FF2B5EF4-FFF2-40B4-BE49-F238E27FC236}">
                  <a16:creationId xmlns:a16="http://schemas.microsoft.com/office/drawing/2014/main" id="{4D695F5A-B94A-7761-D8F2-896A9206A8F3}"/>
                </a:ext>
              </a:extLst>
            </p:cNvPr>
            <p:cNvCxnSpPr>
              <a:stCxn id="33" idx="1"/>
              <a:endCxn id="33" idx="0"/>
            </p:cNvCxnSpPr>
            <p:nvPr/>
          </p:nvCxnSpPr>
          <p:spPr>
            <a:xfrm rot="5400000" flipH="1" flipV="1">
              <a:off x="2374316" y="1933537"/>
              <a:ext cx="145070" cy="592697"/>
            </a:xfrm>
            <a:prstGeom prst="curvedConnector3">
              <a:avLst>
                <a:gd name="adj1" fmla="val 393439"/>
              </a:avLst>
            </a:prstGeom>
            <a:ln w="12700">
              <a:solidFill>
                <a:schemeClr val="tx1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6364CF4-84E6-B51B-A222-6110078246A4}"/>
                </a:ext>
              </a:extLst>
            </p:cNvPr>
            <p:cNvCxnSpPr>
              <a:stCxn id="33" idx="6"/>
              <a:endCxn id="34" idx="2"/>
            </p:cNvCxnSpPr>
            <p:nvPr/>
          </p:nvCxnSpPr>
          <p:spPr>
            <a:xfrm flipV="1">
              <a:off x="3581400" y="2651661"/>
              <a:ext cx="2133600" cy="9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2D4A621-7EE4-BBE2-4CF9-1DCA4E533849}"/>
                </a:ext>
              </a:extLst>
            </p:cNvPr>
            <p:cNvCxnSpPr>
              <a:endCxn id="33" idx="2"/>
            </p:cNvCxnSpPr>
            <p:nvPr/>
          </p:nvCxnSpPr>
          <p:spPr>
            <a:xfrm>
              <a:off x="1600200" y="2651661"/>
              <a:ext cx="304800" cy="98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6923AF5-13A8-EC5B-24DE-AB5A35FEA6B8}"/>
                </a:ext>
              </a:extLst>
            </p:cNvPr>
            <p:cNvCxnSpPr>
              <a:stCxn id="35" idx="0"/>
              <a:endCxn id="33" idx="4"/>
            </p:cNvCxnSpPr>
            <p:nvPr/>
          </p:nvCxnSpPr>
          <p:spPr>
            <a:xfrm flipV="1">
              <a:off x="2743200" y="3147950"/>
              <a:ext cx="0" cy="127165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1C14C07-E01F-E087-42AF-4D3617705235}"/>
                </a:ext>
              </a:extLst>
            </p:cNvPr>
            <p:cNvCxnSpPr>
              <a:stCxn id="34" idx="4"/>
              <a:endCxn id="36" idx="0"/>
            </p:cNvCxnSpPr>
            <p:nvPr/>
          </p:nvCxnSpPr>
          <p:spPr>
            <a:xfrm>
              <a:off x="6553200" y="3146961"/>
              <a:ext cx="0" cy="127263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E06F711-3414-DD50-1EAA-CE0D290DD717}"/>
                </a:ext>
              </a:extLst>
            </p:cNvPr>
            <p:cNvCxnSpPr>
              <a:stCxn id="36" idx="2"/>
              <a:endCxn id="35" idx="6"/>
            </p:cNvCxnSpPr>
            <p:nvPr/>
          </p:nvCxnSpPr>
          <p:spPr>
            <a:xfrm flipH="1">
              <a:off x="3581400" y="4914900"/>
              <a:ext cx="21336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urved Connector 35">
              <a:extLst>
                <a:ext uri="{FF2B5EF4-FFF2-40B4-BE49-F238E27FC236}">
                  <a16:creationId xmlns:a16="http://schemas.microsoft.com/office/drawing/2014/main" id="{4D471FD6-CF1C-F8F6-519B-368617C97B5B}"/>
                </a:ext>
              </a:extLst>
            </p:cNvPr>
            <p:cNvCxnSpPr>
              <a:stCxn id="36" idx="5"/>
              <a:endCxn id="36" idx="4"/>
            </p:cNvCxnSpPr>
            <p:nvPr/>
          </p:nvCxnSpPr>
          <p:spPr>
            <a:xfrm rot="5400000">
              <a:off x="6777014" y="5041317"/>
              <a:ext cx="145070" cy="592697"/>
            </a:xfrm>
            <a:prstGeom prst="curvedConnector3">
              <a:avLst>
                <a:gd name="adj1" fmla="val 384120"/>
              </a:avLst>
            </a:prstGeom>
            <a:ln w="12700">
              <a:solidFill>
                <a:schemeClr val="tx1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urved Connector 37">
              <a:extLst>
                <a:ext uri="{FF2B5EF4-FFF2-40B4-BE49-F238E27FC236}">
                  <a16:creationId xmlns:a16="http://schemas.microsoft.com/office/drawing/2014/main" id="{C805A86C-C1D6-70B5-63C3-EA8F68D96F87}"/>
                </a:ext>
              </a:extLst>
            </p:cNvPr>
            <p:cNvCxnSpPr>
              <a:stCxn id="35" idx="7"/>
            </p:cNvCxnSpPr>
            <p:nvPr/>
          </p:nvCxnSpPr>
          <p:spPr>
            <a:xfrm rot="5400000" flipH="1" flipV="1">
              <a:off x="3696990" y="2470461"/>
              <a:ext cx="1733116" cy="2455303"/>
            </a:xfrm>
            <a:prstGeom prst="curvedConnector2">
              <a:avLst/>
            </a:prstGeom>
            <a:ln w="12700">
              <a:solidFill>
                <a:schemeClr val="tx1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urved Connector 42">
              <a:extLst>
                <a:ext uri="{FF2B5EF4-FFF2-40B4-BE49-F238E27FC236}">
                  <a16:creationId xmlns:a16="http://schemas.microsoft.com/office/drawing/2014/main" id="{719CC5C0-A671-C526-E10A-9C3B372CFF7D}"/>
                </a:ext>
              </a:extLst>
            </p:cNvPr>
            <p:cNvCxnSpPr>
              <a:stCxn id="34" idx="3"/>
            </p:cNvCxnSpPr>
            <p:nvPr/>
          </p:nvCxnSpPr>
          <p:spPr>
            <a:xfrm rot="5400000">
              <a:off x="3882938" y="2654258"/>
              <a:ext cx="1729933" cy="2425199"/>
            </a:xfrm>
            <a:prstGeom prst="curvedConnector2">
              <a:avLst/>
            </a:prstGeom>
            <a:ln w="12700">
              <a:solidFill>
                <a:schemeClr val="tx1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FEB6F91B-A1FD-234D-CB70-7FF12A3E39F2}"/>
                </a:ext>
              </a:extLst>
            </p:cNvPr>
            <p:cNvCxnSpPr>
              <a:endCxn id="35" idx="2"/>
            </p:cNvCxnSpPr>
            <p:nvPr/>
          </p:nvCxnSpPr>
          <p:spPr>
            <a:xfrm>
              <a:off x="1600200" y="4914900"/>
              <a:ext cx="3048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med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65DC1D10-578C-9D09-0F4F-C196A36F105E}"/>
                    </a:ext>
                  </a:extLst>
                </p:cNvPr>
                <p:cNvSpPr/>
                <p:nvPr/>
              </p:nvSpPr>
              <p:spPr>
                <a:xfrm>
                  <a:off x="1574101" y="1357792"/>
                  <a:ext cx="643341" cy="658046"/>
                </a:xfrm>
                <a:prstGeom prst="rect">
                  <a:avLst/>
                </a:prstGeom>
                <a:effectLst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 dirty="0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65DC1D10-578C-9D09-0F4F-C196A36F10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4101" y="1357792"/>
                  <a:ext cx="643341" cy="658046"/>
                </a:xfrm>
                <a:prstGeom prst="rect">
                  <a:avLst/>
                </a:prstGeom>
                <a:blipFill>
                  <a:blip r:embed="rId7"/>
                  <a:stretch>
                    <a:fillRect t="-8197" r="-62791" b="-24590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63344CF6-7A6B-1BD6-37D4-26E6F3B28AB2}"/>
                    </a:ext>
                  </a:extLst>
                </p:cNvPr>
                <p:cNvSpPr/>
                <p:nvPr/>
              </p:nvSpPr>
              <p:spPr>
                <a:xfrm>
                  <a:off x="4104706" y="2048384"/>
                  <a:ext cx="248787" cy="369332"/>
                </a:xfrm>
                <a:prstGeom prst="rect">
                  <a:avLst/>
                </a:prstGeom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63344CF6-7A6B-1BD6-37D4-26E6F3B28AB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4706" y="2048384"/>
                  <a:ext cx="248787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5882" t="-17647" r="-276471" b="-123529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19BFBBB1-5328-DAFD-06BC-9A8A9B4C6966}"/>
                    </a:ext>
                  </a:extLst>
                </p:cNvPr>
                <p:cNvSpPr/>
                <p:nvPr/>
              </p:nvSpPr>
              <p:spPr>
                <a:xfrm>
                  <a:off x="6599121" y="3513446"/>
                  <a:ext cx="248786" cy="369332"/>
                </a:xfrm>
                <a:prstGeom prst="rect">
                  <a:avLst/>
                </a:prstGeom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 dirty="0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19BFBBB1-5328-DAFD-06BC-9A8A9B4C69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9121" y="3513446"/>
                  <a:ext cx="248786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5882" t="-17647" r="-276471" b="-123529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D3C59542-1BBB-C5AD-6FBE-6319D1FD705F}"/>
                    </a:ext>
                  </a:extLst>
                </p:cNvPr>
                <p:cNvSpPr/>
                <p:nvPr/>
              </p:nvSpPr>
              <p:spPr>
                <a:xfrm>
                  <a:off x="5296910" y="4050268"/>
                  <a:ext cx="248786" cy="369332"/>
                </a:xfrm>
                <a:prstGeom prst="rect">
                  <a:avLst/>
                </a:prstGeom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D3C59542-1BBB-C5AD-6FBE-6319D1FD70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6910" y="4050268"/>
                  <a:ext cx="248786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882" t="-17647" r="-276471" b="-123529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4943B233-CEBB-EC99-827C-6ED27262C2F3}"/>
                    </a:ext>
                  </a:extLst>
                </p:cNvPr>
                <p:cNvSpPr/>
                <p:nvPr/>
              </p:nvSpPr>
              <p:spPr>
                <a:xfrm>
                  <a:off x="3059166" y="2892363"/>
                  <a:ext cx="1340392" cy="658046"/>
                </a:xfrm>
                <a:prstGeom prst="rect">
                  <a:avLst/>
                </a:prstGeom>
                <a:effectLst/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e-IL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 dirty="0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4943B233-CEBB-EC99-827C-6ED27262C2F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9166" y="2892363"/>
                  <a:ext cx="1340392" cy="658046"/>
                </a:xfrm>
                <a:prstGeom prst="rect">
                  <a:avLst/>
                </a:prstGeom>
                <a:blipFill>
                  <a:blip r:embed="rId11"/>
                  <a:stretch>
                    <a:fillRect t="-8197" r="-14286" b="-24590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DE3E4581-7E53-044B-F5D2-FEB8950101CC}"/>
                    </a:ext>
                  </a:extLst>
                </p:cNvPr>
                <p:cNvSpPr/>
                <p:nvPr/>
              </p:nvSpPr>
              <p:spPr>
                <a:xfrm>
                  <a:off x="1526896" y="3513446"/>
                  <a:ext cx="1340392" cy="658046"/>
                </a:xfrm>
                <a:prstGeom prst="rect">
                  <a:avLst/>
                </a:prstGeom>
                <a:effectLst/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e-IL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 dirty="0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DE3E4581-7E53-044B-F5D2-FEB8950101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6896" y="3513446"/>
                  <a:ext cx="1340392" cy="658046"/>
                </a:xfrm>
                <a:prstGeom prst="rect">
                  <a:avLst/>
                </a:prstGeom>
                <a:blipFill>
                  <a:blip r:embed="rId12"/>
                  <a:stretch>
                    <a:fillRect t="-10000" r="-14286" b="-26667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DBAB0343-AF56-3AF1-37B3-5CBE7CB4D139}"/>
                    </a:ext>
                  </a:extLst>
                </p:cNvPr>
                <p:cNvSpPr/>
                <p:nvPr/>
              </p:nvSpPr>
              <p:spPr>
                <a:xfrm>
                  <a:off x="6667499" y="5577690"/>
                  <a:ext cx="1340392" cy="658045"/>
                </a:xfrm>
                <a:prstGeom prst="rect">
                  <a:avLst/>
                </a:prstGeom>
                <a:effectLst/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e-IL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 dirty="0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DBAB0343-AF56-3AF1-37B3-5CBE7CB4D1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7499" y="5577690"/>
                  <a:ext cx="1340392" cy="658045"/>
                </a:xfrm>
                <a:prstGeom prst="rect">
                  <a:avLst/>
                </a:prstGeom>
                <a:blipFill>
                  <a:blip r:embed="rId13"/>
                  <a:stretch>
                    <a:fillRect t="-10000" r="-14286" b="-26667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C046B0AF-B709-38B3-060C-F76C9D2AB767}"/>
                    </a:ext>
                  </a:extLst>
                </p:cNvPr>
                <p:cNvSpPr/>
                <p:nvPr/>
              </p:nvSpPr>
              <p:spPr>
                <a:xfrm>
                  <a:off x="4538690" y="4895798"/>
                  <a:ext cx="248786" cy="369332"/>
                </a:xfrm>
                <a:prstGeom prst="rect">
                  <a:avLst/>
                </a:prstGeom>
                <a:effectLst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e-IL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C046B0AF-B709-38B3-060C-F76C9D2AB7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8690" y="4895798"/>
                  <a:ext cx="248786" cy="369332"/>
                </a:xfrm>
                <a:prstGeom prst="rect">
                  <a:avLst/>
                </a:prstGeom>
                <a:blipFill>
                  <a:blip r:embed="rId14"/>
                  <a:stretch>
                    <a:fillRect t="-17647" r="-441176" b="-123529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C765911B-84AE-038D-DA39-04EC2FD738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9288428"/>
                  </p:ext>
                </p:extLst>
              </p:nvPr>
            </p:nvGraphicFramePr>
            <p:xfrm>
              <a:off x="4042217" y="4418527"/>
              <a:ext cx="4572180" cy="73152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914436">
                      <a:extLst>
                        <a:ext uri="{9D8B030D-6E8A-4147-A177-3AD203B41FA5}">
                          <a16:colId xmlns:a16="http://schemas.microsoft.com/office/drawing/2014/main" val="4014949827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2913614619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4086225922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1199360343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3503686304"/>
                        </a:ext>
                      </a:extLst>
                    </a:gridCol>
                  </a:tblGrid>
                  <a:tr h="274462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𝑎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200" b="0" kern="1200" dirty="0" smtClean="0">
                                    <a:solidFill>
                                      <a:schemeClr val="lt1"/>
                                    </a:solidFill>
                                    <a:sym typeface="Wingdings" panose="05000000000000000000" pitchFamily="2" charset="2"/>
                                  </a:rPr>
                                  <m:t></m:t>
                                </m:r>
                                <m:r>
                                  <a:rPr kumimoji="0" lang="en-US" sz="1200" b="0" kern="1200" dirty="0" smtClean="0">
                                    <a:solidFill>
                                      <a:schemeClr val="lt1"/>
                                    </a:solidFill>
                                    <a:sym typeface="Wingdings" panose="05000000000000000000" pitchFamily="2" charset="2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kumimoji="0" lang="en-US" sz="1200" b="0" i="1" kern="1200" dirty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𝑎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200" b="0" kern="1200" dirty="0" smtClean="0">
                                    <a:solidFill>
                                      <a:schemeClr val="lt1"/>
                                    </a:solidFill>
                                    <a:sym typeface="Wingdings" panose="05000000000000000000" pitchFamily="2" charset="2"/>
                                  </a:rPr>
                                  <m:t>¬</m:t>
                                </m:r>
                                <m:r>
                                  <a:rPr kumimoji="0" lang="en-US" sz="1200" b="0" kern="1200" dirty="0" smtClean="0">
                                    <a:solidFill>
                                      <a:schemeClr val="lt1"/>
                                    </a:solidFill>
                                    <a:sym typeface="Wingdings" panose="05000000000000000000" pitchFamily="2" charset="2"/>
                                  </a:rPr>
                                  <m:t></m:t>
                                </m:r>
                                <m:r>
                                  <a:rPr kumimoji="0" lang="en-US" sz="1200" b="0" kern="1200" dirty="0" smtClean="0">
                                    <a:solidFill>
                                      <a:schemeClr val="lt1"/>
                                    </a:solidFill>
                                    <a:sym typeface="Wingdings" panose="05000000000000000000" pitchFamily="2" charset="2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kumimoji="0" lang="en-US" sz="1200" b="0" i="1" kern="1200" dirty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¬</m:t>
                                </m:r>
                                <m:r>
                                  <a:rPr lang="en-US" sz="1200" b="0" smtClean="0"/>
                                  <m:t>𝑎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200" b="0" kern="1200" dirty="0" smtClean="0">
                                    <a:solidFill>
                                      <a:schemeClr val="lt1"/>
                                    </a:solidFill>
                                    <a:sym typeface="Wingdings" panose="05000000000000000000" pitchFamily="2" charset="2"/>
                                  </a:rPr>
                                  <m:t></m:t>
                                </m:r>
                                <m:r>
                                  <a:rPr kumimoji="0" lang="en-US" sz="1200" b="0" kern="1200" dirty="0" smtClean="0">
                                    <a:solidFill>
                                      <a:schemeClr val="lt1"/>
                                    </a:solidFill>
                                    <a:sym typeface="Wingdings" panose="05000000000000000000" pitchFamily="2" charset="2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kumimoji="0" lang="en-US" sz="1200" b="0" i="1" kern="1200" dirty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𝑎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200" b="0" kern="1200" dirty="0" smtClean="0">
                                    <a:solidFill>
                                      <a:schemeClr val="lt1"/>
                                    </a:solidFill>
                                    <a:sym typeface="Wingdings" panose="05000000000000000000" pitchFamily="2" charset="2"/>
                                  </a:rPr>
                                  <m:t>¬</m:t>
                                </m:r>
                                <m:r>
                                  <a:rPr kumimoji="0" lang="en-US" sz="1200" b="0" kern="1200" dirty="0" smtClean="0">
                                    <a:solidFill>
                                      <a:schemeClr val="lt1"/>
                                    </a:solidFill>
                                    <a:sym typeface="Wingdings" panose="05000000000000000000" pitchFamily="2" charset="2"/>
                                  </a:rPr>
                                  <m:t></m:t>
                                </m:r>
                                <m:r>
                                  <a:rPr kumimoji="0" lang="en-US" sz="1200" b="0" kern="1200" dirty="0" smtClean="0">
                                    <a:solidFill>
                                      <a:schemeClr val="lt1"/>
                                    </a:solidFill>
                                    <a:sym typeface="Wingdings" panose="05000000000000000000" pitchFamily="2" charset="2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kumimoji="0" lang="en-US" sz="1200" b="0" i="1" kern="1200" dirty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¬</m:t>
                                </m:r>
                                <m:r>
                                  <a:rPr lang="en-US" sz="1200" b="0" smtClean="0"/>
                                  <m:t>𝑎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200" b="0" kern="1200" dirty="0" smtClean="0">
                                    <a:solidFill>
                                      <a:schemeClr val="lt1"/>
                                    </a:solidFill>
                                    <a:sym typeface="Wingdings" panose="05000000000000000000" pitchFamily="2" charset="2"/>
                                  </a:rPr>
                                  <m:t>?</m:t>
                                </m:r>
                                <m:r>
                                  <a:rPr kumimoji="0" lang="en-US" sz="1200" b="0" kern="1200" dirty="0" smtClean="0">
                                    <a:solidFill>
                                      <a:schemeClr val="lt1"/>
                                    </a:solidFill>
                                    <a:sym typeface="Wingdings" panose="05000000000000000000" pitchFamily="2" charset="2"/>
                                  </a:rPr>
                                  <m:t></m:t>
                                </m:r>
                                <m:r>
                                  <a:rPr kumimoji="0" lang="en-US" sz="1200" b="0" kern="1200" dirty="0" smtClean="0">
                                    <a:solidFill>
                                      <a:schemeClr val="lt1"/>
                                    </a:solidFill>
                                    <a:sym typeface="Wingdings" panose="05000000000000000000" pitchFamily="2" charset="2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kumimoji="0" lang="en-US" sz="1200" b="0" i="1" kern="1200" dirty="0">
                            <a:solidFill>
                              <a:schemeClr val="lt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4660187"/>
                      </a:ext>
                    </a:extLst>
                  </a:tr>
                  <a:tr h="200792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dirty="0" smtClean="0"/>
                                  <m:t>{</m:t>
                                </m:r>
                                <m:r>
                                  <a:rPr lang="en-US" sz="1200" dirty="0" smtClean="0"/>
                                  <m:t>𝑎</m:t>
                                </m:r>
                                <m:r>
                                  <a:rPr lang="en-US" sz="1200" dirty="0" smtClean="0"/>
                                  <m:t>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{</m:t>
                                </m:r>
                                <m:r>
                                  <a:rPr lang="en-US" sz="1200" b="0" smtClean="0"/>
                                  <m:t>𝑎</m:t>
                                </m:r>
                                <m:r>
                                  <a:rPr lang="en-US" sz="1200" b="0" smtClean="0"/>
                                  <m:t>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{}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dirty="0" smtClean="0"/>
                                  <m:t>{</m:t>
                                </m:r>
                                <m:r>
                                  <a:rPr lang="en-US" sz="1200" b="0" dirty="0" smtClean="0"/>
                                  <m:t>𝑎</m:t>
                                </m:r>
                                <m:r>
                                  <a:rPr lang="en-US" sz="1200" dirty="0" smtClean="0"/>
                                  <m:t>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dirty="0" smtClean="0"/>
                                  <m:t>{}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71155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8" name="Table 57">
                <a:extLst>
                  <a:ext uri="{FF2B5EF4-FFF2-40B4-BE49-F238E27FC236}">
                    <a16:creationId xmlns:a16="http://schemas.microsoft.com/office/drawing/2014/main" id="{C765911B-84AE-038D-DA39-04EC2FD7385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9288428"/>
                  </p:ext>
                </p:extLst>
              </p:nvPr>
            </p:nvGraphicFramePr>
            <p:xfrm>
              <a:off x="4042217" y="4418527"/>
              <a:ext cx="4572180" cy="73152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914436">
                      <a:extLst>
                        <a:ext uri="{9D8B030D-6E8A-4147-A177-3AD203B41FA5}">
                          <a16:colId xmlns:a16="http://schemas.microsoft.com/office/drawing/2014/main" val="4014949827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2913614619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4086225922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1199360343"/>
                        </a:ext>
                      </a:extLst>
                    </a:gridCol>
                    <a:gridCol w="914436">
                      <a:extLst>
                        <a:ext uri="{9D8B030D-6E8A-4147-A177-3AD203B41FA5}">
                          <a16:colId xmlns:a16="http://schemas.microsoft.com/office/drawing/2014/main" val="350368630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15"/>
                          <a:stretch>
                            <a:fillRect l="-667" t="-1316" r="-403333" b="-6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15"/>
                          <a:stretch>
                            <a:fillRect l="-100667" t="-1316" r="-303333" b="-6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15"/>
                          <a:stretch>
                            <a:fillRect l="-199338" t="-1316" r="-201325" b="-6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15"/>
                          <a:stretch>
                            <a:fillRect l="-301333" t="-1316" r="-102667" b="-6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15"/>
                          <a:stretch>
                            <a:fillRect l="-401333" t="-1316" r="-2667" b="-631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466018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15"/>
                          <a:stretch>
                            <a:fillRect l="-667" t="-171111" r="-403333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15"/>
                          <a:stretch>
                            <a:fillRect l="-100667" t="-171111" r="-303333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15"/>
                          <a:stretch>
                            <a:fillRect l="-199338" t="-171111" r="-201325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15"/>
                          <a:stretch>
                            <a:fillRect l="-301333" t="-171111" r="-102667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15"/>
                          <a:stretch>
                            <a:fillRect l="-401333" t="-171111" r="-2667" b="-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671155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39317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dissolve/>
      </p:transition>
    </mc:Choice>
    <mc:Fallback xmlns="">
      <p:transition>
        <p:dissolv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4981D-F5B9-F822-3F9A-0E7658296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349024EF-A25F-038D-62CD-BAE116F9F20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5298" y="276345"/>
            <a:ext cx="4613404" cy="3439937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90B87866-A75D-22DB-8CE6-9B77EB425B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157135"/>
                  </p:ext>
                </p:extLst>
              </p:nvPr>
            </p:nvGraphicFramePr>
            <p:xfrm>
              <a:off x="5191401" y="5627171"/>
              <a:ext cx="3523250" cy="91440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704650">
                      <a:extLst>
                        <a:ext uri="{9D8B030D-6E8A-4147-A177-3AD203B41FA5}">
                          <a16:colId xmlns:a16="http://schemas.microsoft.com/office/drawing/2014/main" val="4014949827"/>
                        </a:ext>
                      </a:extLst>
                    </a:gridCol>
                    <a:gridCol w="704650">
                      <a:extLst>
                        <a:ext uri="{9D8B030D-6E8A-4147-A177-3AD203B41FA5}">
                          <a16:colId xmlns:a16="http://schemas.microsoft.com/office/drawing/2014/main" val="2913614619"/>
                        </a:ext>
                      </a:extLst>
                    </a:gridCol>
                    <a:gridCol w="704650">
                      <a:extLst>
                        <a:ext uri="{9D8B030D-6E8A-4147-A177-3AD203B41FA5}">
                          <a16:colId xmlns:a16="http://schemas.microsoft.com/office/drawing/2014/main" val="4086225922"/>
                        </a:ext>
                      </a:extLst>
                    </a:gridCol>
                    <a:gridCol w="704650">
                      <a:extLst>
                        <a:ext uri="{9D8B030D-6E8A-4147-A177-3AD203B41FA5}">
                          <a16:colId xmlns:a16="http://schemas.microsoft.com/office/drawing/2014/main" val="1199360343"/>
                        </a:ext>
                      </a:extLst>
                    </a:gridCol>
                    <a:gridCol w="704650">
                      <a:extLst>
                        <a:ext uri="{9D8B030D-6E8A-4147-A177-3AD203B41FA5}">
                          <a16:colId xmlns:a16="http://schemas.microsoft.com/office/drawing/2014/main" val="350368630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𝑎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¬</m:t>
                                </m:r>
                                <m:r>
                                  <a:rPr lang="en-US" sz="1200" b="0" smtClean="0"/>
                                  <m:t>𝑏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𝑎</m:t>
                                </m:r>
                                <m:r>
                                  <a:rPr lang="en-US" sz="1200" b="0" smtClean="0"/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smtClean="0"/>
                                  <m:t>U</m:t>
                                </m:r>
                                <m:r>
                                  <a:rPr lang="en-US" sz="1200" b="0" smtClean="0"/>
                                  <m:t> </m:t>
                                </m:r>
                                <m:r>
                                  <a:rPr lang="en-US" sz="1200" b="0" smtClean="0"/>
                                  <m:t>𝑏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𝑎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¬</m:t>
                                </m:r>
                                <m:r>
                                  <a:rPr lang="en-US" sz="1200" b="0" smtClean="0"/>
                                  <m:t>𝑏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𝑎</m:t>
                                </m:r>
                                <m:r>
                                  <a:rPr lang="en-US" sz="1200" b="0" smtClean="0"/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smtClean="0"/>
                                  <m:t>U</m:t>
                                </m:r>
                                <m:r>
                                  <a:rPr lang="en-US" sz="1200" b="0" smtClean="0"/>
                                  <m:t> </m:t>
                                </m:r>
                                <m:r>
                                  <a:rPr lang="en-US" sz="1200" b="0" smtClean="0"/>
                                  <m:t>𝑏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𝑎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¬</m:t>
                                </m:r>
                                <m:r>
                                  <a:rPr lang="en-US" sz="1200" b="0" smtClean="0"/>
                                  <m:t>𝑏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𝑎</m:t>
                                </m:r>
                                <m:r>
                                  <a:rPr lang="en-US" sz="1200" b="0" smtClean="0"/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smtClean="0"/>
                                  <m:t>U</m:t>
                                </m:r>
                                <m:r>
                                  <a:rPr lang="en-US" sz="1200" b="0" smtClean="0"/>
                                  <m:t> </m:t>
                                </m:r>
                                <m:r>
                                  <a:rPr lang="en-US" sz="1200" b="0" smtClean="0"/>
                                  <m:t>𝑏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¬</m:t>
                                </m:r>
                                <m:r>
                                  <a:rPr lang="en-US" sz="1200" b="0" smtClean="0"/>
                                  <m:t>𝑎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𝑏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𝑎</m:t>
                                </m:r>
                                <m:r>
                                  <a:rPr lang="en-US" sz="1200" b="0" smtClean="0"/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smtClean="0"/>
                                  <m:t>U</m:t>
                                </m:r>
                                <m:r>
                                  <a:rPr lang="en-US" sz="1200" b="0" smtClean="0"/>
                                  <m:t> </m:t>
                                </m:r>
                                <m:r>
                                  <a:rPr lang="en-US" sz="1200" b="0" smtClean="0"/>
                                  <m:t>𝑏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¬</m:t>
                                </m:r>
                                <m:r>
                                  <a:rPr lang="en-US" sz="1200" b="0" smtClean="0"/>
                                  <m:t>𝑎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¬</m:t>
                                </m:r>
                                <m:r>
                                  <a:rPr lang="en-US" sz="1200" b="0" smtClean="0"/>
                                  <m:t>𝑏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¬</m:t>
                                </m:r>
                                <m:d>
                                  <m:dPr>
                                    <m:ctrlPr>
                                      <a:rPr lang="en-US" sz="1200" b="0" smtClean="0"/>
                                    </m:ctrlPr>
                                  </m:dPr>
                                  <m:e>
                                    <m:r>
                                      <a:rPr lang="en-US" sz="1200" b="0" smtClean="0"/>
                                      <m:t>𝑎</m:t>
                                    </m:r>
                                    <m:r>
                                      <a:rPr lang="en-US" sz="1200" b="0" smtClean="0"/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 b="0" smtClean="0"/>
                                      <m:t>U</m:t>
                                    </m:r>
                                    <m:r>
                                      <a:rPr lang="en-US" sz="1200" b="0" smtClean="0"/>
                                      <m:t> </m:t>
                                    </m:r>
                                    <m:r>
                                      <a:rPr lang="en-US" sz="1200" b="0" smtClean="0"/>
                                      <m:t>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2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4660187"/>
                      </a:ext>
                    </a:extLst>
                  </a:tr>
                  <a:tr h="26834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dirty="0" smtClean="0"/>
                                  <m:t>{</m:t>
                                </m:r>
                                <m:r>
                                  <a:rPr lang="en-US" sz="1200" dirty="0" smtClean="0"/>
                                  <m:t>𝑎</m:t>
                                </m:r>
                                <m:r>
                                  <a:rPr lang="en-US" sz="1200" dirty="0" smtClean="0"/>
                                  <m:t>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{</m:t>
                                </m:r>
                                <m:r>
                                  <a:rPr lang="en-US" sz="1200" b="0" smtClean="0"/>
                                  <m:t>𝑎</m:t>
                                </m:r>
                                <m:r>
                                  <a:rPr lang="en-US" sz="1200" b="0" smtClean="0"/>
                                  <m:t>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{</m:t>
                                </m:r>
                                <m:r>
                                  <a:rPr lang="en-US" sz="1200" b="0" smtClean="0"/>
                                  <m:t>𝑎</m:t>
                                </m:r>
                                <m:r>
                                  <a:rPr lang="en-US" sz="1200" b="0" smtClean="0"/>
                                  <m:t>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dirty="0" smtClean="0"/>
                                  <m:t>{</m:t>
                                </m:r>
                                <m:r>
                                  <a:rPr lang="en-US" sz="1200" dirty="0" smtClean="0"/>
                                  <m:t>𝑏</m:t>
                                </m:r>
                                <m:r>
                                  <a:rPr lang="en-US" sz="1200" dirty="0" smtClean="0"/>
                                  <m:t>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dirty="0" smtClean="0"/>
                                  <m:t>{}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71155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0" name="Table 29">
                <a:extLst>
                  <a:ext uri="{FF2B5EF4-FFF2-40B4-BE49-F238E27FC236}">
                    <a16:creationId xmlns:a16="http://schemas.microsoft.com/office/drawing/2014/main" id="{90B87866-A75D-22DB-8CE6-9B77EB425B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157135"/>
                  </p:ext>
                </p:extLst>
              </p:nvPr>
            </p:nvGraphicFramePr>
            <p:xfrm>
              <a:off x="5191401" y="5627171"/>
              <a:ext cx="3523250" cy="91440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704650">
                      <a:extLst>
                        <a:ext uri="{9D8B030D-6E8A-4147-A177-3AD203B41FA5}">
                          <a16:colId xmlns:a16="http://schemas.microsoft.com/office/drawing/2014/main" val="4014949827"/>
                        </a:ext>
                      </a:extLst>
                    </a:gridCol>
                    <a:gridCol w="704650">
                      <a:extLst>
                        <a:ext uri="{9D8B030D-6E8A-4147-A177-3AD203B41FA5}">
                          <a16:colId xmlns:a16="http://schemas.microsoft.com/office/drawing/2014/main" val="2913614619"/>
                        </a:ext>
                      </a:extLst>
                    </a:gridCol>
                    <a:gridCol w="704650">
                      <a:extLst>
                        <a:ext uri="{9D8B030D-6E8A-4147-A177-3AD203B41FA5}">
                          <a16:colId xmlns:a16="http://schemas.microsoft.com/office/drawing/2014/main" val="4086225922"/>
                        </a:ext>
                      </a:extLst>
                    </a:gridCol>
                    <a:gridCol w="704650">
                      <a:extLst>
                        <a:ext uri="{9D8B030D-6E8A-4147-A177-3AD203B41FA5}">
                          <a16:colId xmlns:a16="http://schemas.microsoft.com/office/drawing/2014/main" val="1199360343"/>
                        </a:ext>
                      </a:extLst>
                    </a:gridCol>
                    <a:gridCol w="704650">
                      <a:extLst>
                        <a:ext uri="{9D8B030D-6E8A-4147-A177-3AD203B41FA5}">
                          <a16:colId xmlns:a16="http://schemas.microsoft.com/office/drawing/2014/main" val="350368630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862" t="-943" r="-402586" b="-443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100862" t="-943" r="-302586" b="-443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202609" t="-943" r="-205217" b="-443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943" r="-103448" b="-443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943" r="-3448" b="-443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466018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862" t="-237778" r="-402586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100862" t="-237778" r="-302586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202609" t="-237778" r="-205217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237778" r="-103448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37778" r="-3448" b="-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671155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CF033CA-1F22-DE99-B294-E5849A44C7E4}"/>
              </a:ext>
            </a:extLst>
          </p:cNvPr>
          <p:cNvSpPr/>
          <p:nvPr/>
        </p:nvSpPr>
        <p:spPr>
          <a:xfrm>
            <a:off x="1786695" y="2587882"/>
            <a:ext cx="888642" cy="1233672"/>
          </a:xfrm>
          <a:custGeom>
            <a:avLst/>
            <a:gdLst>
              <a:gd name="connsiteX0" fmla="*/ 882203 w 882203"/>
              <a:gd name="connsiteY0" fmla="*/ 88143 h 1305196"/>
              <a:gd name="connsiteX1" fmla="*/ 186744 w 882203"/>
              <a:gd name="connsiteY1" fmla="*/ 126779 h 1305196"/>
              <a:gd name="connsiteX2" fmla="*/ 0 w 882203"/>
              <a:gd name="connsiteY2" fmla="*/ 1305196 h 1305196"/>
              <a:gd name="connsiteX0" fmla="*/ 882203 w 882203"/>
              <a:gd name="connsiteY0" fmla="*/ 35648 h 1252701"/>
              <a:gd name="connsiteX1" fmla="*/ 141668 w 882203"/>
              <a:gd name="connsiteY1" fmla="*/ 215951 h 1252701"/>
              <a:gd name="connsiteX2" fmla="*/ 0 w 882203"/>
              <a:gd name="connsiteY2" fmla="*/ 1252701 h 1252701"/>
              <a:gd name="connsiteX0" fmla="*/ 953037 w 953037"/>
              <a:gd name="connsiteY0" fmla="*/ 33180 h 1263112"/>
              <a:gd name="connsiteX1" fmla="*/ 141668 w 953037"/>
              <a:gd name="connsiteY1" fmla="*/ 226362 h 1263112"/>
              <a:gd name="connsiteX2" fmla="*/ 0 w 953037"/>
              <a:gd name="connsiteY2" fmla="*/ 1263112 h 1263112"/>
              <a:gd name="connsiteX0" fmla="*/ 953037 w 953037"/>
              <a:gd name="connsiteY0" fmla="*/ 3740 h 1233672"/>
              <a:gd name="connsiteX1" fmla="*/ 141668 w 953037"/>
              <a:gd name="connsiteY1" fmla="*/ 196922 h 1233672"/>
              <a:gd name="connsiteX2" fmla="*/ 0 w 953037"/>
              <a:gd name="connsiteY2" fmla="*/ 1233672 h 1233672"/>
              <a:gd name="connsiteX0" fmla="*/ 888642 w 888642"/>
              <a:gd name="connsiteY0" fmla="*/ 3740 h 1233672"/>
              <a:gd name="connsiteX1" fmla="*/ 141668 w 888642"/>
              <a:gd name="connsiteY1" fmla="*/ 196922 h 1233672"/>
              <a:gd name="connsiteX2" fmla="*/ 0 w 888642"/>
              <a:gd name="connsiteY2" fmla="*/ 1233672 h 1233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8642" h="1233672">
                <a:moveTo>
                  <a:pt x="888642" y="3740"/>
                </a:moveTo>
                <a:cubicBezTo>
                  <a:pt x="575793" y="-7529"/>
                  <a:pt x="288702" y="-5920"/>
                  <a:pt x="141668" y="196922"/>
                </a:cubicBezTo>
                <a:cubicBezTo>
                  <a:pt x="-5366" y="399764"/>
                  <a:pt x="19855" y="745884"/>
                  <a:pt x="0" y="1233672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4" name="Graphic 2">
            <a:extLst>
              <a:ext uri="{FF2B5EF4-FFF2-40B4-BE49-F238E27FC236}">
                <a16:creationId xmlns:a16="http://schemas.microsoft.com/office/drawing/2014/main" id="{E34BD6FE-8D2A-CD21-0380-27234751EBA0}"/>
              </a:ext>
            </a:extLst>
          </p:cNvPr>
          <p:cNvGrpSpPr/>
          <p:nvPr/>
        </p:nvGrpSpPr>
        <p:grpSpPr>
          <a:xfrm>
            <a:off x="206720" y="3856328"/>
            <a:ext cx="5305264" cy="1359485"/>
            <a:chOff x="-1358944" y="3625667"/>
            <a:chExt cx="5605049" cy="2276904"/>
          </a:xfrm>
        </p:grpSpPr>
        <p:grpSp>
          <p:nvGrpSpPr>
            <p:cNvPr id="6" name="Graphic 2">
              <a:extLst>
                <a:ext uri="{FF2B5EF4-FFF2-40B4-BE49-F238E27FC236}">
                  <a16:creationId xmlns:a16="http://schemas.microsoft.com/office/drawing/2014/main" id="{C96B4A90-3FE5-A1FE-B6A6-0809CC1576B1}"/>
                </a:ext>
              </a:extLst>
            </p:cNvPr>
            <p:cNvGrpSpPr/>
            <p:nvPr/>
          </p:nvGrpSpPr>
          <p:grpSpPr>
            <a:xfrm>
              <a:off x="-1358944" y="4054331"/>
              <a:ext cx="881391" cy="858758"/>
              <a:chOff x="-1358944" y="4054331"/>
              <a:chExt cx="881391" cy="858758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363E234D-9929-07AD-C999-1F6542A589E2}"/>
                  </a:ext>
                </a:extLst>
              </p:cNvPr>
              <p:cNvSpPr/>
              <p:nvPr/>
            </p:nvSpPr>
            <p:spPr>
              <a:xfrm>
                <a:off x="-1335783" y="4054331"/>
                <a:ext cx="858230" cy="858758"/>
              </a:xfrm>
              <a:custGeom>
                <a:avLst/>
                <a:gdLst>
                  <a:gd name="connsiteX0" fmla="*/ 858235 w 858230"/>
                  <a:gd name="connsiteY0" fmla="*/ 429783 h 858758"/>
                  <a:gd name="connsiteX1" fmla="*/ 429119 w 858230"/>
                  <a:gd name="connsiteY1" fmla="*/ 859162 h 858758"/>
                  <a:gd name="connsiteX2" fmla="*/ 4 w 858230"/>
                  <a:gd name="connsiteY2" fmla="*/ 429783 h 858758"/>
                  <a:gd name="connsiteX3" fmla="*/ 429119 w 858230"/>
                  <a:gd name="connsiteY3" fmla="*/ 403 h 858758"/>
                  <a:gd name="connsiteX4" fmla="*/ 858235 w 858230"/>
                  <a:gd name="connsiteY4" fmla="*/ 429783 h 858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8230" h="858758">
                    <a:moveTo>
                      <a:pt x="858235" y="429783"/>
                    </a:moveTo>
                    <a:cubicBezTo>
                      <a:pt x="858235" y="666922"/>
                      <a:pt x="666113" y="859162"/>
                      <a:pt x="429119" y="859162"/>
                    </a:cubicBezTo>
                    <a:cubicBezTo>
                      <a:pt x="192126" y="859162"/>
                      <a:pt x="4" y="666922"/>
                      <a:pt x="4" y="429783"/>
                    </a:cubicBezTo>
                    <a:cubicBezTo>
                      <a:pt x="4" y="192643"/>
                      <a:pt x="192126" y="403"/>
                      <a:pt x="429119" y="403"/>
                    </a:cubicBezTo>
                    <a:cubicBezTo>
                      <a:pt x="666113" y="403"/>
                      <a:pt x="858235" y="192643"/>
                      <a:pt x="858235" y="429783"/>
                    </a:cubicBezTo>
                    <a:close/>
                  </a:path>
                </a:pathLst>
              </a:custGeom>
              <a:solidFill>
                <a:srgbClr val="FFFFE0"/>
              </a:solidFill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29BBFAF-682B-640E-0E8B-1A86B50425E9}"/>
                  </a:ext>
                </a:extLst>
              </p:cNvPr>
              <p:cNvSpPr txBox="1"/>
              <p:nvPr/>
            </p:nvSpPr>
            <p:spPr>
              <a:xfrm>
                <a:off x="-1358944" y="4277182"/>
                <a:ext cx="821059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rtl="0"/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Cambria Math"/>
                    <a:ea typeface="Cambria Math"/>
                    <a:sym typeface="Cambria Math"/>
                    <a:rtl val="0"/>
                  </a:rPr>
                  <a:t>𝑎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Times"/>
                    <a:ea typeface="Cambria Math"/>
                    <a:cs typeface="Times"/>
                    <a:sym typeface="Times"/>
                    <a:rtl val="0"/>
                  </a:rPr>
                  <a:t>, ¬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Cambria Math"/>
                    <a:ea typeface="Cambria Math"/>
                    <a:cs typeface="Times"/>
                    <a:sym typeface="Cambria Math"/>
                    <a:rtl val="0"/>
                  </a:rPr>
                  <a:t>𝑏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Times"/>
                    <a:ea typeface="Cambria Math"/>
                    <a:cs typeface="Times"/>
                    <a:sym typeface="Times"/>
                    <a:rtl val="0"/>
                  </a:rPr>
                  <a:t>,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Cambria Math"/>
                    <a:ea typeface="Cambria Math"/>
                    <a:cs typeface="Times"/>
                    <a:sym typeface="Cambria Math"/>
                    <a:rtl val="0"/>
                  </a:rPr>
                  <a:t>𝑎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Times"/>
                    <a:ea typeface="Cambria Math"/>
                    <a:cs typeface="Times"/>
                    <a:sym typeface="Times"/>
                    <a:rtl val="0"/>
                  </a:rPr>
                  <a:t> U 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Cambria Math"/>
                    <a:ea typeface="Cambria Math"/>
                    <a:cs typeface="Times"/>
                    <a:sym typeface="Cambria Math"/>
                    <a:rtl val="0"/>
                  </a:rPr>
                  <a:t>𝑏</a:t>
                </a:r>
              </a:p>
            </p:txBody>
          </p:sp>
        </p:grpSp>
        <p:grpSp>
          <p:nvGrpSpPr>
            <p:cNvPr id="33" name="Graphic 2">
              <a:extLst>
                <a:ext uri="{FF2B5EF4-FFF2-40B4-BE49-F238E27FC236}">
                  <a16:creationId xmlns:a16="http://schemas.microsoft.com/office/drawing/2014/main" id="{4D75C66E-ECCC-2702-7819-44740FBBD50C}"/>
                </a:ext>
              </a:extLst>
            </p:cNvPr>
            <p:cNvGrpSpPr/>
            <p:nvPr/>
          </p:nvGrpSpPr>
          <p:grpSpPr>
            <a:xfrm>
              <a:off x="-1104799" y="3952431"/>
              <a:ext cx="396265" cy="149224"/>
              <a:chOff x="-1104799" y="3952431"/>
              <a:chExt cx="396265" cy="149224"/>
            </a:xfrm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2617EB72-FF8E-1F47-AC83-A14A5B97343F}"/>
                  </a:ext>
                </a:extLst>
              </p:cNvPr>
              <p:cNvSpPr/>
              <p:nvPr/>
            </p:nvSpPr>
            <p:spPr>
              <a:xfrm>
                <a:off x="-1104799" y="3952431"/>
                <a:ext cx="376712" cy="149224"/>
              </a:xfrm>
              <a:custGeom>
                <a:avLst/>
                <a:gdLst>
                  <a:gd name="connsiteX0" fmla="*/ 4 w 376712"/>
                  <a:gd name="connsiteY0" fmla="*/ 149628 h 149224"/>
                  <a:gd name="connsiteX1" fmla="*/ 198136 w 376712"/>
                  <a:gd name="connsiteY1" fmla="*/ 403 h 149224"/>
                  <a:gd name="connsiteX2" fmla="*/ 376716 w 376712"/>
                  <a:gd name="connsiteY2" fmla="*/ 95077 h 149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6712" h="149224">
                    <a:moveTo>
                      <a:pt x="4" y="149628"/>
                    </a:moveTo>
                    <a:cubicBezTo>
                      <a:pt x="17854" y="63441"/>
                      <a:pt x="83897" y="403"/>
                      <a:pt x="198136" y="403"/>
                    </a:cubicBezTo>
                    <a:cubicBezTo>
                      <a:pt x="286492" y="403"/>
                      <a:pt x="346017" y="38114"/>
                      <a:pt x="376716" y="95077"/>
                    </a:cubicBezTo>
                  </a:path>
                </a:pathLst>
              </a:custGeom>
              <a:noFill/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3CA71D16-5FE1-0092-912A-7E10F3193139}"/>
                  </a:ext>
                </a:extLst>
              </p:cNvPr>
              <p:cNvSpPr/>
              <p:nvPr/>
            </p:nvSpPr>
            <p:spPr>
              <a:xfrm>
                <a:off x="-746563" y="4041218"/>
                <a:ext cx="38029" cy="60436"/>
              </a:xfrm>
              <a:custGeom>
                <a:avLst/>
                <a:gdLst>
                  <a:gd name="connsiteX0" fmla="*/ 37566 w 38029"/>
                  <a:gd name="connsiteY0" fmla="*/ 403 h 60436"/>
                  <a:gd name="connsiteX1" fmla="*/ 38034 w 38029"/>
                  <a:gd name="connsiteY1" fmla="*/ 60840 h 60436"/>
                  <a:gd name="connsiteX2" fmla="*/ 4 w 38029"/>
                  <a:gd name="connsiteY2" fmla="*/ 13888 h 60436"/>
                  <a:gd name="connsiteX3" fmla="*/ 37566 w 38029"/>
                  <a:gd name="connsiteY3" fmla="*/ 403 h 60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29" h="60436">
                    <a:moveTo>
                      <a:pt x="37566" y="403"/>
                    </a:moveTo>
                    <a:lnTo>
                      <a:pt x="38034" y="60840"/>
                    </a:lnTo>
                    <a:lnTo>
                      <a:pt x="4" y="13888"/>
                    </a:lnTo>
                    <a:lnTo>
                      <a:pt x="37566" y="403"/>
                    </a:lnTo>
                    <a:close/>
                  </a:path>
                </a:pathLst>
              </a:custGeom>
              <a:solidFill>
                <a:srgbClr val="000000"/>
              </a:solidFill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</p:grpSp>
        <p:grpSp>
          <p:nvGrpSpPr>
            <p:cNvPr id="36" name="Graphic 2">
              <a:extLst>
                <a:ext uri="{FF2B5EF4-FFF2-40B4-BE49-F238E27FC236}">
                  <a16:creationId xmlns:a16="http://schemas.microsoft.com/office/drawing/2014/main" id="{3EA58F23-C949-27A8-B3FC-8B600DDD78C3}"/>
                </a:ext>
              </a:extLst>
            </p:cNvPr>
            <p:cNvGrpSpPr/>
            <p:nvPr/>
          </p:nvGrpSpPr>
          <p:grpSpPr>
            <a:xfrm>
              <a:off x="3414770" y="3685600"/>
              <a:ext cx="831335" cy="831846"/>
              <a:chOff x="3414770" y="3685600"/>
              <a:chExt cx="831335" cy="831846"/>
            </a:xfrm>
          </p:grpSpPr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9450C237-A25B-74D4-2239-F761068074B0}"/>
                  </a:ext>
                </a:extLst>
              </p:cNvPr>
              <p:cNvSpPr/>
              <p:nvPr/>
            </p:nvSpPr>
            <p:spPr>
              <a:xfrm>
                <a:off x="3437639" y="3708482"/>
                <a:ext cx="785599" cy="786082"/>
              </a:xfrm>
              <a:custGeom>
                <a:avLst/>
                <a:gdLst>
                  <a:gd name="connsiteX0" fmla="*/ 785604 w 785599"/>
                  <a:gd name="connsiteY0" fmla="*/ 393445 h 786082"/>
                  <a:gd name="connsiteX1" fmla="*/ 392804 w 785599"/>
                  <a:gd name="connsiteY1" fmla="*/ 786486 h 786082"/>
                  <a:gd name="connsiteX2" fmla="*/ 4 w 785599"/>
                  <a:gd name="connsiteY2" fmla="*/ 393445 h 786082"/>
                  <a:gd name="connsiteX3" fmla="*/ 392804 w 785599"/>
                  <a:gd name="connsiteY3" fmla="*/ 403 h 786082"/>
                  <a:gd name="connsiteX4" fmla="*/ 785604 w 785599"/>
                  <a:gd name="connsiteY4" fmla="*/ 393445 h 78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5599" h="786082">
                    <a:moveTo>
                      <a:pt x="785604" y="393445"/>
                    </a:moveTo>
                    <a:cubicBezTo>
                      <a:pt x="785604" y="610515"/>
                      <a:pt x="609741" y="786486"/>
                      <a:pt x="392804" y="786486"/>
                    </a:cubicBezTo>
                    <a:cubicBezTo>
                      <a:pt x="175867" y="786486"/>
                      <a:pt x="4" y="610515"/>
                      <a:pt x="4" y="393445"/>
                    </a:cubicBezTo>
                    <a:cubicBezTo>
                      <a:pt x="4" y="176374"/>
                      <a:pt x="175867" y="403"/>
                      <a:pt x="392804" y="403"/>
                    </a:cubicBezTo>
                    <a:cubicBezTo>
                      <a:pt x="609741" y="403"/>
                      <a:pt x="785604" y="176374"/>
                      <a:pt x="785604" y="393445"/>
                    </a:cubicBezTo>
                    <a:close/>
                  </a:path>
                </a:pathLst>
              </a:custGeom>
              <a:solidFill>
                <a:srgbClr val="FFFFE0"/>
              </a:solidFill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57418DE1-B867-9134-8338-7D611E3C6C03}"/>
                  </a:ext>
                </a:extLst>
              </p:cNvPr>
              <p:cNvSpPr/>
              <p:nvPr/>
            </p:nvSpPr>
            <p:spPr>
              <a:xfrm>
                <a:off x="3414770" y="3685600"/>
                <a:ext cx="831335" cy="831846"/>
              </a:xfrm>
              <a:custGeom>
                <a:avLst/>
                <a:gdLst>
                  <a:gd name="connsiteX0" fmla="*/ 831340 w 831335"/>
                  <a:gd name="connsiteY0" fmla="*/ 416327 h 831846"/>
                  <a:gd name="connsiteX1" fmla="*/ 415672 w 831335"/>
                  <a:gd name="connsiteY1" fmla="*/ 832250 h 831846"/>
                  <a:gd name="connsiteX2" fmla="*/ 4 w 831335"/>
                  <a:gd name="connsiteY2" fmla="*/ 416327 h 831846"/>
                  <a:gd name="connsiteX3" fmla="*/ 415672 w 831335"/>
                  <a:gd name="connsiteY3" fmla="*/ 403 h 831846"/>
                  <a:gd name="connsiteX4" fmla="*/ 831340 w 831335"/>
                  <a:gd name="connsiteY4" fmla="*/ 416327 h 831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1335" h="831846">
                    <a:moveTo>
                      <a:pt x="831340" y="416327"/>
                    </a:moveTo>
                    <a:cubicBezTo>
                      <a:pt x="831340" y="646035"/>
                      <a:pt x="645239" y="832250"/>
                      <a:pt x="415672" y="832250"/>
                    </a:cubicBezTo>
                    <a:cubicBezTo>
                      <a:pt x="186105" y="832250"/>
                      <a:pt x="4" y="646035"/>
                      <a:pt x="4" y="416327"/>
                    </a:cubicBezTo>
                    <a:cubicBezTo>
                      <a:pt x="4" y="186619"/>
                      <a:pt x="186105" y="403"/>
                      <a:pt x="415672" y="403"/>
                    </a:cubicBezTo>
                    <a:cubicBezTo>
                      <a:pt x="645239" y="403"/>
                      <a:pt x="831340" y="186619"/>
                      <a:pt x="831340" y="416327"/>
                    </a:cubicBezTo>
                    <a:close/>
                  </a:path>
                </a:pathLst>
              </a:custGeom>
              <a:noFill/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891AD3F-54E8-5D04-AC39-72E65F9B2DF2}"/>
                  </a:ext>
                </a:extLst>
              </p:cNvPr>
              <p:cNvSpPr txBox="1"/>
              <p:nvPr/>
            </p:nvSpPr>
            <p:spPr>
              <a:xfrm>
                <a:off x="3471566" y="3874226"/>
                <a:ext cx="745717" cy="2539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rtl="0"/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Cambria Math"/>
                    <a:ea typeface="Cambria Math"/>
                    <a:sym typeface="Cambria Math"/>
                    <a:rtl val="0"/>
                  </a:rPr>
                  <a:t>𝑎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Times"/>
                    <a:ea typeface="Cambria Math"/>
                    <a:cs typeface="Times"/>
                    <a:sym typeface="Times"/>
                    <a:rtl val="0"/>
                  </a:rPr>
                  <a:t>, 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Cambria Math"/>
                    <a:ea typeface="Cambria Math"/>
                    <a:cs typeface="Times"/>
                    <a:sym typeface="Cambria Math"/>
                    <a:rtl val="0"/>
                  </a:rPr>
                  <a:t>𝑏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Times"/>
                    <a:ea typeface="Cambria Math"/>
                    <a:cs typeface="Times"/>
                    <a:sym typeface="Times"/>
                    <a:rtl val="0"/>
                  </a:rPr>
                  <a:t>,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Cambria Math"/>
                    <a:ea typeface="Cambria Math"/>
                    <a:cs typeface="Times"/>
                    <a:sym typeface="Cambria Math"/>
                    <a:rtl val="0"/>
                  </a:rPr>
                  <a:t>𝑎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Times"/>
                    <a:ea typeface="Cambria Math"/>
                    <a:cs typeface="Times"/>
                    <a:sym typeface="Times"/>
                    <a:rtl val="0"/>
                  </a:rPr>
                  <a:t> U 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Cambria Math"/>
                    <a:ea typeface="Cambria Math"/>
                    <a:cs typeface="Times"/>
                    <a:sym typeface="Cambria Math"/>
                    <a:rtl val="0"/>
                  </a:rPr>
                  <a:t>𝑏</a:t>
                </a:r>
              </a:p>
            </p:txBody>
          </p:sp>
        </p:grpSp>
        <p:grpSp>
          <p:nvGrpSpPr>
            <p:cNvPr id="40" name="Graphic 2">
              <a:extLst>
                <a:ext uri="{FF2B5EF4-FFF2-40B4-BE49-F238E27FC236}">
                  <a16:creationId xmlns:a16="http://schemas.microsoft.com/office/drawing/2014/main" id="{F9B3E4B6-9FF0-AC14-737B-02E609F82AE2}"/>
                </a:ext>
              </a:extLst>
            </p:cNvPr>
            <p:cNvGrpSpPr/>
            <p:nvPr/>
          </p:nvGrpSpPr>
          <p:grpSpPr>
            <a:xfrm>
              <a:off x="-643248" y="3625667"/>
              <a:ext cx="4078309" cy="519483"/>
              <a:chOff x="-643248" y="3625667"/>
              <a:chExt cx="4078309" cy="519483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3B8DA4E7-E5B1-005E-E761-F22D8739489D}"/>
                  </a:ext>
                </a:extLst>
              </p:cNvPr>
              <p:cNvSpPr/>
              <p:nvPr/>
            </p:nvSpPr>
            <p:spPr>
              <a:xfrm>
                <a:off x="-643248" y="3625667"/>
                <a:ext cx="4021512" cy="519483"/>
              </a:xfrm>
              <a:custGeom>
                <a:avLst/>
                <a:gdLst>
                  <a:gd name="connsiteX0" fmla="*/ 4 w 4021512"/>
                  <a:gd name="connsiteY0" fmla="*/ 519887 h 519483"/>
                  <a:gd name="connsiteX1" fmla="*/ 370150 w 4021512"/>
                  <a:gd name="connsiteY1" fmla="*/ 253793 h 519483"/>
                  <a:gd name="connsiteX2" fmla="*/ 4021517 w 4021512"/>
                  <a:gd name="connsiteY2" fmla="*/ 331628 h 519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021512" h="519483">
                    <a:moveTo>
                      <a:pt x="4" y="519887"/>
                    </a:moveTo>
                    <a:cubicBezTo>
                      <a:pt x="102772" y="413918"/>
                      <a:pt x="229745" y="310049"/>
                      <a:pt x="370150" y="253793"/>
                    </a:cubicBezTo>
                    <a:cubicBezTo>
                      <a:pt x="1614830" y="-244915"/>
                      <a:pt x="3243377" y="108431"/>
                      <a:pt x="4021517" y="331628"/>
                    </a:cubicBezTo>
                  </a:path>
                </a:pathLst>
              </a:custGeom>
              <a:noFill/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3ECABE26-B9B0-CC79-57B9-6E74D5B36DCB}"/>
                  </a:ext>
                </a:extLst>
              </p:cNvPr>
              <p:cNvSpPr/>
              <p:nvPr/>
            </p:nvSpPr>
            <p:spPr>
              <a:xfrm>
                <a:off x="3374752" y="3938312"/>
                <a:ext cx="60308" cy="38344"/>
              </a:xfrm>
              <a:custGeom>
                <a:avLst/>
                <a:gdLst>
                  <a:gd name="connsiteX0" fmla="*/ 11127 w 60308"/>
                  <a:gd name="connsiteY0" fmla="*/ 403 h 38344"/>
                  <a:gd name="connsiteX1" fmla="*/ 60313 w 60308"/>
                  <a:gd name="connsiteY1" fmla="*/ 35479 h 38344"/>
                  <a:gd name="connsiteX2" fmla="*/ 4 w 60308"/>
                  <a:gd name="connsiteY2" fmla="*/ 38748 h 38344"/>
                  <a:gd name="connsiteX3" fmla="*/ 11127 w 60308"/>
                  <a:gd name="connsiteY3" fmla="*/ 403 h 38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308" h="38344">
                    <a:moveTo>
                      <a:pt x="11127" y="403"/>
                    </a:moveTo>
                    <a:lnTo>
                      <a:pt x="60313" y="35479"/>
                    </a:lnTo>
                    <a:lnTo>
                      <a:pt x="4" y="38748"/>
                    </a:lnTo>
                    <a:lnTo>
                      <a:pt x="11127" y="403"/>
                    </a:lnTo>
                    <a:close/>
                  </a:path>
                </a:pathLst>
              </a:custGeom>
              <a:solidFill>
                <a:srgbClr val="000000"/>
              </a:solidFill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</p:grpSp>
        <p:grpSp>
          <p:nvGrpSpPr>
            <p:cNvPr id="43" name="Graphic 2">
              <a:extLst>
                <a:ext uri="{FF2B5EF4-FFF2-40B4-BE49-F238E27FC236}">
                  <a16:creationId xmlns:a16="http://schemas.microsoft.com/office/drawing/2014/main" id="{E3E6141C-4930-8D5C-CD5B-8CB8C964A6E0}"/>
                </a:ext>
              </a:extLst>
            </p:cNvPr>
            <p:cNvGrpSpPr/>
            <p:nvPr/>
          </p:nvGrpSpPr>
          <p:grpSpPr>
            <a:xfrm>
              <a:off x="-273884" y="4031514"/>
              <a:ext cx="903837" cy="904392"/>
              <a:chOff x="-273884" y="4031514"/>
              <a:chExt cx="903837" cy="904392"/>
            </a:xfrm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79C23206-94AD-0E4D-8D5A-1769CD7C1C6A}"/>
                  </a:ext>
                </a:extLst>
              </p:cNvPr>
              <p:cNvSpPr/>
              <p:nvPr/>
            </p:nvSpPr>
            <p:spPr>
              <a:xfrm>
                <a:off x="-251041" y="4054371"/>
                <a:ext cx="858150" cy="858678"/>
              </a:xfrm>
              <a:custGeom>
                <a:avLst/>
                <a:gdLst>
                  <a:gd name="connsiteX0" fmla="*/ 858155 w 858150"/>
                  <a:gd name="connsiteY0" fmla="*/ 429743 h 858678"/>
                  <a:gd name="connsiteX1" fmla="*/ 429079 w 858150"/>
                  <a:gd name="connsiteY1" fmla="*/ 859082 h 858678"/>
                  <a:gd name="connsiteX2" fmla="*/ 4 w 858150"/>
                  <a:gd name="connsiteY2" fmla="*/ 429743 h 858678"/>
                  <a:gd name="connsiteX3" fmla="*/ 429079 w 858150"/>
                  <a:gd name="connsiteY3" fmla="*/ 403 h 858678"/>
                  <a:gd name="connsiteX4" fmla="*/ 858155 w 858150"/>
                  <a:gd name="connsiteY4" fmla="*/ 429743 h 858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8150" h="858678">
                    <a:moveTo>
                      <a:pt x="858155" y="429743"/>
                    </a:moveTo>
                    <a:cubicBezTo>
                      <a:pt x="858155" y="666860"/>
                      <a:pt x="666051" y="859082"/>
                      <a:pt x="429079" y="859082"/>
                    </a:cubicBezTo>
                    <a:cubicBezTo>
                      <a:pt x="192108" y="859082"/>
                      <a:pt x="4" y="666860"/>
                      <a:pt x="4" y="429743"/>
                    </a:cubicBezTo>
                    <a:cubicBezTo>
                      <a:pt x="4" y="192625"/>
                      <a:pt x="192108" y="403"/>
                      <a:pt x="429079" y="403"/>
                    </a:cubicBezTo>
                    <a:cubicBezTo>
                      <a:pt x="666051" y="403"/>
                      <a:pt x="858155" y="192625"/>
                      <a:pt x="858155" y="429743"/>
                    </a:cubicBezTo>
                    <a:close/>
                  </a:path>
                </a:pathLst>
              </a:custGeom>
              <a:solidFill>
                <a:srgbClr val="FFFFE0"/>
              </a:solidFill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47BD9D8F-DCD2-E7CE-4060-2618C112F234}"/>
                  </a:ext>
                </a:extLst>
              </p:cNvPr>
              <p:cNvSpPr/>
              <p:nvPr/>
            </p:nvSpPr>
            <p:spPr>
              <a:xfrm>
                <a:off x="-273884" y="4031514"/>
                <a:ext cx="903837" cy="904392"/>
              </a:xfrm>
              <a:custGeom>
                <a:avLst/>
                <a:gdLst>
                  <a:gd name="connsiteX0" fmla="*/ 903841 w 903837"/>
                  <a:gd name="connsiteY0" fmla="*/ 452600 h 904392"/>
                  <a:gd name="connsiteX1" fmla="*/ 451923 w 903837"/>
                  <a:gd name="connsiteY1" fmla="*/ 904796 h 904392"/>
                  <a:gd name="connsiteX2" fmla="*/ 4 w 903837"/>
                  <a:gd name="connsiteY2" fmla="*/ 452600 h 904392"/>
                  <a:gd name="connsiteX3" fmla="*/ 451923 w 903837"/>
                  <a:gd name="connsiteY3" fmla="*/ 403 h 904392"/>
                  <a:gd name="connsiteX4" fmla="*/ 903841 w 903837"/>
                  <a:gd name="connsiteY4" fmla="*/ 452600 h 904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3837" h="904392">
                    <a:moveTo>
                      <a:pt x="903841" y="452600"/>
                    </a:moveTo>
                    <a:cubicBezTo>
                      <a:pt x="903841" y="702341"/>
                      <a:pt x="701510" y="904796"/>
                      <a:pt x="451923" y="904796"/>
                    </a:cubicBezTo>
                    <a:cubicBezTo>
                      <a:pt x="202335" y="904796"/>
                      <a:pt x="4" y="702341"/>
                      <a:pt x="4" y="452600"/>
                    </a:cubicBezTo>
                    <a:cubicBezTo>
                      <a:pt x="4" y="202859"/>
                      <a:pt x="202335" y="403"/>
                      <a:pt x="451923" y="403"/>
                    </a:cubicBezTo>
                    <a:cubicBezTo>
                      <a:pt x="701510" y="403"/>
                      <a:pt x="903841" y="202859"/>
                      <a:pt x="903841" y="452600"/>
                    </a:cubicBezTo>
                    <a:close/>
                  </a:path>
                </a:pathLst>
              </a:custGeom>
              <a:noFill/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1B327DA-4332-420E-5215-E4E3715B3E39}"/>
                  </a:ext>
                </a:extLst>
              </p:cNvPr>
              <p:cNvSpPr txBox="1"/>
              <p:nvPr/>
            </p:nvSpPr>
            <p:spPr>
              <a:xfrm>
                <a:off x="-219723" y="4253481"/>
                <a:ext cx="821059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rtl="0"/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¬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Cambria Math"/>
                    <a:ea typeface="Cambria Math"/>
                    <a:cs typeface="Times"/>
                    <a:sym typeface="Cambria Math"/>
                    <a:rtl val="0"/>
                  </a:rPr>
                  <a:t>𝑎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Times"/>
                    <a:ea typeface="Cambria Math"/>
                    <a:cs typeface="Times"/>
                    <a:sym typeface="Times"/>
                    <a:rtl val="0"/>
                  </a:rPr>
                  <a:t>, 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Cambria Math"/>
                    <a:ea typeface="Cambria Math"/>
                    <a:cs typeface="Times"/>
                    <a:sym typeface="Cambria Math"/>
                    <a:rtl val="0"/>
                  </a:rPr>
                  <a:t>𝑏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Times"/>
                    <a:ea typeface="Cambria Math"/>
                    <a:cs typeface="Times"/>
                    <a:sym typeface="Times"/>
                    <a:rtl val="0"/>
                  </a:rPr>
                  <a:t>,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Cambria Math"/>
                    <a:ea typeface="Cambria Math"/>
                    <a:cs typeface="Times"/>
                    <a:sym typeface="Cambria Math"/>
                    <a:rtl val="0"/>
                  </a:rPr>
                  <a:t>𝑎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Times"/>
                    <a:ea typeface="Cambria Math"/>
                    <a:cs typeface="Times"/>
                    <a:sym typeface="Times"/>
                    <a:rtl val="0"/>
                  </a:rPr>
                  <a:t> U 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Cambria Math"/>
                    <a:ea typeface="Cambria Math"/>
                    <a:cs typeface="Times"/>
                    <a:sym typeface="Cambria Math"/>
                    <a:rtl val="0"/>
                  </a:rPr>
                  <a:t>𝑏</a:t>
                </a:r>
              </a:p>
            </p:txBody>
          </p:sp>
        </p:grpSp>
        <p:grpSp>
          <p:nvGrpSpPr>
            <p:cNvPr id="47" name="Graphic 2">
              <a:extLst>
                <a:ext uri="{FF2B5EF4-FFF2-40B4-BE49-F238E27FC236}">
                  <a16:creationId xmlns:a16="http://schemas.microsoft.com/office/drawing/2014/main" id="{72AFDC2C-7293-FF2F-9FA1-D909DA1D7757}"/>
                </a:ext>
              </a:extLst>
            </p:cNvPr>
            <p:cNvGrpSpPr/>
            <p:nvPr/>
          </p:nvGrpSpPr>
          <p:grpSpPr>
            <a:xfrm>
              <a:off x="-479522" y="4502169"/>
              <a:ext cx="207593" cy="39929"/>
              <a:chOff x="-479522" y="4502169"/>
              <a:chExt cx="207593" cy="39929"/>
            </a:xfrm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D1921D9-7EDB-8240-925A-C0690C848AF8}"/>
                  </a:ext>
                </a:extLst>
              </p:cNvPr>
              <p:cNvSpPr/>
              <p:nvPr/>
            </p:nvSpPr>
            <p:spPr>
              <a:xfrm>
                <a:off x="-479522" y="4521433"/>
                <a:ext cx="149252" cy="781"/>
              </a:xfrm>
              <a:custGeom>
                <a:avLst/>
                <a:gdLst>
                  <a:gd name="connsiteX0" fmla="*/ 4 w 149252"/>
                  <a:gd name="connsiteY0" fmla="*/ 403 h 781"/>
                  <a:gd name="connsiteX1" fmla="*/ 149256 w 149252"/>
                  <a:gd name="connsiteY1" fmla="*/ 1117 h 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9252" h="781">
                    <a:moveTo>
                      <a:pt x="4" y="403"/>
                    </a:moveTo>
                    <a:cubicBezTo>
                      <a:pt x="49008" y="1077"/>
                      <a:pt x="99329" y="1316"/>
                      <a:pt x="149256" y="1117"/>
                    </a:cubicBezTo>
                  </a:path>
                </a:pathLst>
              </a:custGeom>
              <a:noFill/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3A4D3E13-642C-7927-8C2C-A98CE9CC1402}"/>
                  </a:ext>
                </a:extLst>
              </p:cNvPr>
              <p:cNvSpPr/>
              <p:nvPr/>
            </p:nvSpPr>
            <p:spPr>
              <a:xfrm>
                <a:off x="-329084" y="4502169"/>
                <a:ext cx="57156" cy="39929"/>
              </a:xfrm>
              <a:custGeom>
                <a:avLst/>
                <a:gdLst>
                  <a:gd name="connsiteX0" fmla="*/ 4 w 57156"/>
                  <a:gd name="connsiteY0" fmla="*/ 403 h 39929"/>
                  <a:gd name="connsiteX1" fmla="*/ 57160 w 57156"/>
                  <a:gd name="connsiteY1" fmla="*/ 19946 h 39929"/>
                  <a:gd name="connsiteX2" fmla="*/ 300 w 57156"/>
                  <a:gd name="connsiteY2" fmla="*/ 40333 h 39929"/>
                  <a:gd name="connsiteX3" fmla="*/ 4 w 57156"/>
                  <a:gd name="connsiteY3" fmla="*/ 403 h 39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156" h="39929">
                    <a:moveTo>
                      <a:pt x="4" y="403"/>
                    </a:moveTo>
                    <a:lnTo>
                      <a:pt x="57160" y="19946"/>
                    </a:lnTo>
                    <a:lnTo>
                      <a:pt x="300" y="40333"/>
                    </a:lnTo>
                    <a:lnTo>
                      <a:pt x="4" y="403"/>
                    </a:lnTo>
                    <a:close/>
                  </a:path>
                </a:pathLst>
              </a:custGeom>
              <a:solidFill>
                <a:srgbClr val="000000"/>
              </a:solidFill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</p:grpSp>
        <p:grpSp>
          <p:nvGrpSpPr>
            <p:cNvPr id="50" name="Graphic 2">
              <a:extLst>
                <a:ext uri="{FF2B5EF4-FFF2-40B4-BE49-F238E27FC236}">
                  <a16:creationId xmlns:a16="http://schemas.microsoft.com/office/drawing/2014/main" id="{007C45F0-4108-A5BD-DCA2-5515DA79E426}"/>
                </a:ext>
              </a:extLst>
            </p:cNvPr>
            <p:cNvGrpSpPr/>
            <p:nvPr/>
          </p:nvGrpSpPr>
          <p:grpSpPr>
            <a:xfrm>
              <a:off x="-479522" y="4425441"/>
              <a:ext cx="207593" cy="39929"/>
              <a:chOff x="-479522" y="4425441"/>
              <a:chExt cx="207593" cy="39929"/>
            </a:xfrm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939246EE-9D96-B1D8-D31E-DE9FDE1642F9}"/>
                  </a:ext>
                </a:extLst>
              </p:cNvPr>
              <p:cNvSpPr/>
              <p:nvPr/>
            </p:nvSpPr>
            <p:spPr>
              <a:xfrm>
                <a:off x="-421493" y="4445205"/>
                <a:ext cx="149565" cy="497"/>
              </a:xfrm>
              <a:custGeom>
                <a:avLst/>
                <a:gdLst>
                  <a:gd name="connsiteX0" fmla="*/ 149570 w 149565"/>
                  <a:gd name="connsiteY0" fmla="*/ 901 h 497"/>
                  <a:gd name="connsiteX1" fmla="*/ 4 w 149565"/>
                  <a:gd name="connsiteY1" fmla="*/ 593 h 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9565" h="497">
                    <a:moveTo>
                      <a:pt x="149570" y="901"/>
                    </a:moveTo>
                    <a:cubicBezTo>
                      <a:pt x="100195" y="365"/>
                      <a:pt x="49778" y="262"/>
                      <a:pt x="4" y="593"/>
                    </a:cubicBezTo>
                  </a:path>
                </a:pathLst>
              </a:custGeom>
              <a:noFill/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09C02035-4821-D187-D61B-38B426F439D2}"/>
                  </a:ext>
                </a:extLst>
              </p:cNvPr>
              <p:cNvSpPr/>
              <p:nvPr/>
            </p:nvSpPr>
            <p:spPr>
              <a:xfrm>
                <a:off x="-479522" y="4425441"/>
                <a:ext cx="57207" cy="39929"/>
              </a:xfrm>
              <a:custGeom>
                <a:avLst/>
                <a:gdLst>
                  <a:gd name="connsiteX0" fmla="*/ 57211 w 57207"/>
                  <a:gd name="connsiteY0" fmla="*/ 40333 h 39929"/>
                  <a:gd name="connsiteX1" fmla="*/ 4 w 57207"/>
                  <a:gd name="connsiteY1" fmla="*/ 20950 h 39929"/>
                  <a:gd name="connsiteX2" fmla="*/ 56807 w 57207"/>
                  <a:gd name="connsiteY2" fmla="*/ 403 h 39929"/>
                  <a:gd name="connsiteX3" fmla="*/ 57211 w 57207"/>
                  <a:gd name="connsiteY3" fmla="*/ 40333 h 39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207" h="39929">
                    <a:moveTo>
                      <a:pt x="57211" y="40333"/>
                    </a:moveTo>
                    <a:lnTo>
                      <a:pt x="4" y="20950"/>
                    </a:lnTo>
                    <a:lnTo>
                      <a:pt x="56807" y="403"/>
                    </a:lnTo>
                    <a:lnTo>
                      <a:pt x="57211" y="40333"/>
                    </a:lnTo>
                    <a:close/>
                  </a:path>
                </a:pathLst>
              </a:custGeom>
              <a:solidFill>
                <a:srgbClr val="000000"/>
              </a:solidFill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</p:grpSp>
        <p:grpSp>
          <p:nvGrpSpPr>
            <p:cNvPr id="53" name="Graphic 2">
              <a:extLst>
                <a:ext uri="{FF2B5EF4-FFF2-40B4-BE49-F238E27FC236}">
                  <a16:creationId xmlns:a16="http://schemas.microsoft.com/office/drawing/2014/main" id="{B134CE13-48A5-1EF0-9B34-28FD515815F1}"/>
                </a:ext>
              </a:extLst>
            </p:cNvPr>
            <p:cNvGrpSpPr/>
            <p:nvPr/>
          </p:nvGrpSpPr>
          <p:grpSpPr>
            <a:xfrm>
              <a:off x="617878" y="4099795"/>
              <a:ext cx="2796198" cy="279857"/>
              <a:chOff x="617878" y="4099795"/>
              <a:chExt cx="2796198" cy="279857"/>
            </a:xfrm>
          </p:grpSpPr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7576990A-7141-1C27-F788-4480288B9FA3}"/>
                  </a:ext>
                </a:extLst>
              </p:cNvPr>
              <p:cNvSpPr/>
              <p:nvPr/>
            </p:nvSpPr>
            <p:spPr>
              <a:xfrm>
                <a:off x="617878" y="4119771"/>
                <a:ext cx="2738529" cy="259881"/>
              </a:xfrm>
              <a:custGeom>
                <a:avLst/>
                <a:gdLst>
                  <a:gd name="connsiteX0" fmla="*/ 4 w 2738529"/>
                  <a:gd name="connsiteY0" fmla="*/ 260285 h 259881"/>
                  <a:gd name="connsiteX1" fmla="*/ 216531 w 2738529"/>
                  <a:gd name="connsiteY1" fmla="*/ 221735 h 259881"/>
                  <a:gd name="connsiteX2" fmla="*/ 2738534 w 2738529"/>
                  <a:gd name="connsiteY2" fmla="*/ 403 h 259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38529" h="259881">
                    <a:moveTo>
                      <a:pt x="4" y="260285"/>
                    </a:moveTo>
                    <a:cubicBezTo>
                      <a:pt x="72062" y="245688"/>
                      <a:pt x="146161" y="232146"/>
                      <a:pt x="216531" y="221735"/>
                    </a:cubicBezTo>
                    <a:cubicBezTo>
                      <a:pt x="1101994" y="90742"/>
                      <a:pt x="2146012" y="27727"/>
                      <a:pt x="2738534" y="403"/>
                    </a:cubicBezTo>
                  </a:path>
                </a:pathLst>
              </a:custGeom>
              <a:noFill/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45471E9E-EB54-2653-938B-003B4878C53E}"/>
                  </a:ext>
                </a:extLst>
              </p:cNvPr>
              <p:cNvSpPr/>
              <p:nvPr/>
            </p:nvSpPr>
            <p:spPr>
              <a:xfrm>
                <a:off x="3356224" y="4099795"/>
                <a:ext cx="57851" cy="39890"/>
              </a:xfrm>
              <a:custGeom>
                <a:avLst/>
                <a:gdLst>
                  <a:gd name="connsiteX0" fmla="*/ 4 w 57851"/>
                  <a:gd name="connsiteY0" fmla="*/ 403 h 39890"/>
                  <a:gd name="connsiteX1" fmla="*/ 57856 w 57851"/>
                  <a:gd name="connsiteY1" fmla="*/ 17773 h 39890"/>
                  <a:gd name="connsiteX2" fmla="*/ 1806 w 57851"/>
                  <a:gd name="connsiteY2" fmla="*/ 40294 h 39890"/>
                  <a:gd name="connsiteX3" fmla="*/ 4 w 57851"/>
                  <a:gd name="connsiteY3" fmla="*/ 403 h 39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7851" h="39890">
                    <a:moveTo>
                      <a:pt x="4" y="403"/>
                    </a:moveTo>
                    <a:lnTo>
                      <a:pt x="57856" y="17773"/>
                    </a:lnTo>
                    <a:lnTo>
                      <a:pt x="1806" y="40294"/>
                    </a:lnTo>
                    <a:lnTo>
                      <a:pt x="4" y="403"/>
                    </a:lnTo>
                    <a:close/>
                  </a:path>
                </a:pathLst>
              </a:custGeom>
              <a:solidFill>
                <a:srgbClr val="000000"/>
              </a:solidFill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</p:grpSp>
        <p:grpSp>
          <p:nvGrpSpPr>
            <p:cNvPr id="56" name="Graphic 2">
              <a:extLst>
                <a:ext uri="{FF2B5EF4-FFF2-40B4-BE49-F238E27FC236}">
                  <a16:creationId xmlns:a16="http://schemas.microsoft.com/office/drawing/2014/main" id="{D9D5C803-4EE7-A6C5-DB39-981EBA5EE018}"/>
                </a:ext>
              </a:extLst>
            </p:cNvPr>
            <p:cNvGrpSpPr/>
            <p:nvPr/>
          </p:nvGrpSpPr>
          <p:grpSpPr>
            <a:xfrm>
              <a:off x="-17912" y="3929613"/>
              <a:ext cx="391900" cy="145744"/>
              <a:chOff x="-17912" y="3929613"/>
              <a:chExt cx="391900" cy="145744"/>
            </a:xfrm>
          </p:grpSpPr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F5A864AC-9A33-9699-A49A-DE8D61BE0F9A}"/>
                  </a:ext>
                </a:extLst>
              </p:cNvPr>
              <p:cNvSpPr/>
              <p:nvPr/>
            </p:nvSpPr>
            <p:spPr>
              <a:xfrm>
                <a:off x="-17912" y="3929613"/>
                <a:ext cx="370995" cy="145744"/>
              </a:xfrm>
              <a:custGeom>
                <a:avLst/>
                <a:gdLst>
                  <a:gd name="connsiteX0" fmla="*/ 4 w 370995"/>
                  <a:gd name="connsiteY0" fmla="*/ 146148 h 145744"/>
                  <a:gd name="connsiteX1" fmla="*/ 195951 w 370995"/>
                  <a:gd name="connsiteY1" fmla="*/ 403 h 145744"/>
                  <a:gd name="connsiteX2" fmla="*/ 370999 w 370995"/>
                  <a:gd name="connsiteY2" fmla="*/ 92625 h 145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0995" h="145744">
                    <a:moveTo>
                      <a:pt x="4" y="146148"/>
                    </a:moveTo>
                    <a:cubicBezTo>
                      <a:pt x="20629" y="61371"/>
                      <a:pt x="85943" y="403"/>
                      <a:pt x="195951" y="403"/>
                    </a:cubicBezTo>
                    <a:cubicBezTo>
                      <a:pt x="281035" y="403"/>
                      <a:pt x="339383" y="36877"/>
                      <a:pt x="370999" y="92625"/>
                    </a:cubicBezTo>
                  </a:path>
                </a:pathLst>
              </a:custGeom>
              <a:noFill/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F1BA3916-1778-B4CB-FBC8-167710EE4EBE}"/>
                  </a:ext>
                </a:extLst>
              </p:cNvPr>
              <p:cNvSpPr/>
              <p:nvPr/>
            </p:nvSpPr>
            <p:spPr>
              <a:xfrm>
                <a:off x="334651" y="4014961"/>
                <a:ext cx="39335" cy="60396"/>
              </a:xfrm>
              <a:custGeom>
                <a:avLst/>
                <a:gdLst>
                  <a:gd name="connsiteX0" fmla="*/ 37173 w 39335"/>
                  <a:gd name="connsiteY0" fmla="*/ 403 h 60396"/>
                  <a:gd name="connsiteX1" fmla="*/ 39340 w 39335"/>
                  <a:gd name="connsiteY1" fmla="*/ 60800 h 60396"/>
                  <a:gd name="connsiteX2" fmla="*/ 4 w 39335"/>
                  <a:gd name="connsiteY2" fmla="*/ 14938 h 60396"/>
                  <a:gd name="connsiteX3" fmla="*/ 37173 w 39335"/>
                  <a:gd name="connsiteY3" fmla="*/ 403 h 603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335" h="60396">
                    <a:moveTo>
                      <a:pt x="37173" y="403"/>
                    </a:moveTo>
                    <a:lnTo>
                      <a:pt x="39340" y="60800"/>
                    </a:lnTo>
                    <a:lnTo>
                      <a:pt x="4" y="14938"/>
                    </a:lnTo>
                    <a:lnTo>
                      <a:pt x="37173" y="403"/>
                    </a:lnTo>
                    <a:close/>
                  </a:path>
                </a:pathLst>
              </a:custGeom>
              <a:solidFill>
                <a:srgbClr val="000000"/>
              </a:solidFill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</p:grpSp>
        <p:grpSp>
          <p:nvGrpSpPr>
            <p:cNvPr id="59" name="Graphic 2">
              <a:extLst>
                <a:ext uri="{FF2B5EF4-FFF2-40B4-BE49-F238E27FC236}">
                  <a16:creationId xmlns:a16="http://schemas.microsoft.com/office/drawing/2014/main" id="{D95606C7-2D53-C672-A69F-C668F86CA557}"/>
                </a:ext>
              </a:extLst>
            </p:cNvPr>
            <p:cNvGrpSpPr/>
            <p:nvPr/>
          </p:nvGrpSpPr>
          <p:grpSpPr>
            <a:xfrm>
              <a:off x="2077208" y="4504529"/>
              <a:ext cx="1133090" cy="1122036"/>
              <a:chOff x="2077208" y="4504529"/>
              <a:chExt cx="1133090" cy="1122036"/>
            </a:xfrm>
          </p:grpSpPr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9875BC55-A955-5438-2EAA-9991C3B7DD73}"/>
                  </a:ext>
                </a:extLst>
              </p:cNvPr>
              <p:cNvSpPr/>
              <p:nvPr/>
            </p:nvSpPr>
            <p:spPr>
              <a:xfrm>
                <a:off x="2111736" y="4527328"/>
                <a:ext cx="1075777" cy="1076438"/>
              </a:xfrm>
              <a:custGeom>
                <a:avLst/>
                <a:gdLst>
                  <a:gd name="connsiteX0" fmla="*/ 1075781 w 1075777"/>
                  <a:gd name="connsiteY0" fmla="*/ 538623 h 1076438"/>
                  <a:gd name="connsiteX1" fmla="*/ 537892 w 1075777"/>
                  <a:gd name="connsiteY1" fmla="*/ 1076842 h 1076438"/>
                  <a:gd name="connsiteX2" fmla="*/ 4 w 1075777"/>
                  <a:gd name="connsiteY2" fmla="*/ 538623 h 1076438"/>
                  <a:gd name="connsiteX3" fmla="*/ 537892 w 1075777"/>
                  <a:gd name="connsiteY3" fmla="*/ 403 h 1076438"/>
                  <a:gd name="connsiteX4" fmla="*/ 1075781 w 1075777"/>
                  <a:gd name="connsiteY4" fmla="*/ 538623 h 1076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5777" h="1076438">
                    <a:moveTo>
                      <a:pt x="1075781" y="538623"/>
                    </a:moveTo>
                    <a:cubicBezTo>
                      <a:pt x="1075781" y="835873"/>
                      <a:pt x="834960" y="1076842"/>
                      <a:pt x="537892" y="1076842"/>
                    </a:cubicBezTo>
                    <a:cubicBezTo>
                      <a:pt x="240825" y="1076842"/>
                      <a:pt x="4" y="835873"/>
                      <a:pt x="4" y="538623"/>
                    </a:cubicBezTo>
                    <a:cubicBezTo>
                      <a:pt x="4" y="241372"/>
                      <a:pt x="240825" y="403"/>
                      <a:pt x="537892" y="403"/>
                    </a:cubicBezTo>
                    <a:cubicBezTo>
                      <a:pt x="834960" y="403"/>
                      <a:pt x="1075781" y="241372"/>
                      <a:pt x="1075781" y="538623"/>
                    </a:cubicBezTo>
                    <a:close/>
                  </a:path>
                </a:pathLst>
              </a:custGeom>
              <a:solidFill>
                <a:srgbClr val="FFFFE0"/>
              </a:solidFill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9AE82622-A489-E9A5-320C-800FA1F02DB9}"/>
                  </a:ext>
                </a:extLst>
              </p:cNvPr>
              <p:cNvSpPr/>
              <p:nvPr/>
            </p:nvSpPr>
            <p:spPr>
              <a:xfrm>
                <a:off x="2088950" y="4504529"/>
                <a:ext cx="1121348" cy="1122036"/>
              </a:xfrm>
              <a:custGeom>
                <a:avLst/>
                <a:gdLst>
                  <a:gd name="connsiteX0" fmla="*/ 1121352 w 1121348"/>
                  <a:gd name="connsiteY0" fmla="*/ 561422 h 1122036"/>
                  <a:gd name="connsiteX1" fmla="*/ 560678 w 1121348"/>
                  <a:gd name="connsiteY1" fmla="*/ 1122440 h 1122036"/>
                  <a:gd name="connsiteX2" fmla="*/ 4 w 1121348"/>
                  <a:gd name="connsiteY2" fmla="*/ 561422 h 1122036"/>
                  <a:gd name="connsiteX3" fmla="*/ 560678 w 1121348"/>
                  <a:gd name="connsiteY3" fmla="*/ 403 h 1122036"/>
                  <a:gd name="connsiteX4" fmla="*/ 1121352 w 1121348"/>
                  <a:gd name="connsiteY4" fmla="*/ 561422 h 11220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21348" h="1122036">
                    <a:moveTo>
                      <a:pt x="1121352" y="561422"/>
                    </a:moveTo>
                    <a:cubicBezTo>
                      <a:pt x="1121352" y="871264"/>
                      <a:pt x="870330" y="1122440"/>
                      <a:pt x="560678" y="1122440"/>
                    </a:cubicBezTo>
                    <a:cubicBezTo>
                      <a:pt x="251026" y="1122440"/>
                      <a:pt x="4" y="871264"/>
                      <a:pt x="4" y="561422"/>
                    </a:cubicBezTo>
                    <a:cubicBezTo>
                      <a:pt x="4" y="251580"/>
                      <a:pt x="251026" y="403"/>
                      <a:pt x="560678" y="403"/>
                    </a:cubicBezTo>
                    <a:cubicBezTo>
                      <a:pt x="870330" y="403"/>
                      <a:pt x="1121352" y="251580"/>
                      <a:pt x="1121352" y="561422"/>
                    </a:cubicBezTo>
                    <a:close/>
                  </a:path>
                </a:pathLst>
              </a:custGeom>
              <a:noFill/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88622FA-F3C2-DB51-3579-B1D075CB98B5}"/>
                  </a:ext>
                </a:extLst>
              </p:cNvPr>
              <p:cNvSpPr txBox="1"/>
              <p:nvPr/>
            </p:nvSpPr>
            <p:spPr>
              <a:xfrm>
                <a:off x="2077208" y="4841255"/>
                <a:ext cx="1061509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rtl="0"/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Times"/>
                    <a:cs typeface="Times"/>
                    <a:sym typeface="Times"/>
                    <a:rtl val="0"/>
                  </a:rPr>
                  <a:t>¬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Cambria Math"/>
                    <a:ea typeface="Cambria Math"/>
                    <a:cs typeface="Times"/>
                    <a:sym typeface="Cambria Math"/>
                    <a:rtl val="0"/>
                  </a:rPr>
                  <a:t>𝑎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Times"/>
                    <a:ea typeface="Cambria Math"/>
                    <a:cs typeface="Times"/>
                    <a:sym typeface="Times"/>
                    <a:rtl val="0"/>
                  </a:rPr>
                  <a:t>, ¬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Cambria Math"/>
                    <a:ea typeface="Cambria Math"/>
                    <a:cs typeface="Times"/>
                    <a:sym typeface="Cambria Math"/>
                    <a:rtl val="0"/>
                  </a:rPr>
                  <a:t>𝑏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Times"/>
                    <a:ea typeface="Cambria Math"/>
                    <a:cs typeface="Times"/>
                    <a:sym typeface="Times"/>
                    <a:rtl val="0"/>
                  </a:rPr>
                  <a:t>,¬(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Cambria Math"/>
                    <a:ea typeface="Cambria Math"/>
                    <a:cs typeface="Times"/>
                    <a:sym typeface="Cambria Math"/>
                    <a:rtl val="0"/>
                  </a:rPr>
                  <a:t>𝑎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Times"/>
                    <a:ea typeface="Cambria Math"/>
                    <a:cs typeface="Times"/>
                    <a:sym typeface="Times"/>
                    <a:rtl val="0"/>
                  </a:rPr>
                  <a:t> U 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Cambria Math"/>
                    <a:ea typeface="Cambria Math"/>
                    <a:cs typeface="Times"/>
                    <a:sym typeface="Cambria Math"/>
                    <a:rtl val="0"/>
                  </a:rPr>
                  <a:t>𝑏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Times"/>
                    <a:ea typeface="Cambria Math"/>
                    <a:cs typeface="Times"/>
                    <a:sym typeface="Times"/>
                    <a:rtl val="0"/>
                  </a:rPr>
                  <a:t>)</a:t>
                </a:r>
              </a:p>
            </p:txBody>
          </p:sp>
        </p:grpSp>
        <p:grpSp>
          <p:nvGrpSpPr>
            <p:cNvPr id="63" name="Graphic 2">
              <a:extLst>
                <a:ext uri="{FF2B5EF4-FFF2-40B4-BE49-F238E27FC236}">
                  <a16:creationId xmlns:a16="http://schemas.microsoft.com/office/drawing/2014/main" id="{A342536D-67EB-B44F-6FE8-32D8B71AC2BC}"/>
                </a:ext>
              </a:extLst>
            </p:cNvPr>
            <p:cNvGrpSpPr/>
            <p:nvPr/>
          </p:nvGrpSpPr>
          <p:grpSpPr>
            <a:xfrm>
              <a:off x="629969" y="4458696"/>
              <a:ext cx="1564801" cy="275671"/>
              <a:chOff x="629969" y="4458696"/>
              <a:chExt cx="1564801" cy="275671"/>
            </a:xfrm>
          </p:grpSpPr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2C57A70F-CA85-2D28-D40E-60F37090370A}"/>
                  </a:ext>
                </a:extLst>
              </p:cNvPr>
              <p:cNvSpPr/>
              <p:nvPr/>
            </p:nvSpPr>
            <p:spPr>
              <a:xfrm>
                <a:off x="629969" y="4458696"/>
                <a:ext cx="1516208" cy="245747"/>
              </a:xfrm>
              <a:custGeom>
                <a:avLst/>
                <a:gdLst>
                  <a:gd name="connsiteX0" fmla="*/ 4 w 1516208"/>
                  <a:gd name="connsiteY0" fmla="*/ 9931 h 245747"/>
                  <a:gd name="connsiteX1" fmla="*/ 1253332 w 1516208"/>
                  <a:gd name="connsiteY1" fmla="*/ 122391 h 245747"/>
                  <a:gd name="connsiteX2" fmla="*/ 1516212 w 1516208"/>
                  <a:gd name="connsiteY2" fmla="*/ 246151 h 24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16208" h="245747">
                    <a:moveTo>
                      <a:pt x="4" y="9931"/>
                    </a:moveTo>
                    <a:cubicBezTo>
                      <a:pt x="350887" y="-8922"/>
                      <a:pt x="844797" y="-12396"/>
                      <a:pt x="1253332" y="122391"/>
                    </a:cubicBezTo>
                    <a:cubicBezTo>
                      <a:pt x="1343552" y="152156"/>
                      <a:pt x="1432564" y="196329"/>
                      <a:pt x="1516212" y="246151"/>
                    </a:cubicBezTo>
                  </a:path>
                </a:pathLst>
              </a:custGeom>
              <a:noFill/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9F1BF149-8561-A223-62A4-6C95E42BBFEF}"/>
                  </a:ext>
                </a:extLst>
              </p:cNvPr>
              <p:cNvSpPr/>
              <p:nvPr/>
            </p:nvSpPr>
            <p:spPr>
              <a:xfrm>
                <a:off x="2135762" y="4687467"/>
                <a:ext cx="59008" cy="46900"/>
              </a:xfrm>
              <a:custGeom>
                <a:avLst/>
                <a:gdLst>
                  <a:gd name="connsiteX0" fmla="*/ 20920 w 59008"/>
                  <a:gd name="connsiteY0" fmla="*/ 403 h 46900"/>
                  <a:gd name="connsiteX1" fmla="*/ 59013 w 59008"/>
                  <a:gd name="connsiteY1" fmla="*/ 47304 h 46900"/>
                  <a:gd name="connsiteX2" fmla="*/ 4 w 59008"/>
                  <a:gd name="connsiteY2" fmla="*/ 34412 h 46900"/>
                  <a:gd name="connsiteX3" fmla="*/ 20920 w 59008"/>
                  <a:gd name="connsiteY3" fmla="*/ 403 h 46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008" h="46900">
                    <a:moveTo>
                      <a:pt x="20920" y="403"/>
                    </a:moveTo>
                    <a:lnTo>
                      <a:pt x="59013" y="47304"/>
                    </a:lnTo>
                    <a:lnTo>
                      <a:pt x="4" y="34412"/>
                    </a:lnTo>
                    <a:lnTo>
                      <a:pt x="20920" y="403"/>
                    </a:lnTo>
                    <a:close/>
                  </a:path>
                </a:pathLst>
              </a:custGeom>
              <a:solidFill>
                <a:srgbClr val="000000"/>
              </a:solidFill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</p:grpSp>
        <p:grpSp>
          <p:nvGrpSpPr>
            <p:cNvPr id="66" name="Graphic 2">
              <a:extLst>
                <a:ext uri="{FF2B5EF4-FFF2-40B4-BE49-F238E27FC236}">
                  <a16:creationId xmlns:a16="http://schemas.microsoft.com/office/drawing/2014/main" id="{252BC763-F894-2512-5842-2A841E5A5A96}"/>
                </a:ext>
              </a:extLst>
            </p:cNvPr>
            <p:cNvGrpSpPr/>
            <p:nvPr/>
          </p:nvGrpSpPr>
          <p:grpSpPr>
            <a:xfrm>
              <a:off x="834426" y="4683410"/>
              <a:ext cx="1048843" cy="1049487"/>
              <a:chOff x="834426" y="4683410"/>
              <a:chExt cx="1048843" cy="1049487"/>
            </a:xfrm>
          </p:grpSpPr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1399A89D-19AE-B35E-2E99-F00B76111F0F}"/>
                  </a:ext>
                </a:extLst>
              </p:cNvPr>
              <p:cNvSpPr/>
              <p:nvPr/>
            </p:nvSpPr>
            <p:spPr>
              <a:xfrm>
                <a:off x="857228" y="4706226"/>
                <a:ext cx="1003239" cy="1003855"/>
              </a:xfrm>
              <a:custGeom>
                <a:avLst/>
                <a:gdLst>
                  <a:gd name="connsiteX0" fmla="*/ 1003243 w 1003239"/>
                  <a:gd name="connsiteY0" fmla="*/ 502331 h 1003855"/>
                  <a:gd name="connsiteX1" fmla="*/ 501624 w 1003239"/>
                  <a:gd name="connsiteY1" fmla="*/ 1004259 h 1003855"/>
                  <a:gd name="connsiteX2" fmla="*/ 4 w 1003239"/>
                  <a:gd name="connsiteY2" fmla="*/ 502331 h 1003855"/>
                  <a:gd name="connsiteX3" fmla="*/ 501624 w 1003239"/>
                  <a:gd name="connsiteY3" fmla="*/ 404 h 1003855"/>
                  <a:gd name="connsiteX4" fmla="*/ 1003243 w 1003239"/>
                  <a:gd name="connsiteY4" fmla="*/ 502331 h 1003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3239" h="1003855">
                    <a:moveTo>
                      <a:pt x="1003243" y="502331"/>
                    </a:moveTo>
                    <a:cubicBezTo>
                      <a:pt x="1003243" y="779538"/>
                      <a:pt x="778661" y="1004259"/>
                      <a:pt x="501624" y="1004259"/>
                    </a:cubicBezTo>
                    <a:cubicBezTo>
                      <a:pt x="224587" y="1004259"/>
                      <a:pt x="4" y="779538"/>
                      <a:pt x="4" y="502331"/>
                    </a:cubicBezTo>
                    <a:cubicBezTo>
                      <a:pt x="4" y="225124"/>
                      <a:pt x="224587" y="404"/>
                      <a:pt x="501624" y="404"/>
                    </a:cubicBezTo>
                    <a:cubicBezTo>
                      <a:pt x="778661" y="404"/>
                      <a:pt x="1003243" y="225124"/>
                      <a:pt x="1003243" y="502331"/>
                    </a:cubicBezTo>
                    <a:close/>
                  </a:path>
                </a:pathLst>
              </a:custGeom>
              <a:solidFill>
                <a:srgbClr val="FFFFE0"/>
              </a:solidFill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B8243B8-3EBD-DA5B-4068-D196C2DD2FC6}"/>
                  </a:ext>
                </a:extLst>
              </p:cNvPr>
              <p:cNvSpPr/>
              <p:nvPr/>
            </p:nvSpPr>
            <p:spPr>
              <a:xfrm>
                <a:off x="834426" y="4683410"/>
                <a:ext cx="1048843" cy="1049487"/>
              </a:xfrm>
              <a:custGeom>
                <a:avLst/>
                <a:gdLst>
                  <a:gd name="connsiteX0" fmla="*/ 1048847 w 1048843"/>
                  <a:gd name="connsiteY0" fmla="*/ 525147 h 1049487"/>
                  <a:gd name="connsiteX1" fmla="*/ 524426 w 1048843"/>
                  <a:gd name="connsiteY1" fmla="*/ 1049891 h 1049487"/>
                  <a:gd name="connsiteX2" fmla="*/ 4 w 1048843"/>
                  <a:gd name="connsiteY2" fmla="*/ 525147 h 1049487"/>
                  <a:gd name="connsiteX3" fmla="*/ 524426 w 1048843"/>
                  <a:gd name="connsiteY3" fmla="*/ 404 h 1049487"/>
                  <a:gd name="connsiteX4" fmla="*/ 1048847 w 1048843"/>
                  <a:gd name="connsiteY4" fmla="*/ 525147 h 1049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8843" h="1049487">
                    <a:moveTo>
                      <a:pt x="1048847" y="525147"/>
                    </a:moveTo>
                    <a:cubicBezTo>
                      <a:pt x="1048847" y="814955"/>
                      <a:pt x="814056" y="1049891"/>
                      <a:pt x="524426" y="1049891"/>
                    </a:cubicBezTo>
                    <a:cubicBezTo>
                      <a:pt x="234796" y="1049891"/>
                      <a:pt x="4" y="814955"/>
                      <a:pt x="4" y="525147"/>
                    </a:cubicBezTo>
                    <a:cubicBezTo>
                      <a:pt x="4" y="235339"/>
                      <a:pt x="234796" y="404"/>
                      <a:pt x="524426" y="404"/>
                    </a:cubicBezTo>
                    <a:cubicBezTo>
                      <a:pt x="814056" y="404"/>
                      <a:pt x="1048847" y="235339"/>
                      <a:pt x="1048847" y="525147"/>
                    </a:cubicBezTo>
                    <a:close/>
                  </a:path>
                </a:pathLst>
              </a:custGeom>
              <a:noFill/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0E77714-9048-E58B-84E4-4E6627FFC80D}"/>
                  </a:ext>
                </a:extLst>
              </p:cNvPr>
              <p:cNvSpPr txBox="1"/>
              <p:nvPr/>
            </p:nvSpPr>
            <p:spPr>
              <a:xfrm>
                <a:off x="874186" y="5036273"/>
                <a:ext cx="986168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rtl="0"/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Cambria Math"/>
                    <a:ea typeface="Cambria Math"/>
                    <a:sym typeface="Cambria Math"/>
                    <a:rtl val="0"/>
                  </a:rPr>
                  <a:t>𝑎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Times"/>
                    <a:ea typeface="Cambria Math"/>
                    <a:cs typeface="Times"/>
                    <a:sym typeface="Times"/>
                    <a:rtl val="0"/>
                  </a:rPr>
                  <a:t>, ¬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Cambria Math"/>
                    <a:ea typeface="Cambria Math"/>
                    <a:cs typeface="Times"/>
                    <a:sym typeface="Cambria Math"/>
                    <a:rtl val="0"/>
                  </a:rPr>
                  <a:t>𝑏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Times"/>
                    <a:ea typeface="Cambria Math"/>
                    <a:cs typeface="Times"/>
                    <a:sym typeface="Times"/>
                    <a:rtl val="0"/>
                  </a:rPr>
                  <a:t>,¬(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Cambria Math"/>
                    <a:ea typeface="Cambria Math"/>
                    <a:cs typeface="Times"/>
                    <a:sym typeface="Cambria Math"/>
                    <a:rtl val="0"/>
                  </a:rPr>
                  <a:t>𝑎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Times"/>
                    <a:ea typeface="Cambria Math"/>
                    <a:cs typeface="Times"/>
                    <a:sym typeface="Times"/>
                    <a:rtl val="0"/>
                  </a:rPr>
                  <a:t> U 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Cambria Math"/>
                    <a:ea typeface="Cambria Math"/>
                    <a:cs typeface="Times"/>
                    <a:sym typeface="Cambria Math"/>
                    <a:rtl val="0"/>
                  </a:rPr>
                  <a:t>𝑏</a:t>
                </a:r>
                <a:r>
                  <a:rPr lang="LID4096" sz="1050" spc="0" baseline="0" dirty="0">
                    <a:ln/>
                    <a:solidFill>
                      <a:srgbClr val="000000"/>
                    </a:solidFill>
                    <a:latin typeface="Times"/>
                    <a:ea typeface="Cambria Math"/>
                    <a:cs typeface="Times"/>
                    <a:sym typeface="Times"/>
                    <a:rtl val="0"/>
                  </a:rPr>
                  <a:t>)</a:t>
                </a:r>
              </a:p>
            </p:txBody>
          </p:sp>
        </p:grpSp>
        <p:grpSp>
          <p:nvGrpSpPr>
            <p:cNvPr id="70" name="Graphic 2">
              <a:extLst>
                <a:ext uri="{FF2B5EF4-FFF2-40B4-BE49-F238E27FC236}">
                  <a16:creationId xmlns:a16="http://schemas.microsoft.com/office/drawing/2014/main" id="{AA0F61E9-DF76-4B6B-3856-FBBD65DB13C4}"/>
                </a:ext>
              </a:extLst>
            </p:cNvPr>
            <p:cNvGrpSpPr/>
            <p:nvPr/>
          </p:nvGrpSpPr>
          <p:grpSpPr>
            <a:xfrm>
              <a:off x="563042" y="4719913"/>
              <a:ext cx="347696" cy="213317"/>
              <a:chOff x="563042" y="4719913"/>
              <a:chExt cx="347696" cy="213317"/>
            </a:xfrm>
          </p:grpSpPr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0C822831-5F2E-64A8-8495-5D2F9EBC6613}"/>
                  </a:ext>
                </a:extLst>
              </p:cNvPr>
              <p:cNvSpPr/>
              <p:nvPr/>
            </p:nvSpPr>
            <p:spPr>
              <a:xfrm>
                <a:off x="563042" y="4719913"/>
                <a:ext cx="298983" cy="183432"/>
              </a:xfrm>
              <a:custGeom>
                <a:avLst/>
                <a:gdLst>
                  <a:gd name="connsiteX0" fmla="*/ 4 w 298983"/>
                  <a:gd name="connsiteY0" fmla="*/ 403 h 183432"/>
                  <a:gd name="connsiteX1" fmla="*/ 298987 w 298983"/>
                  <a:gd name="connsiteY1" fmla="*/ 183836 h 183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8983" h="183432">
                    <a:moveTo>
                      <a:pt x="4" y="403"/>
                    </a:moveTo>
                    <a:cubicBezTo>
                      <a:pt x="95435" y="58958"/>
                      <a:pt x="199047" y="122521"/>
                      <a:pt x="298987" y="183836"/>
                    </a:cubicBezTo>
                  </a:path>
                </a:pathLst>
              </a:custGeom>
              <a:noFill/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A471E92B-1706-FD32-FE8D-31896511E67F}"/>
                  </a:ext>
                </a:extLst>
              </p:cNvPr>
              <p:cNvSpPr/>
              <p:nvPr/>
            </p:nvSpPr>
            <p:spPr>
              <a:xfrm>
                <a:off x="851712" y="4886393"/>
                <a:ext cx="59025" cy="46837"/>
              </a:xfrm>
              <a:custGeom>
                <a:avLst/>
                <a:gdLst>
                  <a:gd name="connsiteX0" fmla="*/ 20863 w 59025"/>
                  <a:gd name="connsiteY0" fmla="*/ 403 h 46837"/>
                  <a:gd name="connsiteX1" fmla="*/ 59030 w 59025"/>
                  <a:gd name="connsiteY1" fmla="*/ 47241 h 46837"/>
                  <a:gd name="connsiteX2" fmla="*/ 4 w 59025"/>
                  <a:gd name="connsiteY2" fmla="*/ 34447 h 46837"/>
                  <a:gd name="connsiteX3" fmla="*/ 20863 w 59025"/>
                  <a:gd name="connsiteY3" fmla="*/ 403 h 46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025" h="46837">
                    <a:moveTo>
                      <a:pt x="20863" y="403"/>
                    </a:moveTo>
                    <a:lnTo>
                      <a:pt x="59030" y="47241"/>
                    </a:lnTo>
                    <a:lnTo>
                      <a:pt x="4" y="34447"/>
                    </a:lnTo>
                    <a:lnTo>
                      <a:pt x="20863" y="403"/>
                    </a:lnTo>
                    <a:close/>
                  </a:path>
                </a:pathLst>
              </a:custGeom>
              <a:solidFill>
                <a:srgbClr val="000000"/>
              </a:solidFill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</p:grpSp>
        <p:grpSp>
          <p:nvGrpSpPr>
            <p:cNvPr id="73" name="Graphic 2">
              <a:extLst>
                <a:ext uri="{FF2B5EF4-FFF2-40B4-BE49-F238E27FC236}">
                  <a16:creationId xmlns:a16="http://schemas.microsoft.com/office/drawing/2014/main" id="{94E22179-7961-AF50-3DCB-0814B588F36B}"/>
                </a:ext>
              </a:extLst>
            </p:cNvPr>
            <p:cNvGrpSpPr/>
            <p:nvPr/>
          </p:nvGrpSpPr>
          <p:grpSpPr>
            <a:xfrm>
              <a:off x="-615953" y="4799100"/>
              <a:ext cx="2911268" cy="1103471"/>
              <a:chOff x="-615953" y="4799100"/>
              <a:chExt cx="2911268" cy="1103471"/>
            </a:xfrm>
          </p:grpSpPr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93946709-56CC-160D-0B55-F6744CE124BA}"/>
                  </a:ext>
                </a:extLst>
              </p:cNvPr>
              <p:cNvSpPr/>
              <p:nvPr/>
            </p:nvSpPr>
            <p:spPr>
              <a:xfrm>
                <a:off x="-573544" y="4841255"/>
                <a:ext cx="2868860" cy="1061316"/>
              </a:xfrm>
              <a:custGeom>
                <a:avLst/>
                <a:gdLst>
                  <a:gd name="connsiteX0" fmla="*/ 2868865 w 2868860"/>
                  <a:gd name="connsiteY0" fmla="*/ 661343 h 1061316"/>
                  <a:gd name="connsiteX1" fmla="*/ 2456846 w 2868860"/>
                  <a:gd name="connsiteY1" fmla="*/ 943434 h 1061316"/>
                  <a:gd name="connsiteX2" fmla="*/ 1407954 w 2868860"/>
                  <a:gd name="connsiteY2" fmla="*/ 943434 h 1061316"/>
                  <a:gd name="connsiteX3" fmla="*/ 4 w 2868860"/>
                  <a:gd name="connsiteY3" fmla="*/ 403 h 1061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68860" h="1061316">
                    <a:moveTo>
                      <a:pt x="2868865" y="661343"/>
                    </a:moveTo>
                    <a:cubicBezTo>
                      <a:pt x="2751041" y="775106"/>
                      <a:pt x="2610311" y="882717"/>
                      <a:pt x="2456846" y="943434"/>
                    </a:cubicBezTo>
                    <a:cubicBezTo>
                      <a:pt x="2023325" y="1114949"/>
                      <a:pt x="1851589" y="1086718"/>
                      <a:pt x="1407954" y="943434"/>
                    </a:cubicBezTo>
                    <a:cubicBezTo>
                      <a:pt x="847967" y="762572"/>
                      <a:pt x="323957" y="319199"/>
                      <a:pt x="4" y="403"/>
                    </a:cubicBezTo>
                  </a:path>
                </a:pathLst>
              </a:custGeom>
              <a:noFill/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B1324993-C957-D514-2279-C73D27B5043A}"/>
                  </a:ext>
                </a:extLst>
              </p:cNvPr>
              <p:cNvSpPr/>
              <p:nvPr/>
            </p:nvSpPr>
            <p:spPr>
              <a:xfrm>
                <a:off x="-615953" y="4799100"/>
                <a:ext cx="54505" cy="54367"/>
              </a:xfrm>
              <a:custGeom>
                <a:avLst/>
                <a:gdLst>
                  <a:gd name="connsiteX0" fmla="*/ 26387 w 54505"/>
                  <a:gd name="connsiteY0" fmla="*/ 54771 h 54367"/>
                  <a:gd name="connsiteX1" fmla="*/ 4 w 54505"/>
                  <a:gd name="connsiteY1" fmla="*/ 403 h 54367"/>
                  <a:gd name="connsiteX2" fmla="*/ 54509 w 54505"/>
                  <a:gd name="connsiteY2" fmla="*/ 26444 h 54367"/>
                  <a:gd name="connsiteX3" fmla="*/ 26387 w 54505"/>
                  <a:gd name="connsiteY3" fmla="*/ 54771 h 54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4505" h="54367">
                    <a:moveTo>
                      <a:pt x="26387" y="54771"/>
                    </a:moveTo>
                    <a:lnTo>
                      <a:pt x="4" y="403"/>
                    </a:lnTo>
                    <a:lnTo>
                      <a:pt x="54509" y="26444"/>
                    </a:lnTo>
                    <a:lnTo>
                      <a:pt x="26387" y="54771"/>
                    </a:lnTo>
                    <a:close/>
                  </a:path>
                </a:pathLst>
              </a:custGeom>
              <a:solidFill>
                <a:srgbClr val="000000"/>
              </a:solidFill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</p:grpSp>
        <p:grpSp>
          <p:nvGrpSpPr>
            <p:cNvPr id="76" name="Graphic 2">
              <a:extLst>
                <a:ext uri="{FF2B5EF4-FFF2-40B4-BE49-F238E27FC236}">
                  <a16:creationId xmlns:a16="http://schemas.microsoft.com/office/drawing/2014/main" id="{B2C31D8B-8944-5D7B-7C9B-19B32C6E81E3}"/>
                </a:ext>
              </a:extLst>
            </p:cNvPr>
            <p:cNvGrpSpPr/>
            <p:nvPr/>
          </p:nvGrpSpPr>
          <p:grpSpPr>
            <a:xfrm>
              <a:off x="3085962" y="4364382"/>
              <a:ext cx="422501" cy="344932"/>
              <a:chOff x="3085962" y="4364382"/>
              <a:chExt cx="422501" cy="344932"/>
            </a:xfrm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94DDFDCE-61AD-72F6-C15C-C72D6C87F4EE}"/>
                  </a:ext>
                </a:extLst>
              </p:cNvPr>
              <p:cNvSpPr/>
              <p:nvPr/>
            </p:nvSpPr>
            <p:spPr>
              <a:xfrm>
                <a:off x="3085962" y="4401169"/>
                <a:ext cx="377448" cy="308145"/>
              </a:xfrm>
              <a:custGeom>
                <a:avLst/>
                <a:gdLst>
                  <a:gd name="connsiteX0" fmla="*/ 4 w 377448"/>
                  <a:gd name="connsiteY0" fmla="*/ 308549 h 308145"/>
                  <a:gd name="connsiteX1" fmla="*/ 377452 w 377448"/>
                  <a:gd name="connsiteY1" fmla="*/ 403 h 308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7448" h="308145">
                    <a:moveTo>
                      <a:pt x="4" y="308549"/>
                    </a:moveTo>
                    <a:cubicBezTo>
                      <a:pt x="124087" y="207252"/>
                      <a:pt x="257930" y="97975"/>
                      <a:pt x="377452" y="403"/>
                    </a:cubicBezTo>
                  </a:path>
                </a:pathLst>
              </a:custGeom>
              <a:noFill/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9591B1E5-5A11-46FB-3524-53648E042BFC}"/>
                  </a:ext>
                </a:extLst>
              </p:cNvPr>
              <p:cNvSpPr/>
              <p:nvPr/>
            </p:nvSpPr>
            <p:spPr>
              <a:xfrm>
                <a:off x="3451678" y="4364382"/>
                <a:ext cx="56785" cy="51532"/>
              </a:xfrm>
              <a:custGeom>
                <a:avLst/>
                <a:gdLst>
                  <a:gd name="connsiteX0" fmla="*/ 4 w 56785"/>
                  <a:gd name="connsiteY0" fmla="*/ 20996 h 51532"/>
                  <a:gd name="connsiteX1" fmla="*/ 56789 w 56785"/>
                  <a:gd name="connsiteY1" fmla="*/ 403 h 51532"/>
                  <a:gd name="connsiteX2" fmla="*/ 25236 w 56785"/>
                  <a:gd name="connsiteY2" fmla="*/ 51936 h 51532"/>
                  <a:gd name="connsiteX3" fmla="*/ 4 w 56785"/>
                  <a:gd name="connsiteY3" fmla="*/ 20996 h 51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785" h="51532">
                    <a:moveTo>
                      <a:pt x="4" y="20996"/>
                    </a:moveTo>
                    <a:lnTo>
                      <a:pt x="56789" y="403"/>
                    </a:lnTo>
                    <a:lnTo>
                      <a:pt x="25236" y="51936"/>
                    </a:lnTo>
                    <a:lnTo>
                      <a:pt x="4" y="20996"/>
                    </a:lnTo>
                    <a:close/>
                  </a:path>
                </a:pathLst>
              </a:custGeom>
              <a:solidFill>
                <a:srgbClr val="000000"/>
              </a:solidFill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</p:grpSp>
        <p:grpSp>
          <p:nvGrpSpPr>
            <p:cNvPr id="79" name="Graphic 2">
              <a:extLst>
                <a:ext uri="{FF2B5EF4-FFF2-40B4-BE49-F238E27FC236}">
                  <a16:creationId xmlns:a16="http://schemas.microsoft.com/office/drawing/2014/main" id="{577ECC66-FA08-3C12-DCF7-EBC49D369D1D}"/>
                </a:ext>
              </a:extLst>
            </p:cNvPr>
            <p:cNvGrpSpPr/>
            <p:nvPr/>
          </p:nvGrpSpPr>
          <p:grpSpPr>
            <a:xfrm>
              <a:off x="619143" y="4359802"/>
              <a:ext cx="1628906" cy="310335"/>
              <a:chOff x="619143" y="4359802"/>
              <a:chExt cx="1628906" cy="310335"/>
            </a:xfrm>
          </p:grpSpPr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9D4730F-9BB6-E48D-9744-0FF9ECB83622}"/>
                  </a:ext>
                </a:extLst>
              </p:cNvPr>
              <p:cNvSpPr/>
              <p:nvPr/>
            </p:nvSpPr>
            <p:spPr>
              <a:xfrm>
                <a:off x="675957" y="4361814"/>
                <a:ext cx="1572092" cy="308323"/>
              </a:xfrm>
              <a:custGeom>
                <a:avLst/>
                <a:gdLst>
                  <a:gd name="connsiteX0" fmla="*/ 1572097 w 1572092"/>
                  <a:gd name="connsiteY0" fmla="*/ 308727 h 308323"/>
                  <a:gd name="connsiteX1" fmla="*/ 1207344 w 1572092"/>
                  <a:gd name="connsiteY1" fmla="*/ 116596 h 308323"/>
                  <a:gd name="connsiteX2" fmla="*/ 4 w 1572092"/>
                  <a:gd name="connsiteY2" fmla="*/ 18243 h 308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72092" h="308323">
                    <a:moveTo>
                      <a:pt x="1572097" y="308727"/>
                    </a:moveTo>
                    <a:cubicBezTo>
                      <a:pt x="1460858" y="230020"/>
                      <a:pt x="1335309" y="158813"/>
                      <a:pt x="1207344" y="116596"/>
                    </a:cubicBezTo>
                    <a:cubicBezTo>
                      <a:pt x="816356" y="-12401"/>
                      <a:pt x="347170" y="-14757"/>
                      <a:pt x="4" y="18243"/>
                    </a:cubicBezTo>
                  </a:path>
                </a:pathLst>
              </a:custGeom>
              <a:noFill/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F224971A-3CB8-A4D7-3727-FFDC3B9ED6DA}"/>
                  </a:ext>
                </a:extLst>
              </p:cNvPr>
              <p:cNvSpPr/>
              <p:nvPr/>
            </p:nvSpPr>
            <p:spPr>
              <a:xfrm>
                <a:off x="619143" y="4359802"/>
                <a:ext cx="58746" cy="39724"/>
              </a:xfrm>
              <a:custGeom>
                <a:avLst/>
                <a:gdLst>
                  <a:gd name="connsiteX0" fmla="*/ 58750 w 58746"/>
                  <a:gd name="connsiteY0" fmla="*/ 40128 h 39724"/>
                  <a:gd name="connsiteX1" fmla="*/ 4 w 58746"/>
                  <a:gd name="connsiteY1" fmla="*/ 26078 h 39724"/>
                  <a:gd name="connsiteX2" fmla="*/ 54680 w 58746"/>
                  <a:gd name="connsiteY2" fmla="*/ 403 h 39724"/>
                  <a:gd name="connsiteX3" fmla="*/ 58750 w 58746"/>
                  <a:gd name="connsiteY3" fmla="*/ 40128 h 39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46" h="39724">
                    <a:moveTo>
                      <a:pt x="58750" y="40128"/>
                    </a:moveTo>
                    <a:lnTo>
                      <a:pt x="4" y="26078"/>
                    </a:lnTo>
                    <a:lnTo>
                      <a:pt x="54680" y="403"/>
                    </a:lnTo>
                    <a:lnTo>
                      <a:pt x="58750" y="40128"/>
                    </a:lnTo>
                    <a:close/>
                  </a:path>
                </a:pathLst>
              </a:custGeom>
              <a:solidFill>
                <a:srgbClr val="000000"/>
              </a:solidFill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</p:grpSp>
        <p:grpSp>
          <p:nvGrpSpPr>
            <p:cNvPr id="82" name="Graphic 2">
              <a:extLst>
                <a:ext uri="{FF2B5EF4-FFF2-40B4-BE49-F238E27FC236}">
                  <a16:creationId xmlns:a16="http://schemas.microsoft.com/office/drawing/2014/main" id="{882986C8-1F64-0421-0AC8-D0C1DD59FD7B}"/>
                </a:ext>
              </a:extLst>
            </p:cNvPr>
            <p:cNvGrpSpPr/>
            <p:nvPr/>
          </p:nvGrpSpPr>
          <p:grpSpPr>
            <a:xfrm>
              <a:off x="2447828" y="4401420"/>
              <a:ext cx="403592" cy="138009"/>
              <a:chOff x="2447828" y="4401420"/>
              <a:chExt cx="403592" cy="138009"/>
            </a:xfrm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0719CC27-AD2C-92FF-91B7-0C0198A814AD}"/>
                  </a:ext>
                </a:extLst>
              </p:cNvPr>
              <p:cNvSpPr/>
              <p:nvPr/>
            </p:nvSpPr>
            <p:spPr>
              <a:xfrm>
                <a:off x="2447828" y="4401420"/>
                <a:ext cx="377374" cy="138009"/>
              </a:xfrm>
              <a:custGeom>
                <a:avLst/>
                <a:gdLst>
                  <a:gd name="connsiteX0" fmla="*/ 4 w 377374"/>
                  <a:gd name="connsiteY0" fmla="*/ 138413 h 138009"/>
                  <a:gd name="connsiteX1" fmla="*/ 201800 w 377374"/>
                  <a:gd name="connsiteY1" fmla="*/ 403 h 138009"/>
                  <a:gd name="connsiteX2" fmla="*/ 377378 w 377374"/>
                  <a:gd name="connsiteY2" fmla="*/ 87006 h 138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7374" h="138009">
                    <a:moveTo>
                      <a:pt x="4" y="138413"/>
                    </a:moveTo>
                    <a:cubicBezTo>
                      <a:pt x="30172" y="56351"/>
                      <a:pt x="97436" y="403"/>
                      <a:pt x="201800" y="403"/>
                    </a:cubicBezTo>
                    <a:cubicBezTo>
                      <a:pt x="282517" y="403"/>
                      <a:pt x="341042" y="33871"/>
                      <a:pt x="377378" y="87006"/>
                    </a:cubicBezTo>
                  </a:path>
                </a:pathLst>
              </a:custGeom>
              <a:noFill/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398AFEF7-9929-40F4-862A-4229F4129FC2}"/>
                  </a:ext>
                </a:extLst>
              </p:cNvPr>
              <p:cNvSpPr/>
              <p:nvPr/>
            </p:nvSpPr>
            <p:spPr>
              <a:xfrm>
                <a:off x="2807736" y="4479546"/>
                <a:ext cx="43684" cy="59883"/>
              </a:xfrm>
              <a:custGeom>
                <a:avLst/>
                <a:gdLst>
                  <a:gd name="connsiteX0" fmla="*/ 35548 w 43684"/>
                  <a:gd name="connsiteY0" fmla="*/ 403 h 59883"/>
                  <a:gd name="connsiteX1" fmla="*/ 43689 w 43684"/>
                  <a:gd name="connsiteY1" fmla="*/ 60287 h 59883"/>
                  <a:gd name="connsiteX2" fmla="*/ 4 w 43684"/>
                  <a:gd name="connsiteY2" fmla="*/ 18549 h 59883"/>
                  <a:gd name="connsiteX3" fmla="*/ 35548 w 43684"/>
                  <a:gd name="connsiteY3" fmla="*/ 403 h 59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684" h="59883">
                    <a:moveTo>
                      <a:pt x="35548" y="403"/>
                    </a:moveTo>
                    <a:lnTo>
                      <a:pt x="43689" y="60287"/>
                    </a:lnTo>
                    <a:lnTo>
                      <a:pt x="4" y="18549"/>
                    </a:lnTo>
                    <a:lnTo>
                      <a:pt x="35548" y="403"/>
                    </a:lnTo>
                    <a:close/>
                  </a:path>
                </a:pathLst>
              </a:custGeom>
              <a:solidFill>
                <a:srgbClr val="000000"/>
              </a:solidFill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</p:grpSp>
        <p:grpSp>
          <p:nvGrpSpPr>
            <p:cNvPr id="85" name="Graphic 2">
              <a:extLst>
                <a:ext uri="{FF2B5EF4-FFF2-40B4-BE49-F238E27FC236}">
                  <a16:creationId xmlns:a16="http://schemas.microsoft.com/office/drawing/2014/main" id="{C57C2963-1A34-53EF-73B5-411DBC010AE3}"/>
                </a:ext>
              </a:extLst>
            </p:cNvPr>
            <p:cNvGrpSpPr/>
            <p:nvPr/>
          </p:nvGrpSpPr>
          <p:grpSpPr>
            <a:xfrm>
              <a:off x="1876422" y="5086596"/>
              <a:ext cx="211082" cy="39650"/>
              <a:chOff x="1876422" y="5086596"/>
              <a:chExt cx="211082" cy="39650"/>
            </a:xfrm>
          </p:grpSpPr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08E636DD-508C-C510-C0AD-5CD87480D0B5}"/>
                  </a:ext>
                </a:extLst>
              </p:cNvPr>
              <p:cNvSpPr/>
              <p:nvPr/>
            </p:nvSpPr>
            <p:spPr>
              <a:xfrm>
                <a:off x="1933772" y="5089431"/>
                <a:ext cx="153732" cy="16901"/>
              </a:xfrm>
              <a:custGeom>
                <a:avLst/>
                <a:gdLst>
                  <a:gd name="connsiteX0" fmla="*/ 153737 w 153732"/>
                  <a:gd name="connsiteY0" fmla="*/ 403 h 16901"/>
                  <a:gd name="connsiteX1" fmla="*/ 4 w 153732"/>
                  <a:gd name="connsiteY1" fmla="*/ 17305 h 16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3732" h="16901">
                    <a:moveTo>
                      <a:pt x="153737" y="403"/>
                    </a:moveTo>
                    <a:cubicBezTo>
                      <a:pt x="102766" y="5686"/>
                      <a:pt x="51083" y="11367"/>
                      <a:pt x="4" y="17305"/>
                    </a:cubicBezTo>
                  </a:path>
                </a:pathLst>
              </a:custGeom>
              <a:noFill/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ADA68C25-8C69-6CB0-AF11-E8390C36DB08}"/>
                  </a:ext>
                </a:extLst>
              </p:cNvPr>
              <p:cNvSpPr/>
              <p:nvPr/>
            </p:nvSpPr>
            <p:spPr>
              <a:xfrm>
                <a:off x="1876422" y="5086596"/>
                <a:ext cx="58957" cy="39650"/>
              </a:xfrm>
              <a:custGeom>
                <a:avLst/>
                <a:gdLst>
                  <a:gd name="connsiteX0" fmla="*/ 58961 w 58957"/>
                  <a:gd name="connsiteY0" fmla="*/ 40054 h 39650"/>
                  <a:gd name="connsiteX1" fmla="*/ 4 w 58957"/>
                  <a:gd name="connsiteY1" fmla="*/ 26951 h 39650"/>
                  <a:gd name="connsiteX2" fmla="*/ 54258 w 58957"/>
                  <a:gd name="connsiteY2" fmla="*/ 403 h 39650"/>
                  <a:gd name="connsiteX3" fmla="*/ 58961 w 58957"/>
                  <a:gd name="connsiteY3" fmla="*/ 40054 h 39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957" h="39650">
                    <a:moveTo>
                      <a:pt x="58961" y="40054"/>
                    </a:moveTo>
                    <a:lnTo>
                      <a:pt x="4" y="26951"/>
                    </a:lnTo>
                    <a:lnTo>
                      <a:pt x="54258" y="403"/>
                    </a:lnTo>
                    <a:lnTo>
                      <a:pt x="58961" y="40054"/>
                    </a:lnTo>
                    <a:close/>
                  </a:path>
                </a:pathLst>
              </a:custGeom>
              <a:solidFill>
                <a:srgbClr val="000000"/>
              </a:solidFill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</p:grpSp>
        <p:grpSp>
          <p:nvGrpSpPr>
            <p:cNvPr id="88" name="Graphic 2">
              <a:extLst>
                <a:ext uri="{FF2B5EF4-FFF2-40B4-BE49-F238E27FC236}">
                  <a16:creationId xmlns:a16="http://schemas.microsoft.com/office/drawing/2014/main" id="{17CAF57B-457A-CE65-44F3-9B27580A762D}"/>
                </a:ext>
              </a:extLst>
            </p:cNvPr>
            <p:cNvGrpSpPr/>
            <p:nvPr/>
          </p:nvGrpSpPr>
          <p:grpSpPr>
            <a:xfrm>
              <a:off x="1883856" y="5151625"/>
              <a:ext cx="211812" cy="39661"/>
              <a:chOff x="1883856" y="5151625"/>
              <a:chExt cx="211812" cy="39661"/>
            </a:xfrm>
          </p:grpSpPr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BA18C65A-F0BB-04AA-3770-96BF0C9FC9FB}"/>
                  </a:ext>
                </a:extLst>
              </p:cNvPr>
              <p:cNvSpPr/>
              <p:nvPr/>
            </p:nvSpPr>
            <p:spPr>
              <a:xfrm>
                <a:off x="1883856" y="5171601"/>
                <a:ext cx="153909" cy="16451"/>
              </a:xfrm>
              <a:custGeom>
                <a:avLst/>
                <a:gdLst>
                  <a:gd name="connsiteX0" fmla="*/ 4 w 153909"/>
                  <a:gd name="connsiteY0" fmla="*/ 16855 h 16451"/>
                  <a:gd name="connsiteX1" fmla="*/ 153914 w 153909"/>
                  <a:gd name="connsiteY1" fmla="*/ 403 h 16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3909" h="16451">
                    <a:moveTo>
                      <a:pt x="4" y="16855"/>
                    </a:moveTo>
                    <a:cubicBezTo>
                      <a:pt x="50718" y="11761"/>
                      <a:pt x="102458" y="6233"/>
                      <a:pt x="153914" y="403"/>
                    </a:cubicBezTo>
                  </a:path>
                </a:pathLst>
              </a:custGeom>
              <a:noFill/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868FD8FD-CD26-0B14-0DBD-5E8F5BC1A31C}"/>
                  </a:ext>
                </a:extLst>
              </p:cNvPr>
              <p:cNvSpPr/>
              <p:nvPr/>
            </p:nvSpPr>
            <p:spPr>
              <a:xfrm>
                <a:off x="2036745" y="5151625"/>
                <a:ext cx="58923" cy="39661"/>
              </a:xfrm>
              <a:custGeom>
                <a:avLst/>
                <a:gdLst>
                  <a:gd name="connsiteX0" fmla="*/ 4 w 58923"/>
                  <a:gd name="connsiteY0" fmla="*/ 403 h 39661"/>
                  <a:gd name="connsiteX1" fmla="*/ 58927 w 58923"/>
                  <a:gd name="connsiteY1" fmla="*/ 13683 h 39661"/>
                  <a:gd name="connsiteX2" fmla="*/ 4588 w 58923"/>
                  <a:gd name="connsiteY2" fmla="*/ 40065 h 39661"/>
                  <a:gd name="connsiteX3" fmla="*/ 4 w 58923"/>
                  <a:gd name="connsiteY3" fmla="*/ 403 h 39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923" h="39661">
                    <a:moveTo>
                      <a:pt x="4" y="403"/>
                    </a:moveTo>
                    <a:lnTo>
                      <a:pt x="58927" y="13683"/>
                    </a:lnTo>
                    <a:lnTo>
                      <a:pt x="4588" y="40065"/>
                    </a:lnTo>
                    <a:lnTo>
                      <a:pt x="4" y="403"/>
                    </a:lnTo>
                    <a:close/>
                  </a:path>
                </a:pathLst>
              </a:custGeom>
              <a:solidFill>
                <a:srgbClr val="000000"/>
              </a:solidFill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</p:grpSp>
        <p:grpSp>
          <p:nvGrpSpPr>
            <p:cNvPr id="91" name="Graphic 2">
              <a:extLst>
                <a:ext uri="{FF2B5EF4-FFF2-40B4-BE49-F238E27FC236}">
                  <a16:creationId xmlns:a16="http://schemas.microsoft.com/office/drawing/2014/main" id="{E92D0125-CA81-19DA-99A4-84E854A46D99}"/>
                </a:ext>
              </a:extLst>
            </p:cNvPr>
            <p:cNvGrpSpPr/>
            <p:nvPr/>
          </p:nvGrpSpPr>
          <p:grpSpPr>
            <a:xfrm>
              <a:off x="1152417" y="4580706"/>
              <a:ext cx="412862" cy="143382"/>
              <a:chOff x="1152417" y="4580706"/>
              <a:chExt cx="412862" cy="143382"/>
            </a:xfrm>
          </p:grpSpPr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8BBCF990-0FF8-3492-0367-F475A4E6AB5E}"/>
                  </a:ext>
                </a:extLst>
              </p:cNvPr>
              <p:cNvSpPr/>
              <p:nvPr/>
            </p:nvSpPr>
            <p:spPr>
              <a:xfrm>
                <a:off x="1152417" y="4580706"/>
                <a:ext cx="387795" cy="143382"/>
              </a:xfrm>
              <a:custGeom>
                <a:avLst/>
                <a:gdLst>
                  <a:gd name="connsiteX0" fmla="*/ 4 w 387795"/>
                  <a:gd name="connsiteY0" fmla="*/ 143786 h 143382"/>
                  <a:gd name="connsiteX1" fmla="*/ 206435 w 387795"/>
                  <a:gd name="connsiteY1" fmla="*/ 403 h 143382"/>
                  <a:gd name="connsiteX2" fmla="*/ 387800 w 387795"/>
                  <a:gd name="connsiteY2" fmla="*/ 90662 h 143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87795" h="143382">
                    <a:moveTo>
                      <a:pt x="4" y="143786"/>
                    </a:moveTo>
                    <a:cubicBezTo>
                      <a:pt x="27527" y="59226"/>
                      <a:pt x="96342" y="403"/>
                      <a:pt x="206435" y="403"/>
                    </a:cubicBezTo>
                    <a:cubicBezTo>
                      <a:pt x="291588" y="403"/>
                      <a:pt x="352044" y="35593"/>
                      <a:pt x="387800" y="90662"/>
                    </a:cubicBezTo>
                  </a:path>
                </a:pathLst>
              </a:custGeom>
              <a:noFill/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E5291CBA-E31F-2196-C333-175AEDD67051}"/>
                  </a:ext>
                </a:extLst>
              </p:cNvPr>
              <p:cNvSpPr/>
              <p:nvPr/>
            </p:nvSpPr>
            <p:spPr>
              <a:xfrm>
                <a:off x="1522899" y="4663983"/>
                <a:ext cx="42379" cy="60106"/>
              </a:xfrm>
              <a:custGeom>
                <a:avLst/>
                <a:gdLst>
                  <a:gd name="connsiteX0" fmla="*/ 36090 w 42379"/>
                  <a:gd name="connsiteY0" fmla="*/ 403 h 60106"/>
                  <a:gd name="connsiteX1" fmla="*/ 42384 w 42379"/>
                  <a:gd name="connsiteY1" fmla="*/ 60510 h 60106"/>
                  <a:gd name="connsiteX2" fmla="*/ 4 w 42379"/>
                  <a:gd name="connsiteY2" fmla="*/ 17448 h 60106"/>
                  <a:gd name="connsiteX3" fmla="*/ 36090 w 42379"/>
                  <a:gd name="connsiteY3" fmla="*/ 403 h 60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379" h="60106">
                    <a:moveTo>
                      <a:pt x="36090" y="403"/>
                    </a:moveTo>
                    <a:lnTo>
                      <a:pt x="42384" y="60510"/>
                    </a:lnTo>
                    <a:lnTo>
                      <a:pt x="4" y="17448"/>
                    </a:lnTo>
                    <a:lnTo>
                      <a:pt x="36090" y="403"/>
                    </a:lnTo>
                    <a:close/>
                  </a:path>
                </a:pathLst>
              </a:custGeom>
              <a:solidFill>
                <a:srgbClr val="000000"/>
              </a:solidFill>
              <a:ln w="5694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LID4096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9543CC5A-8116-CB51-1A3F-D0F00B5BFC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6891726"/>
                  </p:ext>
                </p:extLst>
              </p:nvPr>
            </p:nvGraphicFramePr>
            <p:xfrm>
              <a:off x="5191401" y="4573188"/>
              <a:ext cx="3523250" cy="91440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704650">
                      <a:extLst>
                        <a:ext uri="{9D8B030D-6E8A-4147-A177-3AD203B41FA5}">
                          <a16:colId xmlns:a16="http://schemas.microsoft.com/office/drawing/2014/main" val="4014949827"/>
                        </a:ext>
                      </a:extLst>
                    </a:gridCol>
                    <a:gridCol w="704650">
                      <a:extLst>
                        <a:ext uri="{9D8B030D-6E8A-4147-A177-3AD203B41FA5}">
                          <a16:colId xmlns:a16="http://schemas.microsoft.com/office/drawing/2014/main" val="2913614619"/>
                        </a:ext>
                      </a:extLst>
                    </a:gridCol>
                    <a:gridCol w="704650">
                      <a:extLst>
                        <a:ext uri="{9D8B030D-6E8A-4147-A177-3AD203B41FA5}">
                          <a16:colId xmlns:a16="http://schemas.microsoft.com/office/drawing/2014/main" val="4086225922"/>
                        </a:ext>
                      </a:extLst>
                    </a:gridCol>
                    <a:gridCol w="704650">
                      <a:extLst>
                        <a:ext uri="{9D8B030D-6E8A-4147-A177-3AD203B41FA5}">
                          <a16:colId xmlns:a16="http://schemas.microsoft.com/office/drawing/2014/main" val="1199360343"/>
                        </a:ext>
                      </a:extLst>
                    </a:gridCol>
                    <a:gridCol w="704650">
                      <a:extLst>
                        <a:ext uri="{9D8B030D-6E8A-4147-A177-3AD203B41FA5}">
                          <a16:colId xmlns:a16="http://schemas.microsoft.com/office/drawing/2014/main" val="350368630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1200" b="0" smtClean="0"/>
                                  <m:t>𝑎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¬</m:t>
                                </m:r>
                                <m:r>
                                  <a:rPr lang="en-US" sz="1200" b="0" smtClean="0"/>
                                  <m:t>𝑏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1200" b="0" smtClean="0"/>
                                  <m:t>𝑎</m:t>
                                </m:r>
                                <m:r>
                                  <a:rPr lang="en-US" sz="1200" b="0" smtClean="0"/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smtClean="0"/>
                                  <m:t>U</m:t>
                                </m:r>
                                <m:r>
                                  <a:rPr lang="en-US" sz="1200" b="0" smtClean="0"/>
                                  <m:t> </m:t>
                                </m:r>
                                <m:r>
                                  <a:rPr lang="en-US" sz="1200" b="0" smtClean="0"/>
                                  <m:t>𝑏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𝑎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¬</m:t>
                                </m:r>
                                <m:r>
                                  <a:rPr lang="en-US" sz="1200" b="0" smtClean="0"/>
                                  <m:t>𝑏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𝑎</m:t>
                                </m:r>
                                <m:r>
                                  <a:rPr lang="en-US" sz="1200" b="0" smtClean="0"/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smtClean="0"/>
                                  <m:t>U</m:t>
                                </m:r>
                                <m:r>
                                  <a:rPr lang="en-US" sz="1200" b="0" smtClean="0"/>
                                  <m:t> </m:t>
                                </m:r>
                                <m:r>
                                  <a:rPr lang="en-US" sz="1200" b="0" smtClean="0"/>
                                  <m:t>𝑏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𝑎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¬</m:t>
                                </m:r>
                                <m:r>
                                  <a:rPr lang="en-US" sz="1200" b="0" smtClean="0"/>
                                  <m:t>𝑏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𝑎</m:t>
                                </m:r>
                                <m:r>
                                  <a:rPr lang="en-US" sz="1200" b="0" smtClean="0"/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smtClean="0"/>
                                  <m:t>U</m:t>
                                </m:r>
                                <m:r>
                                  <a:rPr lang="en-US" sz="1200" b="0" smtClean="0"/>
                                  <m:t> </m:t>
                                </m:r>
                                <m:r>
                                  <a:rPr lang="en-US" sz="1200" b="0" smtClean="0"/>
                                  <m:t>𝑏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𝑎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¬</m:t>
                                </m:r>
                                <m:r>
                                  <a:rPr lang="en-US" sz="1200" b="0" smtClean="0"/>
                                  <m:t>𝑏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𝑎</m:t>
                                </m:r>
                                <m:r>
                                  <a:rPr lang="en-US" sz="1200" b="0" smtClean="0"/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smtClean="0"/>
                                  <m:t>U</m:t>
                                </m:r>
                                <m:r>
                                  <a:rPr lang="en-US" sz="1200" b="0" smtClean="0"/>
                                  <m:t> </m:t>
                                </m:r>
                                <m:r>
                                  <a:rPr lang="en-US" sz="1200" b="0" smtClean="0"/>
                                  <m:t>𝑏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𝑎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¬</m:t>
                                </m:r>
                                <m:r>
                                  <a:rPr lang="en-US" sz="1200" b="0" smtClean="0"/>
                                  <m:t>𝑏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𝑎</m:t>
                                </m:r>
                                <m:r>
                                  <a:rPr lang="en-US" sz="1200" b="0" smtClean="0"/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200" b="0" smtClean="0"/>
                                  <m:t>U</m:t>
                                </m:r>
                                <m:r>
                                  <a:rPr lang="en-US" sz="1200" b="0" smtClean="0"/>
                                  <m:t> </m:t>
                                </m:r>
                                <m:r>
                                  <a:rPr lang="en-US" sz="1200" b="0" smtClean="0"/>
                                  <m:t>𝑏</m:t>
                                </m:r>
                              </m:oMath>
                            </m:oMathPara>
                          </a14:m>
                          <a:endParaRPr lang="en-US" sz="12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94660187"/>
                      </a:ext>
                    </a:extLst>
                  </a:tr>
                  <a:tr h="26834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dirty="0" smtClean="0"/>
                                  <m:t>{}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{</m:t>
                                </m:r>
                                <m:r>
                                  <a:rPr lang="en-US" sz="1200" b="0" smtClean="0"/>
                                  <m:t>𝑎</m:t>
                                </m:r>
                                <m:r>
                                  <a:rPr lang="en-US" sz="1200" b="0" smtClean="0"/>
                                  <m:t>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b="0" smtClean="0"/>
                                  <m:t>{</m:t>
                                </m:r>
                                <m:r>
                                  <a:rPr lang="en-US" sz="1200" b="0" smtClean="0"/>
                                  <m:t>𝑎</m:t>
                                </m:r>
                                <m:r>
                                  <a:rPr lang="en-US" sz="1200" b="0" smtClean="0"/>
                                  <m:t>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dirty="0" smtClean="0"/>
                                  <m:t>{</m:t>
                                </m:r>
                                <m:r>
                                  <a:rPr lang="en-US" sz="1200" b="0" dirty="0" smtClean="0"/>
                                  <m:t>𝑎</m:t>
                                </m:r>
                                <m:r>
                                  <a:rPr lang="en-US" sz="1200" dirty="0" smtClean="0"/>
                                  <m:t>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200" dirty="0" smtClean="0"/>
                                  <m:t>{</m:t>
                                </m:r>
                                <m:r>
                                  <a:rPr lang="en-US" sz="1200" b="0" dirty="0" smtClean="0"/>
                                  <m:t>𝑎</m:t>
                                </m:r>
                                <m:r>
                                  <a:rPr lang="en-US" sz="1200" dirty="0" smtClean="0"/>
                                  <m:t>}</m:t>
                                </m:r>
                              </m:oMath>
                            </m:oMathPara>
                          </a14:m>
                          <a:endParaRPr lang="LID4096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0671155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1" name="Table 30">
                <a:extLst>
                  <a:ext uri="{FF2B5EF4-FFF2-40B4-BE49-F238E27FC236}">
                    <a16:creationId xmlns:a16="http://schemas.microsoft.com/office/drawing/2014/main" id="{9543CC5A-8116-CB51-1A3F-D0F00B5BFC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96891726"/>
                  </p:ext>
                </p:extLst>
              </p:nvPr>
            </p:nvGraphicFramePr>
            <p:xfrm>
              <a:off x="5191401" y="4573188"/>
              <a:ext cx="3523250" cy="914400"/>
            </p:xfrm>
            <a:graphic>
              <a:graphicData uri="http://schemas.openxmlformats.org/drawingml/2006/table">
                <a:tbl>
                  <a:tblPr firstRow="1" bandRow="1">
                    <a:tableStyleId>{00A15C55-8517-42AA-B614-E9B94910E393}</a:tableStyleId>
                  </a:tblPr>
                  <a:tblGrid>
                    <a:gridCol w="704650">
                      <a:extLst>
                        <a:ext uri="{9D8B030D-6E8A-4147-A177-3AD203B41FA5}">
                          <a16:colId xmlns:a16="http://schemas.microsoft.com/office/drawing/2014/main" val="4014949827"/>
                        </a:ext>
                      </a:extLst>
                    </a:gridCol>
                    <a:gridCol w="704650">
                      <a:extLst>
                        <a:ext uri="{9D8B030D-6E8A-4147-A177-3AD203B41FA5}">
                          <a16:colId xmlns:a16="http://schemas.microsoft.com/office/drawing/2014/main" val="2913614619"/>
                        </a:ext>
                      </a:extLst>
                    </a:gridCol>
                    <a:gridCol w="704650">
                      <a:extLst>
                        <a:ext uri="{9D8B030D-6E8A-4147-A177-3AD203B41FA5}">
                          <a16:colId xmlns:a16="http://schemas.microsoft.com/office/drawing/2014/main" val="4086225922"/>
                        </a:ext>
                      </a:extLst>
                    </a:gridCol>
                    <a:gridCol w="704650">
                      <a:extLst>
                        <a:ext uri="{9D8B030D-6E8A-4147-A177-3AD203B41FA5}">
                          <a16:colId xmlns:a16="http://schemas.microsoft.com/office/drawing/2014/main" val="1199360343"/>
                        </a:ext>
                      </a:extLst>
                    </a:gridCol>
                    <a:gridCol w="704650">
                      <a:extLst>
                        <a:ext uri="{9D8B030D-6E8A-4147-A177-3AD203B41FA5}">
                          <a16:colId xmlns:a16="http://schemas.microsoft.com/office/drawing/2014/main" val="350368630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4"/>
                          <a:stretch>
                            <a:fillRect l="-862" t="-943" r="-402586" b="-443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4"/>
                          <a:stretch>
                            <a:fillRect l="-100862" t="-943" r="-302586" b="-443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4"/>
                          <a:stretch>
                            <a:fillRect l="-202609" t="-943" r="-205217" b="-443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943" r="-103448" b="-443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943" r="-3448" b="-443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466018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4"/>
                          <a:stretch>
                            <a:fillRect l="-862" t="-237778" r="-402586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4"/>
                          <a:stretch>
                            <a:fillRect l="-100862" t="-237778" r="-302586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4"/>
                          <a:stretch>
                            <a:fillRect l="-202609" t="-237778" r="-205217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237778" r="-103448" b="-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4"/>
                          <a:stretch>
                            <a:fillRect l="-400000" t="-237778" r="-3448" b="-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671155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16F4C718-BD3A-989E-6448-81EFBFEFF1F0}"/>
              </a:ext>
            </a:extLst>
          </p:cNvPr>
          <p:cNvCxnSpPr>
            <a:cxnSpLocks/>
          </p:cNvCxnSpPr>
          <p:nvPr/>
        </p:nvCxnSpPr>
        <p:spPr>
          <a:xfrm flipV="1">
            <a:off x="310327" y="4559517"/>
            <a:ext cx="108096" cy="192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8EC6C37C-7CC5-B1C0-6E0D-1C021D36595E}"/>
              </a:ext>
            </a:extLst>
          </p:cNvPr>
          <p:cNvCxnSpPr>
            <a:cxnSpLocks/>
          </p:cNvCxnSpPr>
          <p:nvPr/>
        </p:nvCxnSpPr>
        <p:spPr>
          <a:xfrm flipH="1" flipV="1">
            <a:off x="1842343" y="4589407"/>
            <a:ext cx="90878" cy="184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BDFDEE84-4E90-B6C4-CA53-165368E1D0B2}"/>
              </a:ext>
            </a:extLst>
          </p:cNvPr>
          <p:cNvCxnSpPr>
            <a:cxnSpLocks/>
            <a:endCxn id="39" idx="3"/>
          </p:cNvCxnSpPr>
          <p:nvPr/>
        </p:nvCxnSpPr>
        <p:spPr>
          <a:xfrm flipH="1">
            <a:off x="5484703" y="4028641"/>
            <a:ext cx="169251" cy="51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870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">
        <p:dissolve/>
      </p:transition>
    </mc:Choice>
    <mc:Fallback>
      <p:transition>
        <p:dissolv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82B54ED-3693-B953-BC12-2C629A196C4C}"/>
              </a:ext>
            </a:extLst>
          </p:cNvPr>
          <p:cNvSpPr/>
          <p:nvPr/>
        </p:nvSpPr>
        <p:spPr>
          <a:xfrm>
            <a:off x="1828800" y="3429000"/>
            <a:ext cx="5257800" cy="304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6E07DFC-6805-6635-6A9C-929598968DC8}"/>
                  </a:ext>
                </a:extLst>
              </p:cNvPr>
              <p:cNvSpPr txBox="1"/>
              <p:nvPr/>
            </p:nvSpPr>
            <p:spPr>
              <a:xfrm>
                <a:off x="490195" y="820131"/>
                <a:ext cx="8435574" cy="22426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ניבחן ריצה מקבלת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𝐴</m:t>
                            </m:r>
                          </m:e>
                          <m:sub>
                            <m:r>
                              <m:rPr>
                                <m:brk m:alnAt="2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0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groupChr>
                      <m:groupChrPr>
                        <m:chr m:val="→"/>
                        <m:vertJc m:val="bot"/>
                        <m:ctrlP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sSubPr>
                          <m:e>
                            <m:r>
                              <m:rPr>
                                <m:brk m:alnAt="2"/>
                              </m:rPr>
                              <a:rPr lang="en-US" i="1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1</m:t>
                            </m:r>
                          </m:sub>
                        </m:sSub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…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של האוטומט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ונסמן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…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.</a:t>
                </a: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נניח,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באינדוקציה מבנית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Aft>
                    <a:spcPts val="1200"/>
                  </a:spcAft>
                </a:pPr>
                <a:r>
                  <a:rPr lang="he-IL" b="0">
                    <a:cs typeface="Gisha" panose="020B0502040204020203" pitchFamily="34" charset="-79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אם"ם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אם"ם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</m:oMath>
                </a14:m>
                <a:endParaRPr lang="LID4096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נוכיח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חלק מצעד האינדוקציה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algn="ctr" rtl="0">
                  <a:spcAft>
                    <a:spcPts val="1200"/>
                  </a:spcAft>
                </a:pP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U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sSub>
                      <m:sSubPr>
                        <m:ctrlPr>
                          <a:rPr lang="he-IL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he-IL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אם"ם   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U</m:t>
                    </m:r>
                    <m:r>
                      <a:rPr lang="en-US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he-IL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</m:oMath>
                </a14:m>
                <a:endParaRPr lang="he-IL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6E07DFC-6805-6635-6A9C-929598968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95" y="820131"/>
                <a:ext cx="8435574" cy="2242602"/>
              </a:xfrm>
              <a:prstGeom prst="rect">
                <a:avLst/>
              </a:prstGeom>
              <a:blipFill>
                <a:blip r:embed="rId3"/>
                <a:stretch>
                  <a:fillRect r="-578" b="-1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itle 1">
            <a:extLst>
              <a:ext uri="{FF2B5EF4-FFF2-40B4-BE49-F238E27FC236}">
                <a16:creationId xmlns:a16="http://schemas.microsoft.com/office/drawing/2014/main" id="{111E4960-7738-D2C1-A989-6BC223A42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-343016"/>
            <a:ext cx="7772400" cy="1143000"/>
          </a:xfrm>
        </p:spPr>
        <p:txBody>
          <a:bodyPr/>
          <a:lstStyle/>
          <a:p>
            <a:pPr algn="r" rtl="1"/>
            <a:r>
              <a:rPr lang="he-IL">
                <a:solidFill>
                  <a:schemeClr val="tx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נכונות הבניה (עיקר ההוכחה)</a:t>
            </a:r>
            <a:endParaRPr lang="en-US">
              <a:solidFill>
                <a:schemeClr val="tx2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3" name="Graphic 2" descr="Owl with solid fill">
            <a:extLst>
              <a:ext uri="{FF2B5EF4-FFF2-40B4-BE49-F238E27FC236}">
                <a16:creationId xmlns:a16="http://schemas.microsoft.com/office/drawing/2014/main" id="{21505DF7-F4C7-1734-343A-CB085FB176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9900" y="3162300"/>
            <a:ext cx="533400" cy="533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1917CD-85A3-C3DD-6334-1188A7902CB2}"/>
              </a:ext>
            </a:extLst>
          </p:cNvPr>
          <p:cNvSpPr txBox="1"/>
          <p:nvPr/>
        </p:nvSpPr>
        <p:spPr>
          <a:xfrm>
            <a:off x="2693508" y="3541752"/>
            <a:ext cx="4230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הוכיחו את שאר המקרים הנדרשים מה-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:BNF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36B6D9-5234-75A5-5A79-7101BD7380BF}"/>
                  </a:ext>
                </a:extLst>
              </p:cNvPr>
              <p:cNvSpPr txBox="1"/>
              <p:nvPr/>
            </p:nvSpPr>
            <p:spPr>
              <a:xfrm>
                <a:off x="2657475" y="5102375"/>
                <a:ext cx="34874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rtl="0">
                  <a:spcAft>
                    <a:spcPts val="1200"/>
                  </a:spcAft>
                </a:pP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    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אם"ם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¬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</m:oMath>
                </a14:m>
                <a:endParaRPr lang="he-IL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36B6D9-5234-75A5-5A79-7101BD738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475" y="5102375"/>
                <a:ext cx="3487493" cy="369332"/>
              </a:xfrm>
              <a:prstGeom prst="rect">
                <a:avLst/>
              </a:prstGeom>
              <a:blipFill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E916962-D565-7566-D40D-192185E61AFC}"/>
                  </a:ext>
                </a:extLst>
              </p:cNvPr>
              <p:cNvSpPr txBox="1"/>
              <p:nvPr/>
            </p:nvSpPr>
            <p:spPr>
              <a:xfrm>
                <a:off x="2057400" y="4137100"/>
                <a:ext cx="4569456" cy="408623"/>
              </a:xfrm>
              <a:prstGeom prst="round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∷=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  <a:sym typeface="Symbol"/>
                        </a:rPr>
                        <m:t>∧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¬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d>
                      <m:r>
                        <a:rPr lang="he-IL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 smtClean="0">
                          <a:solidFill>
                            <a:srgbClr val="0000FF"/>
                          </a:solidFill>
                          <a:latin typeface="cmsy10"/>
                        </a:rPr>
                        <m:t>°</m:t>
                      </m:r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sSub>
                        <m:sSubPr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U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Symbol"/>
                        </a:rPr>
                        <m:t> </m:t>
                      </m:r>
                      <m:sSub>
                        <m:sSubPr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E916962-D565-7566-D40D-192185E61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4137100"/>
                <a:ext cx="4569456" cy="408623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348A48-43A8-54AC-50DC-ED198B1A2867}"/>
                  </a:ext>
                </a:extLst>
              </p:cNvPr>
              <p:cNvSpPr txBox="1"/>
              <p:nvPr/>
            </p:nvSpPr>
            <p:spPr>
              <a:xfrm>
                <a:off x="2447925" y="5528822"/>
                <a:ext cx="41381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rtl="0">
                  <a:spcAft>
                    <a:spcPts val="1200"/>
                  </a:spcAft>
                </a:pP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∧ </m:t>
                    </m:r>
                    <m:sSub>
                      <m:sSubPr>
                        <m:ctrlPr>
                          <a:rPr lang="he-IL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he-IL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  </m:t>
                        </m:r>
                      </m:sub>
                    </m:sSub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אם"ם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∧</m:t>
                    </m:r>
                    <m:r>
                      <a:rPr lang="en-US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he-IL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</m:oMath>
                </a14:m>
                <a:endParaRPr lang="he-IL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348A48-43A8-54AC-50DC-ED198B1A2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25" y="5528822"/>
                <a:ext cx="4138184" cy="369332"/>
              </a:xfrm>
              <a:prstGeom prst="rect">
                <a:avLst/>
              </a:prstGeom>
              <a:blipFill>
                <a:blip r:embed="rId8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3E0A5A6-D18F-79AB-5A7C-6FCBA1B91F71}"/>
                  </a:ext>
                </a:extLst>
              </p:cNvPr>
              <p:cNvSpPr txBox="1"/>
              <p:nvPr/>
            </p:nvSpPr>
            <p:spPr>
              <a:xfrm>
                <a:off x="2615332" y="5955268"/>
                <a:ext cx="36670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rtl="0">
                  <a:spcAft>
                    <a:spcPts val="1200"/>
                  </a:spcAft>
                </a:pP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msy10"/>
                          </a:rPr>
                          <m:t>°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    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אם"ם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msy10"/>
                          </a:rPr>
                          <m:t>°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</m:oMath>
                </a14:m>
                <a:endParaRPr lang="he-IL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3E0A5A6-D18F-79AB-5A7C-6FCBA1B91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5332" y="5955268"/>
                <a:ext cx="3667030" cy="369332"/>
              </a:xfrm>
              <a:prstGeom prst="rect">
                <a:avLst/>
              </a:prstGeom>
              <a:blipFill>
                <a:blip r:embed="rId9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6C84F15-3503-B68B-835A-BBC658AC22DC}"/>
                  </a:ext>
                </a:extLst>
              </p:cNvPr>
              <p:cNvSpPr txBox="1"/>
              <p:nvPr/>
            </p:nvSpPr>
            <p:spPr>
              <a:xfrm>
                <a:off x="2933291" y="4675928"/>
                <a:ext cx="29549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 rtl="0">
                  <a:spcAft>
                    <a:spcPts val="1200"/>
                  </a:spcAft>
                </a:pP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𝑎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    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אם"ם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𝑎</m:t>
                    </m:r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</m:oMath>
                </a14:m>
                <a:endParaRPr lang="he-IL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6C84F15-3503-B68B-835A-BBC658AC2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3291" y="4675928"/>
                <a:ext cx="2954911" cy="369332"/>
              </a:xfrm>
              <a:prstGeom prst="rect">
                <a:avLst/>
              </a:prstGeom>
              <a:blipFill>
                <a:blip r:embed="rId10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353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111E4960-7738-D2C1-A989-6BC223A42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-343016"/>
            <a:ext cx="7772400" cy="1143000"/>
          </a:xfrm>
        </p:spPr>
        <p:txBody>
          <a:bodyPr/>
          <a:lstStyle/>
          <a:p>
            <a:pPr algn="r" rtl="1"/>
            <a:r>
              <a:rPr lang="he-IL">
                <a:solidFill>
                  <a:schemeClr val="tx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נכונות הבניה (עיקר ההוכחה)</a:t>
            </a:r>
            <a:endParaRPr lang="en-US">
              <a:solidFill>
                <a:schemeClr val="tx2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29C3176-EC29-AC46-CAF3-5A51824315A1}"/>
              </a:ext>
            </a:extLst>
          </p:cNvPr>
          <p:cNvCxnSpPr/>
          <p:nvPr/>
        </p:nvCxnSpPr>
        <p:spPr>
          <a:xfrm>
            <a:off x="146304" y="3007151"/>
            <a:ext cx="89976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712EED5-1034-4516-7ED0-CCCEA85D1543}"/>
              </a:ext>
            </a:extLst>
          </p:cNvPr>
          <p:cNvGrpSpPr/>
          <p:nvPr/>
        </p:nvGrpSpPr>
        <p:grpSpPr>
          <a:xfrm>
            <a:off x="3658101" y="3938169"/>
            <a:ext cx="418798" cy="202498"/>
            <a:chOff x="3067986" y="5018739"/>
            <a:chExt cx="418798" cy="202498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8644F9A-E5D2-9E94-52B5-93DFB8D4DDCE}"/>
                </a:ext>
              </a:extLst>
            </p:cNvPr>
            <p:cNvSpPr/>
            <p:nvPr/>
          </p:nvSpPr>
          <p:spPr>
            <a:xfrm flipV="1">
              <a:off x="3067986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78CFF31A-6627-377A-8C48-87D410F0A78B}"/>
                </a:ext>
              </a:extLst>
            </p:cNvPr>
            <p:cNvSpPr/>
            <p:nvPr/>
          </p:nvSpPr>
          <p:spPr>
            <a:xfrm flipV="1">
              <a:off x="3279867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A36D540-B207-9C77-1A4D-C86DDF659483}"/>
              </a:ext>
            </a:extLst>
          </p:cNvPr>
          <p:cNvGrpSpPr/>
          <p:nvPr/>
        </p:nvGrpSpPr>
        <p:grpSpPr>
          <a:xfrm>
            <a:off x="3099224" y="3938169"/>
            <a:ext cx="418798" cy="202498"/>
            <a:chOff x="2449880" y="5018739"/>
            <a:chExt cx="418798" cy="202498"/>
          </a:xfrm>
        </p:grpSpPr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47F19E4-403D-E8BD-B0ED-72DE94F29187}"/>
                </a:ext>
              </a:extLst>
            </p:cNvPr>
            <p:cNvSpPr/>
            <p:nvPr/>
          </p:nvSpPr>
          <p:spPr>
            <a:xfrm flipV="1">
              <a:off x="2449880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F6BC0A8-FA57-A2A0-5574-CD78F044DBD8}"/>
                </a:ext>
              </a:extLst>
            </p:cNvPr>
            <p:cNvSpPr/>
            <p:nvPr/>
          </p:nvSpPr>
          <p:spPr>
            <a:xfrm flipV="1">
              <a:off x="2661761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0B0546B-7C70-F4E3-27CE-4E960992255A}"/>
              </a:ext>
            </a:extLst>
          </p:cNvPr>
          <p:cNvGrpSpPr/>
          <p:nvPr/>
        </p:nvGrpSpPr>
        <p:grpSpPr>
          <a:xfrm>
            <a:off x="4216978" y="3938169"/>
            <a:ext cx="418798" cy="202498"/>
            <a:chOff x="3734009" y="5018739"/>
            <a:chExt cx="418798" cy="202498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E8BC79E-FC3B-3238-340A-F08C201C56B8}"/>
                </a:ext>
              </a:extLst>
            </p:cNvPr>
            <p:cNvSpPr/>
            <p:nvPr/>
          </p:nvSpPr>
          <p:spPr>
            <a:xfrm flipV="1">
              <a:off x="3734009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67133F25-C806-4A61-47B1-9393B90AF285}"/>
                </a:ext>
              </a:extLst>
            </p:cNvPr>
            <p:cNvSpPr/>
            <p:nvPr/>
          </p:nvSpPr>
          <p:spPr>
            <a:xfrm flipV="1">
              <a:off x="3945890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C64FDC66-AEB4-C8B2-4268-861708F68CCC}"/>
              </a:ext>
            </a:extLst>
          </p:cNvPr>
          <p:cNvGrpSpPr/>
          <p:nvPr/>
        </p:nvGrpSpPr>
        <p:grpSpPr>
          <a:xfrm>
            <a:off x="6452485" y="3938169"/>
            <a:ext cx="418798" cy="202498"/>
            <a:chOff x="5743707" y="5018739"/>
            <a:chExt cx="418798" cy="202498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F8A8D613-0E6B-3080-C0AB-501F3D49B7E1}"/>
                </a:ext>
              </a:extLst>
            </p:cNvPr>
            <p:cNvSpPr/>
            <p:nvPr/>
          </p:nvSpPr>
          <p:spPr>
            <a:xfrm flipV="1">
              <a:off x="5743707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C7FA66D5-1AF3-65D4-BEDF-009790FD675D}"/>
                </a:ext>
              </a:extLst>
            </p:cNvPr>
            <p:cNvSpPr/>
            <p:nvPr/>
          </p:nvSpPr>
          <p:spPr>
            <a:xfrm flipV="1">
              <a:off x="5955588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4FD4179-D0E9-FCA7-5AB3-A88BE2CA3D51}"/>
              </a:ext>
            </a:extLst>
          </p:cNvPr>
          <p:cNvGrpSpPr/>
          <p:nvPr/>
        </p:nvGrpSpPr>
        <p:grpSpPr>
          <a:xfrm>
            <a:off x="5893608" y="3938169"/>
            <a:ext cx="418798" cy="202498"/>
            <a:chOff x="5125601" y="5018739"/>
            <a:chExt cx="418798" cy="202498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0A558E02-9570-830D-EB19-57744E160540}"/>
                </a:ext>
              </a:extLst>
            </p:cNvPr>
            <p:cNvSpPr/>
            <p:nvPr/>
          </p:nvSpPr>
          <p:spPr>
            <a:xfrm flipV="1">
              <a:off x="5125601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9C2F368-C487-736C-CE59-DC65B60EE07E}"/>
                </a:ext>
              </a:extLst>
            </p:cNvPr>
            <p:cNvSpPr/>
            <p:nvPr/>
          </p:nvSpPr>
          <p:spPr>
            <a:xfrm flipV="1">
              <a:off x="5337482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6BD2D1C-0BB2-608E-04BA-FAB89D640D5A}"/>
              </a:ext>
            </a:extLst>
          </p:cNvPr>
          <p:cNvGrpSpPr/>
          <p:nvPr/>
        </p:nvGrpSpPr>
        <p:grpSpPr>
          <a:xfrm>
            <a:off x="7011362" y="3938169"/>
            <a:ext cx="418798" cy="202498"/>
            <a:chOff x="6361813" y="5018739"/>
            <a:chExt cx="418798" cy="202498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4E1843C0-C320-55B8-FAA6-58CAA7996C20}"/>
                </a:ext>
              </a:extLst>
            </p:cNvPr>
            <p:cNvSpPr/>
            <p:nvPr/>
          </p:nvSpPr>
          <p:spPr>
            <a:xfrm flipV="1">
              <a:off x="6361813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1E891A18-8692-0EB8-8EE3-3CEEF29118C7}"/>
                </a:ext>
              </a:extLst>
            </p:cNvPr>
            <p:cNvSpPr/>
            <p:nvPr/>
          </p:nvSpPr>
          <p:spPr>
            <a:xfrm flipV="1">
              <a:off x="6573694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0E63E2A-0087-2749-18F7-29BA3BD6B456}"/>
              </a:ext>
            </a:extLst>
          </p:cNvPr>
          <p:cNvGrpSpPr/>
          <p:nvPr/>
        </p:nvGrpSpPr>
        <p:grpSpPr>
          <a:xfrm>
            <a:off x="7570238" y="3938169"/>
            <a:ext cx="418797" cy="202498"/>
            <a:chOff x="6943537" y="5018739"/>
            <a:chExt cx="418797" cy="202498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913D8065-2C32-D878-8F28-46BAEC240DA2}"/>
                </a:ext>
              </a:extLst>
            </p:cNvPr>
            <p:cNvSpPr/>
            <p:nvPr/>
          </p:nvSpPr>
          <p:spPr>
            <a:xfrm flipV="1">
              <a:off x="6943537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C4AB3DA-68E9-D3E6-CE3E-EAFE155BE9C7}"/>
                </a:ext>
              </a:extLst>
            </p:cNvPr>
            <p:cNvSpPr/>
            <p:nvPr/>
          </p:nvSpPr>
          <p:spPr>
            <a:xfrm flipV="1">
              <a:off x="7155417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57426B45-4593-5376-259E-1A0DEF0DD680}"/>
              </a:ext>
            </a:extLst>
          </p:cNvPr>
          <p:cNvGrpSpPr/>
          <p:nvPr/>
        </p:nvGrpSpPr>
        <p:grpSpPr>
          <a:xfrm>
            <a:off x="4775855" y="3938169"/>
            <a:ext cx="418798" cy="202498"/>
            <a:chOff x="4258965" y="5018739"/>
            <a:chExt cx="418798" cy="202498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175893A-5476-5424-4239-77E3EC3A4FF8}"/>
                </a:ext>
              </a:extLst>
            </p:cNvPr>
            <p:cNvSpPr/>
            <p:nvPr/>
          </p:nvSpPr>
          <p:spPr>
            <a:xfrm flipV="1">
              <a:off x="4258965" y="5018739"/>
              <a:ext cx="206917" cy="202498"/>
            </a:xfrm>
            <a:prstGeom prst="rect">
              <a:avLst/>
            </a:prstGeom>
            <a:solidFill>
              <a:schemeClr val="accent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8A0B77DC-7541-28B0-54B8-25FC348D24C3}"/>
                </a:ext>
              </a:extLst>
            </p:cNvPr>
            <p:cNvSpPr/>
            <p:nvPr/>
          </p:nvSpPr>
          <p:spPr>
            <a:xfrm flipV="1">
              <a:off x="4470846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7C72F05A-D07C-FAD6-C942-601CF80ABD5F}"/>
              </a:ext>
            </a:extLst>
          </p:cNvPr>
          <p:cNvGrpSpPr/>
          <p:nvPr/>
        </p:nvGrpSpPr>
        <p:grpSpPr>
          <a:xfrm>
            <a:off x="5334732" y="3938169"/>
            <a:ext cx="418797" cy="202498"/>
            <a:chOff x="4707827" y="5018739"/>
            <a:chExt cx="418797" cy="202498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6B9810B6-4C59-C582-AC9C-94772954D398}"/>
                </a:ext>
              </a:extLst>
            </p:cNvPr>
            <p:cNvSpPr/>
            <p:nvPr/>
          </p:nvSpPr>
          <p:spPr>
            <a:xfrm flipV="1">
              <a:off x="4707827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2DC65022-0968-5877-B49D-8C62485B1196}"/>
                </a:ext>
              </a:extLst>
            </p:cNvPr>
            <p:cNvSpPr/>
            <p:nvPr/>
          </p:nvSpPr>
          <p:spPr>
            <a:xfrm flipV="1">
              <a:off x="4919707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5BCB87B4-C497-DFD5-8CD1-0FB91015E663}"/>
              </a:ext>
            </a:extLst>
          </p:cNvPr>
          <p:cNvGrpSpPr/>
          <p:nvPr/>
        </p:nvGrpSpPr>
        <p:grpSpPr>
          <a:xfrm>
            <a:off x="2540347" y="3938169"/>
            <a:ext cx="418798" cy="202498"/>
            <a:chOff x="1850586" y="5018739"/>
            <a:chExt cx="418798" cy="202498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4BEB36F0-BDD0-6B22-C87F-36FC618B11E1}"/>
                </a:ext>
              </a:extLst>
            </p:cNvPr>
            <p:cNvSpPr/>
            <p:nvPr/>
          </p:nvSpPr>
          <p:spPr>
            <a:xfrm flipV="1">
              <a:off x="1850586" y="5018739"/>
              <a:ext cx="206917" cy="202498"/>
            </a:xfrm>
            <a:prstGeom prst="rect">
              <a:avLst/>
            </a:prstGeom>
            <a:solidFill>
              <a:schemeClr val="accent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FCFD4718-FDF2-92D5-2D33-ECF7B41ADDDC}"/>
                </a:ext>
              </a:extLst>
            </p:cNvPr>
            <p:cNvSpPr/>
            <p:nvPr/>
          </p:nvSpPr>
          <p:spPr>
            <a:xfrm flipV="1">
              <a:off x="2062467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3582568-5142-24AA-482E-6B8C474BC89A}"/>
              </a:ext>
            </a:extLst>
          </p:cNvPr>
          <p:cNvGrpSpPr/>
          <p:nvPr/>
        </p:nvGrpSpPr>
        <p:grpSpPr>
          <a:xfrm>
            <a:off x="1981471" y="3938169"/>
            <a:ext cx="418797" cy="202498"/>
            <a:chOff x="1305578" y="5018739"/>
            <a:chExt cx="418797" cy="202498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5FB45E77-76A2-8E4D-8CD2-50D372FAB858}"/>
                </a:ext>
              </a:extLst>
            </p:cNvPr>
            <p:cNvSpPr/>
            <p:nvPr/>
          </p:nvSpPr>
          <p:spPr>
            <a:xfrm flipV="1">
              <a:off x="1305578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CBA55869-C427-0BF6-091F-06109CA5FF2A}"/>
                </a:ext>
              </a:extLst>
            </p:cNvPr>
            <p:cNvSpPr/>
            <p:nvPr/>
          </p:nvSpPr>
          <p:spPr>
            <a:xfrm flipV="1">
              <a:off x="1517458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E4E7EBC6-2E4B-45BD-FAF9-CC59873603D2}"/>
              </a:ext>
            </a:extLst>
          </p:cNvPr>
          <p:cNvGrpSpPr/>
          <p:nvPr/>
        </p:nvGrpSpPr>
        <p:grpSpPr>
          <a:xfrm>
            <a:off x="1422595" y="3938169"/>
            <a:ext cx="418797" cy="202498"/>
            <a:chOff x="795894" y="5018739"/>
            <a:chExt cx="418797" cy="202498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1D466158-4EEE-0FDC-C8F3-841C1592E277}"/>
                </a:ext>
              </a:extLst>
            </p:cNvPr>
            <p:cNvSpPr/>
            <p:nvPr/>
          </p:nvSpPr>
          <p:spPr>
            <a:xfrm flipV="1">
              <a:off x="795894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764C404D-9AFC-6C85-71DC-6EB879007B41}"/>
                </a:ext>
              </a:extLst>
            </p:cNvPr>
            <p:cNvSpPr/>
            <p:nvPr/>
          </p:nvSpPr>
          <p:spPr>
            <a:xfrm flipV="1">
              <a:off x="1007774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62C503C-F30F-FE9B-A929-F57B891A85A2}"/>
              </a:ext>
            </a:extLst>
          </p:cNvPr>
          <p:cNvGrpSpPr/>
          <p:nvPr/>
        </p:nvGrpSpPr>
        <p:grpSpPr>
          <a:xfrm>
            <a:off x="198525" y="4534935"/>
            <a:ext cx="1579262" cy="992430"/>
            <a:chOff x="6409773" y="5213023"/>
            <a:chExt cx="2468762" cy="1561304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188122DE-833D-CAB8-C1D4-8C8D4C2CBF9B}"/>
                </a:ext>
              </a:extLst>
            </p:cNvPr>
            <p:cNvSpPr/>
            <p:nvPr/>
          </p:nvSpPr>
          <p:spPr>
            <a:xfrm>
              <a:off x="6409773" y="5213023"/>
              <a:ext cx="2468762" cy="15005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400">
                <a:solidFill>
                  <a:schemeClr val="bg1"/>
                </a:solidFill>
              </a:endParaRPr>
            </a:p>
          </p:txBody>
        </p: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F49F15D5-8FE1-9946-2FCD-7BCFDBF2DFAF}"/>
                </a:ext>
              </a:extLst>
            </p:cNvPr>
            <p:cNvGrpSpPr/>
            <p:nvPr/>
          </p:nvGrpSpPr>
          <p:grpSpPr>
            <a:xfrm>
              <a:off x="6601232" y="5313243"/>
              <a:ext cx="2265341" cy="411567"/>
              <a:chOff x="6342936" y="5540057"/>
              <a:chExt cx="2265341" cy="415683"/>
            </a:xfrm>
          </p:grpSpPr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CF3B7DE2-C5C6-101B-13D6-EE2F3A548810}"/>
                  </a:ext>
                </a:extLst>
              </p:cNvPr>
              <p:cNvGrpSpPr/>
              <p:nvPr/>
            </p:nvGrpSpPr>
            <p:grpSpPr>
              <a:xfrm>
                <a:off x="6342936" y="5592697"/>
                <a:ext cx="418797" cy="202498"/>
                <a:chOff x="6943537" y="5018739"/>
                <a:chExt cx="418797" cy="202498"/>
              </a:xfrm>
            </p:grpSpPr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24C1F246-3AED-2F9D-1104-900A5ACEE817}"/>
                    </a:ext>
                  </a:extLst>
                </p:cNvPr>
                <p:cNvSpPr/>
                <p:nvPr/>
              </p:nvSpPr>
              <p:spPr>
                <a:xfrm flipV="1">
                  <a:off x="6943537" y="5018739"/>
                  <a:ext cx="206917" cy="202498"/>
                </a:xfrm>
                <a:prstGeom prst="rect">
                  <a:avLst/>
                </a:prstGeom>
                <a:solidFill>
                  <a:srgbClr val="00B050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  <p:sp>
              <p:nvSpPr>
                <p:cNvPr id="142" name="Rectangle 141">
                  <a:extLst>
                    <a:ext uri="{FF2B5EF4-FFF2-40B4-BE49-F238E27FC236}">
                      <a16:creationId xmlns:a16="http://schemas.microsoft.com/office/drawing/2014/main" id="{F2FBDA05-0F2A-4E99-7722-ADE7AF0339CD}"/>
                    </a:ext>
                  </a:extLst>
                </p:cNvPr>
                <p:cNvSpPr/>
                <p:nvPr/>
              </p:nvSpPr>
              <p:spPr>
                <a:xfrm flipV="1">
                  <a:off x="7155417" y="5018739"/>
                  <a:ext cx="206917" cy="202498"/>
                </a:xfrm>
                <a:prstGeom prst="rect">
                  <a:avLst/>
                </a:prstGeom>
                <a:solidFill>
                  <a:srgbClr val="00B050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D1F7DDC1-AFD0-5EA3-BE16-47E292AD8C54}"/>
                      </a:ext>
                    </a:extLst>
                  </p:cNvPr>
                  <p:cNvSpPr txBox="1"/>
                  <p:nvPr/>
                </p:nvSpPr>
                <p:spPr>
                  <a:xfrm>
                    <a:off x="6865190" y="5540057"/>
                    <a:ext cx="1743087" cy="4156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 rt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LID4096" sz="1100"/>
                  </a:p>
                </p:txBody>
              </p:sp>
            </mc:Choice>
            <mc:Fallback xmlns="">
              <p:sp>
                <p:nvSpPr>
                  <p:cNvPr id="140" name="TextBox 139">
                    <a:extLst>
                      <a:ext uri="{FF2B5EF4-FFF2-40B4-BE49-F238E27FC236}">
                        <a16:creationId xmlns:a16="http://schemas.microsoft.com/office/drawing/2014/main" id="{D1F7DDC1-AFD0-5EA3-BE16-47E292AD8C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5190" y="5540057"/>
                    <a:ext cx="1743087" cy="41568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D06085DC-B4A2-0E75-F5A4-9603D69FC235}"/>
                </a:ext>
              </a:extLst>
            </p:cNvPr>
            <p:cNvGrpSpPr/>
            <p:nvPr/>
          </p:nvGrpSpPr>
          <p:grpSpPr>
            <a:xfrm>
              <a:off x="6601232" y="5664106"/>
              <a:ext cx="2267846" cy="411568"/>
              <a:chOff x="6342936" y="5540057"/>
              <a:chExt cx="2267846" cy="415684"/>
            </a:xfrm>
          </p:grpSpPr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E5AFAAF2-FD62-CAD3-FCE1-32171164896D}"/>
                  </a:ext>
                </a:extLst>
              </p:cNvPr>
              <p:cNvGrpSpPr/>
              <p:nvPr/>
            </p:nvGrpSpPr>
            <p:grpSpPr>
              <a:xfrm>
                <a:off x="6342936" y="5592697"/>
                <a:ext cx="418797" cy="202498"/>
                <a:chOff x="6943537" y="5018739"/>
                <a:chExt cx="418797" cy="202498"/>
              </a:xfrm>
            </p:grpSpPr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1D337938-8E20-FDAB-5710-3D2F651AE1F9}"/>
                    </a:ext>
                  </a:extLst>
                </p:cNvPr>
                <p:cNvSpPr/>
                <p:nvPr/>
              </p:nvSpPr>
              <p:spPr>
                <a:xfrm flipV="1">
                  <a:off x="6943537" y="5018739"/>
                  <a:ext cx="206917" cy="202498"/>
                </a:xfrm>
                <a:prstGeom prst="rect">
                  <a:avLst/>
                </a:prstGeom>
                <a:solidFill>
                  <a:srgbClr val="00B050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9A197FEB-EF85-10A2-E836-5A7AEDF4CC71}"/>
                    </a:ext>
                  </a:extLst>
                </p:cNvPr>
                <p:cNvSpPr/>
                <p:nvPr/>
              </p:nvSpPr>
              <p:spPr>
                <a:xfrm flipV="1">
                  <a:off x="7155417" y="5018739"/>
                  <a:ext cx="206917" cy="202498"/>
                </a:xfrm>
                <a:prstGeom prst="rect">
                  <a:avLst/>
                </a:prstGeom>
                <a:solidFill>
                  <a:schemeClr val="accent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6" name="TextBox 135">
                    <a:extLst>
                      <a:ext uri="{FF2B5EF4-FFF2-40B4-BE49-F238E27FC236}">
                        <a16:creationId xmlns:a16="http://schemas.microsoft.com/office/drawing/2014/main" id="{5E618199-97F1-6675-0FCB-89AD6DC5FEAB}"/>
                      </a:ext>
                    </a:extLst>
                  </p:cNvPr>
                  <p:cNvSpPr txBox="1"/>
                  <p:nvPr/>
                </p:nvSpPr>
                <p:spPr>
                  <a:xfrm>
                    <a:off x="6865190" y="5540057"/>
                    <a:ext cx="1745592" cy="41568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 rt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sz="11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LID4096" sz="1100"/>
                  </a:p>
                </p:txBody>
              </p:sp>
            </mc:Choice>
            <mc:Fallback xmlns="">
              <p:sp>
                <p:nvSpPr>
                  <p:cNvPr id="136" name="TextBox 135">
                    <a:extLst>
                      <a:ext uri="{FF2B5EF4-FFF2-40B4-BE49-F238E27FC236}">
                        <a16:creationId xmlns:a16="http://schemas.microsoft.com/office/drawing/2014/main" id="{5E618199-97F1-6675-0FCB-89AD6DC5FE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5190" y="5540057"/>
                    <a:ext cx="1745592" cy="41568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369CD9A9-0020-5496-77BF-6E42A1B91E7A}"/>
                </a:ext>
              </a:extLst>
            </p:cNvPr>
            <p:cNvGrpSpPr/>
            <p:nvPr/>
          </p:nvGrpSpPr>
          <p:grpSpPr>
            <a:xfrm>
              <a:off x="6601232" y="6011906"/>
              <a:ext cx="2267846" cy="411567"/>
              <a:chOff x="6342936" y="5540057"/>
              <a:chExt cx="2267846" cy="415683"/>
            </a:xfrm>
          </p:grpSpPr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694E57BC-6031-416F-756C-E50357AAA00E}"/>
                  </a:ext>
                </a:extLst>
              </p:cNvPr>
              <p:cNvGrpSpPr/>
              <p:nvPr/>
            </p:nvGrpSpPr>
            <p:grpSpPr>
              <a:xfrm>
                <a:off x="6342936" y="5592697"/>
                <a:ext cx="418797" cy="202498"/>
                <a:chOff x="6943537" y="5018739"/>
                <a:chExt cx="418797" cy="202498"/>
              </a:xfrm>
            </p:grpSpPr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1A783FBF-F8F2-2F66-F33E-2C6894FB03EE}"/>
                    </a:ext>
                  </a:extLst>
                </p:cNvPr>
                <p:cNvSpPr/>
                <p:nvPr/>
              </p:nvSpPr>
              <p:spPr>
                <a:xfrm flipV="1">
                  <a:off x="6943537" y="5018739"/>
                  <a:ext cx="206917" cy="202498"/>
                </a:xfrm>
                <a:prstGeom prst="rect">
                  <a:avLst/>
                </a:prstGeom>
                <a:solidFill>
                  <a:schemeClr val="accent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2CF5E49F-FC30-D1DF-2873-C8BA33A43287}"/>
                    </a:ext>
                  </a:extLst>
                </p:cNvPr>
                <p:cNvSpPr/>
                <p:nvPr/>
              </p:nvSpPr>
              <p:spPr>
                <a:xfrm flipV="1">
                  <a:off x="7155417" y="5018739"/>
                  <a:ext cx="206917" cy="202498"/>
                </a:xfrm>
                <a:prstGeom prst="rect">
                  <a:avLst/>
                </a:prstGeom>
                <a:solidFill>
                  <a:srgbClr val="00B050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04F47ED8-1D6A-5450-E7FB-047C75B8964F}"/>
                      </a:ext>
                    </a:extLst>
                  </p:cNvPr>
                  <p:cNvSpPr txBox="1"/>
                  <p:nvPr/>
                </p:nvSpPr>
                <p:spPr>
                  <a:xfrm>
                    <a:off x="6865190" y="5540057"/>
                    <a:ext cx="1745592" cy="4156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 rt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LID4096" sz="1100"/>
                  </a:p>
                </p:txBody>
              </p:sp>
            </mc:Choice>
            <mc:Fallback xmlns=""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04F47ED8-1D6A-5450-E7FB-047C75B896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5190" y="5540057"/>
                    <a:ext cx="1745592" cy="415683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C5637F0C-F089-D24F-B686-D7B77946AB0B}"/>
                </a:ext>
              </a:extLst>
            </p:cNvPr>
            <p:cNvGrpSpPr/>
            <p:nvPr/>
          </p:nvGrpSpPr>
          <p:grpSpPr>
            <a:xfrm>
              <a:off x="6601232" y="6362760"/>
              <a:ext cx="2270353" cy="411567"/>
              <a:chOff x="6342936" y="5540057"/>
              <a:chExt cx="2270353" cy="415683"/>
            </a:xfrm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974056E2-26E5-748B-1FE7-90D50A2AA1F1}"/>
                  </a:ext>
                </a:extLst>
              </p:cNvPr>
              <p:cNvGrpSpPr/>
              <p:nvPr/>
            </p:nvGrpSpPr>
            <p:grpSpPr>
              <a:xfrm>
                <a:off x="6342936" y="5592697"/>
                <a:ext cx="418797" cy="202498"/>
                <a:chOff x="6943537" y="5018739"/>
                <a:chExt cx="418797" cy="202498"/>
              </a:xfrm>
            </p:grpSpPr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9A201E74-A845-27C1-1BEA-548744C6B02E}"/>
                    </a:ext>
                  </a:extLst>
                </p:cNvPr>
                <p:cNvSpPr/>
                <p:nvPr/>
              </p:nvSpPr>
              <p:spPr>
                <a:xfrm flipV="1">
                  <a:off x="6943537" y="5018739"/>
                  <a:ext cx="206917" cy="202498"/>
                </a:xfrm>
                <a:prstGeom prst="rect">
                  <a:avLst/>
                </a:prstGeom>
                <a:solidFill>
                  <a:schemeClr val="accent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9CFB6880-8FA9-4847-B6CA-5EC309BE782E}"/>
                    </a:ext>
                  </a:extLst>
                </p:cNvPr>
                <p:cNvSpPr/>
                <p:nvPr/>
              </p:nvSpPr>
              <p:spPr>
                <a:xfrm flipV="1">
                  <a:off x="7155417" y="5018739"/>
                  <a:ext cx="206917" cy="202498"/>
                </a:xfrm>
                <a:prstGeom prst="rect">
                  <a:avLst/>
                </a:prstGeom>
                <a:solidFill>
                  <a:schemeClr val="accent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8F44D11B-748D-6938-9915-DAC210BD0F66}"/>
                      </a:ext>
                    </a:extLst>
                  </p:cNvPr>
                  <p:cNvSpPr txBox="1"/>
                  <p:nvPr/>
                </p:nvSpPr>
                <p:spPr>
                  <a:xfrm>
                    <a:off x="6865190" y="5540057"/>
                    <a:ext cx="1748099" cy="4156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 rt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sz="11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LID4096" sz="1100"/>
                  </a:p>
                </p:txBody>
              </p:sp>
            </mc:Choice>
            <mc:Fallback xmlns="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8F44D11B-748D-6938-9915-DAC210BD0F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5190" y="5540057"/>
                    <a:ext cx="1748099" cy="41568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D71A5EE6-B826-5F43-EEAA-6150103B7230}"/>
              </a:ext>
            </a:extLst>
          </p:cNvPr>
          <p:cNvCxnSpPr>
            <a:stCxn id="120" idx="3"/>
            <a:endCxn id="116" idx="0"/>
          </p:cNvCxnSpPr>
          <p:nvPr/>
        </p:nvCxnSpPr>
        <p:spPr>
          <a:xfrm>
            <a:off x="1841392" y="403941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55AB0BE1-68AB-5032-002C-45D3AD9CC0E6}"/>
              </a:ext>
            </a:extLst>
          </p:cNvPr>
          <p:cNvCxnSpPr>
            <a:stCxn id="117" idx="3"/>
            <a:endCxn id="113" idx="1"/>
          </p:cNvCxnSpPr>
          <p:nvPr/>
        </p:nvCxnSpPr>
        <p:spPr>
          <a:xfrm>
            <a:off x="2400268" y="403941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FF130C37-CF62-6E57-D4D1-79C0E8C5494D}"/>
              </a:ext>
            </a:extLst>
          </p:cNvPr>
          <p:cNvCxnSpPr>
            <a:stCxn id="114" idx="3"/>
            <a:endCxn id="89" idx="1"/>
          </p:cNvCxnSpPr>
          <p:nvPr/>
        </p:nvCxnSpPr>
        <p:spPr>
          <a:xfrm>
            <a:off x="2959145" y="403941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3034337A-1B11-1E08-A422-3491AD0A9131}"/>
              </a:ext>
            </a:extLst>
          </p:cNvPr>
          <p:cNvCxnSpPr>
            <a:cxnSpLocks/>
            <a:stCxn id="90" idx="3"/>
            <a:endCxn id="86" idx="1"/>
          </p:cNvCxnSpPr>
          <p:nvPr/>
        </p:nvCxnSpPr>
        <p:spPr>
          <a:xfrm>
            <a:off x="3518022" y="403941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D99338F6-1997-D3FF-E9D0-143D51347CAF}"/>
              </a:ext>
            </a:extLst>
          </p:cNvPr>
          <p:cNvCxnSpPr>
            <a:cxnSpLocks/>
          </p:cNvCxnSpPr>
          <p:nvPr/>
        </p:nvCxnSpPr>
        <p:spPr>
          <a:xfrm>
            <a:off x="4076899" y="403941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E7861F87-A27A-7C83-662A-0980636ECD3B}"/>
              </a:ext>
            </a:extLst>
          </p:cNvPr>
          <p:cNvCxnSpPr>
            <a:cxnSpLocks/>
          </p:cNvCxnSpPr>
          <p:nvPr/>
        </p:nvCxnSpPr>
        <p:spPr>
          <a:xfrm>
            <a:off x="4635776" y="403941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462797B3-BE48-4F9C-5C1B-1756F225D5C3}"/>
              </a:ext>
            </a:extLst>
          </p:cNvPr>
          <p:cNvCxnSpPr>
            <a:cxnSpLocks/>
          </p:cNvCxnSpPr>
          <p:nvPr/>
        </p:nvCxnSpPr>
        <p:spPr>
          <a:xfrm>
            <a:off x="5194653" y="403941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9758CE59-B407-0D18-488D-CE11E8D8528A}"/>
              </a:ext>
            </a:extLst>
          </p:cNvPr>
          <p:cNvCxnSpPr>
            <a:cxnSpLocks/>
          </p:cNvCxnSpPr>
          <p:nvPr/>
        </p:nvCxnSpPr>
        <p:spPr>
          <a:xfrm>
            <a:off x="5753530" y="403941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27DC3BD9-19F6-54B2-9337-4BD255D64586}"/>
              </a:ext>
            </a:extLst>
          </p:cNvPr>
          <p:cNvCxnSpPr>
            <a:cxnSpLocks/>
          </p:cNvCxnSpPr>
          <p:nvPr/>
        </p:nvCxnSpPr>
        <p:spPr>
          <a:xfrm>
            <a:off x="6312407" y="403941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25FC2637-39D0-5CD2-60F8-CAFB3110335C}"/>
              </a:ext>
            </a:extLst>
          </p:cNvPr>
          <p:cNvCxnSpPr>
            <a:cxnSpLocks/>
          </p:cNvCxnSpPr>
          <p:nvPr/>
        </p:nvCxnSpPr>
        <p:spPr>
          <a:xfrm>
            <a:off x="6871284" y="403941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F9A41487-164F-EA42-17D8-A94495A052C7}"/>
              </a:ext>
            </a:extLst>
          </p:cNvPr>
          <p:cNvCxnSpPr>
            <a:cxnSpLocks/>
          </p:cNvCxnSpPr>
          <p:nvPr/>
        </p:nvCxnSpPr>
        <p:spPr>
          <a:xfrm>
            <a:off x="7430161" y="403941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3D008A5C-B2B4-9394-D909-7BD9AE485799}"/>
              </a:ext>
            </a:extLst>
          </p:cNvPr>
          <p:cNvCxnSpPr>
            <a:cxnSpLocks/>
          </p:cNvCxnSpPr>
          <p:nvPr/>
        </p:nvCxnSpPr>
        <p:spPr>
          <a:xfrm>
            <a:off x="7997338" y="4050413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D8CE9AA8-9469-99B2-75DB-E655A035BC84}"/>
              </a:ext>
            </a:extLst>
          </p:cNvPr>
          <p:cNvSpPr txBox="1"/>
          <p:nvPr/>
        </p:nvSpPr>
        <p:spPr>
          <a:xfrm>
            <a:off x="8133393" y="382175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</a:t>
            </a:r>
            <a:endParaRPr lang="LID4096"/>
          </a:p>
        </p:txBody>
      </p: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208276B0-811F-0B42-D3DD-DFBA0EE36AAA}"/>
              </a:ext>
            </a:extLst>
          </p:cNvPr>
          <p:cNvCxnSpPr/>
          <p:nvPr/>
        </p:nvCxnSpPr>
        <p:spPr>
          <a:xfrm>
            <a:off x="1258505" y="4040986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57" name="Right Brace 156">
            <a:extLst>
              <a:ext uri="{FF2B5EF4-FFF2-40B4-BE49-F238E27FC236}">
                <a16:creationId xmlns:a16="http://schemas.microsoft.com/office/drawing/2014/main" id="{800EBDA7-621A-642D-9EBE-2EA65CE9332B}"/>
              </a:ext>
            </a:extLst>
          </p:cNvPr>
          <p:cNvSpPr/>
          <p:nvPr/>
        </p:nvSpPr>
        <p:spPr>
          <a:xfrm rot="5400000">
            <a:off x="2057854" y="3522864"/>
            <a:ext cx="259284" cy="1595733"/>
          </a:xfrm>
          <a:prstGeom prst="rightBrace">
            <a:avLst>
              <a:gd name="adj1" fmla="val 99225"/>
              <a:gd name="adj2" fmla="val 4822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8" name="Right Brace 157">
            <a:extLst>
              <a:ext uri="{FF2B5EF4-FFF2-40B4-BE49-F238E27FC236}">
                <a16:creationId xmlns:a16="http://schemas.microsoft.com/office/drawing/2014/main" id="{4ECD8C0E-75DC-A4D3-CBA8-3DD92870F11C}"/>
              </a:ext>
            </a:extLst>
          </p:cNvPr>
          <p:cNvSpPr/>
          <p:nvPr/>
        </p:nvSpPr>
        <p:spPr>
          <a:xfrm rot="5400000">
            <a:off x="3754042" y="3522865"/>
            <a:ext cx="259284" cy="1595733"/>
          </a:xfrm>
          <a:prstGeom prst="rightBrace">
            <a:avLst>
              <a:gd name="adj1" fmla="val 99225"/>
              <a:gd name="adj2" fmla="val 4822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9" name="Right Brace 158">
            <a:extLst>
              <a:ext uri="{FF2B5EF4-FFF2-40B4-BE49-F238E27FC236}">
                <a16:creationId xmlns:a16="http://schemas.microsoft.com/office/drawing/2014/main" id="{2CE96FF7-BA25-16D0-AE36-A60CB617C05C}"/>
              </a:ext>
            </a:extLst>
          </p:cNvPr>
          <p:cNvSpPr/>
          <p:nvPr/>
        </p:nvSpPr>
        <p:spPr>
          <a:xfrm rot="5400000">
            <a:off x="6809326" y="3286230"/>
            <a:ext cx="259284" cy="2069004"/>
          </a:xfrm>
          <a:prstGeom prst="rightBrace">
            <a:avLst>
              <a:gd name="adj1" fmla="val 99225"/>
              <a:gd name="adj2" fmla="val 4822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0" name="Right Brace 159">
            <a:extLst>
              <a:ext uri="{FF2B5EF4-FFF2-40B4-BE49-F238E27FC236}">
                <a16:creationId xmlns:a16="http://schemas.microsoft.com/office/drawing/2014/main" id="{53B82A50-534A-518A-85C7-92DE5570D363}"/>
              </a:ext>
            </a:extLst>
          </p:cNvPr>
          <p:cNvSpPr/>
          <p:nvPr/>
        </p:nvSpPr>
        <p:spPr>
          <a:xfrm rot="5400000">
            <a:off x="4864577" y="4114337"/>
            <a:ext cx="202497" cy="457654"/>
          </a:xfrm>
          <a:prstGeom prst="rightBrace">
            <a:avLst>
              <a:gd name="adj1" fmla="val 99225"/>
              <a:gd name="adj2" fmla="val 4822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1" name="Right Brace 160">
            <a:extLst>
              <a:ext uri="{FF2B5EF4-FFF2-40B4-BE49-F238E27FC236}">
                <a16:creationId xmlns:a16="http://schemas.microsoft.com/office/drawing/2014/main" id="{040E71AA-7105-542D-999F-BDDB7FF01B6B}"/>
              </a:ext>
            </a:extLst>
          </p:cNvPr>
          <p:cNvSpPr/>
          <p:nvPr/>
        </p:nvSpPr>
        <p:spPr>
          <a:xfrm rot="5400000">
            <a:off x="5423453" y="4091903"/>
            <a:ext cx="202497" cy="457654"/>
          </a:xfrm>
          <a:prstGeom prst="rightBrace">
            <a:avLst>
              <a:gd name="adj1" fmla="val 99225"/>
              <a:gd name="adj2" fmla="val 4822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51D738B8-9DE7-9AD1-AC57-3BB8F13A3C9C}"/>
              </a:ext>
            </a:extLst>
          </p:cNvPr>
          <p:cNvCxnSpPr/>
          <p:nvPr/>
        </p:nvCxnSpPr>
        <p:spPr>
          <a:xfrm>
            <a:off x="146304" y="3007151"/>
            <a:ext cx="89976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144F8311-7F3F-27D7-7331-FEDB2546A096}"/>
              </a:ext>
            </a:extLst>
          </p:cNvPr>
          <p:cNvGrpSpPr/>
          <p:nvPr/>
        </p:nvGrpSpPr>
        <p:grpSpPr>
          <a:xfrm>
            <a:off x="3532465" y="4858072"/>
            <a:ext cx="1782859" cy="369332"/>
            <a:chOff x="-156949" y="2514600"/>
            <a:chExt cx="1782859" cy="369332"/>
          </a:xfrm>
        </p:grpSpPr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4BEB8D3C-A988-954D-51B9-BD4779759452}"/>
                </a:ext>
              </a:extLst>
            </p:cNvPr>
            <p:cNvSpPr/>
            <p:nvPr/>
          </p:nvSpPr>
          <p:spPr>
            <a:xfrm flipV="1">
              <a:off x="85866" y="2632735"/>
              <a:ext cx="132365" cy="127442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400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BD4945AE-BCE5-5F18-35C8-F7C89547AA6E}"/>
                </a:ext>
              </a:extLst>
            </p:cNvPr>
            <p:cNvSpPr/>
            <p:nvPr/>
          </p:nvSpPr>
          <p:spPr>
            <a:xfrm flipV="1">
              <a:off x="221405" y="2632735"/>
              <a:ext cx="132365" cy="127442"/>
            </a:xfrm>
            <a:prstGeom prst="rect">
              <a:avLst/>
            </a:prstGeom>
            <a:solidFill>
              <a:schemeClr val="accent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0B9022CD-8F3E-57D4-9B54-6FFE9D24AE62}"/>
                    </a:ext>
                  </a:extLst>
                </p:cNvPr>
                <p:cNvSpPr txBox="1"/>
                <p:nvPr/>
              </p:nvSpPr>
              <p:spPr>
                <a:xfrm>
                  <a:off x="-156949" y="2514600"/>
                  <a:ext cx="178285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 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    )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65" name="TextBox 164">
                  <a:extLst>
                    <a:ext uri="{FF2B5EF4-FFF2-40B4-BE49-F238E27FC236}">
                      <a16:creationId xmlns:a16="http://schemas.microsoft.com/office/drawing/2014/main" id="{0B9022CD-8F3E-57D4-9B54-6FFE9D24AE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56949" y="2514600"/>
                  <a:ext cx="1782859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01BD44F8-4263-30E6-1000-C704BECE2583}"/>
                </a:ext>
              </a:extLst>
            </p:cNvPr>
            <p:cNvSpPr/>
            <p:nvPr/>
          </p:nvSpPr>
          <p:spPr>
            <a:xfrm flipV="1">
              <a:off x="1103696" y="2625283"/>
              <a:ext cx="132365" cy="127442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400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68114157-D0AA-5C4F-2CBB-2B36C6B6FAC1}"/>
                </a:ext>
              </a:extLst>
            </p:cNvPr>
            <p:cNvSpPr/>
            <p:nvPr/>
          </p:nvSpPr>
          <p:spPr>
            <a:xfrm flipV="1">
              <a:off x="1239235" y="2625283"/>
              <a:ext cx="132365" cy="127442"/>
            </a:xfrm>
            <a:prstGeom prst="rect">
              <a:avLst/>
            </a:prstGeom>
            <a:solidFill>
              <a:schemeClr val="accent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24277ACC-2D06-404A-CACA-0C94F1CBC463}"/>
                  </a:ext>
                </a:extLst>
              </p:cNvPr>
              <p:cNvSpPr txBox="1"/>
              <p:nvPr/>
            </p:nvSpPr>
            <p:spPr>
              <a:xfrm>
                <a:off x="490195" y="820131"/>
                <a:ext cx="8435574" cy="5047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נצבע לפי ערכי האמת של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בכל מצב ונוכיח שהבניה קובעת ערך נכון ל-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Until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נחלק למקטעים של מצבים מהצורה  </a:t>
                </a: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נבחן איך הבניה קובעת ערך ל-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Unti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l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</p:txBody>
          </p:sp>
        </mc:Choice>
        <mc:Fallback xmlns=""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24277ACC-2D06-404A-CACA-0C94F1CBC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95" y="820131"/>
                <a:ext cx="8435574" cy="5047536"/>
              </a:xfrm>
              <a:prstGeom prst="rect">
                <a:avLst/>
              </a:prstGeom>
              <a:blipFill>
                <a:blip r:embed="rId8"/>
                <a:stretch>
                  <a:fillRect r="-578" b="-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A47119AD-AB2F-1F60-1208-B0B7FF9BA758}"/>
                  </a:ext>
                </a:extLst>
              </p:cNvPr>
              <p:cNvSpPr txBox="1"/>
              <p:nvPr/>
            </p:nvSpPr>
            <p:spPr>
              <a:xfrm>
                <a:off x="490195" y="820131"/>
                <a:ext cx="8435574" cy="2092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ניבחן ריצה מקבלת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…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של האוטומט.</a:t>
                </a: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נניח,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באינדוקציה מבנית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Aft>
                    <a:spcPts val="1200"/>
                  </a:spcAft>
                </a:pPr>
                <a:r>
                  <a:rPr lang="he-IL" b="0">
                    <a:cs typeface="Gisha" panose="020B0502040204020203" pitchFamily="34" charset="-79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אם"ם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אם"ם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</m:oMath>
                </a14:m>
                <a:endParaRPr lang="LID4096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נוכיח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חלק מצעד האינדוקציה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algn="ctr" rtl="0">
                  <a:spcAft>
                    <a:spcPts val="1200"/>
                  </a:spcAft>
                </a:pP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U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sSub>
                      <m:sSubPr>
                        <m:ctrlPr>
                          <a:rPr lang="he-IL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he-IL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אם"ם   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U</m:t>
                    </m:r>
                    <m:r>
                      <a:rPr lang="en-US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he-IL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</m:oMath>
                </a14:m>
                <a:endParaRPr lang="he-IL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A47119AD-AB2F-1F60-1208-B0B7FF9BA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95" y="820131"/>
                <a:ext cx="8435574" cy="2092881"/>
              </a:xfrm>
              <a:prstGeom prst="rect">
                <a:avLst/>
              </a:prstGeom>
              <a:blipFill>
                <a:blip r:embed="rId9"/>
                <a:stretch>
                  <a:fillRect t="-1749" r="-578" b="-3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5429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111E4960-7738-D2C1-A989-6BC223A42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-3359656"/>
            <a:ext cx="7772400" cy="1143000"/>
          </a:xfrm>
        </p:spPr>
        <p:txBody>
          <a:bodyPr/>
          <a:lstStyle/>
          <a:p>
            <a:pPr algn="r" rtl="1"/>
            <a:r>
              <a:rPr lang="he-IL">
                <a:solidFill>
                  <a:schemeClr val="tx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נכונות הבניה (רעיות ההוכחה)</a:t>
            </a:r>
            <a:endParaRPr lang="en-US">
              <a:solidFill>
                <a:schemeClr val="tx2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43B0D44-81E2-196D-55F5-6B09BFB16025}"/>
              </a:ext>
            </a:extLst>
          </p:cNvPr>
          <p:cNvGrpSpPr/>
          <p:nvPr/>
        </p:nvGrpSpPr>
        <p:grpSpPr>
          <a:xfrm>
            <a:off x="3658101" y="921529"/>
            <a:ext cx="418798" cy="202498"/>
            <a:chOff x="3067986" y="5018739"/>
            <a:chExt cx="418798" cy="20249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92C3A18-6729-6EC3-D402-8538D58D0C51}"/>
                </a:ext>
              </a:extLst>
            </p:cNvPr>
            <p:cNvSpPr/>
            <p:nvPr/>
          </p:nvSpPr>
          <p:spPr>
            <a:xfrm flipV="1">
              <a:off x="3067986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5938BF-B157-766F-9BB2-B49C61402D1D}"/>
                </a:ext>
              </a:extLst>
            </p:cNvPr>
            <p:cNvSpPr/>
            <p:nvPr/>
          </p:nvSpPr>
          <p:spPr>
            <a:xfrm flipV="1">
              <a:off x="3279867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39BEE07-0C75-E223-8BE4-D03B7B9B3092}"/>
              </a:ext>
            </a:extLst>
          </p:cNvPr>
          <p:cNvGrpSpPr/>
          <p:nvPr/>
        </p:nvGrpSpPr>
        <p:grpSpPr>
          <a:xfrm>
            <a:off x="3099224" y="921529"/>
            <a:ext cx="418798" cy="202498"/>
            <a:chOff x="2449880" y="5018739"/>
            <a:chExt cx="418798" cy="20249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5208BB9-D28D-C19F-AB55-6A528063BD90}"/>
                </a:ext>
              </a:extLst>
            </p:cNvPr>
            <p:cNvSpPr/>
            <p:nvPr/>
          </p:nvSpPr>
          <p:spPr>
            <a:xfrm flipV="1">
              <a:off x="2449880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DEC0244-469C-6352-32C6-A3F08A6539EC}"/>
                </a:ext>
              </a:extLst>
            </p:cNvPr>
            <p:cNvSpPr/>
            <p:nvPr/>
          </p:nvSpPr>
          <p:spPr>
            <a:xfrm flipV="1">
              <a:off x="2661761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0288CE9-7572-809C-D05A-312CED3961F4}"/>
              </a:ext>
            </a:extLst>
          </p:cNvPr>
          <p:cNvGrpSpPr/>
          <p:nvPr/>
        </p:nvGrpSpPr>
        <p:grpSpPr>
          <a:xfrm>
            <a:off x="4216978" y="921529"/>
            <a:ext cx="418798" cy="202498"/>
            <a:chOff x="3734009" y="5018739"/>
            <a:chExt cx="418798" cy="20249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73FE42-1C83-BC16-1B69-AD5C2A686BD4}"/>
                </a:ext>
              </a:extLst>
            </p:cNvPr>
            <p:cNvSpPr/>
            <p:nvPr/>
          </p:nvSpPr>
          <p:spPr>
            <a:xfrm flipV="1">
              <a:off x="3734009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70D51FD-BBE3-9FFE-64C9-B221093AE3EE}"/>
                </a:ext>
              </a:extLst>
            </p:cNvPr>
            <p:cNvSpPr/>
            <p:nvPr/>
          </p:nvSpPr>
          <p:spPr>
            <a:xfrm flipV="1">
              <a:off x="3945890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6F5B36-AE23-50DA-C04F-BF8AD5754AE5}"/>
              </a:ext>
            </a:extLst>
          </p:cNvPr>
          <p:cNvGrpSpPr/>
          <p:nvPr/>
        </p:nvGrpSpPr>
        <p:grpSpPr>
          <a:xfrm>
            <a:off x="6452485" y="921529"/>
            <a:ext cx="418798" cy="202498"/>
            <a:chOff x="5743707" y="5018739"/>
            <a:chExt cx="418798" cy="20249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F0BE315-BC9E-03C3-64E0-760D5120311B}"/>
                </a:ext>
              </a:extLst>
            </p:cNvPr>
            <p:cNvSpPr/>
            <p:nvPr/>
          </p:nvSpPr>
          <p:spPr>
            <a:xfrm flipV="1">
              <a:off x="5743707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CE02FBF-2CF3-C04E-516A-D86E46747DCF}"/>
                </a:ext>
              </a:extLst>
            </p:cNvPr>
            <p:cNvSpPr/>
            <p:nvPr/>
          </p:nvSpPr>
          <p:spPr>
            <a:xfrm flipV="1">
              <a:off x="5955588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B408F72-EDFE-9A1B-CD05-7665F952653E}"/>
              </a:ext>
            </a:extLst>
          </p:cNvPr>
          <p:cNvGrpSpPr/>
          <p:nvPr/>
        </p:nvGrpSpPr>
        <p:grpSpPr>
          <a:xfrm>
            <a:off x="5893608" y="921529"/>
            <a:ext cx="418798" cy="202498"/>
            <a:chOff x="5125601" y="5018739"/>
            <a:chExt cx="418798" cy="2024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37318AA-797E-ACB0-21BD-F0850E3A585A}"/>
                </a:ext>
              </a:extLst>
            </p:cNvPr>
            <p:cNvSpPr/>
            <p:nvPr/>
          </p:nvSpPr>
          <p:spPr>
            <a:xfrm flipV="1">
              <a:off x="5125601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3F881FF-51EC-D9E3-99C5-041E77CC83DE}"/>
                </a:ext>
              </a:extLst>
            </p:cNvPr>
            <p:cNvSpPr/>
            <p:nvPr/>
          </p:nvSpPr>
          <p:spPr>
            <a:xfrm flipV="1">
              <a:off x="5337482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1FF958A-E7E7-DE3A-A5DE-C9D64C996B73}"/>
              </a:ext>
            </a:extLst>
          </p:cNvPr>
          <p:cNvGrpSpPr/>
          <p:nvPr/>
        </p:nvGrpSpPr>
        <p:grpSpPr>
          <a:xfrm>
            <a:off x="7011362" y="921529"/>
            <a:ext cx="418798" cy="202498"/>
            <a:chOff x="6361813" y="5018739"/>
            <a:chExt cx="418798" cy="20249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E25C145-33AE-FBFC-AFD4-F67E7D6DC031}"/>
                </a:ext>
              </a:extLst>
            </p:cNvPr>
            <p:cNvSpPr/>
            <p:nvPr/>
          </p:nvSpPr>
          <p:spPr>
            <a:xfrm flipV="1">
              <a:off x="6361813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71524F-C530-CE7C-1D48-EEF3F85A6B6A}"/>
                </a:ext>
              </a:extLst>
            </p:cNvPr>
            <p:cNvSpPr/>
            <p:nvPr/>
          </p:nvSpPr>
          <p:spPr>
            <a:xfrm flipV="1">
              <a:off x="6573694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C73AA40-0FA9-408D-0D23-AC56814D477F}"/>
              </a:ext>
            </a:extLst>
          </p:cNvPr>
          <p:cNvGrpSpPr/>
          <p:nvPr/>
        </p:nvGrpSpPr>
        <p:grpSpPr>
          <a:xfrm>
            <a:off x="7570238" y="921529"/>
            <a:ext cx="418797" cy="202498"/>
            <a:chOff x="6943537" y="5018739"/>
            <a:chExt cx="418797" cy="20249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C91AC32-B930-9EAB-CF10-E627431F1689}"/>
                </a:ext>
              </a:extLst>
            </p:cNvPr>
            <p:cNvSpPr/>
            <p:nvPr/>
          </p:nvSpPr>
          <p:spPr>
            <a:xfrm flipV="1">
              <a:off x="6943537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F1737F2-3818-10E5-5037-0DD1B67EE299}"/>
                </a:ext>
              </a:extLst>
            </p:cNvPr>
            <p:cNvSpPr/>
            <p:nvPr/>
          </p:nvSpPr>
          <p:spPr>
            <a:xfrm flipV="1">
              <a:off x="7155417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F613DD9-0996-40AA-2235-8F21073F7768}"/>
              </a:ext>
            </a:extLst>
          </p:cNvPr>
          <p:cNvGrpSpPr/>
          <p:nvPr/>
        </p:nvGrpSpPr>
        <p:grpSpPr>
          <a:xfrm>
            <a:off x="4775855" y="921529"/>
            <a:ext cx="418798" cy="202498"/>
            <a:chOff x="4258965" y="5018739"/>
            <a:chExt cx="418798" cy="20249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90AFE5C-795C-2263-5C73-A44F54657D99}"/>
                </a:ext>
              </a:extLst>
            </p:cNvPr>
            <p:cNvSpPr/>
            <p:nvPr/>
          </p:nvSpPr>
          <p:spPr>
            <a:xfrm flipV="1">
              <a:off x="4258965" y="5018739"/>
              <a:ext cx="206917" cy="202498"/>
            </a:xfrm>
            <a:prstGeom prst="rect">
              <a:avLst/>
            </a:prstGeom>
            <a:solidFill>
              <a:schemeClr val="accent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48C8D3E-8E66-83E8-14B3-C94669E4EBC9}"/>
                </a:ext>
              </a:extLst>
            </p:cNvPr>
            <p:cNvSpPr/>
            <p:nvPr/>
          </p:nvSpPr>
          <p:spPr>
            <a:xfrm flipV="1">
              <a:off x="4470846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BDD1907-CD75-B12C-65BE-5D4B45E815EF}"/>
              </a:ext>
            </a:extLst>
          </p:cNvPr>
          <p:cNvGrpSpPr/>
          <p:nvPr/>
        </p:nvGrpSpPr>
        <p:grpSpPr>
          <a:xfrm>
            <a:off x="5334732" y="921529"/>
            <a:ext cx="418797" cy="202498"/>
            <a:chOff x="4707827" y="5018739"/>
            <a:chExt cx="418797" cy="20249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A398CEC-50D3-924B-1ABE-90AB9086357D}"/>
                </a:ext>
              </a:extLst>
            </p:cNvPr>
            <p:cNvSpPr/>
            <p:nvPr/>
          </p:nvSpPr>
          <p:spPr>
            <a:xfrm flipV="1">
              <a:off x="4707827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A0A455E-1194-4E3A-9609-4831EFF9D7B8}"/>
                </a:ext>
              </a:extLst>
            </p:cNvPr>
            <p:cNvSpPr/>
            <p:nvPr/>
          </p:nvSpPr>
          <p:spPr>
            <a:xfrm flipV="1">
              <a:off x="4919707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8B075CA-4637-7EF7-9568-5A5262C497A8}"/>
              </a:ext>
            </a:extLst>
          </p:cNvPr>
          <p:cNvGrpSpPr/>
          <p:nvPr/>
        </p:nvGrpSpPr>
        <p:grpSpPr>
          <a:xfrm>
            <a:off x="2540347" y="921529"/>
            <a:ext cx="418798" cy="202498"/>
            <a:chOff x="1850586" y="5018739"/>
            <a:chExt cx="418798" cy="20249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EE48A00-2072-54E0-E99B-996ADA4EBEB1}"/>
                </a:ext>
              </a:extLst>
            </p:cNvPr>
            <p:cNvSpPr/>
            <p:nvPr/>
          </p:nvSpPr>
          <p:spPr>
            <a:xfrm flipV="1">
              <a:off x="1850586" y="5018739"/>
              <a:ext cx="206917" cy="202498"/>
            </a:xfrm>
            <a:prstGeom prst="rect">
              <a:avLst/>
            </a:prstGeom>
            <a:solidFill>
              <a:schemeClr val="accent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743F1DC-7E0C-4CCB-4E85-E0863D89D251}"/>
                </a:ext>
              </a:extLst>
            </p:cNvPr>
            <p:cNvSpPr/>
            <p:nvPr/>
          </p:nvSpPr>
          <p:spPr>
            <a:xfrm flipV="1">
              <a:off x="2062467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A060CA0-7DD1-98EF-BBAB-C764B896F230}"/>
              </a:ext>
            </a:extLst>
          </p:cNvPr>
          <p:cNvGrpSpPr/>
          <p:nvPr/>
        </p:nvGrpSpPr>
        <p:grpSpPr>
          <a:xfrm>
            <a:off x="1981471" y="921529"/>
            <a:ext cx="418797" cy="202498"/>
            <a:chOff x="1305578" y="5018739"/>
            <a:chExt cx="418797" cy="20249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F4A3D53-C8A1-A01E-8380-00FAA6568385}"/>
                </a:ext>
              </a:extLst>
            </p:cNvPr>
            <p:cNvSpPr/>
            <p:nvPr/>
          </p:nvSpPr>
          <p:spPr>
            <a:xfrm flipV="1">
              <a:off x="1305578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8493AA0-AC34-EEC4-49AB-285AF90626BF}"/>
                </a:ext>
              </a:extLst>
            </p:cNvPr>
            <p:cNvSpPr/>
            <p:nvPr/>
          </p:nvSpPr>
          <p:spPr>
            <a:xfrm flipV="1">
              <a:off x="1517458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15782A6-98E8-CB25-0988-F4626CE4C3FE}"/>
              </a:ext>
            </a:extLst>
          </p:cNvPr>
          <p:cNvGrpSpPr/>
          <p:nvPr/>
        </p:nvGrpSpPr>
        <p:grpSpPr>
          <a:xfrm>
            <a:off x="1422595" y="921529"/>
            <a:ext cx="418797" cy="202498"/>
            <a:chOff x="795894" y="5018739"/>
            <a:chExt cx="418797" cy="20249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655560F-09EA-9587-D34B-8CC159EAB085}"/>
                </a:ext>
              </a:extLst>
            </p:cNvPr>
            <p:cNvSpPr/>
            <p:nvPr/>
          </p:nvSpPr>
          <p:spPr>
            <a:xfrm flipV="1">
              <a:off x="795894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74337DB-B324-FE9F-B055-961D4EBD7B03}"/>
                </a:ext>
              </a:extLst>
            </p:cNvPr>
            <p:cNvSpPr/>
            <p:nvPr/>
          </p:nvSpPr>
          <p:spPr>
            <a:xfrm flipV="1">
              <a:off x="1007774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C80EA208-39AD-A828-890B-846DFECAFA70}"/>
              </a:ext>
            </a:extLst>
          </p:cNvPr>
          <p:cNvGrpSpPr/>
          <p:nvPr/>
        </p:nvGrpSpPr>
        <p:grpSpPr>
          <a:xfrm>
            <a:off x="198525" y="1518296"/>
            <a:ext cx="1579262" cy="992439"/>
            <a:chOff x="6409773" y="5213023"/>
            <a:chExt cx="2468762" cy="1561318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2B81AEF-8F23-B0AC-0C90-24E21562FF1E}"/>
                </a:ext>
              </a:extLst>
            </p:cNvPr>
            <p:cNvSpPr/>
            <p:nvPr/>
          </p:nvSpPr>
          <p:spPr>
            <a:xfrm>
              <a:off x="6409773" y="5213023"/>
              <a:ext cx="2468762" cy="15005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400">
                <a:solidFill>
                  <a:schemeClr val="bg1"/>
                </a:solidFill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97061DF-2C12-BED5-78D6-3BFE7EB82F5C}"/>
                </a:ext>
              </a:extLst>
            </p:cNvPr>
            <p:cNvGrpSpPr/>
            <p:nvPr/>
          </p:nvGrpSpPr>
          <p:grpSpPr>
            <a:xfrm>
              <a:off x="6601232" y="5313256"/>
              <a:ext cx="2265341" cy="411568"/>
              <a:chOff x="6342936" y="5540057"/>
              <a:chExt cx="2265341" cy="415683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F7D9A866-D94B-F217-D897-B8BC4CC08E21}"/>
                  </a:ext>
                </a:extLst>
              </p:cNvPr>
              <p:cNvGrpSpPr/>
              <p:nvPr/>
            </p:nvGrpSpPr>
            <p:grpSpPr>
              <a:xfrm>
                <a:off x="6342936" y="5592697"/>
                <a:ext cx="418797" cy="202498"/>
                <a:chOff x="6943537" y="5018739"/>
                <a:chExt cx="418797" cy="202498"/>
              </a:xfrm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C870578D-5D8E-4508-5FD8-48674BD6E4AE}"/>
                    </a:ext>
                  </a:extLst>
                </p:cNvPr>
                <p:cNvSpPr/>
                <p:nvPr/>
              </p:nvSpPr>
              <p:spPr>
                <a:xfrm flipV="1">
                  <a:off x="6943537" y="5018739"/>
                  <a:ext cx="206917" cy="202498"/>
                </a:xfrm>
                <a:prstGeom prst="rect">
                  <a:avLst/>
                </a:prstGeom>
                <a:solidFill>
                  <a:srgbClr val="00B050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AA4F3ED-3946-FB04-C95E-7585B6B74193}"/>
                    </a:ext>
                  </a:extLst>
                </p:cNvPr>
                <p:cNvSpPr/>
                <p:nvPr/>
              </p:nvSpPr>
              <p:spPr>
                <a:xfrm flipV="1">
                  <a:off x="7155417" y="5018739"/>
                  <a:ext cx="206917" cy="202498"/>
                </a:xfrm>
                <a:prstGeom prst="rect">
                  <a:avLst/>
                </a:prstGeom>
                <a:solidFill>
                  <a:srgbClr val="00B050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86AF9329-0784-D26F-20FF-8857A066546C}"/>
                      </a:ext>
                    </a:extLst>
                  </p:cNvPr>
                  <p:cNvSpPr txBox="1"/>
                  <p:nvPr/>
                </p:nvSpPr>
                <p:spPr>
                  <a:xfrm>
                    <a:off x="6865190" y="5540057"/>
                    <a:ext cx="1743087" cy="4156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 rt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LID4096" sz="1100"/>
                  </a:p>
                </p:txBody>
              </p:sp>
            </mc:Choice>
            <mc:Fallback xmlns="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86AF9329-0784-D26F-20FF-8857A06654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5190" y="5540057"/>
                    <a:ext cx="1743087" cy="41568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238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D7487FD-34C0-34BA-01A4-55FC970C4A33}"/>
                </a:ext>
              </a:extLst>
            </p:cNvPr>
            <p:cNvGrpSpPr/>
            <p:nvPr/>
          </p:nvGrpSpPr>
          <p:grpSpPr>
            <a:xfrm>
              <a:off x="6601232" y="5664119"/>
              <a:ext cx="2267846" cy="411569"/>
              <a:chOff x="6342936" y="5540057"/>
              <a:chExt cx="2267846" cy="41568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C3EFA5D0-F2B7-3C90-3B3A-3B15363A2D1C}"/>
                  </a:ext>
                </a:extLst>
              </p:cNvPr>
              <p:cNvGrpSpPr/>
              <p:nvPr/>
            </p:nvGrpSpPr>
            <p:grpSpPr>
              <a:xfrm>
                <a:off x="6342936" y="5592697"/>
                <a:ext cx="418797" cy="202498"/>
                <a:chOff x="6943537" y="5018739"/>
                <a:chExt cx="418797" cy="202498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E296D64-1C43-A712-4CB3-D562BAEF27AE}"/>
                    </a:ext>
                  </a:extLst>
                </p:cNvPr>
                <p:cNvSpPr/>
                <p:nvPr/>
              </p:nvSpPr>
              <p:spPr>
                <a:xfrm flipV="1">
                  <a:off x="6943537" y="5018739"/>
                  <a:ext cx="206917" cy="202498"/>
                </a:xfrm>
                <a:prstGeom prst="rect">
                  <a:avLst/>
                </a:prstGeom>
                <a:solidFill>
                  <a:srgbClr val="00B050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4326B0C6-B115-7641-036D-19CBD7727CC9}"/>
                    </a:ext>
                  </a:extLst>
                </p:cNvPr>
                <p:cNvSpPr/>
                <p:nvPr/>
              </p:nvSpPr>
              <p:spPr>
                <a:xfrm flipV="1">
                  <a:off x="7155417" y="5018739"/>
                  <a:ext cx="206917" cy="202498"/>
                </a:xfrm>
                <a:prstGeom prst="rect">
                  <a:avLst/>
                </a:prstGeom>
                <a:solidFill>
                  <a:schemeClr val="accent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EB30E154-344F-A91C-0765-74F21C0405AF}"/>
                      </a:ext>
                    </a:extLst>
                  </p:cNvPr>
                  <p:cNvSpPr txBox="1"/>
                  <p:nvPr/>
                </p:nvSpPr>
                <p:spPr>
                  <a:xfrm>
                    <a:off x="6865190" y="5540057"/>
                    <a:ext cx="1745592" cy="41568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 rt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sz="11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LID4096" sz="1100"/>
                  </a:p>
                </p:txBody>
              </p:sp>
            </mc:Choice>
            <mc:Fallback xmlns="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EB30E154-344F-A91C-0765-74F21C0405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5190" y="5540057"/>
                    <a:ext cx="1745592" cy="41568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C5BA6EC8-AC73-3014-DA7D-774A0E31B2F2}"/>
                </a:ext>
              </a:extLst>
            </p:cNvPr>
            <p:cNvGrpSpPr/>
            <p:nvPr/>
          </p:nvGrpSpPr>
          <p:grpSpPr>
            <a:xfrm>
              <a:off x="6601232" y="6011919"/>
              <a:ext cx="2267846" cy="411568"/>
              <a:chOff x="6342936" y="5540057"/>
              <a:chExt cx="2267846" cy="415683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EB01743A-69FC-FC8E-D5B5-8E25C9BB947A}"/>
                  </a:ext>
                </a:extLst>
              </p:cNvPr>
              <p:cNvGrpSpPr/>
              <p:nvPr/>
            </p:nvGrpSpPr>
            <p:grpSpPr>
              <a:xfrm>
                <a:off x="6342936" y="5592697"/>
                <a:ext cx="418797" cy="202498"/>
                <a:chOff x="6943537" y="5018739"/>
                <a:chExt cx="418797" cy="202498"/>
              </a:xfrm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447FA7E4-C013-F49F-352C-63D82E1B16A5}"/>
                    </a:ext>
                  </a:extLst>
                </p:cNvPr>
                <p:cNvSpPr/>
                <p:nvPr/>
              </p:nvSpPr>
              <p:spPr>
                <a:xfrm flipV="1">
                  <a:off x="6943537" y="5018739"/>
                  <a:ext cx="206917" cy="202498"/>
                </a:xfrm>
                <a:prstGeom prst="rect">
                  <a:avLst/>
                </a:prstGeom>
                <a:solidFill>
                  <a:schemeClr val="accent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76BF1E05-58D1-8EEF-02EF-FAFA9CD0208E}"/>
                    </a:ext>
                  </a:extLst>
                </p:cNvPr>
                <p:cNvSpPr/>
                <p:nvPr/>
              </p:nvSpPr>
              <p:spPr>
                <a:xfrm flipV="1">
                  <a:off x="7155417" y="5018739"/>
                  <a:ext cx="206917" cy="202498"/>
                </a:xfrm>
                <a:prstGeom prst="rect">
                  <a:avLst/>
                </a:prstGeom>
                <a:solidFill>
                  <a:srgbClr val="00B050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B9F6E738-01BA-CEFA-06E9-16712CDFD0DD}"/>
                      </a:ext>
                    </a:extLst>
                  </p:cNvPr>
                  <p:cNvSpPr txBox="1"/>
                  <p:nvPr/>
                </p:nvSpPr>
                <p:spPr>
                  <a:xfrm>
                    <a:off x="6865190" y="5540057"/>
                    <a:ext cx="1745592" cy="4156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 rt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LID4096" sz="1100"/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B9F6E738-01BA-CEFA-06E9-16712CDFD0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5190" y="5540057"/>
                    <a:ext cx="1745592" cy="415683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9F5AD4A0-4C02-EA42-68A5-895E97D4C7A2}"/>
                </a:ext>
              </a:extLst>
            </p:cNvPr>
            <p:cNvGrpSpPr/>
            <p:nvPr/>
          </p:nvGrpSpPr>
          <p:grpSpPr>
            <a:xfrm>
              <a:off x="6601232" y="6362773"/>
              <a:ext cx="2270353" cy="411568"/>
              <a:chOff x="6342936" y="5540057"/>
              <a:chExt cx="2270353" cy="415683"/>
            </a:xfrm>
          </p:grpSpPr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D490110A-2F1A-B2A0-8F6D-98EB5AB276AB}"/>
                  </a:ext>
                </a:extLst>
              </p:cNvPr>
              <p:cNvGrpSpPr/>
              <p:nvPr/>
            </p:nvGrpSpPr>
            <p:grpSpPr>
              <a:xfrm>
                <a:off x="6342936" y="5592697"/>
                <a:ext cx="418797" cy="202498"/>
                <a:chOff x="6943537" y="5018739"/>
                <a:chExt cx="418797" cy="202498"/>
              </a:xfrm>
            </p:grpSpPr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97EC1B0E-CA46-A423-1128-201DDC13E0B1}"/>
                    </a:ext>
                  </a:extLst>
                </p:cNvPr>
                <p:cNvSpPr/>
                <p:nvPr/>
              </p:nvSpPr>
              <p:spPr>
                <a:xfrm flipV="1">
                  <a:off x="6943537" y="5018739"/>
                  <a:ext cx="206917" cy="202498"/>
                </a:xfrm>
                <a:prstGeom prst="rect">
                  <a:avLst/>
                </a:prstGeom>
                <a:solidFill>
                  <a:schemeClr val="accent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5D28AE59-DDA8-5C43-0A5B-CE3E98AB0077}"/>
                    </a:ext>
                  </a:extLst>
                </p:cNvPr>
                <p:cNvSpPr/>
                <p:nvPr/>
              </p:nvSpPr>
              <p:spPr>
                <a:xfrm flipV="1">
                  <a:off x="7155417" y="5018739"/>
                  <a:ext cx="206917" cy="202498"/>
                </a:xfrm>
                <a:prstGeom prst="rect">
                  <a:avLst/>
                </a:prstGeom>
                <a:solidFill>
                  <a:schemeClr val="accent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F67C03AA-7AF0-323D-EB4B-DB7F297C9AC1}"/>
                      </a:ext>
                    </a:extLst>
                  </p:cNvPr>
                  <p:cNvSpPr txBox="1"/>
                  <p:nvPr/>
                </p:nvSpPr>
                <p:spPr>
                  <a:xfrm>
                    <a:off x="6865190" y="5540057"/>
                    <a:ext cx="1748099" cy="4156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 rt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sz="11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LID4096" sz="1100"/>
                  </a:p>
                </p:txBody>
              </p:sp>
            </mc:Choice>
            <mc:Fallback xmlns="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F67C03AA-7AF0-323D-EB4B-DB7F297C9A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5190" y="5540057"/>
                    <a:ext cx="1748099" cy="41568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24F6142-CE78-FBD1-AA37-1292161F2FE0}"/>
              </a:ext>
            </a:extLst>
          </p:cNvPr>
          <p:cNvCxnSpPr>
            <a:stCxn id="30" idx="3"/>
            <a:endCxn id="24" idx="0"/>
          </p:cNvCxnSpPr>
          <p:nvPr/>
        </p:nvCxnSpPr>
        <p:spPr>
          <a:xfrm>
            <a:off x="1841392" y="102277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AC87266-610D-0AEA-7ECC-0D2D624E0409}"/>
              </a:ext>
            </a:extLst>
          </p:cNvPr>
          <p:cNvCxnSpPr>
            <a:stCxn id="25" idx="3"/>
            <a:endCxn id="22" idx="1"/>
          </p:cNvCxnSpPr>
          <p:nvPr/>
        </p:nvCxnSpPr>
        <p:spPr>
          <a:xfrm>
            <a:off x="2400268" y="102277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3AB8A48-A50A-2032-256F-870B965AA022}"/>
              </a:ext>
            </a:extLst>
          </p:cNvPr>
          <p:cNvCxnSpPr>
            <a:stCxn id="23" idx="3"/>
            <a:endCxn id="6" idx="1"/>
          </p:cNvCxnSpPr>
          <p:nvPr/>
        </p:nvCxnSpPr>
        <p:spPr>
          <a:xfrm>
            <a:off x="2959145" y="102277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96B0DAE-D998-3575-A006-E844667F34D2}"/>
              </a:ext>
            </a:extLst>
          </p:cNvPr>
          <p:cNvCxnSpPr>
            <a:cxnSpLocks/>
            <a:stCxn id="7" idx="3"/>
            <a:endCxn id="3" idx="1"/>
          </p:cNvCxnSpPr>
          <p:nvPr/>
        </p:nvCxnSpPr>
        <p:spPr>
          <a:xfrm>
            <a:off x="3518022" y="102277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B04B3312-6328-1F11-75A0-90EE37C4E1CD}"/>
              </a:ext>
            </a:extLst>
          </p:cNvPr>
          <p:cNvCxnSpPr>
            <a:cxnSpLocks/>
          </p:cNvCxnSpPr>
          <p:nvPr/>
        </p:nvCxnSpPr>
        <p:spPr>
          <a:xfrm>
            <a:off x="4076899" y="102277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9960F87-CF64-9038-1FDA-54FD5F98A48B}"/>
              </a:ext>
            </a:extLst>
          </p:cNvPr>
          <p:cNvCxnSpPr>
            <a:cxnSpLocks/>
          </p:cNvCxnSpPr>
          <p:nvPr/>
        </p:nvCxnSpPr>
        <p:spPr>
          <a:xfrm>
            <a:off x="4635776" y="102277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BF38FEE-2BF8-9E9D-D073-B838B6284865}"/>
              </a:ext>
            </a:extLst>
          </p:cNvPr>
          <p:cNvCxnSpPr>
            <a:cxnSpLocks/>
          </p:cNvCxnSpPr>
          <p:nvPr/>
        </p:nvCxnSpPr>
        <p:spPr>
          <a:xfrm>
            <a:off x="5194653" y="102277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35586C6-86D0-BAA0-333D-AD2B6858213D}"/>
              </a:ext>
            </a:extLst>
          </p:cNvPr>
          <p:cNvCxnSpPr>
            <a:cxnSpLocks/>
          </p:cNvCxnSpPr>
          <p:nvPr/>
        </p:nvCxnSpPr>
        <p:spPr>
          <a:xfrm>
            <a:off x="5753530" y="102277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9777B89E-5A09-0A36-A186-52FE56930A73}"/>
              </a:ext>
            </a:extLst>
          </p:cNvPr>
          <p:cNvCxnSpPr>
            <a:cxnSpLocks/>
          </p:cNvCxnSpPr>
          <p:nvPr/>
        </p:nvCxnSpPr>
        <p:spPr>
          <a:xfrm>
            <a:off x="6312407" y="102277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1787AE86-3983-0B6A-88CE-37CF53050857}"/>
              </a:ext>
            </a:extLst>
          </p:cNvPr>
          <p:cNvCxnSpPr>
            <a:cxnSpLocks/>
          </p:cNvCxnSpPr>
          <p:nvPr/>
        </p:nvCxnSpPr>
        <p:spPr>
          <a:xfrm>
            <a:off x="6871284" y="102277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93376017-FB85-9312-C5BB-11727C7BE62E}"/>
              </a:ext>
            </a:extLst>
          </p:cNvPr>
          <p:cNvCxnSpPr>
            <a:cxnSpLocks/>
          </p:cNvCxnSpPr>
          <p:nvPr/>
        </p:nvCxnSpPr>
        <p:spPr>
          <a:xfrm>
            <a:off x="7430161" y="102277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75C84372-7808-42DB-4833-609CB63095F2}"/>
              </a:ext>
            </a:extLst>
          </p:cNvPr>
          <p:cNvCxnSpPr>
            <a:cxnSpLocks/>
          </p:cNvCxnSpPr>
          <p:nvPr/>
        </p:nvCxnSpPr>
        <p:spPr>
          <a:xfrm>
            <a:off x="7997338" y="1033773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F301626E-D50C-479B-45D5-82F39F487CEA}"/>
              </a:ext>
            </a:extLst>
          </p:cNvPr>
          <p:cNvSpPr txBox="1"/>
          <p:nvPr/>
        </p:nvSpPr>
        <p:spPr>
          <a:xfrm>
            <a:off x="8133393" y="80511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</a:t>
            </a:r>
            <a:endParaRPr lang="LID4096"/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2E22C12D-7CEA-0C4E-3C11-0349B7EE035D}"/>
              </a:ext>
            </a:extLst>
          </p:cNvPr>
          <p:cNvCxnSpPr/>
          <p:nvPr/>
        </p:nvCxnSpPr>
        <p:spPr>
          <a:xfrm>
            <a:off x="1258505" y="1024346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32" name="Right Brace 131">
            <a:extLst>
              <a:ext uri="{FF2B5EF4-FFF2-40B4-BE49-F238E27FC236}">
                <a16:creationId xmlns:a16="http://schemas.microsoft.com/office/drawing/2014/main" id="{78486225-4CB7-7DB6-71CA-0237BFD6E22E}"/>
              </a:ext>
            </a:extLst>
          </p:cNvPr>
          <p:cNvSpPr/>
          <p:nvPr/>
        </p:nvSpPr>
        <p:spPr>
          <a:xfrm rot="5400000">
            <a:off x="2057854" y="506224"/>
            <a:ext cx="259284" cy="1595733"/>
          </a:xfrm>
          <a:prstGeom prst="rightBrace">
            <a:avLst>
              <a:gd name="adj1" fmla="val 99225"/>
              <a:gd name="adj2" fmla="val 4822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3" name="Right Brace 132">
            <a:extLst>
              <a:ext uri="{FF2B5EF4-FFF2-40B4-BE49-F238E27FC236}">
                <a16:creationId xmlns:a16="http://schemas.microsoft.com/office/drawing/2014/main" id="{147A1D98-73FD-0924-0D5F-B0C96DC2BDC9}"/>
              </a:ext>
            </a:extLst>
          </p:cNvPr>
          <p:cNvSpPr/>
          <p:nvPr/>
        </p:nvSpPr>
        <p:spPr>
          <a:xfrm rot="5400000">
            <a:off x="3754042" y="506225"/>
            <a:ext cx="259284" cy="1595733"/>
          </a:xfrm>
          <a:prstGeom prst="rightBrace">
            <a:avLst>
              <a:gd name="adj1" fmla="val 99225"/>
              <a:gd name="adj2" fmla="val 4822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4" name="Right Brace 133">
            <a:extLst>
              <a:ext uri="{FF2B5EF4-FFF2-40B4-BE49-F238E27FC236}">
                <a16:creationId xmlns:a16="http://schemas.microsoft.com/office/drawing/2014/main" id="{E6CBFC18-BE3E-5CD7-1F76-13EA6EB783C2}"/>
              </a:ext>
            </a:extLst>
          </p:cNvPr>
          <p:cNvSpPr/>
          <p:nvPr/>
        </p:nvSpPr>
        <p:spPr>
          <a:xfrm rot="5400000">
            <a:off x="6809326" y="269590"/>
            <a:ext cx="259284" cy="2069004"/>
          </a:xfrm>
          <a:prstGeom prst="rightBrace">
            <a:avLst>
              <a:gd name="adj1" fmla="val 99225"/>
              <a:gd name="adj2" fmla="val 4822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5" name="Right Brace 134">
            <a:extLst>
              <a:ext uri="{FF2B5EF4-FFF2-40B4-BE49-F238E27FC236}">
                <a16:creationId xmlns:a16="http://schemas.microsoft.com/office/drawing/2014/main" id="{F4B9FB95-D444-20A0-0229-98B406AC4187}"/>
              </a:ext>
            </a:extLst>
          </p:cNvPr>
          <p:cNvSpPr/>
          <p:nvPr/>
        </p:nvSpPr>
        <p:spPr>
          <a:xfrm rot="5400000">
            <a:off x="4864577" y="1097697"/>
            <a:ext cx="202497" cy="457654"/>
          </a:xfrm>
          <a:prstGeom prst="rightBrace">
            <a:avLst>
              <a:gd name="adj1" fmla="val 99225"/>
              <a:gd name="adj2" fmla="val 4822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6" name="Right Brace 135">
            <a:extLst>
              <a:ext uri="{FF2B5EF4-FFF2-40B4-BE49-F238E27FC236}">
                <a16:creationId xmlns:a16="http://schemas.microsoft.com/office/drawing/2014/main" id="{3BE3076D-0533-4A81-5D8F-6CFE85ACA94B}"/>
              </a:ext>
            </a:extLst>
          </p:cNvPr>
          <p:cNvSpPr/>
          <p:nvPr/>
        </p:nvSpPr>
        <p:spPr>
          <a:xfrm rot="5400000">
            <a:off x="5423453" y="1075263"/>
            <a:ext cx="202497" cy="457654"/>
          </a:xfrm>
          <a:prstGeom prst="rightBrace">
            <a:avLst>
              <a:gd name="adj1" fmla="val 99225"/>
              <a:gd name="adj2" fmla="val 4822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E679830-71A6-CE6E-A622-3291D0E5370A}"/>
              </a:ext>
            </a:extLst>
          </p:cNvPr>
          <p:cNvCxnSpPr/>
          <p:nvPr/>
        </p:nvCxnSpPr>
        <p:spPr>
          <a:xfrm>
            <a:off x="146304" y="-9489"/>
            <a:ext cx="89976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831B9F5-5D6E-60CA-EAB0-17B84C765E83}"/>
                  </a:ext>
                </a:extLst>
              </p:cNvPr>
              <p:cNvSpPr txBox="1"/>
              <p:nvPr/>
            </p:nvSpPr>
            <p:spPr>
              <a:xfrm>
                <a:off x="490195" y="-2196449"/>
                <a:ext cx="8435574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ניבחן ריצה מקבלת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…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של האוטומט.</a:t>
                </a: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נניח,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באינדוקציה מבנית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Aft>
                    <a:spcPts val="1200"/>
                  </a:spcAft>
                </a:pPr>
                <a:r>
                  <a:rPr lang="he-IL" b="0">
                    <a:cs typeface="Gisha" panose="020B0502040204020203" pitchFamily="34" charset="-79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אם"ם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אם"ם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</m:oMath>
                </a14:m>
                <a:endParaRPr lang="LID4096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נוכיח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חלק מצעד האינדוקציה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U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sSub>
                      <m:sSubPr>
                        <m:ctrlPr>
                          <a:rPr lang="he-IL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he-IL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אם"ם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U</m:t>
                    </m:r>
                    <m:r>
                      <a:rPr lang="en-US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he-IL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</m:oMath>
                </a14:m>
                <a:endParaRPr lang="he-IL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נצבע לפי ערכי האמת של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בכל מצב ונוכיח שהבניה קובעת ערך נכון ל-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Until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נחלק למקטעים של מצבים מהצורה </a:t>
                </a: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נבחן איך הבניה קובעת ערך ל-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Unti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l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831B9F5-5D6E-60CA-EAB0-17B84C765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95" y="-2196449"/>
                <a:ext cx="8435574" cy="5016758"/>
              </a:xfrm>
              <a:prstGeom prst="rect">
                <a:avLst/>
              </a:prstGeom>
              <a:blipFill>
                <a:blip r:embed="rId7"/>
                <a:stretch>
                  <a:fillRect t="-729" r="-578" b="-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Group 211">
            <a:extLst>
              <a:ext uri="{FF2B5EF4-FFF2-40B4-BE49-F238E27FC236}">
                <a16:creationId xmlns:a16="http://schemas.microsoft.com/office/drawing/2014/main" id="{3D5897CF-A56C-4028-DC21-6958DADD7A13}"/>
              </a:ext>
            </a:extLst>
          </p:cNvPr>
          <p:cNvGrpSpPr/>
          <p:nvPr/>
        </p:nvGrpSpPr>
        <p:grpSpPr>
          <a:xfrm>
            <a:off x="3532465" y="1828800"/>
            <a:ext cx="1782859" cy="369332"/>
            <a:chOff x="-156949" y="2514600"/>
            <a:chExt cx="1782859" cy="369332"/>
          </a:xfrm>
        </p:grpSpPr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870E347E-9114-1090-D9A4-67A4CEBDF9C0}"/>
                </a:ext>
              </a:extLst>
            </p:cNvPr>
            <p:cNvSpPr/>
            <p:nvPr/>
          </p:nvSpPr>
          <p:spPr>
            <a:xfrm flipV="1">
              <a:off x="85866" y="2632735"/>
              <a:ext cx="132365" cy="127442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400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829A7E3A-7243-D512-118F-C5F7841D53E7}"/>
                </a:ext>
              </a:extLst>
            </p:cNvPr>
            <p:cNvSpPr/>
            <p:nvPr/>
          </p:nvSpPr>
          <p:spPr>
            <a:xfrm flipV="1">
              <a:off x="221405" y="2632735"/>
              <a:ext cx="132365" cy="127442"/>
            </a:xfrm>
            <a:prstGeom prst="rect">
              <a:avLst/>
            </a:prstGeom>
            <a:solidFill>
              <a:schemeClr val="accent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DC920568-0AD1-F296-82DA-9C6DE43D16DC}"/>
                    </a:ext>
                  </a:extLst>
                </p:cNvPr>
                <p:cNvSpPr txBox="1"/>
                <p:nvPr/>
              </p:nvSpPr>
              <p:spPr>
                <a:xfrm>
                  <a:off x="-156949" y="2514600"/>
                  <a:ext cx="178285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 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    )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DC920568-0AD1-F296-82DA-9C6DE43D16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56949" y="2514600"/>
                  <a:ext cx="1782859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B59BC0B2-588C-D807-C003-CFE16AF272B1}"/>
                </a:ext>
              </a:extLst>
            </p:cNvPr>
            <p:cNvSpPr/>
            <p:nvPr/>
          </p:nvSpPr>
          <p:spPr>
            <a:xfrm flipV="1">
              <a:off x="1103696" y="2625283"/>
              <a:ext cx="132365" cy="127442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400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566C18F2-A41F-7A5E-D9C3-5BFE5A926E92}"/>
                </a:ext>
              </a:extLst>
            </p:cNvPr>
            <p:cNvSpPr/>
            <p:nvPr/>
          </p:nvSpPr>
          <p:spPr>
            <a:xfrm flipV="1">
              <a:off x="1239235" y="2625283"/>
              <a:ext cx="132365" cy="127442"/>
            </a:xfrm>
            <a:prstGeom prst="rect">
              <a:avLst/>
            </a:prstGeom>
            <a:solidFill>
              <a:schemeClr val="accent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400"/>
            </a:p>
          </p:txBody>
        </p:sp>
      </p:grpSp>
    </p:spTree>
    <p:extLst>
      <p:ext uri="{BB962C8B-B14F-4D97-AF65-F5344CB8AC3E}">
        <p14:creationId xmlns:p14="http://schemas.microsoft.com/office/powerpoint/2010/main" val="3213355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6E07DFC-6805-6635-6A9C-929598968DC8}"/>
                  </a:ext>
                </a:extLst>
              </p:cNvPr>
              <p:cNvSpPr txBox="1"/>
              <p:nvPr/>
            </p:nvSpPr>
            <p:spPr>
              <a:xfrm>
                <a:off x="490195" y="-2184358"/>
                <a:ext cx="8435574" cy="13419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742950" lvl="1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ע"פ כללי העקביות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U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400" i="1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1400" i="1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400" i="1" smtClean="0">
                        <a:latin typeface="Cambria Math" panose="02040503050406030204" pitchFamily="18" charset="0"/>
                      </a:rPr>
                      <m:t>U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i="1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i="1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742950" lvl="1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ע"פ הכללים</a:t>
                </a:r>
                <a:r>
                  <a:rPr lang="he-IL" sz="1400">
                    <a:solidFill>
                      <a:schemeClr val="tx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40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  <a:sym typeface="Wingdings" panose="05000000000000000000" pitchFamily="2" charset="2"/>
                      </a:rPr>
                      <m:t>U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sz="1400" b="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∧ 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sz="1400" b="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∉</m:t>
                    </m:r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sz="1400" b="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sz="1400" b="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40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  <a:sym typeface="Wingdings" panose="05000000000000000000" pitchFamily="2" charset="2"/>
                      </a:rPr>
                      <m:t>U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sSup>
                      <m:sSupPr>
                        <m:ctrlP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  <m:sup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i="1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he-IL" sz="1400" i="1">
                    <a:solidFill>
                      <a:schemeClr val="tx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40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  <a:sym typeface="Wingdings" panose="05000000000000000000" pitchFamily="2" charset="2"/>
                      </a:rPr>
                      <m:t>U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∉</m:t>
                    </m:r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∧ 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→ 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40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  <a:sym typeface="Wingdings" panose="05000000000000000000" pitchFamily="2" charset="2"/>
                      </a:rPr>
                      <m:t>U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∉</m:t>
                    </m:r>
                    <m:sSup>
                      <m:sSupPr>
                        <m:ctrlP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  <m:sup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>
                    <a:sym typeface="Wingdings" panose="05000000000000000000" pitchFamily="2" charset="2"/>
                  </a:rPr>
                  <a:t>:</a:t>
                </a:r>
                <a:endParaRPr lang="en-US" sz="1400">
                  <a:solidFill>
                    <a:schemeClr val="tx2">
                      <a:lumMod val="75000"/>
                    </a:schemeClr>
                  </a:solidFill>
                  <a:latin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marL="742950" lvl="1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sz="1400" i="1">
                  <a:solidFill>
                    <a:schemeClr val="tx2">
                      <a:lumMod val="75000"/>
                    </a:schemeClr>
                  </a:solidFill>
                  <a:latin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marL="742950" lvl="1" indent="-285750">
                  <a:spcBef>
                    <a:spcPts val="30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Wingdings" panose="05000000000000000000" pitchFamily="2" charset="2"/>
                  </a:rPr>
                  <a:t> קיבלנו שגם מקטעים המסתיימים ב-       וגם המסתיימים ב-      מסומנים נכון</a:t>
                </a:r>
                <a:endParaRPr lang="he-IL" sz="1400" i="1">
                  <a:solidFill>
                    <a:schemeClr val="tx2">
                      <a:lumMod val="75000"/>
                    </a:schemeClr>
                  </a:solidFill>
                  <a:latin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lvl="1">
                  <a:spcBef>
                    <a:spcPts val="1200"/>
                  </a:spcBef>
                  <a:spcAft>
                    <a:spcPts val="1200"/>
                  </a:spcAft>
                </a:pPr>
                <a:endParaRPr lang="he-IL" sz="1400" i="1">
                  <a:solidFill>
                    <a:schemeClr val="tx2">
                      <a:lumMod val="75000"/>
                    </a:schemeClr>
                  </a:solidFill>
                  <a:latin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marL="742950" lvl="1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 sz="1400" i="1">
                  <a:solidFill>
                    <a:schemeClr val="tx2">
                      <a:lumMod val="75000"/>
                    </a:schemeClr>
                  </a:solidFill>
                  <a:latin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marL="742950" lvl="1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 sz="1400" i="1">
                  <a:solidFill>
                    <a:schemeClr val="tx2">
                      <a:lumMod val="75000"/>
                    </a:schemeClr>
                  </a:solidFill>
                  <a:latin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marL="742950" lvl="1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 sz="1400" i="1">
                  <a:solidFill>
                    <a:schemeClr val="tx2">
                      <a:lumMod val="75000"/>
                    </a:schemeClr>
                  </a:solidFill>
                  <a:latin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marL="742950" lvl="1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1200"/>
                  </a:spcBef>
                  <a:spcAft>
                    <a:spcPts val="1200"/>
                  </a:spcAft>
                </a:pPr>
                <a:endParaRPr lang="en-US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6E07DFC-6805-6635-6A9C-929598968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95" y="-2184358"/>
                <a:ext cx="8435574" cy="134190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itle 1">
            <a:extLst>
              <a:ext uri="{FF2B5EF4-FFF2-40B4-BE49-F238E27FC236}">
                <a16:creationId xmlns:a16="http://schemas.microsoft.com/office/drawing/2014/main" id="{111E4960-7738-D2C1-A989-6BC223A42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-3359656"/>
            <a:ext cx="7772400" cy="1143000"/>
          </a:xfrm>
        </p:spPr>
        <p:txBody>
          <a:bodyPr/>
          <a:lstStyle/>
          <a:p>
            <a:pPr algn="r" rtl="1"/>
            <a:r>
              <a:rPr lang="he-IL">
                <a:solidFill>
                  <a:schemeClr val="tx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נכונות הבניה (רעיות ההוכחה)</a:t>
            </a:r>
            <a:endParaRPr lang="en-US">
              <a:solidFill>
                <a:schemeClr val="tx2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43B0D44-81E2-196D-55F5-6B09BFB16025}"/>
              </a:ext>
            </a:extLst>
          </p:cNvPr>
          <p:cNvGrpSpPr/>
          <p:nvPr/>
        </p:nvGrpSpPr>
        <p:grpSpPr>
          <a:xfrm>
            <a:off x="3658101" y="921529"/>
            <a:ext cx="418798" cy="202498"/>
            <a:chOff x="3067986" y="5018739"/>
            <a:chExt cx="418798" cy="20249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92C3A18-6729-6EC3-D402-8538D58D0C51}"/>
                </a:ext>
              </a:extLst>
            </p:cNvPr>
            <p:cNvSpPr/>
            <p:nvPr/>
          </p:nvSpPr>
          <p:spPr>
            <a:xfrm flipV="1">
              <a:off x="3067986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5938BF-B157-766F-9BB2-B49C61402D1D}"/>
                </a:ext>
              </a:extLst>
            </p:cNvPr>
            <p:cNvSpPr/>
            <p:nvPr/>
          </p:nvSpPr>
          <p:spPr>
            <a:xfrm flipV="1">
              <a:off x="3279867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39BEE07-0C75-E223-8BE4-D03B7B9B3092}"/>
              </a:ext>
            </a:extLst>
          </p:cNvPr>
          <p:cNvGrpSpPr/>
          <p:nvPr/>
        </p:nvGrpSpPr>
        <p:grpSpPr>
          <a:xfrm>
            <a:off x="3099224" y="921529"/>
            <a:ext cx="418798" cy="202498"/>
            <a:chOff x="2449880" y="5018739"/>
            <a:chExt cx="418798" cy="20249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5208BB9-D28D-C19F-AB55-6A528063BD90}"/>
                </a:ext>
              </a:extLst>
            </p:cNvPr>
            <p:cNvSpPr/>
            <p:nvPr/>
          </p:nvSpPr>
          <p:spPr>
            <a:xfrm flipV="1">
              <a:off x="2449880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DEC0244-469C-6352-32C6-A3F08A6539EC}"/>
                </a:ext>
              </a:extLst>
            </p:cNvPr>
            <p:cNvSpPr/>
            <p:nvPr/>
          </p:nvSpPr>
          <p:spPr>
            <a:xfrm flipV="1">
              <a:off x="2661761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0288CE9-7572-809C-D05A-312CED3961F4}"/>
              </a:ext>
            </a:extLst>
          </p:cNvPr>
          <p:cNvGrpSpPr/>
          <p:nvPr/>
        </p:nvGrpSpPr>
        <p:grpSpPr>
          <a:xfrm>
            <a:off x="4216978" y="921529"/>
            <a:ext cx="418798" cy="202498"/>
            <a:chOff x="3734009" y="5018739"/>
            <a:chExt cx="418798" cy="20249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73FE42-1C83-BC16-1B69-AD5C2A686BD4}"/>
                </a:ext>
              </a:extLst>
            </p:cNvPr>
            <p:cNvSpPr/>
            <p:nvPr/>
          </p:nvSpPr>
          <p:spPr>
            <a:xfrm flipV="1">
              <a:off x="3734009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70D51FD-BBE3-9FFE-64C9-B221093AE3EE}"/>
                </a:ext>
              </a:extLst>
            </p:cNvPr>
            <p:cNvSpPr/>
            <p:nvPr/>
          </p:nvSpPr>
          <p:spPr>
            <a:xfrm flipV="1">
              <a:off x="3945890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6F5B36-AE23-50DA-C04F-BF8AD5754AE5}"/>
              </a:ext>
            </a:extLst>
          </p:cNvPr>
          <p:cNvGrpSpPr/>
          <p:nvPr/>
        </p:nvGrpSpPr>
        <p:grpSpPr>
          <a:xfrm>
            <a:off x="6452485" y="921529"/>
            <a:ext cx="418798" cy="202498"/>
            <a:chOff x="5743707" y="5018739"/>
            <a:chExt cx="418798" cy="20249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F0BE315-BC9E-03C3-64E0-760D5120311B}"/>
                </a:ext>
              </a:extLst>
            </p:cNvPr>
            <p:cNvSpPr/>
            <p:nvPr/>
          </p:nvSpPr>
          <p:spPr>
            <a:xfrm flipV="1">
              <a:off x="5743707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CE02FBF-2CF3-C04E-516A-D86E46747DCF}"/>
                </a:ext>
              </a:extLst>
            </p:cNvPr>
            <p:cNvSpPr/>
            <p:nvPr/>
          </p:nvSpPr>
          <p:spPr>
            <a:xfrm flipV="1">
              <a:off x="5955588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B408F72-EDFE-9A1B-CD05-7665F952653E}"/>
              </a:ext>
            </a:extLst>
          </p:cNvPr>
          <p:cNvGrpSpPr/>
          <p:nvPr/>
        </p:nvGrpSpPr>
        <p:grpSpPr>
          <a:xfrm>
            <a:off x="5893608" y="921529"/>
            <a:ext cx="418798" cy="202498"/>
            <a:chOff x="5125601" y="5018739"/>
            <a:chExt cx="418798" cy="2024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37318AA-797E-ACB0-21BD-F0850E3A585A}"/>
                </a:ext>
              </a:extLst>
            </p:cNvPr>
            <p:cNvSpPr/>
            <p:nvPr/>
          </p:nvSpPr>
          <p:spPr>
            <a:xfrm flipV="1">
              <a:off x="5125601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3F881FF-51EC-D9E3-99C5-041E77CC83DE}"/>
                </a:ext>
              </a:extLst>
            </p:cNvPr>
            <p:cNvSpPr/>
            <p:nvPr/>
          </p:nvSpPr>
          <p:spPr>
            <a:xfrm flipV="1">
              <a:off x="5337482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1FF958A-E7E7-DE3A-A5DE-C9D64C996B73}"/>
              </a:ext>
            </a:extLst>
          </p:cNvPr>
          <p:cNvGrpSpPr/>
          <p:nvPr/>
        </p:nvGrpSpPr>
        <p:grpSpPr>
          <a:xfrm>
            <a:off x="7011362" y="921529"/>
            <a:ext cx="418798" cy="202498"/>
            <a:chOff x="6361813" y="5018739"/>
            <a:chExt cx="418798" cy="20249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E25C145-33AE-FBFC-AFD4-F67E7D6DC031}"/>
                </a:ext>
              </a:extLst>
            </p:cNvPr>
            <p:cNvSpPr/>
            <p:nvPr/>
          </p:nvSpPr>
          <p:spPr>
            <a:xfrm flipV="1">
              <a:off x="6361813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71524F-C530-CE7C-1D48-EEF3F85A6B6A}"/>
                </a:ext>
              </a:extLst>
            </p:cNvPr>
            <p:cNvSpPr/>
            <p:nvPr/>
          </p:nvSpPr>
          <p:spPr>
            <a:xfrm flipV="1">
              <a:off x="6573694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C73AA40-0FA9-408D-0D23-AC56814D477F}"/>
              </a:ext>
            </a:extLst>
          </p:cNvPr>
          <p:cNvGrpSpPr/>
          <p:nvPr/>
        </p:nvGrpSpPr>
        <p:grpSpPr>
          <a:xfrm>
            <a:off x="7570238" y="921529"/>
            <a:ext cx="418797" cy="202498"/>
            <a:chOff x="6943537" y="5018739"/>
            <a:chExt cx="418797" cy="20249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C91AC32-B930-9EAB-CF10-E627431F1689}"/>
                </a:ext>
              </a:extLst>
            </p:cNvPr>
            <p:cNvSpPr/>
            <p:nvPr/>
          </p:nvSpPr>
          <p:spPr>
            <a:xfrm flipV="1">
              <a:off x="6943537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F1737F2-3818-10E5-5037-0DD1B67EE299}"/>
                </a:ext>
              </a:extLst>
            </p:cNvPr>
            <p:cNvSpPr/>
            <p:nvPr/>
          </p:nvSpPr>
          <p:spPr>
            <a:xfrm flipV="1">
              <a:off x="7155417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F613DD9-0996-40AA-2235-8F21073F7768}"/>
              </a:ext>
            </a:extLst>
          </p:cNvPr>
          <p:cNvGrpSpPr/>
          <p:nvPr/>
        </p:nvGrpSpPr>
        <p:grpSpPr>
          <a:xfrm>
            <a:off x="4775855" y="921529"/>
            <a:ext cx="418798" cy="202498"/>
            <a:chOff x="4258965" y="5018739"/>
            <a:chExt cx="418798" cy="20249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90AFE5C-795C-2263-5C73-A44F54657D99}"/>
                </a:ext>
              </a:extLst>
            </p:cNvPr>
            <p:cNvSpPr/>
            <p:nvPr/>
          </p:nvSpPr>
          <p:spPr>
            <a:xfrm flipV="1">
              <a:off x="4258965" y="5018739"/>
              <a:ext cx="206917" cy="202498"/>
            </a:xfrm>
            <a:prstGeom prst="rect">
              <a:avLst/>
            </a:prstGeom>
            <a:solidFill>
              <a:schemeClr val="accent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48C8D3E-8E66-83E8-14B3-C94669E4EBC9}"/>
                </a:ext>
              </a:extLst>
            </p:cNvPr>
            <p:cNvSpPr/>
            <p:nvPr/>
          </p:nvSpPr>
          <p:spPr>
            <a:xfrm flipV="1">
              <a:off x="4470846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BDD1907-CD75-B12C-65BE-5D4B45E815EF}"/>
              </a:ext>
            </a:extLst>
          </p:cNvPr>
          <p:cNvGrpSpPr/>
          <p:nvPr/>
        </p:nvGrpSpPr>
        <p:grpSpPr>
          <a:xfrm>
            <a:off x="5334732" y="921529"/>
            <a:ext cx="418797" cy="202498"/>
            <a:chOff x="4707827" y="5018739"/>
            <a:chExt cx="418797" cy="20249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A398CEC-50D3-924B-1ABE-90AB9086357D}"/>
                </a:ext>
              </a:extLst>
            </p:cNvPr>
            <p:cNvSpPr/>
            <p:nvPr/>
          </p:nvSpPr>
          <p:spPr>
            <a:xfrm flipV="1">
              <a:off x="4707827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A0A455E-1194-4E3A-9609-4831EFF9D7B8}"/>
                </a:ext>
              </a:extLst>
            </p:cNvPr>
            <p:cNvSpPr/>
            <p:nvPr/>
          </p:nvSpPr>
          <p:spPr>
            <a:xfrm flipV="1">
              <a:off x="4919707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8B075CA-4637-7EF7-9568-5A5262C497A8}"/>
              </a:ext>
            </a:extLst>
          </p:cNvPr>
          <p:cNvGrpSpPr/>
          <p:nvPr/>
        </p:nvGrpSpPr>
        <p:grpSpPr>
          <a:xfrm>
            <a:off x="2540347" y="921529"/>
            <a:ext cx="418798" cy="202498"/>
            <a:chOff x="1850586" y="5018739"/>
            <a:chExt cx="418798" cy="20249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EE48A00-2072-54E0-E99B-996ADA4EBEB1}"/>
                </a:ext>
              </a:extLst>
            </p:cNvPr>
            <p:cNvSpPr/>
            <p:nvPr/>
          </p:nvSpPr>
          <p:spPr>
            <a:xfrm flipV="1">
              <a:off x="1850586" y="5018739"/>
              <a:ext cx="206917" cy="202498"/>
            </a:xfrm>
            <a:prstGeom prst="rect">
              <a:avLst/>
            </a:prstGeom>
            <a:solidFill>
              <a:schemeClr val="accent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743F1DC-7E0C-4CCB-4E85-E0863D89D251}"/>
                </a:ext>
              </a:extLst>
            </p:cNvPr>
            <p:cNvSpPr/>
            <p:nvPr/>
          </p:nvSpPr>
          <p:spPr>
            <a:xfrm flipV="1">
              <a:off x="2062467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A060CA0-7DD1-98EF-BBAB-C764B896F230}"/>
              </a:ext>
            </a:extLst>
          </p:cNvPr>
          <p:cNvGrpSpPr/>
          <p:nvPr/>
        </p:nvGrpSpPr>
        <p:grpSpPr>
          <a:xfrm>
            <a:off x="1981471" y="921529"/>
            <a:ext cx="418797" cy="202498"/>
            <a:chOff x="1305578" y="5018739"/>
            <a:chExt cx="418797" cy="20249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F4A3D53-C8A1-A01E-8380-00FAA6568385}"/>
                </a:ext>
              </a:extLst>
            </p:cNvPr>
            <p:cNvSpPr/>
            <p:nvPr/>
          </p:nvSpPr>
          <p:spPr>
            <a:xfrm flipV="1">
              <a:off x="1305578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8493AA0-AC34-EEC4-49AB-285AF90626BF}"/>
                </a:ext>
              </a:extLst>
            </p:cNvPr>
            <p:cNvSpPr/>
            <p:nvPr/>
          </p:nvSpPr>
          <p:spPr>
            <a:xfrm flipV="1">
              <a:off x="1517458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15782A6-98E8-CB25-0988-F4626CE4C3FE}"/>
              </a:ext>
            </a:extLst>
          </p:cNvPr>
          <p:cNvGrpSpPr/>
          <p:nvPr/>
        </p:nvGrpSpPr>
        <p:grpSpPr>
          <a:xfrm>
            <a:off x="1422595" y="921529"/>
            <a:ext cx="418797" cy="202498"/>
            <a:chOff x="795894" y="5018739"/>
            <a:chExt cx="418797" cy="20249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655560F-09EA-9587-D34B-8CC159EAB085}"/>
                </a:ext>
              </a:extLst>
            </p:cNvPr>
            <p:cNvSpPr/>
            <p:nvPr/>
          </p:nvSpPr>
          <p:spPr>
            <a:xfrm flipV="1">
              <a:off x="795894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74337DB-B324-FE9F-B055-961D4EBD7B03}"/>
                </a:ext>
              </a:extLst>
            </p:cNvPr>
            <p:cNvSpPr/>
            <p:nvPr/>
          </p:nvSpPr>
          <p:spPr>
            <a:xfrm flipV="1">
              <a:off x="1007774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C80EA208-39AD-A828-890B-846DFECAFA70}"/>
              </a:ext>
            </a:extLst>
          </p:cNvPr>
          <p:cNvGrpSpPr/>
          <p:nvPr/>
        </p:nvGrpSpPr>
        <p:grpSpPr>
          <a:xfrm>
            <a:off x="198525" y="1518296"/>
            <a:ext cx="1579262" cy="992439"/>
            <a:chOff x="6409773" y="5213023"/>
            <a:chExt cx="2468762" cy="1561318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2B81AEF-8F23-B0AC-0C90-24E21562FF1E}"/>
                </a:ext>
              </a:extLst>
            </p:cNvPr>
            <p:cNvSpPr/>
            <p:nvPr/>
          </p:nvSpPr>
          <p:spPr>
            <a:xfrm>
              <a:off x="6409773" y="5213023"/>
              <a:ext cx="2468762" cy="15005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400">
                <a:solidFill>
                  <a:schemeClr val="bg1"/>
                </a:solidFill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97061DF-2C12-BED5-78D6-3BFE7EB82F5C}"/>
                </a:ext>
              </a:extLst>
            </p:cNvPr>
            <p:cNvGrpSpPr/>
            <p:nvPr/>
          </p:nvGrpSpPr>
          <p:grpSpPr>
            <a:xfrm>
              <a:off x="6601232" y="5313256"/>
              <a:ext cx="2265341" cy="411568"/>
              <a:chOff x="6342936" y="5540057"/>
              <a:chExt cx="2265341" cy="415683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F7D9A866-D94B-F217-D897-B8BC4CC08E21}"/>
                  </a:ext>
                </a:extLst>
              </p:cNvPr>
              <p:cNvGrpSpPr/>
              <p:nvPr/>
            </p:nvGrpSpPr>
            <p:grpSpPr>
              <a:xfrm>
                <a:off x="6342936" y="5592697"/>
                <a:ext cx="418797" cy="202498"/>
                <a:chOff x="6943537" y="5018739"/>
                <a:chExt cx="418797" cy="202498"/>
              </a:xfrm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C870578D-5D8E-4508-5FD8-48674BD6E4AE}"/>
                    </a:ext>
                  </a:extLst>
                </p:cNvPr>
                <p:cNvSpPr/>
                <p:nvPr/>
              </p:nvSpPr>
              <p:spPr>
                <a:xfrm flipV="1">
                  <a:off x="6943537" y="5018739"/>
                  <a:ext cx="206917" cy="202498"/>
                </a:xfrm>
                <a:prstGeom prst="rect">
                  <a:avLst/>
                </a:prstGeom>
                <a:solidFill>
                  <a:srgbClr val="00B050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AA4F3ED-3946-FB04-C95E-7585B6B74193}"/>
                    </a:ext>
                  </a:extLst>
                </p:cNvPr>
                <p:cNvSpPr/>
                <p:nvPr/>
              </p:nvSpPr>
              <p:spPr>
                <a:xfrm flipV="1">
                  <a:off x="7155417" y="5018739"/>
                  <a:ext cx="206917" cy="202498"/>
                </a:xfrm>
                <a:prstGeom prst="rect">
                  <a:avLst/>
                </a:prstGeom>
                <a:solidFill>
                  <a:srgbClr val="00B050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86AF9329-0784-D26F-20FF-8857A066546C}"/>
                      </a:ext>
                    </a:extLst>
                  </p:cNvPr>
                  <p:cNvSpPr txBox="1"/>
                  <p:nvPr/>
                </p:nvSpPr>
                <p:spPr>
                  <a:xfrm>
                    <a:off x="6865190" y="5540057"/>
                    <a:ext cx="1743087" cy="4156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 rt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LID4096" sz="1100"/>
                  </a:p>
                </p:txBody>
              </p:sp>
            </mc:Choice>
            <mc:Fallback xmlns="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86AF9329-0784-D26F-20FF-8857A06654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5190" y="5540057"/>
                    <a:ext cx="1743087" cy="41568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238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D7487FD-34C0-34BA-01A4-55FC970C4A33}"/>
                </a:ext>
              </a:extLst>
            </p:cNvPr>
            <p:cNvGrpSpPr/>
            <p:nvPr/>
          </p:nvGrpSpPr>
          <p:grpSpPr>
            <a:xfrm>
              <a:off x="6601232" y="5664119"/>
              <a:ext cx="2267846" cy="411569"/>
              <a:chOff x="6342936" y="5540057"/>
              <a:chExt cx="2267846" cy="41568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C3EFA5D0-F2B7-3C90-3B3A-3B15363A2D1C}"/>
                  </a:ext>
                </a:extLst>
              </p:cNvPr>
              <p:cNvGrpSpPr/>
              <p:nvPr/>
            </p:nvGrpSpPr>
            <p:grpSpPr>
              <a:xfrm>
                <a:off x="6342936" y="5592697"/>
                <a:ext cx="418797" cy="202498"/>
                <a:chOff x="6943537" y="5018739"/>
                <a:chExt cx="418797" cy="202498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E296D64-1C43-A712-4CB3-D562BAEF27AE}"/>
                    </a:ext>
                  </a:extLst>
                </p:cNvPr>
                <p:cNvSpPr/>
                <p:nvPr/>
              </p:nvSpPr>
              <p:spPr>
                <a:xfrm flipV="1">
                  <a:off x="6943537" y="5018739"/>
                  <a:ext cx="206917" cy="202498"/>
                </a:xfrm>
                <a:prstGeom prst="rect">
                  <a:avLst/>
                </a:prstGeom>
                <a:solidFill>
                  <a:srgbClr val="00B050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4326B0C6-B115-7641-036D-19CBD7727CC9}"/>
                    </a:ext>
                  </a:extLst>
                </p:cNvPr>
                <p:cNvSpPr/>
                <p:nvPr/>
              </p:nvSpPr>
              <p:spPr>
                <a:xfrm flipV="1">
                  <a:off x="7155417" y="5018739"/>
                  <a:ext cx="206917" cy="202498"/>
                </a:xfrm>
                <a:prstGeom prst="rect">
                  <a:avLst/>
                </a:prstGeom>
                <a:solidFill>
                  <a:schemeClr val="accent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EB30E154-344F-A91C-0765-74F21C0405AF}"/>
                      </a:ext>
                    </a:extLst>
                  </p:cNvPr>
                  <p:cNvSpPr txBox="1"/>
                  <p:nvPr/>
                </p:nvSpPr>
                <p:spPr>
                  <a:xfrm>
                    <a:off x="6865190" y="5540057"/>
                    <a:ext cx="1745592" cy="41568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 rt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sz="11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LID4096" sz="1100"/>
                  </a:p>
                </p:txBody>
              </p:sp>
            </mc:Choice>
            <mc:Fallback xmlns="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EB30E154-344F-A91C-0765-74F21C0405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5190" y="5540057"/>
                    <a:ext cx="1745592" cy="41568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C5BA6EC8-AC73-3014-DA7D-774A0E31B2F2}"/>
                </a:ext>
              </a:extLst>
            </p:cNvPr>
            <p:cNvGrpSpPr/>
            <p:nvPr/>
          </p:nvGrpSpPr>
          <p:grpSpPr>
            <a:xfrm>
              <a:off x="6601232" y="6011919"/>
              <a:ext cx="2267846" cy="411568"/>
              <a:chOff x="6342936" y="5540057"/>
              <a:chExt cx="2267846" cy="415683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EB01743A-69FC-FC8E-D5B5-8E25C9BB947A}"/>
                  </a:ext>
                </a:extLst>
              </p:cNvPr>
              <p:cNvGrpSpPr/>
              <p:nvPr/>
            </p:nvGrpSpPr>
            <p:grpSpPr>
              <a:xfrm>
                <a:off x="6342936" y="5592697"/>
                <a:ext cx="418797" cy="202498"/>
                <a:chOff x="6943537" y="5018739"/>
                <a:chExt cx="418797" cy="202498"/>
              </a:xfrm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447FA7E4-C013-F49F-352C-63D82E1B16A5}"/>
                    </a:ext>
                  </a:extLst>
                </p:cNvPr>
                <p:cNvSpPr/>
                <p:nvPr/>
              </p:nvSpPr>
              <p:spPr>
                <a:xfrm flipV="1">
                  <a:off x="6943537" y="5018739"/>
                  <a:ext cx="206917" cy="202498"/>
                </a:xfrm>
                <a:prstGeom prst="rect">
                  <a:avLst/>
                </a:prstGeom>
                <a:solidFill>
                  <a:schemeClr val="accent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76BF1E05-58D1-8EEF-02EF-FAFA9CD0208E}"/>
                    </a:ext>
                  </a:extLst>
                </p:cNvPr>
                <p:cNvSpPr/>
                <p:nvPr/>
              </p:nvSpPr>
              <p:spPr>
                <a:xfrm flipV="1">
                  <a:off x="7155417" y="5018739"/>
                  <a:ext cx="206917" cy="202498"/>
                </a:xfrm>
                <a:prstGeom prst="rect">
                  <a:avLst/>
                </a:prstGeom>
                <a:solidFill>
                  <a:srgbClr val="00B050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B9F6E738-01BA-CEFA-06E9-16712CDFD0DD}"/>
                      </a:ext>
                    </a:extLst>
                  </p:cNvPr>
                  <p:cNvSpPr txBox="1"/>
                  <p:nvPr/>
                </p:nvSpPr>
                <p:spPr>
                  <a:xfrm>
                    <a:off x="6865190" y="5540057"/>
                    <a:ext cx="1745592" cy="4156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 rt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LID4096" sz="1100"/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B9F6E738-01BA-CEFA-06E9-16712CDFD0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5190" y="5540057"/>
                    <a:ext cx="1745592" cy="41568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9F5AD4A0-4C02-EA42-68A5-895E97D4C7A2}"/>
                </a:ext>
              </a:extLst>
            </p:cNvPr>
            <p:cNvGrpSpPr/>
            <p:nvPr/>
          </p:nvGrpSpPr>
          <p:grpSpPr>
            <a:xfrm>
              <a:off x="6601232" y="6362773"/>
              <a:ext cx="2270353" cy="411568"/>
              <a:chOff x="6342936" y="5540057"/>
              <a:chExt cx="2270353" cy="415683"/>
            </a:xfrm>
          </p:grpSpPr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D490110A-2F1A-B2A0-8F6D-98EB5AB276AB}"/>
                  </a:ext>
                </a:extLst>
              </p:cNvPr>
              <p:cNvGrpSpPr/>
              <p:nvPr/>
            </p:nvGrpSpPr>
            <p:grpSpPr>
              <a:xfrm>
                <a:off x="6342936" y="5592697"/>
                <a:ext cx="418797" cy="202498"/>
                <a:chOff x="6943537" y="5018739"/>
                <a:chExt cx="418797" cy="202498"/>
              </a:xfrm>
            </p:grpSpPr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97EC1B0E-CA46-A423-1128-201DDC13E0B1}"/>
                    </a:ext>
                  </a:extLst>
                </p:cNvPr>
                <p:cNvSpPr/>
                <p:nvPr/>
              </p:nvSpPr>
              <p:spPr>
                <a:xfrm flipV="1">
                  <a:off x="6943537" y="5018739"/>
                  <a:ext cx="206917" cy="202498"/>
                </a:xfrm>
                <a:prstGeom prst="rect">
                  <a:avLst/>
                </a:prstGeom>
                <a:solidFill>
                  <a:schemeClr val="accent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5D28AE59-DDA8-5C43-0A5B-CE3E98AB0077}"/>
                    </a:ext>
                  </a:extLst>
                </p:cNvPr>
                <p:cNvSpPr/>
                <p:nvPr/>
              </p:nvSpPr>
              <p:spPr>
                <a:xfrm flipV="1">
                  <a:off x="7155417" y="5018739"/>
                  <a:ext cx="206917" cy="202498"/>
                </a:xfrm>
                <a:prstGeom prst="rect">
                  <a:avLst/>
                </a:prstGeom>
                <a:solidFill>
                  <a:schemeClr val="accent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F67C03AA-7AF0-323D-EB4B-DB7F297C9AC1}"/>
                      </a:ext>
                    </a:extLst>
                  </p:cNvPr>
                  <p:cNvSpPr txBox="1"/>
                  <p:nvPr/>
                </p:nvSpPr>
                <p:spPr>
                  <a:xfrm>
                    <a:off x="6865190" y="5540057"/>
                    <a:ext cx="1748099" cy="4156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 rt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sz="11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LID4096" sz="1100"/>
                  </a:p>
                </p:txBody>
              </p:sp>
            </mc:Choice>
            <mc:Fallback xmlns="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F67C03AA-7AF0-323D-EB4B-DB7F297C9A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5190" y="5540057"/>
                    <a:ext cx="1748099" cy="41568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24F6142-CE78-FBD1-AA37-1292161F2FE0}"/>
              </a:ext>
            </a:extLst>
          </p:cNvPr>
          <p:cNvCxnSpPr>
            <a:stCxn id="30" idx="3"/>
            <a:endCxn id="24" idx="0"/>
          </p:cNvCxnSpPr>
          <p:nvPr/>
        </p:nvCxnSpPr>
        <p:spPr>
          <a:xfrm>
            <a:off x="1841392" y="102277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AC87266-610D-0AEA-7ECC-0D2D624E0409}"/>
              </a:ext>
            </a:extLst>
          </p:cNvPr>
          <p:cNvCxnSpPr>
            <a:stCxn id="25" idx="3"/>
            <a:endCxn id="22" idx="1"/>
          </p:cNvCxnSpPr>
          <p:nvPr/>
        </p:nvCxnSpPr>
        <p:spPr>
          <a:xfrm>
            <a:off x="2400268" y="102277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3AB8A48-A50A-2032-256F-870B965AA022}"/>
              </a:ext>
            </a:extLst>
          </p:cNvPr>
          <p:cNvCxnSpPr>
            <a:stCxn id="23" idx="3"/>
            <a:endCxn id="6" idx="1"/>
          </p:cNvCxnSpPr>
          <p:nvPr/>
        </p:nvCxnSpPr>
        <p:spPr>
          <a:xfrm>
            <a:off x="2959145" y="102277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96B0DAE-D998-3575-A006-E844667F34D2}"/>
              </a:ext>
            </a:extLst>
          </p:cNvPr>
          <p:cNvCxnSpPr>
            <a:cxnSpLocks/>
            <a:stCxn id="7" idx="3"/>
            <a:endCxn id="3" idx="1"/>
          </p:cNvCxnSpPr>
          <p:nvPr/>
        </p:nvCxnSpPr>
        <p:spPr>
          <a:xfrm>
            <a:off x="3518022" y="102277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B04B3312-6328-1F11-75A0-90EE37C4E1CD}"/>
              </a:ext>
            </a:extLst>
          </p:cNvPr>
          <p:cNvCxnSpPr>
            <a:cxnSpLocks/>
          </p:cNvCxnSpPr>
          <p:nvPr/>
        </p:nvCxnSpPr>
        <p:spPr>
          <a:xfrm>
            <a:off x="4076899" y="102277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9960F87-CF64-9038-1FDA-54FD5F98A48B}"/>
              </a:ext>
            </a:extLst>
          </p:cNvPr>
          <p:cNvCxnSpPr>
            <a:cxnSpLocks/>
          </p:cNvCxnSpPr>
          <p:nvPr/>
        </p:nvCxnSpPr>
        <p:spPr>
          <a:xfrm>
            <a:off x="4635776" y="102277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BF38FEE-2BF8-9E9D-D073-B838B6284865}"/>
              </a:ext>
            </a:extLst>
          </p:cNvPr>
          <p:cNvCxnSpPr>
            <a:cxnSpLocks/>
          </p:cNvCxnSpPr>
          <p:nvPr/>
        </p:nvCxnSpPr>
        <p:spPr>
          <a:xfrm>
            <a:off x="5194653" y="102277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35586C6-86D0-BAA0-333D-AD2B6858213D}"/>
              </a:ext>
            </a:extLst>
          </p:cNvPr>
          <p:cNvCxnSpPr>
            <a:cxnSpLocks/>
          </p:cNvCxnSpPr>
          <p:nvPr/>
        </p:nvCxnSpPr>
        <p:spPr>
          <a:xfrm>
            <a:off x="5753530" y="102277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9777B89E-5A09-0A36-A186-52FE56930A73}"/>
              </a:ext>
            </a:extLst>
          </p:cNvPr>
          <p:cNvCxnSpPr>
            <a:cxnSpLocks/>
          </p:cNvCxnSpPr>
          <p:nvPr/>
        </p:nvCxnSpPr>
        <p:spPr>
          <a:xfrm>
            <a:off x="6312407" y="102277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1787AE86-3983-0B6A-88CE-37CF53050857}"/>
              </a:ext>
            </a:extLst>
          </p:cNvPr>
          <p:cNvCxnSpPr>
            <a:cxnSpLocks/>
          </p:cNvCxnSpPr>
          <p:nvPr/>
        </p:nvCxnSpPr>
        <p:spPr>
          <a:xfrm>
            <a:off x="6871284" y="102277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93376017-FB85-9312-C5BB-11727C7BE62E}"/>
              </a:ext>
            </a:extLst>
          </p:cNvPr>
          <p:cNvCxnSpPr>
            <a:cxnSpLocks/>
          </p:cNvCxnSpPr>
          <p:nvPr/>
        </p:nvCxnSpPr>
        <p:spPr>
          <a:xfrm>
            <a:off x="7430161" y="102277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75C84372-7808-42DB-4833-609CB63095F2}"/>
              </a:ext>
            </a:extLst>
          </p:cNvPr>
          <p:cNvCxnSpPr>
            <a:cxnSpLocks/>
          </p:cNvCxnSpPr>
          <p:nvPr/>
        </p:nvCxnSpPr>
        <p:spPr>
          <a:xfrm>
            <a:off x="7997338" y="1033773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F301626E-D50C-479B-45D5-82F39F487CEA}"/>
              </a:ext>
            </a:extLst>
          </p:cNvPr>
          <p:cNvSpPr txBox="1"/>
          <p:nvPr/>
        </p:nvSpPr>
        <p:spPr>
          <a:xfrm>
            <a:off x="8133393" y="80511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</a:t>
            </a:r>
            <a:endParaRPr lang="LID4096"/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2E22C12D-7CEA-0C4E-3C11-0349B7EE035D}"/>
              </a:ext>
            </a:extLst>
          </p:cNvPr>
          <p:cNvCxnSpPr/>
          <p:nvPr/>
        </p:nvCxnSpPr>
        <p:spPr>
          <a:xfrm>
            <a:off x="1258505" y="1024346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32" name="Right Brace 131">
            <a:extLst>
              <a:ext uri="{FF2B5EF4-FFF2-40B4-BE49-F238E27FC236}">
                <a16:creationId xmlns:a16="http://schemas.microsoft.com/office/drawing/2014/main" id="{78486225-4CB7-7DB6-71CA-0237BFD6E22E}"/>
              </a:ext>
            </a:extLst>
          </p:cNvPr>
          <p:cNvSpPr/>
          <p:nvPr/>
        </p:nvSpPr>
        <p:spPr>
          <a:xfrm rot="5400000">
            <a:off x="2057854" y="506224"/>
            <a:ext cx="259284" cy="1595733"/>
          </a:xfrm>
          <a:prstGeom prst="rightBrace">
            <a:avLst>
              <a:gd name="adj1" fmla="val 99225"/>
              <a:gd name="adj2" fmla="val 4822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3" name="Right Brace 132">
            <a:extLst>
              <a:ext uri="{FF2B5EF4-FFF2-40B4-BE49-F238E27FC236}">
                <a16:creationId xmlns:a16="http://schemas.microsoft.com/office/drawing/2014/main" id="{147A1D98-73FD-0924-0D5F-B0C96DC2BDC9}"/>
              </a:ext>
            </a:extLst>
          </p:cNvPr>
          <p:cNvSpPr/>
          <p:nvPr/>
        </p:nvSpPr>
        <p:spPr>
          <a:xfrm rot="5400000">
            <a:off x="3754042" y="506225"/>
            <a:ext cx="259284" cy="1595733"/>
          </a:xfrm>
          <a:prstGeom prst="rightBrace">
            <a:avLst>
              <a:gd name="adj1" fmla="val 99225"/>
              <a:gd name="adj2" fmla="val 4822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4" name="Right Brace 133">
            <a:extLst>
              <a:ext uri="{FF2B5EF4-FFF2-40B4-BE49-F238E27FC236}">
                <a16:creationId xmlns:a16="http://schemas.microsoft.com/office/drawing/2014/main" id="{E6CBFC18-BE3E-5CD7-1F76-13EA6EB783C2}"/>
              </a:ext>
            </a:extLst>
          </p:cNvPr>
          <p:cNvSpPr/>
          <p:nvPr/>
        </p:nvSpPr>
        <p:spPr>
          <a:xfrm rot="5400000">
            <a:off x="6809326" y="269590"/>
            <a:ext cx="259284" cy="2069004"/>
          </a:xfrm>
          <a:prstGeom prst="rightBrace">
            <a:avLst>
              <a:gd name="adj1" fmla="val 99225"/>
              <a:gd name="adj2" fmla="val 4822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5" name="Right Brace 134">
            <a:extLst>
              <a:ext uri="{FF2B5EF4-FFF2-40B4-BE49-F238E27FC236}">
                <a16:creationId xmlns:a16="http://schemas.microsoft.com/office/drawing/2014/main" id="{F4B9FB95-D444-20A0-0229-98B406AC4187}"/>
              </a:ext>
            </a:extLst>
          </p:cNvPr>
          <p:cNvSpPr/>
          <p:nvPr/>
        </p:nvSpPr>
        <p:spPr>
          <a:xfrm rot="5400000">
            <a:off x="4864577" y="1097697"/>
            <a:ext cx="202497" cy="457654"/>
          </a:xfrm>
          <a:prstGeom prst="rightBrace">
            <a:avLst>
              <a:gd name="adj1" fmla="val 99225"/>
              <a:gd name="adj2" fmla="val 4822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6" name="Right Brace 135">
            <a:extLst>
              <a:ext uri="{FF2B5EF4-FFF2-40B4-BE49-F238E27FC236}">
                <a16:creationId xmlns:a16="http://schemas.microsoft.com/office/drawing/2014/main" id="{3BE3076D-0533-4A81-5D8F-6CFE85ACA94B}"/>
              </a:ext>
            </a:extLst>
          </p:cNvPr>
          <p:cNvSpPr/>
          <p:nvPr/>
        </p:nvSpPr>
        <p:spPr>
          <a:xfrm rot="5400000">
            <a:off x="5423453" y="1075263"/>
            <a:ext cx="202497" cy="457654"/>
          </a:xfrm>
          <a:prstGeom prst="rightBrace">
            <a:avLst>
              <a:gd name="adj1" fmla="val 99225"/>
              <a:gd name="adj2" fmla="val 4822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E679830-71A6-CE6E-A622-3291D0E5370A}"/>
              </a:ext>
            </a:extLst>
          </p:cNvPr>
          <p:cNvCxnSpPr/>
          <p:nvPr/>
        </p:nvCxnSpPr>
        <p:spPr>
          <a:xfrm>
            <a:off x="146304" y="-9489"/>
            <a:ext cx="89976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3A074700-018A-AF73-EBDB-CD483F4AE6C6}"/>
              </a:ext>
            </a:extLst>
          </p:cNvPr>
          <p:cNvGrpSpPr/>
          <p:nvPr/>
        </p:nvGrpSpPr>
        <p:grpSpPr>
          <a:xfrm>
            <a:off x="1258504" y="3486046"/>
            <a:ext cx="7290386" cy="718522"/>
            <a:chOff x="1258504" y="3504900"/>
            <a:chExt cx="7290386" cy="718522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6BF66D54-86FA-83CB-8240-3449891F895F}"/>
                </a:ext>
              </a:extLst>
            </p:cNvPr>
            <p:cNvGrpSpPr/>
            <p:nvPr/>
          </p:nvGrpSpPr>
          <p:grpSpPr>
            <a:xfrm>
              <a:off x="3658100" y="3711217"/>
              <a:ext cx="418798" cy="202498"/>
              <a:chOff x="3067986" y="5018739"/>
              <a:chExt cx="418798" cy="202498"/>
            </a:xfrm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102250B7-F522-C2C8-7A8C-711CE407F55E}"/>
                  </a:ext>
                </a:extLst>
              </p:cNvPr>
              <p:cNvSpPr/>
              <p:nvPr/>
            </p:nvSpPr>
            <p:spPr>
              <a:xfrm flipV="1">
                <a:off x="3067986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68F5D54D-07AD-F2B1-AD83-464785AE8EEF}"/>
                  </a:ext>
                </a:extLst>
              </p:cNvPr>
              <p:cNvSpPr/>
              <p:nvPr/>
            </p:nvSpPr>
            <p:spPr>
              <a:xfrm flipV="1">
                <a:off x="3279867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BF660DF5-A81C-B82D-9616-03A00DCF329F}"/>
                </a:ext>
              </a:extLst>
            </p:cNvPr>
            <p:cNvGrpSpPr/>
            <p:nvPr/>
          </p:nvGrpSpPr>
          <p:grpSpPr>
            <a:xfrm>
              <a:off x="3099223" y="3711217"/>
              <a:ext cx="418798" cy="202498"/>
              <a:chOff x="2449880" y="5018739"/>
              <a:chExt cx="418798" cy="202498"/>
            </a:xfrm>
          </p:grpSpPr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3D329E97-772E-F478-E641-1330F24F489F}"/>
                  </a:ext>
                </a:extLst>
              </p:cNvPr>
              <p:cNvSpPr/>
              <p:nvPr/>
            </p:nvSpPr>
            <p:spPr>
              <a:xfrm flipV="1">
                <a:off x="2449880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75A832EE-D216-9FA4-474F-9C06EAA38C5F}"/>
                  </a:ext>
                </a:extLst>
              </p:cNvPr>
              <p:cNvSpPr/>
              <p:nvPr/>
            </p:nvSpPr>
            <p:spPr>
              <a:xfrm flipV="1">
                <a:off x="2661761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B524E724-CD8D-7F75-0EA1-0F5DFA199E49}"/>
                </a:ext>
              </a:extLst>
            </p:cNvPr>
            <p:cNvGrpSpPr/>
            <p:nvPr/>
          </p:nvGrpSpPr>
          <p:grpSpPr>
            <a:xfrm>
              <a:off x="4216977" y="3711217"/>
              <a:ext cx="418798" cy="202498"/>
              <a:chOff x="3734009" y="5018739"/>
              <a:chExt cx="418798" cy="202498"/>
            </a:xfrm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B161C322-6F09-F645-0129-2A5E95B7CC3A}"/>
                  </a:ext>
                </a:extLst>
              </p:cNvPr>
              <p:cNvSpPr/>
              <p:nvPr/>
            </p:nvSpPr>
            <p:spPr>
              <a:xfrm flipV="1">
                <a:off x="3734009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D91B93B9-D5FC-D2B9-88D0-C8DA22AB9D05}"/>
                  </a:ext>
                </a:extLst>
              </p:cNvPr>
              <p:cNvSpPr/>
              <p:nvPr/>
            </p:nvSpPr>
            <p:spPr>
              <a:xfrm flipV="1">
                <a:off x="3945890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D24261E8-81E7-BB4F-4FCB-E4BA35ED3E44}"/>
                </a:ext>
              </a:extLst>
            </p:cNvPr>
            <p:cNvGrpSpPr/>
            <p:nvPr/>
          </p:nvGrpSpPr>
          <p:grpSpPr>
            <a:xfrm>
              <a:off x="6452484" y="3711217"/>
              <a:ext cx="418798" cy="202498"/>
              <a:chOff x="5743707" y="5018739"/>
              <a:chExt cx="418798" cy="202498"/>
            </a:xfrm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641556C4-DFD8-C4F8-CFD0-E04DC316993D}"/>
                  </a:ext>
                </a:extLst>
              </p:cNvPr>
              <p:cNvSpPr/>
              <p:nvPr/>
            </p:nvSpPr>
            <p:spPr>
              <a:xfrm flipV="1">
                <a:off x="5743707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1BA0F921-2B69-47AF-789E-AE4ED2423C12}"/>
                  </a:ext>
                </a:extLst>
              </p:cNvPr>
              <p:cNvSpPr/>
              <p:nvPr/>
            </p:nvSpPr>
            <p:spPr>
              <a:xfrm flipV="1">
                <a:off x="5955588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68083C10-B036-FA44-A3A7-F7F59F08C7B0}"/>
                </a:ext>
              </a:extLst>
            </p:cNvPr>
            <p:cNvGrpSpPr/>
            <p:nvPr/>
          </p:nvGrpSpPr>
          <p:grpSpPr>
            <a:xfrm>
              <a:off x="5893607" y="3711217"/>
              <a:ext cx="418798" cy="202498"/>
              <a:chOff x="5125601" y="5018739"/>
              <a:chExt cx="418798" cy="202498"/>
            </a:xfrm>
          </p:grpSpPr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3596569F-0351-529A-FB89-151CBD1F1223}"/>
                  </a:ext>
                </a:extLst>
              </p:cNvPr>
              <p:cNvSpPr/>
              <p:nvPr/>
            </p:nvSpPr>
            <p:spPr>
              <a:xfrm flipV="1">
                <a:off x="5125601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3B9DB507-754C-6CC5-9579-DD27AE1F5332}"/>
                  </a:ext>
                </a:extLst>
              </p:cNvPr>
              <p:cNvSpPr/>
              <p:nvPr/>
            </p:nvSpPr>
            <p:spPr>
              <a:xfrm flipV="1">
                <a:off x="5337482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ED0E423D-EDD6-3248-1D9E-7B48F5083489}"/>
                </a:ext>
              </a:extLst>
            </p:cNvPr>
            <p:cNvGrpSpPr/>
            <p:nvPr/>
          </p:nvGrpSpPr>
          <p:grpSpPr>
            <a:xfrm>
              <a:off x="7011361" y="3711217"/>
              <a:ext cx="418798" cy="202498"/>
              <a:chOff x="6361813" y="5018739"/>
              <a:chExt cx="418798" cy="202498"/>
            </a:xfrm>
          </p:grpSpPr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97573C8A-0D32-3ED0-B07D-015004987A7A}"/>
                  </a:ext>
                </a:extLst>
              </p:cNvPr>
              <p:cNvSpPr/>
              <p:nvPr/>
            </p:nvSpPr>
            <p:spPr>
              <a:xfrm flipV="1">
                <a:off x="6361813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096EA550-DF1D-B253-A6CD-4D7B2F195048}"/>
                  </a:ext>
                </a:extLst>
              </p:cNvPr>
              <p:cNvSpPr/>
              <p:nvPr/>
            </p:nvSpPr>
            <p:spPr>
              <a:xfrm flipV="1">
                <a:off x="6573694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AFC1D833-1F9E-1B00-AE0E-C5559B5D2046}"/>
                </a:ext>
              </a:extLst>
            </p:cNvPr>
            <p:cNvGrpSpPr/>
            <p:nvPr/>
          </p:nvGrpSpPr>
          <p:grpSpPr>
            <a:xfrm>
              <a:off x="7570237" y="3711217"/>
              <a:ext cx="418797" cy="202498"/>
              <a:chOff x="6943537" y="5018739"/>
              <a:chExt cx="418797" cy="202498"/>
            </a:xfrm>
          </p:grpSpPr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C9249BC1-6955-0D00-224E-1A7C51DF2F1C}"/>
                  </a:ext>
                </a:extLst>
              </p:cNvPr>
              <p:cNvSpPr/>
              <p:nvPr/>
            </p:nvSpPr>
            <p:spPr>
              <a:xfrm flipV="1">
                <a:off x="6943537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0616530F-B889-A50D-A1E2-4710BDE42005}"/>
                  </a:ext>
                </a:extLst>
              </p:cNvPr>
              <p:cNvSpPr/>
              <p:nvPr/>
            </p:nvSpPr>
            <p:spPr>
              <a:xfrm flipV="1">
                <a:off x="7155417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4C7ECCA1-5281-BE14-4332-1F9C3B83E80D}"/>
                </a:ext>
              </a:extLst>
            </p:cNvPr>
            <p:cNvGrpSpPr/>
            <p:nvPr/>
          </p:nvGrpSpPr>
          <p:grpSpPr>
            <a:xfrm>
              <a:off x="4775854" y="3711217"/>
              <a:ext cx="418798" cy="202498"/>
              <a:chOff x="4258965" y="5018739"/>
              <a:chExt cx="418798" cy="202498"/>
            </a:xfrm>
          </p:grpSpPr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6487F55C-0EF5-005C-0669-EA22C4843B00}"/>
                  </a:ext>
                </a:extLst>
              </p:cNvPr>
              <p:cNvSpPr/>
              <p:nvPr/>
            </p:nvSpPr>
            <p:spPr>
              <a:xfrm flipV="1">
                <a:off x="4258965" y="5018739"/>
                <a:ext cx="206917" cy="202498"/>
              </a:xfrm>
              <a:prstGeom prst="rect">
                <a:avLst/>
              </a:prstGeom>
              <a:solidFill>
                <a:schemeClr val="accent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7F2C1F9A-2139-9818-7CC1-3328D78D2512}"/>
                  </a:ext>
                </a:extLst>
              </p:cNvPr>
              <p:cNvSpPr/>
              <p:nvPr/>
            </p:nvSpPr>
            <p:spPr>
              <a:xfrm flipV="1">
                <a:off x="4470846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AB8BA592-E2C9-E13D-4AFE-664927E9AF05}"/>
                </a:ext>
              </a:extLst>
            </p:cNvPr>
            <p:cNvGrpSpPr/>
            <p:nvPr/>
          </p:nvGrpSpPr>
          <p:grpSpPr>
            <a:xfrm>
              <a:off x="5334731" y="3711217"/>
              <a:ext cx="418797" cy="202498"/>
              <a:chOff x="4707827" y="5018739"/>
              <a:chExt cx="418797" cy="202498"/>
            </a:xfrm>
          </p:grpSpPr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BB3EC2CF-1FA8-2610-B72D-6C7F29CDEBC4}"/>
                  </a:ext>
                </a:extLst>
              </p:cNvPr>
              <p:cNvSpPr/>
              <p:nvPr/>
            </p:nvSpPr>
            <p:spPr>
              <a:xfrm flipV="1">
                <a:off x="4707827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84571B0C-4CD5-D80A-B29D-433A22734DD8}"/>
                  </a:ext>
                </a:extLst>
              </p:cNvPr>
              <p:cNvSpPr/>
              <p:nvPr/>
            </p:nvSpPr>
            <p:spPr>
              <a:xfrm flipV="1">
                <a:off x="4919707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D9DD9E19-235B-F9BC-4035-6555D807D6C7}"/>
                </a:ext>
              </a:extLst>
            </p:cNvPr>
            <p:cNvGrpSpPr/>
            <p:nvPr/>
          </p:nvGrpSpPr>
          <p:grpSpPr>
            <a:xfrm>
              <a:off x="2540346" y="3711217"/>
              <a:ext cx="418798" cy="202498"/>
              <a:chOff x="1850586" y="5018739"/>
              <a:chExt cx="418798" cy="202498"/>
            </a:xfrm>
          </p:grpSpPr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7F1D715E-ACA6-7424-DCD3-446F04FE198E}"/>
                  </a:ext>
                </a:extLst>
              </p:cNvPr>
              <p:cNvSpPr/>
              <p:nvPr/>
            </p:nvSpPr>
            <p:spPr>
              <a:xfrm flipV="1">
                <a:off x="1850586" y="5018739"/>
                <a:ext cx="206917" cy="202498"/>
              </a:xfrm>
              <a:prstGeom prst="rect">
                <a:avLst/>
              </a:prstGeom>
              <a:solidFill>
                <a:schemeClr val="accent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24D33316-D384-338F-F0BE-55FB336E9E1A}"/>
                  </a:ext>
                </a:extLst>
              </p:cNvPr>
              <p:cNvSpPr/>
              <p:nvPr/>
            </p:nvSpPr>
            <p:spPr>
              <a:xfrm flipV="1">
                <a:off x="2062467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027F742E-3496-0C0E-9F20-94FC437C3711}"/>
                </a:ext>
              </a:extLst>
            </p:cNvPr>
            <p:cNvGrpSpPr/>
            <p:nvPr/>
          </p:nvGrpSpPr>
          <p:grpSpPr>
            <a:xfrm>
              <a:off x="1981470" y="3711217"/>
              <a:ext cx="418797" cy="202498"/>
              <a:chOff x="1305578" y="5018739"/>
              <a:chExt cx="418797" cy="202498"/>
            </a:xfrm>
          </p:grpSpPr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28DF6A1A-B579-F8A6-DEB8-C50522E38E7A}"/>
                  </a:ext>
                </a:extLst>
              </p:cNvPr>
              <p:cNvSpPr/>
              <p:nvPr/>
            </p:nvSpPr>
            <p:spPr>
              <a:xfrm flipV="1">
                <a:off x="1305578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9061DCE1-0BF9-2B68-5EAB-12BFE06D98E9}"/>
                  </a:ext>
                </a:extLst>
              </p:cNvPr>
              <p:cNvSpPr/>
              <p:nvPr/>
            </p:nvSpPr>
            <p:spPr>
              <a:xfrm flipV="1">
                <a:off x="1517458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E9BB0C46-4A24-08FC-4C73-07E98A527AC3}"/>
                </a:ext>
              </a:extLst>
            </p:cNvPr>
            <p:cNvGrpSpPr/>
            <p:nvPr/>
          </p:nvGrpSpPr>
          <p:grpSpPr>
            <a:xfrm>
              <a:off x="1422594" y="3711217"/>
              <a:ext cx="418797" cy="202498"/>
              <a:chOff x="795894" y="5018739"/>
              <a:chExt cx="418797" cy="202498"/>
            </a:xfrm>
          </p:grpSpPr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2E5CE7F7-749C-84E8-EA0F-B21098EF7E9B}"/>
                  </a:ext>
                </a:extLst>
              </p:cNvPr>
              <p:cNvSpPr/>
              <p:nvPr/>
            </p:nvSpPr>
            <p:spPr>
              <a:xfrm flipV="1">
                <a:off x="795894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BE76088C-F362-DC9D-847F-FC13747212D7}"/>
                  </a:ext>
                </a:extLst>
              </p:cNvPr>
              <p:cNvSpPr/>
              <p:nvPr/>
            </p:nvSpPr>
            <p:spPr>
              <a:xfrm flipV="1">
                <a:off x="1007774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5CD2E1DA-EFE7-7677-0EC5-17309D5B9A7E}"/>
                </a:ext>
              </a:extLst>
            </p:cNvPr>
            <p:cNvCxnSpPr>
              <a:stCxn id="177" idx="3"/>
              <a:endCxn id="173" idx="0"/>
            </p:cNvCxnSpPr>
            <p:nvPr/>
          </p:nvCxnSpPr>
          <p:spPr>
            <a:xfrm>
              <a:off x="1841391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6A471E22-DA8F-23E3-7794-9C69DB9FB2A7}"/>
                </a:ext>
              </a:extLst>
            </p:cNvPr>
            <p:cNvCxnSpPr>
              <a:stCxn id="174" idx="3"/>
              <a:endCxn id="170" idx="1"/>
            </p:cNvCxnSpPr>
            <p:nvPr/>
          </p:nvCxnSpPr>
          <p:spPr>
            <a:xfrm>
              <a:off x="2400267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1BBB3BA8-9957-BBFE-5720-646BA7E5D9B4}"/>
                </a:ext>
              </a:extLst>
            </p:cNvPr>
            <p:cNvCxnSpPr>
              <a:stCxn id="171" idx="3"/>
              <a:endCxn id="146" idx="1"/>
            </p:cNvCxnSpPr>
            <p:nvPr/>
          </p:nvCxnSpPr>
          <p:spPr>
            <a:xfrm>
              <a:off x="2959144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B66CBE50-E86E-5725-6791-CC5F068DE383}"/>
                </a:ext>
              </a:extLst>
            </p:cNvPr>
            <p:cNvCxnSpPr>
              <a:cxnSpLocks/>
              <a:stCxn id="147" idx="3"/>
              <a:endCxn id="143" idx="1"/>
            </p:cNvCxnSpPr>
            <p:nvPr/>
          </p:nvCxnSpPr>
          <p:spPr>
            <a:xfrm>
              <a:off x="3518021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2" name="Straight Arrow Connector 181">
              <a:extLst>
                <a:ext uri="{FF2B5EF4-FFF2-40B4-BE49-F238E27FC236}">
                  <a16:creationId xmlns:a16="http://schemas.microsoft.com/office/drawing/2014/main" id="{6E956678-5CBC-9B5D-902A-D9EBC6713958}"/>
                </a:ext>
              </a:extLst>
            </p:cNvPr>
            <p:cNvCxnSpPr>
              <a:cxnSpLocks/>
            </p:cNvCxnSpPr>
            <p:nvPr/>
          </p:nvCxnSpPr>
          <p:spPr>
            <a:xfrm>
              <a:off x="4076898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BB2CCE4F-6C51-5E2F-C963-538B651185D3}"/>
                </a:ext>
              </a:extLst>
            </p:cNvPr>
            <p:cNvCxnSpPr>
              <a:cxnSpLocks/>
            </p:cNvCxnSpPr>
            <p:nvPr/>
          </p:nvCxnSpPr>
          <p:spPr>
            <a:xfrm>
              <a:off x="4635775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379B4F95-C0AD-B10C-06A7-06B3F19FC388}"/>
                </a:ext>
              </a:extLst>
            </p:cNvPr>
            <p:cNvCxnSpPr>
              <a:cxnSpLocks/>
            </p:cNvCxnSpPr>
            <p:nvPr/>
          </p:nvCxnSpPr>
          <p:spPr>
            <a:xfrm>
              <a:off x="5194652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FF02C0D3-9CC3-9DDC-7841-4C3F5B0DD039}"/>
                </a:ext>
              </a:extLst>
            </p:cNvPr>
            <p:cNvCxnSpPr>
              <a:cxnSpLocks/>
            </p:cNvCxnSpPr>
            <p:nvPr/>
          </p:nvCxnSpPr>
          <p:spPr>
            <a:xfrm>
              <a:off x="5753529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1A0D03B8-DFE2-F6B9-6DE6-508650B5240F}"/>
                </a:ext>
              </a:extLst>
            </p:cNvPr>
            <p:cNvCxnSpPr>
              <a:cxnSpLocks/>
            </p:cNvCxnSpPr>
            <p:nvPr/>
          </p:nvCxnSpPr>
          <p:spPr>
            <a:xfrm>
              <a:off x="6312406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7" name="Straight Arrow Connector 186">
              <a:extLst>
                <a:ext uri="{FF2B5EF4-FFF2-40B4-BE49-F238E27FC236}">
                  <a16:creationId xmlns:a16="http://schemas.microsoft.com/office/drawing/2014/main" id="{03BA2AD0-B84A-ADDA-7359-04BAAFD6984F}"/>
                </a:ext>
              </a:extLst>
            </p:cNvPr>
            <p:cNvCxnSpPr>
              <a:cxnSpLocks/>
            </p:cNvCxnSpPr>
            <p:nvPr/>
          </p:nvCxnSpPr>
          <p:spPr>
            <a:xfrm>
              <a:off x="6871283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8" name="Straight Arrow Connector 187">
              <a:extLst>
                <a:ext uri="{FF2B5EF4-FFF2-40B4-BE49-F238E27FC236}">
                  <a16:creationId xmlns:a16="http://schemas.microsoft.com/office/drawing/2014/main" id="{020D38FF-315F-6509-54A7-77D307F5A878}"/>
                </a:ext>
              </a:extLst>
            </p:cNvPr>
            <p:cNvCxnSpPr>
              <a:cxnSpLocks/>
            </p:cNvCxnSpPr>
            <p:nvPr/>
          </p:nvCxnSpPr>
          <p:spPr>
            <a:xfrm>
              <a:off x="7430160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9" name="Straight Arrow Connector 188">
              <a:extLst>
                <a:ext uri="{FF2B5EF4-FFF2-40B4-BE49-F238E27FC236}">
                  <a16:creationId xmlns:a16="http://schemas.microsoft.com/office/drawing/2014/main" id="{CF25A511-F15F-B20E-1E1A-9B633756BD45}"/>
                </a:ext>
              </a:extLst>
            </p:cNvPr>
            <p:cNvCxnSpPr>
              <a:cxnSpLocks/>
            </p:cNvCxnSpPr>
            <p:nvPr/>
          </p:nvCxnSpPr>
          <p:spPr>
            <a:xfrm>
              <a:off x="7997337" y="3823461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1150F5C8-92A7-351A-8949-222DE5125D5C}"/>
                </a:ext>
              </a:extLst>
            </p:cNvPr>
            <p:cNvSpPr txBox="1"/>
            <p:nvPr/>
          </p:nvSpPr>
          <p:spPr>
            <a:xfrm>
              <a:off x="8133392" y="359480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…</a:t>
              </a:r>
              <a:endParaRPr lang="LID4096"/>
            </a:p>
          </p:txBody>
        </p: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2ED4490E-20D4-E662-F3D1-82B362912D88}"/>
                </a:ext>
              </a:extLst>
            </p:cNvPr>
            <p:cNvCxnSpPr/>
            <p:nvPr/>
          </p:nvCxnSpPr>
          <p:spPr>
            <a:xfrm>
              <a:off x="1258504" y="3814034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92" name="Right Brace 191">
              <a:extLst>
                <a:ext uri="{FF2B5EF4-FFF2-40B4-BE49-F238E27FC236}">
                  <a16:creationId xmlns:a16="http://schemas.microsoft.com/office/drawing/2014/main" id="{88A58178-3A61-FDD9-B105-DCD305290553}"/>
                </a:ext>
              </a:extLst>
            </p:cNvPr>
            <p:cNvSpPr/>
            <p:nvPr/>
          </p:nvSpPr>
          <p:spPr>
            <a:xfrm rot="5400000">
              <a:off x="2057853" y="3295912"/>
              <a:ext cx="259284" cy="1595733"/>
            </a:xfrm>
            <a:prstGeom prst="rightBrace">
              <a:avLst>
                <a:gd name="adj1" fmla="val 99225"/>
                <a:gd name="adj2" fmla="val 4822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3" name="Right Brace 192">
              <a:extLst>
                <a:ext uri="{FF2B5EF4-FFF2-40B4-BE49-F238E27FC236}">
                  <a16:creationId xmlns:a16="http://schemas.microsoft.com/office/drawing/2014/main" id="{1793D41A-0823-646D-47BD-51ABA5B12741}"/>
                </a:ext>
              </a:extLst>
            </p:cNvPr>
            <p:cNvSpPr/>
            <p:nvPr/>
          </p:nvSpPr>
          <p:spPr>
            <a:xfrm rot="5400000">
              <a:off x="3754041" y="3295913"/>
              <a:ext cx="259284" cy="1595733"/>
            </a:xfrm>
            <a:prstGeom prst="rightBrace">
              <a:avLst>
                <a:gd name="adj1" fmla="val 99225"/>
                <a:gd name="adj2" fmla="val 4822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4" name="Right Brace 193">
              <a:extLst>
                <a:ext uri="{FF2B5EF4-FFF2-40B4-BE49-F238E27FC236}">
                  <a16:creationId xmlns:a16="http://schemas.microsoft.com/office/drawing/2014/main" id="{A0D5D48D-2C6E-C10B-AFBF-E8E3916FE22E}"/>
                </a:ext>
              </a:extLst>
            </p:cNvPr>
            <p:cNvSpPr/>
            <p:nvPr/>
          </p:nvSpPr>
          <p:spPr>
            <a:xfrm rot="5400000">
              <a:off x="6809325" y="3059278"/>
              <a:ext cx="259284" cy="2069004"/>
            </a:xfrm>
            <a:prstGeom prst="rightBrace">
              <a:avLst>
                <a:gd name="adj1" fmla="val 99225"/>
                <a:gd name="adj2" fmla="val 4822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5" name="Right Brace 194">
              <a:extLst>
                <a:ext uri="{FF2B5EF4-FFF2-40B4-BE49-F238E27FC236}">
                  <a16:creationId xmlns:a16="http://schemas.microsoft.com/office/drawing/2014/main" id="{A4F7D9EB-38AF-F0F8-677C-55A333904815}"/>
                </a:ext>
              </a:extLst>
            </p:cNvPr>
            <p:cNvSpPr/>
            <p:nvPr/>
          </p:nvSpPr>
          <p:spPr>
            <a:xfrm rot="5400000">
              <a:off x="4864576" y="3887385"/>
              <a:ext cx="202497" cy="457654"/>
            </a:xfrm>
            <a:prstGeom prst="rightBrace">
              <a:avLst>
                <a:gd name="adj1" fmla="val 99225"/>
                <a:gd name="adj2" fmla="val 4822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6" name="Right Brace 195">
              <a:extLst>
                <a:ext uri="{FF2B5EF4-FFF2-40B4-BE49-F238E27FC236}">
                  <a16:creationId xmlns:a16="http://schemas.microsoft.com/office/drawing/2014/main" id="{0CE8F43F-4A56-8893-8FB3-2D50A11C7AF0}"/>
                </a:ext>
              </a:extLst>
            </p:cNvPr>
            <p:cNvSpPr/>
            <p:nvPr/>
          </p:nvSpPr>
          <p:spPr>
            <a:xfrm rot="5400000">
              <a:off x="5423452" y="3864951"/>
              <a:ext cx="202497" cy="457654"/>
            </a:xfrm>
            <a:prstGeom prst="rightBrace">
              <a:avLst>
                <a:gd name="adj1" fmla="val 99225"/>
                <a:gd name="adj2" fmla="val 4822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3A451836-D773-ACBF-5C9F-BA4E68E9217F}"/>
                </a:ext>
              </a:extLst>
            </p:cNvPr>
            <p:cNvSpPr/>
            <p:nvPr/>
          </p:nvSpPr>
          <p:spPr>
            <a:xfrm>
              <a:off x="4898082" y="3504900"/>
              <a:ext cx="166237" cy="138188"/>
            </a:xfrm>
            <a:prstGeom prst="ellipse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0A868F28-6851-3C16-35AB-97E9C7B50426}"/>
                </a:ext>
              </a:extLst>
            </p:cNvPr>
            <p:cNvSpPr/>
            <p:nvPr/>
          </p:nvSpPr>
          <p:spPr>
            <a:xfrm>
              <a:off x="5455835" y="3504900"/>
              <a:ext cx="166237" cy="138188"/>
            </a:xfrm>
            <a:prstGeom prst="ellipse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7F0E2553-BC31-4CFF-16AB-4825455E2873}"/>
                </a:ext>
              </a:extLst>
            </p:cNvPr>
            <p:cNvSpPr/>
            <p:nvPr/>
          </p:nvSpPr>
          <p:spPr>
            <a:xfrm>
              <a:off x="7672704" y="3504900"/>
              <a:ext cx="166237" cy="138188"/>
            </a:xfrm>
            <a:prstGeom prst="ellipse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80612C35-398C-4573-FA36-42C50EAFC9BA}"/>
                </a:ext>
              </a:extLst>
            </p:cNvPr>
            <p:cNvSpPr/>
            <p:nvPr/>
          </p:nvSpPr>
          <p:spPr>
            <a:xfrm>
              <a:off x="4335617" y="3504900"/>
              <a:ext cx="166237" cy="138188"/>
            </a:xfrm>
            <a:prstGeom prst="ellipse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07590A5B-55A8-C70E-DA17-50A15C1369E9}"/>
                </a:ext>
              </a:extLst>
            </p:cNvPr>
            <p:cNvSpPr/>
            <p:nvPr/>
          </p:nvSpPr>
          <p:spPr>
            <a:xfrm>
              <a:off x="2662574" y="3504900"/>
              <a:ext cx="166237" cy="138188"/>
            </a:xfrm>
            <a:prstGeom prst="ellipse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A12F4A95-D86B-F5AA-210A-D7E5E28D3146}"/>
              </a:ext>
            </a:extLst>
          </p:cNvPr>
          <p:cNvGrpSpPr/>
          <p:nvPr/>
        </p:nvGrpSpPr>
        <p:grpSpPr>
          <a:xfrm>
            <a:off x="327426" y="4135482"/>
            <a:ext cx="1227190" cy="607150"/>
            <a:chOff x="2762855" y="5041883"/>
            <a:chExt cx="1227190" cy="607150"/>
          </a:xfrm>
        </p:grpSpPr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FF09A936-1F31-492D-8545-0B4DBC56467D}"/>
                </a:ext>
              </a:extLst>
            </p:cNvPr>
            <p:cNvSpPr/>
            <p:nvPr/>
          </p:nvSpPr>
          <p:spPr>
            <a:xfrm>
              <a:off x="2762855" y="5041883"/>
              <a:ext cx="1227190" cy="607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7F5B6E38-EE36-FA90-77CC-16D088D5DAC0}"/>
                </a:ext>
              </a:extLst>
            </p:cNvPr>
            <p:cNvSpPr/>
            <p:nvPr/>
          </p:nvSpPr>
          <p:spPr>
            <a:xfrm>
              <a:off x="2819126" y="5125078"/>
              <a:ext cx="166237" cy="138188"/>
            </a:xfrm>
            <a:prstGeom prst="ellipse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949A3AD1-8F91-4806-F48F-515CACA34815}"/>
                </a:ext>
              </a:extLst>
            </p:cNvPr>
            <p:cNvSpPr/>
            <p:nvPr/>
          </p:nvSpPr>
          <p:spPr>
            <a:xfrm>
              <a:off x="2814199" y="5431572"/>
              <a:ext cx="166237" cy="138188"/>
            </a:xfrm>
            <a:prstGeom prst="ellipse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A66D689B-AF7D-E80E-1B57-071AECE9835B}"/>
                    </a:ext>
                  </a:extLst>
                </p:cNvPr>
                <p:cNvSpPr txBox="1"/>
                <p:nvPr/>
              </p:nvSpPr>
              <p:spPr>
                <a:xfrm>
                  <a:off x="3045243" y="5062994"/>
                  <a:ext cx="92121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11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1100" b="0" i="0" smtClean="0">
                            <a:latin typeface="Cambria Math" panose="02040503050406030204" pitchFamily="18" charset="0"/>
                          </a:rPr>
                          <m:t>U</m:t>
                        </m:r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LID4096" sz="1100"/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A66D689B-AF7D-E80E-1B57-071AECE983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5243" y="5062994"/>
                  <a:ext cx="921214" cy="2616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DB2220B-F449-5537-72B5-F654F2DAB688}"/>
                    </a:ext>
                  </a:extLst>
                </p:cNvPr>
                <p:cNvSpPr txBox="1"/>
                <p:nvPr/>
              </p:nvSpPr>
              <p:spPr>
                <a:xfrm>
                  <a:off x="3067228" y="5369861"/>
                  <a:ext cx="922817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11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1100" b="0" i="0" smtClean="0">
                            <a:latin typeface="Cambria Math" panose="02040503050406030204" pitchFamily="18" charset="0"/>
                          </a:rPr>
                          <m:t>U</m:t>
                        </m:r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∉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LID4096" sz="1100"/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DB2220B-F449-5537-72B5-F654F2DAB6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7228" y="5369861"/>
                  <a:ext cx="922817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831B9F5-5D6E-60CA-EAB0-17B84C765E83}"/>
                  </a:ext>
                </a:extLst>
              </p:cNvPr>
              <p:cNvSpPr txBox="1"/>
              <p:nvPr/>
            </p:nvSpPr>
            <p:spPr>
              <a:xfrm>
                <a:off x="490195" y="-2196449"/>
                <a:ext cx="8435574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ניבחן ריצה מקבלת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…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של האוטומט.</a:t>
                </a: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נניח,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באינדוקציה מבנית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Aft>
                    <a:spcPts val="1200"/>
                  </a:spcAft>
                </a:pPr>
                <a:r>
                  <a:rPr lang="he-IL" b="0">
                    <a:cs typeface="Gisha" panose="020B0502040204020203" pitchFamily="34" charset="-79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אם"ם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אם"ם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</m:oMath>
                </a14:m>
                <a:endParaRPr lang="LID4096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נוכיח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חלק מצעד האינדוקציה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U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sSub>
                      <m:sSubPr>
                        <m:ctrlPr>
                          <a:rPr lang="he-IL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he-IL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אם"ם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U</m:t>
                    </m:r>
                    <m:r>
                      <a:rPr lang="en-US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he-IL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</m:oMath>
                </a14:m>
                <a:endParaRPr lang="he-IL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נצבע לפי ערכי האמת של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בכל מצב ונוכיח שהבניה קובעת ערך נכון ל-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Until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נחלק למקטעים של מצבים מהצורה </a:t>
                </a: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נבחן איך הבניה קובעת ערך ל-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Unti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l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831B9F5-5D6E-60CA-EAB0-17B84C765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95" y="-2196449"/>
                <a:ext cx="8435574" cy="5016758"/>
              </a:xfrm>
              <a:prstGeom prst="rect">
                <a:avLst/>
              </a:prstGeom>
              <a:blipFill>
                <a:blip r:embed="rId10"/>
                <a:stretch>
                  <a:fillRect t="-729" r="-578" b="-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52F46898-913F-D8DD-FFC6-67C2A3142996}"/>
              </a:ext>
            </a:extLst>
          </p:cNvPr>
          <p:cNvGrpSpPr/>
          <p:nvPr/>
        </p:nvGrpSpPr>
        <p:grpSpPr>
          <a:xfrm>
            <a:off x="1260072" y="5278706"/>
            <a:ext cx="7290386" cy="718522"/>
            <a:chOff x="1258504" y="3504900"/>
            <a:chExt cx="7290386" cy="71852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B318450-1692-419C-7EA9-C00C75A369DE}"/>
                </a:ext>
              </a:extLst>
            </p:cNvPr>
            <p:cNvGrpSpPr/>
            <p:nvPr/>
          </p:nvGrpSpPr>
          <p:grpSpPr>
            <a:xfrm>
              <a:off x="3658100" y="3711217"/>
              <a:ext cx="418798" cy="202498"/>
              <a:chOff x="3067986" y="5018739"/>
              <a:chExt cx="418798" cy="202498"/>
            </a:xfrm>
          </p:grpSpPr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EFA14789-64B6-1BBD-B7D1-97DD0FB658E1}"/>
                  </a:ext>
                </a:extLst>
              </p:cNvPr>
              <p:cNvSpPr/>
              <p:nvPr/>
            </p:nvSpPr>
            <p:spPr>
              <a:xfrm flipV="1">
                <a:off x="3067986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D99F0F03-8D3A-566E-1812-B1A0FE47FF34}"/>
                  </a:ext>
                </a:extLst>
              </p:cNvPr>
              <p:cNvSpPr/>
              <p:nvPr/>
            </p:nvSpPr>
            <p:spPr>
              <a:xfrm flipV="1">
                <a:off x="3279867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B4A3A53D-D179-B027-54BE-90EE8A8CD78C}"/>
                </a:ext>
              </a:extLst>
            </p:cNvPr>
            <p:cNvGrpSpPr/>
            <p:nvPr/>
          </p:nvGrpSpPr>
          <p:grpSpPr>
            <a:xfrm>
              <a:off x="3099223" y="3711217"/>
              <a:ext cx="418798" cy="202498"/>
              <a:chOff x="2449880" y="5018739"/>
              <a:chExt cx="418798" cy="202498"/>
            </a:xfrm>
          </p:grpSpPr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8ACB3AA9-49E1-28BA-EC5D-6EE8D8A56408}"/>
                  </a:ext>
                </a:extLst>
              </p:cNvPr>
              <p:cNvSpPr/>
              <p:nvPr/>
            </p:nvSpPr>
            <p:spPr>
              <a:xfrm flipV="1">
                <a:off x="2449880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16DF4F61-3165-C4BC-6AA3-ABBB4BBF0F70}"/>
                  </a:ext>
                </a:extLst>
              </p:cNvPr>
              <p:cNvSpPr/>
              <p:nvPr/>
            </p:nvSpPr>
            <p:spPr>
              <a:xfrm flipV="1">
                <a:off x="2661761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F563D710-0FC1-B80F-A3B1-5339F9ECD370}"/>
                </a:ext>
              </a:extLst>
            </p:cNvPr>
            <p:cNvGrpSpPr/>
            <p:nvPr/>
          </p:nvGrpSpPr>
          <p:grpSpPr>
            <a:xfrm>
              <a:off x="4216977" y="3711217"/>
              <a:ext cx="418798" cy="202498"/>
              <a:chOff x="3734009" y="5018739"/>
              <a:chExt cx="418798" cy="202498"/>
            </a:xfrm>
          </p:grpSpPr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8FDAB0FE-D352-3158-F972-3151B75F2248}"/>
                  </a:ext>
                </a:extLst>
              </p:cNvPr>
              <p:cNvSpPr/>
              <p:nvPr/>
            </p:nvSpPr>
            <p:spPr>
              <a:xfrm flipV="1">
                <a:off x="3734009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29AFF591-66F5-4E89-5B75-A1EB1178C810}"/>
                  </a:ext>
                </a:extLst>
              </p:cNvPr>
              <p:cNvSpPr/>
              <p:nvPr/>
            </p:nvSpPr>
            <p:spPr>
              <a:xfrm flipV="1">
                <a:off x="3945890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A2961BE-B276-7603-EA2D-D28971D88946}"/>
                </a:ext>
              </a:extLst>
            </p:cNvPr>
            <p:cNvGrpSpPr/>
            <p:nvPr/>
          </p:nvGrpSpPr>
          <p:grpSpPr>
            <a:xfrm>
              <a:off x="6452484" y="3711217"/>
              <a:ext cx="418798" cy="202498"/>
              <a:chOff x="5743707" y="5018739"/>
              <a:chExt cx="418798" cy="202498"/>
            </a:xfrm>
          </p:grpSpPr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C7974A38-93C6-7269-E47F-0EFF77136666}"/>
                  </a:ext>
                </a:extLst>
              </p:cNvPr>
              <p:cNvSpPr/>
              <p:nvPr/>
            </p:nvSpPr>
            <p:spPr>
              <a:xfrm flipV="1">
                <a:off x="5743707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8DCDD1B5-9FFB-5C28-D444-ED2B9A30B2DC}"/>
                  </a:ext>
                </a:extLst>
              </p:cNvPr>
              <p:cNvSpPr/>
              <p:nvPr/>
            </p:nvSpPr>
            <p:spPr>
              <a:xfrm flipV="1">
                <a:off x="5955588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008073E-CF25-4E17-A098-831888DAD81F}"/>
                </a:ext>
              </a:extLst>
            </p:cNvPr>
            <p:cNvGrpSpPr/>
            <p:nvPr/>
          </p:nvGrpSpPr>
          <p:grpSpPr>
            <a:xfrm>
              <a:off x="5893607" y="3711217"/>
              <a:ext cx="418798" cy="202498"/>
              <a:chOff x="5125601" y="5018739"/>
              <a:chExt cx="418798" cy="202498"/>
            </a:xfrm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CCFA4737-EE7C-9F60-AA96-34961802BA69}"/>
                  </a:ext>
                </a:extLst>
              </p:cNvPr>
              <p:cNvSpPr/>
              <p:nvPr/>
            </p:nvSpPr>
            <p:spPr>
              <a:xfrm flipV="1">
                <a:off x="5125601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929F4C7A-D3FD-B971-A657-07C1DF9ED82B}"/>
                  </a:ext>
                </a:extLst>
              </p:cNvPr>
              <p:cNvSpPr/>
              <p:nvPr/>
            </p:nvSpPr>
            <p:spPr>
              <a:xfrm flipV="1">
                <a:off x="5337482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4B3E27E8-42FE-2D4D-4138-DD2731E6F3CF}"/>
                </a:ext>
              </a:extLst>
            </p:cNvPr>
            <p:cNvGrpSpPr/>
            <p:nvPr/>
          </p:nvGrpSpPr>
          <p:grpSpPr>
            <a:xfrm>
              <a:off x="7011361" y="3711217"/>
              <a:ext cx="418798" cy="202498"/>
              <a:chOff x="6361813" y="5018739"/>
              <a:chExt cx="418798" cy="202498"/>
            </a:xfrm>
          </p:grpSpPr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AA6D6421-8C2C-D9D3-2AEE-302E78D7FEC9}"/>
                  </a:ext>
                </a:extLst>
              </p:cNvPr>
              <p:cNvSpPr/>
              <p:nvPr/>
            </p:nvSpPr>
            <p:spPr>
              <a:xfrm flipV="1">
                <a:off x="6361813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99C39E4C-9AE0-E05F-47C0-9BCB31A79357}"/>
                  </a:ext>
                </a:extLst>
              </p:cNvPr>
              <p:cNvSpPr/>
              <p:nvPr/>
            </p:nvSpPr>
            <p:spPr>
              <a:xfrm flipV="1">
                <a:off x="6573694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E15B03AF-D176-DE22-E769-73F14413E72A}"/>
                </a:ext>
              </a:extLst>
            </p:cNvPr>
            <p:cNvGrpSpPr/>
            <p:nvPr/>
          </p:nvGrpSpPr>
          <p:grpSpPr>
            <a:xfrm>
              <a:off x="7570237" y="3711217"/>
              <a:ext cx="418797" cy="202498"/>
              <a:chOff x="6943537" y="5018739"/>
              <a:chExt cx="418797" cy="202498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9A103A24-2034-14C4-26D6-DE9C75D86575}"/>
                  </a:ext>
                </a:extLst>
              </p:cNvPr>
              <p:cNvSpPr/>
              <p:nvPr/>
            </p:nvSpPr>
            <p:spPr>
              <a:xfrm flipV="1">
                <a:off x="6943537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DF1938D0-E349-D28A-18EB-03004872951B}"/>
                  </a:ext>
                </a:extLst>
              </p:cNvPr>
              <p:cNvSpPr/>
              <p:nvPr/>
            </p:nvSpPr>
            <p:spPr>
              <a:xfrm flipV="1">
                <a:off x="7155417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C1A1720-ED64-4AE7-0BBA-9578AEF0CBDE}"/>
                </a:ext>
              </a:extLst>
            </p:cNvPr>
            <p:cNvGrpSpPr/>
            <p:nvPr/>
          </p:nvGrpSpPr>
          <p:grpSpPr>
            <a:xfrm>
              <a:off x="4775854" y="3711217"/>
              <a:ext cx="418798" cy="202498"/>
              <a:chOff x="4258965" y="5018739"/>
              <a:chExt cx="418798" cy="202498"/>
            </a:xfrm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EDC2210D-D2C4-A843-502F-B729B41BED80}"/>
                  </a:ext>
                </a:extLst>
              </p:cNvPr>
              <p:cNvSpPr/>
              <p:nvPr/>
            </p:nvSpPr>
            <p:spPr>
              <a:xfrm flipV="1">
                <a:off x="4258965" y="5018739"/>
                <a:ext cx="206917" cy="202498"/>
              </a:xfrm>
              <a:prstGeom prst="rect">
                <a:avLst/>
              </a:prstGeom>
              <a:solidFill>
                <a:schemeClr val="accent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B0A20A91-89FD-FEC6-703C-BBC2EE214555}"/>
                  </a:ext>
                </a:extLst>
              </p:cNvPr>
              <p:cNvSpPr/>
              <p:nvPr/>
            </p:nvSpPr>
            <p:spPr>
              <a:xfrm flipV="1">
                <a:off x="4470846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CFBE1475-4567-3D55-8FED-954F64F76CFA}"/>
                </a:ext>
              </a:extLst>
            </p:cNvPr>
            <p:cNvGrpSpPr/>
            <p:nvPr/>
          </p:nvGrpSpPr>
          <p:grpSpPr>
            <a:xfrm>
              <a:off x="5334731" y="3711217"/>
              <a:ext cx="418797" cy="202498"/>
              <a:chOff x="4707827" y="5018739"/>
              <a:chExt cx="418797" cy="202498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B1562390-2B21-4DE7-1DA0-BF15E7F86723}"/>
                  </a:ext>
                </a:extLst>
              </p:cNvPr>
              <p:cNvSpPr/>
              <p:nvPr/>
            </p:nvSpPr>
            <p:spPr>
              <a:xfrm flipV="1">
                <a:off x="4707827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A297B3FC-75D4-E8D1-8AFD-AF238FEBC975}"/>
                  </a:ext>
                </a:extLst>
              </p:cNvPr>
              <p:cNvSpPr/>
              <p:nvPr/>
            </p:nvSpPr>
            <p:spPr>
              <a:xfrm flipV="1">
                <a:off x="4919707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0DB90A10-6C3A-CA19-246B-9E6D61D7FB7D}"/>
                </a:ext>
              </a:extLst>
            </p:cNvPr>
            <p:cNvGrpSpPr/>
            <p:nvPr/>
          </p:nvGrpSpPr>
          <p:grpSpPr>
            <a:xfrm>
              <a:off x="2540346" y="3711217"/>
              <a:ext cx="418798" cy="202498"/>
              <a:chOff x="1850586" y="5018739"/>
              <a:chExt cx="418798" cy="202498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BEC6706B-0E8D-0FF1-7A09-5EA83C3BACE5}"/>
                  </a:ext>
                </a:extLst>
              </p:cNvPr>
              <p:cNvSpPr/>
              <p:nvPr/>
            </p:nvSpPr>
            <p:spPr>
              <a:xfrm flipV="1">
                <a:off x="1850586" y="5018739"/>
                <a:ext cx="206917" cy="202498"/>
              </a:xfrm>
              <a:prstGeom prst="rect">
                <a:avLst/>
              </a:prstGeom>
              <a:solidFill>
                <a:schemeClr val="accent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3BFD62D8-B608-93A1-4D1A-7B6D204F6037}"/>
                  </a:ext>
                </a:extLst>
              </p:cNvPr>
              <p:cNvSpPr/>
              <p:nvPr/>
            </p:nvSpPr>
            <p:spPr>
              <a:xfrm flipV="1">
                <a:off x="2062467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CA6DB11-878C-F50E-8268-48938A47EF9B}"/>
                </a:ext>
              </a:extLst>
            </p:cNvPr>
            <p:cNvGrpSpPr/>
            <p:nvPr/>
          </p:nvGrpSpPr>
          <p:grpSpPr>
            <a:xfrm>
              <a:off x="1981470" y="3711217"/>
              <a:ext cx="418797" cy="202498"/>
              <a:chOff x="1305578" y="5018739"/>
              <a:chExt cx="418797" cy="202498"/>
            </a:xfrm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3AC282DC-C473-F686-5887-D6D3D27B8E34}"/>
                  </a:ext>
                </a:extLst>
              </p:cNvPr>
              <p:cNvSpPr/>
              <p:nvPr/>
            </p:nvSpPr>
            <p:spPr>
              <a:xfrm flipV="1">
                <a:off x="1305578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D88454F4-A464-6A43-9283-FB5B1614A306}"/>
                  </a:ext>
                </a:extLst>
              </p:cNvPr>
              <p:cNvSpPr/>
              <p:nvPr/>
            </p:nvSpPr>
            <p:spPr>
              <a:xfrm flipV="1">
                <a:off x="1517458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2C7943EC-39BC-1928-C647-48D281399122}"/>
                </a:ext>
              </a:extLst>
            </p:cNvPr>
            <p:cNvGrpSpPr/>
            <p:nvPr/>
          </p:nvGrpSpPr>
          <p:grpSpPr>
            <a:xfrm>
              <a:off x="1422594" y="3711217"/>
              <a:ext cx="418797" cy="202498"/>
              <a:chOff x="795894" y="5018739"/>
              <a:chExt cx="418797" cy="202498"/>
            </a:xfrm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DB865E0C-7665-DCA2-021E-4C2262974F1C}"/>
                  </a:ext>
                </a:extLst>
              </p:cNvPr>
              <p:cNvSpPr/>
              <p:nvPr/>
            </p:nvSpPr>
            <p:spPr>
              <a:xfrm flipV="1">
                <a:off x="795894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5077CE42-E185-0D87-A763-27D1D9BE9910}"/>
                  </a:ext>
                </a:extLst>
              </p:cNvPr>
              <p:cNvSpPr/>
              <p:nvPr/>
            </p:nvSpPr>
            <p:spPr>
              <a:xfrm flipV="1">
                <a:off x="1007774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542CBC73-9274-4290-AC8A-8F52697A7F0F}"/>
                </a:ext>
              </a:extLst>
            </p:cNvPr>
            <p:cNvCxnSpPr>
              <a:stCxn id="109" idx="3"/>
              <a:endCxn id="110" idx="0"/>
            </p:cNvCxnSpPr>
            <p:nvPr/>
          </p:nvCxnSpPr>
          <p:spPr>
            <a:xfrm>
              <a:off x="1841391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C7C8441E-2C6C-C356-D0AA-6066A4EA5235}"/>
                </a:ext>
              </a:extLst>
            </p:cNvPr>
            <p:cNvCxnSpPr>
              <a:stCxn id="111" idx="3"/>
              <a:endCxn id="112" idx="1"/>
            </p:cNvCxnSpPr>
            <p:nvPr/>
          </p:nvCxnSpPr>
          <p:spPr>
            <a:xfrm>
              <a:off x="2400267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09601E02-2467-CC0B-A321-0A840E5DCC66}"/>
                </a:ext>
              </a:extLst>
            </p:cNvPr>
            <p:cNvCxnSpPr>
              <a:stCxn id="113" idx="3"/>
              <a:endCxn id="200" idx="1"/>
            </p:cNvCxnSpPr>
            <p:nvPr/>
          </p:nvCxnSpPr>
          <p:spPr>
            <a:xfrm>
              <a:off x="2959144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5BC006DB-375A-A078-358C-9A6903766E6C}"/>
                </a:ext>
              </a:extLst>
            </p:cNvPr>
            <p:cNvCxnSpPr>
              <a:cxnSpLocks/>
              <a:stCxn id="210" idx="3"/>
              <a:endCxn id="211" idx="1"/>
            </p:cNvCxnSpPr>
            <p:nvPr/>
          </p:nvCxnSpPr>
          <p:spPr>
            <a:xfrm>
              <a:off x="3518021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6838789B-4FE1-B79C-9187-4ECF7F49CEBE}"/>
                </a:ext>
              </a:extLst>
            </p:cNvPr>
            <p:cNvCxnSpPr>
              <a:cxnSpLocks/>
            </p:cNvCxnSpPr>
            <p:nvPr/>
          </p:nvCxnSpPr>
          <p:spPr>
            <a:xfrm>
              <a:off x="4076898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4751C984-248F-C321-571B-F342C7D19A5D}"/>
                </a:ext>
              </a:extLst>
            </p:cNvPr>
            <p:cNvCxnSpPr>
              <a:cxnSpLocks/>
            </p:cNvCxnSpPr>
            <p:nvPr/>
          </p:nvCxnSpPr>
          <p:spPr>
            <a:xfrm>
              <a:off x="4635775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498357EB-C6AF-4D24-42CC-D3B39E1EAD97}"/>
                </a:ext>
              </a:extLst>
            </p:cNvPr>
            <p:cNvCxnSpPr>
              <a:cxnSpLocks/>
            </p:cNvCxnSpPr>
            <p:nvPr/>
          </p:nvCxnSpPr>
          <p:spPr>
            <a:xfrm>
              <a:off x="5194652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4F88B7F-D263-A2DB-08C3-227AC6C3143C}"/>
                </a:ext>
              </a:extLst>
            </p:cNvPr>
            <p:cNvCxnSpPr>
              <a:cxnSpLocks/>
            </p:cNvCxnSpPr>
            <p:nvPr/>
          </p:nvCxnSpPr>
          <p:spPr>
            <a:xfrm>
              <a:off x="5753529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654FBB80-378F-0265-3B87-8B0A9A2E7A27}"/>
                </a:ext>
              </a:extLst>
            </p:cNvPr>
            <p:cNvCxnSpPr>
              <a:cxnSpLocks/>
            </p:cNvCxnSpPr>
            <p:nvPr/>
          </p:nvCxnSpPr>
          <p:spPr>
            <a:xfrm>
              <a:off x="6312406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6A733684-CA52-C15D-1E40-D76AE1D7F90C}"/>
                </a:ext>
              </a:extLst>
            </p:cNvPr>
            <p:cNvCxnSpPr>
              <a:cxnSpLocks/>
            </p:cNvCxnSpPr>
            <p:nvPr/>
          </p:nvCxnSpPr>
          <p:spPr>
            <a:xfrm>
              <a:off x="6871283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0247CA3D-2051-5E82-B4BC-C5C410582B16}"/>
                </a:ext>
              </a:extLst>
            </p:cNvPr>
            <p:cNvCxnSpPr>
              <a:cxnSpLocks/>
            </p:cNvCxnSpPr>
            <p:nvPr/>
          </p:nvCxnSpPr>
          <p:spPr>
            <a:xfrm>
              <a:off x="7430160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C5F83003-2D79-3B4F-54EF-F9A4F474021B}"/>
                </a:ext>
              </a:extLst>
            </p:cNvPr>
            <p:cNvCxnSpPr>
              <a:cxnSpLocks/>
            </p:cNvCxnSpPr>
            <p:nvPr/>
          </p:nvCxnSpPr>
          <p:spPr>
            <a:xfrm>
              <a:off x="7997337" y="3823461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6FE32B4-CC47-D0C2-980F-198FCDBCD49F}"/>
                </a:ext>
              </a:extLst>
            </p:cNvPr>
            <p:cNvSpPr txBox="1"/>
            <p:nvPr/>
          </p:nvSpPr>
          <p:spPr>
            <a:xfrm>
              <a:off x="8133392" y="359480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…</a:t>
              </a:r>
              <a:endParaRPr lang="LID4096"/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E4B5CC74-732E-035E-8105-AFF6FE2D65ED}"/>
                </a:ext>
              </a:extLst>
            </p:cNvPr>
            <p:cNvCxnSpPr/>
            <p:nvPr/>
          </p:nvCxnSpPr>
          <p:spPr>
            <a:xfrm>
              <a:off x="1258504" y="3814034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91" name="Right Brace 90">
              <a:extLst>
                <a:ext uri="{FF2B5EF4-FFF2-40B4-BE49-F238E27FC236}">
                  <a16:creationId xmlns:a16="http://schemas.microsoft.com/office/drawing/2014/main" id="{65D49D3C-F89F-25FE-8FF9-03FFAC2C023C}"/>
                </a:ext>
              </a:extLst>
            </p:cNvPr>
            <p:cNvSpPr/>
            <p:nvPr/>
          </p:nvSpPr>
          <p:spPr>
            <a:xfrm rot="5400000">
              <a:off x="2057853" y="3295912"/>
              <a:ext cx="259284" cy="1595733"/>
            </a:xfrm>
            <a:prstGeom prst="rightBrace">
              <a:avLst>
                <a:gd name="adj1" fmla="val 99225"/>
                <a:gd name="adj2" fmla="val 4822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2" name="Right Brace 91">
              <a:extLst>
                <a:ext uri="{FF2B5EF4-FFF2-40B4-BE49-F238E27FC236}">
                  <a16:creationId xmlns:a16="http://schemas.microsoft.com/office/drawing/2014/main" id="{ABDA757E-090E-F336-064C-17ADE2319036}"/>
                </a:ext>
              </a:extLst>
            </p:cNvPr>
            <p:cNvSpPr/>
            <p:nvPr/>
          </p:nvSpPr>
          <p:spPr>
            <a:xfrm rot="5400000">
              <a:off x="3754041" y="3295913"/>
              <a:ext cx="259284" cy="1595733"/>
            </a:xfrm>
            <a:prstGeom prst="rightBrace">
              <a:avLst>
                <a:gd name="adj1" fmla="val 99225"/>
                <a:gd name="adj2" fmla="val 4822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5" name="Right Brace 94">
              <a:extLst>
                <a:ext uri="{FF2B5EF4-FFF2-40B4-BE49-F238E27FC236}">
                  <a16:creationId xmlns:a16="http://schemas.microsoft.com/office/drawing/2014/main" id="{D6C30F1D-6E7C-5A50-DE9A-473D7151992A}"/>
                </a:ext>
              </a:extLst>
            </p:cNvPr>
            <p:cNvSpPr/>
            <p:nvPr/>
          </p:nvSpPr>
          <p:spPr>
            <a:xfrm rot="5400000">
              <a:off x="6809325" y="3059278"/>
              <a:ext cx="259284" cy="2069004"/>
            </a:xfrm>
            <a:prstGeom prst="rightBrace">
              <a:avLst>
                <a:gd name="adj1" fmla="val 99225"/>
                <a:gd name="adj2" fmla="val 4822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6" name="Right Brace 95">
              <a:extLst>
                <a:ext uri="{FF2B5EF4-FFF2-40B4-BE49-F238E27FC236}">
                  <a16:creationId xmlns:a16="http://schemas.microsoft.com/office/drawing/2014/main" id="{7AF8FB2F-2690-D25C-270E-91485AA58DA1}"/>
                </a:ext>
              </a:extLst>
            </p:cNvPr>
            <p:cNvSpPr/>
            <p:nvPr/>
          </p:nvSpPr>
          <p:spPr>
            <a:xfrm rot="5400000">
              <a:off x="4864576" y="3887385"/>
              <a:ext cx="202497" cy="457654"/>
            </a:xfrm>
            <a:prstGeom prst="rightBrace">
              <a:avLst>
                <a:gd name="adj1" fmla="val 99225"/>
                <a:gd name="adj2" fmla="val 4822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1" name="Right Brace 100">
              <a:extLst>
                <a:ext uri="{FF2B5EF4-FFF2-40B4-BE49-F238E27FC236}">
                  <a16:creationId xmlns:a16="http://schemas.microsoft.com/office/drawing/2014/main" id="{A47EE885-F6D5-154B-B57C-F1E5198F04D9}"/>
                </a:ext>
              </a:extLst>
            </p:cNvPr>
            <p:cNvSpPr/>
            <p:nvPr/>
          </p:nvSpPr>
          <p:spPr>
            <a:xfrm rot="5400000">
              <a:off x="5423452" y="3864951"/>
              <a:ext cx="202497" cy="457654"/>
            </a:xfrm>
            <a:prstGeom prst="rightBrace">
              <a:avLst>
                <a:gd name="adj1" fmla="val 99225"/>
                <a:gd name="adj2" fmla="val 4822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462C27A0-46B8-BD46-7D61-2C0AEDA04DD7}"/>
                </a:ext>
              </a:extLst>
            </p:cNvPr>
            <p:cNvSpPr/>
            <p:nvPr/>
          </p:nvSpPr>
          <p:spPr>
            <a:xfrm>
              <a:off x="4898082" y="3504900"/>
              <a:ext cx="166237" cy="138188"/>
            </a:xfrm>
            <a:prstGeom prst="ellipse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5BF16C60-B1B6-38B7-E2B4-608F68F85A94}"/>
                </a:ext>
              </a:extLst>
            </p:cNvPr>
            <p:cNvSpPr/>
            <p:nvPr/>
          </p:nvSpPr>
          <p:spPr>
            <a:xfrm>
              <a:off x="5455835" y="3504900"/>
              <a:ext cx="166237" cy="138188"/>
            </a:xfrm>
            <a:prstGeom prst="ellipse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7BDF7CFD-E2E7-DC92-757B-6A5A819149CA}"/>
                </a:ext>
              </a:extLst>
            </p:cNvPr>
            <p:cNvSpPr/>
            <p:nvPr/>
          </p:nvSpPr>
          <p:spPr>
            <a:xfrm>
              <a:off x="7672704" y="3504900"/>
              <a:ext cx="166237" cy="138188"/>
            </a:xfrm>
            <a:prstGeom prst="ellipse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D99F8D2C-2B84-3BB0-13E0-8D92184BA8C8}"/>
                </a:ext>
              </a:extLst>
            </p:cNvPr>
            <p:cNvSpPr/>
            <p:nvPr/>
          </p:nvSpPr>
          <p:spPr>
            <a:xfrm>
              <a:off x="4335617" y="3504900"/>
              <a:ext cx="166237" cy="138188"/>
            </a:xfrm>
            <a:prstGeom prst="ellipse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AFF03A25-8E1D-812F-441F-97F0985BDF3F}"/>
                </a:ext>
              </a:extLst>
            </p:cNvPr>
            <p:cNvSpPr/>
            <p:nvPr/>
          </p:nvSpPr>
          <p:spPr>
            <a:xfrm>
              <a:off x="2662574" y="3504900"/>
              <a:ext cx="166237" cy="138188"/>
            </a:xfrm>
            <a:prstGeom prst="ellipse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213" name="Oval 212">
            <a:extLst>
              <a:ext uri="{FF2B5EF4-FFF2-40B4-BE49-F238E27FC236}">
                <a16:creationId xmlns:a16="http://schemas.microsoft.com/office/drawing/2014/main" id="{DC741650-128F-4F4F-271D-916626C4F0EC}"/>
              </a:ext>
            </a:extLst>
          </p:cNvPr>
          <p:cNvSpPr/>
          <p:nvPr/>
        </p:nvSpPr>
        <p:spPr>
          <a:xfrm>
            <a:off x="7119662" y="5289701"/>
            <a:ext cx="166237" cy="138188"/>
          </a:xfrm>
          <a:prstGeom prst="ellipse">
            <a:avLst/>
          </a:prstGeom>
          <a:solidFill>
            <a:srgbClr val="00B05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746475DB-CB39-6F47-99A6-79F140C477B4}"/>
              </a:ext>
            </a:extLst>
          </p:cNvPr>
          <p:cNvSpPr/>
          <p:nvPr/>
        </p:nvSpPr>
        <p:spPr>
          <a:xfrm>
            <a:off x="6583905" y="5289701"/>
            <a:ext cx="166237" cy="138188"/>
          </a:xfrm>
          <a:prstGeom prst="ellipse">
            <a:avLst/>
          </a:prstGeom>
          <a:solidFill>
            <a:srgbClr val="00B05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00C2BE38-AD7D-68B6-FFA8-8075E860E57D}"/>
              </a:ext>
            </a:extLst>
          </p:cNvPr>
          <p:cNvSpPr/>
          <p:nvPr/>
        </p:nvSpPr>
        <p:spPr>
          <a:xfrm>
            <a:off x="6038721" y="5289701"/>
            <a:ext cx="166237" cy="138188"/>
          </a:xfrm>
          <a:prstGeom prst="ellipse">
            <a:avLst/>
          </a:prstGeom>
          <a:solidFill>
            <a:srgbClr val="00B05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17" name="Connector: Curved 216">
            <a:extLst>
              <a:ext uri="{FF2B5EF4-FFF2-40B4-BE49-F238E27FC236}">
                <a16:creationId xmlns:a16="http://schemas.microsoft.com/office/drawing/2014/main" id="{88B61FBC-AA3C-BB0C-F65A-C78B8F716F91}"/>
              </a:ext>
            </a:extLst>
          </p:cNvPr>
          <p:cNvCxnSpPr>
            <a:cxnSpLocks/>
            <a:stCxn id="214" idx="0"/>
            <a:endCxn id="215" idx="0"/>
          </p:cNvCxnSpPr>
          <p:nvPr/>
        </p:nvCxnSpPr>
        <p:spPr>
          <a:xfrm rot="16200000" flipV="1">
            <a:off x="6394432" y="5017109"/>
            <a:ext cx="12700" cy="545184"/>
          </a:xfrm>
          <a:prstGeom prst="curvedConnector3">
            <a:avLst>
              <a:gd name="adj1" fmla="val 12804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: Curved 220">
            <a:extLst>
              <a:ext uri="{FF2B5EF4-FFF2-40B4-BE49-F238E27FC236}">
                <a16:creationId xmlns:a16="http://schemas.microsoft.com/office/drawing/2014/main" id="{F9AEB90E-6BC2-8E7E-3A2C-4B32D5EA7CC1}"/>
              </a:ext>
            </a:extLst>
          </p:cNvPr>
          <p:cNvCxnSpPr>
            <a:cxnSpLocks/>
          </p:cNvCxnSpPr>
          <p:nvPr/>
        </p:nvCxnSpPr>
        <p:spPr>
          <a:xfrm rot="16200000" flipV="1">
            <a:off x="6944330" y="5021822"/>
            <a:ext cx="12700" cy="535757"/>
          </a:xfrm>
          <a:prstGeom prst="curvedConnector3">
            <a:avLst>
              <a:gd name="adj1" fmla="val 135462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: Curved 223">
            <a:extLst>
              <a:ext uri="{FF2B5EF4-FFF2-40B4-BE49-F238E27FC236}">
                <a16:creationId xmlns:a16="http://schemas.microsoft.com/office/drawing/2014/main" id="{481088D8-C38E-E7E4-2C7E-C869E81FFA96}"/>
              </a:ext>
            </a:extLst>
          </p:cNvPr>
          <p:cNvCxnSpPr>
            <a:cxnSpLocks/>
          </p:cNvCxnSpPr>
          <p:nvPr/>
        </p:nvCxnSpPr>
        <p:spPr>
          <a:xfrm rot="16200000" flipV="1">
            <a:off x="7494228" y="5026535"/>
            <a:ext cx="12700" cy="535757"/>
          </a:xfrm>
          <a:prstGeom prst="curvedConnector3">
            <a:avLst>
              <a:gd name="adj1" fmla="val 135462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val 224">
            <a:extLst>
              <a:ext uri="{FF2B5EF4-FFF2-40B4-BE49-F238E27FC236}">
                <a16:creationId xmlns:a16="http://schemas.microsoft.com/office/drawing/2014/main" id="{3B1AA6EE-556F-8B49-64B7-5836F84C9351}"/>
              </a:ext>
            </a:extLst>
          </p:cNvPr>
          <p:cNvSpPr/>
          <p:nvPr/>
        </p:nvSpPr>
        <p:spPr>
          <a:xfrm>
            <a:off x="3765290" y="5300697"/>
            <a:ext cx="166237" cy="138188"/>
          </a:xfrm>
          <a:prstGeom prst="ellipse">
            <a:avLst/>
          </a:prstGeom>
          <a:solidFill>
            <a:schemeClr val="accent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B0540588-6B20-9BE8-F1AD-3AD81C158625}"/>
              </a:ext>
            </a:extLst>
          </p:cNvPr>
          <p:cNvSpPr/>
          <p:nvPr/>
        </p:nvSpPr>
        <p:spPr>
          <a:xfrm>
            <a:off x="3229533" y="5300697"/>
            <a:ext cx="166237" cy="138188"/>
          </a:xfrm>
          <a:prstGeom prst="ellipse">
            <a:avLst/>
          </a:prstGeom>
          <a:solidFill>
            <a:schemeClr val="accent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27" name="Connector: Curved 226">
            <a:extLst>
              <a:ext uri="{FF2B5EF4-FFF2-40B4-BE49-F238E27FC236}">
                <a16:creationId xmlns:a16="http://schemas.microsoft.com/office/drawing/2014/main" id="{8FEDD10A-361B-335F-B780-0844C701094C}"/>
              </a:ext>
            </a:extLst>
          </p:cNvPr>
          <p:cNvCxnSpPr>
            <a:cxnSpLocks/>
          </p:cNvCxnSpPr>
          <p:nvPr/>
        </p:nvCxnSpPr>
        <p:spPr>
          <a:xfrm rot="16200000" flipV="1">
            <a:off x="3589958" y="5032818"/>
            <a:ext cx="12700" cy="535757"/>
          </a:xfrm>
          <a:prstGeom prst="curvedConnector3">
            <a:avLst>
              <a:gd name="adj1" fmla="val 135462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: Curved 227">
            <a:extLst>
              <a:ext uri="{FF2B5EF4-FFF2-40B4-BE49-F238E27FC236}">
                <a16:creationId xmlns:a16="http://schemas.microsoft.com/office/drawing/2014/main" id="{52BCEED7-95B1-E6AA-9F43-B0A871A14D5F}"/>
              </a:ext>
            </a:extLst>
          </p:cNvPr>
          <p:cNvCxnSpPr>
            <a:cxnSpLocks/>
          </p:cNvCxnSpPr>
          <p:nvPr/>
        </p:nvCxnSpPr>
        <p:spPr>
          <a:xfrm rot="16200000" flipV="1">
            <a:off x="4139856" y="5037531"/>
            <a:ext cx="12700" cy="535757"/>
          </a:xfrm>
          <a:prstGeom prst="curvedConnector3">
            <a:avLst>
              <a:gd name="adj1" fmla="val 128039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56057982-8195-ABA0-C3B7-87B17F7D7CA4}"/>
              </a:ext>
            </a:extLst>
          </p:cNvPr>
          <p:cNvSpPr/>
          <p:nvPr/>
        </p:nvSpPr>
        <p:spPr>
          <a:xfrm>
            <a:off x="2077895" y="5272416"/>
            <a:ext cx="166237" cy="138188"/>
          </a:xfrm>
          <a:prstGeom prst="ellipse">
            <a:avLst/>
          </a:prstGeom>
          <a:solidFill>
            <a:srgbClr val="00B05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BF1BD9B6-DB9A-DF86-6E6A-B1CD3F552D32}"/>
              </a:ext>
            </a:extLst>
          </p:cNvPr>
          <p:cNvSpPr/>
          <p:nvPr/>
        </p:nvSpPr>
        <p:spPr>
          <a:xfrm>
            <a:off x="1542138" y="5272416"/>
            <a:ext cx="166237" cy="138188"/>
          </a:xfrm>
          <a:prstGeom prst="ellipse">
            <a:avLst/>
          </a:prstGeom>
          <a:solidFill>
            <a:srgbClr val="00B05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35" name="Connector: Curved 234">
            <a:extLst>
              <a:ext uri="{FF2B5EF4-FFF2-40B4-BE49-F238E27FC236}">
                <a16:creationId xmlns:a16="http://schemas.microsoft.com/office/drawing/2014/main" id="{73DEA53F-DF1D-1BE7-AABF-55BDEE1C2FFA}"/>
              </a:ext>
            </a:extLst>
          </p:cNvPr>
          <p:cNvCxnSpPr>
            <a:cxnSpLocks/>
          </p:cNvCxnSpPr>
          <p:nvPr/>
        </p:nvCxnSpPr>
        <p:spPr>
          <a:xfrm rot="16200000" flipV="1">
            <a:off x="1902563" y="5004537"/>
            <a:ext cx="12700" cy="535757"/>
          </a:xfrm>
          <a:prstGeom prst="curvedConnector3">
            <a:avLst>
              <a:gd name="adj1" fmla="val 135462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: Curved 235">
            <a:extLst>
              <a:ext uri="{FF2B5EF4-FFF2-40B4-BE49-F238E27FC236}">
                <a16:creationId xmlns:a16="http://schemas.microsoft.com/office/drawing/2014/main" id="{D021A8CD-0538-4587-8C9C-189ED624C58B}"/>
              </a:ext>
            </a:extLst>
          </p:cNvPr>
          <p:cNvCxnSpPr>
            <a:cxnSpLocks/>
          </p:cNvCxnSpPr>
          <p:nvPr/>
        </p:nvCxnSpPr>
        <p:spPr>
          <a:xfrm rot="16200000" flipV="1">
            <a:off x="2452461" y="5009250"/>
            <a:ext cx="12700" cy="535757"/>
          </a:xfrm>
          <a:prstGeom prst="curvedConnector3">
            <a:avLst>
              <a:gd name="adj1" fmla="val 135462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Rectangle 236">
            <a:extLst>
              <a:ext uri="{FF2B5EF4-FFF2-40B4-BE49-F238E27FC236}">
                <a16:creationId xmlns:a16="http://schemas.microsoft.com/office/drawing/2014/main" id="{DEFE415D-5619-4AD1-CF95-D02A4AB4FDC8}"/>
              </a:ext>
            </a:extLst>
          </p:cNvPr>
          <p:cNvSpPr/>
          <p:nvPr/>
        </p:nvSpPr>
        <p:spPr>
          <a:xfrm flipV="1">
            <a:off x="4485699" y="6206704"/>
            <a:ext cx="132365" cy="127442"/>
          </a:xfrm>
          <a:prstGeom prst="rect">
            <a:avLst/>
          </a:prstGeom>
          <a:solidFill>
            <a:schemeClr val="accent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40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1E3CA666-CBEB-FCBA-E7D8-372E50905F6B}"/>
              </a:ext>
            </a:extLst>
          </p:cNvPr>
          <p:cNvSpPr/>
          <p:nvPr/>
        </p:nvSpPr>
        <p:spPr>
          <a:xfrm flipV="1">
            <a:off x="4621238" y="6206704"/>
            <a:ext cx="132365" cy="127442"/>
          </a:xfrm>
          <a:prstGeom prst="rect">
            <a:avLst/>
          </a:prstGeom>
          <a:solidFill>
            <a:schemeClr val="accent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40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84337AA4-9E68-AFFC-C3C9-8A3199872A44}"/>
              </a:ext>
            </a:extLst>
          </p:cNvPr>
          <p:cNvSpPr/>
          <p:nvPr/>
        </p:nvSpPr>
        <p:spPr>
          <a:xfrm>
            <a:off x="2385094" y="6208272"/>
            <a:ext cx="132365" cy="127442"/>
          </a:xfrm>
          <a:prstGeom prst="rect">
            <a:avLst/>
          </a:prstGeom>
          <a:solidFill>
            <a:schemeClr val="bg2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400" i="0">
                <a:solidFill>
                  <a:schemeClr val="tx2">
                    <a:lumMod val="75000"/>
                  </a:schemeClr>
                </a:solidFill>
                <a:latin typeface="+mj-lt"/>
              </a:rPr>
              <a:t>?</a:t>
            </a:r>
            <a:endParaRPr lang="LID4096" sz="14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BA7772F-E95A-B331-B3DC-4E1C05539711}"/>
              </a:ext>
            </a:extLst>
          </p:cNvPr>
          <p:cNvSpPr/>
          <p:nvPr/>
        </p:nvSpPr>
        <p:spPr>
          <a:xfrm flipV="1">
            <a:off x="2520633" y="6208272"/>
            <a:ext cx="132365" cy="127442"/>
          </a:xfrm>
          <a:prstGeom prst="rect">
            <a:avLst/>
          </a:prstGeom>
          <a:solidFill>
            <a:srgbClr val="00B05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3E94CD3D-2800-6F18-35B6-670098BED22F}"/>
                  </a:ext>
                </a:extLst>
              </p:cNvPr>
              <p:cNvSpPr txBox="1"/>
              <p:nvPr/>
            </p:nvSpPr>
            <p:spPr>
              <a:xfrm>
                <a:off x="2031671" y="3146881"/>
                <a:ext cx="2483179" cy="215444"/>
              </a:xfrm>
              <a:prstGeom prst="rect">
                <a:avLst/>
              </a:prstGeom>
              <a:solidFill>
                <a:srgbClr val="E9E5DC"/>
              </a:solidFill>
            </p:spPr>
            <p:txBody>
              <a:bodyPr wrap="none" lIns="0" tIns="0" rIns="0" bIns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US" sz="1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he-IL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⇐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US" sz="1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1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US" sz="14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40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3E94CD3D-2800-6F18-35B6-670098BED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671" y="3146881"/>
                <a:ext cx="2483179" cy="215444"/>
              </a:xfrm>
              <a:prstGeom prst="rect">
                <a:avLst/>
              </a:prstGeom>
              <a:blipFill>
                <a:blip r:embed="rId11"/>
                <a:stretch>
                  <a:fillRect l="-1961" r="-735" b="-30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4A1F8541-B7D8-7CAA-6D86-2FFCC867EC39}"/>
                  </a:ext>
                </a:extLst>
              </p:cNvPr>
              <p:cNvSpPr txBox="1"/>
              <p:nvPr/>
            </p:nvSpPr>
            <p:spPr>
              <a:xfrm>
                <a:off x="915323" y="4858263"/>
                <a:ext cx="2999452" cy="215444"/>
              </a:xfrm>
              <a:prstGeom prst="rect">
                <a:avLst/>
              </a:prstGeom>
              <a:solidFill>
                <a:srgbClr val="E9E5DC"/>
              </a:solidFill>
            </p:spPr>
            <p:txBody>
              <a:bodyPr wrap="square" lIns="0" tIns="0" rIns="0" bIns="0">
                <a:spAutoFit/>
              </a:bodyPr>
              <a:lstStyle>
                <a:defPPr>
                  <a:defRPr lang="he-IL"/>
                </a:defPPr>
                <a:lvl1pPr algn="l" rtl="0">
                  <a:defRPr sz="1400" i="1">
                    <a:solidFill>
                      <a:srgbClr val="0000FF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𝜓</m:t>
                          </m:r>
                        </m:e>
                        <m:sub>
                          <m: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b="0" i="0" dirty="0" smtClean="0">
                          <a:sym typeface="Wingdings" panose="05000000000000000000" pitchFamily="2" charset="2"/>
                        </a:rPr>
                        <m:t>U</m:t>
                      </m:r>
                      <m:r>
                        <m:rPr>
                          <m:nor/>
                        </m:rPr>
                        <a:rPr lang="en-US" b="0" i="1" dirty="0" smtClean="0">
                          <a:sym typeface="Wingdings" panose="05000000000000000000" pitchFamily="2" charset="2"/>
                        </a:rPr>
                        <m:t> 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𝜓</m:t>
                          </m:r>
                        </m:e>
                        <m:sub>
                          <m: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dirty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dirty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dirty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⇐ 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𝜓</m:t>
                          </m:r>
                        </m:e>
                        <m:sub>
                          <m: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U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𝜓</m:t>
                          </m:r>
                        </m:e>
                        <m:sub>
                          <m: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dirty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</m:e>
                        <m:sup>
                          <m: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′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∧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𝜓</m:t>
                          </m:r>
                        </m:e>
                        <m:sub>
                          <m:r>
                            <a:rPr lang="en-US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∈</m:t>
                      </m:r>
                      <m:r>
                        <a:rPr lang="en-US" dirty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4A1F8541-B7D8-7CAA-6D86-2FFCC867E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23" y="4858263"/>
                <a:ext cx="2999452" cy="215444"/>
              </a:xfrm>
              <a:prstGeom prst="rect">
                <a:avLst/>
              </a:prstGeom>
              <a:blipFill>
                <a:blip r:embed="rId12"/>
                <a:stretch>
                  <a:fillRect l="-203" b="-3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3" name="Group 222">
            <a:extLst>
              <a:ext uri="{FF2B5EF4-FFF2-40B4-BE49-F238E27FC236}">
                <a16:creationId xmlns:a16="http://schemas.microsoft.com/office/drawing/2014/main" id="{E55A1699-3FD4-5A83-12AB-B162CEBB8476}"/>
              </a:ext>
            </a:extLst>
          </p:cNvPr>
          <p:cNvGrpSpPr/>
          <p:nvPr/>
        </p:nvGrpSpPr>
        <p:grpSpPr>
          <a:xfrm>
            <a:off x="3532465" y="1828800"/>
            <a:ext cx="1782859" cy="369332"/>
            <a:chOff x="-156949" y="2514600"/>
            <a:chExt cx="1782859" cy="369332"/>
          </a:xfrm>
        </p:grpSpPr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85A593B2-323A-AF28-A1AF-D63603BC0624}"/>
                </a:ext>
              </a:extLst>
            </p:cNvPr>
            <p:cNvSpPr/>
            <p:nvPr/>
          </p:nvSpPr>
          <p:spPr>
            <a:xfrm flipV="1">
              <a:off x="85866" y="2632735"/>
              <a:ext cx="132365" cy="127442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400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2D788CBD-0C33-3EB6-2933-0974DD296BCF}"/>
                </a:ext>
              </a:extLst>
            </p:cNvPr>
            <p:cNvSpPr/>
            <p:nvPr/>
          </p:nvSpPr>
          <p:spPr>
            <a:xfrm flipV="1">
              <a:off x="221405" y="2632735"/>
              <a:ext cx="132365" cy="127442"/>
            </a:xfrm>
            <a:prstGeom prst="rect">
              <a:avLst/>
            </a:prstGeom>
            <a:solidFill>
              <a:schemeClr val="accent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id="{82B1F650-955E-3972-329D-74A74C633D54}"/>
                    </a:ext>
                  </a:extLst>
                </p:cNvPr>
                <p:cNvSpPr txBox="1"/>
                <p:nvPr/>
              </p:nvSpPr>
              <p:spPr>
                <a:xfrm>
                  <a:off x="-156949" y="2514600"/>
                  <a:ext cx="178285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 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    )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id="{82B1F650-955E-3972-329D-74A74C633D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56949" y="2514600"/>
                  <a:ext cx="1782859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D7C78B2C-B6F2-DF88-0A43-792AD9A65A0C}"/>
                </a:ext>
              </a:extLst>
            </p:cNvPr>
            <p:cNvSpPr/>
            <p:nvPr/>
          </p:nvSpPr>
          <p:spPr>
            <a:xfrm flipV="1">
              <a:off x="1103696" y="2625283"/>
              <a:ext cx="132365" cy="127442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400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08BF9E44-DD25-1807-22F9-B830E853A302}"/>
                </a:ext>
              </a:extLst>
            </p:cNvPr>
            <p:cNvSpPr/>
            <p:nvPr/>
          </p:nvSpPr>
          <p:spPr>
            <a:xfrm flipV="1">
              <a:off x="1239235" y="2625283"/>
              <a:ext cx="132365" cy="127442"/>
            </a:xfrm>
            <a:prstGeom prst="rect">
              <a:avLst/>
            </a:prstGeom>
            <a:solidFill>
              <a:schemeClr val="accent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D8D68795-407E-9AC5-ED3B-B566B05FF01D}"/>
                  </a:ext>
                </a:extLst>
              </p:cNvPr>
              <p:cNvSpPr txBox="1"/>
              <p:nvPr/>
            </p:nvSpPr>
            <p:spPr>
              <a:xfrm>
                <a:off x="3981450" y="4861381"/>
                <a:ext cx="2956507" cy="215444"/>
              </a:xfrm>
              <a:prstGeom prst="rect">
                <a:avLst/>
              </a:prstGeom>
              <a:solidFill>
                <a:srgbClr val="E9E5DC"/>
              </a:solidFill>
            </p:spPr>
            <p:txBody>
              <a:bodyPr wrap="square" lIns="0" tIns="0" rIns="0" bIns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𝜓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 b="0" i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  <a:sym typeface="Wingdings" panose="05000000000000000000" pitchFamily="2" charset="2"/>
                        </a:rPr>
                        <m:t>U</m:t>
                      </m:r>
                      <m:sSub>
                        <m:sSubPr>
                          <m:ctrlPr>
                            <a:rPr 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𝜓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∉</m:t>
                      </m:r>
                      <m:r>
                        <a:rPr lang="en-US" sz="14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  <m:r>
                        <a:rPr lang="en-US" sz="14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⇐</m:t>
                      </m:r>
                      <m:sSub>
                        <m:sSubPr>
                          <m:ctrlPr>
                            <a:rPr 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𝜓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400" b="0" i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  <a:sym typeface="Wingdings" panose="05000000000000000000" pitchFamily="2" charset="2"/>
                        </a:rPr>
                        <m:t>U</m:t>
                      </m:r>
                      <m:sSub>
                        <m:sSubPr>
                          <m:ctrlPr>
                            <a:rPr 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𝜓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∉</m:t>
                      </m:r>
                      <m:sSup>
                        <m:sSupPr>
                          <m:ctrlPr>
                            <a:rPr 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</m:e>
                        <m:sup>
                          <m:r>
                            <a:rPr 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′</m:t>
                          </m:r>
                        </m:sup>
                      </m:sSup>
                      <m:r>
                        <a:rPr 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∧</m:t>
                      </m:r>
                      <m:sSub>
                        <m:sSubPr>
                          <m:ctrlPr>
                            <a:rPr 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r>
                            <a:rPr 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𝜓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sz="14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∉</m:t>
                      </m:r>
                      <m:r>
                        <a:rPr lang="en-US" sz="14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𝐵</m:t>
                      </m:r>
                    </m:oMath>
                  </m:oMathPara>
                </a14:m>
                <a:endParaRPr lang="en-US" sz="140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D8D68795-407E-9AC5-ED3B-B566B05FF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450" y="4861381"/>
                <a:ext cx="2956507" cy="215444"/>
              </a:xfrm>
              <a:prstGeom prst="rect">
                <a:avLst/>
              </a:prstGeom>
              <a:blipFill>
                <a:blip r:embed="rId14"/>
                <a:stretch>
                  <a:fillRect l="-412" b="-30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7147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 animBg="1"/>
      <p:bldP spid="222" grpId="0" animBg="1"/>
      <p:bldP spid="24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6E07DFC-6805-6635-6A9C-929598968DC8}"/>
                  </a:ext>
                </a:extLst>
              </p:cNvPr>
              <p:cNvSpPr txBox="1"/>
              <p:nvPr/>
            </p:nvSpPr>
            <p:spPr>
              <a:xfrm>
                <a:off x="490195" y="-4477843"/>
                <a:ext cx="8435574" cy="8725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742950" lvl="1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ע"פ כללי העקביות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400" i="1" smtClean="0">
                        <a:latin typeface="Cambria Math" panose="02040503050406030204" pitchFamily="18" charset="0"/>
                      </a:rPr>
                      <m:t>U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400" i="1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1400" i="1"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400" i="1" smtClean="0">
                        <a:latin typeface="Cambria Math" panose="02040503050406030204" pitchFamily="18" charset="0"/>
                      </a:rPr>
                      <m:t>U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i="1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i="1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 i="1">
                  <a:solidFill>
                    <a:schemeClr val="tx2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742950" lvl="1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solidFill>
                      <a:schemeClr val="tx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ע"פ הכללים</a:t>
                </a:r>
                <a:r>
                  <a:rPr lang="he-IL" sz="1400">
                    <a:solidFill>
                      <a:schemeClr val="tx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40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  <a:sym typeface="Wingdings" panose="05000000000000000000" pitchFamily="2" charset="2"/>
                      </a:rPr>
                      <m:t>U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sz="1400" b="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∧ 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sz="1400" b="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∉</m:t>
                    </m:r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sz="1400" b="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sz="1400" b="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40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  <a:sym typeface="Wingdings" panose="05000000000000000000" pitchFamily="2" charset="2"/>
                      </a:rPr>
                      <m:t>U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sSup>
                      <m:sSupPr>
                        <m:ctrlP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  <m:sup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i="1">
                    <a:solidFill>
                      <a:schemeClr val="tx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, </a:t>
                </a:r>
                <a:r>
                  <a:rPr lang="he-IL" sz="1400" i="1">
                    <a:solidFill>
                      <a:schemeClr val="tx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40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  <a:sym typeface="Wingdings" panose="05000000000000000000" pitchFamily="2" charset="2"/>
                      </a:rPr>
                      <m:t>U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∉</m:t>
                    </m:r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∧ 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→ 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400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  <a:sym typeface="Wingdings" panose="05000000000000000000" pitchFamily="2" charset="2"/>
                      </a:rPr>
                      <m:t>U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sz="14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∉</m:t>
                    </m:r>
                    <m:sSup>
                      <m:sSupPr>
                        <m:ctrlP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  <m:sup>
                        <m:r>
                          <a:rPr lang="en-US" sz="1400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>
                    <a:solidFill>
                      <a:schemeClr val="tx2">
                        <a:lumMod val="75000"/>
                      </a:schemeClr>
                    </a:solidFill>
                    <a:sym typeface="Wingdings" panose="05000000000000000000" pitchFamily="2" charset="2"/>
                  </a:rPr>
                  <a:t>:</a:t>
                </a:r>
                <a:endParaRPr lang="en-US" sz="1400">
                  <a:solidFill>
                    <a:schemeClr val="tx2">
                      <a:lumMod val="75000"/>
                    </a:schemeClr>
                  </a:solidFill>
                  <a:latin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marL="742950" lvl="1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sz="1400" i="1">
                  <a:solidFill>
                    <a:schemeClr val="tx2">
                      <a:lumMod val="75000"/>
                    </a:schemeClr>
                  </a:solidFill>
                  <a:latin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marL="742950" lvl="1" indent="-285750">
                  <a:spcBef>
                    <a:spcPts val="30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solidFill>
                      <a:schemeClr val="tx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Wingdings" panose="05000000000000000000" pitchFamily="2" charset="2"/>
                  </a:rPr>
                  <a:t> קיבלנו שגם מקטעים המסתיימים ב-       וגם המסתיימים ב-      מסומנים נכון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6E07DFC-6805-6635-6A9C-929598968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95" y="-4477843"/>
                <a:ext cx="8435574" cy="8725466"/>
              </a:xfrm>
              <a:prstGeom prst="rect">
                <a:avLst/>
              </a:prstGeom>
              <a:blipFill>
                <a:blip r:embed="rId3"/>
                <a:stretch>
                  <a:fillRect b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itle 1">
            <a:extLst>
              <a:ext uri="{FF2B5EF4-FFF2-40B4-BE49-F238E27FC236}">
                <a16:creationId xmlns:a16="http://schemas.microsoft.com/office/drawing/2014/main" id="{111E4960-7738-D2C1-A989-6BC223A42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-5640990"/>
            <a:ext cx="7772400" cy="1143000"/>
          </a:xfrm>
        </p:spPr>
        <p:txBody>
          <a:bodyPr/>
          <a:lstStyle/>
          <a:p>
            <a:pPr algn="r" rtl="1"/>
            <a:r>
              <a:rPr lang="he-IL">
                <a:solidFill>
                  <a:schemeClr val="tx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נכונות הבניה (רעיות ההוכחה)</a:t>
            </a:r>
            <a:endParaRPr lang="en-US">
              <a:solidFill>
                <a:schemeClr val="tx2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43B0D44-81E2-196D-55F5-6B09BFB16025}"/>
              </a:ext>
            </a:extLst>
          </p:cNvPr>
          <p:cNvGrpSpPr/>
          <p:nvPr/>
        </p:nvGrpSpPr>
        <p:grpSpPr>
          <a:xfrm>
            <a:off x="3658101" y="-1359805"/>
            <a:ext cx="418798" cy="202498"/>
            <a:chOff x="3067986" y="5018739"/>
            <a:chExt cx="418798" cy="20249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92C3A18-6729-6EC3-D402-8538D58D0C51}"/>
                </a:ext>
              </a:extLst>
            </p:cNvPr>
            <p:cNvSpPr/>
            <p:nvPr/>
          </p:nvSpPr>
          <p:spPr>
            <a:xfrm flipV="1">
              <a:off x="3067986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5938BF-B157-766F-9BB2-B49C61402D1D}"/>
                </a:ext>
              </a:extLst>
            </p:cNvPr>
            <p:cNvSpPr/>
            <p:nvPr/>
          </p:nvSpPr>
          <p:spPr>
            <a:xfrm flipV="1">
              <a:off x="3279867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39BEE07-0C75-E223-8BE4-D03B7B9B3092}"/>
              </a:ext>
            </a:extLst>
          </p:cNvPr>
          <p:cNvGrpSpPr/>
          <p:nvPr/>
        </p:nvGrpSpPr>
        <p:grpSpPr>
          <a:xfrm>
            <a:off x="3099224" y="-1359805"/>
            <a:ext cx="418798" cy="202498"/>
            <a:chOff x="2449880" y="5018739"/>
            <a:chExt cx="418798" cy="20249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5208BB9-D28D-C19F-AB55-6A528063BD90}"/>
                </a:ext>
              </a:extLst>
            </p:cNvPr>
            <p:cNvSpPr/>
            <p:nvPr/>
          </p:nvSpPr>
          <p:spPr>
            <a:xfrm flipV="1">
              <a:off x="2449880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DEC0244-469C-6352-32C6-A3F08A6539EC}"/>
                </a:ext>
              </a:extLst>
            </p:cNvPr>
            <p:cNvSpPr/>
            <p:nvPr/>
          </p:nvSpPr>
          <p:spPr>
            <a:xfrm flipV="1">
              <a:off x="2661761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0288CE9-7572-809C-D05A-312CED3961F4}"/>
              </a:ext>
            </a:extLst>
          </p:cNvPr>
          <p:cNvGrpSpPr/>
          <p:nvPr/>
        </p:nvGrpSpPr>
        <p:grpSpPr>
          <a:xfrm>
            <a:off x="4216978" y="-1359805"/>
            <a:ext cx="418798" cy="202498"/>
            <a:chOff x="3734009" y="5018739"/>
            <a:chExt cx="418798" cy="20249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F73FE42-1C83-BC16-1B69-AD5C2A686BD4}"/>
                </a:ext>
              </a:extLst>
            </p:cNvPr>
            <p:cNvSpPr/>
            <p:nvPr/>
          </p:nvSpPr>
          <p:spPr>
            <a:xfrm flipV="1">
              <a:off x="3734009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70D51FD-BBE3-9FFE-64C9-B221093AE3EE}"/>
                </a:ext>
              </a:extLst>
            </p:cNvPr>
            <p:cNvSpPr/>
            <p:nvPr/>
          </p:nvSpPr>
          <p:spPr>
            <a:xfrm flipV="1">
              <a:off x="3945890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76F5B36-AE23-50DA-C04F-BF8AD5754AE5}"/>
              </a:ext>
            </a:extLst>
          </p:cNvPr>
          <p:cNvGrpSpPr/>
          <p:nvPr/>
        </p:nvGrpSpPr>
        <p:grpSpPr>
          <a:xfrm>
            <a:off x="6452485" y="-1359805"/>
            <a:ext cx="418798" cy="202498"/>
            <a:chOff x="5743707" y="5018739"/>
            <a:chExt cx="418798" cy="20249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F0BE315-BC9E-03C3-64E0-760D5120311B}"/>
                </a:ext>
              </a:extLst>
            </p:cNvPr>
            <p:cNvSpPr/>
            <p:nvPr/>
          </p:nvSpPr>
          <p:spPr>
            <a:xfrm flipV="1">
              <a:off x="5743707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CE02FBF-2CF3-C04E-516A-D86E46747DCF}"/>
                </a:ext>
              </a:extLst>
            </p:cNvPr>
            <p:cNvSpPr/>
            <p:nvPr/>
          </p:nvSpPr>
          <p:spPr>
            <a:xfrm flipV="1">
              <a:off x="5955588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B408F72-EDFE-9A1B-CD05-7665F952653E}"/>
              </a:ext>
            </a:extLst>
          </p:cNvPr>
          <p:cNvGrpSpPr/>
          <p:nvPr/>
        </p:nvGrpSpPr>
        <p:grpSpPr>
          <a:xfrm>
            <a:off x="5893608" y="-1359805"/>
            <a:ext cx="418798" cy="202498"/>
            <a:chOff x="5125601" y="5018739"/>
            <a:chExt cx="418798" cy="2024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37318AA-797E-ACB0-21BD-F0850E3A585A}"/>
                </a:ext>
              </a:extLst>
            </p:cNvPr>
            <p:cNvSpPr/>
            <p:nvPr/>
          </p:nvSpPr>
          <p:spPr>
            <a:xfrm flipV="1">
              <a:off x="5125601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3F881FF-51EC-D9E3-99C5-041E77CC83DE}"/>
                </a:ext>
              </a:extLst>
            </p:cNvPr>
            <p:cNvSpPr/>
            <p:nvPr/>
          </p:nvSpPr>
          <p:spPr>
            <a:xfrm flipV="1">
              <a:off x="5337482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1FF958A-E7E7-DE3A-A5DE-C9D64C996B73}"/>
              </a:ext>
            </a:extLst>
          </p:cNvPr>
          <p:cNvGrpSpPr/>
          <p:nvPr/>
        </p:nvGrpSpPr>
        <p:grpSpPr>
          <a:xfrm>
            <a:off x="7011362" y="-1359805"/>
            <a:ext cx="418798" cy="202498"/>
            <a:chOff x="6361813" y="5018739"/>
            <a:chExt cx="418798" cy="20249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E25C145-33AE-FBFC-AFD4-F67E7D6DC031}"/>
                </a:ext>
              </a:extLst>
            </p:cNvPr>
            <p:cNvSpPr/>
            <p:nvPr/>
          </p:nvSpPr>
          <p:spPr>
            <a:xfrm flipV="1">
              <a:off x="6361813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71524F-C530-CE7C-1D48-EEF3F85A6B6A}"/>
                </a:ext>
              </a:extLst>
            </p:cNvPr>
            <p:cNvSpPr/>
            <p:nvPr/>
          </p:nvSpPr>
          <p:spPr>
            <a:xfrm flipV="1">
              <a:off x="6573694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C73AA40-0FA9-408D-0D23-AC56814D477F}"/>
              </a:ext>
            </a:extLst>
          </p:cNvPr>
          <p:cNvGrpSpPr/>
          <p:nvPr/>
        </p:nvGrpSpPr>
        <p:grpSpPr>
          <a:xfrm>
            <a:off x="7570238" y="-1359805"/>
            <a:ext cx="418797" cy="202498"/>
            <a:chOff x="6943537" y="5018739"/>
            <a:chExt cx="418797" cy="20249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C91AC32-B930-9EAB-CF10-E627431F1689}"/>
                </a:ext>
              </a:extLst>
            </p:cNvPr>
            <p:cNvSpPr/>
            <p:nvPr/>
          </p:nvSpPr>
          <p:spPr>
            <a:xfrm flipV="1">
              <a:off x="6943537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F1737F2-3818-10E5-5037-0DD1B67EE299}"/>
                </a:ext>
              </a:extLst>
            </p:cNvPr>
            <p:cNvSpPr/>
            <p:nvPr/>
          </p:nvSpPr>
          <p:spPr>
            <a:xfrm flipV="1">
              <a:off x="7155417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F613DD9-0996-40AA-2235-8F21073F7768}"/>
              </a:ext>
            </a:extLst>
          </p:cNvPr>
          <p:cNvGrpSpPr/>
          <p:nvPr/>
        </p:nvGrpSpPr>
        <p:grpSpPr>
          <a:xfrm>
            <a:off x="4775855" y="-1359805"/>
            <a:ext cx="418798" cy="202498"/>
            <a:chOff x="4258965" y="5018739"/>
            <a:chExt cx="418798" cy="20249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90AFE5C-795C-2263-5C73-A44F54657D99}"/>
                </a:ext>
              </a:extLst>
            </p:cNvPr>
            <p:cNvSpPr/>
            <p:nvPr/>
          </p:nvSpPr>
          <p:spPr>
            <a:xfrm flipV="1">
              <a:off x="4258965" y="5018739"/>
              <a:ext cx="206917" cy="202498"/>
            </a:xfrm>
            <a:prstGeom prst="rect">
              <a:avLst/>
            </a:prstGeom>
            <a:solidFill>
              <a:schemeClr val="accent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48C8D3E-8E66-83E8-14B3-C94669E4EBC9}"/>
                </a:ext>
              </a:extLst>
            </p:cNvPr>
            <p:cNvSpPr/>
            <p:nvPr/>
          </p:nvSpPr>
          <p:spPr>
            <a:xfrm flipV="1">
              <a:off x="4470846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BDD1907-CD75-B12C-65BE-5D4B45E815EF}"/>
              </a:ext>
            </a:extLst>
          </p:cNvPr>
          <p:cNvGrpSpPr/>
          <p:nvPr/>
        </p:nvGrpSpPr>
        <p:grpSpPr>
          <a:xfrm>
            <a:off x="5334732" y="-1359805"/>
            <a:ext cx="418797" cy="202498"/>
            <a:chOff x="4707827" y="5018739"/>
            <a:chExt cx="418797" cy="20249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A398CEC-50D3-924B-1ABE-90AB9086357D}"/>
                </a:ext>
              </a:extLst>
            </p:cNvPr>
            <p:cNvSpPr/>
            <p:nvPr/>
          </p:nvSpPr>
          <p:spPr>
            <a:xfrm flipV="1">
              <a:off x="4707827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A0A455E-1194-4E3A-9609-4831EFF9D7B8}"/>
                </a:ext>
              </a:extLst>
            </p:cNvPr>
            <p:cNvSpPr/>
            <p:nvPr/>
          </p:nvSpPr>
          <p:spPr>
            <a:xfrm flipV="1">
              <a:off x="4919707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8B075CA-4637-7EF7-9568-5A5262C497A8}"/>
              </a:ext>
            </a:extLst>
          </p:cNvPr>
          <p:cNvGrpSpPr/>
          <p:nvPr/>
        </p:nvGrpSpPr>
        <p:grpSpPr>
          <a:xfrm>
            <a:off x="2540347" y="-1359805"/>
            <a:ext cx="418798" cy="202498"/>
            <a:chOff x="1850586" y="5018739"/>
            <a:chExt cx="418798" cy="20249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EE48A00-2072-54E0-E99B-996ADA4EBEB1}"/>
                </a:ext>
              </a:extLst>
            </p:cNvPr>
            <p:cNvSpPr/>
            <p:nvPr/>
          </p:nvSpPr>
          <p:spPr>
            <a:xfrm flipV="1">
              <a:off x="1850586" y="5018739"/>
              <a:ext cx="206917" cy="202498"/>
            </a:xfrm>
            <a:prstGeom prst="rect">
              <a:avLst/>
            </a:prstGeom>
            <a:solidFill>
              <a:schemeClr val="accent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743F1DC-7E0C-4CCB-4E85-E0863D89D251}"/>
                </a:ext>
              </a:extLst>
            </p:cNvPr>
            <p:cNvSpPr/>
            <p:nvPr/>
          </p:nvSpPr>
          <p:spPr>
            <a:xfrm flipV="1">
              <a:off x="2062467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A060CA0-7DD1-98EF-BBAB-C764B896F230}"/>
              </a:ext>
            </a:extLst>
          </p:cNvPr>
          <p:cNvGrpSpPr/>
          <p:nvPr/>
        </p:nvGrpSpPr>
        <p:grpSpPr>
          <a:xfrm>
            <a:off x="1981471" y="-1359805"/>
            <a:ext cx="418797" cy="202498"/>
            <a:chOff x="1305578" y="5018739"/>
            <a:chExt cx="418797" cy="20249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F4A3D53-C8A1-A01E-8380-00FAA6568385}"/>
                </a:ext>
              </a:extLst>
            </p:cNvPr>
            <p:cNvSpPr/>
            <p:nvPr/>
          </p:nvSpPr>
          <p:spPr>
            <a:xfrm flipV="1">
              <a:off x="1305578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8493AA0-AC34-EEC4-49AB-285AF90626BF}"/>
                </a:ext>
              </a:extLst>
            </p:cNvPr>
            <p:cNvSpPr/>
            <p:nvPr/>
          </p:nvSpPr>
          <p:spPr>
            <a:xfrm flipV="1">
              <a:off x="1517458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15782A6-98E8-CB25-0988-F4626CE4C3FE}"/>
              </a:ext>
            </a:extLst>
          </p:cNvPr>
          <p:cNvGrpSpPr/>
          <p:nvPr/>
        </p:nvGrpSpPr>
        <p:grpSpPr>
          <a:xfrm>
            <a:off x="1422595" y="-1359805"/>
            <a:ext cx="418797" cy="202498"/>
            <a:chOff x="795894" y="5018739"/>
            <a:chExt cx="418797" cy="202498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655560F-09EA-9587-D34B-8CC159EAB085}"/>
                </a:ext>
              </a:extLst>
            </p:cNvPr>
            <p:cNvSpPr/>
            <p:nvPr/>
          </p:nvSpPr>
          <p:spPr>
            <a:xfrm flipV="1">
              <a:off x="795894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74337DB-B324-FE9F-B055-961D4EBD7B03}"/>
                </a:ext>
              </a:extLst>
            </p:cNvPr>
            <p:cNvSpPr/>
            <p:nvPr/>
          </p:nvSpPr>
          <p:spPr>
            <a:xfrm flipV="1">
              <a:off x="1007774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C80EA208-39AD-A828-890B-846DFECAFA70}"/>
              </a:ext>
            </a:extLst>
          </p:cNvPr>
          <p:cNvGrpSpPr/>
          <p:nvPr/>
        </p:nvGrpSpPr>
        <p:grpSpPr>
          <a:xfrm>
            <a:off x="198525" y="-763038"/>
            <a:ext cx="1579262" cy="992439"/>
            <a:chOff x="6409773" y="5213023"/>
            <a:chExt cx="2468762" cy="1561318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52B81AEF-8F23-B0AC-0C90-24E21562FF1E}"/>
                </a:ext>
              </a:extLst>
            </p:cNvPr>
            <p:cNvSpPr/>
            <p:nvPr/>
          </p:nvSpPr>
          <p:spPr>
            <a:xfrm>
              <a:off x="6409773" y="5213023"/>
              <a:ext cx="2468762" cy="15005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400">
                <a:solidFill>
                  <a:schemeClr val="bg1"/>
                </a:solidFill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C97061DF-2C12-BED5-78D6-3BFE7EB82F5C}"/>
                </a:ext>
              </a:extLst>
            </p:cNvPr>
            <p:cNvGrpSpPr/>
            <p:nvPr/>
          </p:nvGrpSpPr>
          <p:grpSpPr>
            <a:xfrm>
              <a:off x="6601232" y="5313256"/>
              <a:ext cx="2265341" cy="411568"/>
              <a:chOff x="6342936" y="5540057"/>
              <a:chExt cx="2265341" cy="415683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F7D9A866-D94B-F217-D897-B8BC4CC08E21}"/>
                  </a:ext>
                </a:extLst>
              </p:cNvPr>
              <p:cNvGrpSpPr/>
              <p:nvPr/>
            </p:nvGrpSpPr>
            <p:grpSpPr>
              <a:xfrm>
                <a:off x="6342936" y="5592697"/>
                <a:ext cx="418797" cy="202498"/>
                <a:chOff x="6943537" y="5018739"/>
                <a:chExt cx="418797" cy="202498"/>
              </a:xfrm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C870578D-5D8E-4508-5FD8-48674BD6E4AE}"/>
                    </a:ext>
                  </a:extLst>
                </p:cNvPr>
                <p:cNvSpPr/>
                <p:nvPr/>
              </p:nvSpPr>
              <p:spPr>
                <a:xfrm flipV="1">
                  <a:off x="6943537" y="5018739"/>
                  <a:ext cx="206917" cy="202498"/>
                </a:xfrm>
                <a:prstGeom prst="rect">
                  <a:avLst/>
                </a:prstGeom>
                <a:solidFill>
                  <a:srgbClr val="00B050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AA4F3ED-3946-FB04-C95E-7585B6B74193}"/>
                    </a:ext>
                  </a:extLst>
                </p:cNvPr>
                <p:cNvSpPr/>
                <p:nvPr/>
              </p:nvSpPr>
              <p:spPr>
                <a:xfrm flipV="1">
                  <a:off x="7155417" y="5018739"/>
                  <a:ext cx="206917" cy="202498"/>
                </a:xfrm>
                <a:prstGeom prst="rect">
                  <a:avLst/>
                </a:prstGeom>
                <a:solidFill>
                  <a:srgbClr val="00B050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86AF9329-0784-D26F-20FF-8857A066546C}"/>
                      </a:ext>
                    </a:extLst>
                  </p:cNvPr>
                  <p:cNvSpPr txBox="1"/>
                  <p:nvPr/>
                </p:nvSpPr>
                <p:spPr>
                  <a:xfrm>
                    <a:off x="6865190" y="5540057"/>
                    <a:ext cx="1743087" cy="4156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 rt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LID4096" sz="1100"/>
                  </a:p>
                </p:txBody>
              </p:sp>
            </mc:Choice>
            <mc:Fallback xmlns="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86AF9329-0784-D26F-20FF-8857A06654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5190" y="5540057"/>
                    <a:ext cx="1743087" cy="41568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D7487FD-34C0-34BA-01A4-55FC970C4A33}"/>
                </a:ext>
              </a:extLst>
            </p:cNvPr>
            <p:cNvGrpSpPr/>
            <p:nvPr/>
          </p:nvGrpSpPr>
          <p:grpSpPr>
            <a:xfrm>
              <a:off x="6601232" y="5664119"/>
              <a:ext cx="2267846" cy="411569"/>
              <a:chOff x="6342936" y="5540057"/>
              <a:chExt cx="2267846" cy="415684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C3EFA5D0-F2B7-3C90-3B3A-3B15363A2D1C}"/>
                  </a:ext>
                </a:extLst>
              </p:cNvPr>
              <p:cNvGrpSpPr/>
              <p:nvPr/>
            </p:nvGrpSpPr>
            <p:grpSpPr>
              <a:xfrm>
                <a:off x="6342936" y="5592697"/>
                <a:ext cx="418797" cy="202498"/>
                <a:chOff x="6943537" y="5018739"/>
                <a:chExt cx="418797" cy="202498"/>
              </a:xfrm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3E296D64-1C43-A712-4CB3-D562BAEF27AE}"/>
                    </a:ext>
                  </a:extLst>
                </p:cNvPr>
                <p:cNvSpPr/>
                <p:nvPr/>
              </p:nvSpPr>
              <p:spPr>
                <a:xfrm flipV="1">
                  <a:off x="6943537" y="5018739"/>
                  <a:ext cx="206917" cy="202498"/>
                </a:xfrm>
                <a:prstGeom prst="rect">
                  <a:avLst/>
                </a:prstGeom>
                <a:solidFill>
                  <a:srgbClr val="00B050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4326B0C6-B115-7641-036D-19CBD7727CC9}"/>
                    </a:ext>
                  </a:extLst>
                </p:cNvPr>
                <p:cNvSpPr/>
                <p:nvPr/>
              </p:nvSpPr>
              <p:spPr>
                <a:xfrm flipV="1">
                  <a:off x="7155417" y="5018739"/>
                  <a:ext cx="206917" cy="202498"/>
                </a:xfrm>
                <a:prstGeom prst="rect">
                  <a:avLst/>
                </a:prstGeom>
                <a:solidFill>
                  <a:schemeClr val="accent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EB30E154-344F-A91C-0765-74F21C0405AF}"/>
                      </a:ext>
                    </a:extLst>
                  </p:cNvPr>
                  <p:cNvSpPr txBox="1"/>
                  <p:nvPr/>
                </p:nvSpPr>
                <p:spPr>
                  <a:xfrm>
                    <a:off x="6865190" y="5540057"/>
                    <a:ext cx="1745592" cy="41568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 rt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sz="11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LID4096" sz="1100"/>
                  </a:p>
                </p:txBody>
              </p:sp>
            </mc:Choice>
            <mc:Fallback xmlns=""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EB30E154-344F-A91C-0765-74F21C0405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5190" y="5540057"/>
                    <a:ext cx="1745592" cy="41568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C5BA6EC8-AC73-3014-DA7D-774A0E31B2F2}"/>
                </a:ext>
              </a:extLst>
            </p:cNvPr>
            <p:cNvGrpSpPr/>
            <p:nvPr/>
          </p:nvGrpSpPr>
          <p:grpSpPr>
            <a:xfrm>
              <a:off x="6601232" y="6011919"/>
              <a:ext cx="2267846" cy="411568"/>
              <a:chOff x="6342936" y="5540057"/>
              <a:chExt cx="2267846" cy="415683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EB01743A-69FC-FC8E-D5B5-8E25C9BB947A}"/>
                  </a:ext>
                </a:extLst>
              </p:cNvPr>
              <p:cNvGrpSpPr/>
              <p:nvPr/>
            </p:nvGrpSpPr>
            <p:grpSpPr>
              <a:xfrm>
                <a:off x="6342936" y="5592697"/>
                <a:ext cx="418797" cy="202498"/>
                <a:chOff x="6943537" y="5018739"/>
                <a:chExt cx="418797" cy="202498"/>
              </a:xfrm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447FA7E4-C013-F49F-352C-63D82E1B16A5}"/>
                    </a:ext>
                  </a:extLst>
                </p:cNvPr>
                <p:cNvSpPr/>
                <p:nvPr/>
              </p:nvSpPr>
              <p:spPr>
                <a:xfrm flipV="1">
                  <a:off x="6943537" y="5018739"/>
                  <a:ext cx="206917" cy="202498"/>
                </a:xfrm>
                <a:prstGeom prst="rect">
                  <a:avLst/>
                </a:prstGeom>
                <a:solidFill>
                  <a:schemeClr val="accent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76BF1E05-58D1-8EEF-02EF-FAFA9CD0208E}"/>
                    </a:ext>
                  </a:extLst>
                </p:cNvPr>
                <p:cNvSpPr/>
                <p:nvPr/>
              </p:nvSpPr>
              <p:spPr>
                <a:xfrm flipV="1">
                  <a:off x="7155417" y="5018739"/>
                  <a:ext cx="206917" cy="202498"/>
                </a:xfrm>
                <a:prstGeom prst="rect">
                  <a:avLst/>
                </a:prstGeom>
                <a:solidFill>
                  <a:srgbClr val="00B050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B9F6E738-01BA-CEFA-06E9-16712CDFD0DD}"/>
                      </a:ext>
                    </a:extLst>
                  </p:cNvPr>
                  <p:cNvSpPr txBox="1"/>
                  <p:nvPr/>
                </p:nvSpPr>
                <p:spPr>
                  <a:xfrm>
                    <a:off x="6865190" y="5540057"/>
                    <a:ext cx="1745592" cy="4156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 rt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LID4096" sz="1100"/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B9F6E738-01BA-CEFA-06E9-16712CDFD0D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5190" y="5540057"/>
                    <a:ext cx="1745592" cy="41568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9F5AD4A0-4C02-EA42-68A5-895E97D4C7A2}"/>
                </a:ext>
              </a:extLst>
            </p:cNvPr>
            <p:cNvGrpSpPr/>
            <p:nvPr/>
          </p:nvGrpSpPr>
          <p:grpSpPr>
            <a:xfrm>
              <a:off x="6601232" y="6362773"/>
              <a:ext cx="2270353" cy="411568"/>
              <a:chOff x="6342936" y="5540057"/>
              <a:chExt cx="2270353" cy="415683"/>
            </a:xfrm>
          </p:grpSpPr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D490110A-2F1A-B2A0-8F6D-98EB5AB276AB}"/>
                  </a:ext>
                </a:extLst>
              </p:cNvPr>
              <p:cNvGrpSpPr/>
              <p:nvPr/>
            </p:nvGrpSpPr>
            <p:grpSpPr>
              <a:xfrm>
                <a:off x="6342936" y="5592697"/>
                <a:ext cx="418797" cy="202498"/>
                <a:chOff x="6943537" y="5018739"/>
                <a:chExt cx="418797" cy="202498"/>
              </a:xfrm>
            </p:grpSpPr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97EC1B0E-CA46-A423-1128-201DDC13E0B1}"/>
                    </a:ext>
                  </a:extLst>
                </p:cNvPr>
                <p:cNvSpPr/>
                <p:nvPr/>
              </p:nvSpPr>
              <p:spPr>
                <a:xfrm flipV="1">
                  <a:off x="6943537" y="5018739"/>
                  <a:ext cx="206917" cy="202498"/>
                </a:xfrm>
                <a:prstGeom prst="rect">
                  <a:avLst/>
                </a:prstGeom>
                <a:solidFill>
                  <a:schemeClr val="accent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5D28AE59-DDA8-5C43-0A5B-CE3E98AB0077}"/>
                    </a:ext>
                  </a:extLst>
                </p:cNvPr>
                <p:cNvSpPr/>
                <p:nvPr/>
              </p:nvSpPr>
              <p:spPr>
                <a:xfrm flipV="1">
                  <a:off x="7155417" y="5018739"/>
                  <a:ext cx="206917" cy="202498"/>
                </a:xfrm>
                <a:prstGeom prst="rect">
                  <a:avLst/>
                </a:prstGeom>
                <a:solidFill>
                  <a:schemeClr val="accent1"/>
                </a:solidFill>
                <a:ln w="190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sz="140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F67C03AA-7AF0-323D-EB4B-DB7F297C9AC1}"/>
                      </a:ext>
                    </a:extLst>
                  </p:cNvPr>
                  <p:cNvSpPr txBox="1"/>
                  <p:nvPr/>
                </p:nvSpPr>
                <p:spPr>
                  <a:xfrm>
                    <a:off x="6865190" y="5540057"/>
                    <a:ext cx="1748099" cy="41568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 rt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sz="11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sz="110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LID4096" sz="1100"/>
                  </a:p>
                </p:txBody>
              </p:sp>
            </mc:Choice>
            <mc:Fallback xmlns="">
              <p:sp>
                <p:nvSpPr>
                  <p:cNvPr id="76" name="TextBox 75">
                    <a:extLst>
                      <a:ext uri="{FF2B5EF4-FFF2-40B4-BE49-F238E27FC236}">
                        <a16:creationId xmlns:a16="http://schemas.microsoft.com/office/drawing/2014/main" id="{F67C03AA-7AF0-323D-EB4B-DB7F297C9A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5190" y="5540057"/>
                    <a:ext cx="1748099" cy="41568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24F6142-CE78-FBD1-AA37-1292161F2FE0}"/>
              </a:ext>
            </a:extLst>
          </p:cNvPr>
          <p:cNvCxnSpPr>
            <a:stCxn id="30" idx="3"/>
            <a:endCxn id="24" idx="0"/>
          </p:cNvCxnSpPr>
          <p:nvPr/>
        </p:nvCxnSpPr>
        <p:spPr>
          <a:xfrm>
            <a:off x="1841392" y="-1258556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AC87266-610D-0AEA-7ECC-0D2D624E0409}"/>
              </a:ext>
            </a:extLst>
          </p:cNvPr>
          <p:cNvCxnSpPr>
            <a:stCxn id="25" idx="3"/>
            <a:endCxn id="22" idx="1"/>
          </p:cNvCxnSpPr>
          <p:nvPr/>
        </p:nvCxnSpPr>
        <p:spPr>
          <a:xfrm>
            <a:off x="2400268" y="-1258556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3AB8A48-A50A-2032-256F-870B965AA022}"/>
              </a:ext>
            </a:extLst>
          </p:cNvPr>
          <p:cNvCxnSpPr>
            <a:stCxn id="23" idx="3"/>
            <a:endCxn id="6" idx="1"/>
          </p:cNvCxnSpPr>
          <p:nvPr/>
        </p:nvCxnSpPr>
        <p:spPr>
          <a:xfrm>
            <a:off x="2959145" y="-1258556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96B0DAE-D998-3575-A006-E844667F34D2}"/>
              </a:ext>
            </a:extLst>
          </p:cNvPr>
          <p:cNvCxnSpPr>
            <a:cxnSpLocks/>
            <a:stCxn id="7" idx="3"/>
            <a:endCxn id="3" idx="1"/>
          </p:cNvCxnSpPr>
          <p:nvPr/>
        </p:nvCxnSpPr>
        <p:spPr>
          <a:xfrm>
            <a:off x="3518022" y="-1258556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B04B3312-6328-1F11-75A0-90EE37C4E1CD}"/>
              </a:ext>
            </a:extLst>
          </p:cNvPr>
          <p:cNvCxnSpPr>
            <a:cxnSpLocks/>
          </p:cNvCxnSpPr>
          <p:nvPr/>
        </p:nvCxnSpPr>
        <p:spPr>
          <a:xfrm>
            <a:off x="4076899" y="-1258556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9960F87-CF64-9038-1FDA-54FD5F98A48B}"/>
              </a:ext>
            </a:extLst>
          </p:cNvPr>
          <p:cNvCxnSpPr>
            <a:cxnSpLocks/>
          </p:cNvCxnSpPr>
          <p:nvPr/>
        </p:nvCxnSpPr>
        <p:spPr>
          <a:xfrm>
            <a:off x="4635776" y="-1258556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BF38FEE-2BF8-9E9D-D073-B838B6284865}"/>
              </a:ext>
            </a:extLst>
          </p:cNvPr>
          <p:cNvCxnSpPr>
            <a:cxnSpLocks/>
          </p:cNvCxnSpPr>
          <p:nvPr/>
        </p:nvCxnSpPr>
        <p:spPr>
          <a:xfrm>
            <a:off x="5194653" y="-1258556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35586C6-86D0-BAA0-333D-AD2B6858213D}"/>
              </a:ext>
            </a:extLst>
          </p:cNvPr>
          <p:cNvCxnSpPr>
            <a:cxnSpLocks/>
          </p:cNvCxnSpPr>
          <p:nvPr/>
        </p:nvCxnSpPr>
        <p:spPr>
          <a:xfrm>
            <a:off x="5753530" y="-1258556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9777B89E-5A09-0A36-A186-52FE56930A73}"/>
              </a:ext>
            </a:extLst>
          </p:cNvPr>
          <p:cNvCxnSpPr>
            <a:cxnSpLocks/>
          </p:cNvCxnSpPr>
          <p:nvPr/>
        </p:nvCxnSpPr>
        <p:spPr>
          <a:xfrm>
            <a:off x="6312407" y="-1258556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1787AE86-3983-0B6A-88CE-37CF53050857}"/>
              </a:ext>
            </a:extLst>
          </p:cNvPr>
          <p:cNvCxnSpPr>
            <a:cxnSpLocks/>
          </p:cNvCxnSpPr>
          <p:nvPr/>
        </p:nvCxnSpPr>
        <p:spPr>
          <a:xfrm>
            <a:off x="6871284" y="-1258556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93376017-FB85-9312-C5BB-11727C7BE62E}"/>
              </a:ext>
            </a:extLst>
          </p:cNvPr>
          <p:cNvCxnSpPr>
            <a:cxnSpLocks/>
          </p:cNvCxnSpPr>
          <p:nvPr/>
        </p:nvCxnSpPr>
        <p:spPr>
          <a:xfrm>
            <a:off x="7430161" y="-1258556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75C84372-7808-42DB-4833-609CB63095F2}"/>
              </a:ext>
            </a:extLst>
          </p:cNvPr>
          <p:cNvCxnSpPr>
            <a:cxnSpLocks/>
          </p:cNvCxnSpPr>
          <p:nvPr/>
        </p:nvCxnSpPr>
        <p:spPr>
          <a:xfrm>
            <a:off x="7997338" y="-1247561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F301626E-D50C-479B-45D5-82F39F487CEA}"/>
              </a:ext>
            </a:extLst>
          </p:cNvPr>
          <p:cNvSpPr txBox="1"/>
          <p:nvPr/>
        </p:nvSpPr>
        <p:spPr>
          <a:xfrm>
            <a:off x="8133393" y="-147621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</a:t>
            </a:r>
            <a:endParaRPr lang="LID4096"/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2E22C12D-7CEA-0C4E-3C11-0349B7EE035D}"/>
              </a:ext>
            </a:extLst>
          </p:cNvPr>
          <p:cNvCxnSpPr/>
          <p:nvPr/>
        </p:nvCxnSpPr>
        <p:spPr>
          <a:xfrm>
            <a:off x="1258505" y="-1256988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32" name="Right Brace 131">
            <a:extLst>
              <a:ext uri="{FF2B5EF4-FFF2-40B4-BE49-F238E27FC236}">
                <a16:creationId xmlns:a16="http://schemas.microsoft.com/office/drawing/2014/main" id="{78486225-4CB7-7DB6-71CA-0237BFD6E22E}"/>
              </a:ext>
            </a:extLst>
          </p:cNvPr>
          <p:cNvSpPr/>
          <p:nvPr/>
        </p:nvSpPr>
        <p:spPr>
          <a:xfrm rot="5400000">
            <a:off x="2057854" y="-1775110"/>
            <a:ext cx="259284" cy="1595733"/>
          </a:xfrm>
          <a:prstGeom prst="rightBrace">
            <a:avLst>
              <a:gd name="adj1" fmla="val 99225"/>
              <a:gd name="adj2" fmla="val 4822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3" name="Right Brace 132">
            <a:extLst>
              <a:ext uri="{FF2B5EF4-FFF2-40B4-BE49-F238E27FC236}">
                <a16:creationId xmlns:a16="http://schemas.microsoft.com/office/drawing/2014/main" id="{147A1D98-73FD-0924-0D5F-B0C96DC2BDC9}"/>
              </a:ext>
            </a:extLst>
          </p:cNvPr>
          <p:cNvSpPr/>
          <p:nvPr/>
        </p:nvSpPr>
        <p:spPr>
          <a:xfrm rot="5400000">
            <a:off x="3754042" y="-1775109"/>
            <a:ext cx="259284" cy="1595733"/>
          </a:xfrm>
          <a:prstGeom prst="rightBrace">
            <a:avLst>
              <a:gd name="adj1" fmla="val 99225"/>
              <a:gd name="adj2" fmla="val 4822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4" name="Right Brace 133">
            <a:extLst>
              <a:ext uri="{FF2B5EF4-FFF2-40B4-BE49-F238E27FC236}">
                <a16:creationId xmlns:a16="http://schemas.microsoft.com/office/drawing/2014/main" id="{E6CBFC18-BE3E-5CD7-1F76-13EA6EB783C2}"/>
              </a:ext>
            </a:extLst>
          </p:cNvPr>
          <p:cNvSpPr/>
          <p:nvPr/>
        </p:nvSpPr>
        <p:spPr>
          <a:xfrm rot="5400000">
            <a:off x="6809326" y="-2011744"/>
            <a:ext cx="259284" cy="2069004"/>
          </a:xfrm>
          <a:prstGeom prst="rightBrace">
            <a:avLst>
              <a:gd name="adj1" fmla="val 99225"/>
              <a:gd name="adj2" fmla="val 4822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5" name="Right Brace 134">
            <a:extLst>
              <a:ext uri="{FF2B5EF4-FFF2-40B4-BE49-F238E27FC236}">
                <a16:creationId xmlns:a16="http://schemas.microsoft.com/office/drawing/2014/main" id="{F4B9FB95-D444-20A0-0229-98B406AC4187}"/>
              </a:ext>
            </a:extLst>
          </p:cNvPr>
          <p:cNvSpPr/>
          <p:nvPr/>
        </p:nvSpPr>
        <p:spPr>
          <a:xfrm rot="5400000">
            <a:off x="4864577" y="-1183637"/>
            <a:ext cx="202497" cy="457654"/>
          </a:xfrm>
          <a:prstGeom prst="rightBrace">
            <a:avLst>
              <a:gd name="adj1" fmla="val 99225"/>
              <a:gd name="adj2" fmla="val 4822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6" name="Right Brace 135">
            <a:extLst>
              <a:ext uri="{FF2B5EF4-FFF2-40B4-BE49-F238E27FC236}">
                <a16:creationId xmlns:a16="http://schemas.microsoft.com/office/drawing/2014/main" id="{3BE3076D-0533-4A81-5D8F-6CFE85ACA94B}"/>
              </a:ext>
            </a:extLst>
          </p:cNvPr>
          <p:cNvSpPr/>
          <p:nvPr/>
        </p:nvSpPr>
        <p:spPr>
          <a:xfrm rot="5400000">
            <a:off x="5423453" y="-1206071"/>
            <a:ext cx="202497" cy="457654"/>
          </a:xfrm>
          <a:prstGeom prst="rightBrace">
            <a:avLst>
              <a:gd name="adj1" fmla="val 99225"/>
              <a:gd name="adj2" fmla="val 4822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E679830-71A6-CE6E-A622-3291D0E5370A}"/>
              </a:ext>
            </a:extLst>
          </p:cNvPr>
          <p:cNvCxnSpPr/>
          <p:nvPr/>
        </p:nvCxnSpPr>
        <p:spPr>
          <a:xfrm>
            <a:off x="146304" y="-2290823"/>
            <a:ext cx="89976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BA39786-E70F-9D87-FA35-6509C851524B}"/>
              </a:ext>
            </a:extLst>
          </p:cNvPr>
          <p:cNvSpPr/>
          <p:nvPr/>
        </p:nvSpPr>
        <p:spPr>
          <a:xfrm flipV="1">
            <a:off x="4927189" y="-327690"/>
            <a:ext cx="132365" cy="127442"/>
          </a:xfrm>
          <a:prstGeom prst="rect">
            <a:avLst/>
          </a:prstGeom>
          <a:solidFill>
            <a:srgbClr val="00B05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400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116C2DFB-F591-6A77-F758-D09D714B9BFD}"/>
              </a:ext>
            </a:extLst>
          </p:cNvPr>
          <p:cNvSpPr/>
          <p:nvPr/>
        </p:nvSpPr>
        <p:spPr>
          <a:xfrm flipV="1">
            <a:off x="5062728" y="-327690"/>
            <a:ext cx="132365" cy="127442"/>
          </a:xfrm>
          <a:prstGeom prst="rect">
            <a:avLst/>
          </a:prstGeom>
          <a:solidFill>
            <a:schemeClr val="accent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4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A074700-018A-AF73-EBDB-CD483F4AE6C6}"/>
              </a:ext>
            </a:extLst>
          </p:cNvPr>
          <p:cNvGrpSpPr/>
          <p:nvPr/>
        </p:nvGrpSpPr>
        <p:grpSpPr>
          <a:xfrm>
            <a:off x="1258504" y="1204712"/>
            <a:ext cx="7290386" cy="718522"/>
            <a:chOff x="1258504" y="3504900"/>
            <a:chExt cx="7290386" cy="718522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6BF66D54-86FA-83CB-8240-3449891F895F}"/>
                </a:ext>
              </a:extLst>
            </p:cNvPr>
            <p:cNvGrpSpPr/>
            <p:nvPr/>
          </p:nvGrpSpPr>
          <p:grpSpPr>
            <a:xfrm>
              <a:off x="3658100" y="3711217"/>
              <a:ext cx="418798" cy="202498"/>
              <a:chOff x="3067986" y="5018739"/>
              <a:chExt cx="418798" cy="202498"/>
            </a:xfrm>
          </p:grpSpPr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102250B7-F522-C2C8-7A8C-711CE407F55E}"/>
                  </a:ext>
                </a:extLst>
              </p:cNvPr>
              <p:cNvSpPr/>
              <p:nvPr/>
            </p:nvSpPr>
            <p:spPr>
              <a:xfrm flipV="1">
                <a:off x="3067986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68F5D54D-07AD-F2B1-AD83-464785AE8EEF}"/>
                  </a:ext>
                </a:extLst>
              </p:cNvPr>
              <p:cNvSpPr/>
              <p:nvPr/>
            </p:nvSpPr>
            <p:spPr>
              <a:xfrm flipV="1">
                <a:off x="3279867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BF660DF5-A81C-B82D-9616-03A00DCF329F}"/>
                </a:ext>
              </a:extLst>
            </p:cNvPr>
            <p:cNvGrpSpPr/>
            <p:nvPr/>
          </p:nvGrpSpPr>
          <p:grpSpPr>
            <a:xfrm>
              <a:off x="3099223" y="3711217"/>
              <a:ext cx="418798" cy="202498"/>
              <a:chOff x="2449880" y="5018739"/>
              <a:chExt cx="418798" cy="202498"/>
            </a:xfrm>
          </p:grpSpPr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3D329E97-772E-F478-E641-1330F24F489F}"/>
                  </a:ext>
                </a:extLst>
              </p:cNvPr>
              <p:cNvSpPr/>
              <p:nvPr/>
            </p:nvSpPr>
            <p:spPr>
              <a:xfrm flipV="1">
                <a:off x="2449880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75A832EE-D216-9FA4-474F-9C06EAA38C5F}"/>
                  </a:ext>
                </a:extLst>
              </p:cNvPr>
              <p:cNvSpPr/>
              <p:nvPr/>
            </p:nvSpPr>
            <p:spPr>
              <a:xfrm flipV="1">
                <a:off x="2661761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B524E724-CD8D-7F75-0EA1-0F5DFA199E49}"/>
                </a:ext>
              </a:extLst>
            </p:cNvPr>
            <p:cNvGrpSpPr/>
            <p:nvPr/>
          </p:nvGrpSpPr>
          <p:grpSpPr>
            <a:xfrm>
              <a:off x="4216977" y="3711217"/>
              <a:ext cx="418798" cy="202498"/>
              <a:chOff x="3734009" y="5018739"/>
              <a:chExt cx="418798" cy="202498"/>
            </a:xfrm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B161C322-6F09-F645-0129-2A5E95B7CC3A}"/>
                  </a:ext>
                </a:extLst>
              </p:cNvPr>
              <p:cNvSpPr/>
              <p:nvPr/>
            </p:nvSpPr>
            <p:spPr>
              <a:xfrm flipV="1">
                <a:off x="3734009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D91B93B9-D5FC-D2B9-88D0-C8DA22AB9D05}"/>
                  </a:ext>
                </a:extLst>
              </p:cNvPr>
              <p:cNvSpPr/>
              <p:nvPr/>
            </p:nvSpPr>
            <p:spPr>
              <a:xfrm flipV="1">
                <a:off x="3945890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D24261E8-81E7-BB4F-4FCB-E4BA35ED3E44}"/>
                </a:ext>
              </a:extLst>
            </p:cNvPr>
            <p:cNvGrpSpPr/>
            <p:nvPr/>
          </p:nvGrpSpPr>
          <p:grpSpPr>
            <a:xfrm>
              <a:off x="6452484" y="3711217"/>
              <a:ext cx="418798" cy="202498"/>
              <a:chOff x="5743707" y="5018739"/>
              <a:chExt cx="418798" cy="202498"/>
            </a:xfrm>
          </p:grpSpPr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641556C4-DFD8-C4F8-CFD0-E04DC316993D}"/>
                  </a:ext>
                </a:extLst>
              </p:cNvPr>
              <p:cNvSpPr/>
              <p:nvPr/>
            </p:nvSpPr>
            <p:spPr>
              <a:xfrm flipV="1">
                <a:off x="5743707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1BA0F921-2B69-47AF-789E-AE4ED2423C12}"/>
                  </a:ext>
                </a:extLst>
              </p:cNvPr>
              <p:cNvSpPr/>
              <p:nvPr/>
            </p:nvSpPr>
            <p:spPr>
              <a:xfrm flipV="1">
                <a:off x="5955588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68083C10-B036-FA44-A3A7-F7F59F08C7B0}"/>
                </a:ext>
              </a:extLst>
            </p:cNvPr>
            <p:cNvGrpSpPr/>
            <p:nvPr/>
          </p:nvGrpSpPr>
          <p:grpSpPr>
            <a:xfrm>
              <a:off x="5893607" y="3711217"/>
              <a:ext cx="418798" cy="202498"/>
              <a:chOff x="5125601" y="5018739"/>
              <a:chExt cx="418798" cy="202498"/>
            </a:xfrm>
          </p:grpSpPr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3596569F-0351-529A-FB89-151CBD1F1223}"/>
                  </a:ext>
                </a:extLst>
              </p:cNvPr>
              <p:cNvSpPr/>
              <p:nvPr/>
            </p:nvSpPr>
            <p:spPr>
              <a:xfrm flipV="1">
                <a:off x="5125601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3B9DB507-754C-6CC5-9579-DD27AE1F5332}"/>
                  </a:ext>
                </a:extLst>
              </p:cNvPr>
              <p:cNvSpPr/>
              <p:nvPr/>
            </p:nvSpPr>
            <p:spPr>
              <a:xfrm flipV="1">
                <a:off x="5337482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ED0E423D-EDD6-3248-1D9E-7B48F5083489}"/>
                </a:ext>
              </a:extLst>
            </p:cNvPr>
            <p:cNvGrpSpPr/>
            <p:nvPr/>
          </p:nvGrpSpPr>
          <p:grpSpPr>
            <a:xfrm>
              <a:off x="7011361" y="3711217"/>
              <a:ext cx="418798" cy="202498"/>
              <a:chOff x="6361813" y="5018739"/>
              <a:chExt cx="418798" cy="202498"/>
            </a:xfrm>
          </p:grpSpPr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97573C8A-0D32-3ED0-B07D-015004987A7A}"/>
                  </a:ext>
                </a:extLst>
              </p:cNvPr>
              <p:cNvSpPr/>
              <p:nvPr/>
            </p:nvSpPr>
            <p:spPr>
              <a:xfrm flipV="1">
                <a:off x="6361813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096EA550-DF1D-B253-A6CD-4D7B2F195048}"/>
                  </a:ext>
                </a:extLst>
              </p:cNvPr>
              <p:cNvSpPr/>
              <p:nvPr/>
            </p:nvSpPr>
            <p:spPr>
              <a:xfrm flipV="1">
                <a:off x="6573694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AFC1D833-1F9E-1B00-AE0E-C5559B5D2046}"/>
                </a:ext>
              </a:extLst>
            </p:cNvPr>
            <p:cNvGrpSpPr/>
            <p:nvPr/>
          </p:nvGrpSpPr>
          <p:grpSpPr>
            <a:xfrm>
              <a:off x="7570237" y="3711217"/>
              <a:ext cx="418797" cy="202498"/>
              <a:chOff x="6943537" y="5018739"/>
              <a:chExt cx="418797" cy="202498"/>
            </a:xfrm>
          </p:grpSpPr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C9249BC1-6955-0D00-224E-1A7C51DF2F1C}"/>
                  </a:ext>
                </a:extLst>
              </p:cNvPr>
              <p:cNvSpPr/>
              <p:nvPr/>
            </p:nvSpPr>
            <p:spPr>
              <a:xfrm flipV="1">
                <a:off x="6943537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0616530F-B889-A50D-A1E2-4710BDE42005}"/>
                  </a:ext>
                </a:extLst>
              </p:cNvPr>
              <p:cNvSpPr/>
              <p:nvPr/>
            </p:nvSpPr>
            <p:spPr>
              <a:xfrm flipV="1">
                <a:off x="7155417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3" name="Group 162">
              <a:extLst>
                <a:ext uri="{FF2B5EF4-FFF2-40B4-BE49-F238E27FC236}">
                  <a16:creationId xmlns:a16="http://schemas.microsoft.com/office/drawing/2014/main" id="{4C7ECCA1-5281-BE14-4332-1F9C3B83E80D}"/>
                </a:ext>
              </a:extLst>
            </p:cNvPr>
            <p:cNvGrpSpPr/>
            <p:nvPr/>
          </p:nvGrpSpPr>
          <p:grpSpPr>
            <a:xfrm>
              <a:off x="4775854" y="3711217"/>
              <a:ext cx="418798" cy="202498"/>
              <a:chOff x="4258965" y="5018739"/>
              <a:chExt cx="418798" cy="202498"/>
            </a:xfrm>
          </p:grpSpPr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6487F55C-0EF5-005C-0669-EA22C4843B00}"/>
                  </a:ext>
                </a:extLst>
              </p:cNvPr>
              <p:cNvSpPr/>
              <p:nvPr/>
            </p:nvSpPr>
            <p:spPr>
              <a:xfrm flipV="1">
                <a:off x="4258965" y="5018739"/>
                <a:ext cx="206917" cy="202498"/>
              </a:xfrm>
              <a:prstGeom prst="rect">
                <a:avLst/>
              </a:prstGeom>
              <a:solidFill>
                <a:schemeClr val="accent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7F2C1F9A-2139-9818-7CC1-3328D78D2512}"/>
                  </a:ext>
                </a:extLst>
              </p:cNvPr>
              <p:cNvSpPr/>
              <p:nvPr/>
            </p:nvSpPr>
            <p:spPr>
              <a:xfrm flipV="1">
                <a:off x="4470846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AB8BA592-E2C9-E13D-4AFE-664927E9AF05}"/>
                </a:ext>
              </a:extLst>
            </p:cNvPr>
            <p:cNvGrpSpPr/>
            <p:nvPr/>
          </p:nvGrpSpPr>
          <p:grpSpPr>
            <a:xfrm>
              <a:off x="5334731" y="3711217"/>
              <a:ext cx="418797" cy="202498"/>
              <a:chOff x="4707827" y="5018739"/>
              <a:chExt cx="418797" cy="202498"/>
            </a:xfrm>
          </p:grpSpPr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BB3EC2CF-1FA8-2610-B72D-6C7F29CDEBC4}"/>
                  </a:ext>
                </a:extLst>
              </p:cNvPr>
              <p:cNvSpPr/>
              <p:nvPr/>
            </p:nvSpPr>
            <p:spPr>
              <a:xfrm flipV="1">
                <a:off x="4707827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84571B0C-4CD5-D80A-B29D-433A22734DD8}"/>
                  </a:ext>
                </a:extLst>
              </p:cNvPr>
              <p:cNvSpPr/>
              <p:nvPr/>
            </p:nvSpPr>
            <p:spPr>
              <a:xfrm flipV="1">
                <a:off x="4919707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D9DD9E19-235B-F9BC-4035-6555D807D6C7}"/>
                </a:ext>
              </a:extLst>
            </p:cNvPr>
            <p:cNvGrpSpPr/>
            <p:nvPr/>
          </p:nvGrpSpPr>
          <p:grpSpPr>
            <a:xfrm>
              <a:off x="2540346" y="3711217"/>
              <a:ext cx="418798" cy="202498"/>
              <a:chOff x="1850586" y="5018739"/>
              <a:chExt cx="418798" cy="202498"/>
            </a:xfrm>
          </p:grpSpPr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7F1D715E-ACA6-7424-DCD3-446F04FE198E}"/>
                  </a:ext>
                </a:extLst>
              </p:cNvPr>
              <p:cNvSpPr/>
              <p:nvPr/>
            </p:nvSpPr>
            <p:spPr>
              <a:xfrm flipV="1">
                <a:off x="1850586" y="5018739"/>
                <a:ext cx="206917" cy="202498"/>
              </a:xfrm>
              <a:prstGeom prst="rect">
                <a:avLst/>
              </a:prstGeom>
              <a:solidFill>
                <a:schemeClr val="accent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24D33316-D384-338F-F0BE-55FB336E9E1A}"/>
                  </a:ext>
                </a:extLst>
              </p:cNvPr>
              <p:cNvSpPr/>
              <p:nvPr/>
            </p:nvSpPr>
            <p:spPr>
              <a:xfrm flipV="1">
                <a:off x="2062467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027F742E-3496-0C0E-9F20-94FC437C3711}"/>
                </a:ext>
              </a:extLst>
            </p:cNvPr>
            <p:cNvGrpSpPr/>
            <p:nvPr/>
          </p:nvGrpSpPr>
          <p:grpSpPr>
            <a:xfrm>
              <a:off x="1981470" y="3711217"/>
              <a:ext cx="418797" cy="202498"/>
              <a:chOff x="1305578" y="5018739"/>
              <a:chExt cx="418797" cy="202498"/>
            </a:xfrm>
          </p:grpSpPr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28DF6A1A-B579-F8A6-DEB8-C50522E38E7A}"/>
                  </a:ext>
                </a:extLst>
              </p:cNvPr>
              <p:cNvSpPr/>
              <p:nvPr/>
            </p:nvSpPr>
            <p:spPr>
              <a:xfrm flipV="1">
                <a:off x="1305578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9061DCE1-0BF9-2B68-5EAB-12BFE06D98E9}"/>
                  </a:ext>
                </a:extLst>
              </p:cNvPr>
              <p:cNvSpPr/>
              <p:nvPr/>
            </p:nvSpPr>
            <p:spPr>
              <a:xfrm flipV="1">
                <a:off x="1517458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E9BB0C46-4A24-08FC-4C73-07E98A527AC3}"/>
                </a:ext>
              </a:extLst>
            </p:cNvPr>
            <p:cNvGrpSpPr/>
            <p:nvPr/>
          </p:nvGrpSpPr>
          <p:grpSpPr>
            <a:xfrm>
              <a:off x="1422594" y="3711217"/>
              <a:ext cx="418797" cy="202498"/>
              <a:chOff x="795894" y="5018739"/>
              <a:chExt cx="418797" cy="202498"/>
            </a:xfrm>
          </p:grpSpPr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2E5CE7F7-749C-84E8-EA0F-B21098EF7E9B}"/>
                  </a:ext>
                </a:extLst>
              </p:cNvPr>
              <p:cNvSpPr/>
              <p:nvPr/>
            </p:nvSpPr>
            <p:spPr>
              <a:xfrm flipV="1">
                <a:off x="795894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BE76088C-F362-DC9D-847F-FC13747212D7}"/>
                  </a:ext>
                </a:extLst>
              </p:cNvPr>
              <p:cNvSpPr/>
              <p:nvPr/>
            </p:nvSpPr>
            <p:spPr>
              <a:xfrm flipV="1">
                <a:off x="1007774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5CD2E1DA-EFE7-7677-0EC5-17309D5B9A7E}"/>
                </a:ext>
              </a:extLst>
            </p:cNvPr>
            <p:cNvCxnSpPr>
              <a:stCxn id="177" idx="3"/>
              <a:endCxn id="173" idx="0"/>
            </p:cNvCxnSpPr>
            <p:nvPr/>
          </p:nvCxnSpPr>
          <p:spPr>
            <a:xfrm>
              <a:off x="1841391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6A471E22-DA8F-23E3-7794-9C69DB9FB2A7}"/>
                </a:ext>
              </a:extLst>
            </p:cNvPr>
            <p:cNvCxnSpPr>
              <a:stCxn id="174" idx="3"/>
              <a:endCxn id="170" idx="1"/>
            </p:cNvCxnSpPr>
            <p:nvPr/>
          </p:nvCxnSpPr>
          <p:spPr>
            <a:xfrm>
              <a:off x="2400267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1BBB3BA8-9957-BBFE-5720-646BA7E5D9B4}"/>
                </a:ext>
              </a:extLst>
            </p:cNvPr>
            <p:cNvCxnSpPr>
              <a:stCxn id="171" idx="3"/>
              <a:endCxn id="146" idx="1"/>
            </p:cNvCxnSpPr>
            <p:nvPr/>
          </p:nvCxnSpPr>
          <p:spPr>
            <a:xfrm>
              <a:off x="2959144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B66CBE50-E86E-5725-6791-CC5F068DE383}"/>
                </a:ext>
              </a:extLst>
            </p:cNvPr>
            <p:cNvCxnSpPr>
              <a:cxnSpLocks/>
              <a:stCxn id="147" idx="3"/>
              <a:endCxn id="143" idx="1"/>
            </p:cNvCxnSpPr>
            <p:nvPr/>
          </p:nvCxnSpPr>
          <p:spPr>
            <a:xfrm>
              <a:off x="3518021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2" name="Straight Arrow Connector 181">
              <a:extLst>
                <a:ext uri="{FF2B5EF4-FFF2-40B4-BE49-F238E27FC236}">
                  <a16:creationId xmlns:a16="http://schemas.microsoft.com/office/drawing/2014/main" id="{6E956678-5CBC-9B5D-902A-D9EBC6713958}"/>
                </a:ext>
              </a:extLst>
            </p:cNvPr>
            <p:cNvCxnSpPr>
              <a:cxnSpLocks/>
            </p:cNvCxnSpPr>
            <p:nvPr/>
          </p:nvCxnSpPr>
          <p:spPr>
            <a:xfrm>
              <a:off x="4076898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BB2CCE4F-6C51-5E2F-C963-538B651185D3}"/>
                </a:ext>
              </a:extLst>
            </p:cNvPr>
            <p:cNvCxnSpPr>
              <a:cxnSpLocks/>
            </p:cNvCxnSpPr>
            <p:nvPr/>
          </p:nvCxnSpPr>
          <p:spPr>
            <a:xfrm>
              <a:off x="4635775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379B4F95-C0AD-B10C-06A7-06B3F19FC388}"/>
                </a:ext>
              </a:extLst>
            </p:cNvPr>
            <p:cNvCxnSpPr>
              <a:cxnSpLocks/>
            </p:cNvCxnSpPr>
            <p:nvPr/>
          </p:nvCxnSpPr>
          <p:spPr>
            <a:xfrm>
              <a:off x="5194652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FF02C0D3-9CC3-9DDC-7841-4C3F5B0DD039}"/>
                </a:ext>
              </a:extLst>
            </p:cNvPr>
            <p:cNvCxnSpPr>
              <a:cxnSpLocks/>
            </p:cNvCxnSpPr>
            <p:nvPr/>
          </p:nvCxnSpPr>
          <p:spPr>
            <a:xfrm>
              <a:off x="5753529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1A0D03B8-DFE2-F6B9-6DE6-508650B5240F}"/>
                </a:ext>
              </a:extLst>
            </p:cNvPr>
            <p:cNvCxnSpPr>
              <a:cxnSpLocks/>
            </p:cNvCxnSpPr>
            <p:nvPr/>
          </p:nvCxnSpPr>
          <p:spPr>
            <a:xfrm>
              <a:off x="6312406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7" name="Straight Arrow Connector 186">
              <a:extLst>
                <a:ext uri="{FF2B5EF4-FFF2-40B4-BE49-F238E27FC236}">
                  <a16:creationId xmlns:a16="http://schemas.microsoft.com/office/drawing/2014/main" id="{03BA2AD0-B84A-ADDA-7359-04BAAFD6984F}"/>
                </a:ext>
              </a:extLst>
            </p:cNvPr>
            <p:cNvCxnSpPr>
              <a:cxnSpLocks/>
            </p:cNvCxnSpPr>
            <p:nvPr/>
          </p:nvCxnSpPr>
          <p:spPr>
            <a:xfrm>
              <a:off x="6871283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8" name="Straight Arrow Connector 187">
              <a:extLst>
                <a:ext uri="{FF2B5EF4-FFF2-40B4-BE49-F238E27FC236}">
                  <a16:creationId xmlns:a16="http://schemas.microsoft.com/office/drawing/2014/main" id="{020D38FF-315F-6509-54A7-77D307F5A878}"/>
                </a:ext>
              </a:extLst>
            </p:cNvPr>
            <p:cNvCxnSpPr>
              <a:cxnSpLocks/>
            </p:cNvCxnSpPr>
            <p:nvPr/>
          </p:nvCxnSpPr>
          <p:spPr>
            <a:xfrm>
              <a:off x="7430160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89" name="Straight Arrow Connector 188">
              <a:extLst>
                <a:ext uri="{FF2B5EF4-FFF2-40B4-BE49-F238E27FC236}">
                  <a16:creationId xmlns:a16="http://schemas.microsoft.com/office/drawing/2014/main" id="{CF25A511-F15F-B20E-1E1A-9B633756BD45}"/>
                </a:ext>
              </a:extLst>
            </p:cNvPr>
            <p:cNvCxnSpPr>
              <a:cxnSpLocks/>
            </p:cNvCxnSpPr>
            <p:nvPr/>
          </p:nvCxnSpPr>
          <p:spPr>
            <a:xfrm>
              <a:off x="7997337" y="3823461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1150F5C8-92A7-351A-8949-222DE5125D5C}"/>
                </a:ext>
              </a:extLst>
            </p:cNvPr>
            <p:cNvSpPr txBox="1"/>
            <p:nvPr/>
          </p:nvSpPr>
          <p:spPr>
            <a:xfrm>
              <a:off x="8133392" y="359480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…</a:t>
              </a:r>
              <a:endParaRPr lang="LID4096"/>
            </a:p>
          </p:txBody>
        </p: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2ED4490E-20D4-E662-F3D1-82B362912D88}"/>
                </a:ext>
              </a:extLst>
            </p:cNvPr>
            <p:cNvCxnSpPr/>
            <p:nvPr/>
          </p:nvCxnSpPr>
          <p:spPr>
            <a:xfrm>
              <a:off x="1258504" y="3814034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92" name="Right Brace 191">
              <a:extLst>
                <a:ext uri="{FF2B5EF4-FFF2-40B4-BE49-F238E27FC236}">
                  <a16:creationId xmlns:a16="http://schemas.microsoft.com/office/drawing/2014/main" id="{88A58178-3A61-FDD9-B105-DCD305290553}"/>
                </a:ext>
              </a:extLst>
            </p:cNvPr>
            <p:cNvSpPr/>
            <p:nvPr/>
          </p:nvSpPr>
          <p:spPr>
            <a:xfrm rot="5400000">
              <a:off x="2057853" y="3295912"/>
              <a:ext cx="259284" cy="1595733"/>
            </a:xfrm>
            <a:prstGeom prst="rightBrace">
              <a:avLst>
                <a:gd name="adj1" fmla="val 99225"/>
                <a:gd name="adj2" fmla="val 4822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3" name="Right Brace 192">
              <a:extLst>
                <a:ext uri="{FF2B5EF4-FFF2-40B4-BE49-F238E27FC236}">
                  <a16:creationId xmlns:a16="http://schemas.microsoft.com/office/drawing/2014/main" id="{1793D41A-0823-646D-47BD-51ABA5B12741}"/>
                </a:ext>
              </a:extLst>
            </p:cNvPr>
            <p:cNvSpPr/>
            <p:nvPr/>
          </p:nvSpPr>
          <p:spPr>
            <a:xfrm rot="5400000">
              <a:off x="3754041" y="3295913"/>
              <a:ext cx="259284" cy="1595733"/>
            </a:xfrm>
            <a:prstGeom prst="rightBrace">
              <a:avLst>
                <a:gd name="adj1" fmla="val 99225"/>
                <a:gd name="adj2" fmla="val 4822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4" name="Right Brace 193">
              <a:extLst>
                <a:ext uri="{FF2B5EF4-FFF2-40B4-BE49-F238E27FC236}">
                  <a16:creationId xmlns:a16="http://schemas.microsoft.com/office/drawing/2014/main" id="{A0D5D48D-2C6E-C10B-AFBF-E8E3916FE22E}"/>
                </a:ext>
              </a:extLst>
            </p:cNvPr>
            <p:cNvSpPr/>
            <p:nvPr/>
          </p:nvSpPr>
          <p:spPr>
            <a:xfrm rot="5400000">
              <a:off x="6809325" y="3059278"/>
              <a:ext cx="259284" cy="2069004"/>
            </a:xfrm>
            <a:prstGeom prst="rightBrace">
              <a:avLst>
                <a:gd name="adj1" fmla="val 99225"/>
                <a:gd name="adj2" fmla="val 4822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5" name="Right Brace 194">
              <a:extLst>
                <a:ext uri="{FF2B5EF4-FFF2-40B4-BE49-F238E27FC236}">
                  <a16:creationId xmlns:a16="http://schemas.microsoft.com/office/drawing/2014/main" id="{A4F7D9EB-38AF-F0F8-677C-55A333904815}"/>
                </a:ext>
              </a:extLst>
            </p:cNvPr>
            <p:cNvSpPr/>
            <p:nvPr/>
          </p:nvSpPr>
          <p:spPr>
            <a:xfrm rot="5400000">
              <a:off x="4864576" y="3887385"/>
              <a:ext cx="202497" cy="457654"/>
            </a:xfrm>
            <a:prstGeom prst="rightBrace">
              <a:avLst>
                <a:gd name="adj1" fmla="val 99225"/>
                <a:gd name="adj2" fmla="val 4822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6" name="Right Brace 195">
              <a:extLst>
                <a:ext uri="{FF2B5EF4-FFF2-40B4-BE49-F238E27FC236}">
                  <a16:creationId xmlns:a16="http://schemas.microsoft.com/office/drawing/2014/main" id="{0CE8F43F-4A56-8893-8FB3-2D50A11C7AF0}"/>
                </a:ext>
              </a:extLst>
            </p:cNvPr>
            <p:cNvSpPr/>
            <p:nvPr/>
          </p:nvSpPr>
          <p:spPr>
            <a:xfrm rot="5400000">
              <a:off x="5423452" y="3864951"/>
              <a:ext cx="202497" cy="457654"/>
            </a:xfrm>
            <a:prstGeom prst="rightBrace">
              <a:avLst>
                <a:gd name="adj1" fmla="val 99225"/>
                <a:gd name="adj2" fmla="val 4822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3A451836-D773-ACBF-5C9F-BA4E68E9217F}"/>
                </a:ext>
              </a:extLst>
            </p:cNvPr>
            <p:cNvSpPr/>
            <p:nvPr/>
          </p:nvSpPr>
          <p:spPr>
            <a:xfrm>
              <a:off x="4898082" y="3504900"/>
              <a:ext cx="166237" cy="138188"/>
            </a:xfrm>
            <a:prstGeom prst="ellipse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0A868F28-6851-3C16-35AB-97E9C7B50426}"/>
                </a:ext>
              </a:extLst>
            </p:cNvPr>
            <p:cNvSpPr/>
            <p:nvPr/>
          </p:nvSpPr>
          <p:spPr>
            <a:xfrm>
              <a:off x="5455835" y="3504900"/>
              <a:ext cx="166237" cy="138188"/>
            </a:xfrm>
            <a:prstGeom prst="ellipse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7F0E2553-BC31-4CFF-16AB-4825455E2873}"/>
                </a:ext>
              </a:extLst>
            </p:cNvPr>
            <p:cNvSpPr/>
            <p:nvPr/>
          </p:nvSpPr>
          <p:spPr>
            <a:xfrm>
              <a:off x="7672704" y="3504900"/>
              <a:ext cx="166237" cy="138188"/>
            </a:xfrm>
            <a:prstGeom prst="ellipse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80612C35-398C-4573-FA36-42C50EAFC9BA}"/>
                </a:ext>
              </a:extLst>
            </p:cNvPr>
            <p:cNvSpPr/>
            <p:nvPr/>
          </p:nvSpPr>
          <p:spPr>
            <a:xfrm>
              <a:off x="4335617" y="3504900"/>
              <a:ext cx="166237" cy="138188"/>
            </a:xfrm>
            <a:prstGeom prst="ellipse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07590A5B-55A8-C70E-DA17-50A15C1369E9}"/>
                </a:ext>
              </a:extLst>
            </p:cNvPr>
            <p:cNvSpPr/>
            <p:nvPr/>
          </p:nvSpPr>
          <p:spPr>
            <a:xfrm>
              <a:off x="2662574" y="3504900"/>
              <a:ext cx="166237" cy="138188"/>
            </a:xfrm>
            <a:prstGeom prst="ellipse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A12F4A95-D86B-F5AA-210A-D7E5E28D3146}"/>
              </a:ext>
            </a:extLst>
          </p:cNvPr>
          <p:cNvGrpSpPr/>
          <p:nvPr/>
        </p:nvGrpSpPr>
        <p:grpSpPr>
          <a:xfrm>
            <a:off x="327426" y="1854148"/>
            <a:ext cx="1227190" cy="607150"/>
            <a:chOff x="2762855" y="5041883"/>
            <a:chExt cx="1227190" cy="607150"/>
          </a:xfrm>
        </p:grpSpPr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FF09A936-1F31-492D-8545-0B4DBC56467D}"/>
                </a:ext>
              </a:extLst>
            </p:cNvPr>
            <p:cNvSpPr/>
            <p:nvPr/>
          </p:nvSpPr>
          <p:spPr>
            <a:xfrm>
              <a:off x="2762855" y="5041883"/>
              <a:ext cx="1227190" cy="607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7F5B6E38-EE36-FA90-77CC-16D088D5DAC0}"/>
                </a:ext>
              </a:extLst>
            </p:cNvPr>
            <p:cNvSpPr/>
            <p:nvPr/>
          </p:nvSpPr>
          <p:spPr>
            <a:xfrm>
              <a:off x="2819126" y="5125078"/>
              <a:ext cx="166237" cy="138188"/>
            </a:xfrm>
            <a:prstGeom prst="ellipse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949A3AD1-8F91-4806-F48F-515CACA34815}"/>
                </a:ext>
              </a:extLst>
            </p:cNvPr>
            <p:cNvSpPr/>
            <p:nvPr/>
          </p:nvSpPr>
          <p:spPr>
            <a:xfrm>
              <a:off x="2814199" y="5431572"/>
              <a:ext cx="166237" cy="138188"/>
            </a:xfrm>
            <a:prstGeom prst="ellipse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A66D689B-AF7D-E80E-1B57-071AECE9835B}"/>
                    </a:ext>
                  </a:extLst>
                </p:cNvPr>
                <p:cNvSpPr txBox="1"/>
                <p:nvPr/>
              </p:nvSpPr>
              <p:spPr>
                <a:xfrm>
                  <a:off x="3045243" y="5062994"/>
                  <a:ext cx="921214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11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1100" b="0" i="0" smtClean="0">
                            <a:latin typeface="Cambria Math" panose="02040503050406030204" pitchFamily="18" charset="0"/>
                          </a:rPr>
                          <m:t>U</m:t>
                        </m:r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LID4096" sz="1100"/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A66D689B-AF7D-E80E-1B57-071AECE983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5243" y="5062994"/>
                  <a:ext cx="921214" cy="2616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DB2220B-F449-5537-72B5-F654F2DAB688}"/>
                    </a:ext>
                  </a:extLst>
                </p:cNvPr>
                <p:cNvSpPr txBox="1"/>
                <p:nvPr/>
              </p:nvSpPr>
              <p:spPr>
                <a:xfrm>
                  <a:off x="3067228" y="5369861"/>
                  <a:ext cx="922817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e-IL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sz="11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1100" b="0" i="0" smtClean="0">
                            <a:latin typeface="Cambria Math" panose="02040503050406030204" pitchFamily="18" charset="0"/>
                          </a:rPr>
                          <m:t>U</m:t>
                        </m:r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∉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LID4096" sz="1100"/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FDB2220B-F449-5537-72B5-F654F2DAB6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7228" y="5369861"/>
                  <a:ext cx="922817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831B9F5-5D6E-60CA-EAB0-17B84C765E83}"/>
                  </a:ext>
                </a:extLst>
              </p:cNvPr>
              <p:cNvSpPr txBox="1"/>
              <p:nvPr/>
            </p:nvSpPr>
            <p:spPr>
              <a:xfrm>
                <a:off x="490195" y="-4477783"/>
                <a:ext cx="8435574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ניבחן ריצה מקבלת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…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של האוטומט.</a:t>
                </a: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נניח, 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באינדוקציה מבנית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Aft>
                    <a:spcPts val="1200"/>
                  </a:spcAft>
                </a:pPr>
                <a:r>
                  <a:rPr lang="he-IL" b="0">
                    <a:cs typeface="Gisha" panose="020B0502040204020203" pitchFamily="34" charset="-79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err="1">
                    <a:latin typeface="Gisha" panose="020B0502040204020203" pitchFamily="34" charset="-79"/>
                    <a:cs typeface="Gisha" panose="020B0502040204020203" pitchFamily="34" charset="-79"/>
                  </a:rPr>
                  <a:t>אם"ם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err="1">
                    <a:latin typeface="Gisha" panose="020B0502040204020203" pitchFamily="34" charset="-79"/>
                    <a:cs typeface="Gisha" panose="020B0502040204020203" pitchFamily="34" charset="-79"/>
                  </a:rPr>
                  <a:t>אם"ם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</m:oMath>
                </a14:m>
                <a:endParaRPr lang="LID4096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נוכיח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חלק מצעד האינדוקציה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algn="ctr">
                  <a:spcAft>
                    <a:spcPts val="1200"/>
                  </a:spcAft>
                </a:pP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U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sSub>
                      <m:sSubPr>
                        <m:ctrlPr>
                          <a:rPr lang="he-IL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he-IL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err="1">
                    <a:latin typeface="Gisha" panose="020B0502040204020203" pitchFamily="34" charset="-79"/>
                    <a:cs typeface="Gisha" panose="020B0502040204020203" pitchFamily="34" charset="-79"/>
                  </a:rPr>
                  <a:t>אם"ם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U</m:t>
                    </m:r>
                    <m:r>
                      <a:rPr lang="en-US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he-IL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</m:oMath>
                </a14:m>
                <a:endParaRPr lang="he-IL" b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נצבע לפי ערכי האמת של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בכל מצב ונוכיח שהבניה קובעת ערך נכון ל-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Until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.</a:t>
                </a: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  <a:spcAft>
                    <a:spcPts val="1200"/>
                  </a:spcAft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נחלק למקטעים של מצבים מהצורה </a:t>
                </a: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נבחן איך הבניה קובעת ערך ל-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Unti</m:t>
                    </m:r>
                    <m:r>
                      <m:rPr>
                        <m:sty m:val="p"/>
                      </m:rPr>
                      <a:rPr lang="en-US" i="0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l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831B9F5-5D6E-60CA-EAB0-17B84C765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95" y="-4477783"/>
                <a:ext cx="8435574" cy="5016758"/>
              </a:xfrm>
              <a:prstGeom prst="rect">
                <a:avLst/>
              </a:prstGeom>
              <a:blipFill>
                <a:blip r:embed="rId10"/>
                <a:stretch>
                  <a:fillRect t="-608" r="-578" b="-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52F46898-913F-D8DD-FFC6-67C2A3142996}"/>
              </a:ext>
            </a:extLst>
          </p:cNvPr>
          <p:cNvGrpSpPr/>
          <p:nvPr/>
        </p:nvGrpSpPr>
        <p:grpSpPr>
          <a:xfrm>
            <a:off x="1260072" y="2997372"/>
            <a:ext cx="7290386" cy="718522"/>
            <a:chOff x="1258504" y="3504900"/>
            <a:chExt cx="7290386" cy="71852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B318450-1692-419C-7EA9-C00C75A369DE}"/>
                </a:ext>
              </a:extLst>
            </p:cNvPr>
            <p:cNvGrpSpPr/>
            <p:nvPr/>
          </p:nvGrpSpPr>
          <p:grpSpPr>
            <a:xfrm>
              <a:off x="3658100" y="3711217"/>
              <a:ext cx="418798" cy="202498"/>
              <a:chOff x="3067986" y="5018739"/>
              <a:chExt cx="418798" cy="202498"/>
            </a:xfrm>
          </p:grpSpPr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EFA14789-64B6-1BBD-B7D1-97DD0FB658E1}"/>
                  </a:ext>
                </a:extLst>
              </p:cNvPr>
              <p:cNvSpPr/>
              <p:nvPr/>
            </p:nvSpPr>
            <p:spPr>
              <a:xfrm flipV="1">
                <a:off x="3067986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D99F0F03-8D3A-566E-1812-B1A0FE47FF34}"/>
                  </a:ext>
                </a:extLst>
              </p:cNvPr>
              <p:cNvSpPr/>
              <p:nvPr/>
            </p:nvSpPr>
            <p:spPr>
              <a:xfrm flipV="1">
                <a:off x="3279867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B4A3A53D-D179-B027-54BE-90EE8A8CD78C}"/>
                </a:ext>
              </a:extLst>
            </p:cNvPr>
            <p:cNvGrpSpPr/>
            <p:nvPr/>
          </p:nvGrpSpPr>
          <p:grpSpPr>
            <a:xfrm>
              <a:off x="3099223" y="3711217"/>
              <a:ext cx="418798" cy="202498"/>
              <a:chOff x="2449880" y="5018739"/>
              <a:chExt cx="418798" cy="202498"/>
            </a:xfrm>
          </p:grpSpPr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8ACB3AA9-49E1-28BA-EC5D-6EE8D8A56408}"/>
                  </a:ext>
                </a:extLst>
              </p:cNvPr>
              <p:cNvSpPr/>
              <p:nvPr/>
            </p:nvSpPr>
            <p:spPr>
              <a:xfrm flipV="1">
                <a:off x="2449880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16DF4F61-3165-C4BC-6AA3-ABBB4BBF0F70}"/>
                  </a:ext>
                </a:extLst>
              </p:cNvPr>
              <p:cNvSpPr/>
              <p:nvPr/>
            </p:nvSpPr>
            <p:spPr>
              <a:xfrm flipV="1">
                <a:off x="2661761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F563D710-0FC1-B80F-A3B1-5339F9ECD370}"/>
                </a:ext>
              </a:extLst>
            </p:cNvPr>
            <p:cNvGrpSpPr/>
            <p:nvPr/>
          </p:nvGrpSpPr>
          <p:grpSpPr>
            <a:xfrm>
              <a:off x="4216977" y="3711217"/>
              <a:ext cx="418798" cy="202498"/>
              <a:chOff x="3734009" y="5018739"/>
              <a:chExt cx="418798" cy="202498"/>
            </a:xfrm>
          </p:grpSpPr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8FDAB0FE-D352-3158-F972-3151B75F2248}"/>
                  </a:ext>
                </a:extLst>
              </p:cNvPr>
              <p:cNvSpPr/>
              <p:nvPr/>
            </p:nvSpPr>
            <p:spPr>
              <a:xfrm flipV="1">
                <a:off x="3734009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29AFF591-66F5-4E89-5B75-A1EB1178C810}"/>
                  </a:ext>
                </a:extLst>
              </p:cNvPr>
              <p:cNvSpPr/>
              <p:nvPr/>
            </p:nvSpPr>
            <p:spPr>
              <a:xfrm flipV="1">
                <a:off x="3945890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A2961BE-B276-7603-EA2D-D28971D88946}"/>
                </a:ext>
              </a:extLst>
            </p:cNvPr>
            <p:cNvGrpSpPr/>
            <p:nvPr/>
          </p:nvGrpSpPr>
          <p:grpSpPr>
            <a:xfrm>
              <a:off x="6452484" y="3711217"/>
              <a:ext cx="418798" cy="202498"/>
              <a:chOff x="5743707" y="5018739"/>
              <a:chExt cx="418798" cy="202498"/>
            </a:xfrm>
          </p:grpSpPr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C7974A38-93C6-7269-E47F-0EFF77136666}"/>
                  </a:ext>
                </a:extLst>
              </p:cNvPr>
              <p:cNvSpPr/>
              <p:nvPr/>
            </p:nvSpPr>
            <p:spPr>
              <a:xfrm flipV="1">
                <a:off x="5743707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8DCDD1B5-9FFB-5C28-D444-ED2B9A30B2DC}"/>
                  </a:ext>
                </a:extLst>
              </p:cNvPr>
              <p:cNvSpPr/>
              <p:nvPr/>
            </p:nvSpPr>
            <p:spPr>
              <a:xfrm flipV="1">
                <a:off x="5955588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008073E-CF25-4E17-A098-831888DAD81F}"/>
                </a:ext>
              </a:extLst>
            </p:cNvPr>
            <p:cNvGrpSpPr/>
            <p:nvPr/>
          </p:nvGrpSpPr>
          <p:grpSpPr>
            <a:xfrm>
              <a:off x="5893607" y="3711217"/>
              <a:ext cx="418798" cy="202498"/>
              <a:chOff x="5125601" y="5018739"/>
              <a:chExt cx="418798" cy="202498"/>
            </a:xfrm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CCFA4737-EE7C-9F60-AA96-34961802BA69}"/>
                  </a:ext>
                </a:extLst>
              </p:cNvPr>
              <p:cNvSpPr/>
              <p:nvPr/>
            </p:nvSpPr>
            <p:spPr>
              <a:xfrm flipV="1">
                <a:off x="5125601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929F4C7A-D3FD-B971-A657-07C1DF9ED82B}"/>
                  </a:ext>
                </a:extLst>
              </p:cNvPr>
              <p:cNvSpPr/>
              <p:nvPr/>
            </p:nvSpPr>
            <p:spPr>
              <a:xfrm flipV="1">
                <a:off x="5337482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4B3E27E8-42FE-2D4D-4138-DD2731E6F3CF}"/>
                </a:ext>
              </a:extLst>
            </p:cNvPr>
            <p:cNvGrpSpPr/>
            <p:nvPr/>
          </p:nvGrpSpPr>
          <p:grpSpPr>
            <a:xfrm>
              <a:off x="7011361" y="3711217"/>
              <a:ext cx="418798" cy="202498"/>
              <a:chOff x="6361813" y="5018739"/>
              <a:chExt cx="418798" cy="202498"/>
            </a:xfrm>
          </p:grpSpPr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AA6D6421-8C2C-D9D3-2AEE-302E78D7FEC9}"/>
                  </a:ext>
                </a:extLst>
              </p:cNvPr>
              <p:cNvSpPr/>
              <p:nvPr/>
            </p:nvSpPr>
            <p:spPr>
              <a:xfrm flipV="1">
                <a:off x="6361813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99C39E4C-9AE0-E05F-47C0-9BCB31A79357}"/>
                  </a:ext>
                </a:extLst>
              </p:cNvPr>
              <p:cNvSpPr/>
              <p:nvPr/>
            </p:nvSpPr>
            <p:spPr>
              <a:xfrm flipV="1">
                <a:off x="6573694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E15B03AF-D176-DE22-E769-73F14413E72A}"/>
                </a:ext>
              </a:extLst>
            </p:cNvPr>
            <p:cNvGrpSpPr/>
            <p:nvPr/>
          </p:nvGrpSpPr>
          <p:grpSpPr>
            <a:xfrm>
              <a:off x="7570237" y="3711217"/>
              <a:ext cx="418797" cy="202498"/>
              <a:chOff x="6943537" y="5018739"/>
              <a:chExt cx="418797" cy="202498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9A103A24-2034-14C4-26D6-DE9C75D86575}"/>
                  </a:ext>
                </a:extLst>
              </p:cNvPr>
              <p:cNvSpPr/>
              <p:nvPr/>
            </p:nvSpPr>
            <p:spPr>
              <a:xfrm flipV="1">
                <a:off x="6943537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DF1938D0-E349-D28A-18EB-03004872951B}"/>
                  </a:ext>
                </a:extLst>
              </p:cNvPr>
              <p:cNvSpPr/>
              <p:nvPr/>
            </p:nvSpPr>
            <p:spPr>
              <a:xfrm flipV="1">
                <a:off x="7155417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C1A1720-ED64-4AE7-0BBA-9578AEF0CBDE}"/>
                </a:ext>
              </a:extLst>
            </p:cNvPr>
            <p:cNvGrpSpPr/>
            <p:nvPr/>
          </p:nvGrpSpPr>
          <p:grpSpPr>
            <a:xfrm>
              <a:off x="4775854" y="3711217"/>
              <a:ext cx="418798" cy="202498"/>
              <a:chOff x="4258965" y="5018739"/>
              <a:chExt cx="418798" cy="202498"/>
            </a:xfrm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EDC2210D-D2C4-A843-502F-B729B41BED80}"/>
                  </a:ext>
                </a:extLst>
              </p:cNvPr>
              <p:cNvSpPr/>
              <p:nvPr/>
            </p:nvSpPr>
            <p:spPr>
              <a:xfrm flipV="1">
                <a:off x="4258965" y="5018739"/>
                <a:ext cx="206917" cy="202498"/>
              </a:xfrm>
              <a:prstGeom prst="rect">
                <a:avLst/>
              </a:prstGeom>
              <a:solidFill>
                <a:schemeClr val="accent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B0A20A91-89FD-FEC6-703C-BBC2EE214555}"/>
                  </a:ext>
                </a:extLst>
              </p:cNvPr>
              <p:cNvSpPr/>
              <p:nvPr/>
            </p:nvSpPr>
            <p:spPr>
              <a:xfrm flipV="1">
                <a:off x="4470846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CFBE1475-4567-3D55-8FED-954F64F76CFA}"/>
                </a:ext>
              </a:extLst>
            </p:cNvPr>
            <p:cNvGrpSpPr/>
            <p:nvPr/>
          </p:nvGrpSpPr>
          <p:grpSpPr>
            <a:xfrm>
              <a:off x="5334731" y="3711217"/>
              <a:ext cx="418797" cy="202498"/>
              <a:chOff x="4707827" y="5018739"/>
              <a:chExt cx="418797" cy="202498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B1562390-2B21-4DE7-1DA0-BF15E7F86723}"/>
                  </a:ext>
                </a:extLst>
              </p:cNvPr>
              <p:cNvSpPr/>
              <p:nvPr/>
            </p:nvSpPr>
            <p:spPr>
              <a:xfrm flipV="1">
                <a:off x="4707827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A297B3FC-75D4-E8D1-8AFD-AF238FEBC975}"/>
                  </a:ext>
                </a:extLst>
              </p:cNvPr>
              <p:cNvSpPr/>
              <p:nvPr/>
            </p:nvSpPr>
            <p:spPr>
              <a:xfrm flipV="1">
                <a:off x="4919707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0DB90A10-6C3A-CA19-246B-9E6D61D7FB7D}"/>
                </a:ext>
              </a:extLst>
            </p:cNvPr>
            <p:cNvGrpSpPr/>
            <p:nvPr/>
          </p:nvGrpSpPr>
          <p:grpSpPr>
            <a:xfrm>
              <a:off x="2540346" y="3711217"/>
              <a:ext cx="418798" cy="202498"/>
              <a:chOff x="1850586" y="5018739"/>
              <a:chExt cx="418798" cy="202498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BEC6706B-0E8D-0FF1-7A09-5EA83C3BACE5}"/>
                  </a:ext>
                </a:extLst>
              </p:cNvPr>
              <p:cNvSpPr/>
              <p:nvPr/>
            </p:nvSpPr>
            <p:spPr>
              <a:xfrm flipV="1">
                <a:off x="1850586" y="5018739"/>
                <a:ext cx="206917" cy="202498"/>
              </a:xfrm>
              <a:prstGeom prst="rect">
                <a:avLst/>
              </a:prstGeom>
              <a:solidFill>
                <a:schemeClr val="accent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3BFD62D8-B608-93A1-4D1A-7B6D204F6037}"/>
                  </a:ext>
                </a:extLst>
              </p:cNvPr>
              <p:cNvSpPr/>
              <p:nvPr/>
            </p:nvSpPr>
            <p:spPr>
              <a:xfrm flipV="1">
                <a:off x="2062467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CA6DB11-878C-F50E-8268-48938A47EF9B}"/>
                </a:ext>
              </a:extLst>
            </p:cNvPr>
            <p:cNvGrpSpPr/>
            <p:nvPr/>
          </p:nvGrpSpPr>
          <p:grpSpPr>
            <a:xfrm>
              <a:off x="1981470" y="3711217"/>
              <a:ext cx="418797" cy="202498"/>
              <a:chOff x="1305578" y="5018739"/>
              <a:chExt cx="418797" cy="202498"/>
            </a:xfrm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3AC282DC-C473-F686-5887-D6D3D27B8E34}"/>
                  </a:ext>
                </a:extLst>
              </p:cNvPr>
              <p:cNvSpPr/>
              <p:nvPr/>
            </p:nvSpPr>
            <p:spPr>
              <a:xfrm flipV="1">
                <a:off x="1305578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D88454F4-A464-6A43-9283-FB5B1614A306}"/>
                  </a:ext>
                </a:extLst>
              </p:cNvPr>
              <p:cNvSpPr/>
              <p:nvPr/>
            </p:nvSpPr>
            <p:spPr>
              <a:xfrm flipV="1">
                <a:off x="1517458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2C7943EC-39BC-1928-C647-48D281399122}"/>
                </a:ext>
              </a:extLst>
            </p:cNvPr>
            <p:cNvGrpSpPr/>
            <p:nvPr/>
          </p:nvGrpSpPr>
          <p:grpSpPr>
            <a:xfrm>
              <a:off x="1422594" y="3711217"/>
              <a:ext cx="418797" cy="202498"/>
              <a:chOff x="795894" y="5018739"/>
              <a:chExt cx="418797" cy="202498"/>
            </a:xfrm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DB865E0C-7665-DCA2-021E-4C2262974F1C}"/>
                  </a:ext>
                </a:extLst>
              </p:cNvPr>
              <p:cNvSpPr/>
              <p:nvPr/>
            </p:nvSpPr>
            <p:spPr>
              <a:xfrm flipV="1">
                <a:off x="795894" y="5018739"/>
                <a:ext cx="206917" cy="202498"/>
              </a:xfrm>
              <a:prstGeom prst="rect">
                <a:avLst/>
              </a:prstGeom>
              <a:solidFill>
                <a:srgbClr val="00B050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5077CE42-E185-0D87-A763-27D1D9BE9910}"/>
                  </a:ext>
                </a:extLst>
              </p:cNvPr>
              <p:cNvSpPr/>
              <p:nvPr/>
            </p:nvSpPr>
            <p:spPr>
              <a:xfrm flipV="1">
                <a:off x="1007774" y="5018739"/>
                <a:ext cx="206917" cy="202498"/>
              </a:xfrm>
              <a:prstGeom prst="rect">
                <a:avLst/>
              </a:prstGeom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542CBC73-9274-4290-AC8A-8F52697A7F0F}"/>
                </a:ext>
              </a:extLst>
            </p:cNvPr>
            <p:cNvCxnSpPr>
              <a:stCxn id="109" idx="3"/>
              <a:endCxn id="110" idx="0"/>
            </p:cNvCxnSpPr>
            <p:nvPr/>
          </p:nvCxnSpPr>
          <p:spPr>
            <a:xfrm>
              <a:off x="1841391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C7C8441E-2C6C-C356-D0AA-6066A4EA5235}"/>
                </a:ext>
              </a:extLst>
            </p:cNvPr>
            <p:cNvCxnSpPr>
              <a:stCxn id="111" idx="3"/>
              <a:endCxn id="112" idx="1"/>
            </p:cNvCxnSpPr>
            <p:nvPr/>
          </p:nvCxnSpPr>
          <p:spPr>
            <a:xfrm>
              <a:off x="2400267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09601E02-2467-CC0B-A321-0A840E5DCC66}"/>
                </a:ext>
              </a:extLst>
            </p:cNvPr>
            <p:cNvCxnSpPr>
              <a:stCxn id="113" idx="3"/>
              <a:endCxn id="200" idx="1"/>
            </p:cNvCxnSpPr>
            <p:nvPr/>
          </p:nvCxnSpPr>
          <p:spPr>
            <a:xfrm>
              <a:off x="2959144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5BC006DB-375A-A078-358C-9A6903766E6C}"/>
                </a:ext>
              </a:extLst>
            </p:cNvPr>
            <p:cNvCxnSpPr>
              <a:cxnSpLocks/>
              <a:stCxn id="210" idx="3"/>
              <a:endCxn id="211" idx="1"/>
            </p:cNvCxnSpPr>
            <p:nvPr/>
          </p:nvCxnSpPr>
          <p:spPr>
            <a:xfrm>
              <a:off x="3518021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6838789B-4FE1-B79C-9187-4ECF7F49CEBE}"/>
                </a:ext>
              </a:extLst>
            </p:cNvPr>
            <p:cNvCxnSpPr>
              <a:cxnSpLocks/>
            </p:cNvCxnSpPr>
            <p:nvPr/>
          </p:nvCxnSpPr>
          <p:spPr>
            <a:xfrm>
              <a:off x="4076898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4751C984-248F-C321-571B-F342C7D19A5D}"/>
                </a:ext>
              </a:extLst>
            </p:cNvPr>
            <p:cNvCxnSpPr>
              <a:cxnSpLocks/>
            </p:cNvCxnSpPr>
            <p:nvPr/>
          </p:nvCxnSpPr>
          <p:spPr>
            <a:xfrm>
              <a:off x="4635775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498357EB-C6AF-4D24-42CC-D3B39E1EAD97}"/>
                </a:ext>
              </a:extLst>
            </p:cNvPr>
            <p:cNvCxnSpPr>
              <a:cxnSpLocks/>
            </p:cNvCxnSpPr>
            <p:nvPr/>
          </p:nvCxnSpPr>
          <p:spPr>
            <a:xfrm>
              <a:off x="5194652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4F88B7F-D263-A2DB-08C3-227AC6C3143C}"/>
                </a:ext>
              </a:extLst>
            </p:cNvPr>
            <p:cNvCxnSpPr>
              <a:cxnSpLocks/>
            </p:cNvCxnSpPr>
            <p:nvPr/>
          </p:nvCxnSpPr>
          <p:spPr>
            <a:xfrm>
              <a:off x="5753529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654FBB80-378F-0265-3B87-8B0A9A2E7A27}"/>
                </a:ext>
              </a:extLst>
            </p:cNvPr>
            <p:cNvCxnSpPr>
              <a:cxnSpLocks/>
            </p:cNvCxnSpPr>
            <p:nvPr/>
          </p:nvCxnSpPr>
          <p:spPr>
            <a:xfrm>
              <a:off x="6312406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6A733684-CA52-C15D-1E40-D76AE1D7F90C}"/>
                </a:ext>
              </a:extLst>
            </p:cNvPr>
            <p:cNvCxnSpPr>
              <a:cxnSpLocks/>
            </p:cNvCxnSpPr>
            <p:nvPr/>
          </p:nvCxnSpPr>
          <p:spPr>
            <a:xfrm>
              <a:off x="6871283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0247CA3D-2051-5E82-B4BC-C5C410582B16}"/>
                </a:ext>
              </a:extLst>
            </p:cNvPr>
            <p:cNvCxnSpPr>
              <a:cxnSpLocks/>
            </p:cNvCxnSpPr>
            <p:nvPr/>
          </p:nvCxnSpPr>
          <p:spPr>
            <a:xfrm>
              <a:off x="7430160" y="3812466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C5F83003-2D79-3B4F-54EF-F9A4F474021B}"/>
                </a:ext>
              </a:extLst>
            </p:cNvPr>
            <p:cNvCxnSpPr>
              <a:cxnSpLocks/>
            </p:cNvCxnSpPr>
            <p:nvPr/>
          </p:nvCxnSpPr>
          <p:spPr>
            <a:xfrm>
              <a:off x="7997337" y="3823461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56FE32B4-CC47-D0C2-980F-198FCDBCD49F}"/>
                </a:ext>
              </a:extLst>
            </p:cNvPr>
            <p:cNvSpPr txBox="1"/>
            <p:nvPr/>
          </p:nvSpPr>
          <p:spPr>
            <a:xfrm>
              <a:off x="8133392" y="359480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…</a:t>
              </a:r>
              <a:endParaRPr lang="LID4096"/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E4B5CC74-732E-035E-8105-AFF6FE2D65ED}"/>
                </a:ext>
              </a:extLst>
            </p:cNvPr>
            <p:cNvCxnSpPr/>
            <p:nvPr/>
          </p:nvCxnSpPr>
          <p:spPr>
            <a:xfrm>
              <a:off x="1258504" y="3814034"/>
              <a:ext cx="14007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91" name="Right Brace 90">
              <a:extLst>
                <a:ext uri="{FF2B5EF4-FFF2-40B4-BE49-F238E27FC236}">
                  <a16:creationId xmlns:a16="http://schemas.microsoft.com/office/drawing/2014/main" id="{65D49D3C-F89F-25FE-8FF9-03FFAC2C023C}"/>
                </a:ext>
              </a:extLst>
            </p:cNvPr>
            <p:cNvSpPr/>
            <p:nvPr/>
          </p:nvSpPr>
          <p:spPr>
            <a:xfrm rot="5400000">
              <a:off x="2057853" y="3295912"/>
              <a:ext cx="259284" cy="1595733"/>
            </a:xfrm>
            <a:prstGeom prst="rightBrace">
              <a:avLst>
                <a:gd name="adj1" fmla="val 99225"/>
                <a:gd name="adj2" fmla="val 4822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2" name="Right Brace 91">
              <a:extLst>
                <a:ext uri="{FF2B5EF4-FFF2-40B4-BE49-F238E27FC236}">
                  <a16:creationId xmlns:a16="http://schemas.microsoft.com/office/drawing/2014/main" id="{ABDA757E-090E-F336-064C-17ADE2319036}"/>
                </a:ext>
              </a:extLst>
            </p:cNvPr>
            <p:cNvSpPr/>
            <p:nvPr/>
          </p:nvSpPr>
          <p:spPr>
            <a:xfrm rot="5400000">
              <a:off x="3754041" y="3295913"/>
              <a:ext cx="259284" cy="1595733"/>
            </a:xfrm>
            <a:prstGeom prst="rightBrace">
              <a:avLst>
                <a:gd name="adj1" fmla="val 99225"/>
                <a:gd name="adj2" fmla="val 4822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5" name="Right Brace 94">
              <a:extLst>
                <a:ext uri="{FF2B5EF4-FFF2-40B4-BE49-F238E27FC236}">
                  <a16:creationId xmlns:a16="http://schemas.microsoft.com/office/drawing/2014/main" id="{D6C30F1D-6E7C-5A50-DE9A-473D7151992A}"/>
                </a:ext>
              </a:extLst>
            </p:cNvPr>
            <p:cNvSpPr/>
            <p:nvPr/>
          </p:nvSpPr>
          <p:spPr>
            <a:xfrm rot="5400000">
              <a:off x="6809325" y="3059278"/>
              <a:ext cx="259284" cy="2069004"/>
            </a:xfrm>
            <a:prstGeom prst="rightBrace">
              <a:avLst>
                <a:gd name="adj1" fmla="val 99225"/>
                <a:gd name="adj2" fmla="val 4822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6" name="Right Brace 95">
              <a:extLst>
                <a:ext uri="{FF2B5EF4-FFF2-40B4-BE49-F238E27FC236}">
                  <a16:creationId xmlns:a16="http://schemas.microsoft.com/office/drawing/2014/main" id="{7AF8FB2F-2690-D25C-270E-91485AA58DA1}"/>
                </a:ext>
              </a:extLst>
            </p:cNvPr>
            <p:cNvSpPr/>
            <p:nvPr/>
          </p:nvSpPr>
          <p:spPr>
            <a:xfrm rot="5400000">
              <a:off x="4864576" y="3887385"/>
              <a:ext cx="202497" cy="457654"/>
            </a:xfrm>
            <a:prstGeom prst="rightBrace">
              <a:avLst>
                <a:gd name="adj1" fmla="val 99225"/>
                <a:gd name="adj2" fmla="val 4822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1" name="Right Brace 100">
              <a:extLst>
                <a:ext uri="{FF2B5EF4-FFF2-40B4-BE49-F238E27FC236}">
                  <a16:creationId xmlns:a16="http://schemas.microsoft.com/office/drawing/2014/main" id="{A47EE885-F6D5-154B-B57C-F1E5198F04D9}"/>
                </a:ext>
              </a:extLst>
            </p:cNvPr>
            <p:cNvSpPr/>
            <p:nvPr/>
          </p:nvSpPr>
          <p:spPr>
            <a:xfrm rot="5400000">
              <a:off x="5423452" y="3864951"/>
              <a:ext cx="202497" cy="457654"/>
            </a:xfrm>
            <a:prstGeom prst="rightBrace">
              <a:avLst>
                <a:gd name="adj1" fmla="val 99225"/>
                <a:gd name="adj2" fmla="val 48228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462C27A0-46B8-BD46-7D61-2C0AEDA04DD7}"/>
                </a:ext>
              </a:extLst>
            </p:cNvPr>
            <p:cNvSpPr/>
            <p:nvPr/>
          </p:nvSpPr>
          <p:spPr>
            <a:xfrm>
              <a:off x="4898082" y="3504900"/>
              <a:ext cx="166237" cy="138188"/>
            </a:xfrm>
            <a:prstGeom prst="ellipse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5BF16C60-B1B6-38B7-E2B4-608F68F85A94}"/>
                </a:ext>
              </a:extLst>
            </p:cNvPr>
            <p:cNvSpPr/>
            <p:nvPr/>
          </p:nvSpPr>
          <p:spPr>
            <a:xfrm>
              <a:off x="5455835" y="3504900"/>
              <a:ext cx="166237" cy="138188"/>
            </a:xfrm>
            <a:prstGeom prst="ellipse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7BDF7CFD-E2E7-DC92-757B-6A5A819149CA}"/>
                </a:ext>
              </a:extLst>
            </p:cNvPr>
            <p:cNvSpPr/>
            <p:nvPr/>
          </p:nvSpPr>
          <p:spPr>
            <a:xfrm>
              <a:off x="7672704" y="3504900"/>
              <a:ext cx="166237" cy="138188"/>
            </a:xfrm>
            <a:prstGeom prst="ellipse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D99F8D2C-2B84-3BB0-13E0-8D92184BA8C8}"/>
                </a:ext>
              </a:extLst>
            </p:cNvPr>
            <p:cNvSpPr/>
            <p:nvPr/>
          </p:nvSpPr>
          <p:spPr>
            <a:xfrm>
              <a:off x="4335617" y="3504900"/>
              <a:ext cx="166237" cy="138188"/>
            </a:xfrm>
            <a:prstGeom prst="ellipse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AFF03A25-8E1D-812F-441F-97F0985BDF3F}"/>
                </a:ext>
              </a:extLst>
            </p:cNvPr>
            <p:cNvSpPr/>
            <p:nvPr/>
          </p:nvSpPr>
          <p:spPr>
            <a:xfrm>
              <a:off x="2662574" y="3504900"/>
              <a:ext cx="166237" cy="138188"/>
            </a:xfrm>
            <a:prstGeom prst="ellipse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213" name="Oval 212">
            <a:extLst>
              <a:ext uri="{FF2B5EF4-FFF2-40B4-BE49-F238E27FC236}">
                <a16:creationId xmlns:a16="http://schemas.microsoft.com/office/drawing/2014/main" id="{DC741650-128F-4F4F-271D-916626C4F0EC}"/>
              </a:ext>
            </a:extLst>
          </p:cNvPr>
          <p:cNvSpPr/>
          <p:nvPr/>
        </p:nvSpPr>
        <p:spPr>
          <a:xfrm>
            <a:off x="7119662" y="3008367"/>
            <a:ext cx="166237" cy="138188"/>
          </a:xfrm>
          <a:prstGeom prst="ellipse">
            <a:avLst/>
          </a:prstGeom>
          <a:solidFill>
            <a:srgbClr val="00B05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746475DB-CB39-6F47-99A6-79F140C477B4}"/>
              </a:ext>
            </a:extLst>
          </p:cNvPr>
          <p:cNvSpPr/>
          <p:nvPr/>
        </p:nvSpPr>
        <p:spPr>
          <a:xfrm>
            <a:off x="6583905" y="3008367"/>
            <a:ext cx="166237" cy="138188"/>
          </a:xfrm>
          <a:prstGeom prst="ellipse">
            <a:avLst/>
          </a:prstGeom>
          <a:solidFill>
            <a:srgbClr val="00B05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00C2BE38-AD7D-68B6-FFA8-8075E860E57D}"/>
              </a:ext>
            </a:extLst>
          </p:cNvPr>
          <p:cNvSpPr/>
          <p:nvPr/>
        </p:nvSpPr>
        <p:spPr>
          <a:xfrm>
            <a:off x="6038721" y="3008367"/>
            <a:ext cx="166237" cy="138188"/>
          </a:xfrm>
          <a:prstGeom prst="ellipse">
            <a:avLst/>
          </a:prstGeom>
          <a:solidFill>
            <a:srgbClr val="00B05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17" name="Connector: Curved 216">
            <a:extLst>
              <a:ext uri="{FF2B5EF4-FFF2-40B4-BE49-F238E27FC236}">
                <a16:creationId xmlns:a16="http://schemas.microsoft.com/office/drawing/2014/main" id="{88B61FBC-AA3C-BB0C-F65A-C78B8F716F91}"/>
              </a:ext>
            </a:extLst>
          </p:cNvPr>
          <p:cNvCxnSpPr>
            <a:cxnSpLocks/>
            <a:stCxn id="214" idx="0"/>
            <a:endCxn id="215" idx="0"/>
          </p:cNvCxnSpPr>
          <p:nvPr/>
        </p:nvCxnSpPr>
        <p:spPr>
          <a:xfrm rot="16200000" flipV="1">
            <a:off x="6394432" y="2735775"/>
            <a:ext cx="12700" cy="545184"/>
          </a:xfrm>
          <a:prstGeom prst="curvedConnector3">
            <a:avLst>
              <a:gd name="adj1" fmla="val 12804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: Curved 220">
            <a:extLst>
              <a:ext uri="{FF2B5EF4-FFF2-40B4-BE49-F238E27FC236}">
                <a16:creationId xmlns:a16="http://schemas.microsoft.com/office/drawing/2014/main" id="{F9AEB90E-6BC2-8E7E-3A2C-4B32D5EA7CC1}"/>
              </a:ext>
            </a:extLst>
          </p:cNvPr>
          <p:cNvCxnSpPr>
            <a:cxnSpLocks/>
          </p:cNvCxnSpPr>
          <p:nvPr/>
        </p:nvCxnSpPr>
        <p:spPr>
          <a:xfrm rot="16200000" flipV="1">
            <a:off x="6944330" y="2740488"/>
            <a:ext cx="12700" cy="535757"/>
          </a:xfrm>
          <a:prstGeom prst="curvedConnector3">
            <a:avLst>
              <a:gd name="adj1" fmla="val 135462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: Curved 223">
            <a:extLst>
              <a:ext uri="{FF2B5EF4-FFF2-40B4-BE49-F238E27FC236}">
                <a16:creationId xmlns:a16="http://schemas.microsoft.com/office/drawing/2014/main" id="{481088D8-C38E-E7E4-2C7E-C869E81FFA96}"/>
              </a:ext>
            </a:extLst>
          </p:cNvPr>
          <p:cNvCxnSpPr>
            <a:cxnSpLocks/>
          </p:cNvCxnSpPr>
          <p:nvPr/>
        </p:nvCxnSpPr>
        <p:spPr>
          <a:xfrm rot="16200000" flipV="1">
            <a:off x="7494228" y="2745201"/>
            <a:ext cx="12700" cy="535757"/>
          </a:xfrm>
          <a:prstGeom prst="curvedConnector3">
            <a:avLst>
              <a:gd name="adj1" fmla="val 135462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Oval 224">
            <a:extLst>
              <a:ext uri="{FF2B5EF4-FFF2-40B4-BE49-F238E27FC236}">
                <a16:creationId xmlns:a16="http://schemas.microsoft.com/office/drawing/2014/main" id="{3B1AA6EE-556F-8B49-64B7-5836F84C9351}"/>
              </a:ext>
            </a:extLst>
          </p:cNvPr>
          <p:cNvSpPr/>
          <p:nvPr/>
        </p:nvSpPr>
        <p:spPr>
          <a:xfrm>
            <a:off x="3765290" y="3019363"/>
            <a:ext cx="166237" cy="138188"/>
          </a:xfrm>
          <a:prstGeom prst="ellipse">
            <a:avLst/>
          </a:prstGeom>
          <a:solidFill>
            <a:schemeClr val="accent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B0540588-6B20-9BE8-F1AD-3AD81C158625}"/>
              </a:ext>
            </a:extLst>
          </p:cNvPr>
          <p:cNvSpPr/>
          <p:nvPr/>
        </p:nvSpPr>
        <p:spPr>
          <a:xfrm>
            <a:off x="3229533" y="3019363"/>
            <a:ext cx="166237" cy="138188"/>
          </a:xfrm>
          <a:prstGeom prst="ellipse">
            <a:avLst/>
          </a:prstGeom>
          <a:solidFill>
            <a:schemeClr val="accent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27" name="Connector: Curved 226">
            <a:extLst>
              <a:ext uri="{FF2B5EF4-FFF2-40B4-BE49-F238E27FC236}">
                <a16:creationId xmlns:a16="http://schemas.microsoft.com/office/drawing/2014/main" id="{8FEDD10A-361B-335F-B780-0844C701094C}"/>
              </a:ext>
            </a:extLst>
          </p:cNvPr>
          <p:cNvCxnSpPr>
            <a:cxnSpLocks/>
          </p:cNvCxnSpPr>
          <p:nvPr/>
        </p:nvCxnSpPr>
        <p:spPr>
          <a:xfrm rot="16200000" flipV="1">
            <a:off x="3589958" y="2751484"/>
            <a:ext cx="12700" cy="535757"/>
          </a:xfrm>
          <a:prstGeom prst="curvedConnector3">
            <a:avLst>
              <a:gd name="adj1" fmla="val 135462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: Curved 227">
            <a:extLst>
              <a:ext uri="{FF2B5EF4-FFF2-40B4-BE49-F238E27FC236}">
                <a16:creationId xmlns:a16="http://schemas.microsoft.com/office/drawing/2014/main" id="{52BCEED7-95B1-E6AA-9F43-B0A871A14D5F}"/>
              </a:ext>
            </a:extLst>
          </p:cNvPr>
          <p:cNvCxnSpPr>
            <a:cxnSpLocks/>
          </p:cNvCxnSpPr>
          <p:nvPr/>
        </p:nvCxnSpPr>
        <p:spPr>
          <a:xfrm rot="16200000" flipV="1">
            <a:off x="4139856" y="2756197"/>
            <a:ext cx="12700" cy="535757"/>
          </a:xfrm>
          <a:prstGeom prst="curvedConnector3">
            <a:avLst>
              <a:gd name="adj1" fmla="val 128039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Oval 232">
            <a:extLst>
              <a:ext uri="{FF2B5EF4-FFF2-40B4-BE49-F238E27FC236}">
                <a16:creationId xmlns:a16="http://schemas.microsoft.com/office/drawing/2014/main" id="{56057982-8195-ABA0-C3B7-87B17F7D7CA4}"/>
              </a:ext>
            </a:extLst>
          </p:cNvPr>
          <p:cNvSpPr/>
          <p:nvPr/>
        </p:nvSpPr>
        <p:spPr>
          <a:xfrm>
            <a:off x="2077895" y="2991082"/>
            <a:ext cx="166237" cy="138188"/>
          </a:xfrm>
          <a:prstGeom prst="ellipse">
            <a:avLst/>
          </a:prstGeom>
          <a:solidFill>
            <a:srgbClr val="00B05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BF1BD9B6-DB9A-DF86-6E6A-B1CD3F552D32}"/>
              </a:ext>
            </a:extLst>
          </p:cNvPr>
          <p:cNvSpPr/>
          <p:nvPr/>
        </p:nvSpPr>
        <p:spPr>
          <a:xfrm>
            <a:off x="1542138" y="2991082"/>
            <a:ext cx="166237" cy="138188"/>
          </a:xfrm>
          <a:prstGeom prst="ellipse">
            <a:avLst/>
          </a:prstGeom>
          <a:solidFill>
            <a:srgbClr val="00B05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35" name="Connector: Curved 234">
            <a:extLst>
              <a:ext uri="{FF2B5EF4-FFF2-40B4-BE49-F238E27FC236}">
                <a16:creationId xmlns:a16="http://schemas.microsoft.com/office/drawing/2014/main" id="{73DEA53F-DF1D-1BE7-AABF-55BDEE1C2FFA}"/>
              </a:ext>
            </a:extLst>
          </p:cNvPr>
          <p:cNvCxnSpPr>
            <a:cxnSpLocks/>
          </p:cNvCxnSpPr>
          <p:nvPr/>
        </p:nvCxnSpPr>
        <p:spPr>
          <a:xfrm rot="16200000" flipV="1">
            <a:off x="1902563" y="2723203"/>
            <a:ext cx="12700" cy="535757"/>
          </a:xfrm>
          <a:prstGeom prst="curvedConnector3">
            <a:avLst>
              <a:gd name="adj1" fmla="val 135462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: Curved 235">
            <a:extLst>
              <a:ext uri="{FF2B5EF4-FFF2-40B4-BE49-F238E27FC236}">
                <a16:creationId xmlns:a16="http://schemas.microsoft.com/office/drawing/2014/main" id="{D021A8CD-0538-4587-8C9C-189ED624C58B}"/>
              </a:ext>
            </a:extLst>
          </p:cNvPr>
          <p:cNvCxnSpPr>
            <a:cxnSpLocks/>
          </p:cNvCxnSpPr>
          <p:nvPr/>
        </p:nvCxnSpPr>
        <p:spPr>
          <a:xfrm rot="16200000" flipV="1">
            <a:off x="2452461" y="2727916"/>
            <a:ext cx="12700" cy="535757"/>
          </a:xfrm>
          <a:prstGeom prst="curvedConnector3">
            <a:avLst>
              <a:gd name="adj1" fmla="val 135462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Rectangle 236">
            <a:extLst>
              <a:ext uri="{FF2B5EF4-FFF2-40B4-BE49-F238E27FC236}">
                <a16:creationId xmlns:a16="http://schemas.microsoft.com/office/drawing/2014/main" id="{DEFE415D-5619-4AD1-CF95-D02A4AB4FDC8}"/>
              </a:ext>
            </a:extLst>
          </p:cNvPr>
          <p:cNvSpPr/>
          <p:nvPr/>
        </p:nvSpPr>
        <p:spPr>
          <a:xfrm flipV="1">
            <a:off x="4485699" y="3925370"/>
            <a:ext cx="132365" cy="127442"/>
          </a:xfrm>
          <a:prstGeom prst="rect">
            <a:avLst/>
          </a:prstGeom>
          <a:solidFill>
            <a:schemeClr val="accent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40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1E3CA666-CBEB-FCBA-E7D8-372E50905F6B}"/>
              </a:ext>
            </a:extLst>
          </p:cNvPr>
          <p:cNvSpPr/>
          <p:nvPr/>
        </p:nvSpPr>
        <p:spPr>
          <a:xfrm flipV="1">
            <a:off x="4621238" y="3925370"/>
            <a:ext cx="132365" cy="127442"/>
          </a:xfrm>
          <a:prstGeom prst="rect">
            <a:avLst/>
          </a:prstGeom>
          <a:solidFill>
            <a:schemeClr val="accent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40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84337AA4-9E68-AFFC-C3C9-8A3199872A44}"/>
              </a:ext>
            </a:extLst>
          </p:cNvPr>
          <p:cNvSpPr/>
          <p:nvPr/>
        </p:nvSpPr>
        <p:spPr>
          <a:xfrm>
            <a:off x="2385094" y="3926938"/>
            <a:ext cx="132365" cy="127442"/>
          </a:xfrm>
          <a:prstGeom prst="rect">
            <a:avLst/>
          </a:prstGeom>
          <a:solidFill>
            <a:schemeClr val="bg2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1400" i="0">
                <a:solidFill>
                  <a:schemeClr val="tx2">
                    <a:lumMod val="75000"/>
                  </a:schemeClr>
                </a:solidFill>
                <a:latin typeface="+mj-lt"/>
              </a:rPr>
              <a:t>?</a:t>
            </a:r>
            <a:endParaRPr lang="LID4096" sz="14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BA7772F-E95A-B331-B3DC-4E1C05539711}"/>
              </a:ext>
            </a:extLst>
          </p:cNvPr>
          <p:cNvSpPr/>
          <p:nvPr/>
        </p:nvSpPr>
        <p:spPr>
          <a:xfrm flipV="1">
            <a:off x="2520633" y="3926938"/>
            <a:ext cx="132365" cy="127442"/>
          </a:xfrm>
          <a:prstGeom prst="rect">
            <a:avLst/>
          </a:prstGeom>
          <a:solidFill>
            <a:srgbClr val="00B05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400"/>
          </a:p>
        </p:txBody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248B2FC5-B782-94EE-E3BC-36521B653889}"/>
              </a:ext>
            </a:extLst>
          </p:cNvPr>
          <p:cNvGrpSpPr/>
          <p:nvPr/>
        </p:nvGrpSpPr>
        <p:grpSpPr>
          <a:xfrm>
            <a:off x="4048835" y="4494607"/>
            <a:ext cx="418797" cy="202498"/>
            <a:chOff x="1305578" y="5018739"/>
            <a:chExt cx="418797" cy="202498"/>
          </a:xfrm>
        </p:grpSpPr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7E8A8857-E747-4EDB-8FB0-46B926DB50D6}"/>
                </a:ext>
              </a:extLst>
            </p:cNvPr>
            <p:cNvSpPr/>
            <p:nvPr/>
          </p:nvSpPr>
          <p:spPr>
            <a:xfrm flipV="1">
              <a:off x="1305578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75A2E07C-C978-66E3-5F2C-66C04F33BE37}"/>
                </a:ext>
              </a:extLst>
            </p:cNvPr>
            <p:cNvSpPr/>
            <p:nvPr/>
          </p:nvSpPr>
          <p:spPr>
            <a:xfrm flipV="1">
              <a:off x="1517458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7391C8BC-1D8F-E570-9680-8877474137B1}"/>
              </a:ext>
            </a:extLst>
          </p:cNvPr>
          <p:cNvGrpSpPr/>
          <p:nvPr/>
        </p:nvGrpSpPr>
        <p:grpSpPr>
          <a:xfrm>
            <a:off x="3489959" y="4494607"/>
            <a:ext cx="418797" cy="202498"/>
            <a:chOff x="795894" y="5018739"/>
            <a:chExt cx="418797" cy="202498"/>
          </a:xfrm>
        </p:grpSpPr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DAA04E8C-008F-C281-4D8E-80DB037E1DCB}"/>
                </a:ext>
              </a:extLst>
            </p:cNvPr>
            <p:cNvSpPr/>
            <p:nvPr/>
          </p:nvSpPr>
          <p:spPr>
            <a:xfrm flipV="1">
              <a:off x="795894" y="5018739"/>
              <a:ext cx="206917" cy="202498"/>
            </a:xfrm>
            <a:prstGeom prst="rect">
              <a:avLst/>
            </a:prstGeom>
            <a:solidFill>
              <a:srgbClr val="00B050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60D46BDD-1E47-BB11-3DA4-79D1EF5C77CF}"/>
                </a:ext>
              </a:extLst>
            </p:cNvPr>
            <p:cNvSpPr/>
            <p:nvPr/>
          </p:nvSpPr>
          <p:spPr>
            <a:xfrm flipV="1">
              <a:off x="1007774" y="5018739"/>
              <a:ext cx="206917" cy="202498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cxnSp>
        <p:nvCxnSpPr>
          <p:cNvPr id="244" name="Straight Arrow Connector 243">
            <a:extLst>
              <a:ext uri="{FF2B5EF4-FFF2-40B4-BE49-F238E27FC236}">
                <a16:creationId xmlns:a16="http://schemas.microsoft.com/office/drawing/2014/main" id="{46D29267-72F6-EA62-DE7F-7F10AAB07C3D}"/>
              </a:ext>
            </a:extLst>
          </p:cNvPr>
          <p:cNvCxnSpPr>
            <a:stCxn id="269" idx="3"/>
            <a:endCxn id="270" idx="0"/>
          </p:cNvCxnSpPr>
          <p:nvPr/>
        </p:nvCxnSpPr>
        <p:spPr>
          <a:xfrm>
            <a:off x="3908756" y="4595856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45" name="Straight Arrow Connector 244">
            <a:extLst>
              <a:ext uri="{FF2B5EF4-FFF2-40B4-BE49-F238E27FC236}">
                <a16:creationId xmlns:a16="http://schemas.microsoft.com/office/drawing/2014/main" id="{1DDC3696-9655-A51E-ECA5-E0811E9ED552}"/>
              </a:ext>
            </a:extLst>
          </p:cNvPr>
          <p:cNvCxnSpPr>
            <a:cxnSpLocks/>
            <a:stCxn id="271" idx="3"/>
          </p:cNvCxnSpPr>
          <p:nvPr/>
        </p:nvCxnSpPr>
        <p:spPr>
          <a:xfrm>
            <a:off x="4467632" y="4595856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DAA662C1-CFB6-8594-6490-E50049FFBBFE}"/>
              </a:ext>
            </a:extLst>
          </p:cNvPr>
          <p:cNvSpPr txBox="1"/>
          <p:nvPr/>
        </p:nvSpPr>
        <p:spPr>
          <a:xfrm>
            <a:off x="4537147" y="437793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…</a:t>
            </a:r>
            <a:endParaRPr lang="LID4096"/>
          </a:p>
        </p:txBody>
      </p:sp>
      <p:cxnSp>
        <p:nvCxnSpPr>
          <p:cNvPr id="257" name="Straight Arrow Connector 256">
            <a:extLst>
              <a:ext uri="{FF2B5EF4-FFF2-40B4-BE49-F238E27FC236}">
                <a16:creationId xmlns:a16="http://schemas.microsoft.com/office/drawing/2014/main" id="{F9E51FB7-EB95-9BB5-4CC7-7526026D7585}"/>
              </a:ext>
            </a:extLst>
          </p:cNvPr>
          <p:cNvCxnSpPr/>
          <p:nvPr/>
        </p:nvCxnSpPr>
        <p:spPr>
          <a:xfrm>
            <a:off x="3325869" y="4597424"/>
            <a:ext cx="140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92" name="Oval 291">
            <a:extLst>
              <a:ext uri="{FF2B5EF4-FFF2-40B4-BE49-F238E27FC236}">
                <a16:creationId xmlns:a16="http://schemas.microsoft.com/office/drawing/2014/main" id="{94B44D56-03D2-3BC7-99E8-6ECDBCFA28B0}"/>
              </a:ext>
            </a:extLst>
          </p:cNvPr>
          <p:cNvSpPr/>
          <p:nvPr/>
        </p:nvSpPr>
        <p:spPr>
          <a:xfrm>
            <a:off x="3613757" y="4277252"/>
            <a:ext cx="166237" cy="138188"/>
          </a:xfrm>
          <a:prstGeom prst="ellipse">
            <a:avLst/>
          </a:prstGeom>
          <a:solidFill>
            <a:srgbClr val="0099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54864721-9D93-4B57-1846-58D4D4BEF367}"/>
              </a:ext>
            </a:extLst>
          </p:cNvPr>
          <p:cNvSpPr/>
          <p:nvPr/>
        </p:nvSpPr>
        <p:spPr>
          <a:xfrm>
            <a:off x="4152293" y="4273681"/>
            <a:ext cx="166237" cy="138188"/>
          </a:xfrm>
          <a:prstGeom prst="ellipse">
            <a:avLst/>
          </a:prstGeom>
          <a:solidFill>
            <a:srgbClr val="0099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3FE8C2D5-E596-3ADC-41D1-8828C0F0EA88}"/>
              </a:ext>
            </a:extLst>
          </p:cNvPr>
          <p:cNvSpPr txBox="1"/>
          <p:nvPr/>
        </p:nvSpPr>
        <p:spPr>
          <a:xfrm>
            <a:off x="2290714" y="2308723"/>
            <a:ext cx="4581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LID4096"/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2E38AADA-AB25-F79E-FD42-302207AFE08B}"/>
              </a:ext>
            </a:extLst>
          </p:cNvPr>
          <p:cNvSpPr txBox="1"/>
          <p:nvPr/>
        </p:nvSpPr>
        <p:spPr>
          <a:xfrm>
            <a:off x="2290714" y="2308723"/>
            <a:ext cx="45814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8999A01B-CF8C-7D64-8617-0163EC4B934E}"/>
                  </a:ext>
                </a:extLst>
              </p:cNvPr>
              <p:cNvSpPr txBox="1"/>
              <p:nvPr/>
            </p:nvSpPr>
            <p:spPr>
              <a:xfrm>
                <a:off x="499720" y="-4487368"/>
                <a:ext cx="8435574" cy="128958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742950" lvl="1" indent="-285750">
                  <a:spcBef>
                    <a:spcPts val="30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marL="742950" lvl="1" indent="-285750">
                  <a:spcBef>
                    <a:spcPts val="30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marL="742950" lvl="1" indent="-285750">
                  <a:spcBef>
                    <a:spcPts val="30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marL="742950" lvl="1" indent="-285750">
                  <a:spcBef>
                    <a:spcPts val="30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marL="742950" lvl="1" indent="-285750">
                  <a:spcBef>
                    <a:spcPts val="30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marL="742950" lvl="1" indent="-285750">
                  <a:spcBef>
                    <a:spcPts val="30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marL="742950" lvl="1" indent="-285750">
                  <a:spcBef>
                    <a:spcPts val="30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marL="742950" lvl="1" indent="-285750">
                  <a:spcBef>
                    <a:spcPts val="30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marL="742950" lvl="1" indent="-285750">
                  <a:spcBef>
                    <a:spcPts val="30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marL="742950" lvl="1" indent="-285750">
                  <a:spcBef>
                    <a:spcPts val="30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marL="742950" lvl="1" indent="-285750">
                  <a:spcBef>
                    <a:spcPts val="30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  <a:sym typeface="Wingdings" panose="05000000000000000000" pitchFamily="2" charset="2"/>
                  </a:rPr>
                  <a:t>נשאר לטפל במקטע שלא מסתיים:</a:t>
                </a:r>
              </a:p>
              <a:p>
                <a:pPr marL="742950" lvl="1" indent="-285750">
                  <a:spcBef>
                    <a:spcPts val="30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  <a:sym typeface="Wingdings" panose="05000000000000000000" pitchFamily="2" charset="2"/>
                  </a:rPr>
                  <a:t>ריצה כזאת לא תתקבל לפי התנאי: </a:t>
                </a:r>
                <a14:m>
                  <m:oMath xmlns:m="http://schemas.openxmlformats.org/officeDocument/2006/math">
                    <m:r>
                      <a:rPr lang="he-IL" sz="1400" b="0" i="1" smtClean="0">
                        <a:latin typeface="Cambria Math" panose="02040503050406030204" pitchFamily="18" charset="0"/>
                        <a:sym typeface="Symbol"/>
                      </a:rPr>
                      <m:t>ℱ</m:t>
                    </m:r>
                    <m:r>
                      <a:rPr lang="he-IL" sz="1400" b="0" i="1" smtClean="0">
                        <a:latin typeface="Cambria Math" panose="02040503050406030204" pitchFamily="18" charset="0"/>
                        <a:sym typeface="Symbol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400" b="0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𝐵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∈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𝑄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:</m:t>
                            </m:r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  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 sz="1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U</m:t>
                            </m:r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∉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𝐵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 ∨</m:t>
                            </m:r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𝜓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∈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𝐵</m:t>
                            </m:r>
                          </m:e>
                        </m:d>
                        <m:r>
                          <a:rPr lang="en-US" sz="1400" b="0" i="1" smtClean="0">
                            <a:latin typeface="Cambria Math" panose="02040503050406030204" pitchFamily="18" charset="0"/>
                            <a:sym typeface="Symbol"/>
                          </a:rPr>
                          <m:t>: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  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1400" b="0" i="1" smtClean="0">
                            <a:latin typeface="Cambria Math" panose="02040503050406030204" pitchFamily="18" charset="0"/>
                            <a:sym typeface="Symbol"/>
                          </a:rPr>
                          <m:t>U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𝜓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2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  <a:sym typeface="Symbol"/>
                          </a:rPr>
                          <m:t>∈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sym typeface="Symbol"/>
                          </a:rPr>
                          <m:t>𝑠𝑢𝑏</m:t>
                        </m:r>
                        <m:d>
                          <m:d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  <a:sym typeface="Symbol"/>
                              </a:rPr>
                              <m:t>𝜑</m:t>
                            </m:r>
                          </m:e>
                        </m:d>
                      </m:e>
                    </m:d>
                  </m:oMath>
                </a14:m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lvl="1">
                  <a:spcBef>
                    <a:spcPts val="1200"/>
                  </a:spcBef>
                  <a:spcAft>
                    <a:spcPts val="1200"/>
                  </a:spcAft>
                </a:pPr>
                <a:endParaRPr lang="he-IL" sz="1400" i="1" dirty="0">
                  <a:solidFill>
                    <a:schemeClr val="tx2">
                      <a:lumMod val="75000"/>
                    </a:schemeClr>
                  </a:solidFill>
                  <a:latin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marL="742950" lvl="1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 sz="1400" i="1" dirty="0">
                  <a:solidFill>
                    <a:schemeClr val="tx2">
                      <a:lumMod val="75000"/>
                    </a:schemeClr>
                  </a:solidFill>
                  <a:latin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marL="742950" lvl="1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 sz="1400" i="1" dirty="0">
                  <a:solidFill>
                    <a:schemeClr val="tx2">
                      <a:lumMod val="75000"/>
                    </a:schemeClr>
                  </a:solidFill>
                  <a:latin typeface="Gisha" panose="020B0502040204020203" pitchFamily="34" charset="-79"/>
                  <a:sym typeface="Wingdings" panose="05000000000000000000" pitchFamily="2" charset="2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en-US" i="1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85750" indent="-285750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8999A01B-CF8C-7D64-8617-0163EC4B9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720" y="-4487368"/>
                <a:ext cx="8435574" cy="1289583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5" name="Rectangle 1024">
            <a:extLst>
              <a:ext uri="{FF2B5EF4-FFF2-40B4-BE49-F238E27FC236}">
                <a16:creationId xmlns:a16="http://schemas.microsoft.com/office/drawing/2014/main" id="{60BF96A5-FCD2-7714-BD7C-75AC55D7B320}"/>
              </a:ext>
            </a:extLst>
          </p:cNvPr>
          <p:cNvSpPr/>
          <p:nvPr/>
        </p:nvSpPr>
        <p:spPr>
          <a:xfrm>
            <a:off x="3939823" y="5866381"/>
            <a:ext cx="19303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1" cap="none" spc="0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Gisha" panose="020B0502040204020203" pitchFamily="34" charset="-79"/>
                <a:cs typeface="Gisha" panose="020B0502040204020203" pitchFamily="34" charset="-79"/>
              </a:rPr>
              <a:t>מ.ש.ל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58220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914400" y="381000"/>
                <a:ext cx="7772400" cy="1143000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GNBA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לנוסחת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𝜑</m:t>
                    </m:r>
                  </m:oMath>
                </a14:m>
                <a:br>
                  <a:rPr lang="en-US" b="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</a:br>
                <a:r>
                  <a:rPr lang="he-IL" b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כללי היסק</a:t>
                </a:r>
                <a:r>
                  <a:rPr lang="en-US" b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</a:t>
                </a:r>
                <a:r>
                  <a:rPr lang="he-IL" b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למחיקה</a:t>
                </a:r>
                <a:endParaRPr lang="en-US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14400" y="381000"/>
                <a:ext cx="7772400" cy="1143000"/>
              </a:xfrm>
              <a:blipFill>
                <a:blip r:embed="rId2"/>
                <a:stretch>
                  <a:fillRect t="-16578" b="-16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996344" y="1973619"/>
                <a:ext cx="2146165" cy="6809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</m:t>
                          </m:r>
                          <m:r>
                            <a:rPr lang="en-US" sz="20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𝜓</m:t>
                          </m:r>
                          <m:r>
                            <a:rPr lang="en-US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∉</m:t>
                          </m:r>
                          <m:r>
                            <a:rPr lang="en-US" sz="20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∧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𝜓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∈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sym typeface="Symbol"/>
                            </a:rPr>
                            <m:t>𝐵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sym typeface="Symbol"/>
                            </a:rPr>
                            <m:t>’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↛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6344" y="1973619"/>
                <a:ext cx="2146165" cy="6809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584959" y="4180704"/>
                <a:ext cx="4293996" cy="6864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  <a:sym typeface="Wingdings" panose="05000000000000000000" pitchFamily="2" charset="2"/>
                            </a:rPr>
                            <m:t>U</m:t>
                          </m:r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 </m:t>
                              </m:r>
                              <m: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∉</m:t>
                          </m:r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∧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 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∈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∧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  <a:sym typeface="Wingdings" panose="05000000000000000000" pitchFamily="2" charset="2"/>
                            </a:rPr>
                            <m:t>U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 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↛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4959" y="4180704"/>
                <a:ext cx="4293996" cy="6864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584959" y="3023825"/>
                <a:ext cx="4339841" cy="6864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  <a:sym typeface="Wingdings" panose="05000000000000000000" pitchFamily="2" charset="2"/>
                            </a:rPr>
                            <m:t>U</m:t>
                          </m:r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 </m:t>
                              </m:r>
                              <m: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∈</m:t>
                          </m:r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  <m:r>
                            <a:rPr lang="en-US" sz="20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∧ 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 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∉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∧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latin typeface="Cambria Math" panose="02040503050406030204" pitchFamily="18" charset="0"/>
                              <a:cs typeface="Gisha" panose="020B0502040204020203" pitchFamily="34" charset="-79"/>
                              <a:sym typeface="Wingdings" panose="05000000000000000000" pitchFamily="2" charset="2"/>
                            </a:rPr>
                            <m:t>U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 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∉</m:t>
                          </m:r>
                          <m:sSup>
                            <m:s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↛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4959" y="3023825"/>
                <a:ext cx="4339841" cy="6864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420111" y="5562600"/>
                <a:ext cx="2638286" cy="7625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00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  <a:sym typeface="Wingdings" panose="05000000000000000000" pitchFamily="2" charset="2"/>
                            </a:rPr>
                            <m:t>U</m:t>
                          </m:r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 </m:t>
                              </m:r>
                              <m:r>
                                <a:rPr lang="en-US" sz="20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∈</m:t>
                          </m:r>
                          <m:r>
                            <a:rPr lang="en-US" sz="20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  <m:r>
                            <a:rPr lang="en-US" sz="20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∧</m:t>
                          </m:r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 </m:t>
                              </m:r>
                              <m:r>
                                <a:rPr lang="he-IL" sz="2000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 </m:t>
                              </m:r>
                              <m:r>
                                <a:rPr lang="en-US" sz="20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∉</m:t>
                          </m:r>
                          <m:r>
                            <a:rPr lang="en-US" sz="20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∉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cs typeface="Gisha" panose="020B0502040204020203" pitchFamily="34" charset="-79"/>
                                  <a:sym typeface="Wingdings" panose="05000000000000000000" pitchFamily="2" charset="2"/>
                                </a:rPr>
                                <m:t>U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 </m:t>
                                  </m:r>
                                  <m:r>
                                    <a:rPr lang="en-US" sz="20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sym typeface="Wingdings" panose="05000000000000000000" pitchFamily="2" charset="2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0111" y="5562600"/>
                <a:ext cx="2638286" cy="7625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6714" y="533400"/>
            <a:ext cx="1303823" cy="60623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60694" y="2690003"/>
            <a:ext cx="14269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יחס</a:t>
            </a:r>
          </a:p>
          <a:p>
            <a:pPr algn="ctr"/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המעברים</a:t>
            </a:r>
          </a:p>
          <a:p>
            <a:pPr algn="ctr"/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פוסל ניחושים</a:t>
            </a:r>
          </a:p>
          <a:p>
            <a:pPr algn="ctr"/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לא מוצלחים</a:t>
            </a:r>
            <a:endParaRPr lang="en-US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547" y="4867110"/>
            <a:ext cx="999325" cy="23285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73714" y="5482257"/>
            <a:ext cx="16009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תנאי הקבלה פוסל הבטחות שלא מתקיימות</a:t>
            </a:r>
            <a:endParaRPr lang="en-US">
              <a:solidFill>
                <a:srgbClr val="0000FF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660016" y="1987857"/>
                <a:ext cx="2114490" cy="6809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</m:t>
                          </m:r>
                          <m:r>
                            <a:rPr lang="en-US" sz="20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𝜓</m:t>
                          </m:r>
                          <m:r>
                            <a:rPr lang="en-US" sz="20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∈</m:t>
                          </m:r>
                          <m:r>
                            <a:rPr lang="en-US" sz="20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𝐵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∧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𝜓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∉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sym typeface="Symbol"/>
                            </a:rPr>
                            <m:t>𝐵</m:t>
                          </m:r>
                          <m:r>
                            <a:rPr lang="en-US" sz="2000" i="1" dirty="0">
                              <a:latin typeface="Cambria Math" panose="02040503050406030204" pitchFamily="18" charset="0"/>
                              <a:sym typeface="Symbol"/>
                            </a:rPr>
                            <m:t>’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↛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016" y="1987857"/>
                <a:ext cx="2114490" cy="68095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7882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552951" y="-298220"/>
                <a:ext cx="7772400" cy="1143000"/>
              </a:xfrm>
            </p:spPr>
            <p:txBody>
              <a:bodyPr/>
              <a:lstStyle/>
              <a:p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GNBA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עבור הנוסחה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52951" y="-298220"/>
                <a:ext cx="7772400" cy="1143000"/>
              </a:xfrm>
              <a:blipFill>
                <a:blip r:embed="rId2"/>
                <a:stretch>
                  <a:fillRect b="-18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40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/>
              <p:cNvSpPr/>
              <p:nvPr/>
            </p:nvSpPr>
            <p:spPr>
              <a:xfrm>
                <a:off x="2544894" y="1286348"/>
                <a:ext cx="1676400" cy="585375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sty m:val="p"/>
                        </m:rP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Oval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894" y="1286348"/>
                <a:ext cx="1676400" cy="58537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/>
              <p:cNvSpPr/>
              <p:nvPr/>
            </p:nvSpPr>
            <p:spPr>
              <a:xfrm>
                <a:off x="5364294" y="2237287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Oval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294" y="2237287"/>
                <a:ext cx="1905000" cy="58537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/>
              <p:cNvSpPr/>
              <p:nvPr/>
            </p:nvSpPr>
            <p:spPr>
              <a:xfrm>
                <a:off x="5379138" y="4800600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Oval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138" y="4800600"/>
                <a:ext cx="1905000" cy="58537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/>
              <p:cNvSpPr/>
              <p:nvPr/>
            </p:nvSpPr>
            <p:spPr>
              <a:xfrm>
                <a:off x="2308377" y="5644034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sty m:val="p"/>
                        </m:rP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377" y="5644034"/>
                <a:ext cx="1905000" cy="58537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/>
              <p:cNvSpPr/>
              <p:nvPr/>
            </p:nvSpPr>
            <p:spPr>
              <a:xfrm>
                <a:off x="474627" y="3352053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27" y="3352053"/>
                <a:ext cx="1905000" cy="585375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09FA237-17B1-6279-68EC-466780D28451}"/>
                  </a:ext>
                </a:extLst>
              </p:cNvPr>
              <p:cNvSpPr/>
              <p:nvPr/>
            </p:nvSpPr>
            <p:spPr>
              <a:xfrm>
                <a:off x="5811875" y="3290920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09FA237-17B1-6279-68EC-466780D284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875" y="3290920"/>
                <a:ext cx="1905000" cy="585375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F55F9BB-695A-F316-977F-DA6FD80B7CF6}"/>
                  </a:ext>
                </a:extLst>
              </p:cNvPr>
              <p:cNvSpPr/>
              <p:nvPr/>
            </p:nvSpPr>
            <p:spPr>
              <a:xfrm>
                <a:off x="2402408" y="4287269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F55F9BB-695A-F316-977F-DA6FD80B7C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408" y="4287269"/>
                <a:ext cx="1905000" cy="58537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3FB105EA-9BA6-0D22-49AF-78A4D981F939}"/>
                  </a:ext>
                </a:extLst>
              </p:cNvPr>
              <p:cNvSpPr/>
              <p:nvPr/>
            </p:nvSpPr>
            <p:spPr>
              <a:xfrm>
                <a:off x="2762751" y="2506881"/>
                <a:ext cx="1676400" cy="585375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3FB105EA-9BA6-0D22-49AF-78A4D981F9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751" y="2506881"/>
                <a:ext cx="1676400" cy="585375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547229A8-DE6D-F94D-7CDE-86193F4F3301}"/>
              </a:ext>
            </a:extLst>
          </p:cNvPr>
          <p:cNvSpPr txBox="1"/>
          <p:nvPr/>
        </p:nvSpPr>
        <p:spPr>
          <a:xfrm>
            <a:off x="5390535" y="5999269"/>
            <a:ext cx="2553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שלב א': מציירים את כל צירופי תת הנוסחאות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47" name="Picture 46" descr="A cartoon of a person cooking with a group of kids&#10;&#10;Description automatically generated">
            <a:extLst>
              <a:ext uri="{FF2B5EF4-FFF2-40B4-BE49-F238E27FC236}">
                <a16:creationId xmlns:a16="http://schemas.microsoft.com/office/drawing/2014/main" id="{B10E2AF2-3E95-331C-4ED6-09718CAECFA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692" y="5763954"/>
            <a:ext cx="1255610" cy="104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770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552951" y="-298220"/>
                <a:ext cx="7772400" cy="1143000"/>
              </a:xfrm>
            </p:spPr>
            <p:txBody>
              <a:bodyPr/>
              <a:lstStyle/>
              <a:p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GNBA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עבור הנוסחה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52951" y="-298220"/>
                <a:ext cx="7772400" cy="1143000"/>
              </a:xfrm>
              <a:blipFill>
                <a:blip r:embed="rId2"/>
                <a:stretch>
                  <a:fillRect b="-18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41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/>
              <p:cNvSpPr/>
              <p:nvPr/>
            </p:nvSpPr>
            <p:spPr>
              <a:xfrm>
                <a:off x="2544894" y="1286348"/>
                <a:ext cx="1676400" cy="585375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sty m:val="p"/>
                        </m:rP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Oval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894" y="1286348"/>
                <a:ext cx="1676400" cy="58537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/>
              <p:cNvSpPr/>
              <p:nvPr/>
            </p:nvSpPr>
            <p:spPr>
              <a:xfrm>
                <a:off x="5364294" y="2237287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Oval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294" y="2237287"/>
                <a:ext cx="1905000" cy="58537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/>
              <p:cNvSpPr/>
              <p:nvPr/>
            </p:nvSpPr>
            <p:spPr>
              <a:xfrm>
                <a:off x="5379138" y="4800600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Oval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138" y="4800600"/>
                <a:ext cx="1905000" cy="58537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/>
              <p:cNvSpPr/>
              <p:nvPr/>
            </p:nvSpPr>
            <p:spPr>
              <a:xfrm>
                <a:off x="2308377" y="5644034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sty m:val="p"/>
                        </m:rP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Oval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377" y="5644034"/>
                <a:ext cx="1905000" cy="58537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/>
              <p:cNvSpPr/>
              <p:nvPr/>
            </p:nvSpPr>
            <p:spPr>
              <a:xfrm>
                <a:off x="474627" y="3352053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27" y="3352053"/>
                <a:ext cx="1905000" cy="585375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09FA237-17B1-6279-68EC-466780D28451}"/>
                  </a:ext>
                </a:extLst>
              </p:cNvPr>
              <p:cNvSpPr/>
              <p:nvPr/>
            </p:nvSpPr>
            <p:spPr>
              <a:xfrm>
                <a:off x="5811875" y="3290920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09FA237-17B1-6279-68EC-466780D284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875" y="3290920"/>
                <a:ext cx="1905000" cy="585375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Graphic 27" descr="Shield Cross with solid fill">
            <a:extLst>
              <a:ext uri="{FF2B5EF4-FFF2-40B4-BE49-F238E27FC236}">
                <a16:creationId xmlns:a16="http://schemas.microsoft.com/office/drawing/2014/main" id="{4F88EBBC-4D01-0C24-D3DB-8B0A3F758C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6390462" y="2895600"/>
            <a:ext cx="554075" cy="55407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F55F9BB-695A-F316-977F-DA6FD80B7CF6}"/>
                  </a:ext>
                </a:extLst>
              </p:cNvPr>
              <p:cNvSpPr/>
              <p:nvPr/>
            </p:nvSpPr>
            <p:spPr>
              <a:xfrm>
                <a:off x="2402408" y="4287269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F55F9BB-695A-F316-977F-DA6FD80B7C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408" y="4287269"/>
                <a:ext cx="1905000" cy="585375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Graphic 29" descr="Shield Cross with solid fill">
            <a:extLst>
              <a:ext uri="{FF2B5EF4-FFF2-40B4-BE49-F238E27FC236}">
                <a16:creationId xmlns:a16="http://schemas.microsoft.com/office/drawing/2014/main" id="{02C948FA-232B-80AD-9C80-13736B10F8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3106056" y="3937428"/>
            <a:ext cx="554075" cy="55407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3FB105EA-9BA6-0D22-49AF-78A4D981F939}"/>
                  </a:ext>
                </a:extLst>
              </p:cNvPr>
              <p:cNvSpPr/>
              <p:nvPr/>
            </p:nvSpPr>
            <p:spPr>
              <a:xfrm>
                <a:off x="2762751" y="2506881"/>
                <a:ext cx="1676400" cy="585375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3FB105EA-9BA6-0D22-49AF-78A4D981F9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751" y="2506881"/>
                <a:ext cx="1676400" cy="585375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Graphic 32" descr="Shield Cross with solid fill">
            <a:extLst>
              <a:ext uri="{FF2B5EF4-FFF2-40B4-BE49-F238E27FC236}">
                <a16:creationId xmlns:a16="http://schemas.microsoft.com/office/drawing/2014/main" id="{EC7F325D-DB21-13F4-F493-982E452602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3293191" y="2119448"/>
            <a:ext cx="554075" cy="55407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17675AA-7025-8C8F-EA57-DBD2FD4CB79D}"/>
                  </a:ext>
                </a:extLst>
              </p:cNvPr>
              <p:cNvSpPr txBox="1"/>
              <p:nvPr/>
            </p:nvSpPr>
            <p:spPr>
              <a:xfrm>
                <a:off x="5597888" y="3908688"/>
                <a:ext cx="2332974" cy="276999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U</m:t>
                    </m:r>
                    <m:sSub>
                      <m:sSub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1200" i="1">
                    <a:solidFill>
                      <a:schemeClr val="bg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endParaRPr lang="en-US" sz="12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17675AA-7025-8C8F-EA57-DBD2FD4CB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888" y="3908688"/>
                <a:ext cx="2332974" cy="276999"/>
              </a:xfrm>
              <a:prstGeom prst="rect">
                <a:avLst/>
              </a:prstGeom>
              <a:blipFill>
                <a:blip r:embed="rId13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173564D-0340-02E0-E815-4FECF2775B40}"/>
                  </a:ext>
                </a:extLst>
              </p:cNvPr>
              <p:cNvSpPr txBox="1"/>
              <p:nvPr/>
            </p:nvSpPr>
            <p:spPr>
              <a:xfrm>
                <a:off x="2617728" y="3117799"/>
                <a:ext cx="1905000" cy="276999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square">
                <a:spAutoFit/>
              </a:bodyPr>
              <a:lstStyle>
                <a:defPPr>
                  <a:defRPr lang="he-IL"/>
                </a:defPPr>
                <a:lvl1pPr algn="ctr">
                  <a:defRPr sz="12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U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173564D-0340-02E0-E815-4FECF2775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7728" y="3117799"/>
                <a:ext cx="1905000" cy="276999"/>
              </a:xfrm>
              <a:prstGeom prst="rect">
                <a:avLst/>
              </a:prstGeom>
              <a:blipFill>
                <a:blip r:embed="rId14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76DD8E0-4ECC-D4CD-196E-E1FDFFF45FE2}"/>
                  </a:ext>
                </a:extLst>
              </p:cNvPr>
              <p:cNvSpPr txBox="1"/>
              <p:nvPr/>
            </p:nvSpPr>
            <p:spPr>
              <a:xfrm>
                <a:off x="2467991" y="4877197"/>
                <a:ext cx="1905000" cy="276999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square">
                <a:spAutoFit/>
              </a:bodyPr>
              <a:lstStyle>
                <a:defPPr>
                  <a:defRPr lang="he-IL"/>
                </a:defPPr>
                <a:lvl1pPr algn="ctr">
                  <a:defRPr sz="1200" i="1">
                    <a:solidFill>
                      <a:schemeClr val="bg1"/>
                    </a:solidFill>
                    <a:latin typeface="Cambria Math" panose="02040503050406030204" pitchFamily="18" charset="0"/>
                  </a:defRPr>
                </a:lvl1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U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76DD8E0-4ECC-D4CD-196E-E1FDFFF45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7991" y="4877197"/>
                <a:ext cx="1905000" cy="276999"/>
              </a:xfrm>
              <a:prstGeom prst="rect">
                <a:avLst/>
              </a:prstGeom>
              <a:blipFill>
                <a:blip r:embed="rId15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cartoon of a person cooking with a group of kids&#10;&#10;Description automatically generated">
            <a:extLst>
              <a:ext uri="{FF2B5EF4-FFF2-40B4-BE49-F238E27FC236}">
                <a16:creationId xmlns:a16="http://schemas.microsoft.com/office/drawing/2014/main" id="{83CCBD3D-F9E9-9462-3AFE-7ABF2900DD6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692" y="5763954"/>
            <a:ext cx="1255610" cy="10450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94A71A-3C61-5BBF-30BE-B42B7407C901}"/>
              </a:ext>
            </a:extLst>
          </p:cNvPr>
          <p:cNvSpPr txBox="1"/>
          <p:nvPr/>
        </p:nvSpPr>
        <p:spPr>
          <a:xfrm>
            <a:off x="5390535" y="5999269"/>
            <a:ext cx="2553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שלב ב': מוחקים את אלה שאינן עקביים 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98851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552951" y="-298220"/>
                <a:ext cx="7772400" cy="1143000"/>
              </a:xfrm>
            </p:spPr>
            <p:txBody>
              <a:bodyPr/>
              <a:lstStyle/>
              <a:p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GNBA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עבור הנוסחה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52951" y="-298220"/>
                <a:ext cx="7772400" cy="1143000"/>
              </a:xfrm>
              <a:blipFill>
                <a:blip r:embed="rId2"/>
                <a:stretch>
                  <a:fillRect b="-18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42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/>
              <p:cNvSpPr/>
              <p:nvPr/>
            </p:nvSpPr>
            <p:spPr>
              <a:xfrm>
                <a:off x="2544894" y="1286348"/>
                <a:ext cx="1676400" cy="585375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sty m:val="p"/>
                        </m:rP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Oval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894" y="1286348"/>
                <a:ext cx="1676400" cy="58537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13" idx="0"/>
            <a:endCxn id="7" idx="3"/>
          </p:cNvCxnSpPr>
          <p:nvPr/>
        </p:nvCxnSpPr>
        <p:spPr>
          <a:xfrm flipV="1">
            <a:off x="1427127" y="1785998"/>
            <a:ext cx="1363270" cy="156605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5364294" y="2237287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294" y="2237287"/>
                <a:ext cx="1905000" cy="58537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/>
              <p:cNvSpPr/>
              <p:nvPr/>
            </p:nvSpPr>
            <p:spPr>
              <a:xfrm>
                <a:off x="5379138" y="4800600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Oval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138" y="4800600"/>
                <a:ext cx="1905000" cy="58537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/>
              <p:cNvSpPr/>
              <p:nvPr/>
            </p:nvSpPr>
            <p:spPr>
              <a:xfrm>
                <a:off x="2308377" y="5644034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sty m:val="p"/>
                        </m:rPr>
                        <a:rPr lang="en-US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Oval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377" y="5644034"/>
                <a:ext cx="1905000" cy="58537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/>
              <p:cNvSpPr/>
              <p:nvPr/>
            </p:nvSpPr>
            <p:spPr>
              <a:xfrm>
                <a:off x="474627" y="3352053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3" name="Oval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27" y="3352053"/>
                <a:ext cx="1905000" cy="585375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H="1">
            <a:off x="1782894" y="1861784"/>
            <a:ext cx="1369624" cy="149026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7" idx="2"/>
          </p:cNvCxnSpPr>
          <p:nvPr/>
        </p:nvCxnSpPr>
        <p:spPr>
          <a:xfrm>
            <a:off x="2308377" y="1554816"/>
            <a:ext cx="236517" cy="2422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/>
          <p:cNvCxnSpPr>
            <a:stCxn id="7" idx="7"/>
            <a:endCxn id="7" idx="0"/>
          </p:cNvCxnSpPr>
          <p:nvPr/>
        </p:nvCxnSpPr>
        <p:spPr>
          <a:xfrm rot="16200000" flipV="1">
            <a:off x="3636580" y="1032861"/>
            <a:ext cx="85726" cy="592697"/>
          </a:xfrm>
          <a:prstGeom prst="curvedConnector3">
            <a:avLst>
              <a:gd name="adj1" fmla="val 366664"/>
            </a:avLst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7" idx="6"/>
          </p:cNvCxnSpPr>
          <p:nvPr/>
        </p:nvCxnSpPr>
        <p:spPr>
          <a:xfrm>
            <a:off x="4221294" y="1579036"/>
            <a:ext cx="1302327" cy="79233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6659694" y="2822662"/>
            <a:ext cx="0" cy="194784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6431094" y="2822662"/>
            <a:ext cx="0" cy="194784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/>
          <p:cNvCxnSpPr>
            <a:stCxn id="10" idx="7"/>
            <a:endCxn id="10" idx="0"/>
          </p:cNvCxnSpPr>
          <p:nvPr/>
        </p:nvCxnSpPr>
        <p:spPr>
          <a:xfrm rot="16200000" flipV="1">
            <a:off x="6610691" y="1943390"/>
            <a:ext cx="85726" cy="673519"/>
          </a:xfrm>
          <a:prstGeom prst="curvedConnector3">
            <a:avLst>
              <a:gd name="adj1" fmla="val 366664"/>
            </a:avLst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10" idx="2"/>
          </p:cNvCxnSpPr>
          <p:nvPr/>
        </p:nvCxnSpPr>
        <p:spPr>
          <a:xfrm flipH="1" flipV="1">
            <a:off x="4136524" y="1757961"/>
            <a:ext cx="1227770" cy="77201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7" idx="4"/>
            <a:endCxn id="12" idx="0"/>
          </p:cNvCxnSpPr>
          <p:nvPr/>
        </p:nvCxnSpPr>
        <p:spPr>
          <a:xfrm flipH="1">
            <a:off x="3260877" y="1871723"/>
            <a:ext cx="122217" cy="377231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3128760" y="1861784"/>
            <a:ext cx="139913" cy="378012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urved Connector 54"/>
          <p:cNvCxnSpPr>
            <a:stCxn id="13" idx="3"/>
            <a:endCxn id="13" idx="4"/>
          </p:cNvCxnSpPr>
          <p:nvPr/>
        </p:nvCxnSpPr>
        <p:spPr>
          <a:xfrm rot="16200000" flipH="1">
            <a:off x="939346" y="3665964"/>
            <a:ext cx="85726" cy="457200"/>
          </a:xfrm>
          <a:prstGeom prst="curvedConnector3">
            <a:avLst>
              <a:gd name="adj1" fmla="val 339426"/>
            </a:avLst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1757160" y="3937429"/>
            <a:ext cx="1297840" cy="170448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 flipV="1">
            <a:off x="1559245" y="3925048"/>
            <a:ext cx="1289109" cy="173136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urved Connector 61"/>
          <p:cNvCxnSpPr>
            <a:stCxn id="12" idx="3"/>
            <a:endCxn id="12" idx="4"/>
          </p:cNvCxnSpPr>
          <p:nvPr/>
        </p:nvCxnSpPr>
        <p:spPr>
          <a:xfrm rot="16200000" flipH="1">
            <a:off x="2881255" y="5849785"/>
            <a:ext cx="85726" cy="673519"/>
          </a:xfrm>
          <a:prstGeom prst="curvedConnector3">
            <a:avLst>
              <a:gd name="adj1" fmla="val 316734"/>
            </a:avLst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809" name="Straight Arrow Connector 119808"/>
          <p:cNvCxnSpPr>
            <a:endCxn id="11" idx="2"/>
          </p:cNvCxnSpPr>
          <p:nvPr/>
        </p:nvCxnSpPr>
        <p:spPr>
          <a:xfrm flipV="1">
            <a:off x="4068894" y="5093288"/>
            <a:ext cx="1310244" cy="72091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812" name="Straight Arrow Connector 119811"/>
          <p:cNvCxnSpPr/>
          <p:nvPr/>
        </p:nvCxnSpPr>
        <p:spPr>
          <a:xfrm flipV="1">
            <a:off x="3515211" y="2797554"/>
            <a:ext cx="2458683" cy="284435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814" name="Straight Arrow Connector 119813"/>
          <p:cNvCxnSpPr>
            <a:stCxn id="10" idx="4"/>
          </p:cNvCxnSpPr>
          <p:nvPr/>
        </p:nvCxnSpPr>
        <p:spPr>
          <a:xfrm flipH="1">
            <a:off x="3795618" y="2822662"/>
            <a:ext cx="2521176" cy="287715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819" name="Curved Connector 119818"/>
          <p:cNvCxnSpPr>
            <a:stCxn id="11" idx="5"/>
            <a:endCxn id="11" idx="4"/>
          </p:cNvCxnSpPr>
          <p:nvPr/>
        </p:nvCxnSpPr>
        <p:spPr>
          <a:xfrm rot="5400000">
            <a:off x="6625535" y="5006353"/>
            <a:ext cx="85726" cy="673519"/>
          </a:xfrm>
          <a:prstGeom prst="curvedConnector3">
            <a:avLst>
              <a:gd name="adj1" fmla="val 366664"/>
            </a:avLst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228600" y="3619729"/>
            <a:ext cx="236517" cy="2422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2085540" y="5863717"/>
            <a:ext cx="236517" cy="2422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702003" y="2237586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2003" y="2237586"/>
                <a:ext cx="562205" cy="369332"/>
              </a:xfrm>
              <a:prstGeom prst="rect">
                <a:avLst/>
              </a:prstGeom>
              <a:blipFill>
                <a:blip r:embed="rId8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487494" y="4095810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94" y="4095810"/>
                <a:ext cx="562205" cy="369332"/>
              </a:xfrm>
              <a:prstGeom prst="rect">
                <a:avLst/>
              </a:prstGeom>
              <a:blipFill>
                <a:blip r:embed="rId9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2098524" y="4237956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524" y="4237956"/>
                <a:ext cx="562205" cy="369332"/>
              </a:xfrm>
              <a:prstGeom prst="rect">
                <a:avLst/>
              </a:prstGeom>
              <a:blipFill>
                <a:blip r:embed="rId8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1601704" y="4605003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704" y="4605003"/>
                <a:ext cx="562205" cy="369332"/>
              </a:xfrm>
              <a:prstGeom prst="rect">
                <a:avLst/>
              </a:prstGeom>
              <a:blipFill>
                <a:blip r:embed="rId10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2194837" y="6193584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837" y="6193584"/>
                <a:ext cx="562205" cy="369332"/>
              </a:xfrm>
              <a:prstGeom prst="rect">
                <a:avLst/>
              </a:prstGeom>
              <a:blipFill>
                <a:blip r:embed="rId10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4447405" y="5518605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405" y="5518605"/>
                <a:ext cx="562205" cy="369332"/>
              </a:xfrm>
              <a:prstGeom prst="rect">
                <a:avLst/>
              </a:prstGeom>
              <a:blipFill>
                <a:blip r:embed="rId10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3910038" y="4400610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0038" y="4400610"/>
                <a:ext cx="562205" cy="369332"/>
              </a:xfrm>
              <a:prstGeom prst="rect">
                <a:avLst/>
              </a:prstGeom>
              <a:blipFill>
                <a:blip r:embed="rId11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2717575" y="3809295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7575" y="3809295"/>
                <a:ext cx="562205" cy="369332"/>
              </a:xfrm>
              <a:prstGeom prst="rect">
                <a:avLst/>
              </a:prstGeom>
              <a:blipFill>
                <a:blip r:embed="rId12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6491647" y="1650903"/>
                <a:ext cx="42832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647" y="1650903"/>
                <a:ext cx="428322" cy="369332"/>
              </a:xfrm>
              <a:prstGeom prst="rect">
                <a:avLst/>
              </a:prstGeom>
              <a:blipFill>
                <a:blip r:embed="rId13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6592696" y="3382514"/>
                <a:ext cx="42832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696" y="3382514"/>
                <a:ext cx="428322" cy="369332"/>
              </a:xfrm>
              <a:prstGeom prst="rect">
                <a:avLst/>
              </a:prstGeom>
              <a:blipFill>
                <a:blip r:embed="rId14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4439151" y="2169519"/>
                <a:ext cx="42832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151" y="2169519"/>
                <a:ext cx="428322" cy="369332"/>
              </a:xfrm>
              <a:prstGeom prst="rect">
                <a:avLst/>
              </a:prstGeom>
              <a:blipFill>
                <a:blip r:embed="rId13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5601983" y="3471993"/>
                <a:ext cx="42832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983" y="3471993"/>
                <a:ext cx="428322" cy="369332"/>
              </a:xfrm>
              <a:prstGeom prst="rect">
                <a:avLst/>
              </a:prstGeom>
              <a:blipFill>
                <a:blip r:embed="rId13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3785055" y="838200"/>
                <a:ext cx="77886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5055" y="838200"/>
                <a:ext cx="778868" cy="369332"/>
              </a:xfrm>
              <a:prstGeom prst="rect">
                <a:avLst/>
              </a:prstGeom>
              <a:blipFill>
                <a:blip r:embed="rId1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3238938" y="2306733"/>
                <a:ext cx="77886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938" y="2306733"/>
                <a:ext cx="778868" cy="369332"/>
              </a:xfrm>
              <a:prstGeom prst="rect">
                <a:avLst/>
              </a:prstGeom>
              <a:blipFill>
                <a:blip r:embed="rId16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4665090" y="1626441"/>
                <a:ext cx="77886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5090" y="1626441"/>
                <a:ext cx="778868" cy="369332"/>
              </a:xfrm>
              <a:prstGeom prst="rect">
                <a:avLst/>
              </a:prstGeom>
              <a:blipFill>
                <a:blip r:embed="rId17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2215164" y="2744385"/>
                <a:ext cx="77886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164" y="2744385"/>
                <a:ext cx="778868" cy="369332"/>
              </a:xfrm>
              <a:prstGeom prst="rect">
                <a:avLst/>
              </a:prstGeom>
              <a:blipFill>
                <a:blip r:embed="rId16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6549906" y="5648836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906" y="5648836"/>
                <a:ext cx="562205" cy="369332"/>
              </a:xfrm>
              <a:prstGeom prst="rect">
                <a:avLst/>
              </a:prstGeom>
              <a:blipFill>
                <a:blip r:embed="rId18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5943608" y="4056567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8" y="4056567"/>
                <a:ext cx="562205" cy="369332"/>
              </a:xfrm>
              <a:prstGeom prst="rect">
                <a:avLst/>
              </a:prstGeom>
              <a:blipFill>
                <a:blip r:embed="rId8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003F23DB-6CF3-4FCE-AAC1-C49F073E77FE}"/>
              </a:ext>
            </a:extLst>
          </p:cNvPr>
          <p:cNvCxnSpPr>
            <a:cxnSpLocks/>
            <a:stCxn id="10" idx="3"/>
            <a:endCxn id="13" idx="6"/>
          </p:cNvCxnSpPr>
          <p:nvPr/>
        </p:nvCxnSpPr>
        <p:spPr>
          <a:xfrm flipH="1">
            <a:off x="2379627" y="2736936"/>
            <a:ext cx="3263648" cy="90780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730FC7F-5163-77B4-9882-49A61F26B54A}"/>
                  </a:ext>
                </a:extLst>
              </p:cNvPr>
              <p:cNvSpPr txBox="1"/>
              <p:nvPr/>
            </p:nvSpPr>
            <p:spPr>
              <a:xfrm>
                <a:off x="4200952" y="3294720"/>
                <a:ext cx="77886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730FC7F-5163-77B4-9882-49A61F26B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952" y="3294720"/>
                <a:ext cx="778868" cy="369332"/>
              </a:xfrm>
              <a:prstGeom prst="rect">
                <a:avLst/>
              </a:prstGeom>
              <a:blipFill>
                <a:blip r:embed="rId16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nector: Elbow 8">
            <a:extLst>
              <a:ext uri="{FF2B5EF4-FFF2-40B4-BE49-F238E27FC236}">
                <a16:creationId xmlns:a16="http://schemas.microsoft.com/office/drawing/2014/main" id="{B4F622BE-FF19-549F-C9B8-351CF66AC8C8}"/>
              </a:ext>
            </a:extLst>
          </p:cNvPr>
          <p:cNvCxnSpPr>
            <a:cxnSpLocks/>
          </p:cNvCxnSpPr>
          <p:nvPr/>
        </p:nvCxnSpPr>
        <p:spPr>
          <a:xfrm>
            <a:off x="3749251" y="1861784"/>
            <a:ext cx="2066893" cy="293669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ED2979F-43CB-9851-76C2-0119C0575B18}"/>
                  </a:ext>
                </a:extLst>
              </p:cNvPr>
              <p:cNvSpPr txBox="1"/>
              <p:nvPr/>
            </p:nvSpPr>
            <p:spPr>
              <a:xfrm>
                <a:off x="3749251" y="2812723"/>
                <a:ext cx="42832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ED2979F-43CB-9851-76C2-0119C0575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251" y="2812723"/>
                <a:ext cx="428322" cy="369332"/>
              </a:xfrm>
              <a:prstGeom prst="rect">
                <a:avLst/>
              </a:prstGeom>
              <a:blipFill>
                <a:blip r:embed="rId19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 descr="A cartoon of a person cooking with a group of kids&#10;&#10;Description automatically generated">
            <a:extLst>
              <a:ext uri="{FF2B5EF4-FFF2-40B4-BE49-F238E27FC236}">
                <a16:creationId xmlns:a16="http://schemas.microsoft.com/office/drawing/2014/main" id="{69968263-B977-E760-6E61-BFC8EFE6A59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692" y="5763954"/>
            <a:ext cx="1255610" cy="104509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50A28C8-06E0-AADB-DFF9-DBEC1162B40F}"/>
              </a:ext>
            </a:extLst>
          </p:cNvPr>
          <p:cNvSpPr txBox="1"/>
          <p:nvPr/>
        </p:nvSpPr>
        <p:spPr>
          <a:xfrm>
            <a:off x="4221294" y="5999269"/>
            <a:ext cx="3723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שלב ג': מחברים לפי כללי הפריסה. האות נקבעת ע"פ ההשמות לפסוקים. 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69DDB2-A03A-856F-2E2E-6AFE8ED3391F}"/>
                  </a:ext>
                </a:extLst>
              </p:cNvPr>
              <p:cNvSpPr txBox="1"/>
              <p:nvPr/>
            </p:nvSpPr>
            <p:spPr>
              <a:xfrm>
                <a:off x="4862210" y="786825"/>
                <a:ext cx="4115518" cy="584775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square">
                <a:spAutoFit/>
              </a:bodyPr>
              <a:lstStyle/>
              <a:p>
                <a:pPr marL="273050" lvl="1" indent="0" algn="l" rtl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  <a:sym typeface="Wingdings" panose="05000000000000000000" pitchFamily="2" charset="2"/>
                      </a:rPr>
                      <m:t>U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sz="16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sz="16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sz="16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∧ 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sz="16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∉</m:t>
                    </m:r>
                    <m:r>
                      <a:rPr lang="en-US" sz="16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sz="16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sz="16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→</m:t>
                    </m:r>
                    <m:r>
                      <a:rPr lang="en-US" sz="16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  <a:sym typeface="Wingdings" panose="05000000000000000000" pitchFamily="2" charset="2"/>
                      </a:rPr>
                      <m:t>U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sz="16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sSup>
                      <m:sSupPr>
                        <m:ctrlP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  <m:sup>
                        <m: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>
                    <a:solidFill>
                      <a:schemeClr val="bg1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Wingdings" panose="05000000000000000000" pitchFamily="2" charset="2"/>
                  </a:rPr>
                  <a:t> </a:t>
                </a:r>
                <a:r>
                  <a:rPr lang="he-IL" sz="1600">
                    <a:solidFill>
                      <a:schemeClr val="bg1"/>
                    </a:solidFill>
                    <a:latin typeface="Gisha" panose="020B0502040204020203" pitchFamily="34" charset="-79"/>
                    <a:cs typeface="Gisha" panose="020B0502040204020203" pitchFamily="34" charset="-79"/>
                    <a:sym typeface="Wingdings" panose="05000000000000000000" pitchFamily="2" charset="2"/>
                  </a:rPr>
                  <a:t> </a:t>
                </a:r>
              </a:p>
              <a:p>
                <a:pPr marL="273050" lvl="1" indent="0" algn="l" rtl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6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  <a:sym typeface="Wingdings" panose="05000000000000000000" pitchFamily="2" charset="2"/>
                      </a:rPr>
                      <m:t>U</m:t>
                    </m:r>
                    <m:sSub>
                      <m:sSubPr>
                        <m:ctrlP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sz="16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∉</m:t>
                    </m:r>
                    <m:r>
                      <a:rPr lang="en-US" sz="16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sz="16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∧ 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a:rPr lang="en-US" sz="16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  <m:r>
                      <a:rPr lang="en-US" sz="16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𝐵</m:t>
                    </m:r>
                    <m:r>
                      <a:rPr lang="en-US" sz="16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→ 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US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  <a:sym typeface="Wingdings" panose="05000000000000000000" pitchFamily="2" charset="2"/>
                      </a:rPr>
                      <m:t>U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  <m: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𝜓</m:t>
                        </m:r>
                      </m:e>
                      <m:sub>
                        <m: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b>
                    </m:sSub>
                    <m:r>
                      <a:rPr lang="en-US" sz="16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∉</m:t>
                    </m:r>
                    <m:sSup>
                      <m:sSupPr>
                        <m:ctrlP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𝐵</m:t>
                        </m:r>
                      </m:e>
                      <m:sup>
                        <m:r>
                          <a:rPr lang="en-US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sz="1600">
                    <a:solidFill>
                      <a:schemeClr val="bg1"/>
                    </a:solidFill>
                  </a:rPr>
                  <a:t> </a:t>
                </a:r>
                <a:endParaRPr lang="en-US" sz="16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69DDB2-A03A-856F-2E2E-6AFE8ED33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210" y="786825"/>
                <a:ext cx="4115518" cy="584775"/>
              </a:xfrm>
              <a:prstGeom prst="rect">
                <a:avLst/>
              </a:prstGeom>
              <a:blipFill>
                <a:blip r:embed="rId21"/>
                <a:stretch>
                  <a:fillRect t="-3125" b="-114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6565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552951" y="-298220"/>
                <a:ext cx="7772400" cy="1143000"/>
              </a:xfrm>
            </p:spPr>
            <p:txBody>
              <a:bodyPr/>
              <a:lstStyle/>
              <a:p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GNBA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עבור הנוסחה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52951" y="-298220"/>
                <a:ext cx="7772400" cy="1143000"/>
              </a:xfrm>
              <a:blipFill>
                <a:blip r:embed="rId2"/>
                <a:stretch>
                  <a:fillRect b="-18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43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/>
              <p:cNvSpPr/>
              <p:nvPr/>
            </p:nvSpPr>
            <p:spPr>
              <a:xfrm>
                <a:off x="2544894" y="1286348"/>
                <a:ext cx="1676400" cy="585375"/>
              </a:xfrm>
              <a:prstGeom prst="ellipse">
                <a:avLst/>
              </a:prstGeom>
              <a:solidFill>
                <a:srgbClr val="FFFF99"/>
              </a:solidFill>
              <a:ln w="63500" cmpd="dbl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sty m:val="p"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Oval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894" y="1286348"/>
                <a:ext cx="1676400" cy="58537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63500" cmpd="dbl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13" idx="0"/>
            <a:endCxn id="7" idx="3"/>
          </p:cNvCxnSpPr>
          <p:nvPr/>
        </p:nvCxnSpPr>
        <p:spPr>
          <a:xfrm flipV="1">
            <a:off x="1427127" y="1785998"/>
            <a:ext cx="1363270" cy="156605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5364294" y="2237287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63500" cmpd="dbl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he-IL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294" y="2237287"/>
                <a:ext cx="1905000" cy="58537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63500" cmpd="dbl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/>
              <p:cNvSpPr/>
              <p:nvPr/>
            </p:nvSpPr>
            <p:spPr>
              <a:xfrm>
                <a:off x="5379138" y="4800600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63500" cmpd="dbl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he-IL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Oval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138" y="4800600"/>
                <a:ext cx="1905000" cy="58537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63500" cmpd="dbl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/>
              <p:cNvSpPr/>
              <p:nvPr/>
            </p:nvSpPr>
            <p:spPr>
              <a:xfrm>
                <a:off x="2308377" y="5644034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63500" cmpd="dbl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sty m:val="p"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Oval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8377" y="5644034"/>
                <a:ext cx="1905000" cy="58537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63500" cmpd="dbl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/>
              <p:cNvSpPr/>
              <p:nvPr/>
            </p:nvSpPr>
            <p:spPr>
              <a:xfrm>
                <a:off x="474627" y="3352053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3" name="Oval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27" y="3352053"/>
                <a:ext cx="1905000" cy="585375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>
          <a:xfrm flipH="1">
            <a:off x="1782894" y="1861784"/>
            <a:ext cx="1369624" cy="149026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7" idx="2"/>
          </p:cNvCxnSpPr>
          <p:nvPr/>
        </p:nvCxnSpPr>
        <p:spPr>
          <a:xfrm>
            <a:off x="2308377" y="1554816"/>
            <a:ext cx="236517" cy="2422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/>
          <p:cNvCxnSpPr>
            <a:stCxn id="7" idx="7"/>
            <a:endCxn id="7" idx="0"/>
          </p:cNvCxnSpPr>
          <p:nvPr/>
        </p:nvCxnSpPr>
        <p:spPr>
          <a:xfrm rot="16200000" flipV="1">
            <a:off x="3636580" y="1032861"/>
            <a:ext cx="85726" cy="592697"/>
          </a:xfrm>
          <a:prstGeom prst="curvedConnector3">
            <a:avLst>
              <a:gd name="adj1" fmla="val 366664"/>
            </a:avLst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7" idx="6"/>
          </p:cNvCxnSpPr>
          <p:nvPr/>
        </p:nvCxnSpPr>
        <p:spPr>
          <a:xfrm>
            <a:off x="4221294" y="1579036"/>
            <a:ext cx="1302327" cy="79233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6659694" y="2822662"/>
            <a:ext cx="0" cy="194784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6431094" y="2822662"/>
            <a:ext cx="0" cy="194784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/>
          <p:cNvCxnSpPr>
            <a:stCxn id="10" idx="7"/>
            <a:endCxn id="10" idx="0"/>
          </p:cNvCxnSpPr>
          <p:nvPr/>
        </p:nvCxnSpPr>
        <p:spPr>
          <a:xfrm rot="16200000" flipV="1">
            <a:off x="6610691" y="1943390"/>
            <a:ext cx="85726" cy="673519"/>
          </a:xfrm>
          <a:prstGeom prst="curvedConnector3">
            <a:avLst>
              <a:gd name="adj1" fmla="val 366664"/>
            </a:avLst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10" idx="2"/>
          </p:cNvCxnSpPr>
          <p:nvPr/>
        </p:nvCxnSpPr>
        <p:spPr>
          <a:xfrm flipH="1" flipV="1">
            <a:off x="4136524" y="1757961"/>
            <a:ext cx="1227770" cy="77201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7" idx="4"/>
            <a:endCxn id="12" idx="0"/>
          </p:cNvCxnSpPr>
          <p:nvPr/>
        </p:nvCxnSpPr>
        <p:spPr>
          <a:xfrm flipH="1">
            <a:off x="3260877" y="1871723"/>
            <a:ext cx="122217" cy="377231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3128760" y="1861784"/>
            <a:ext cx="139913" cy="378012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urved Connector 54"/>
          <p:cNvCxnSpPr>
            <a:stCxn id="13" idx="3"/>
            <a:endCxn id="13" idx="4"/>
          </p:cNvCxnSpPr>
          <p:nvPr/>
        </p:nvCxnSpPr>
        <p:spPr>
          <a:xfrm rot="16200000" flipH="1">
            <a:off x="939346" y="3665964"/>
            <a:ext cx="85726" cy="457200"/>
          </a:xfrm>
          <a:prstGeom prst="curvedConnector3">
            <a:avLst>
              <a:gd name="adj1" fmla="val 339426"/>
            </a:avLst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1757160" y="3937429"/>
            <a:ext cx="1297840" cy="170448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 flipV="1">
            <a:off x="1559245" y="3925048"/>
            <a:ext cx="1289109" cy="173136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urved Connector 61"/>
          <p:cNvCxnSpPr>
            <a:stCxn id="12" idx="3"/>
            <a:endCxn id="12" idx="4"/>
          </p:cNvCxnSpPr>
          <p:nvPr/>
        </p:nvCxnSpPr>
        <p:spPr>
          <a:xfrm rot="16200000" flipH="1">
            <a:off x="2881255" y="5849785"/>
            <a:ext cx="85726" cy="673519"/>
          </a:xfrm>
          <a:prstGeom prst="curvedConnector3">
            <a:avLst>
              <a:gd name="adj1" fmla="val 316734"/>
            </a:avLst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809" name="Straight Arrow Connector 119808"/>
          <p:cNvCxnSpPr>
            <a:endCxn id="11" idx="2"/>
          </p:cNvCxnSpPr>
          <p:nvPr/>
        </p:nvCxnSpPr>
        <p:spPr>
          <a:xfrm flipV="1">
            <a:off x="4068894" y="5093288"/>
            <a:ext cx="1310244" cy="72091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812" name="Straight Arrow Connector 119811"/>
          <p:cNvCxnSpPr/>
          <p:nvPr/>
        </p:nvCxnSpPr>
        <p:spPr>
          <a:xfrm flipV="1">
            <a:off x="3515211" y="2797554"/>
            <a:ext cx="2458683" cy="284435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814" name="Straight Arrow Connector 119813"/>
          <p:cNvCxnSpPr>
            <a:stCxn id="10" idx="4"/>
          </p:cNvCxnSpPr>
          <p:nvPr/>
        </p:nvCxnSpPr>
        <p:spPr>
          <a:xfrm flipH="1">
            <a:off x="3795618" y="2822662"/>
            <a:ext cx="2521176" cy="287715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819" name="Curved Connector 119818"/>
          <p:cNvCxnSpPr>
            <a:stCxn id="11" idx="5"/>
            <a:endCxn id="11" idx="4"/>
          </p:cNvCxnSpPr>
          <p:nvPr/>
        </p:nvCxnSpPr>
        <p:spPr>
          <a:xfrm rot="5400000">
            <a:off x="6625535" y="5006353"/>
            <a:ext cx="85726" cy="673519"/>
          </a:xfrm>
          <a:prstGeom prst="curvedConnector3">
            <a:avLst>
              <a:gd name="adj1" fmla="val 366664"/>
            </a:avLst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228600" y="3619729"/>
            <a:ext cx="236517" cy="2422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2085540" y="5863717"/>
            <a:ext cx="236517" cy="2422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702003" y="2237586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2003" y="2237586"/>
                <a:ext cx="562205" cy="369332"/>
              </a:xfrm>
              <a:prstGeom prst="rect">
                <a:avLst/>
              </a:prstGeom>
              <a:blipFill>
                <a:blip r:embed="rId8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487494" y="4095810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94" y="4095810"/>
                <a:ext cx="562205" cy="369332"/>
              </a:xfrm>
              <a:prstGeom prst="rect">
                <a:avLst/>
              </a:prstGeom>
              <a:blipFill>
                <a:blip r:embed="rId9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2098524" y="4237956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524" y="4237956"/>
                <a:ext cx="562205" cy="369332"/>
              </a:xfrm>
              <a:prstGeom prst="rect">
                <a:avLst/>
              </a:prstGeom>
              <a:blipFill>
                <a:blip r:embed="rId8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1601704" y="4605003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1704" y="4605003"/>
                <a:ext cx="562205" cy="369332"/>
              </a:xfrm>
              <a:prstGeom prst="rect">
                <a:avLst/>
              </a:prstGeom>
              <a:blipFill>
                <a:blip r:embed="rId10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2194837" y="6193584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837" y="6193584"/>
                <a:ext cx="562205" cy="369332"/>
              </a:xfrm>
              <a:prstGeom prst="rect">
                <a:avLst/>
              </a:prstGeom>
              <a:blipFill>
                <a:blip r:embed="rId10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4447405" y="5518605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405" y="5518605"/>
                <a:ext cx="562205" cy="369332"/>
              </a:xfrm>
              <a:prstGeom prst="rect">
                <a:avLst/>
              </a:prstGeom>
              <a:blipFill>
                <a:blip r:embed="rId10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3910038" y="4400610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0038" y="4400610"/>
                <a:ext cx="562205" cy="369332"/>
              </a:xfrm>
              <a:prstGeom prst="rect">
                <a:avLst/>
              </a:prstGeom>
              <a:blipFill>
                <a:blip r:embed="rId11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2717575" y="3809295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7575" y="3809295"/>
                <a:ext cx="562205" cy="369332"/>
              </a:xfrm>
              <a:prstGeom prst="rect">
                <a:avLst/>
              </a:prstGeom>
              <a:blipFill>
                <a:blip r:embed="rId12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6491647" y="1650903"/>
                <a:ext cx="42832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647" y="1650903"/>
                <a:ext cx="428322" cy="369332"/>
              </a:xfrm>
              <a:prstGeom prst="rect">
                <a:avLst/>
              </a:prstGeom>
              <a:blipFill>
                <a:blip r:embed="rId13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6592696" y="3382514"/>
                <a:ext cx="42832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696" y="3382514"/>
                <a:ext cx="428322" cy="369332"/>
              </a:xfrm>
              <a:prstGeom prst="rect">
                <a:avLst/>
              </a:prstGeom>
              <a:blipFill>
                <a:blip r:embed="rId14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3749251" y="2812723"/>
                <a:ext cx="42832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251" y="2812723"/>
                <a:ext cx="428322" cy="369332"/>
              </a:xfrm>
              <a:prstGeom prst="rect">
                <a:avLst/>
              </a:prstGeom>
              <a:blipFill>
                <a:blip r:embed="rId15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4439151" y="2169519"/>
                <a:ext cx="42832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151" y="2169519"/>
                <a:ext cx="428322" cy="369332"/>
              </a:xfrm>
              <a:prstGeom prst="rect">
                <a:avLst/>
              </a:prstGeom>
              <a:blipFill>
                <a:blip r:embed="rId13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5601983" y="3471993"/>
                <a:ext cx="42832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983" y="3471993"/>
                <a:ext cx="428322" cy="369332"/>
              </a:xfrm>
              <a:prstGeom prst="rect">
                <a:avLst/>
              </a:prstGeom>
              <a:blipFill>
                <a:blip r:embed="rId13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3785055" y="838200"/>
                <a:ext cx="77886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5055" y="838200"/>
                <a:ext cx="778868" cy="369332"/>
              </a:xfrm>
              <a:prstGeom prst="rect">
                <a:avLst/>
              </a:prstGeom>
              <a:blipFill>
                <a:blip r:embed="rId1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3238938" y="2306733"/>
                <a:ext cx="77886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938" y="2306733"/>
                <a:ext cx="778868" cy="369332"/>
              </a:xfrm>
              <a:prstGeom prst="rect">
                <a:avLst/>
              </a:prstGeom>
              <a:blipFill>
                <a:blip r:embed="rId17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4665090" y="1626441"/>
                <a:ext cx="77886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5090" y="1626441"/>
                <a:ext cx="778868" cy="369332"/>
              </a:xfrm>
              <a:prstGeom prst="rect">
                <a:avLst/>
              </a:prstGeom>
              <a:blipFill>
                <a:blip r:embed="rId18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2215164" y="2744385"/>
                <a:ext cx="77886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5164" y="2744385"/>
                <a:ext cx="778868" cy="369332"/>
              </a:xfrm>
              <a:prstGeom prst="rect">
                <a:avLst/>
              </a:prstGeom>
              <a:blipFill>
                <a:blip r:embed="rId17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6549906" y="5648836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906" y="5648836"/>
                <a:ext cx="562205" cy="369332"/>
              </a:xfrm>
              <a:prstGeom prst="rect">
                <a:avLst/>
              </a:prstGeom>
              <a:blipFill>
                <a:blip r:embed="rId19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5943608" y="4056567"/>
                <a:ext cx="56220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8" y="4056567"/>
                <a:ext cx="562205" cy="369332"/>
              </a:xfrm>
              <a:prstGeom prst="rect">
                <a:avLst/>
              </a:prstGeom>
              <a:blipFill>
                <a:blip r:embed="rId8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4200952" y="3294720"/>
                <a:ext cx="77886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952" y="3294720"/>
                <a:ext cx="778868" cy="369332"/>
              </a:xfrm>
              <a:prstGeom prst="rect">
                <a:avLst/>
              </a:prstGeom>
              <a:blipFill>
                <a:blip r:embed="rId17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65398AE9-D19D-47CF-8CF7-978CA91EA82F}"/>
              </a:ext>
            </a:extLst>
          </p:cNvPr>
          <p:cNvCxnSpPr>
            <a:cxnSpLocks/>
          </p:cNvCxnSpPr>
          <p:nvPr/>
        </p:nvCxnSpPr>
        <p:spPr>
          <a:xfrm>
            <a:off x="3749251" y="1861784"/>
            <a:ext cx="2066893" cy="293669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003F23DB-6CF3-4FCE-AAC1-C49F073E77FE}"/>
              </a:ext>
            </a:extLst>
          </p:cNvPr>
          <p:cNvCxnSpPr>
            <a:cxnSpLocks/>
            <a:stCxn id="10" idx="3"/>
            <a:endCxn id="13" idx="6"/>
          </p:cNvCxnSpPr>
          <p:nvPr/>
        </p:nvCxnSpPr>
        <p:spPr>
          <a:xfrm flipH="1">
            <a:off x="2379627" y="2736936"/>
            <a:ext cx="3263648" cy="90780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A cartoon of a person cooking with a group of kids&#10;&#10;Description automatically generated">
            <a:extLst>
              <a:ext uri="{FF2B5EF4-FFF2-40B4-BE49-F238E27FC236}">
                <a16:creationId xmlns:a16="http://schemas.microsoft.com/office/drawing/2014/main" id="{2C4D774E-E1EF-5B54-3794-DEB045DED5A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692" y="5763954"/>
            <a:ext cx="1255610" cy="104509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11C0607-6AD6-A202-9FB7-5012DD5AF3A0}"/>
              </a:ext>
            </a:extLst>
          </p:cNvPr>
          <p:cNvSpPr txBox="1"/>
          <p:nvPr/>
        </p:nvSpPr>
        <p:spPr>
          <a:xfrm>
            <a:off x="4221294" y="5999269"/>
            <a:ext cx="3723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שלב ד': קובעים מצבים מקבלים ע"פ "הבטחות צריך לקיים". 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966B579-F492-3EB0-02CE-934C122688EE}"/>
                  </a:ext>
                </a:extLst>
              </p:cNvPr>
              <p:cNvSpPr txBox="1"/>
              <p:nvPr/>
            </p:nvSpPr>
            <p:spPr>
              <a:xfrm>
                <a:off x="4979820" y="968490"/>
                <a:ext cx="3889576" cy="394082"/>
              </a:xfrm>
              <a:prstGeom prst="rect">
                <a:avLst/>
              </a:prstGeom>
              <a:solidFill>
                <a:srgbClr val="C00000"/>
              </a:solidFill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∉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⇔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966B579-F492-3EB0-02CE-934C12268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820" y="968490"/>
                <a:ext cx="3889576" cy="394082"/>
              </a:xfrm>
              <a:prstGeom prst="rect">
                <a:avLst/>
              </a:prstGeom>
              <a:blipFill>
                <a:blip r:embed="rId21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38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3048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דרך מצומצמת לכתוב את אותו האוטומ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44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/>
              <p:cNvSpPr/>
              <p:nvPr/>
            </p:nvSpPr>
            <p:spPr>
              <a:xfrm>
                <a:off x="3352800" y="1381538"/>
                <a:ext cx="1676400" cy="585375"/>
              </a:xfrm>
              <a:prstGeom prst="ellipse">
                <a:avLst/>
              </a:prstGeom>
              <a:solidFill>
                <a:srgbClr val="FFFF99"/>
              </a:solidFill>
              <a:ln w="63500" cmpd="dbl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sty m:val="p"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Oval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1381538"/>
                <a:ext cx="1676400" cy="585375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63500" cmpd="dbl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6172200" y="2332477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63500" cmpd="dbl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he-IL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2332477"/>
                <a:ext cx="1905000" cy="58537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63500" cmpd="dbl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/>
              <p:cNvSpPr/>
              <p:nvPr/>
            </p:nvSpPr>
            <p:spPr>
              <a:xfrm>
                <a:off x="6187044" y="4865699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63500" cmpd="dbl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,¬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sty m:val="p"/>
                            </m:r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he-IL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Oval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7044" y="4865699"/>
                <a:ext cx="1905000" cy="58537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63500" cmpd="dbl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/>
              <p:cNvSpPr/>
              <p:nvPr/>
            </p:nvSpPr>
            <p:spPr>
              <a:xfrm>
                <a:off x="3116283" y="5739224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63500" cmpd="dbl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sty m:val="p"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Oval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283" y="5739224"/>
                <a:ext cx="1905000" cy="58537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63500" cmpd="dbl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/>
              <p:cNvSpPr/>
              <p:nvPr/>
            </p:nvSpPr>
            <p:spPr>
              <a:xfrm>
                <a:off x="1282533" y="3447243"/>
                <a:ext cx="1905000" cy="585375"/>
              </a:xfrm>
              <a:prstGeom prst="ellipse">
                <a:avLst/>
              </a:prstGeom>
              <a:solidFill>
                <a:srgbClr val="FFFF99"/>
              </a:solid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3" name="Oval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533" y="3447243"/>
                <a:ext cx="1905000" cy="58537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  <a:tailEnd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>
            <a:stCxn id="7" idx="0"/>
          </p:cNvCxnSpPr>
          <p:nvPr/>
        </p:nvCxnSpPr>
        <p:spPr>
          <a:xfrm flipV="1">
            <a:off x="4191000" y="914400"/>
            <a:ext cx="0" cy="46713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0" idx="0"/>
          </p:cNvCxnSpPr>
          <p:nvPr/>
        </p:nvCxnSpPr>
        <p:spPr>
          <a:xfrm flipH="1" flipV="1">
            <a:off x="7086600" y="914400"/>
            <a:ext cx="38100" cy="141807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1" idx="7"/>
          </p:cNvCxnSpPr>
          <p:nvPr/>
        </p:nvCxnSpPr>
        <p:spPr>
          <a:xfrm flipV="1">
            <a:off x="7813063" y="4572000"/>
            <a:ext cx="721337" cy="37942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12" idx="2"/>
          </p:cNvCxnSpPr>
          <p:nvPr/>
        </p:nvCxnSpPr>
        <p:spPr>
          <a:xfrm flipH="1" flipV="1">
            <a:off x="685800" y="5867400"/>
            <a:ext cx="2430483" cy="16451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914400" y="3733800"/>
            <a:ext cx="236517" cy="2422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3" idx="6"/>
          </p:cNvCxnSpPr>
          <p:nvPr/>
        </p:nvCxnSpPr>
        <p:spPr>
          <a:xfrm flipV="1">
            <a:off x="3187533" y="3733800"/>
            <a:ext cx="1689267" cy="613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5635248" y="1623503"/>
            <a:ext cx="2908340" cy="4368766"/>
          </a:xfrm>
          <a:custGeom>
            <a:avLst/>
            <a:gdLst>
              <a:gd name="connsiteX0" fmla="*/ 898525 w 2882693"/>
              <a:gd name="connsiteY0" fmla="*/ 251951 h 4352893"/>
              <a:gd name="connsiteX1" fmla="*/ 1728950 w 2882693"/>
              <a:gd name="connsiteY1" fmla="*/ 25 h 4352893"/>
              <a:gd name="connsiteX2" fmla="*/ 2624689 w 2882693"/>
              <a:gd name="connsiteY2" fmla="*/ 261282 h 4352893"/>
              <a:gd name="connsiteX3" fmla="*/ 2848623 w 2882693"/>
              <a:gd name="connsiteY3" fmla="*/ 1110367 h 4352893"/>
              <a:gd name="connsiteX4" fmla="*/ 2848623 w 2882693"/>
              <a:gd name="connsiteY4" fmla="*/ 3321722 h 4352893"/>
              <a:gd name="connsiteX5" fmla="*/ 2531383 w 2882693"/>
              <a:gd name="connsiteY5" fmla="*/ 3993527 h 4352893"/>
              <a:gd name="connsiteX6" fmla="*/ 1822256 w 2882693"/>
              <a:gd name="connsiteY6" fmla="*/ 4338759 h 4352893"/>
              <a:gd name="connsiteX7" fmla="*/ 889195 w 2882693"/>
              <a:gd name="connsiteY7" fmla="*/ 4254784 h 4352893"/>
              <a:gd name="connsiteX8" fmla="*/ 320027 w 2882693"/>
              <a:gd name="connsiteY8" fmla="*/ 3965535 h 4352893"/>
              <a:gd name="connsiteX9" fmla="*/ 96093 w 2882693"/>
              <a:gd name="connsiteY9" fmla="*/ 3489674 h 4352893"/>
              <a:gd name="connsiteX10" fmla="*/ 58770 w 2882693"/>
              <a:gd name="connsiteY10" fmla="*/ 1101037 h 4352893"/>
              <a:gd name="connsiteX11" fmla="*/ 898525 w 2882693"/>
              <a:gd name="connsiteY11" fmla="*/ 251951 h 4352893"/>
              <a:gd name="connsiteX0" fmla="*/ 924172 w 2908340"/>
              <a:gd name="connsiteY0" fmla="*/ 251951 h 4368766"/>
              <a:gd name="connsiteX1" fmla="*/ 1754597 w 2908340"/>
              <a:gd name="connsiteY1" fmla="*/ 25 h 4368766"/>
              <a:gd name="connsiteX2" fmla="*/ 2650336 w 2908340"/>
              <a:gd name="connsiteY2" fmla="*/ 261282 h 4368766"/>
              <a:gd name="connsiteX3" fmla="*/ 2874270 w 2908340"/>
              <a:gd name="connsiteY3" fmla="*/ 1110367 h 4368766"/>
              <a:gd name="connsiteX4" fmla="*/ 2874270 w 2908340"/>
              <a:gd name="connsiteY4" fmla="*/ 3321722 h 4368766"/>
              <a:gd name="connsiteX5" fmla="*/ 2557030 w 2908340"/>
              <a:gd name="connsiteY5" fmla="*/ 3993527 h 4368766"/>
              <a:gd name="connsiteX6" fmla="*/ 1847903 w 2908340"/>
              <a:gd name="connsiteY6" fmla="*/ 4338759 h 4368766"/>
              <a:gd name="connsiteX7" fmla="*/ 914842 w 2908340"/>
              <a:gd name="connsiteY7" fmla="*/ 4254784 h 4368766"/>
              <a:gd name="connsiteX8" fmla="*/ 121740 w 2908340"/>
              <a:gd name="connsiteY8" fmla="*/ 3489674 h 4368766"/>
              <a:gd name="connsiteX9" fmla="*/ 84417 w 2908340"/>
              <a:gd name="connsiteY9" fmla="*/ 1101037 h 4368766"/>
              <a:gd name="connsiteX10" fmla="*/ 924172 w 2908340"/>
              <a:gd name="connsiteY10" fmla="*/ 251951 h 4368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08340" h="4368766">
                <a:moveTo>
                  <a:pt x="924172" y="251951"/>
                </a:moveTo>
                <a:cubicBezTo>
                  <a:pt x="1202535" y="68449"/>
                  <a:pt x="1466903" y="-1530"/>
                  <a:pt x="1754597" y="25"/>
                </a:cubicBezTo>
                <a:cubicBezTo>
                  <a:pt x="2042291" y="1580"/>
                  <a:pt x="2463724" y="76225"/>
                  <a:pt x="2650336" y="261282"/>
                </a:cubicBezTo>
                <a:cubicBezTo>
                  <a:pt x="2836948" y="446339"/>
                  <a:pt x="2836948" y="600294"/>
                  <a:pt x="2874270" y="1110367"/>
                </a:cubicBezTo>
                <a:cubicBezTo>
                  <a:pt x="2911592" y="1620440"/>
                  <a:pt x="2927143" y="2841195"/>
                  <a:pt x="2874270" y="3321722"/>
                </a:cubicBezTo>
                <a:cubicBezTo>
                  <a:pt x="2821397" y="3802249"/>
                  <a:pt x="2728091" y="3824021"/>
                  <a:pt x="2557030" y="3993527"/>
                </a:cubicBezTo>
                <a:cubicBezTo>
                  <a:pt x="2385969" y="4163033"/>
                  <a:pt x="2121601" y="4295216"/>
                  <a:pt x="1847903" y="4338759"/>
                </a:cubicBezTo>
                <a:cubicBezTo>
                  <a:pt x="1574205" y="4382302"/>
                  <a:pt x="1202536" y="4396298"/>
                  <a:pt x="914842" y="4254784"/>
                </a:cubicBezTo>
                <a:cubicBezTo>
                  <a:pt x="627148" y="4113270"/>
                  <a:pt x="260144" y="4015298"/>
                  <a:pt x="121740" y="3489674"/>
                </a:cubicBezTo>
                <a:cubicBezTo>
                  <a:pt x="-16664" y="2964050"/>
                  <a:pt x="-47767" y="1646878"/>
                  <a:pt x="84417" y="1101037"/>
                </a:cubicBezTo>
                <a:cubicBezTo>
                  <a:pt x="216601" y="555196"/>
                  <a:pt x="645809" y="435453"/>
                  <a:pt x="924172" y="251951"/>
                </a:cubicBezTo>
                <a:close/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5" name="Rounded Rectangle 44"/>
          <p:cNvSpPr/>
          <p:nvPr/>
        </p:nvSpPr>
        <p:spPr>
          <a:xfrm>
            <a:off x="685800" y="914400"/>
            <a:ext cx="8153400" cy="5791200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0" name="Freeform 89"/>
          <p:cNvSpPr/>
          <p:nvPr/>
        </p:nvSpPr>
        <p:spPr>
          <a:xfrm>
            <a:off x="1142238" y="1174516"/>
            <a:ext cx="4139328" cy="5443127"/>
          </a:xfrm>
          <a:custGeom>
            <a:avLst/>
            <a:gdLst>
              <a:gd name="connsiteX0" fmla="*/ 3933616 w 4404400"/>
              <a:gd name="connsiteY0" fmla="*/ 5390697 h 5560887"/>
              <a:gd name="connsiteX1" fmla="*/ 4204204 w 4404400"/>
              <a:gd name="connsiteY1" fmla="*/ 4933497 h 5560887"/>
              <a:gd name="connsiteX2" fmla="*/ 3896294 w 4404400"/>
              <a:gd name="connsiteY2" fmla="*/ 4121734 h 5560887"/>
              <a:gd name="connsiteX3" fmla="*/ 3886963 w 4404400"/>
              <a:gd name="connsiteY3" fmla="*/ 1079954 h 5560887"/>
              <a:gd name="connsiteX4" fmla="*/ 4353494 w 4404400"/>
              <a:gd name="connsiteY4" fmla="*/ 296183 h 5560887"/>
              <a:gd name="connsiteX5" fmla="*/ 2506032 w 4404400"/>
              <a:gd name="connsiteY5" fmla="*/ 174885 h 5560887"/>
              <a:gd name="connsiteX6" fmla="*/ 5428 w 4404400"/>
              <a:gd name="connsiteY6" fmla="*/ 2628836 h 5560887"/>
              <a:gd name="connsiteX7" fmla="*/ 1899543 w 4404400"/>
              <a:gd name="connsiteY7" fmla="*/ 5316052 h 5560887"/>
              <a:gd name="connsiteX8" fmla="*/ 3933616 w 4404400"/>
              <a:gd name="connsiteY8" fmla="*/ 5390697 h 5560887"/>
              <a:gd name="connsiteX0" fmla="*/ 3933616 w 4357998"/>
              <a:gd name="connsiteY0" fmla="*/ 5421019 h 5591209"/>
              <a:gd name="connsiteX1" fmla="*/ 4204204 w 4357998"/>
              <a:gd name="connsiteY1" fmla="*/ 4963819 h 5591209"/>
              <a:gd name="connsiteX2" fmla="*/ 3896294 w 4357998"/>
              <a:gd name="connsiteY2" fmla="*/ 4152056 h 5591209"/>
              <a:gd name="connsiteX3" fmla="*/ 3886963 w 4357998"/>
              <a:gd name="connsiteY3" fmla="*/ 1110276 h 5591209"/>
              <a:gd name="connsiteX4" fmla="*/ 4353494 w 4357998"/>
              <a:gd name="connsiteY4" fmla="*/ 326505 h 5591209"/>
              <a:gd name="connsiteX5" fmla="*/ 2506032 w 4357998"/>
              <a:gd name="connsiteY5" fmla="*/ 205207 h 5591209"/>
              <a:gd name="connsiteX6" fmla="*/ 5428 w 4357998"/>
              <a:gd name="connsiteY6" fmla="*/ 2659158 h 5591209"/>
              <a:gd name="connsiteX7" fmla="*/ 1899543 w 4357998"/>
              <a:gd name="connsiteY7" fmla="*/ 5346374 h 5591209"/>
              <a:gd name="connsiteX8" fmla="*/ 3933616 w 4357998"/>
              <a:gd name="connsiteY8" fmla="*/ 5421019 h 5591209"/>
              <a:gd name="connsiteX0" fmla="*/ 3933616 w 4377201"/>
              <a:gd name="connsiteY0" fmla="*/ 5357912 h 5528102"/>
              <a:gd name="connsiteX1" fmla="*/ 4204204 w 4377201"/>
              <a:gd name="connsiteY1" fmla="*/ 4900712 h 5528102"/>
              <a:gd name="connsiteX2" fmla="*/ 3896294 w 4377201"/>
              <a:gd name="connsiteY2" fmla="*/ 4088949 h 5528102"/>
              <a:gd name="connsiteX3" fmla="*/ 3886963 w 4377201"/>
              <a:gd name="connsiteY3" fmla="*/ 1047169 h 5528102"/>
              <a:gd name="connsiteX4" fmla="*/ 4372752 w 4377201"/>
              <a:gd name="connsiteY4" fmla="*/ 455625 h 5528102"/>
              <a:gd name="connsiteX5" fmla="*/ 2506032 w 4377201"/>
              <a:gd name="connsiteY5" fmla="*/ 142100 h 5528102"/>
              <a:gd name="connsiteX6" fmla="*/ 5428 w 4377201"/>
              <a:gd name="connsiteY6" fmla="*/ 2596051 h 5528102"/>
              <a:gd name="connsiteX7" fmla="*/ 1899543 w 4377201"/>
              <a:gd name="connsiteY7" fmla="*/ 5283267 h 5528102"/>
              <a:gd name="connsiteX8" fmla="*/ 3933616 w 4377201"/>
              <a:gd name="connsiteY8" fmla="*/ 5357912 h 5528102"/>
              <a:gd name="connsiteX0" fmla="*/ 3933616 w 4422631"/>
              <a:gd name="connsiteY0" fmla="*/ 5344039 h 5514229"/>
              <a:gd name="connsiteX1" fmla="*/ 4204204 w 4422631"/>
              <a:gd name="connsiteY1" fmla="*/ 4886839 h 5514229"/>
              <a:gd name="connsiteX2" fmla="*/ 3896294 w 4422631"/>
              <a:gd name="connsiteY2" fmla="*/ 4075076 h 5514229"/>
              <a:gd name="connsiteX3" fmla="*/ 3886964 w 4422631"/>
              <a:gd name="connsiteY3" fmla="*/ 1263969 h 5514229"/>
              <a:gd name="connsiteX4" fmla="*/ 4372752 w 4422631"/>
              <a:gd name="connsiteY4" fmla="*/ 441752 h 5514229"/>
              <a:gd name="connsiteX5" fmla="*/ 2506032 w 4422631"/>
              <a:gd name="connsiteY5" fmla="*/ 128227 h 5514229"/>
              <a:gd name="connsiteX6" fmla="*/ 5428 w 4422631"/>
              <a:gd name="connsiteY6" fmla="*/ 2582178 h 5514229"/>
              <a:gd name="connsiteX7" fmla="*/ 1899543 w 4422631"/>
              <a:gd name="connsiteY7" fmla="*/ 5269394 h 5514229"/>
              <a:gd name="connsiteX8" fmla="*/ 3933616 w 4422631"/>
              <a:gd name="connsiteY8" fmla="*/ 5344039 h 5514229"/>
              <a:gd name="connsiteX0" fmla="*/ 3933616 w 4269276"/>
              <a:gd name="connsiteY0" fmla="*/ 5440447 h 5610637"/>
              <a:gd name="connsiteX1" fmla="*/ 4204204 w 4269276"/>
              <a:gd name="connsiteY1" fmla="*/ 4983247 h 5610637"/>
              <a:gd name="connsiteX2" fmla="*/ 3896294 w 4269276"/>
              <a:gd name="connsiteY2" fmla="*/ 4171484 h 5610637"/>
              <a:gd name="connsiteX3" fmla="*/ 3886964 w 4269276"/>
              <a:gd name="connsiteY3" fmla="*/ 1360377 h 5610637"/>
              <a:gd name="connsiteX4" fmla="*/ 4209061 w 4269276"/>
              <a:gd name="connsiteY4" fmla="*/ 240208 h 5610637"/>
              <a:gd name="connsiteX5" fmla="*/ 2506032 w 4269276"/>
              <a:gd name="connsiteY5" fmla="*/ 224635 h 5610637"/>
              <a:gd name="connsiteX6" fmla="*/ 5428 w 4269276"/>
              <a:gd name="connsiteY6" fmla="*/ 2678586 h 5610637"/>
              <a:gd name="connsiteX7" fmla="*/ 1899543 w 4269276"/>
              <a:gd name="connsiteY7" fmla="*/ 5365802 h 5610637"/>
              <a:gd name="connsiteX8" fmla="*/ 3933616 w 4269276"/>
              <a:gd name="connsiteY8" fmla="*/ 5440447 h 5610637"/>
              <a:gd name="connsiteX0" fmla="*/ 3933616 w 4282521"/>
              <a:gd name="connsiteY0" fmla="*/ 5414571 h 5584761"/>
              <a:gd name="connsiteX1" fmla="*/ 4204204 w 4282521"/>
              <a:gd name="connsiteY1" fmla="*/ 4957371 h 5584761"/>
              <a:gd name="connsiteX2" fmla="*/ 3896294 w 4282521"/>
              <a:gd name="connsiteY2" fmla="*/ 4145608 h 5584761"/>
              <a:gd name="connsiteX3" fmla="*/ 3886964 w 4282521"/>
              <a:gd name="connsiteY3" fmla="*/ 1334501 h 5584761"/>
              <a:gd name="connsiteX4" fmla="*/ 4209061 w 4282521"/>
              <a:gd name="connsiteY4" fmla="*/ 214332 h 5584761"/>
              <a:gd name="connsiteX5" fmla="*/ 2294197 w 4282521"/>
              <a:gd name="connsiteY5" fmla="*/ 237204 h 5584761"/>
              <a:gd name="connsiteX6" fmla="*/ 5428 w 4282521"/>
              <a:gd name="connsiteY6" fmla="*/ 2652710 h 5584761"/>
              <a:gd name="connsiteX7" fmla="*/ 1899543 w 4282521"/>
              <a:gd name="connsiteY7" fmla="*/ 5339926 h 5584761"/>
              <a:gd name="connsiteX8" fmla="*/ 3933616 w 4282521"/>
              <a:gd name="connsiteY8" fmla="*/ 5414571 h 5584761"/>
              <a:gd name="connsiteX0" fmla="*/ 3933616 w 4289908"/>
              <a:gd name="connsiteY0" fmla="*/ 5446728 h 5616918"/>
              <a:gd name="connsiteX1" fmla="*/ 4204204 w 4289908"/>
              <a:gd name="connsiteY1" fmla="*/ 4989528 h 5616918"/>
              <a:gd name="connsiteX2" fmla="*/ 3896294 w 4289908"/>
              <a:gd name="connsiteY2" fmla="*/ 4177765 h 5616918"/>
              <a:gd name="connsiteX3" fmla="*/ 3886964 w 4289908"/>
              <a:gd name="connsiteY3" fmla="*/ 1366658 h 5616918"/>
              <a:gd name="connsiteX4" fmla="*/ 4209061 w 4289908"/>
              <a:gd name="connsiteY4" fmla="*/ 246489 h 5616918"/>
              <a:gd name="connsiteX5" fmla="*/ 2294197 w 4289908"/>
              <a:gd name="connsiteY5" fmla="*/ 269361 h 5616918"/>
              <a:gd name="connsiteX6" fmla="*/ 5428 w 4289908"/>
              <a:gd name="connsiteY6" fmla="*/ 2684867 h 5616918"/>
              <a:gd name="connsiteX7" fmla="*/ 1899543 w 4289908"/>
              <a:gd name="connsiteY7" fmla="*/ 5372083 h 5616918"/>
              <a:gd name="connsiteX8" fmla="*/ 3933616 w 4289908"/>
              <a:gd name="connsiteY8" fmla="*/ 5446728 h 5616918"/>
              <a:gd name="connsiteX0" fmla="*/ 3933616 w 4271652"/>
              <a:gd name="connsiteY0" fmla="*/ 5436726 h 5606916"/>
              <a:gd name="connsiteX1" fmla="*/ 4204204 w 4271652"/>
              <a:gd name="connsiteY1" fmla="*/ 4979526 h 5606916"/>
              <a:gd name="connsiteX2" fmla="*/ 3896294 w 4271652"/>
              <a:gd name="connsiteY2" fmla="*/ 4167763 h 5606916"/>
              <a:gd name="connsiteX3" fmla="*/ 3886964 w 4271652"/>
              <a:gd name="connsiteY3" fmla="*/ 1356656 h 5606916"/>
              <a:gd name="connsiteX4" fmla="*/ 4209061 w 4271652"/>
              <a:gd name="connsiteY4" fmla="*/ 236487 h 5606916"/>
              <a:gd name="connsiteX5" fmla="*/ 2294197 w 4271652"/>
              <a:gd name="connsiteY5" fmla="*/ 259359 h 5606916"/>
              <a:gd name="connsiteX6" fmla="*/ 5428 w 4271652"/>
              <a:gd name="connsiteY6" fmla="*/ 2674865 h 5606916"/>
              <a:gd name="connsiteX7" fmla="*/ 1899543 w 4271652"/>
              <a:gd name="connsiteY7" fmla="*/ 5362081 h 5606916"/>
              <a:gd name="connsiteX8" fmla="*/ 3933616 w 4271652"/>
              <a:gd name="connsiteY8" fmla="*/ 5436726 h 56069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71652" h="5606916">
                <a:moveTo>
                  <a:pt x="3933616" y="5436726"/>
                </a:moveTo>
                <a:cubicBezTo>
                  <a:pt x="4317726" y="5372967"/>
                  <a:pt x="4210424" y="5191020"/>
                  <a:pt x="4204204" y="4979526"/>
                </a:cubicBezTo>
                <a:cubicBezTo>
                  <a:pt x="4197984" y="4768032"/>
                  <a:pt x="3949167" y="4771575"/>
                  <a:pt x="3896294" y="4167763"/>
                </a:cubicBezTo>
                <a:cubicBezTo>
                  <a:pt x="3843421" y="3563951"/>
                  <a:pt x="3834836" y="2011869"/>
                  <a:pt x="3886964" y="1356656"/>
                </a:cubicBezTo>
                <a:cubicBezTo>
                  <a:pt x="3939092" y="701443"/>
                  <a:pt x="4445636" y="486649"/>
                  <a:pt x="4209061" y="236487"/>
                </a:cubicBezTo>
                <a:cubicBezTo>
                  <a:pt x="3972486" y="-13675"/>
                  <a:pt x="2994802" y="-147037"/>
                  <a:pt x="2294197" y="259359"/>
                </a:cubicBezTo>
                <a:cubicBezTo>
                  <a:pt x="1593592" y="665755"/>
                  <a:pt x="106509" y="1818004"/>
                  <a:pt x="5428" y="2674865"/>
                </a:cubicBezTo>
                <a:cubicBezTo>
                  <a:pt x="-95653" y="3531726"/>
                  <a:pt x="1240180" y="4898661"/>
                  <a:pt x="1899543" y="5362081"/>
                </a:cubicBezTo>
                <a:cubicBezTo>
                  <a:pt x="2558906" y="5825501"/>
                  <a:pt x="3549506" y="5500485"/>
                  <a:pt x="3933616" y="5436726"/>
                </a:cubicBezTo>
                <a:close/>
              </a:path>
            </a:pathLst>
          </a:cu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0507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914400" y="-304800"/>
                <a:ext cx="7772400" cy="1143000"/>
              </a:xfrm>
            </p:spPr>
            <p:txBody>
              <a:bodyPr/>
              <a:lstStyle/>
              <a:p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GNBA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עבור הנוסחה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14400" y="-304800"/>
                <a:ext cx="7772400" cy="1143000"/>
              </a:xfrm>
              <a:blipFill>
                <a:blip r:embed="rId2"/>
                <a:stretch>
                  <a:fillRect b="-18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45</a:t>
            </a:fld>
            <a:endParaRPr lang="he-IL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9C7860D-47B5-4D35-BBCA-9519BC230FB4}"/>
              </a:ext>
            </a:extLst>
          </p:cNvPr>
          <p:cNvGrpSpPr/>
          <p:nvPr/>
        </p:nvGrpSpPr>
        <p:grpSpPr>
          <a:xfrm>
            <a:off x="1752600" y="1181100"/>
            <a:ext cx="6019800" cy="4495800"/>
            <a:chOff x="685800" y="914400"/>
            <a:chExt cx="8153400" cy="5791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/>
                <p:cNvSpPr/>
                <p:nvPr/>
              </p:nvSpPr>
              <p:spPr>
                <a:xfrm>
                  <a:off x="3352800" y="1381538"/>
                  <a:ext cx="1676400" cy="585375"/>
                </a:xfrm>
                <a:prstGeom prst="ellipse">
                  <a:avLst/>
                </a:prstGeom>
                <a:solidFill>
                  <a:srgbClr val="FFFF99"/>
                </a:solidFill>
                <a:ln w="63500" cmpd="dbl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US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 sz="1200" i="1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" name="Oval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2800" y="1381538"/>
                  <a:ext cx="1676400" cy="585375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6350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val 9"/>
                <p:cNvSpPr/>
                <p:nvPr/>
              </p:nvSpPr>
              <p:spPr>
                <a:xfrm>
                  <a:off x="6172200" y="2332477"/>
                  <a:ext cx="1905000" cy="585375"/>
                </a:xfrm>
                <a:prstGeom prst="ellipse">
                  <a:avLst/>
                </a:prstGeom>
                <a:solidFill>
                  <a:srgbClr val="FFFF99"/>
                </a:solidFill>
                <a:ln w="63500" cmpd="dbl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,¬</m:t>
                        </m:r>
                        <m:d>
                          <m:dPr>
                            <m:ctrl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oMath>
                    </m:oMathPara>
                  </a14:m>
                  <a:endParaRPr lang="he-IL" sz="1200" i="1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" name="Oval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2332477"/>
                  <a:ext cx="1905000" cy="585375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6350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val 10"/>
                <p:cNvSpPr/>
                <p:nvPr/>
              </p:nvSpPr>
              <p:spPr>
                <a:xfrm>
                  <a:off x="6187044" y="4865699"/>
                  <a:ext cx="1905000" cy="585375"/>
                </a:xfrm>
                <a:prstGeom prst="ellipse">
                  <a:avLst/>
                </a:prstGeom>
                <a:solidFill>
                  <a:srgbClr val="FFFF99"/>
                </a:solidFill>
                <a:ln w="63500" cmpd="dbl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,¬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,¬</m:t>
                        </m:r>
                        <m:d>
                          <m:dPr>
                            <m:ctrlP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US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  <m:r>
                              <a:rPr lang="en-US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oMath>
                    </m:oMathPara>
                  </a14:m>
                  <a:endParaRPr lang="he-IL" sz="1200" i="1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Oval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7044" y="4865699"/>
                  <a:ext cx="1905000" cy="585375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6350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Oval 11"/>
                <p:cNvSpPr/>
                <p:nvPr/>
              </p:nvSpPr>
              <p:spPr>
                <a:xfrm>
                  <a:off x="3116283" y="5739224"/>
                  <a:ext cx="1905000" cy="585375"/>
                </a:xfrm>
                <a:prstGeom prst="ellipse">
                  <a:avLst/>
                </a:prstGeom>
                <a:solidFill>
                  <a:srgbClr val="FFFF99"/>
                </a:solidFill>
                <a:ln w="63500" cmpd="dbl"/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US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 sz="1200" i="1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Oval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6283" y="5739224"/>
                  <a:ext cx="1905000" cy="585375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6350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val 12"/>
                <p:cNvSpPr/>
                <p:nvPr/>
              </p:nvSpPr>
              <p:spPr>
                <a:xfrm>
                  <a:off x="1282533" y="3447243"/>
                  <a:ext cx="1905000" cy="585375"/>
                </a:xfrm>
                <a:prstGeom prst="ellipse">
                  <a:avLst/>
                </a:prstGeom>
                <a:solidFill>
                  <a:srgbClr val="FFFF99"/>
                </a:solidFill>
                <a:ln w="19050">
                  <a:solidFill>
                    <a:schemeClr val="tx1"/>
                  </a:solidFill>
                  <a:tailEnd w="lg" len="lg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 ¬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US" sz="1200" i="1" smtClean="0"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 sz="1200"/>
                </a:p>
              </p:txBody>
            </p:sp>
          </mc:Choice>
          <mc:Fallback xmlns="">
            <p:sp>
              <p:nvSpPr>
                <p:cNvPr id="13" name="Oval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2533" y="3447243"/>
                  <a:ext cx="1905000" cy="585375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  <a:tailEnd w="lg" len="lg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/>
            <p:cNvCxnSpPr>
              <a:stCxn id="7" idx="0"/>
            </p:cNvCxnSpPr>
            <p:nvPr/>
          </p:nvCxnSpPr>
          <p:spPr>
            <a:xfrm flipV="1">
              <a:off x="4191000" y="914400"/>
              <a:ext cx="0" cy="46713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10" idx="0"/>
            </p:cNvCxnSpPr>
            <p:nvPr/>
          </p:nvCxnSpPr>
          <p:spPr>
            <a:xfrm flipH="1" flipV="1">
              <a:off x="7086600" y="914400"/>
              <a:ext cx="38100" cy="141807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11" idx="7"/>
            </p:cNvCxnSpPr>
            <p:nvPr/>
          </p:nvCxnSpPr>
          <p:spPr>
            <a:xfrm flipV="1">
              <a:off x="7813063" y="4572000"/>
              <a:ext cx="721337" cy="37942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12" idx="2"/>
            </p:cNvCxnSpPr>
            <p:nvPr/>
          </p:nvCxnSpPr>
          <p:spPr>
            <a:xfrm flipH="1" flipV="1">
              <a:off x="685800" y="5867400"/>
              <a:ext cx="2430483" cy="16451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/>
            <p:nvPr/>
          </p:nvCxnSpPr>
          <p:spPr>
            <a:xfrm>
              <a:off x="914400" y="3733800"/>
              <a:ext cx="236517" cy="242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3" idx="6"/>
            </p:cNvCxnSpPr>
            <p:nvPr/>
          </p:nvCxnSpPr>
          <p:spPr>
            <a:xfrm flipV="1">
              <a:off x="3187533" y="3733800"/>
              <a:ext cx="1689267" cy="613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 20"/>
            <p:cNvSpPr/>
            <p:nvPr/>
          </p:nvSpPr>
          <p:spPr>
            <a:xfrm>
              <a:off x="5635248" y="1623502"/>
              <a:ext cx="2908340" cy="4368766"/>
            </a:xfrm>
            <a:custGeom>
              <a:avLst/>
              <a:gdLst>
                <a:gd name="connsiteX0" fmla="*/ 898525 w 2882693"/>
                <a:gd name="connsiteY0" fmla="*/ 251951 h 4352893"/>
                <a:gd name="connsiteX1" fmla="*/ 1728950 w 2882693"/>
                <a:gd name="connsiteY1" fmla="*/ 25 h 4352893"/>
                <a:gd name="connsiteX2" fmla="*/ 2624689 w 2882693"/>
                <a:gd name="connsiteY2" fmla="*/ 261282 h 4352893"/>
                <a:gd name="connsiteX3" fmla="*/ 2848623 w 2882693"/>
                <a:gd name="connsiteY3" fmla="*/ 1110367 h 4352893"/>
                <a:gd name="connsiteX4" fmla="*/ 2848623 w 2882693"/>
                <a:gd name="connsiteY4" fmla="*/ 3321722 h 4352893"/>
                <a:gd name="connsiteX5" fmla="*/ 2531383 w 2882693"/>
                <a:gd name="connsiteY5" fmla="*/ 3993527 h 4352893"/>
                <a:gd name="connsiteX6" fmla="*/ 1822256 w 2882693"/>
                <a:gd name="connsiteY6" fmla="*/ 4338759 h 4352893"/>
                <a:gd name="connsiteX7" fmla="*/ 889195 w 2882693"/>
                <a:gd name="connsiteY7" fmla="*/ 4254784 h 4352893"/>
                <a:gd name="connsiteX8" fmla="*/ 320027 w 2882693"/>
                <a:gd name="connsiteY8" fmla="*/ 3965535 h 4352893"/>
                <a:gd name="connsiteX9" fmla="*/ 96093 w 2882693"/>
                <a:gd name="connsiteY9" fmla="*/ 3489674 h 4352893"/>
                <a:gd name="connsiteX10" fmla="*/ 58770 w 2882693"/>
                <a:gd name="connsiteY10" fmla="*/ 1101037 h 4352893"/>
                <a:gd name="connsiteX11" fmla="*/ 898525 w 2882693"/>
                <a:gd name="connsiteY11" fmla="*/ 251951 h 4352893"/>
                <a:gd name="connsiteX0" fmla="*/ 924172 w 2908340"/>
                <a:gd name="connsiteY0" fmla="*/ 251951 h 4368765"/>
                <a:gd name="connsiteX1" fmla="*/ 1754597 w 2908340"/>
                <a:gd name="connsiteY1" fmla="*/ 25 h 4368765"/>
                <a:gd name="connsiteX2" fmla="*/ 2650336 w 2908340"/>
                <a:gd name="connsiteY2" fmla="*/ 261282 h 4368765"/>
                <a:gd name="connsiteX3" fmla="*/ 2874270 w 2908340"/>
                <a:gd name="connsiteY3" fmla="*/ 1110367 h 4368765"/>
                <a:gd name="connsiteX4" fmla="*/ 2874270 w 2908340"/>
                <a:gd name="connsiteY4" fmla="*/ 3321722 h 4368765"/>
                <a:gd name="connsiteX5" fmla="*/ 2557030 w 2908340"/>
                <a:gd name="connsiteY5" fmla="*/ 3993527 h 4368765"/>
                <a:gd name="connsiteX6" fmla="*/ 1847903 w 2908340"/>
                <a:gd name="connsiteY6" fmla="*/ 4338759 h 4368765"/>
                <a:gd name="connsiteX7" fmla="*/ 914842 w 2908340"/>
                <a:gd name="connsiteY7" fmla="*/ 4254784 h 4368765"/>
                <a:gd name="connsiteX8" fmla="*/ 121740 w 2908340"/>
                <a:gd name="connsiteY8" fmla="*/ 3489674 h 4368765"/>
                <a:gd name="connsiteX9" fmla="*/ 84417 w 2908340"/>
                <a:gd name="connsiteY9" fmla="*/ 1101037 h 4368765"/>
                <a:gd name="connsiteX10" fmla="*/ 924172 w 2908340"/>
                <a:gd name="connsiteY10" fmla="*/ 251951 h 4368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8340" h="4368765">
                  <a:moveTo>
                    <a:pt x="924172" y="251951"/>
                  </a:moveTo>
                  <a:cubicBezTo>
                    <a:pt x="1202535" y="68449"/>
                    <a:pt x="1466903" y="-1530"/>
                    <a:pt x="1754597" y="25"/>
                  </a:cubicBezTo>
                  <a:cubicBezTo>
                    <a:pt x="2042291" y="1580"/>
                    <a:pt x="2463724" y="76225"/>
                    <a:pt x="2650336" y="261282"/>
                  </a:cubicBezTo>
                  <a:cubicBezTo>
                    <a:pt x="2836948" y="446339"/>
                    <a:pt x="2836948" y="600294"/>
                    <a:pt x="2874270" y="1110367"/>
                  </a:cubicBezTo>
                  <a:cubicBezTo>
                    <a:pt x="2911592" y="1620440"/>
                    <a:pt x="2927143" y="2841195"/>
                    <a:pt x="2874270" y="3321722"/>
                  </a:cubicBezTo>
                  <a:cubicBezTo>
                    <a:pt x="2821397" y="3802249"/>
                    <a:pt x="2728091" y="3824021"/>
                    <a:pt x="2557030" y="3993527"/>
                  </a:cubicBezTo>
                  <a:cubicBezTo>
                    <a:pt x="2385969" y="4163033"/>
                    <a:pt x="2121601" y="4295216"/>
                    <a:pt x="1847903" y="4338759"/>
                  </a:cubicBezTo>
                  <a:cubicBezTo>
                    <a:pt x="1574205" y="4382302"/>
                    <a:pt x="1202536" y="4396298"/>
                    <a:pt x="914842" y="4254784"/>
                  </a:cubicBezTo>
                  <a:cubicBezTo>
                    <a:pt x="627148" y="4113270"/>
                    <a:pt x="260144" y="4015298"/>
                    <a:pt x="121740" y="3489674"/>
                  </a:cubicBezTo>
                  <a:cubicBezTo>
                    <a:pt x="-16664" y="2964050"/>
                    <a:pt x="-47767" y="1646878"/>
                    <a:pt x="84417" y="1101037"/>
                  </a:cubicBezTo>
                  <a:cubicBezTo>
                    <a:pt x="216601" y="555196"/>
                    <a:pt x="645809" y="435453"/>
                    <a:pt x="924172" y="251951"/>
                  </a:cubicBezTo>
                  <a:close/>
                </a:path>
              </a:pathLst>
            </a:cu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200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685800" y="914400"/>
              <a:ext cx="8153400" cy="5791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200"/>
            </a:p>
          </p:txBody>
        </p:sp>
        <p:sp>
          <p:nvSpPr>
            <p:cNvPr id="90" name="Freeform 89"/>
            <p:cNvSpPr/>
            <p:nvPr/>
          </p:nvSpPr>
          <p:spPr>
            <a:xfrm>
              <a:off x="1142238" y="1174516"/>
              <a:ext cx="4139328" cy="5443127"/>
            </a:xfrm>
            <a:custGeom>
              <a:avLst/>
              <a:gdLst>
                <a:gd name="connsiteX0" fmla="*/ 3933616 w 4404400"/>
                <a:gd name="connsiteY0" fmla="*/ 5390697 h 5560887"/>
                <a:gd name="connsiteX1" fmla="*/ 4204204 w 4404400"/>
                <a:gd name="connsiteY1" fmla="*/ 4933497 h 5560887"/>
                <a:gd name="connsiteX2" fmla="*/ 3896294 w 4404400"/>
                <a:gd name="connsiteY2" fmla="*/ 4121734 h 5560887"/>
                <a:gd name="connsiteX3" fmla="*/ 3886963 w 4404400"/>
                <a:gd name="connsiteY3" fmla="*/ 1079954 h 5560887"/>
                <a:gd name="connsiteX4" fmla="*/ 4353494 w 4404400"/>
                <a:gd name="connsiteY4" fmla="*/ 296183 h 5560887"/>
                <a:gd name="connsiteX5" fmla="*/ 2506032 w 4404400"/>
                <a:gd name="connsiteY5" fmla="*/ 174885 h 5560887"/>
                <a:gd name="connsiteX6" fmla="*/ 5428 w 4404400"/>
                <a:gd name="connsiteY6" fmla="*/ 2628836 h 5560887"/>
                <a:gd name="connsiteX7" fmla="*/ 1899543 w 4404400"/>
                <a:gd name="connsiteY7" fmla="*/ 5316052 h 5560887"/>
                <a:gd name="connsiteX8" fmla="*/ 3933616 w 4404400"/>
                <a:gd name="connsiteY8" fmla="*/ 5390697 h 5560887"/>
                <a:gd name="connsiteX0" fmla="*/ 3933616 w 4357998"/>
                <a:gd name="connsiteY0" fmla="*/ 5421019 h 5591209"/>
                <a:gd name="connsiteX1" fmla="*/ 4204204 w 4357998"/>
                <a:gd name="connsiteY1" fmla="*/ 4963819 h 5591209"/>
                <a:gd name="connsiteX2" fmla="*/ 3896294 w 4357998"/>
                <a:gd name="connsiteY2" fmla="*/ 4152056 h 5591209"/>
                <a:gd name="connsiteX3" fmla="*/ 3886963 w 4357998"/>
                <a:gd name="connsiteY3" fmla="*/ 1110276 h 5591209"/>
                <a:gd name="connsiteX4" fmla="*/ 4353494 w 4357998"/>
                <a:gd name="connsiteY4" fmla="*/ 326505 h 5591209"/>
                <a:gd name="connsiteX5" fmla="*/ 2506032 w 4357998"/>
                <a:gd name="connsiteY5" fmla="*/ 205207 h 5591209"/>
                <a:gd name="connsiteX6" fmla="*/ 5428 w 4357998"/>
                <a:gd name="connsiteY6" fmla="*/ 2659158 h 5591209"/>
                <a:gd name="connsiteX7" fmla="*/ 1899543 w 4357998"/>
                <a:gd name="connsiteY7" fmla="*/ 5346374 h 5591209"/>
                <a:gd name="connsiteX8" fmla="*/ 3933616 w 4357998"/>
                <a:gd name="connsiteY8" fmla="*/ 5421019 h 5591209"/>
                <a:gd name="connsiteX0" fmla="*/ 3933616 w 4377201"/>
                <a:gd name="connsiteY0" fmla="*/ 5357912 h 5528102"/>
                <a:gd name="connsiteX1" fmla="*/ 4204204 w 4377201"/>
                <a:gd name="connsiteY1" fmla="*/ 4900712 h 5528102"/>
                <a:gd name="connsiteX2" fmla="*/ 3896294 w 4377201"/>
                <a:gd name="connsiteY2" fmla="*/ 4088949 h 5528102"/>
                <a:gd name="connsiteX3" fmla="*/ 3886963 w 4377201"/>
                <a:gd name="connsiteY3" fmla="*/ 1047169 h 5528102"/>
                <a:gd name="connsiteX4" fmla="*/ 4372752 w 4377201"/>
                <a:gd name="connsiteY4" fmla="*/ 455625 h 5528102"/>
                <a:gd name="connsiteX5" fmla="*/ 2506032 w 4377201"/>
                <a:gd name="connsiteY5" fmla="*/ 142100 h 5528102"/>
                <a:gd name="connsiteX6" fmla="*/ 5428 w 4377201"/>
                <a:gd name="connsiteY6" fmla="*/ 2596051 h 5528102"/>
                <a:gd name="connsiteX7" fmla="*/ 1899543 w 4377201"/>
                <a:gd name="connsiteY7" fmla="*/ 5283267 h 5528102"/>
                <a:gd name="connsiteX8" fmla="*/ 3933616 w 4377201"/>
                <a:gd name="connsiteY8" fmla="*/ 5357912 h 5528102"/>
                <a:gd name="connsiteX0" fmla="*/ 3933616 w 4422631"/>
                <a:gd name="connsiteY0" fmla="*/ 5344039 h 5514229"/>
                <a:gd name="connsiteX1" fmla="*/ 4204204 w 4422631"/>
                <a:gd name="connsiteY1" fmla="*/ 4886839 h 5514229"/>
                <a:gd name="connsiteX2" fmla="*/ 3896294 w 4422631"/>
                <a:gd name="connsiteY2" fmla="*/ 4075076 h 5514229"/>
                <a:gd name="connsiteX3" fmla="*/ 3886964 w 4422631"/>
                <a:gd name="connsiteY3" fmla="*/ 1263969 h 5514229"/>
                <a:gd name="connsiteX4" fmla="*/ 4372752 w 4422631"/>
                <a:gd name="connsiteY4" fmla="*/ 441752 h 5514229"/>
                <a:gd name="connsiteX5" fmla="*/ 2506032 w 4422631"/>
                <a:gd name="connsiteY5" fmla="*/ 128227 h 5514229"/>
                <a:gd name="connsiteX6" fmla="*/ 5428 w 4422631"/>
                <a:gd name="connsiteY6" fmla="*/ 2582178 h 5514229"/>
                <a:gd name="connsiteX7" fmla="*/ 1899543 w 4422631"/>
                <a:gd name="connsiteY7" fmla="*/ 5269394 h 5514229"/>
                <a:gd name="connsiteX8" fmla="*/ 3933616 w 4422631"/>
                <a:gd name="connsiteY8" fmla="*/ 5344039 h 5514229"/>
                <a:gd name="connsiteX0" fmla="*/ 3933616 w 4269276"/>
                <a:gd name="connsiteY0" fmla="*/ 5440447 h 5610637"/>
                <a:gd name="connsiteX1" fmla="*/ 4204204 w 4269276"/>
                <a:gd name="connsiteY1" fmla="*/ 4983247 h 5610637"/>
                <a:gd name="connsiteX2" fmla="*/ 3896294 w 4269276"/>
                <a:gd name="connsiteY2" fmla="*/ 4171484 h 5610637"/>
                <a:gd name="connsiteX3" fmla="*/ 3886964 w 4269276"/>
                <a:gd name="connsiteY3" fmla="*/ 1360377 h 5610637"/>
                <a:gd name="connsiteX4" fmla="*/ 4209061 w 4269276"/>
                <a:gd name="connsiteY4" fmla="*/ 240208 h 5610637"/>
                <a:gd name="connsiteX5" fmla="*/ 2506032 w 4269276"/>
                <a:gd name="connsiteY5" fmla="*/ 224635 h 5610637"/>
                <a:gd name="connsiteX6" fmla="*/ 5428 w 4269276"/>
                <a:gd name="connsiteY6" fmla="*/ 2678586 h 5610637"/>
                <a:gd name="connsiteX7" fmla="*/ 1899543 w 4269276"/>
                <a:gd name="connsiteY7" fmla="*/ 5365802 h 5610637"/>
                <a:gd name="connsiteX8" fmla="*/ 3933616 w 4269276"/>
                <a:gd name="connsiteY8" fmla="*/ 5440447 h 5610637"/>
                <a:gd name="connsiteX0" fmla="*/ 3933616 w 4282521"/>
                <a:gd name="connsiteY0" fmla="*/ 5414571 h 5584761"/>
                <a:gd name="connsiteX1" fmla="*/ 4204204 w 4282521"/>
                <a:gd name="connsiteY1" fmla="*/ 4957371 h 5584761"/>
                <a:gd name="connsiteX2" fmla="*/ 3896294 w 4282521"/>
                <a:gd name="connsiteY2" fmla="*/ 4145608 h 5584761"/>
                <a:gd name="connsiteX3" fmla="*/ 3886964 w 4282521"/>
                <a:gd name="connsiteY3" fmla="*/ 1334501 h 5584761"/>
                <a:gd name="connsiteX4" fmla="*/ 4209061 w 4282521"/>
                <a:gd name="connsiteY4" fmla="*/ 214332 h 5584761"/>
                <a:gd name="connsiteX5" fmla="*/ 2294197 w 4282521"/>
                <a:gd name="connsiteY5" fmla="*/ 237204 h 5584761"/>
                <a:gd name="connsiteX6" fmla="*/ 5428 w 4282521"/>
                <a:gd name="connsiteY6" fmla="*/ 2652710 h 5584761"/>
                <a:gd name="connsiteX7" fmla="*/ 1899543 w 4282521"/>
                <a:gd name="connsiteY7" fmla="*/ 5339926 h 5584761"/>
                <a:gd name="connsiteX8" fmla="*/ 3933616 w 4282521"/>
                <a:gd name="connsiteY8" fmla="*/ 5414571 h 5584761"/>
                <a:gd name="connsiteX0" fmla="*/ 3933616 w 4289908"/>
                <a:gd name="connsiteY0" fmla="*/ 5446728 h 5616918"/>
                <a:gd name="connsiteX1" fmla="*/ 4204204 w 4289908"/>
                <a:gd name="connsiteY1" fmla="*/ 4989528 h 5616918"/>
                <a:gd name="connsiteX2" fmla="*/ 3896294 w 4289908"/>
                <a:gd name="connsiteY2" fmla="*/ 4177765 h 5616918"/>
                <a:gd name="connsiteX3" fmla="*/ 3886964 w 4289908"/>
                <a:gd name="connsiteY3" fmla="*/ 1366658 h 5616918"/>
                <a:gd name="connsiteX4" fmla="*/ 4209061 w 4289908"/>
                <a:gd name="connsiteY4" fmla="*/ 246489 h 5616918"/>
                <a:gd name="connsiteX5" fmla="*/ 2294197 w 4289908"/>
                <a:gd name="connsiteY5" fmla="*/ 269361 h 5616918"/>
                <a:gd name="connsiteX6" fmla="*/ 5428 w 4289908"/>
                <a:gd name="connsiteY6" fmla="*/ 2684867 h 5616918"/>
                <a:gd name="connsiteX7" fmla="*/ 1899543 w 4289908"/>
                <a:gd name="connsiteY7" fmla="*/ 5372083 h 5616918"/>
                <a:gd name="connsiteX8" fmla="*/ 3933616 w 4289908"/>
                <a:gd name="connsiteY8" fmla="*/ 5446728 h 5616918"/>
                <a:gd name="connsiteX0" fmla="*/ 3933616 w 4271652"/>
                <a:gd name="connsiteY0" fmla="*/ 5436726 h 5606916"/>
                <a:gd name="connsiteX1" fmla="*/ 4204204 w 4271652"/>
                <a:gd name="connsiteY1" fmla="*/ 4979526 h 5606916"/>
                <a:gd name="connsiteX2" fmla="*/ 3896294 w 4271652"/>
                <a:gd name="connsiteY2" fmla="*/ 4167763 h 5606916"/>
                <a:gd name="connsiteX3" fmla="*/ 3886964 w 4271652"/>
                <a:gd name="connsiteY3" fmla="*/ 1356656 h 5606916"/>
                <a:gd name="connsiteX4" fmla="*/ 4209061 w 4271652"/>
                <a:gd name="connsiteY4" fmla="*/ 236487 h 5606916"/>
                <a:gd name="connsiteX5" fmla="*/ 2294197 w 4271652"/>
                <a:gd name="connsiteY5" fmla="*/ 259359 h 5606916"/>
                <a:gd name="connsiteX6" fmla="*/ 5428 w 4271652"/>
                <a:gd name="connsiteY6" fmla="*/ 2674865 h 5606916"/>
                <a:gd name="connsiteX7" fmla="*/ 1899543 w 4271652"/>
                <a:gd name="connsiteY7" fmla="*/ 5362081 h 5606916"/>
                <a:gd name="connsiteX8" fmla="*/ 3933616 w 4271652"/>
                <a:gd name="connsiteY8" fmla="*/ 5436726 h 560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71652" h="5606916">
                  <a:moveTo>
                    <a:pt x="3933616" y="5436726"/>
                  </a:moveTo>
                  <a:cubicBezTo>
                    <a:pt x="4317726" y="5372967"/>
                    <a:pt x="4210424" y="5191020"/>
                    <a:pt x="4204204" y="4979526"/>
                  </a:cubicBezTo>
                  <a:cubicBezTo>
                    <a:pt x="4197984" y="4768032"/>
                    <a:pt x="3949167" y="4771575"/>
                    <a:pt x="3896294" y="4167763"/>
                  </a:cubicBezTo>
                  <a:cubicBezTo>
                    <a:pt x="3843421" y="3563951"/>
                    <a:pt x="3834836" y="2011869"/>
                    <a:pt x="3886964" y="1356656"/>
                  </a:cubicBezTo>
                  <a:cubicBezTo>
                    <a:pt x="3939092" y="701443"/>
                    <a:pt x="4445636" y="486649"/>
                    <a:pt x="4209061" y="236487"/>
                  </a:cubicBezTo>
                  <a:cubicBezTo>
                    <a:pt x="3972486" y="-13675"/>
                    <a:pt x="2994802" y="-147037"/>
                    <a:pt x="2294197" y="259359"/>
                  </a:cubicBezTo>
                  <a:cubicBezTo>
                    <a:pt x="1593592" y="665755"/>
                    <a:pt x="106509" y="1818004"/>
                    <a:pt x="5428" y="2674865"/>
                  </a:cubicBezTo>
                  <a:cubicBezTo>
                    <a:pt x="-95653" y="3531726"/>
                    <a:pt x="1240180" y="4898661"/>
                    <a:pt x="1899543" y="5362081"/>
                  </a:cubicBezTo>
                  <a:cubicBezTo>
                    <a:pt x="2558906" y="5825501"/>
                    <a:pt x="3549506" y="5500485"/>
                    <a:pt x="3933616" y="5436726"/>
                  </a:cubicBezTo>
                  <a:close/>
                </a:path>
              </a:pathLst>
            </a:custGeom>
            <a:noFill/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2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AB00B3-FB0B-48EB-A73B-824167A35455}"/>
                  </a:ext>
                </a:extLst>
              </p:cNvPr>
              <p:cNvSpPr txBox="1"/>
              <p:nvPr/>
            </p:nvSpPr>
            <p:spPr>
              <a:xfrm>
                <a:off x="1652478" y="6092991"/>
                <a:ext cx="5894883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איך יראה אוטומט לפסוק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US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∧¬</m:t>
                    </m:r>
                    <m:d>
                      <m:dPr>
                        <m:ctrlP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US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en-US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?</a:t>
                </a:r>
                <a:endParaRPr lang="LID4096" sz="2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AB00B3-FB0B-48EB-A73B-824167A35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478" y="6092991"/>
                <a:ext cx="5894883" cy="461665"/>
              </a:xfrm>
              <a:prstGeom prst="rect">
                <a:avLst/>
              </a:prstGeom>
              <a:blipFill>
                <a:blip r:embed="rId8"/>
                <a:stretch>
                  <a:fillRect t="-9333" r="-1655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40007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עבור הנוסחה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</m:t>
                    </m:r>
                    <m:r>
                      <a:rPr lang="en-US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</m:oMath>
                </a14:m>
                <a:endParaRPr lang="he-IL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8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1905000" y="2157350"/>
                <a:ext cx="1676400" cy="990600"/>
              </a:xfrm>
              <a:prstGeom prst="ellipse">
                <a:avLst/>
              </a:prstGeom>
              <a:solidFill>
                <a:srgbClr val="FFFF99"/>
              </a:solidFill>
              <a:ln w="63500" cmpd="dbl"/>
              <a:effec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</m:t>
                      </m:r>
                      <m:r>
                        <a:rPr lang="en-US" sz="14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</m:oMath>
                  </m:oMathPara>
                </a14:m>
                <a:endParaRPr lang="he-IL" sz="2400" i="1">
                  <a:solidFill>
                    <a:schemeClr val="accent1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157350"/>
                <a:ext cx="1676400" cy="9906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63500" cmpd="dbl"/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/>
              <p:cNvSpPr/>
              <p:nvPr/>
            </p:nvSpPr>
            <p:spPr>
              <a:xfrm>
                <a:off x="5715000" y="2156361"/>
                <a:ext cx="1676400" cy="990600"/>
              </a:xfrm>
              <a:prstGeom prst="ellipse">
                <a:avLst/>
              </a:prstGeom>
              <a:solidFill>
                <a:srgbClr val="FFFF99"/>
              </a:solidFill>
              <a:ln w="63500" cmpd="dbl"/>
              <a:effec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¬</m:t>
                      </m:r>
                      <m:r>
                        <a:rPr lang="en-US" sz="24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</m:t>
                      </m:r>
                      <m:r>
                        <a:rPr lang="en-US" sz="14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</m:oMath>
                  </m:oMathPara>
                </a14:m>
                <a:endParaRPr lang="he-IL" sz="2400" i="1">
                  <a:solidFill>
                    <a:schemeClr val="accent1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" name="Oval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2156361"/>
                <a:ext cx="1676400" cy="9906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63500" cmpd="dbl"/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/>
              <p:cNvSpPr/>
              <p:nvPr/>
            </p:nvSpPr>
            <p:spPr>
              <a:xfrm>
                <a:off x="1905000" y="4419600"/>
                <a:ext cx="1676400" cy="990600"/>
              </a:xfrm>
              <a:prstGeom prst="ellipse">
                <a:avLst/>
              </a:prstGeom>
              <a:solidFill>
                <a:srgbClr val="FFFF99"/>
              </a:solidFill>
              <a:ln w="63500" cmpd="dbl"/>
              <a:effec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</m:t>
                      </m:r>
                      <m:r>
                        <a:rPr lang="en-US" sz="14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</m:oMath>
                  </m:oMathPara>
                </a14:m>
                <a:endParaRPr lang="he-IL" sz="2400" i="1">
                  <a:solidFill>
                    <a:schemeClr val="accent1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Oval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419600"/>
                <a:ext cx="1676400" cy="9906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63500" cmpd="dbl"/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5715000" y="4419600"/>
                <a:ext cx="1676400" cy="990600"/>
              </a:xfrm>
              <a:prstGeom prst="ellipse">
                <a:avLst/>
              </a:prstGeom>
              <a:solidFill>
                <a:srgbClr val="FFFF99"/>
              </a:solidFill>
              <a:ln w="63500" cmpd="dbl"/>
              <a:effec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140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¬</m:t>
                      </m:r>
                      <m:r>
                        <a:rPr lang="en-US" sz="24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</m:t>
                      </m:r>
                      <m:r>
                        <a:rPr lang="en-US" sz="1400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𝑎</m:t>
                      </m:r>
                    </m:oMath>
                  </m:oMathPara>
                </a14:m>
                <a:endParaRPr lang="he-IL" sz="2400" i="1">
                  <a:solidFill>
                    <a:schemeClr val="accent1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4419600"/>
                <a:ext cx="1676400" cy="9906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63500" cmpd="dbl"/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urved Connector 15"/>
          <p:cNvCxnSpPr>
            <a:stCxn id="5" idx="1"/>
            <a:endCxn id="5" idx="0"/>
          </p:cNvCxnSpPr>
          <p:nvPr/>
        </p:nvCxnSpPr>
        <p:spPr>
          <a:xfrm rot="5400000" flipH="1" flipV="1">
            <a:off x="2374316" y="1933537"/>
            <a:ext cx="145070" cy="592697"/>
          </a:xfrm>
          <a:prstGeom prst="curvedConnector3">
            <a:avLst>
              <a:gd name="adj1" fmla="val 251080"/>
            </a:avLst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5" idx="6"/>
            <a:endCxn id="8" idx="2"/>
          </p:cNvCxnSpPr>
          <p:nvPr/>
        </p:nvCxnSpPr>
        <p:spPr>
          <a:xfrm flipV="1">
            <a:off x="3581400" y="2651661"/>
            <a:ext cx="2133600" cy="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5" idx="2"/>
          </p:cNvCxnSpPr>
          <p:nvPr/>
        </p:nvCxnSpPr>
        <p:spPr>
          <a:xfrm>
            <a:off x="1600200" y="2651661"/>
            <a:ext cx="304800" cy="98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9" idx="0"/>
            <a:endCxn id="5" idx="4"/>
          </p:cNvCxnSpPr>
          <p:nvPr/>
        </p:nvCxnSpPr>
        <p:spPr>
          <a:xfrm flipV="1">
            <a:off x="2743200" y="3147950"/>
            <a:ext cx="0" cy="127165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8" idx="4"/>
            <a:endCxn id="10" idx="0"/>
          </p:cNvCxnSpPr>
          <p:nvPr/>
        </p:nvCxnSpPr>
        <p:spPr>
          <a:xfrm>
            <a:off x="6553200" y="3146961"/>
            <a:ext cx="0" cy="127263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0" idx="2"/>
            <a:endCxn id="9" idx="6"/>
          </p:cNvCxnSpPr>
          <p:nvPr/>
        </p:nvCxnSpPr>
        <p:spPr>
          <a:xfrm flipH="1">
            <a:off x="3581400" y="4914900"/>
            <a:ext cx="21336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stCxn id="10" idx="5"/>
            <a:endCxn id="10" idx="4"/>
          </p:cNvCxnSpPr>
          <p:nvPr/>
        </p:nvCxnSpPr>
        <p:spPr>
          <a:xfrm rot="5400000">
            <a:off x="6777014" y="5041317"/>
            <a:ext cx="145070" cy="592697"/>
          </a:xfrm>
          <a:prstGeom prst="curvedConnector3">
            <a:avLst>
              <a:gd name="adj1" fmla="val 257579"/>
            </a:avLst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/>
          <p:cNvCxnSpPr>
            <a:stCxn id="9" idx="7"/>
          </p:cNvCxnSpPr>
          <p:nvPr/>
        </p:nvCxnSpPr>
        <p:spPr>
          <a:xfrm rot="5400000" flipH="1" flipV="1">
            <a:off x="3696990" y="2470461"/>
            <a:ext cx="1733116" cy="2455303"/>
          </a:xfrm>
          <a:prstGeom prst="curvedConnector2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/>
          <p:cNvCxnSpPr>
            <a:stCxn id="8" idx="3"/>
          </p:cNvCxnSpPr>
          <p:nvPr/>
        </p:nvCxnSpPr>
        <p:spPr>
          <a:xfrm rot="5400000">
            <a:off x="3882938" y="2654258"/>
            <a:ext cx="1729933" cy="2425199"/>
          </a:xfrm>
          <a:prstGeom prst="curvedConnector2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9" idx="2"/>
          </p:cNvCxnSpPr>
          <p:nvPr/>
        </p:nvCxnSpPr>
        <p:spPr>
          <a:xfrm>
            <a:off x="1600200" y="4914900"/>
            <a:ext cx="3048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2150502" y="1607860"/>
                <a:ext cx="248786" cy="369332"/>
              </a:xfrm>
              <a:prstGeom prst="rect">
                <a:avLst/>
              </a:prstGeom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502" y="1607860"/>
                <a:ext cx="248786" cy="369332"/>
              </a:xfrm>
              <a:prstGeom prst="rect">
                <a:avLst/>
              </a:prstGeom>
              <a:blipFill>
                <a:blip r:embed="rId7"/>
                <a:stretch>
                  <a:fillRect r="-12195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4289904" y="2342087"/>
                <a:ext cx="248786" cy="369332"/>
              </a:xfrm>
              <a:prstGeom prst="rect">
                <a:avLst/>
              </a:prstGeom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904" y="2342087"/>
                <a:ext cx="248786" cy="369332"/>
              </a:xfrm>
              <a:prstGeom prst="rect">
                <a:avLst/>
              </a:prstGeom>
              <a:blipFill>
                <a:blip r:embed="rId8"/>
                <a:stretch>
                  <a:fillRect r="-12195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6599121" y="3513446"/>
                <a:ext cx="248786" cy="369332"/>
              </a:xfrm>
              <a:prstGeom prst="rect">
                <a:avLst/>
              </a:prstGeom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121" y="3513446"/>
                <a:ext cx="248786" cy="369332"/>
              </a:xfrm>
              <a:prstGeom prst="rect">
                <a:avLst/>
              </a:prstGeom>
              <a:blipFill>
                <a:blip r:embed="rId8"/>
                <a:stretch>
                  <a:fillRect r="-15000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5296910" y="4050268"/>
                <a:ext cx="248786" cy="369332"/>
              </a:xfrm>
              <a:prstGeom prst="rect">
                <a:avLst/>
              </a:prstGeom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6910" y="4050268"/>
                <a:ext cx="248786" cy="369332"/>
              </a:xfrm>
              <a:prstGeom prst="rect">
                <a:avLst/>
              </a:prstGeom>
              <a:blipFill>
                <a:blip r:embed="rId8"/>
                <a:stretch>
                  <a:fillRect r="-12195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3685607" y="3022836"/>
                <a:ext cx="248786" cy="369332"/>
              </a:xfrm>
              <a:prstGeom prst="rect">
                <a:avLst/>
              </a:prstGeom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5607" y="3022836"/>
                <a:ext cx="248786" cy="369332"/>
              </a:xfrm>
              <a:prstGeom prst="rect">
                <a:avLst/>
              </a:prstGeom>
              <a:blipFill>
                <a:blip r:embed="rId9"/>
                <a:stretch>
                  <a:fillRect r="-85000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2274895" y="3753983"/>
                <a:ext cx="248786" cy="369332"/>
              </a:xfrm>
              <a:prstGeom prst="rect">
                <a:avLst/>
              </a:prstGeom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4895" y="3753983"/>
                <a:ext cx="248786" cy="369332"/>
              </a:xfrm>
              <a:prstGeom prst="rect">
                <a:avLst/>
              </a:prstGeom>
              <a:blipFill>
                <a:blip r:embed="rId9"/>
                <a:stretch>
                  <a:fillRect r="-80488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6667500" y="5577690"/>
                <a:ext cx="248786" cy="369332"/>
              </a:xfrm>
              <a:prstGeom prst="rect">
                <a:avLst/>
              </a:prstGeom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0" y="5577690"/>
                <a:ext cx="248786" cy="369332"/>
              </a:xfrm>
              <a:prstGeom prst="rect">
                <a:avLst/>
              </a:prstGeom>
              <a:blipFill>
                <a:blip r:embed="rId10"/>
                <a:stretch>
                  <a:fillRect r="-80488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4538690" y="4895798"/>
                <a:ext cx="248786" cy="369332"/>
              </a:xfrm>
              <a:prstGeom prst="rect">
                <a:avLst/>
              </a:prstGeom>
              <a:effectLst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690" y="4895798"/>
                <a:ext cx="248786" cy="369332"/>
              </a:xfrm>
              <a:prstGeom prst="rect">
                <a:avLst/>
              </a:prstGeom>
              <a:blipFill>
                <a:blip r:embed="rId10"/>
                <a:stretch>
                  <a:fillRect r="-85000"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427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628650" y="228600"/>
                <a:ext cx="7772400" cy="1143000"/>
              </a:xfrm>
            </p:spPr>
            <p:txBody>
              <a:bodyPr>
                <a:noAutofit/>
              </a:bodyPr>
              <a:lstStyle/>
              <a:p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GNBA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עבור הנוסחה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groupChr>
                          <m:groupChrPr>
                            <m:chr m:val="⏞"/>
                            <m:pos m:val="top"/>
                            <m:vertJc m:val="bot"/>
                            <m:ctrlP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/>
                              </m:rP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US" sz="28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  <m:limLow>
                              <m:limLowPr>
                                <m:ctrlP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groupChr>
                                  <m:groupChrPr>
                                    <m:chr m:val="⏟"/>
                                    <m:ctrlP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800" b="0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U</m:t>
                                    </m:r>
                                    <m: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  <m:t>¬</m:t>
                                    </m:r>
                                    <m: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groupChr>
                              </m:e>
                              <m:lim>
                                <m: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lim>
                            </m:limLow>
                          </m:e>
                        </m:groupChr>
                      </m:e>
                      <m:lim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𝜑</m:t>
                        </m:r>
                      </m:lim>
                    </m:limUpp>
                  </m:oMath>
                </a14:m>
                <a:endParaRPr lang="he-IL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28650" y="228600"/>
                <a:ext cx="7772400" cy="1143000"/>
              </a:xfrm>
              <a:blipFill>
                <a:blip r:embed="rId2"/>
                <a:stretch>
                  <a:fillRect t="-3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286000" y="6313343"/>
                <a:ext cx="4954905" cy="311304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ℱ</m:t>
                      </m:r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6313343"/>
                <a:ext cx="4954905" cy="311304"/>
              </a:xfrm>
              <a:prstGeom prst="rect">
                <a:avLst/>
              </a:prstGeom>
              <a:blipFill>
                <a:blip r:embed="rId3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762000" y="1066800"/>
            <a:ext cx="6934200" cy="5055799"/>
            <a:chOff x="457200" y="735401"/>
            <a:chExt cx="7467600" cy="5695542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876"/>
            <a:stretch/>
          </p:blipFill>
          <p:spPr>
            <a:xfrm>
              <a:off x="457200" y="735401"/>
              <a:ext cx="7467600" cy="5695542"/>
            </a:xfrm>
            <a:prstGeom prst="rect">
              <a:avLst/>
            </a:prstGeom>
          </p:spPr>
        </p:pic>
        <p:sp>
          <p:nvSpPr>
            <p:cNvPr id="5" name="Oval 4"/>
            <p:cNvSpPr/>
            <p:nvPr/>
          </p:nvSpPr>
          <p:spPr>
            <a:xfrm>
              <a:off x="1393631" y="2041719"/>
              <a:ext cx="304800" cy="3048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6287276" y="3676262"/>
              <a:ext cx="304800" cy="3048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2438400" y="3676262"/>
              <a:ext cx="304800" cy="304800"/>
            </a:xfrm>
            <a:prstGeom prst="ellips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2301630" y="5943600"/>
            <a:ext cx="4216219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המצבים המסומנים הם אלה </a:t>
            </a:r>
            <a:r>
              <a:rPr lang="he-IL" u="sng">
                <a:latin typeface="Gisha" panose="020B0502040204020203" pitchFamily="34" charset="-79"/>
                <a:cs typeface="Gisha" panose="020B0502040204020203" pitchFamily="34" charset="-79"/>
              </a:rPr>
              <a:t>שאינם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מקבלים</a:t>
            </a:r>
          </a:p>
        </p:txBody>
      </p:sp>
    </p:spTree>
    <p:extLst>
      <p:ext uri="{BB962C8B-B14F-4D97-AF65-F5344CB8AC3E}">
        <p14:creationId xmlns:p14="http://schemas.microsoft.com/office/powerpoint/2010/main" val="21687980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>
          <a:xfrm>
            <a:off x="628650" y="1721412"/>
            <a:ext cx="8134350" cy="4907988"/>
          </a:xfrm>
          <a:prstGeom prst="roundRect">
            <a:avLst/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Rounded Rectangle 5"/>
          <p:cNvSpPr/>
          <p:nvPr/>
        </p:nvSpPr>
        <p:spPr>
          <a:xfrm>
            <a:off x="762000" y="2514600"/>
            <a:ext cx="7696200" cy="914400"/>
          </a:xfrm>
          <a:prstGeom prst="roundRect">
            <a:avLst/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723900" y="181818"/>
                <a:ext cx="7772400" cy="1143000"/>
              </a:xfrm>
            </p:spPr>
            <p:txBody>
              <a:bodyPr>
                <a:noAutofit/>
              </a:bodyPr>
              <a:lstStyle/>
              <a:p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GNBA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עבור הנוסחה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en-US" sz="2800" b="0" i="1" dirty="0" smtClean="0"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groupChr>
                          <m:groupChrPr>
                            <m:chr m:val="⏞"/>
                            <m:pos m:val="top"/>
                            <m:vertJc m:val="bot"/>
                            <m:ctrlP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/>
                              </m:rP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US" sz="2800" b="0" i="1" dirty="0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  <m:limLow>
                              <m:limLowPr>
                                <m:ctrlPr>
                                  <a:rPr lang="en-US" sz="28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groupChr>
                                  <m:groupChrPr>
                                    <m:chr m:val="⏟"/>
                                    <m:ctrlP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  <m:t>U</m:t>
                                    </m:r>
                                    <m: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  <m:t>¬</m:t>
                                    </m:r>
                                    <m: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groupChr>
                              </m:e>
                              <m:lim>
                                <m:r>
                                  <a:rPr lang="en-US" sz="2800" b="0" i="1" dirty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lim>
                            </m:limLow>
                          </m:e>
                        </m:groupChr>
                      </m:e>
                      <m:lim>
                        <m:r>
                          <a:rPr lang="en-US" sz="28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lim>
                    </m:limUpp>
                  </m:oMath>
                </a14:m>
                <a:endParaRPr lang="he-IL" sz="2800">
                  <a:latin typeface="cmmi10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3900" y="181818"/>
                <a:ext cx="7772400" cy="1143000"/>
              </a:xfrm>
              <a:blipFill>
                <a:blip r:embed="rId2"/>
                <a:stretch>
                  <a:fillRect t="-3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23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48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1066800" y="2711966"/>
                <a:ext cx="1752600" cy="445572"/>
              </a:xfrm>
              <a:prstGeom prst="ellipse">
                <a:avLst/>
              </a:prstGeom>
              <a:solidFill>
                <a:srgbClr val="FFD9D9"/>
              </a:solid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711966"/>
                <a:ext cx="1752600" cy="445572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/>
              <p:cNvSpPr/>
              <p:nvPr/>
            </p:nvSpPr>
            <p:spPr>
              <a:xfrm>
                <a:off x="2590800" y="3917992"/>
                <a:ext cx="1752600" cy="445572"/>
              </a:xfrm>
              <a:prstGeom prst="ellipse">
                <a:avLst/>
              </a:prstGeom>
              <a:solidFill>
                <a:srgbClr val="CCECFF"/>
              </a:solid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7" name="Oval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3917992"/>
                <a:ext cx="1752600" cy="445572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/>
              <p:cNvSpPr/>
              <p:nvPr/>
            </p:nvSpPr>
            <p:spPr>
              <a:xfrm>
                <a:off x="2590800" y="5388272"/>
                <a:ext cx="1752600" cy="445572"/>
              </a:xfrm>
              <a:prstGeom prst="ellipse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9" name="Oval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5388272"/>
                <a:ext cx="1752600" cy="445572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/>
              <p:cNvSpPr/>
              <p:nvPr/>
            </p:nvSpPr>
            <p:spPr>
              <a:xfrm>
                <a:off x="3810000" y="2711966"/>
                <a:ext cx="1752600" cy="445572"/>
              </a:xfrm>
              <a:prstGeom prst="ellipse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1" name="Oval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2711966"/>
                <a:ext cx="1752600" cy="445572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/>
              <p:cNvSpPr/>
              <p:nvPr/>
            </p:nvSpPr>
            <p:spPr>
              <a:xfrm>
                <a:off x="6553200" y="2711966"/>
                <a:ext cx="1752600" cy="445572"/>
              </a:xfrm>
              <a:prstGeom prst="ellipse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2" name="Oval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2711966"/>
                <a:ext cx="1752600" cy="445572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/>
              <p:cNvSpPr/>
              <p:nvPr/>
            </p:nvSpPr>
            <p:spPr>
              <a:xfrm>
                <a:off x="5330190" y="3933011"/>
                <a:ext cx="1752600" cy="445572"/>
              </a:xfrm>
              <a:prstGeom prst="ellipse">
                <a:avLst/>
              </a:prstGeom>
              <a:solidFill>
                <a:srgbClr val="CCECFF"/>
              </a:solid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4" name="Oval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190" y="3933011"/>
                <a:ext cx="1752600" cy="445572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val 44"/>
              <p:cNvSpPr/>
              <p:nvPr/>
            </p:nvSpPr>
            <p:spPr>
              <a:xfrm>
                <a:off x="5330190" y="5377914"/>
                <a:ext cx="1752600" cy="445572"/>
              </a:xfrm>
              <a:prstGeom prst="ellipse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5" name="Oval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190" y="5377914"/>
                <a:ext cx="1752600" cy="445572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urved Connector 13"/>
          <p:cNvCxnSpPr>
            <a:stCxn id="5" idx="0"/>
            <a:endCxn id="6" idx="0"/>
          </p:cNvCxnSpPr>
          <p:nvPr/>
        </p:nvCxnSpPr>
        <p:spPr>
          <a:xfrm rot="5400000" flipH="1" flipV="1">
            <a:off x="3177917" y="1279783"/>
            <a:ext cx="197366" cy="2667000"/>
          </a:xfrm>
          <a:prstGeom prst="curvedConnector3">
            <a:avLst>
              <a:gd name="adj1" fmla="val 36060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stCxn id="41" idx="6"/>
            <a:endCxn id="21" idx="0"/>
          </p:cNvCxnSpPr>
          <p:nvPr/>
        </p:nvCxnSpPr>
        <p:spPr>
          <a:xfrm flipH="1" flipV="1">
            <a:off x="4695825" y="1721412"/>
            <a:ext cx="866775" cy="1213340"/>
          </a:xfrm>
          <a:prstGeom prst="curvedConnector4">
            <a:avLst>
              <a:gd name="adj1" fmla="val -44835"/>
              <a:gd name="adj2" fmla="val 13956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Curved Connector 58"/>
          <p:cNvCxnSpPr/>
          <p:nvPr/>
        </p:nvCxnSpPr>
        <p:spPr>
          <a:xfrm flipH="1" flipV="1">
            <a:off x="7435215" y="1703307"/>
            <a:ext cx="866775" cy="1213340"/>
          </a:xfrm>
          <a:prstGeom prst="curvedConnector4">
            <a:avLst>
              <a:gd name="adj1" fmla="val -44835"/>
              <a:gd name="adj2" fmla="val 13956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438400" y="3774820"/>
            <a:ext cx="4800600" cy="797180"/>
          </a:xfrm>
          <a:prstGeom prst="roundRect">
            <a:avLst/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dk1"/>
              </a:solidFill>
            </a:endParaRPr>
          </a:p>
        </p:txBody>
      </p:sp>
      <p:cxnSp>
        <p:nvCxnSpPr>
          <p:cNvPr id="32" name="Curved Connector 31"/>
          <p:cNvCxnSpPr>
            <a:stCxn id="37" idx="4"/>
            <a:endCxn id="30" idx="1"/>
          </p:cNvCxnSpPr>
          <p:nvPr/>
        </p:nvCxnSpPr>
        <p:spPr>
          <a:xfrm rot="5400000" flipH="1">
            <a:off x="2857673" y="3754137"/>
            <a:ext cx="190154" cy="1028700"/>
          </a:xfrm>
          <a:prstGeom prst="curvedConnector4">
            <a:avLst>
              <a:gd name="adj1" fmla="val -229833"/>
              <a:gd name="adj2" fmla="val 14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Curved Connector 63"/>
          <p:cNvCxnSpPr/>
          <p:nvPr/>
        </p:nvCxnSpPr>
        <p:spPr>
          <a:xfrm rot="16200000">
            <a:off x="6635288" y="3750338"/>
            <a:ext cx="190154" cy="1028700"/>
          </a:xfrm>
          <a:prstGeom prst="curvedConnector4">
            <a:avLst>
              <a:gd name="adj1" fmla="val -229833"/>
              <a:gd name="adj2" fmla="val 14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44" idx="0"/>
          </p:cNvCxnSpPr>
          <p:nvPr/>
        </p:nvCxnSpPr>
        <p:spPr>
          <a:xfrm flipH="1" flipV="1">
            <a:off x="6204857" y="3442996"/>
            <a:ext cx="1633" cy="4900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2438400" y="5212468"/>
            <a:ext cx="4800600" cy="797180"/>
          </a:xfrm>
          <a:prstGeom prst="roundRect">
            <a:avLst/>
          </a:prstGeom>
          <a:noFill/>
          <a:ln>
            <a:solidFill>
              <a:schemeClr val="accent3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dk1"/>
              </a:solidFill>
            </a:endParaRPr>
          </a:p>
        </p:txBody>
      </p:sp>
      <p:cxnSp>
        <p:nvCxnSpPr>
          <p:cNvPr id="68" name="Curved Connector 67"/>
          <p:cNvCxnSpPr/>
          <p:nvPr/>
        </p:nvCxnSpPr>
        <p:spPr>
          <a:xfrm rot="5400000" flipH="1">
            <a:off x="2857673" y="5242522"/>
            <a:ext cx="190154" cy="1028700"/>
          </a:xfrm>
          <a:prstGeom prst="curvedConnector4">
            <a:avLst>
              <a:gd name="adj1" fmla="val -229833"/>
              <a:gd name="adj2" fmla="val 14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Curved Connector 69"/>
          <p:cNvCxnSpPr/>
          <p:nvPr/>
        </p:nvCxnSpPr>
        <p:spPr>
          <a:xfrm rot="16200000">
            <a:off x="6625763" y="5219855"/>
            <a:ext cx="190154" cy="1028700"/>
          </a:xfrm>
          <a:prstGeom prst="curvedConnector4">
            <a:avLst>
              <a:gd name="adj1" fmla="val -229833"/>
              <a:gd name="adj2" fmla="val 14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1943100" y="3774820"/>
            <a:ext cx="495300" cy="1431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>
            <a:off x="914400" y="2286000"/>
            <a:ext cx="38100" cy="2193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1236079"/>
            <a:ext cx="4216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המצבים המסומנים הם אלה </a:t>
            </a:r>
            <a:r>
              <a:rPr lang="he-IL" u="sng">
                <a:latin typeface="Gisha" panose="020B0502040204020203" pitchFamily="34" charset="-79"/>
                <a:cs typeface="Gisha" panose="020B0502040204020203" pitchFamily="34" charset="-79"/>
              </a:rPr>
              <a:t>שאינם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מקבלים</a:t>
            </a:r>
          </a:p>
        </p:txBody>
      </p:sp>
    </p:spTree>
    <p:extLst>
      <p:ext uri="{BB962C8B-B14F-4D97-AF65-F5344CB8AC3E}">
        <p14:creationId xmlns:p14="http://schemas.microsoft.com/office/powerpoint/2010/main" val="1925540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399" y="-76200"/>
            <a:ext cx="8062957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תוצאה עיקרית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67499" y="6858000"/>
            <a:ext cx="2569079" cy="476250"/>
          </a:xfrm>
        </p:spPr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74292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953772"/>
                <a:ext cx="8763000" cy="3581400"/>
              </a:xfr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לכל נוסחת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i="1" dirty="0" smtClean="0">
                        <a:latin typeface="Cambria Math" panose="02040503050406030204" pitchFamily="18" charset="0"/>
                        <a:sym typeface="Symbol"/>
                      </a:rPr>
                      <m:t>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(מעל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) קיים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GNBA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𝒢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r>
                  <a:rPr lang="he-IL" baseline="-250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מעל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2</m:t>
                    </m:r>
                    <m:r>
                      <a:rPr lang="en-US" i="1" baseline="30000" dirty="0" smtClean="0">
                        <a:latin typeface="Cambria Math" panose="02040503050406030204" pitchFamily="18" charset="0"/>
                        <a:sym typeface="Symbol"/>
                      </a:rPr>
                      <m:t>𝐴𝑃</m:t>
                    </m:r>
                  </m:oMath>
                </a14:m>
                <a:r>
                  <a:rPr lang="he-IL" baseline="300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כך ש:</a:t>
                </a:r>
              </a:p>
              <a:p>
                <a:pPr marL="719138" indent="0">
                  <a:spcBef>
                    <a:spcPts val="2400"/>
                  </a:spcBef>
                  <a:spcAft>
                    <a:spcPts val="2400"/>
                  </a:spcAft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𝑊𝑜𝑟𝑑𝑠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𝜑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) 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sym typeface="Symbol"/>
                          </a:rPr>
                          <m:t>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sym typeface="Symbol"/>
                          </a:rPr>
                          <m:t>𝜔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𝒢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sym typeface="Symbol"/>
                      </a:rPr>
                      <m:t>)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  <a:sym typeface="Symbol"/>
                </a:endParaRPr>
              </a:p>
              <a:p>
                <a:pPr marL="719138" indent="0">
                  <a:spcBef>
                    <a:spcPts val="2400"/>
                  </a:spcBef>
                  <a:spcAft>
                    <a:spcPts val="2400"/>
                  </a:spcAft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ניתן לבנות את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𝒢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r>
                  <a:rPr lang="he-IL" baseline="-25000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בזמן וזיכרון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𝒪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sym typeface="Symbol"/>
                              </a:rPr>
                              <m:t>2</m:t>
                            </m:r>
                          </m:e>
                          <m:sup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</m:ctrlPr>
                              </m:d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sym typeface="Symbol"/>
                                  </a:rPr>
                                  <m:t>𝜑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  <a:sym typeface="Symbol"/>
                </a:endParaRPr>
              </a:p>
              <a:p>
                <a:pPr marL="719138" indent="0">
                  <a:spcBef>
                    <a:spcPts val="2400"/>
                  </a:spcBef>
                  <a:spcAft>
                    <a:spcPts val="2400"/>
                  </a:spcAft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מספר הקבוצות המקבלות של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Symbol"/>
                          </a:rPr>
                          <m:t>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sym typeface="Symbol"/>
                          </a:rPr>
                          <m:t>𝜑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  <a:sym typeface="Symbol"/>
                  </a:rPr>
                  <a:t>חסום מלמעלה ע"י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dirty="0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sym typeface="Symbol"/>
                          </a:rPr>
                          <m:t>𝜑</m:t>
                        </m:r>
                      </m:e>
                    </m:d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  <a:sym typeface="Symbol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953772"/>
                <a:ext cx="8763000" cy="3581400"/>
              </a:xfr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15641" y="1323647"/>
            <a:ext cx="4232618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[</a:t>
            </a:r>
            <a:r>
              <a:rPr lang="en-US" sz="2400" err="1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Vardi</a:t>
            </a:r>
            <a:r>
              <a:rPr lang="en-US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, </a:t>
            </a:r>
            <a:r>
              <a:rPr lang="en-US" sz="2400" err="1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Wolper</a:t>
            </a:r>
            <a:r>
              <a:rPr lang="en-US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&amp; </a:t>
            </a:r>
            <a:r>
              <a:rPr lang="en-US" sz="2400" err="1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Sistla</a:t>
            </a:r>
            <a:r>
              <a:rPr lang="en-US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1986]</a:t>
            </a:r>
            <a:endParaRPr lang="he-IL" sz="2400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304659" y="6096000"/>
                <a:ext cx="5681893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⇐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כל נוסחת </a:t>
                </a:r>
                <a:r>
                  <a:rPr lang="en-US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מבטאת תכונה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-רגולרית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659" y="6096000"/>
                <a:ext cx="568189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person in a suit and tie&#10;&#10;Description automatically generated">
            <a:extLst>
              <a:ext uri="{FF2B5EF4-FFF2-40B4-BE49-F238E27FC236}">
                <a16:creationId xmlns:a16="http://schemas.microsoft.com/office/drawing/2014/main" id="{1A426F69-4019-FD54-AD62-C2B6C5D94F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026" y="603308"/>
            <a:ext cx="791941" cy="665393"/>
          </a:xfrm>
          <a:prstGeom prst="rect">
            <a:avLst/>
          </a:prstGeom>
        </p:spPr>
      </p:pic>
      <p:pic>
        <p:nvPicPr>
          <p:cNvPr id="9" name="Picture 8" descr="A person with a mustache&#10;&#10;Description automatically generated">
            <a:extLst>
              <a:ext uri="{FF2B5EF4-FFF2-40B4-BE49-F238E27FC236}">
                <a16:creationId xmlns:a16="http://schemas.microsoft.com/office/drawing/2014/main" id="{A1AD78A9-94A0-E2AD-0BD5-249805AABF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51119" y="572689"/>
            <a:ext cx="823746" cy="7266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057400" y="2133600"/>
            <a:ext cx="4533900" cy="6127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האם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יכולים לבטא יותר מ-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33866" y="1370688"/>
                <a:ext cx="8382000" cy="2590800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נבחן את התכונה:</a:t>
                </a:r>
                <a:b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  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.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>
                  <a:buNone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קיים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כך ש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he-IL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33866" y="1370688"/>
                <a:ext cx="8382000" cy="2590800"/>
              </a:xfrm>
              <a:blipFill>
                <a:blip r:embed="rId2"/>
                <a:stretch>
                  <a:fillRect t="-2118" r="-1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356970" y="5867400"/>
                <a:ext cx="4430059" cy="50674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1">
                <a:spAutoFit/>
              </a:bodyPr>
              <a:lstStyle/>
              <a:p>
                <a:pPr algn="r"/>
                <a:r>
                  <a:rPr lang="he-IL" sz="2400" b="0" i="0">
                    <a:solidFill>
                      <a:srgbClr val="0000FF"/>
                    </a:solidFill>
                    <a:latin typeface="+mj-lt"/>
                    <a:cs typeface="Gisha" panose="020B0502040204020203" pitchFamily="34" charset="-79"/>
                  </a:rPr>
                  <a:t>האם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r>
                      <a:rPr lang="he-IL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ניתן</m:t>
                    </m:r>
                    <m:r>
                      <a:rPr lang="he-IL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לבטא תכונה זאת ב-</a:t>
                </a:r>
                <a:r>
                  <a:rPr lang="en-US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?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6970" y="5867400"/>
                <a:ext cx="4430059" cy="5067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5101993" y="4326298"/>
            <a:ext cx="667947" cy="667947"/>
          </a:xfrm>
          <a:prstGeom prst="ellipse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048000" y="4302155"/>
            <a:ext cx="667947" cy="667947"/>
            <a:chOff x="2990894" y="3612649"/>
            <a:chExt cx="381000" cy="381000"/>
          </a:xfrm>
          <a:solidFill>
            <a:srgbClr val="FFFFCC"/>
          </a:solidFill>
          <a:effectLst/>
        </p:grpSpPr>
        <p:sp>
          <p:nvSpPr>
            <p:cNvPr id="10" name="Oval 9"/>
            <p:cNvSpPr/>
            <p:nvPr/>
          </p:nvSpPr>
          <p:spPr>
            <a:xfrm>
              <a:off x="2990894" y="3612649"/>
              <a:ext cx="381000" cy="38100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019394" y="3641149"/>
              <a:ext cx="324000" cy="32400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p:cxnSp>
        <p:nvCxnSpPr>
          <p:cNvPr id="12" name="Elbow Connector 26"/>
          <p:cNvCxnSpPr>
            <a:stCxn id="8" idx="1"/>
            <a:endCxn id="10" idx="7"/>
          </p:cNvCxnSpPr>
          <p:nvPr/>
        </p:nvCxnSpPr>
        <p:spPr>
          <a:xfrm rot="16200000" flipV="1">
            <a:off x="4396900" y="3621205"/>
            <a:ext cx="24143" cy="1581682"/>
          </a:xfrm>
          <a:prstGeom prst="curvedConnector3">
            <a:avLst>
              <a:gd name="adj1" fmla="val 850962"/>
            </a:avLst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26"/>
          <p:cNvCxnSpPr>
            <a:stCxn id="10" idx="5"/>
            <a:endCxn id="8" idx="3"/>
          </p:cNvCxnSpPr>
          <p:nvPr/>
        </p:nvCxnSpPr>
        <p:spPr>
          <a:xfrm rot="16200000" flipH="1">
            <a:off x="4396900" y="4093514"/>
            <a:ext cx="24143" cy="1581682"/>
          </a:xfrm>
          <a:prstGeom prst="curvedConnector3">
            <a:avLst>
              <a:gd name="adj1" fmla="val 1127674"/>
            </a:avLst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0" idx="2"/>
          </p:cNvCxnSpPr>
          <p:nvPr/>
        </p:nvCxnSpPr>
        <p:spPr>
          <a:xfrm flipV="1">
            <a:off x="2819400" y="4636129"/>
            <a:ext cx="228600" cy="241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244520" y="5109515"/>
                <a:ext cx="381066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4520" y="5109515"/>
                <a:ext cx="38106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085311" y="3869044"/>
                <a:ext cx="699487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311" y="3869044"/>
                <a:ext cx="69948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 descr="A cartoon character with a question mark above his head&#10;&#10;Description automatically generated">
            <a:extLst>
              <a:ext uri="{FF2B5EF4-FFF2-40B4-BE49-F238E27FC236}">
                <a16:creationId xmlns:a16="http://schemas.microsoft.com/office/drawing/2014/main" id="{706F3C48-277F-7CAD-97E3-28B5536FC2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6148" y="2616828"/>
            <a:ext cx="40386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897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תכונות חסרות ספירה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51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7DC86FF-56EB-AB79-1F37-9035A27871D8}"/>
                  </a:ext>
                </a:extLst>
              </p:cNvPr>
              <p:cNvSpPr txBox="1"/>
              <p:nvPr/>
            </p:nvSpPr>
            <p:spPr>
              <a:xfrm>
                <a:off x="283403" y="3662979"/>
                <a:ext cx="8577192" cy="923330"/>
              </a:xfrm>
              <a:prstGeom prst="rect">
                <a:avLst/>
              </a:prstGeom>
              <a:solidFill>
                <a:srgbClr val="002060">
                  <a:alpha val="50000"/>
                </a:srgb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דוגמה: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התכונה שראינו בשקף הקודם היא לא חסרת ספירה.</a:t>
                </a:r>
              </a:p>
              <a:p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הוכחה: 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</m:t>
                    </m:r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𝜀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, </m:t>
                    </m:r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, </m:t>
                    </m:r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{}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ואז לכל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𝑛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זוגי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𝑣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𝐿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אבל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𝑣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𝑛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+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𝛼</m:t>
                    </m:r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∉</m:t>
                    </m:r>
                    <m:r>
                      <a:rPr lang="en-US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𝐿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7DC86FF-56EB-AB79-1F37-9035A2787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03" y="3662979"/>
                <a:ext cx="8577192" cy="923330"/>
              </a:xfrm>
              <a:prstGeom prst="rect">
                <a:avLst/>
              </a:prstGeom>
              <a:blipFill>
                <a:blip r:embed="rId3"/>
                <a:stretch>
                  <a:fillRect b="-1714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D3A470D-A937-4349-4EC0-5CD806FDE590}"/>
                  </a:ext>
                </a:extLst>
              </p:cNvPr>
              <p:cNvSpPr txBox="1"/>
              <p:nvPr/>
            </p:nvSpPr>
            <p:spPr>
              <a:xfrm>
                <a:off x="891163" y="4734234"/>
                <a:ext cx="7989558" cy="923330"/>
              </a:xfrm>
              <a:prstGeom prst="rect">
                <a:avLst/>
              </a:prstGeom>
              <a:solidFill>
                <a:srgbClr val="002060">
                  <a:alpha val="50000"/>
                </a:srgb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דוגמה נוספת: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התכונה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r>
                              <m:rPr>
                                <m:lit/>
                              </m:rP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{}{}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∗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היא לא חסרת ספירה.</a:t>
                </a:r>
              </a:p>
              <a:p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הוכחה: 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</m:t>
                    </m:r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𝜀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, </m:t>
                    </m:r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{}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, </m:t>
                    </m:r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ואז לכל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𝑛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זוגי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𝑣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𝐿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אבל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𝑣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𝑛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+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𝛼</m:t>
                    </m:r>
                    <m:r>
                      <a:rPr lang="he-IL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∉</m:t>
                    </m:r>
                    <m:r>
                      <a:rPr lang="en-US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𝐿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D3A470D-A937-4349-4EC0-5CD806FDE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163" y="4734234"/>
                <a:ext cx="7989558" cy="923330"/>
              </a:xfrm>
              <a:prstGeom prst="rect">
                <a:avLst/>
              </a:prstGeom>
              <a:blipFill>
                <a:blip r:embed="rId4"/>
                <a:stretch>
                  <a:fillRect b="-1714"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1BBE7BB-180F-697C-FCAA-6BD3F84FC159}"/>
                  </a:ext>
                </a:extLst>
              </p:cNvPr>
              <p:cNvSpPr txBox="1"/>
              <p:nvPr/>
            </p:nvSpPr>
            <p:spPr>
              <a:xfrm>
                <a:off x="309028" y="1328177"/>
                <a:ext cx="8577192" cy="924740"/>
              </a:xfrm>
              <a:prstGeom prst="rect">
                <a:avLst/>
              </a:prstGeom>
              <a:solidFill>
                <a:srgbClr val="CCECFF">
                  <a:alpha val="50000"/>
                </a:srgb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66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rgbClr val="000066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6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00006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000066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000066"/>
                                    </a:solidFill>
                                    <a:latin typeface="Cambria Math" panose="02040503050406030204" pitchFamily="18" charset="0"/>
                                  </a:rPr>
                                  <m:t>𝐴𝑃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en-US">
                    <a:solidFill>
                      <a:srgbClr val="000066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solidFill>
                      <a:srgbClr val="000066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היא חסרת ספירה אם קיים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>
                    <a:solidFill>
                      <a:srgbClr val="000066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כך שלכל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66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0066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he-IL" b="0" i="1" smtClean="0">
                        <a:solidFill>
                          <a:srgbClr val="000066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>
                    <a:solidFill>
                      <a:srgbClr val="000066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 ולכל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66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rgbClr val="000066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rgbClr val="000066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solidFill>
                          <a:srgbClr val="000066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6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00006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rgbClr val="000066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000066"/>
                                    </a:solidFill>
                                    <a:latin typeface="Cambria Math" panose="02040503050406030204" pitchFamily="18" charset="0"/>
                                  </a:rPr>
                                  <m:t>𝐴𝑃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he-IL" b="0">
                    <a:solidFill>
                      <a:srgbClr val="000066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endParaRPr lang="en-US" b="0">
                  <a:solidFill>
                    <a:srgbClr val="000066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 b="0">
                    <a:solidFill>
                      <a:srgbClr val="000066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ו-</a:t>
                </a:r>
                <a:r>
                  <a:rPr lang="en-US">
                    <a:solidFill>
                      <a:srgbClr val="000066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1" smtClean="0">
                        <a:solidFill>
                          <a:srgbClr val="000066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solidFill>
                          <a:srgbClr val="000066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00006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solidFill>
                                      <a:srgbClr val="00006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rgbClr val="000066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rgbClr val="000066"/>
                                    </a:solidFill>
                                    <a:latin typeface="Cambria Math" panose="02040503050406030204" pitchFamily="18" charset="0"/>
                                  </a:rPr>
                                  <m:t>𝐴𝑃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0066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b="0">
                    <a:solidFill>
                      <a:srgbClr val="000066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מתקיים: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66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𝑣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66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𝛼</m:t>
                      </m:r>
                      <m:r>
                        <a:rPr lang="en-US" b="0" i="1" smtClean="0">
                          <a:solidFill>
                            <a:srgbClr val="000066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∈</m:t>
                      </m:r>
                      <m:r>
                        <a:rPr lang="en-US" b="0" i="1" smtClean="0">
                          <a:solidFill>
                            <a:srgbClr val="000066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𝑃</m:t>
                      </m:r>
                      <m:r>
                        <a:rPr lang="en-US" b="0" i="1" smtClean="0">
                          <a:solidFill>
                            <a:srgbClr val="000066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 ⇔ </m:t>
                      </m:r>
                      <m:r>
                        <a:rPr lang="en-US" i="1">
                          <a:solidFill>
                            <a:srgbClr val="000066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𝑣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𝑤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rgbClr val="000066"/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1</m:t>
                          </m:r>
                        </m:sup>
                      </m:sSup>
                      <m:r>
                        <a:rPr lang="en-US" i="1">
                          <a:solidFill>
                            <a:srgbClr val="000066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𝛼</m:t>
                      </m:r>
                      <m:r>
                        <a:rPr lang="en-US" i="1">
                          <a:solidFill>
                            <a:srgbClr val="000066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∈</m:t>
                      </m:r>
                      <m:r>
                        <a:rPr lang="en-US" i="1">
                          <a:solidFill>
                            <a:srgbClr val="000066"/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𝑃</m:t>
                      </m:r>
                    </m:oMath>
                  </m:oMathPara>
                </a14:m>
                <a:endParaRPr lang="LID4096">
                  <a:solidFill>
                    <a:srgbClr val="000066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1BBE7BB-180F-697C-FCAA-6BD3F84FC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28" y="1328177"/>
                <a:ext cx="8577192" cy="9247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851457-7B3C-84F3-325C-398B8F539FE7}"/>
                  </a:ext>
                </a:extLst>
              </p:cNvPr>
              <p:cNvSpPr txBox="1"/>
              <p:nvPr/>
            </p:nvSpPr>
            <p:spPr>
              <a:xfrm>
                <a:off x="285712" y="2504964"/>
                <a:ext cx="8610599" cy="924036"/>
              </a:xfrm>
              <a:prstGeom prst="rect">
                <a:avLst/>
              </a:prstGeom>
              <a:solidFill>
                <a:srgbClr val="FFD9D9">
                  <a:alpha val="50000"/>
                </a:srgb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𝐴𝑃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:r>
                  <a:rPr lang="he-IL" u="sng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לא</a:t>
                </a:r>
                <a:r>
                  <a:rPr lang="he-IL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חסרת ספירה אם קיימים אינסוף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he-IL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-ים  ו-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𝐴𝑃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he-IL" b="0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ו-</a:t>
                </a:r>
                <a:r>
                  <a:rPr lang="en-US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chemeClr val="accent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solidFill>
                                      <a:schemeClr val="accent2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𝐴𝑃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b="0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עבורם </a:t>
                </a:r>
                <a:r>
                  <a:rPr lang="he-IL" b="0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מתקיים: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𝑣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𝛼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∈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𝑃</m:t>
                      </m:r>
                      <m:r>
                        <a:rPr lang="en-US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  ⇎ </m:t>
                      </m:r>
                      <m:r>
                        <a:rPr lang="en-US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𝑣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𝑤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+</m:t>
                          </m:r>
                          <m:r>
                            <a:rPr lang="en-US" b="0" i="1" smtClean="0">
                              <a:solidFill>
                                <a:schemeClr val="accent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Gisha" panose="020B0502040204020203" pitchFamily="34" charset="-79"/>
                            </a:rPr>
                            <m:t>1</m:t>
                          </m:r>
                        </m:sup>
                      </m:sSup>
                      <m:r>
                        <a:rPr lang="en-US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𝛼</m:t>
                      </m:r>
                      <m:r>
                        <a:rPr lang="en-US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∈</m:t>
                      </m:r>
                      <m:r>
                        <a:rPr lang="en-US" i="1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𝑃</m:t>
                      </m:r>
                    </m:oMath>
                  </m:oMathPara>
                </a14:m>
                <a:endParaRPr lang="LID4096">
                  <a:solidFill>
                    <a:schemeClr val="accent2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851457-7B3C-84F3-325C-398B8F539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12" y="2504964"/>
                <a:ext cx="8610599" cy="9240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19CA67D-3DC5-2A8C-6132-907610748A35}"/>
              </a:ext>
            </a:extLst>
          </p:cNvPr>
          <p:cNvSpPr txBox="1"/>
          <p:nvPr/>
        </p:nvSpPr>
        <p:spPr>
          <a:xfrm>
            <a:off x="334535" y="6113047"/>
            <a:ext cx="8561776" cy="369332"/>
          </a:xfrm>
          <a:prstGeom prst="rect">
            <a:avLst/>
          </a:prstGeom>
          <a:solidFill>
            <a:srgbClr val="FFD9D9">
              <a:alpha val="50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he-IL"/>
            </a:defPPr>
            <a:lvl1pPr>
              <a:defRPr b="0" i="1">
                <a:solidFill>
                  <a:schemeClr val="accent2">
                    <a:lumMod val="50000"/>
                  </a:schemeClr>
                </a:solidFill>
                <a:latin typeface="Cambria Math" panose="020405030504060302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he-IL" i="0">
                <a:latin typeface="Gisha" panose="020B0502040204020203" pitchFamily="34" charset="-79"/>
                <a:cs typeface="Gisha" panose="020B0502040204020203" pitchFamily="34" charset="-79"/>
              </a:rPr>
              <a:t>משפט: כל תכונה הניתנת לתיאור ב-</a:t>
            </a:r>
            <a:r>
              <a:rPr lang="en-US" i="0"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r>
              <a:rPr lang="he-IL" i="0">
                <a:latin typeface="Gisha" panose="020B0502040204020203" pitchFamily="34" charset="-79"/>
                <a:cs typeface="Gisha" panose="020B0502040204020203" pitchFamily="34" charset="-79"/>
              </a:rPr>
              <a:t> היא חסרת ספירה</a:t>
            </a:r>
            <a:endParaRPr lang="en-US" i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5FAD42D-1D1D-D1EB-3916-DC69BC5A6C8B}"/>
              </a:ext>
            </a:extLst>
          </p:cNvPr>
          <p:cNvGrpSpPr/>
          <p:nvPr/>
        </p:nvGrpSpPr>
        <p:grpSpPr>
          <a:xfrm>
            <a:off x="1905000" y="3850420"/>
            <a:ext cx="1447800" cy="3004683"/>
            <a:chOff x="1905000" y="3850420"/>
            <a:chExt cx="1447800" cy="3004683"/>
          </a:xfrm>
        </p:grpSpPr>
        <p:pic>
          <p:nvPicPr>
            <p:cNvPr id="17" name="Picture 16" descr="A cartoon character with a question mark above his head&#10;&#10;Description automatically generated">
              <a:extLst>
                <a:ext uri="{FF2B5EF4-FFF2-40B4-BE49-F238E27FC236}">
                  <a16:creationId xmlns:a16="http://schemas.microsoft.com/office/drawing/2014/main" id="{AA9F0B9C-8AB4-5439-1D55-6F61B6D2D2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22" t="30226" r="33333"/>
            <a:stretch/>
          </p:blipFill>
          <p:spPr>
            <a:xfrm flipH="1">
              <a:off x="1905000" y="5740325"/>
              <a:ext cx="762000" cy="1114778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796B5EA-50E9-C21C-50BB-5D934B2D790C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00" y="6324600"/>
              <a:ext cx="990600" cy="0"/>
            </a:xfrm>
            <a:prstGeom prst="straightConnector1">
              <a:avLst/>
            </a:prstGeom>
            <a:ln w="3810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96F16E3-07C6-040A-05C7-6EC10AF11D72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 rot="10800000" flipH="1">
              <a:off x="1905000" y="3850420"/>
              <a:ext cx="1447800" cy="2447294"/>
            </a:xfrm>
            <a:prstGeom prst="curvedConnector4">
              <a:avLst>
                <a:gd name="adj1" fmla="val -110526"/>
                <a:gd name="adj2" fmla="val 99919"/>
              </a:avLst>
            </a:prstGeom>
            <a:ln w="38100"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6471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CC2164-E8B0-6AF1-03CC-2E5CFF70C895}"/>
              </a:ext>
            </a:extLst>
          </p:cNvPr>
          <p:cNvSpPr txBox="1"/>
          <p:nvPr/>
        </p:nvSpPr>
        <p:spPr>
          <a:xfrm>
            <a:off x="1905000" y="424934"/>
            <a:ext cx="5466625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משפט: כל תכונה הניתנת לתיאור ב-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היא חסרת ספירה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C46CE5-7857-286E-4372-AA94315A2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324100"/>
            <a:ext cx="7905227" cy="2209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3456E2-518F-0E91-5CC0-AACC47D83C12}"/>
              </a:ext>
            </a:extLst>
          </p:cNvPr>
          <p:cNvSpPr txBox="1"/>
          <p:nvPr/>
        </p:nvSpPr>
        <p:spPr>
          <a:xfrm>
            <a:off x="5559270" y="914400"/>
            <a:ext cx="3624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הוכחה באינדוקציה על מבנה הנוסחה:</a:t>
            </a:r>
            <a:endParaRPr lang="LID4096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31362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CC2164-E8B0-6AF1-03CC-2E5CFF70C895}"/>
              </a:ext>
            </a:extLst>
          </p:cNvPr>
          <p:cNvSpPr txBox="1"/>
          <p:nvPr/>
        </p:nvSpPr>
        <p:spPr>
          <a:xfrm>
            <a:off x="1905000" y="424934"/>
            <a:ext cx="5466625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משפט: כל תכונה הניתנת לתיאור ב-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היא חסרת ספירה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EB81DB-79E8-DFF8-B526-6D39DD93B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187" y="1752600"/>
            <a:ext cx="7371625" cy="3834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58DA24-63C6-D59E-3FD2-FD765A4556BB}"/>
              </a:ext>
            </a:extLst>
          </p:cNvPr>
          <p:cNvSpPr txBox="1"/>
          <p:nvPr/>
        </p:nvSpPr>
        <p:spPr>
          <a:xfrm>
            <a:off x="5559270" y="914400"/>
            <a:ext cx="3624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הוכחה באינדוקציה על מבנה הנוסחה:</a:t>
            </a:r>
            <a:endParaRPr lang="LID4096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49242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CC2164-E8B0-6AF1-03CC-2E5CFF70C895}"/>
              </a:ext>
            </a:extLst>
          </p:cNvPr>
          <p:cNvSpPr txBox="1"/>
          <p:nvPr/>
        </p:nvSpPr>
        <p:spPr>
          <a:xfrm>
            <a:off x="1905000" y="424934"/>
            <a:ext cx="5466625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משפט: כל תכונה הניתנת לתיאור ב-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היא חסרת ספירה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9AEE94-819F-3993-3FE7-5C07A1FEE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24000"/>
            <a:ext cx="8595360" cy="11460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3B42F1-545E-EB6F-763D-932258E7E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892600"/>
            <a:ext cx="8595360" cy="7219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2C28A4-57BF-32A3-8CC6-420FF00C6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813862"/>
            <a:ext cx="8595360" cy="25133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7FA282-6010-26F3-9431-FDFE728B96F4}"/>
              </a:ext>
            </a:extLst>
          </p:cNvPr>
          <p:cNvSpPr txBox="1"/>
          <p:nvPr/>
        </p:nvSpPr>
        <p:spPr>
          <a:xfrm>
            <a:off x="5559270" y="914400"/>
            <a:ext cx="3624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הוכחה באינדוקציה על מבנה הנוסחה:</a:t>
            </a:r>
            <a:endParaRPr lang="LID4096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51185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CC2164-E8B0-6AF1-03CC-2E5CFF70C895}"/>
              </a:ext>
            </a:extLst>
          </p:cNvPr>
          <p:cNvSpPr txBox="1"/>
          <p:nvPr/>
        </p:nvSpPr>
        <p:spPr>
          <a:xfrm>
            <a:off x="1905000" y="424934"/>
            <a:ext cx="5466625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משפט: כל תכונה הניתנת לתיאור ב-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היא חסרת ספירה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9AEE94-819F-3993-3FE7-5C07A1FEE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24000"/>
            <a:ext cx="8595360" cy="11460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AB0ED1-D5C9-4DEA-64A6-9E43FFF4A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895600"/>
            <a:ext cx="8595360" cy="727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C7CCCB-6A7C-B406-4289-0A75437CB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800843"/>
            <a:ext cx="8595360" cy="21892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FC5CFBA-E7D6-324E-04DF-0124FF045964}"/>
              </a:ext>
            </a:extLst>
          </p:cNvPr>
          <p:cNvSpPr txBox="1"/>
          <p:nvPr/>
        </p:nvSpPr>
        <p:spPr>
          <a:xfrm>
            <a:off x="5559270" y="914400"/>
            <a:ext cx="3624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הוכחה באינדוקציה על מבנה הנוסחה:</a:t>
            </a:r>
            <a:endParaRPr lang="LID4096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463791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057400" y="2359058"/>
            <a:ext cx="4533900" cy="6127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מסקנה: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NBA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יכולים לבטא יותר מ-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LTL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33866" y="1370688"/>
                <a:ext cx="8382000" cy="25908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לא קיימת נוסחת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sym typeface="Symbol"/>
                      </a:rPr>
                      <m:t>𝜑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המקיימת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𝑊𝑜𝑟𝑑𝑠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he-IL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עבור התכונה:</a:t>
                </a:r>
                <a:b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  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 .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>
                  <a:buNone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אבל קיים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כך ש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he-IL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33866" y="1370688"/>
                <a:ext cx="8382000" cy="2590800"/>
              </a:xfrm>
              <a:blipFill>
                <a:blip r:embed="rId2"/>
                <a:stretch>
                  <a:fillRect t="-3765" r="-1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77028" y="5715000"/>
                <a:ext cx="6454973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1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⇐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קיימות תכונות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-רגולרית שלא ניתן לבטא ב-</a:t>
                </a:r>
                <a:r>
                  <a:rPr lang="en-US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endParaRPr lang="he-IL" sz="2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028" y="5715000"/>
                <a:ext cx="645497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5101993" y="4326298"/>
            <a:ext cx="667947" cy="667947"/>
          </a:xfrm>
          <a:prstGeom prst="ellipse">
            <a:avLst/>
          </a:prstGeom>
          <a:solidFill>
            <a:srgbClr val="FFFFCC"/>
          </a:solidFill>
          <a:ln w="1905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048000" y="4302155"/>
            <a:ext cx="667947" cy="667947"/>
            <a:chOff x="2990894" y="3612649"/>
            <a:chExt cx="381000" cy="381000"/>
          </a:xfrm>
          <a:solidFill>
            <a:srgbClr val="FFFFCC"/>
          </a:solidFill>
          <a:effectLst/>
        </p:grpSpPr>
        <p:sp>
          <p:nvSpPr>
            <p:cNvPr id="10" name="Oval 9"/>
            <p:cNvSpPr/>
            <p:nvPr/>
          </p:nvSpPr>
          <p:spPr>
            <a:xfrm>
              <a:off x="2990894" y="3612649"/>
              <a:ext cx="381000" cy="38100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019394" y="3641149"/>
              <a:ext cx="324000" cy="324000"/>
            </a:xfrm>
            <a:prstGeom prst="ellips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p:cxnSp>
        <p:nvCxnSpPr>
          <p:cNvPr id="12" name="Elbow Connector 26"/>
          <p:cNvCxnSpPr>
            <a:stCxn id="8" idx="1"/>
            <a:endCxn id="10" idx="7"/>
          </p:cNvCxnSpPr>
          <p:nvPr/>
        </p:nvCxnSpPr>
        <p:spPr>
          <a:xfrm rot="16200000" flipV="1">
            <a:off x="4396900" y="3621205"/>
            <a:ext cx="24143" cy="1581682"/>
          </a:xfrm>
          <a:prstGeom prst="curvedConnector3">
            <a:avLst>
              <a:gd name="adj1" fmla="val 850962"/>
            </a:avLst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Elbow Connector 26"/>
          <p:cNvCxnSpPr>
            <a:stCxn id="10" idx="5"/>
            <a:endCxn id="8" idx="3"/>
          </p:cNvCxnSpPr>
          <p:nvPr/>
        </p:nvCxnSpPr>
        <p:spPr>
          <a:xfrm rot="16200000" flipH="1">
            <a:off x="4396900" y="4093514"/>
            <a:ext cx="24143" cy="1581682"/>
          </a:xfrm>
          <a:prstGeom prst="curvedConnector3">
            <a:avLst>
              <a:gd name="adj1" fmla="val 1127674"/>
            </a:avLst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0" idx="2"/>
          </p:cNvCxnSpPr>
          <p:nvPr/>
        </p:nvCxnSpPr>
        <p:spPr>
          <a:xfrm flipV="1">
            <a:off x="2819400" y="4636129"/>
            <a:ext cx="228600" cy="241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244520" y="5109515"/>
                <a:ext cx="381066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4520" y="5109515"/>
                <a:ext cx="38106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085311" y="3869044"/>
                <a:ext cx="699487" cy="369332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𝑡𝑟𝑢𝑒</m:t>
                      </m:r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311" y="3869044"/>
                <a:ext cx="69948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4683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964" y="-75804"/>
            <a:ext cx="7772400" cy="1143000"/>
          </a:xfrm>
        </p:spPr>
        <p:txBody>
          <a:bodyPr>
            <a:noAutofit/>
          </a:bodyPr>
          <a:lstStyle/>
          <a:p>
            <a:r>
              <a:rPr lang="en-US" sz="2800">
                <a:latin typeface="Gisha" panose="020B0502040204020203" pitchFamily="34" charset="-79"/>
                <a:cs typeface="Gisha" panose="020B0502040204020203" pitchFamily="34" charset="-79"/>
              </a:rPr>
              <a:t>Quantified Propositional Temporal Logic (QPTL)</a:t>
            </a:r>
            <a:endParaRPr lang="he-IL" sz="28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F25BF3-87A8-A274-A02A-99EB52990465}"/>
              </a:ext>
            </a:extLst>
          </p:cNvPr>
          <p:cNvSpPr txBox="1"/>
          <p:nvPr/>
        </p:nvSpPr>
        <p:spPr>
          <a:xfrm>
            <a:off x="5334000" y="1180763"/>
            <a:ext cx="3701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נוסחאת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QPTL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מוגדרת על ידי התחביר: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B993D7E-FDA7-5A8B-0819-7A8D32FF3C86}"/>
                  </a:ext>
                </a:extLst>
              </p:cNvPr>
              <p:cNvSpPr txBox="1"/>
              <p:nvPr/>
            </p:nvSpPr>
            <p:spPr>
              <a:xfrm>
                <a:off x="506435" y="2955786"/>
                <a:ext cx="84530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לקשרים בנוסחת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QPTL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אותה המשמעות כמו לקשרים ב-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LTL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בתוספת הקשר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∃</m:t>
                    </m:r>
                  </m:oMath>
                </a14:m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שמשמעותו: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B993D7E-FDA7-5A8B-0819-7A8D32FF3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435" y="2955786"/>
                <a:ext cx="8453020" cy="369332"/>
              </a:xfrm>
              <a:prstGeom prst="rect">
                <a:avLst/>
              </a:prstGeom>
              <a:blipFill>
                <a:blip r:embed="rId2"/>
                <a:stretch>
                  <a:fillRect t="-10000" r="-64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CC88AF6-8FA0-ECD3-E3DF-64C7C97465E3}"/>
                  </a:ext>
                </a:extLst>
              </p:cNvPr>
              <p:cNvSpPr txBox="1"/>
              <p:nvPr/>
            </p:nvSpPr>
            <p:spPr>
              <a:xfrm>
                <a:off x="1778030" y="1878088"/>
                <a:ext cx="5587940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0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¬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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𝜓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   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 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𝜓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U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𝜓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 |</m:t>
                      </m:r>
                      <m:r>
                        <a:rPr lang="en-US" sz="2000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  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∃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𝑝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. 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𝜓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CC88AF6-8FA0-ECD3-E3DF-64C7C9746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030" y="1878088"/>
                <a:ext cx="5587940" cy="400110"/>
              </a:xfrm>
              <a:prstGeom prst="rect">
                <a:avLst/>
              </a:prstGeom>
              <a:blipFill>
                <a:blip r:embed="rId3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9A07B1-5D35-670E-3A11-6ACCAC7011B1}"/>
                  </a:ext>
                </a:extLst>
              </p:cNvPr>
              <p:cNvSpPr txBox="1"/>
              <p:nvPr/>
            </p:nvSpPr>
            <p:spPr>
              <a:xfrm>
                <a:off x="1688820" y="5591212"/>
                <a:ext cx="5732120" cy="4397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𝑡𝑐𝑘</m:t>
                      </m:r>
                      <m:r>
                        <a:rPr lang="en-US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𝑡𝑐𝑘</m:t>
                          </m:r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m:rPr>
                              <m:nor/>
                            </m:rPr>
                            <a:rPr lang="en-US" sz="2000" b="1" dirty="0" smtClean="0">
                              <a:solidFill>
                                <a:srgbClr val="FF0000"/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  <a:sym typeface="Symbol"/>
                            </a:rPr>
                            <m:t>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𝑡𝑐𝑘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↔¬</m:t>
                              </m:r>
                              <m:r>
                                <m:rPr>
                                  <m:nor/>
                                </m:rPr>
                                <a:rPr lang="en-US" sz="2000">
                                  <a:solidFill>
                                    <a:srgbClr val="FF0000"/>
                                  </a:solidFill>
                                  <a:latin typeface="Gisha" panose="020B0502040204020203" pitchFamily="34" charset="-79"/>
                                  <a:cs typeface="Gisha" panose="020B0502040204020203" pitchFamily="34" charset="-79"/>
                                  <a:sym typeface="Wingdings" panose="05000000000000000000" pitchFamily="2" charset="2"/>
                                </a:rPr>
                                <m:t></m:t>
                              </m:r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𝑡𝑐𝑘</m:t>
                              </m:r>
                            </m:e>
                          </m:d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m:rPr>
                              <m:nor/>
                            </m:rPr>
                            <a:rPr lang="en-US" sz="2000" b="1" dirty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  <a:sym typeface="Symbol"/>
                            </a:rPr>
                            <m:t>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𝑡𝑐𝑘</m:t>
                              </m:r>
                              <m: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9A07B1-5D35-670E-3A11-6ACCAC701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8820" y="5591212"/>
                <a:ext cx="5732120" cy="4397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F45E7F34-D54D-1CD5-2322-B230432EACA0}"/>
              </a:ext>
            </a:extLst>
          </p:cNvPr>
          <p:cNvSpPr txBox="1"/>
          <p:nvPr/>
        </p:nvSpPr>
        <p:spPr>
          <a:xfrm>
            <a:off x="1907525" y="4733164"/>
            <a:ext cx="7051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דוגמא: ניתן לתאר את התכונה שראינו בשקף הקודם באמצעות נוסאת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QPTL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: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D9F7CA2-D6DA-8BBC-5467-18B33E3DE780}"/>
              </a:ext>
            </a:extLst>
          </p:cNvPr>
          <p:cNvGrpSpPr/>
          <p:nvPr/>
        </p:nvGrpSpPr>
        <p:grpSpPr>
          <a:xfrm>
            <a:off x="7029450" y="5469709"/>
            <a:ext cx="1752600" cy="1270461"/>
            <a:chOff x="2819400" y="3589132"/>
            <a:chExt cx="2950540" cy="2138848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033EC9D-C598-BC84-7405-6BCBFE3189B2}"/>
                </a:ext>
              </a:extLst>
            </p:cNvPr>
            <p:cNvSpPr/>
            <p:nvPr/>
          </p:nvSpPr>
          <p:spPr>
            <a:xfrm>
              <a:off x="5101993" y="4326298"/>
              <a:ext cx="667947" cy="667947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BAB419D-53F4-605F-457B-98D95E64D803}"/>
                </a:ext>
              </a:extLst>
            </p:cNvPr>
            <p:cNvGrpSpPr/>
            <p:nvPr/>
          </p:nvGrpSpPr>
          <p:grpSpPr>
            <a:xfrm>
              <a:off x="3048000" y="4302155"/>
              <a:ext cx="667947" cy="667947"/>
              <a:chOff x="2990894" y="3612649"/>
              <a:chExt cx="381000" cy="381000"/>
            </a:xfrm>
            <a:solidFill>
              <a:srgbClr val="FFFFCC"/>
            </a:solidFill>
            <a:effectLst/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1EE36D34-E222-97A3-1418-5E6EF3F47D70}"/>
                  </a:ext>
                </a:extLst>
              </p:cNvPr>
              <p:cNvSpPr/>
              <p:nvPr/>
            </p:nvSpPr>
            <p:spPr>
              <a:xfrm>
                <a:off x="2990894" y="3612649"/>
                <a:ext cx="381000" cy="3810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26A2915A-F96F-0025-0799-0CEA69CBAC76}"/>
                  </a:ext>
                </a:extLst>
              </p:cNvPr>
              <p:cNvSpPr/>
              <p:nvPr/>
            </p:nvSpPr>
            <p:spPr>
              <a:xfrm>
                <a:off x="3019394" y="3641149"/>
                <a:ext cx="324000" cy="3240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p:grpSp>
        <p:cxnSp>
          <p:nvCxnSpPr>
            <p:cNvPr id="47" name="Elbow Connector 26">
              <a:extLst>
                <a:ext uri="{FF2B5EF4-FFF2-40B4-BE49-F238E27FC236}">
                  <a16:creationId xmlns:a16="http://schemas.microsoft.com/office/drawing/2014/main" id="{73F07E09-EFE4-5011-7353-71016FB8AFC3}"/>
                </a:ext>
              </a:extLst>
            </p:cNvPr>
            <p:cNvCxnSpPr>
              <a:stCxn id="43" idx="1"/>
              <a:endCxn id="45" idx="7"/>
            </p:cNvCxnSpPr>
            <p:nvPr/>
          </p:nvCxnSpPr>
          <p:spPr>
            <a:xfrm rot="16200000" flipV="1">
              <a:off x="4396900" y="3621205"/>
              <a:ext cx="24143" cy="1581682"/>
            </a:xfrm>
            <a:prstGeom prst="curvedConnector3">
              <a:avLst>
                <a:gd name="adj1" fmla="val 850962"/>
              </a:avLst>
            </a:prstGeom>
            <a:ln w="19050">
              <a:solidFill>
                <a:schemeClr val="tx1"/>
              </a:solidFill>
              <a:tailEnd type="triangle"/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Elbow Connector 26">
              <a:extLst>
                <a:ext uri="{FF2B5EF4-FFF2-40B4-BE49-F238E27FC236}">
                  <a16:creationId xmlns:a16="http://schemas.microsoft.com/office/drawing/2014/main" id="{774CA1B3-B294-1273-7B9A-4E0293700BC8}"/>
                </a:ext>
              </a:extLst>
            </p:cNvPr>
            <p:cNvCxnSpPr>
              <a:stCxn id="45" idx="5"/>
              <a:endCxn id="43" idx="3"/>
            </p:cNvCxnSpPr>
            <p:nvPr/>
          </p:nvCxnSpPr>
          <p:spPr>
            <a:xfrm rot="16200000" flipH="1">
              <a:off x="4396900" y="4093514"/>
              <a:ext cx="24143" cy="1581682"/>
            </a:xfrm>
            <a:prstGeom prst="curvedConnector3">
              <a:avLst>
                <a:gd name="adj1" fmla="val 1127674"/>
              </a:avLst>
            </a:prstGeom>
            <a:ln w="19050">
              <a:solidFill>
                <a:schemeClr val="tx1"/>
              </a:solidFill>
              <a:tailEnd type="triangle"/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BA93260-A9CE-4A47-B184-947459225FF1}"/>
                </a:ext>
              </a:extLst>
            </p:cNvPr>
            <p:cNvCxnSpPr>
              <a:endCxn id="45" idx="2"/>
            </p:cNvCxnSpPr>
            <p:nvPr/>
          </p:nvCxnSpPr>
          <p:spPr>
            <a:xfrm flipV="1">
              <a:off x="2819400" y="4636129"/>
              <a:ext cx="228600" cy="2414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E6BDAFA-F981-2177-1B60-38E8ABDB4953}"/>
                    </a:ext>
                  </a:extLst>
                </p:cNvPr>
                <p:cNvSpPr txBox="1"/>
                <p:nvPr/>
              </p:nvSpPr>
              <p:spPr>
                <a:xfrm>
                  <a:off x="3973904" y="5106202"/>
                  <a:ext cx="641533" cy="621778"/>
                </a:xfrm>
                <a:prstGeom prst="rect">
                  <a:avLst/>
                </a:prstGeom>
                <a:noFill/>
                <a:effectLst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E6BDAFA-F981-2177-1B60-38E8ABDB49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3904" y="5106202"/>
                  <a:ext cx="641533" cy="62177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E26D2D9-B432-85C0-C323-AC21DC812A6E}"/>
                    </a:ext>
                  </a:extLst>
                </p:cNvPr>
                <p:cNvSpPr txBox="1"/>
                <p:nvPr/>
              </p:nvSpPr>
              <p:spPr>
                <a:xfrm>
                  <a:off x="4085309" y="3589132"/>
                  <a:ext cx="699486" cy="369333"/>
                </a:xfrm>
                <a:prstGeom prst="rect">
                  <a:avLst/>
                </a:prstGeom>
                <a:noFill/>
                <a:effectLst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lang="en-US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E26D2D9-B432-85C0-C323-AC21DC812A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5309" y="3589132"/>
                  <a:ext cx="699486" cy="369333"/>
                </a:xfrm>
                <a:prstGeom prst="rect">
                  <a:avLst/>
                </a:prstGeom>
                <a:blipFill>
                  <a:blip r:embed="rId6"/>
                  <a:stretch>
                    <a:fillRect r="-47826" b="-55556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D472D4A-D90A-E360-774B-2AE48C745613}"/>
                  </a:ext>
                </a:extLst>
              </p:cNvPr>
              <p:cNvSpPr txBox="1"/>
              <p:nvPr/>
            </p:nvSpPr>
            <p:spPr>
              <a:xfrm>
                <a:off x="967928" y="3651921"/>
                <a:ext cx="7633436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⊨∃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⇔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     ∃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𝛼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′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r>
                              <m:rPr>
                                <m:lit/>
                              </m:rPr>
                              <a:rPr lang="en-US" sz="2000" b="0" i="1" dirty="0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{}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,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𝑝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𝜔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.  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𝛼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′′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𝜓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,   ∀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𝑖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. 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𝛼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′′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𝛼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e>
                    </m:d>
                    <m:r>
                      <m:rPr>
                        <m:sty m:val="p"/>
                      </m:rPr>
                      <a:rPr lang="en-US" sz="2000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U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𝛼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′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e>
                    </m:d>
                  </m:oMath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D472D4A-D90A-E360-774B-2AE48C745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928" y="3651921"/>
                <a:ext cx="7633436" cy="400110"/>
              </a:xfrm>
              <a:prstGeom prst="rect">
                <a:avLst/>
              </a:prstGeom>
              <a:blipFill>
                <a:blip r:embed="rId7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4136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964" y="-75804"/>
            <a:ext cx="7772400" cy="1143000"/>
          </a:xfrm>
        </p:spPr>
        <p:txBody>
          <a:bodyPr>
            <a:noAutofit/>
          </a:bodyPr>
          <a:lstStyle/>
          <a:p>
            <a:r>
              <a:rPr lang="en-US" sz="2800">
                <a:latin typeface="Gisha" panose="020B0502040204020203" pitchFamily="34" charset="-79"/>
                <a:cs typeface="Gisha" panose="020B0502040204020203" pitchFamily="34" charset="-79"/>
              </a:rPr>
              <a:t>Quantified Propositional Temporal Logic (QPTL)</a:t>
            </a:r>
            <a:endParaRPr lang="he-IL" sz="28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9A07B1-5D35-670E-3A11-6ACCAC7011B1}"/>
                  </a:ext>
                </a:extLst>
              </p:cNvPr>
              <p:cNvSpPr txBox="1"/>
              <p:nvPr/>
            </p:nvSpPr>
            <p:spPr>
              <a:xfrm>
                <a:off x="1000495" y="2305848"/>
                <a:ext cx="5732120" cy="43973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𝑡𝑐𝑘</m:t>
                      </m:r>
                      <m:r>
                        <a:rPr lang="en-US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𝑡𝑐𝑘</m:t>
                          </m:r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m:rPr>
                              <m:nor/>
                            </m:rPr>
                            <a:rPr lang="en-US" sz="2000" b="1" dirty="0" smtClean="0">
                              <a:solidFill>
                                <a:srgbClr val="FF0000"/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  <a:sym typeface="Symbol"/>
                            </a:rPr>
                            <m:t>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𝑡𝑐𝑘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↔¬</m:t>
                              </m:r>
                              <m:r>
                                <m:rPr>
                                  <m:nor/>
                                </m:rPr>
                                <a:rPr lang="en-US" sz="2000">
                                  <a:solidFill>
                                    <a:srgbClr val="FF0000"/>
                                  </a:solidFill>
                                  <a:latin typeface="Gisha" panose="020B0502040204020203" pitchFamily="34" charset="-79"/>
                                  <a:cs typeface="Gisha" panose="020B0502040204020203" pitchFamily="34" charset="-79"/>
                                  <a:sym typeface="Wingdings" panose="05000000000000000000" pitchFamily="2" charset="2"/>
                                </a:rPr>
                                <m:t></m:t>
                              </m:r>
                              <m:r>
                                <a:rPr lang="en-US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𝑡𝑐𝑘</m:t>
                              </m:r>
                            </m:e>
                          </m:d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m:rPr>
                              <m:nor/>
                            </m:rPr>
                            <a:rPr lang="en-US" sz="2000" b="1" dirty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  <a:sym typeface="Symbol"/>
                            </a:rPr>
                            <m:t></m:t>
                          </m:r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𝑡𝑐𝑘</m:t>
                              </m:r>
                              <m: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0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9A07B1-5D35-670E-3A11-6ACCAC701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495" y="2305848"/>
                <a:ext cx="5732120" cy="4397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F45E7F34-D54D-1CD5-2322-B230432EACA0}"/>
              </a:ext>
            </a:extLst>
          </p:cNvPr>
          <p:cNvSpPr txBox="1"/>
          <p:nvPr/>
        </p:nvSpPr>
        <p:spPr>
          <a:xfrm>
            <a:off x="1219200" y="1447800"/>
            <a:ext cx="7051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דוגמא: ניתן לתאר את התכונה שראינו בשקף הקודם באמצעות נוסאת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QPTL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: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30E4AC-EADE-024E-86CA-B61A735B2367}"/>
                  </a:ext>
                </a:extLst>
              </p:cNvPr>
              <p:cNvSpPr txBox="1"/>
              <p:nvPr/>
            </p:nvSpPr>
            <p:spPr>
              <a:xfrm>
                <a:off x="1000495" y="3628304"/>
                <a:ext cx="6939592" cy="52322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he-IL" sz="2800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שאלה: האם ניתן לתאר כך כל שפה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he-IL" sz="2800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-רגולרית?</a:t>
                </a:r>
                <a:endParaRPr lang="en-US" sz="2800">
                  <a:solidFill>
                    <a:schemeClr val="accent1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30E4AC-EADE-024E-86CA-B61A735B2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495" y="3628304"/>
                <a:ext cx="6939592" cy="523220"/>
              </a:xfrm>
              <a:prstGeom prst="rect">
                <a:avLst/>
              </a:prstGeom>
              <a:blipFill>
                <a:blip r:embed="rId3"/>
                <a:stretch>
                  <a:fillRect t="-11628" r="-1756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D424B2B4-AABB-11C9-E488-CE9855C3A67F}"/>
              </a:ext>
            </a:extLst>
          </p:cNvPr>
          <p:cNvGrpSpPr/>
          <p:nvPr/>
        </p:nvGrpSpPr>
        <p:grpSpPr>
          <a:xfrm>
            <a:off x="6732615" y="2184345"/>
            <a:ext cx="1752600" cy="1122478"/>
            <a:chOff x="2819400" y="3589132"/>
            <a:chExt cx="2950540" cy="188971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1EA83F0-928D-EC6D-8583-6487EB75A016}"/>
                </a:ext>
              </a:extLst>
            </p:cNvPr>
            <p:cNvSpPr/>
            <p:nvPr/>
          </p:nvSpPr>
          <p:spPr>
            <a:xfrm>
              <a:off x="5101993" y="4326298"/>
              <a:ext cx="667947" cy="667947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D8F4E24-C26D-059F-4A26-C07F3584E421}"/>
                </a:ext>
              </a:extLst>
            </p:cNvPr>
            <p:cNvGrpSpPr/>
            <p:nvPr/>
          </p:nvGrpSpPr>
          <p:grpSpPr>
            <a:xfrm>
              <a:off x="3048000" y="4302155"/>
              <a:ext cx="667947" cy="667947"/>
              <a:chOff x="2990894" y="3612649"/>
              <a:chExt cx="381000" cy="381000"/>
            </a:xfrm>
            <a:solidFill>
              <a:srgbClr val="FFFFCC"/>
            </a:solidFill>
            <a:effectLst/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08E9E652-EBA0-13C8-D2E0-A258A9AD599F}"/>
                  </a:ext>
                </a:extLst>
              </p:cNvPr>
              <p:cNvSpPr/>
              <p:nvPr/>
            </p:nvSpPr>
            <p:spPr>
              <a:xfrm>
                <a:off x="2990894" y="3612649"/>
                <a:ext cx="381000" cy="3810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6FBC9FC-211C-F614-796A-30451E89874F}"/>
                  </a:ext>
                </a:extLst>
              </p:cNvPr>
              <p:cNvSpPr/>
              <p:nvPr/>
            </p:nvSpPr>
            <p:spPr>
              <a:xfrm>
                <a:off x="3019394" y="3641149"/>
                <a:ext cx="324000" cy="324000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p:grpSp>
        <p:cxnSp>
          <p:nvCxnSpPr>
            <p:cNvPr id="10" name="Elbow Connector 26">
              <a:extLst>
                <a:ext uri="{FF2B5EF4-FFF2-40B4-BE49-F238E27FC236}">
                  <a16:creationId xmlns:a16="http://schemas.microsoft.com/office/drawing/2014/main" id="{20C8D04A-11D3-F247-BCF6-4BB9CC749AEC}"/>
                </a:ext>
              </a:extLst>
            </p:cNvPr>
            <p:cNvCxnSpPr>
              <a:stCxn id="8" idx="1"/>
              <a:endCxn id="19" idx="7"/>
            </p:cNvCxnSpPr>
            <p:nvPr/>
          </p:nvCxnSpPr>
          <p:spPr>
            <a:xfrm rot="16200000" flipV="1">
              <a:off x="4396900" y="3621205"/>
              <a:ext cx="24143" cy="1581682"/>
            </a:xfrm>
            <a:prstGeom prst="curvedConnector3">
              <a:avLst>
                <a:gd name="adj1" fmla="val 850962"/>
              </a:avLst>
            </a:prstGeom>
            <a:ln w="19050">
              <a:solidFill>
                <a:schemeClr val="tx1"/>
              </a:solidFill>
              <a:tailEnd type="triangle"/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Elbow Connector 26">
              <a:extLst>
                <a:ext uri="{FF2B5EF4-FFF2-40B4-BE49-F238E27FC236}">
                  <a16:creationId xmlns:a16="http://schemas.microsoft.com/office/drawing/2014/main" id="{C897C16D-52DA-4CD9-79A5-65C58C8DA4E6}"/>
                </a:ext>
              </a:extLst>
            </p:cNvPr>
            <p:cNvCxnSpPr>
              <a:stCxn id="19" idx="5"/>
              <a:endCxn id="8" idx="3"/>
            </p:cNvCxnSpPr>
            <p:nvPr/>
          </p:nvCxnSpPr>
          <p:spPr>
            <a:xfrm rot="16200000" flipH="1">
              <a:off x="4396900" y="4093514"/>
              <a:ext cx="24143" cy="1581682"/>
            </a:xfrm>
            <a:prstGeom prst="curvedConnector3">
              <a:avLst>
                <a:gd name="adj1" fmla="val 1127674"/>
              </a:avLst>
            </a:prstGeom>
            <a:ln w="19050">
              <a:solidFill>
                <a:schemeClr val="tx1"/>
              </a:solidFill>
              <a:tailEnd type="triangle"/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33A8401-C48B-48EF-933F-2BF76FB38C09}"/>
                </a:ext>
              </a:extLst>
            </p:cNvPr>
            <p:cNvCxnSpPr>
              <a:endCxn id="19" idx="2"/>
            </p:cNvCxnSpPr>
            <p:nvPr/>
          </p:nvCxnSpPr>
          <p:spPr>
            <a:xfrm flipV="1">
              <a:off x="2819400" y="4636129"/>
              <a:ext cx="228600" cy="2414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856B5B1-3D84-C9DC-9214-681D899B2360}"/>
                    </a:ext>
                  </a:extLst>
                </p:cNvPr>
                <p:cNvSpPr txBox="1"/>
                <p:nvPr/>
              </p:nvSpPr>
              <p:spPr>
                <a:xfrm>
                  <a:off x="4244520" y="5109515"/>
                  <a:ext cx="381066" cy="369332"/>
                </a:xfrm>
                <a:prstGeom prst="rect">
                  <a:avLst/>
                </a:prstGeom>
                <a:noFill/>
                <a:effectLst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856B5B1-3D84-C9DC-9214-681D899B23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4520" y="5109515"/>
                  <a:ext cx="381066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24324" b="-50000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1C6EC0F-D0C0-EF8B-2B3E-2ACDB3DB40ED}"/>
                    </a:ext>
                  </a:extLst>
                </p:cNvPr>
                <p:cNvSpPr txBox="1"/>
                <p:nvPr/>
              </p:nvSpPr>
              <p:spPr>
                <a:xfrm>
                  <a:off x="4085309" y="3589132"/>
                  <a:ext cx="699486" cy="369333"/>
                </a:xfrm>
                <a:prstGeom prst="rect">
                  <a:avLst/>
                </a:prstGeom>
                <a:noFill/>
                <a:effectLst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𝑡𝑟𝑢𝑒</m:t>
                        </m:r>
                      </m:oMath>
                    </m:oMathPara>
                  </a14:m>
                  <a:endParaRPr lang="en-US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1C6EC0F-D0C0-EF8B-2B3E-2ACDB3DB4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5309" y="3589132"/>
                  <a:ext cx="699486" cy="369333"/>
                </a:xfrm>
                <a:prstGeom prst="rect">
                  <a:avLst/>
                </a:prstGeom>
                <a:blipFill>
                  <a:blip r:embed="rId5"/>
                  <a:stretch>
                    <a:fillRect r="-48529" b="-55556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" name="Picture 12" descr="A cartoon character with a question mark above his head&#10;&#10;Description automatically generated">
            <a:extLst>
              <a:ext uri="{FF2B5EF4-FFF2-40B4-BE49-F238E27FC236}">
                <a16:creationId xmlns:a16="http://schemas.microsoft.com/office/drawing/2014/main" id="{D8EE17DA-9145-8FB3-8DE1-A17BA2F309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4695" y="4074604"/>
            <a:ext cx="2671192" cy="267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611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964" y="-75804"/>
            <a:ext cx="7772400" cy="1143000"/>
          </a:xfrm>
        </p:spPr>
        <p:txBody>
          <a:bodyPr>
            <a:noAutofit/>
          </a:bodyPr>
          <a:lstStyle/>
          <a:p>
            <a:r>
              <a:rPr lang="en-US" sz="2800">
                <a:latin typeface="Gisha" panose="020B0502040204020203" pitchFamily="34" charset="-79"/>
                <a:cs typeface="Gisha" panose="020B0502040204020203" pitchFamily="34" charset="-79"/>
              </a:rPr>
              <a:t>Quantified Propositional Temporal Logic (QPTL)</a:t>
            </a:r>
            <a:endParaRPr lang="he-IL" sz="28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30E4AC-EADE-024E-86CA-B61A735B2367}"/>
                  </a:ext>
                </a:extLst>
              </p:cNvPr>
              <p:cNvSpPr txBox="1"/>
              <p:nvPr/>
            </p:nvSpPr>
            <p:spPr>
              <a:xfrm>
                <a:off x="346817" y="1309900"/>
                <a:ext cx="8640753" cy="40011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he-IL" sz="2000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משפט: ניתן לתאר כל תכונה </a:t>
                </a:r>
                <a14:m>
                  <m:oMath xmlns:m="http://schemas.openxmlformats.org/officeDocument/2006/math">
                    <m:r>
                      <a:rPr lang="he-IL" sz="20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𝜔</m:t>
                    </m:r>
                  </m:oMath>
                </a14:m>
                <a:r>
                  <a:rPr lang="he-IL" sz="2000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-רגולרית באמצעות </a:t>
                </a:r>
                <a:r>
                  <a:rPr lang="en-US" sz="2000">
                    <a:solidFill>
                      <a:schemeClr val="accent1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QPTL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230E4AC-EADE-024E-86CA-B61A735B2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17" y="1309900"/>
                <a:ext cx="8640753" cy="400110"/>
              </a:xfrm>
              <a:prstGeom prst="rect">
                <a:avLst/>
              </a:prstGeom>
              <a:blipFill>
                <a:blip r:embed="rId2"/>
                <a:stretch>
                  <a:fillRect t="-7576" r="-706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5B5A8E4-5D7E-F8CC-70D5-B7D452270E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093"/>
          <a:stretch/>
        </p:blipFill>
        <p:spPr>
          <a:xfrm>
            <a:off x="305134" y="2719944"/>
            <a:ext cx="8640753" cy="3494662"/>
          </a:xfrm>
          <a:prstGeom prst="rect">
            <a:avLst/>
          </a:prstGeom>
          <a:noFill/>
          <a:ln w="28575">
            <a:headEnd type="triangle" w="med" len="med"/>
            <a:tailEnd type="none" w="med" len="med"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590853-DFA7-6483-AAB6-629AFB5324D2}"/>
              </a:ext>
            </a:extLst>
          </p:cNvPr>
          <p:cNvSpPr txBox="1"/>
          <p:nvPr/>
        </p:nvSpPr>
        <p:spPr>
          <a:xfrm>
            <a:off x="3870788" y="2021394"/>
            <a:ext cx="5128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הוכחה: נוסחה לתרגום אוטומט </a:t>
            </a:r>
            <a:r>
              <a:rPr lang="en-US" err="1">
                <a:solidFill>
                  <a:schemeClr val="accent4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Büchi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לנוסחאת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QPTL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D9EB58-E34B-36C6-D67A-D0AD89C2066A}"/>
                  </a:ext>
                </a:extLst>
              </p:cNvPr>
              <p:cNvSpPr txBox="1"/>
              <p:nvPr/>
            </p:nvSpPr>
            <p:spPr>
              <a:xfrm>
                <a:off x="3657600" y="4172528"/>
                <a:ext cx="129698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D9EB58-E34B-36C6-D67A-D0AD89C20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172528"/>
                <a:ext cx="1296988" cy="307777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D92EABB-FFF4-66BA-E896-096AB9E75689}"/>
              </a:ext>
            </a:extLst>
          </p:cNvPr>
          <p:cNvSpPr txBox="1"/>
          <p:nvPr/>
        </p:nvSpPr>
        <p:spPr>
          <a:xfrm>
            <a:off x="641927" y="3761065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40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נמצאים במצב אחד בדיוק</a:t>
            </a:r>
            <a:endParaRPr lang="en-US" sz="140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9BB3B1-8772-830C-DDDB-D7103BF2FF40}"/>
              </a:ext>
            </a:extLst>
          </p:cNvPr>
          <p:cNvSpPr/>
          <p:nvPr/>
        </p:nvSpPr>
        <p:spPr>
          <a:xfrm>
            <a:off x="2124364" y="3131127"/>
            <a:ext cx="1043709" cy="794328"/>
          </a:xfrm>
          <a:custGeom>
            <a:avLst/>
            <a:gdLst>
              <a:gd name="connsiteX0" fmla="*/ 1043709 w 1043709"/>
              <a:gd name="connsiteY0" fmla="*/ 0 h 794328"/>
              <a:gd name="connsiteX1" fmla="*/ 766618 w 1043709"/>
              <a:gd name="connsiteY1" fmla="*/ 138546 h 794328"/>
              <a:gd name="connsiteX2" fmla="*/ 415636 w 1043709"/>
              <a:gd name="connsiteY2" fmla="*/ 655782 h 794328"/>
              <a:gd name="connsiteX3" fmla="*/ 0 w 1043709"/>
              <a:gd name="connsiteY3" fmla="*/ 794328 h 794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3709" h="794328">
                <a:moveTo>
                  <a:pt x="1043709" y="0"/>
                </a:moveTo>
                <a:cubicBezTo>
                  <a:pt x="957503" y="14624"/>
                  <a:pt x="871297" y="29249"/>
                  <a:pt x="766618" y="138546"/>
                </a:cubicBezTo>
                <a:cubicBezTo>
                  <a:pt x="661939" y="247843"/>
                  <a:pt x="543406" y="546485"/>
                  <a:pt x="415636" y="655782"/>
                </a:cubicBezTo>
                <a:cubicBezTo>
                  <a:pt x="287866" y="765079"/>
                  <a:pt x="63115" y="778934"/>
                  <a:pt x="0" y="794328"/>
                </a:cubicBezTo>
              </a:path>
            </a:pathLst>
          </a:custGeom>
          <a:noFill/>
          <a:ln w="28575"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320EE8B-982A-A33B-F088-CC871F8CE93B}"/>
              </a:ext>
            </a:extLst>
          </p:cNvPr>
          <p:cNvSpPr/>
          <p:nvPr/>
        </p:nvSpPr>
        <p:spPr>
          <a:xfrm>
            <a:off x="2087418" y="4051756"/>
            <a:ext cx="1071418" cy="704971"/>
          </a:xfrm>
          <a:custGeom>
            <a:avLst/>
            <a:gdLst>
              <a:gd name="connsiteX0" fmla="*/ 1071418 w 1071418"/>
              <a:gd name="connsiteY0" fmla="*/ 704971 h 704971"/>
              <a:gd name="connsiteX1" fmla="*/ 323273 w 1071418"/>
              <a:gd name="connsiteY1" fmla="*/ 584899 h 704971"/>
              <a:gd name="connsiteX2" fmla="*/ 258618 w 1071418"/>
              <a:gd name="connsiteY2" fmla="*/ 67662 h 704971"/>
              <a:gd name="connsiteX3" fmla="*/ 0 w 1071418"/>
              <a:gd name="connsiteY3" fmla="*/ 21480 h 704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1418" h="704971">
                <a:moveTo>
                  <a:pt x="1071418" y="704971"/>
                </a:moveTo>
                <a:cubicBezTo>
                  <a:pt x="765079" y="698044"/>
                  <a:pt x="458740" y="691117"/>
                  <a:pt x="323273" y="584899"/>
                </a:cubicBezTo>
                <a:cubicBezTo>
                  <a:pt x="187806" y="478681"/>
                  <a:pt x="312497" y="161565"/>
                  <a:pt x="258618" y="67662"/>
                </a:cubicBezTo>
                <a:cubicBezTo>
                  <a:pt x="204739" y="-26241"/>
                  <a:pt x="102369" y="-2381"/>
                  <a:pt x="0" y="21480"/>
                </a:cubicBezTo>
              </a:path>
            </a:pathLst>
          </a:custGeom>
          <a:noFill/>
          <a:ln w="28575"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2776C1-46BE-2463-C54C-17D9B111E180}"/>
              </a:ext>
            </a:extLst>
          </p:cNvPr>
          <p:cNvSpPr txBox="1"/>
          <p:nvPr/>
        </p:nvSpPr>
        <p:spPr>
          <a:xfrm>
            <a:off x="5638800" y="2763105"/>
            <a:ext cx="2667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40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מכבדים את יחס המעברים</a:t>
            </a:r>
            <a:endParaRPr lang="en-US" sz="140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871EF51-482E-064B-4A61-A56D47DFE913}"/>
              </a:ext>
            </a:extLst>
          </p:cNvPr>
          <p:cNvSpPr/>
          <p:nvPr/>
        </p:nvSpPr>
        <p:spPr>
          <a:xfrm>
            <a:off x="5902035" y="3077493"/>
            <a:ext cx="1126837" cy="563418"/>
          </a:xfrm>
          <a:custGeom>
            <a:avLst/>
            <a:gdLst>
              <a:gd name="connsiteX0" fmla="*/ 0 w 1126837"/>
              <a:gd name="connsiteY0" fmla="*/ 563418 h 563418"/>
              <a:gd name="connsiteX1" fmla="*/ 230909 w 1126837"/>
              <a:gd name="connsiteY1" fmla="*/ 212436 h 563418"/>
              <a:gd name="connsiteX2" fmla="*/ 960582 w 1126837"/>
              <a:gd name="connsiteY2" fmla="*/ 193963 h 563418"/>
              <a:gd name="connsiteX3" fmla="*/ 1126837 w 1126837"/>
              <a:gd name="connsiteY3" fmla="*/ 0 h 563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6837" h="563418">
                <a:moveTo>
                  <a:pt x="0" y="563418"/>
                </a:moveTo>
                <a:cubicBezTo>
                  <a:pt x="35406" y="418715"/>
                  <a:pt x="70812" y="274012"/>
                  <a:pt x="230909" y="212436"/>
                </a:cubicBezTo>
                <a:cubicBezTo>
                  <a:pt x="391006" y="150860"/>
                  <a:pt x="811261" y="229369"/>
                  <a:pt x="960582" y="193963"/>
                </a:cubicBezTo>
                <a:cubicBezTo>
                  <a:pt x="1109903" y="158557"/>
                  <a:pt x="1118370" y="79278"/>
                  <a:pt x="1126837" y="0"/>
                </a:cubicBezTo>
              </a:path>
            </a:pathLst>
          </a:custGeom>
          <a:noFill/>
          <a:ln w="28575"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C48085-7B57-1A27-196F-8EC560E44AEB}"/>
              </a:ext>
            </a:extLst>
          </p:cNvPr>
          <p:cNvSpPr txBox="1"/>
          <p:nvPr/>
        </p:nvSpPr>
        <p:spPr>
          <a:xfrm>
            <a:off x="5851237" y="5876678"/>
            <a:ext cx="2667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40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עוברים אינסוף פעמים במצב מקבל</a:t>
            </a:r>
            <a:endParaRPr lang="en-US" sz="140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E3B8429-1089-FD0F-9AA2-418B4D8EAFB1}"/>
              </a:ext>
            </a:extLst>
          </p:cNvPr>
          <p:cNvSpPr/>
          <p:nvPr/>
        </p:nvSpPr>
        <p:spPr>
          <a:xfrm>
            <a:off x="4585855" y="5556636"/>
            <a:ext cx="1265382" cy="463164"/>
          </a:xfrm>
          <a:custGeom>
            <a:avLst/>
            <a:gdLst>
              <a:gd name="connsiteX0" fmla="*/ 0 w 1265382"/>
              <a:gd name="connsiteY0" fmla="*/ 56881 h 735862"/>
              <a:gd name="connsiteX1" fmla="*/ 406400 w 1265382"/>
              <a:gd name="connsiteY1" fmla="*/ 56881 h 735862"/>
              <a:gd name="connsiteX2" fmla="*/ 443346 w 1265382"/>
              <a:gd name="connsiteY2" fmla="*/ 648008 h 735862"/>
              <a:gd name="connsiteX3" fmla="*/ 1265382 w 1265382"/>
              <a:gd name="connsiteY3" fmla="*/ 721899 h 735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65382" h="735862">
                <a:moveTo>
                  <a:pt x="0" y="56881"/>
                </a:moveTo>
                <a:cubicBezTo>
                  <a:pt x="166254" y="7620"/>
                  <a:pt x="332509" y="-41640"/>
                  <a:pt x="406400" y="56881"/>
                </a:cubicBezTo>
                <a:cubicBezTo>
                  <a:pt x="480291" y="155402"/>
                  <a:pt x="300182" y="537172"/>
                  <a:pt x="443346" y="648008"/>
                </a:cubicBezTo>
                <a:cubicBezTo>
                  <a:pt x="586510" y="758844"/>
                  <a:pt x="925946" y="740371"/>
                  <a:pt x="1265382" y="721899"/>
                </a:cubicBezTo>
              </a:path>
            </a:pathLst>
          </a:custGeom>
          <a:noFill/>
          <a:ln w="28575"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Owl with solid fill">
            <a:extLst>
              <a:ext uri="{FF2B5EF4-FFF2-40B4-BE49-F238E27FC236}">
                <a16:creationId xmlns:a16="http://schemas.microsoft.com/office/drawing/2014/main" id="{46CEE4C5-31AC-A88C-CFA8-D3484A00E4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027" y="6184455"/>
            <a:ext cx="533400" cy="533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0B92F6-4DD2-4925-332C-B469AD00E494}"/>
              </a:ext>
            </a:extLst>
          </p:cNvPr>
          <p:cNvSpPr txBox="1"/>
          <p:nvPr/>
        </p:nvSpPr>
        <p:spPr>
          <a:xfrm>
            <a:off x="495379" y="6151073"/>
            <a:ext cx="66716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100">
                <a:latin typeface="Gisha" panose="020B0502040204020203" pitchFamily="34" charset="-79"/>
                <a:cs typeface="Gisha" panose="020B0502040204020203" pitchFamily="34" charset="-79"/>
              </a:rPr>
              <a:t>הוכיחו</a:t>
            </a:r>
          </a:p>
          <a:p>
            <a:r>
              <a:rPr lang="he-IL" sz="1100">
                <a:latin typeface="Gisha" panose="020B0502040204020203" pitchFamily="34" charset="-79"/>
                <a:cs typeface="Gisha" panose="020B0502040204020203" pitchFamily="34" charset="-79"/>
              </a:rPr>
              <a:t> נכונות</a:t>
            </a:r>
          </a:p>
          <a:p>
            <a:r>
              <a:rPr lang="he-IL" sz="1100">
                <a:latin typeface="Gisha" panose="020B0502040204020203" pitchFamily="34" charset="-79"/>
                <a:cs typeface="Gisha" panose="020B0502040204020203" pitchFamily="34" charset="-79"/>
              </a:rPr>
              <a:t> הנוסחה</a:t>
            </a:r>
            <a:endParaRPr lang="en-US" sz="11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56914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964" y="-306033"/>
            <a:ext cx="7772400" cy="1143000"/>
          </a:xfrm>
        </p:spPr>
        <p:txBody>
          <a:bodyPr>
            <a:noAutofit/>
          </a:bodyPr>
          <a:lstStyle/>
          <a:p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איך נבדוק תחת הנחות הוגנות?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23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60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35825A7-C845-EE5A-FEA6-D2F46C6D9FC1}"/>
              </a:ext>
            </a:extLst>
          </p:cNvPr>
          <p:cNvGrpSpPr/>
          <p:nvPr/>
        </p:nvGrpSpPr>
        <p:grpSpPr>
          <a:xfrm>
            <a:off x="542636" y="978401"/>
            <a:ext cx="5169579" cy="2420581"/>
            <a:chOff x="2262303" y="1726683"/>
            <a:chExt cx="5169579" cy="24205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150F4597-A7E8-6306-0CE3-2996517A6705}"/>
                    </a:ext>
                  </a:extLst>
                </p:cNvPr>
                <p:cNvSpPr/>
                <p:nvPr/>
              </p:nvSpPr>
              <p:spPr>
                <a:xfrm>
                  <a:off x="2262303" y="2394466"/>
                  <a:ext cx="914400" cy="609600"/>
                </a:xfrm>
                <a:prstGeom prst="rect">
                  <a:avLst/>
                </a:prstGeom>
                <a:solidFill>
                  <a:srgbClr val="FFFF00"/>
                </a:solidFill>
                <a:ln/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150F4597-A7E8-6306-0CE3-2996517A67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2303" y="2394466"/>
                  <a:ext cx="914400" cy="6096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05817911-0EC9-89F9-441B-B56018CA39EF}"/>
                    </a:ext>
                  </a:extLst>
                </p:cNvPr>
                <p:cNvSpPr/>
                <p:nvPr/>
              </p:nvSpPr>
              <p:spPr>
                <a:xfrm>
                  <a:off x="4243503" y="2394466"/>
                  <a:ext cx="914400" cy="609600"/>
                </a:xfrm>
                <a:prstGeom prst="rect">
                  <a:avLst/>
                </a:prstGeom>
                <a:solidFill>
                  <a:srgbClr val="FFFF00"/>
                </a:solidFill>
                <a:ln/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05817911-0EC9-89F9-441B-B56018CA39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3503" y="2394466"/>
                  <a:ext cx="914400" cy="6096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775BA893-3551-7C24-048A-CCC6C8550544}"/>
                    </a:ext>
                  </a:extLst>
                </p:cNvPr>
                <p:cNvSpPr/>
                <p:nvPr/>
              </p:nvSpPr>
              <p:spPr>
                <a:xfrm>
                  <a:off x="6148503" y="2394466"/>
                  <a:ext cx="914400" cy="609600"/>
                </a:xfrm>
                <a:prstGeom prst="rect">
                  <a:avLst/>
                </a:prstGeom>
                <a:solidFill>
                  <a:srgbClr val="FFFF00"/>
                </a:solidFill>
                <a:ln/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:r>
                    <a:rPr lang="en-US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a14:m>
                  <a:endParaRPr lang="he-IL"/>
                </a:p>
              </p:txBody>
            </p:sp>
          </mc:Choice>
          <mc:Fallback xmlns="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775BA893-3551-7C24-048A-CCC6C855054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8503" y="2394466"/>
                  <a:ext cx="914400" cy="6096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20F289F-20C7-0B9A-D474-4A2A1E40D37F}"/>
                </a:ext>
              </a:extLst>
            </p:cNvPr>
            <p:cNvCxnSpPr>
              <a:cxnSpLocks/>
            </p:cNvCxnSpPr>
            <p:nvPr/>
          </p:nvCxnSpPr>
          <p:spPr>
            <a:xfrm>
              <a:off x="3176703" y="2558534"/>
              <a:ext cx="1066800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A405E17-5C71-DE2A-04FE-58E4D3E38C76}"/>
                </a:ext>
              </a:extLst>
            </p:cNvPr>
            <p:cNvCxnSpPr>
              <a:stCxn id="17" idx="3"/>
              <a:endCxn id="19" idx="1"/>
            </p:cNvCxnSpPr>
            <p:nvPr/>
          </p:nvCxnSpPr>
          <p:spPr>
            <a:xfrm>
              <a:off x="5157903" y="2699266"/>
              <a:ext cx="990600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7FF2A7F-9102-B239-12FF-F426B0299CD6}"/>
                </a:ext>
              </a:extLst>
            </p:cNvPr>
            <p:cNvCxnSpPr>
              <a:endCxn id="17" idx="0"/>
            </p:cNvCxnSpPr>
            <p:nvPr/>
          </p:nvCxnSpPr>
          <p:spPr>
            <a:xfrm>
              <a:off x="4700703" y="2165866"/>
              <a:ext cx="0" cy="228600"/>
            </a:xfrm>
            <a:prstGeom prst="straightConnector1">
              <a:avLst/>
            </a:prstGeom>
            <a:ln w="28575">
              <a:headEnd type="none" w="med" len="med"/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3" name="Elbow Connector 15">
              <a:extLst>
                <a:ext uri="{FF2B5EF4-FFF2-40B4-BE49-F238E27FC236}">
                  <a16:creationId xmlns:a16="http://schemas.microsoft.com/office/drawing/2014/main" id="{8FF53A8B-9AA4-1574-25A0-E2E3D920B835}"/>
                </a:ext>
              </a:extLst>
            </p:cNvPr>
            <p:cNvCxnSpPr>
              <a:stCxn id="19" idx="2"/>
              <a:endCxn id="7" idx="2"/>
            </p:cNvCxnSpPr>
            <p:nvPr/>
          </p:nvCxnSpPr>
          <p:spPr>
            <a:xfrm rot="5400000">
              <a:off x="4662603" y="1060966"/>
              <a:ext cx="12700" cy="3886200"/>
            </a:xfrm>
            <a:prstGeom prst="bentConnector3">
              <a:avLst>
                <a:gd name="adj1" fmla="val 5760000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C9D5DC8-A9D7-5091-623A-9F76B4F12CF7}"/>
                    </a:ext>
                  </a:extLst>
                </p:cNvPr>
                <p:cNvSpPr txBox="1"/>
                <p:nvPr/>
              </p:nvSpPr>
              <p:spPr>
                <a:xfrm>
                  <a:off x="4806501" y="2997716"/>
                  <a:ext cx="428322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C9D5DC8-A9D7-5091-623A-9F76B4F12C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6501" y="2997716"/>
                  <a:ext cx="428322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7A827C8-9D35-732F-4CD8-05479283B827}"/>
                    </a:ext>
                  </a:extLst>
                </p:cNvPr>
                <p:cNvSpPr txBox="1"/>
                <p:nvPr/>
              </p:nvSpPr>
              <p:spPr>
                <a:xfrm>
                  <a:off x="6872498" y="3010416"/>
                  <a:ext cx="5593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/>
                          </a:rPr>
                          <m:t>}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7A827C8-9D35-732F-4CD8-05479283B8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2498" y="3010416"/>
                  <a:ext cx="559384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B1A8DCE8-1F8F-581C-60FB-EDABC5693A4C}"/>
                    </a:ext>
                  </a:extLst>
                </p:cNvPr>
                <p:cNvSpPr txBox="1"/>
                <p:nvPr/>
              </p:nvSpPr>
              <p:spPr>
                <a:xfrm>
                  <a:off x="2895600" y="2971800"/>
                  <a:ext cx="428322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{}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B1A8DCE8-1F8F-581C-60FB-EDABC5693A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5600" y="2971800"/>
                  <a:ext cx="428322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F685653-037F-36E7-E933-3280BA7C0C0F}"/>
                    </a:ext>
                  </a:extLst>
                </p:cNvPr>
                <p:cNvSpPr txBox="1"/>
                <p:nvPr/>
              </p:nvSpPr>
              <p:spPr>
                <a:xfrm>
                  <a:off x="3540320" y="2209800"/>
                  <a:ext cx="38080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F685653-037F-36E7-E933-3280BA7C0C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0320" y="2209800"/>
                  <a:ext cx="38080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7DD536C-7FFB-A718-62D4-E04FDA4448A6}"/>
                    </a:ext>
                  </a:extLst>
                </p:cNvPr>
                <p:cNvSpPr txBox="1"/>
                <p:nvPr/>
              </p:nvSpPr>
              <p:spPr>
                <a:xfrm>
                  <a:off x="5500897" y="2373868"/>
                  <a:ext cx="382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7DD536C-7FFB-A718-62D4-E04FDA4448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0897" y="2373868"/>
                  <a:ext cx="382412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FCE9964-A6B8-6780-1F27-90733638E417}"/>
                    </a:ext>
                  </a:extLst>
                </p:cNvPr>
                <p:cNvSpPr txBox="1"/>
                <p:nvPr/>
              </p:nvSpPr>
              <p:spPr>
                <a:xfrm>
                  <a:off x="4477747" y="3777932"/>
                  <a:ext cx="382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FCE9964-A6B8-6780-1F27-90733638E4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7747" y="3777932"/>
                  <a:ext cx="382412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Connector: Elbow 30">
              <a:extLst>
                <a:ext uri="{FF2B5EF4-FFF2-40B4-BE49-F238E27FC236}">
                  <a16:creationId xmlns:a16="http://schemas.microsoft.com/office/drawing/2014/main" id="{0628ECF2-5A18-473A-A691-89B30C843F82}"/>
                </a:ext>
              </a:extLst>
            </p:cNvPr>
            <p:cNvCxnSpPr>
              <a:stCxn id="19" idx="0"/>
              <a:endCxn id="19" idx="3"/>
            </p:cNvCxnSpPr>
            <p:nvPr/>
          </p:nvCxnSpPr>
          <p:spPr>
            <a:xfrm rot="16200000" flipH="1">
              <a:off x="6681903" y="2318266"/>
              <a:ext cx="304800" cy="457200"/>
            </a:xfrm>
            <a:prstGeom prst="bentConnector4">
              <a:avLst>
                <a:gd name="adj1" fmla="val -75000"/>
                <a:gd name="adj2" fmla="val 150000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8C58A09-6DD9-277D-02EA-9B5386855F05}"/>
                    </a:ext>
                  </a:extLst>
                </p:cNvPr>
                <p:cNvSpPr txBox="1"/>
                <p:nvPr/>
              </p:nvSpPr>
              <p:spPr>
                <a:xfrm>
                  <a:off x="6872498" y="1726683"/>
                  <a:ext cx="38080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8C58A09-6DD9-277D-02EA-9B5386855F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2498" y="1726683"/>
                  <a:ext cx="380809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87DE796-CB7D-2A3C-ADC1-A4B5D26328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76703" y="2895600"/>
              <a:ext cx="1063063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97BD732-B346-80EF-DE28-C95120DE9700}"/>
                    </a:ext>
                  </a:extLst>
                </p:cNvPr>
                <p:cNvSpPr txBox="1"/>
                <p:nvPr/>
              </p:nvSpPr>
              <p:spPr>
                <a:xfrm>
                  <a:off x="3501497" y="2593459"/>
                  <a:ext cx="38080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97BD732-B346-80EF-DE28-C95120DE97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1497" y="2593459"/>
                  <a:ext cx="38080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884FED4-2580-7CC1-767F-AA9F4DD21FA5}"/>
              </a:ext>
            </a:extLst>
          </p:cNvPr>
          <p:cNvGrpSpPr/>
          <p:nvPr/>
        </p:nvGrpSpPr>
        <p:grpSpPr>
          <a:xfrm>
            <a:off x="2211285" y="3733800"/>
            <a:ext cx="6390079" cy="2462282"/>
            <a:chOff x="1041803" y="1726683"/>
            <a:chExt cx="6390079" cy="24622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8604B694-95BE-B35C-47F9-0536B7F36320}"/>
                    </a:ext>
                  </a:extLst>
                </p:cNvPr>
                <p:cNvSpPr/>
                <p:nvPr/>
              </p:nvSpPr>
              <p:spPr>
                <a:xfrm>
                  <a:off x="2262303" y="2394466"/>
                  <a:ext cx="914400" cy="609600"/>
                </a:xfrm>
                <a:prstGeom prst="rect">
                  <a:avLst/>
                </a:prstGeom>
                <a:solidFill>
                  <a:srgbClr val="FFC000"/>
                </a:solidFill>
                <a:ln/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8604B694-95BE-B35C-47F9-0536B7F3632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2303" y="2394466"/>
                  <a:ext cx="914400" cy="6096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854F8A82-5BEE-9C19-B815-D3B223C109D5}"/>
                    </a:ext>
                  </a:extLst>
                </p:cNvPr>
                <p:cNvSpPr/>
                <p:nvPr/>
              </p:nvSpPr>
              <p:spPr>
                <a:xfrm>
                  <a:off x="4243503" y="2394466"/>
                  <a:ext cx="914400" cy="609600"/>
                </a:xfrm>
                <a:prstGeom prst="rect">
                  <a:avLst/>
                </a:prstGeom>
                <a:solidFill>
                  <a:srgbClr val="FFC000"/>
                </a:solidFill>
                <a:ln/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854F8A82-5BEE-9C19-B815-D3B223C109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3503" y="2394466"/>
                  <a:ext cx="914400" cy="60960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5CEB3269-75A9-FBBC-4ED7-624FBD5E650E}"/>
                    </a:ext>
                  </a:extLst>
                </p:cNvPr>
                <p:cNvSpPr/>
                <p:nvPr/>
              </p:nvSpPr>
              <p:spPr>
                <a:xfrm>
                  <a:off x="6148503" y="2394466"/>
                  <a:ext cx="914400" cy="609600"/>
                </a:xfrm>
                <a:prstGeom prst="rect">
                  <a:avLst/>
                </a:prstGeom>
                <a:solidFill>
                  <a:srgbClr val="FFC000"/>
                </a:solidFill>
                <a:ln/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:r>
                    <a:rPr lang="en-US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a14:m>
                  <a:endParaRPr lang="he-IL"/>
                </a:p>
              </p:txBody>
            </p:sp>
          </mc:Choice>
          <mc:Fallback xmlns=""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5CEB3269-75A9-FBBC-4ED7-624FBD5E65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8503" y="2394466"/>
                  <a:ext cx="914400" cy="60960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58804DC1-53AC-A730-9B60-EB8F12155036}"/>
                </a:ext>
              </a:extLst>
            </p:cNvPr>
            <p:cNvCxnSpPr>
              <a:cxnSpLocks/>
            </p:cNvCxnSpPr>
            <p:nvPr/>
          </p:nvCxnSpPr>
          <p:spPr>
            <a:xfrm>
              <a:off x="3176703" y="2558534"/>
              <a:ext cx="1066800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A817EFCB-2AFE-C182-71D7-340168B89C1A}"/>
                </a:ext>
              </a:extLst>
            </p:cNvPr>
            <p:cNvCxnSpPr>
              <a:stCxn id="57" idx="3"/>
              <a:endCxn id="58" idx="1"/>
            </p:cNvCxnSpPr>
            <p:nvPr/>
          </p:nvCxnSpPr>
          <p:spPr>
            <a:xfrm>
              <a:off x="5157903" y="2699266"/>
              <a:ext cx="990600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FF8CB108-70CF-E271-E924-F946F12B2FF6}"/>
                </a:ext>
              </a:extLst>
            </p:cNvPr>
            <p:cNvCxnSpPr>
              <a:endCxn id="57" idx="0"/>
            </p:cNvCxnSpPr>
            <p:nvPr/>
          </p:nvCxnSpPr>
          <p:spPr>
            <a:xfrm>
              <a:off x="4700703" y="2165866"/>
              <a:ext cx="0" cy="228600"/>
            </a:xfrm>
            <a:prstGeom prst="straightConnector1">
              <a:avLst/>
            </a:prstGeom>
            <a:ln w="28575">
              <a:headEnd type="none" w="med" len="med"/>
              <a:tailEnd type="arrow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2" name="Elbow Connector 15">
              <a:extLst>
                <a:ext uri="{FF2B5EF4-FFF2-40B4-BE49-F238E27FC236}">
                  <a16:creationId xmlns:a16="http://schemas.microsoft.com/office/drawing/2014/main" id="{17499830-C1BA-D5CA-F5E3-DAB5DF06153C}"/>
                </a:ext>
              </a:extLst>
            </p:cNvPr>
            <p:cNvCxnSpPr>
              <a:cxnSpLocks/>
              <a:stCxn id="58" idx="2"/>
              <a:endCxn id="74" idx="2"/>
            </p:cNvCxnSpPr>
            <p:nvPr/>
          </p:nvCxnSpPr>
          <p:spPr>
            <a:xfrm rot="5400000" flipH="1">
              <a:off x="4039494" y="437858"/>
              <a:ext cx="25717" cy="5106700"/>
            </a:xfrm>
            <a:prstGeom prst="bentConnector3">
              <a:avLst>
                <a:gd name="adj1" fmla="val -3079745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4BDCD995-909B-B34F-AC18-C107566F4FFC}"/>
                    </a:ext>
                  </a:extLst>
                </p:cNvPr>
                <p:cNvSpPr txBox="1"/>
                <p:nvPr/>
              </p:nvSpPr>
              <p:spPr>
                <a:xfrm>
                  <a:off x="4830257" y="2991208"/>
                  <a:ext cx="428322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4BDCD995-909B-B34F-AC18-C107566F4F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0257" y="2991208"/>
                  <a:ext cx="428322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D7C6FF32-15EF-C3FA-640A-A7512D4B9ED2}"/>
                    </a:ext>
                  </a:extLst>
                </p:cNvPr>
                <p:cNvSpPr txBox="1"/>
                <p:nvPr/>
              </p:nvSpPr>
              <p:spPr>
                <a:xfrm>
                  <a:off x="6872498" y="3010416"/>
                  <a:ext cx="5593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/>
                          </a:rPr>
                          <m:t>}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D7C6FF32-15EF-C3FA-640A-A7512D4B9E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2498" y="3010416"/>
                  <a:ext cx="559384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2372304E-07A2-5CE4-0B40-FB647EB6E58E}"/>
                    </a:ext>
                  </a:extLst>
                </p:cNvPr>
                <p:cNvSpPr txBox="1"/>
                <p:nvPr/>
              </p:nvSpPr>
              <p:spPr>
                <a:xfrm>
                  <a:off x="2956917" y="2981656"/>
                  <a:ext cx="428322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{}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2372304E-07A2-5CE4-0B40-FB647EB6E5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6917" y="2981656"/>
                  <a:ext cx="428322" cy="369332"/>
                </a:xfrm>
                <a:prstGeom prst="rect">
                  <a:avLst/>
                </a:prstGeom>
                <a:blipFill>
                  <a:blip r:embed="rId16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58327D39-CB60-F6E1-27D5-A5FA62F6061A}"/>
                    </a:ext>
                  </a:extLst>
                </p:cNvPr>
                <p:cNvSpPr txBox="1"/>
                <p:nvPr/>
              </p:nvSpPr>
              <p:spPr>
                <a:xfrm>
                  <a:off x="3540320" y="2209800"/>
                  <a:ext cx="38080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58327D39-CB60-F6E1-27D5-A5FA62F606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0320" y="2209800"/>
                  <a:ext cx="38080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2AFC6D54-69BC-699A-81D9-50A76D3B6439}"/>
                    </a:ext>
                  </a:extLst>
                </p:cNvPr>
                <p:cNvSpPr txBox="1"/>
                <p:nvPr/>
              </p:nvSpPr>
              <p:spPr>
                <a:xfrm>
                  <a:off x="5500897" y="2373868"/>
                  <a:ext cx="382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2AFC6D54-69BC-699A-81D9-50A76D3B64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0897" y="2373868"/>
                  <a:ext cx="382412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AF17B677-739B-22FB-F64E-EE54F88D2CBB}"/>
                    </a:ext>
                  </a:extLst>
                </p:cNvPr>
                <p:cNvSpPr txBox="1"/>
                <p:nvPr/>
              </p:nvSpPr>
              <p:spPr>
                <a:xfrm>
                  <a:off x="4024699" y="3819633"/>
                  <a:ext cx="3824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AF17B677-739B-22FB-F64E-EE54F88D2C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4699" y="3819633"/>
                  <a:ext cx="382412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Connector: Elbow 68">
              <a:extLst>
                <a:ext uri="{FF2B5EF4-FFF2-40B4-BE49-F238E27FC236}">
                  <a16:creationId xmlns:a16="http://schemas.microsoft.com/office/drawing/2014/main" id="{3BF8FCE0-878F-A923-2810-6C337E2311EE}"/>
                </a:ext>
              </a:extLst>
            </p:cNvPr>
            <p:cNvCxnSpPr>
              <a:stCxn id="58" idx="0"/>
              <a:endCxn id="58" idx="3"/>
            </p:cNvCxnSpPr>
            <p:nvPr/>
          </p:nvCxnSpPr>
          <p:spPr>
            <a:xfrm rot="16200000" flipH="1">
              <a:off x="6681903" y="2318266"/>
              <a:ext cx="304800" cy="457200"/>
            </a:xfrm>
            <a:prstGeom prst="bentConnector4">
              <a:avLst>
                <a:gd name="adj1" fmla="val -75000"/>
                <a:gd name="adj2" fmla="val 150000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86F6B965-E228-FAA0-1EDA-0DD1CCF92FD2}"/>
                    </a:ext>
                  </a:extLst>
                </p:cNvPr>
                <p:cNvSpPr txBox="1"/>
                <p:nvPr/>
              </p:nvSpPr>
              <p:spPr>
                <a:xfrm>
                  <a:off x="6872498" y="1726683"/>
                  <a:ext cx="38080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86F6B965-E228-FAA0-1EDA-0DD1CCF92F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2498" y="1726683"/>
                  <a:ext cx="38080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774C72D6-4253-3881-E7BD-417B623555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76703" y="2895600"/>
              <a:ext cx="1063063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D020762B-E9F1-D1A0-0ECC-E72D37858DBE}"/>
                    </a:ext>
                  </a:extLst>
                </p:cNvPr>
                <p:cNvSpPr txBox="1"/>
                <p:nvPr/>
              </p:nvSpPr>
              <p:spPr>
                <a:xfrm>
                  <a:off x="3501497" y="2593459"/>
                  <a:ext cx="38080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D020762B-E9F1-D1A0-0ECC-E72D37858D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1497" y="2593459"/>
                  <a:ext cx="38080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C510A7AB-67F9-A69B-5FAF-4C42DECA42CF}"/>
                    </a:ext>
                  </a:extLst>
                </p:cNvPr>
                <p:cNvSpPr/>
                <p:nvPr/>
              </p:nvSpPr>
              <p:spPr>
                <a:xfrm>
                  <a:off x="1041803" y="2368749"/>
                  <a:ext cx="914400" cy="609600"/>
                </a:xfrm>
                <a:prstGeom prst="rect">
                  <a:avLst/>
                </a:prstGeom>
                <a:solidFill>
                  <a:srgbClr val="FFC000"/>
                </a:solidFill>
                <a:ln/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C510A7AB-67F9-A69B-5FAF-4C42DECA42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803" y="2368749"/>
                  <a:ext cx="914400" cy="60960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D09FF05-85DC-20F3-60B0-6169EEDFFD46}"/>
                    </a:ext>
                  </a:extLst>
                </p:cNvPr>
                <p:cNvSpPr txBox="1"/>
                <p:nvPr/>
              </p:nvSpPr>
              <p:spPr>
                <a:xfrm>
                  <a:off x="1643768" y="2979306"/>
                  <a:ext cx="428322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{}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0D09FF05-85DC-20F3-60B0-6169EEDFFD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3768" y="2979306"/>
                  <a:ext cx="428322" cy="369332"/>
                </a:xfrm>
                <a:prstGeom prst="rect">
                  <a:avLst/>
                </a:prstGeom>
                <a:blipFill>
                  <a:blip r:embed="rId18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5F14E90C-88FD-8DAF-FF69-928B7B349077}"/>
                    </a:ext>
                  </a:extLst>
                </p:cNvPr>
                <p:cNvSpPr txBox="1"/>
                <p:nvPr/>
              </p:nvSpPr>
              <p:spPr>
                <a:xfrm>
                  <a:off x="3113905" y="1811476"/>
                  <a:ext cx="38080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5F14E90C-88FD-8DAF-FF69-928B7B3490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3905" y="1811476"/>
                  <a:ext cx="380809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6D85D361-F8C5-D1BC-6F3C-A56B965D8E76}"/>
              </a:ext>
            </a:extLst>
          </p:cNvPr>
          <p:cNvCxnSpPr>
            <a:stCxn id="74" idx="0"/>
            <a:endCxn id="57" idx="0"/>
          </p:cNvCxnSpPr>
          <p:nvPr/>
        </p:nvCxnSpPr>
        <p:spPr>
          <a:xfrm rot="16200000" flipH="1">
            <a:off x="4164386" y="2879964"/>
            <a:ext cx="25717" cy="3017520"/>
          </a:xfrm>
          <a:prstGeom prst="bentConnector3">
            <a:avLst>
              <a:gd name="adj1" fmla="val -888906"/>
            </a:avLst>
          </a:prstGeom>
          <a:ln w="28575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pic>
        <p:nvPicPr>
          <p:cNvPr id="1030" name="Picture 6" descr="Equal Symbol An Sign clipart free image download">
            <a:extLst>
              <a:ext uri="{FF2B5EF4-FFF2-40B4-BE49-F238E27FC236}">
                <a16:creationId xmlns:a16="http://schemas.microsoft.com/office/drawing/2014/main" id="{64F42808-7E06-A2E7-5F8C-B325349BC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401044" y="1672037"/>
            <a:ext cx="2133356" cy="1587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6548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ADMINISTRATOR@3HZWZZR6INUPNVTI" val="3557"/>
  <p:tag name="FIRSTGERAW@YFUXXLKFUVWYY57I" val="3555"/>
  <p:tag name="DEFAULTDISPLAYSOURCE" val="\documentclass{article}\pagestyle{empty}&#10;&#10;\begin{document}&#10;&#10;\end{document}&#10;"/>
  <p:tag name="EMBEDFONTS" val="1"/>
  <p:tag name="FIRSTUSER@YFBVXUQFUVWYY57I" val="3590"/>
  <p:tag name="FIRSTGERAW@QQDGEKMFUVWYY57I" val="397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DENFONTSHAPE" val="true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299</TotalTime>
  <Words>4844</Words>
  <Application>Microsoft Office PowerPoint</Application>
  <PresentationFormat>On-screen Show (4:3)</PresentationFormat>
  <Paragraphs>963</Paragraphs>
  <Slides>60</Slides>
  <Notes>14</Notes>
  <HiddenSlides>17</HiddenSlides>
  <MMClips>0</MMClips>
  <ScaleCrop>false</ScaleCrop>
  <HeadingPairs>
    <vt:vector size="8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8" baseType="lpstr">
      <vt:lpstr>Wingdings</vt:lpstr>
      <vt:lpstr>cmr10</vt:lpstr>
      <vt:lpstr>Aharoni</vt:lpstr>
      <vt:lpstr>cmmi10</vt:lpstr>
      <vt:lpstr>Calibri</vt:lpstr>
      <vt:lpstr>Arial</vt:lpstr>
      <vt:lpstr>Franklin Gothic Book</vt:lpstr>
      <vt:lpstr>Symbol</vt:lpstr>
      <vt:lpstr>msam10</vt:lpstr>
      <vt:lpstr>cmsy10</vt:lpstr>
      <vt:lpstr>Times</vt:lpstr>
      <vt:lpstr>Cambria Math</vt:lpstr>
      <vt:lpstr>Arial Rounded MT Bold</vt:lpstr>
      <vt:lpstr>Wingdings 2</vt:lpstr>
      <vt:lpstr>Perpetua</vt:lpstr>
      <vt:lpstr>Gisha</vt:lpstr>
      <vt:lpstr>Equity</vt:lpstr>
      <vt:lpstr>Formula</vt:lpstr>
      <vt:lpstr> בדיקת תכונות LTL</vt:lpstr>
      <vt:lpstr>תזכורת: נוסחה ב-LTL</vt:lpstr>
      <vt:lpstr>תזכורת: סמנטיקה כקבוצות מילים</vt:lpstr>
      <vt:lpstr>סמנטיקה של ,}, }, } </vt:lpstr>
      <vt:lpstr>בדיקת תכונות LTL </vt:lpstr>
      <vt:lpstr>בדיקת תכונות LTL </vt:lpstr>
      <vt:lpstr>ניסיון ראשון</vt:lpstr>
      <vt:lpstr>אלגוריתם לאימות תכונת LTL</vt:lpstr>
      <vt:lpstr>בדיקת תכונותLTL </vt:lpstr>
      <vt:lpstr>PowerPoint Presentation</vt:lpstr>
      <vt:lpstr>דוגמה: אוטומט עבור  "} g" reen </vt:lpstr>
      <vt:lpstr>GNBA עבור הנוסחה (a)∧(b)</vt:lpstr>
      <vt:lpstr>דוגמה נוספת: אוטומט עבור (a ) }b)</vt:lpstr>
      <vt:lpstr>דוגמה לצורך באוטומט שאינו דטרמיניסטי</vt:lpstr>
      <vt:lpstr>משימה: בניית NBA לנוסחת LTL</vt:lpstr>
      <vt:lpstr>תזכורת: GNBA</vt:lpstr>
      <vt:lpstr>דוגמה:אוטומט עבור Words("}" a) </vt:lpstr>
      <vt:lpstr>רעיון הבניה</vt:lpstr>
      <vt:lpstr>דוגמה: אוטומט עבור Words("" a) </vt:lpstr>
      <vt:lpstr>דוגמה: אוטומט עבור Words("" a) </vt:lpstr>
      <vt:lpstr>דוגמה:אוטומט עבור Words("" a) </vt:lpstr>
      <vt:lpstr>דוגמה:אוטומט עבור Words("" a) </vt:lpstr>
      <vt:lpstr>דוגמה:אוטומט עבור Words("" a) </vt:lpstr>
      <vt:lpstr>דוגמה: NBA עבור הנוסחה a" U" b</vt:lpstr>
      <vt:lpstr>NBA עבור הנוסחה a∧¬b∧(aUb)</vt:lpstr>
      <vt:lpstr>מ-LTL ל-GNBA</vt:lpstr>
      <vt:lpstr>דוגמה: ממילה לריצה של ה-GNBA</vt:lpstr>
      <vt:lpstr>תת הנוסחאות</vt:lpstr>
      <vt:lpstr>קבוצות עקביות של נוסחאות</vt:lpstr>
      <vt:lpstr>סוגי פסוקים</vt:lpstr>
      <vt:lpstr>הגדרה: GNBA לנוסחת LTL φ</vt:lpstr>
      <vt:lpstr>PowerPoint Presentation</vt:lpstr>
      <vt:lpstr>PowerPoint Presentation</vt:lpstr>
      <vt:lpstr>נכונות הבניה (עיקר ההוכחה)</vt:lpstr>
      <vt:lpstr>נכונות הבניה (עיקר ההוכחה)</vt:lpstr>
      <vt:lpstr>נכונות הבניה (רעיות ההוכחה)</vt:lpstr>
      <vt:lpstr>נכונות הבניה (רעיות ההוכחה)</vt:lpstr>
      <vt:lpstr>נכונות הבניה (רעיות ההוכחה)</vt:lpstr>
      <vt:lpstr>GNBA לנוסחת LTL φ כללי היסק למחיקה</vt:lpstr>
      <vt:lpstr>GNBA עבור הנוסחה aUb</vt:lpstr>
      <vt:lpstr>GNBA עבור הנוסחה aUb</vt:lpstr>
      <vt:lpstr>GNBA עבור הנוסחה aUb</vt:lpstr>
      <vt:lpstr>GNBA עבור הנוסחה aUb</vt:lpstr>
      <vt:lpstr>דרך מצומצמת לכתוב את אותו האוטומ</vt:lpstr>
      <vt:lpstr>GNBA עבור הנוסחה aUb</vt:lpstr>
      <vt:lpstr>NBA עבור הנוסחה a</vt:lpstr>
      <vt:lpstr>GNBA עבור הנוסחה ⏞(aU ⏟((bU¬a))┬ψ )┴φ</vt:lpstr>
      <vt:lpstr>GNBA עבור הנוסחה ⏞(aU ⏟((bU¬a))┬ψ )┴φ</vt:lpstr>
      <vt:lpstr>תוצאה עיקרית</vt:lpstr>
      <vt:lpstr>האם NBA יכולים לבטא יותר מ-LTL?</vt:lpstr>
      <vt:lpstr>תכונות חסרות ספירה</vt:lpstr>
      <vt:lpstr>PowerPoint Presentation</vt:lpstr>
      <vt:lpstr>PowerPoint Presentation</vt:lpstr>
      <vt:lpstr>PowerPoint Presentation</vt:lpstr>
      <vt:lpstr>PowerPoint Presentation</vt:lpstr>
      <vt:lpstr>מסקנה: NBA יכולים לבטא יותר מ-LTL</vt:lpstr>
      <vt:lpstr>Quantified Propositional Temporal Logic (QPTL)</vt:lpstr>
      <vt:lpstr>Quantified Propositional Temporal Logic (QPTL)</vt:lpstr>
      <vt:lpstr>Quantified Propositional Temporal Logic (QPTL)</vt:lpstr>
      <vt:lpstr>איך נבדוק תחת הנחות הוגנות?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מקביליות</dc:title>
  <dc:creator>John Doil</dc:creator>
  <cp:lastModifiedBy>Gera Weiss</cp:lastModifiedBy>
  <cp:revision>1</cp:revision>
  <dcterms:created xsi:type="dcterms:W3CDTF">2009-09-27T20:49:26Z</dcterms:created>
  <dcterms:modified xsi:type="dcterms:W3CDTF">2025-06-23T08:53:12Z</dcterms:modified>
</cp:coreProperties>
</file>