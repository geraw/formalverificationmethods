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1.xml" ContentType="application/inkml+xml"/>
  <Override PartName="/ppt/ink/ink2.xml" ContentType="application/inkml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ink/ink3.xml" ContentType="application/inkml+xml"/>
  <Override PartName="/ppt/ink/ink4.xml" ContentType="application/inkml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08" r:id="rId1"/>
  </p:sldMasterIdLst>
  <p:notesMasterIdLst>
    <p:notesMasterId r:id="rId53"/>
  </p:notesMasterIdLst>
  <p:sldIdLst>
    <p:sldId id="256" r:id="rId2"/>
    <p:sldId id="257" r:id="rId3"/>
    <p:sldId id="287" r:id="rId4"/>
    <p:sldId id="292" r:id="rId5"/>
    <p:sldId id="290" r:id="rId6"/>
    <p:sldId id="294" r:id="rId7"/>
    <p:sldId id="295" r:id="rId8"/>
    <p:sldId id="258" r:id="rId9"/>
    <p:sldId id="288" r:id="rId10"/>
    <p:sldId id="289" r:id="rId11"/>
    <p:sldId id="316" r:id="rId12"/>
    <p:sldId id="259" r:id="rId13"/>
    <p:sldId id="260" r:id="rId14"/>
    <p:sldId id="262" r:id="rId15"/>
    <p:sldId id="263" r:id="rId16"/>
    <p:sldId id="267" r:id="rId17"/>
    <p:sldId id="317" r:id="rId18"/>
    <p:sldId id="310" r:id="rId19"/>
    <p:sldId id="268" r:id="rId20"/>
    <p:sldId id="306" r:id="rId21"/>
    <p:sldId id="311" r:id="rId22"/>
    <p:sldId id="271" r:id="rId23"/>
    <p:sldId id="270" r:id="rId24"/>
    <p:sldId id="297" r:id="rId25"/>
    <p:sldId id="296" r:id="rId26"/>
    <p:sldId id="265" r:id="rId27"/>
    <p:sldId id="272" r:id="rId28"/>
    <p:sldId id="273" r:id="rId29"/>
    <p:sldId id="319" r:id="rId30"/>
    <p:sldId id="305" r:id="rId31"/>
    <p:sldId id="318" r:id="rId32"/>
    <p:sldId id="320" r:id="rId33"/>
    <p:sldId id="321" r:id="rId34"/>
    <p:sldId id="299" r:id="rId35"/>
    <p:sldId id="300" r:id="rId36"/>
    <p:sldId id="301" r:id="rId37"/>
    <p:sldId id="275" r:id="rId38"/>
    <p:sldId id="277" r:id="rId39"/>
    <p:sldId id="278" r:id="rId40"/>
    <p:sldId id="302" r:id="rId41"/>
    <p:sldId id="276" r:id="rId42"/>
    <p:sldId id="279" r:id="rId43"/>
    <p:sldId id="280" r:id="rId44"/>
    <p:sldId id="281" r:id="rId45"/>
    <p:sldId id="282" r:id="rId46"/>
    <p:sldId id="291" r:id="rId47"/>
    <p:sldId id="283" r:id="rId48"/>
    <p:sldId id="284" r:id="rId49"/>
    <p:sldId id="307" r:id="rId50"/>
    <p:sldId id="285" r:id="rId51"/>
    <p:sldId id="286" r:id="rId52"/>
  </p:sldIdLst>
  <p:sldSz cx="9144000" cy="6858000" type="screen4x3"/>
  <p:notesSz cx="6858000" cy="9144000"/>
  <p:custDataLst>
    <p:tags r:id="rId54"/>
  </p:custData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4DBD4"/>
    <a:srgbClr val="FFFFC5"/>
    <a:srgbClr val="000099"/>
    <a:srgbClr val="009900"/>
    <a:srgbClr val="5795B9"/>
    <a:srgbClr val="FFE45B"/>
    <a:srgbClr val="D8FF7E"/>
    <a:srgbClr val="2E14F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148" d="100"/>
          <a:sy n="148" d="100"/>
        </p:scale>
        <p:origin x="2076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 Weiss" userId="f0aa0173-552d-4808-9782-d425e6aaf8d9" providerId="ADAL" clId="{EDE40D38-1182-417A-A03C-2064D56BFE70}"/>
    <pc:docChg chg="undo custSel addSld modSld sldOrd modMainMaster">
      <pc:chgData name="Gera Weiss" userId="f0aa0173-552d-4808-9782-d425e6aaf8d9" providerId="ADAL" clId="{EDE40D38-1182-417A-A03C-2064D56BFE70}" dt="2024-06-15T19:40:38.108" v="357" actId="1076"/>
      <pc:docMkLst>
        <pc:docMk/>
      </pc:docMkLst>
      <pc:sldChg chg="addSp delSp modSp mod">
        <pc:chgData name="Gera Weiss" userId="f0aa0173-552d-4808-9782-d425e6aaf8d9" providerId="ADAL" clId="{EDE40D38-1182-417A-A03C-2064D56BFE70}" dt="2024-06-15T19:40:13.647" v="354" actId="20577"/>
        <pc:sldMkLst>
          <pc:docMk/>
          <pc:sldMk cId="0" sldId="256"/>
        </pc:sldMkLst>
      </pc:sldChg>
      <pc:sldChg chg="mod modShow">
        <pc:chgData name="Gera Weiss" userId="f0aa0173-552d-4808-9782-d425e6aaf8d9" providerId="ADAL" clId="{EDE40D38-1182-417A-A03C-2064D56BFE70}" dt="2024-06-12T19:26:19.938" v="172" actId="729"/>
        <pc:sldMkLst>
          <pc:docMk/>
          <pc:sldMk cId="0" sldId="258"/>
        </pc:sldMkLst>
      </pc:sldChg>
      <pc:sldChg chg="addSp delSp modSp mod">
        <pc:chgData name="Gera Weiss" userId="f0aa0173-552d-4808-9782-d425e6aaf8d9" providerId="ADAL" clId="{EDE40D38-1182-417A-A03C-2064D56BFE70}" dt="2024-06-12T19:41:12.708" v="203" actId="1076"/>
        <pc:sldMkLst>
          <pc:docMk/>
          <pc:sldMk cId="0" sldId="260"/>
        </pc:sldMkLst>
      </pc:sldChg>
      <pc:sldChg chg="addSp delSp modSp">
        <pc:chgData name="Gera Weiss" userId="f0aa0173-552d-4808-9782-d425e6aaf8d9" providerId="ADAL" clId="{EDE40D38-1182-417A-A03C-2064D56BFE70}" dt="2024-06-12T19:41:44.528" v="205"/>
        <pc:sldMkLst>
          <pc:docMk/>
          <pc:sldMk cId="0" sldId="262"/>
        </pc:sldMkLst>
      </pc:sldChg>
      <pc:sldChg chg="addSp delSp modSp mod ord modShow">
        <pc:chgData name="Gera Weiss" userId="f0aa0173-552d-4808-9782-d425e6aaf8d9" providerId="ADAL" clId="{EDE40D38-1182-417A-A03C-2064D56BFE70}" dt="2024-06-12T19:59:54.689" v="262" actId="729"/>
        <pc:sldMkLst>
          <pc:docMk/>
          <pc:sldMk cId="0" sldId="268"/>
        </pc:sldMkLst>
      </pc:sldChg>
      <pc:sldChg chg="mod modShow">
        <pc:chgData name="Gera Weiss" userId="f0aa0173-552d-4808-9782-d425e6aaf8d9" providerId="ADAL" clId="{EDE40D38-1182-417A-A03C-2064D56BFE70}" dt="2024-06-15T19:36:50.458" v="351" actId="729"/>
        <pc:sldMkLst>
          <pc:docMk/>
          <pc:sldMk cId="0" sldId="283"/>
        </pc:sldMkLst>
      </pc:sldChg>
      <pc:sldChg chg="modSp mod">
        <pc:chgData name="Gera Weiss" userId="f0aa0173-552d-4808-9782-d425e6aaf8d9" providerId="ADAL" clId="{EDE40D38-1182-417A-A03C-2064D56BFE70}" dt="2024-06-15T19:34:52.419" v="348" actId="20577"/>
        <pc:sldMkLst>
          <pc:docMk/>
          <pc:sldMk cId="0" sldId="284"/>
        </pc:sldMkLst>
      </pc:sldChg>
      <pc:sldChg chg="modSp mod">
        <pc:chgData name="Gera Weiss" userId="f0aa0173-552d-4808-9782-d425e6aaf8d9" providerId="ADAL" clId="{EDE40D38-1182-417A-A03C-2064D56BFE70}" dt="2024-06-12T19:26:44.153" v="174" actId="1076"/>
        <pc:sldMkLst>
          <pc:docMk/>
          <pc:sldMk cId="0" sldId="288"/>
        </pc:sldMkLst>
      </pc:sldChg>
      <pc:sldChg chg="mod modShow">
        <pc:chgData name="Gera Weiss" userId="f0aa0173-552d-4808-9782-d425e6aaf8d9" providerId="ADAL" clId="{EDE40D38-1182-417A-A03C-2064D56BFE70}" dt="2024-06-12T19:27:01.311" v="175" actId="729"/>
        <pc:sldMkLst>
          <pc:docMk/>
          <pc:sldMk cId="0" sldId="289"/>
        </pc:sldMkLst>
      </pc:sldChg>
      <pc:sldChg chg="addSp delSp modSp mod">
        <pc:chgData name="Gera Weiss" userId="f0aa0173-552d-4808-9782-d425e6aaf8d9" providerId="ADAL" clId="{EDE40D38-1182-417A-A03C-2064D56BFE70}" dt="2024-06-12T19:25:06.303" v="169" actId="1035"/>
        <pc:sldMkLst>
          <pc:docMk/>
          <pc:sldMk cId="149099121" sldId="292"/>
        </pc:sldMkLst>
      </pc:sldChg>
      <pc:sldChg chg="mod modShow">
        <pc:chgData name="Gera Weiss" userId="f0aa0173-552d-4808-9782-d425e6aaf8d9" providerId="ADAL" clId="{EDE40D38-1182-417A-A03C-2064D56BFE70}" dt="2024-06-12T19:25:51.347" v="170" actId="729"/>
        <pc:sldMkLst>
          <pc:docMk/>
          <pc:sldMk cId="1090478820" sldId="294"/>
        </pc:sldMkLst>
      </pc:sldChg>
      <pc:sldChg chg="mod modShow">
        <pc:chgData name="Gera Weiss" userId="f0aa0173-552d-4808-9782-d425e6aaf8d9" providerId="ADAL" clId="{EDE40D38-1182-417A-A03C-2064D56BFE70}" dt="2024-06-12T19:26:08.461" v="171" actId="729"/>
        <pc:sldMkLst>
          <pc:docMk/>
          <pc:sldMk cId="3642132564" sldId="295"/>
        </pc:sldMkLst>
      </pc:sldChg>
      <pc:sldChg chg="addSp delSp modSp mod">
        <pc:chgData name="Gera Weiss" userId="f0aa0173-552d-4808-9782-d425e6aaf8d9" providerId="ADAL" clId="{EDE40D38-1182-417A-A03C-2064D56BFE70}" dt="2024-06-12T20:03:10.486" v="291" actId="1076"/>
        <pc:sldMkLst>
          <pc:docMk/>
          <pc:sldMk cId="2265761841" sldId="296"/>
        </pc:sldMkLst>
      </pc:sldChg>
      <pc:sldChg chg="addSp delSp modSp mod">
        <pc:chgData name="Gera Weiss" userId="f0aa0173-552d-4808-9782-d425e6aaf8d9" providerId="ADAL" clId="{EDE40D38-1182-417A-A03C-2064D56BFE70}" dt="2024-06-12T20:02:25.293" v="283" actId="1076"/>
        <pc:sldMkLst>
          <pc:docMk/>
          <pc:sldMk cId="4131127630" sldId="297"/>
        </pc:sldMkLst>
      </pc:sldChg>
      <pc:sldChg chg="addSp modSp mod">
        <pc:chgData name="Gera Weiss" userId="f0aa0173-552d-4808-9782-d425e6aaf8d9" providerId="ADAL" clId="{EDE40D38-1182-417A-A03C-2064D56BFE70}" dt="2024-06-15T18:42:59.518" v="332" actId="208"/>
        <pc:sldMkLst>
          <pc:docMk/>
          <pc:sldMk cId="2573438372" sldId="305"/>
        </pc:sldMkLst>
      </pc:sldChg>
      <pc:sldChg chg="modSp mod modShow">
        <pc:chgData name="Gera Weiss" userId="f0aa0173-552d-4808-9782-d425e6aaf8d9" providerId="ADAL" clId="{EDE40D38-1182-417A-A03C-2064D56BFE70}" dt="2024-06-15T19:37:01.973" v="352" actId="729"/>
        <pc:sldMkLst>
          <pc:docMk/>
          <pc:sldMk cId="4281824723" sldId="307"/>
        </pc:sldMkLst>
      </pc:sldChg>
      <pc:sldChg chg="mod modShow">
        <pc:chgData name="Gera Weiss" userId="f0aa0173-552d-4808-9782-d425e6aaf8d9" providerId="ADAL" clId="{EDE40D38-1182-417A-A03C-2064D56BFE70}" dt="2024-06-12T19:59:37.889" v="259" actId="729"/>
        <pc:sldMkLst>
          <pc:docMk/>
          <pc:sldMk cId="3720224018" sldId="310"/>
        </pc:sldMkLst>
      </pc:sldChg>
      <pc:sldChg chg="modSp">
        <pc:chgData name="Gera Weiss" userId="f0aa0173-552d-4808-9782-d425e6aaf8d9" providerId="ADAL" clId="{EDE40D38-1182-417A-A03C-2064D56BFE70}" dt="2024-06-12T20:00:39.407" v="270" actId="20577"/>
        <pc:sldMkLst>
          <pc:docMk/>
          <pc:sldMk cId="1321715445" sldId="311"/>
        </pc:sldMkLst>
      </pc:sldChg>
      <pc:sldChg chg="addSp modSp add mod">
        <pc:chgData name="Gera Weiss" userId="f0aa0173-552d-4808-9782-d425e6aaf8d9" providerId="ADAL" clId="{EDE40D38-1182-417A-A03C-2064D56BFE70}" dt="2024-06-12T19:35:27.684" v="191" actId="1076"/>
        <pc:sldMkLst>
          <pc:docMk/>
          <pc:sldMk cId="1879884056" sldId="316"/>
        </pc:sldMkLst>
      </pc:sldChg>
      <pc:sldChg chg="add mod modShow">
        <pc:chgData name="Gera Weiss" userId="f0aa0173-552d-4808-9782-d425e6aaf8d9" providerId="ADAL" clId="{EDE40D38-1182-417A-A03C-2064D56BFE70}" dt="2024-06-12T19:59:41.538" v="260" actId="729"/>
        <pc:sldMkLst>
          <pc:docMk/>
          <pc:sldMk cId="2732425991" sldId="317"/>
        </pc:sldMkLst>
      </pc:sldChg>
      <pc:sldChg chg="addSp delSp modSp add mod">
        <pc:chgData name="Gera Weiss" userId="f0aa0173-552d-4808-9782-d425e6aaf8d9" providerId="ADAL" clId="{EDE40D38-1182-417A-A03C-2064D56BFE70}" dt="2024-06-15T18:42:12.148" v="330" actId="1076"/>
        <pc:sldMkLst>
          <pc:docMk/>
          <pc:sldMk cId="2936840950" sldId="318"/>
        </pc:sldMkLst>
      </pc:sldChg>
      <pc:sldChg chg="delSp add mod ord">
        <pc:chgData name="Gera Weiss" userId="f0aa0173-552d-4808-9782-d425e6aaf8d9" providerId="ADAL" clId="{EDE40D38-1182-417A-A03C-2064D56BFE70}" dt="2024-06-15T19:30:48.614" v="340"/>
        <pc:sldMkLst>
          <pc:docMk/>
          <pc:sldMk cId="4166026515" sldId="319"/>
        </pc:sldMkLst>
      </pc:sldChg>
      <pc:sldMasterChg chg="modSldLayout">
        <pc:chgData name="Gera Weiss" userId="f0aa0173-552d-4808-9782-d425e6aaf8d9" providerId="ADAL" clId="{EDE40D38-1182-417A-A03C-2064D56BFE70}" dt="2024-06-15T19:40:38.108" v="357" actId="1076"/>
        <pc:sldMasterMkLst>
          <pc:docMk/>
          <pc:sldMasterMk cId="0" sldId="2147483708"/>
        </pc:sldMasterMkLst>
        <pc:sldLayoutChg chg="addSp delSp modSp mod">
          <pc:chgData name="Gera Weiss" userId="f0aa0173-552d-4808-9782-d425e6aaf8d9" providerId="ADAL" clId="{EDE40D38-1182-417A-A03C-2064D56BFE70}" dt="2024-06-15T19:40:38.108" v="357" actId="1076"/>
          <pc:sldLayoutMkLst>
            <pc:docMk/>
            <pc:sldMasterMk cId="0" sldId="2147483708"/>
            <pc:sldLayoutMk cId="0" sldId="2147483710"/>
          </pc:sldLayoutMkLst>
        </pc:sldLayoutChg>
      </pc:sldMasterChg>
    </pc:docChg>
  </pc:docChgLst>
  <pc:docChgLst>
    <pc:chgData name="גרא וייס" userId="f0aa0173-552d-4808-9782-d425e6aaf8d9" providerId="ADAL" clId="{4AF3E711-B605-4C5D-87D5-58F34DB6CE36}"/>
    <pc:docChg chg="modSld">
      <pc:chgData name="גרא וייס" userId="f0aa0173-552d-4808-9782-d425e6aaf8d9" providerId="ADAL" clId="{4AF3E711-B605-4C5D-87D5-58F34DB6CE36}" dt="2022-12-18T16:50:45.209" v="5" actId="1037"/>
      <pc:docMkLst>
        <pc:docMk/>
      </pc:docMkLst>
      <pc:sldChg chg="modSp mod">
        <pc:chgData name="גרא וייס" userId="f0aa0173-552d-4808-9782-d425e6aaf8d9" providerId="ADAL" clId="{4AF3E711-B605-4C5D-87D5-58F34DB6CE36}" dt="2022-12-18T16:50:17.130" v="2" actId="1037"/>
        <pc:sldMkLst>
          <pc:docMk/>
          <pc:sldMk cId="4219197066" sldId="299"/>
        </pc:sldMkLst>
      </pc:sldChg>
      <pc:sldChg chg="modSp mod">
        <pc:chgData name="גרא וייס" userId="f0aa0173-552d-4808-9782-d425e6aaf8d9" providerId="ADAL" clId="{4AF3E711-B605-4C5D-87D5-58F34DB6CE36}" dt="2022-12-18T16:50:45.209" v="5" actId="1037"/>
        <pc:sldMkLst>
          <pc:docMk/>
          <pc:sldMk cId="3513992474" sldId="300"/>
        </pc:sldMkLst>
      </pc:sldChg>
    </pc:docChg>
  </pc:docChgLst>
  <pc:docChgLst>
    <pc:chgData name="Gera Weiss" userId="f0aa0173-552d-4808-9782-d425e6aaf8d9" providerId="ADAL" clId="{CEB1159B-72F5-4B2B-8466-9F5BEF8487DF}"/>
    <pc:docChg chg="undo custSel addSld modSld sldOrd">
      <pc:chgData name="Gera Weiss" userId="f0aa0173-552d-4808-9782-d425e6aaf8d9" providerId="ADAL" clId="{CEB1159B-72F5-4B2B-8466-9F5BEF8487DF}" dt="2024-06-16T06:27:34.263" v="847" actId="1076"/>
      <pc:docMkLst>
        <pc:docMk/>
      </pc:docMkLst>
      <pc:sldChg chg="addSp modSp">
        <pc:chgData name="Gera Weiss" userId="f0aa0173-552d-4808-9782-d425e6aaf8d9" providerId="ADAL" clId="{CEB1159B-72F5-4B2B-8466-9F5BEF8487DF}" dt="2024-06-13T05:53:46.346" v="33"/>
        <pc:sldMkLst>
          <pc:docMk/>
          <pc:sldMk cId="0" sldId="268"/>
        </pc:sldMkLst>
      </pc:sldChg>
      <pc:sldChg chg="ord">
        <pc:chgData name="Gera Weiss" userId="f0aa0173-552d-4808-9782-d425e6aaf8d9" providerId="ADAL" clId="{CEB1159B-72F5-4B2B-8466-9F5BEF8487DF}" dt="2024-06-13T05:59:09.121" v="50"/>
        <pc:sldMkLst>
          <pc:docMk/>
          <pc:sldMk cId="0" sldId="270"/>
        </pc:sldMkLst>
      </pc:sldChg>
      <pc:sldChg chg="addSp modSp mod">
        <pc:chgData name="Gera Weiss" userId="f0aa0173-552d-4808-9782-d425e6aaf8d9" providerId="ADAL" clId="{CEB1159B-72F5-4B2B-8466-9F5BEF8487DF}" dt="2024-06-16T06:27:34.263" v="847" actId="1076"/>
        <pc:sldMkLst>
          <pc:docMk/>
          <pc:sldMk cId="0" sldId="284"/>
        </pc:sldMkLst>
      </pc:sldChg>
      <pc:sldChg chg="modSp ord">
        <pc:chgData name="Gera Weiss" userId="f0aa0173-552d-4808-9782-d425e6aaf8d9" providerId="ADAL" clId="{CEB1159B-72F5-4B2B-8466-9F5BEF8487DF}" dt="2024-06-13T05:59:59.806" v="53"/>
        <pc:sldMkLst>
          <pc:docMk/>
          <pc:sldMk cId="4131127630" sldId="297"/>
        </pc:sldMkLst>
      </pc:sldChg>
      <pc:sldChg chg="modSp mod">
        <pc:chgData name="Gera Weiss" userId="f0aa0173-552d-4808-9782-d425e6aaf8d9" providerId="ADAL" clId="{CEB1159B-72F5-4B2B-8466-9F5BEF8487DF}" dt="2024-06-16T06:19:48.160" v="774" actId="20577"/>
        <pc:sldMkLst>
          <pc:docMk/>
          <pc:sldMk cId="4219197066" sldId="299"/>
        </pc:sldMkLst>
      </pc:sldChg>
      <pc:sldChg chg="modSp mod">
        <pc:chgData name="Gera Weiss" userId="f0aa0173-552d-4808-9782-d425e6aaf8d9" providerId="ADAL" clId="{CEB1159B-72F5-4B2B-8466-9F5BEF8487DF}" dt="2024-06-16T06:21:06.357" v="787" actId="20577"/>
        <pc:sldMkLst>
          <pc:docMk/>
          <pc:sldMk cId="3513992474" sldId="300"/>
        </pc:sldMkLst>
      </pc:sldChg>
      <pc:sldChg chg="modSp mod modShow">
        <pc:chgData name="Gera Weiss" userId="f0aa0173-552d-4808-9782-d425e6aaf8d9" providerId="ADAL" clId="{CEB1159B-72F5-4B2B-8466-9F5BEF8487DF}" dt="2024-06-13T05:54:50.941" v="44" actId="729"/>
        <pc:sldMkLst>
          <pc:docMk/>
          <pc:sldMk cId="2528912130" sldId="306"/>
        </pc:sldMkLst>
      </pc:sldChg>
      <pc:sldChg chg="modSp mod">
        <pc:chgData name="Gera Weiss" userId="f0aa0173-552d-4808-9782-d425e6aaf8d9" providerId="ADAL" clId="{CEB1159B-72F5-4B2B-8466-9F5BEF8487DF}" dt="2024-06-16T06:24:31.222" v="822" actId="948"/>
        <pc:sldMkLst>
          <pc:docMk/>
          <pc:sldMk cId="4281824723" sldId="307"/>
        </pc:sldMkLst>
      </pc:sldChg>
      <pc:sldChg chg="modSp mod modShow">
        <pc:chgData name="Gera Weiss" userId="f0aa0173-552d-4808-9782-d425e6aaf8d9" providerId="ADAL" clId="{CEB1159B-72F5-4B2B-8466-9F5BEF8487DF}" dt="2024-06-13T05:55:37.838" v="46" actId="20577"/>
        <pc:sldMkLst>
          <pc:docMk/>
          <pc:sldMk cId="1321715445" sldId="311"/>
        </pc:sldMkLst>
      </pc:sldChg>
      <pc:sldChg chg="modSp mod">
        <pc:chgData name="Gera Weiss" userId="f0aa0173-552d-4808-9782-d425e6aaf8d9" providerId="ADAL" clId="{CEB1159B-72F5-4B2B-8466-9F5BEF8487DF}" dt="2024-06-13T05:42:17.571" v="15" actId="20577"/>
        <pc:sldMkLst>
          <pc:docMk/>
          <pc:sldMk cId="1879884056" sldId="316"/>
        </pc:sldMkLst>
      </pc:sldChg>
      <pc:sldChg chg="addSp delSp modSp mod">
        <pc:chgData name="Gera Weiss" userId="f0aa0173-552d-4808-9782-d425e6aaf8d9" providerId="ADAL" clId="{CEB1159B-72F5-4B2B-8466-9F5BEF8487DF}" dt="2024-06-16T05:55:40.854" v="73" actId="478"/>
        <pc:sldMkLst>
          <pc:docMk/>
          <pc:sldMk cId="2936840950" sldId="318"/>
        </pc:sldMkLst>
      </pc:sldChg>
      <pc:sldChg chg="addSp modSp add mod ord">
        <pc:chgData name="Gera Weiss" userId="f0aa0173-552d-4808-9782-d425e6aaf8d9" providerId="ADAL" clId="{CEB1159B-72F5-4B2B-8466-9F5BEF8487DF}" dt="2024-06-16T06:22:07.339" v="799" actId="20577"/>
        <pc:sldMkLst>
          <pc:docMk/>
          <pc:sldMk cId="515797161" sldId="320"/>
        </pc:sldMkLst>
      </pc:sldChg>
      <pc:sldChg chg="addSp delSp modSp add mod">
        <pc:chgData name="Gera Weiss" userId="f0aa0173-552d-4808-9782-d425e6aaf8d9" providerId="ADAL" clId="{CEB1159B-72F5-4B2B-8466-9F5BEF8487DF}" dt="2024-06-16T06:17:00.916" v="759" actId="20577"/>
        <pc:sldMkLst>
          <pc:docMk/>
          <pc:sldMk cId="4182831961" sldId="321"/>
        </pc:sldMkLst>
      </pc:sldChg>
    </pc:docChg>
  </pc:docChgLst>
  <pc:docChgLst>
    <pc:chgData name="Gera Weiss" userId="f0aa0173-552d-4808-9782-d425e6aaf8d9" providerId="ADAL" clId="{540F0579-0B24-4612-96FF-B7E2FEC98658}"/>
    <pc:docChg chg="undo custSel modSld">
      <pc:chgData name="Gera Weiss" userId="f0aa0173-552d-4808-9782-d425e6aaf8d9" providerId="ADAL" clId="{540F0579-0B24-4612-96FF-B7E2FEC98658}" dt="2025-08-09T11:34:28.769" v="15" actId="478"/>
      <pc:docMkLst>
        <pc:docMk/>
      </pc:docMkLst>
      <pc:sldChg chg="delSp mod">
        <pc:chgData name="Gera Weiss" userId="f0aa0173-552d-4808-9782-d425e6aaf8d9" providerId="ADAL" clId="{540F0579-0B24-4612-96FF-B7E2FEC98658}" dt="2025-08-09T11:34:28.769" v="15" actId="478"/>
        <pc:sldMkLst>
          <pc:docMk/>
          <pc:sldMk cId="0" sldId="279"/>
        </pc:sldMkLst>
        <pc:grpChg chg="del">
          <ac:chgData name="Gera Weiss" userId="f0aa0173-552d-4808-9782-d425e6aaf8d9" providerId="ADAL" clId="{540F0579-0B24-4612-96FF-B7E2FEC98658}" dt="2025-08-09T11:34:26.426" v="14" actId="478"/>
          <ac:grpSpMkLst>
            <pc:docMk/>
            <pc:sldMk cId="0" sldId="279"/>
            <ac:grpSpMk id="15" creationId="{3DB19080-895B-5059-B0D4-C1BE4BBA078A}"/>
          </ac:grpSpMkLst>
        </pc:grpChg>
        <pc:inkChg chg="del">
          <ac:chgData name="Gera Weiss" userId="f0aa0173-552d-4808-9782-d425e6aaf8d9" providerId="ADAL" clId="{540F0579-0B24-4612-96FF-B7E2FEC98658}" dt="2025-08-09T11:34:28.769" v="15" actId="478"/>
          <ac:inkMkLst>
            <pc:docMk/>
            <pc:sldMk cId="0" sldId="279"/>
            <ac:inkMk id="9" creationId="{6966964D-E500-353C-5579-CD51C5F3E275}"/>
          </ac:inkMkLst>
        </pc:inkChg>
      </pc:sldChg>
      <pc:sldChg chg="delSp mod">
        <pc:chgData name="Gera Weiss" userId="f0aa0173-552d-4808-9782-d425e6aaf8d9" providerId="ADAL" clId="{540F0579-0B24-4612-96FF-B7E2FEC98658}" dt="2025-08-09T11:31:29.343" v="4" actId="478"/>
        <pc:sldMkLst>
          <pc:docMk/>
          <pc:sldMk cId="1321715445" sldId="311"/>
        </pc:sldMkLst>
        <pc:grpChg chg="del">
          <ac:chgData name="Gera Weiss" userId="f0aa0173-552d-4808-9782-d425e6aaf8d9" providerId="ADAL" clId="{540F0579-0B24-4612-96FF-B7E2FEC98658}" dt="2025-08-09T11:31:27.284" v="3" actId="478"/>
          <ac:grpSpMkLst>
            <pc:docMk/>
            <pc:sldMk cId="1321715445" sldId="311"/>
            <ac:grpSpMk id="224" creationId="{CAAE9CE6-4013-4921-A0B1-418669028A19}"/>
          </ac:grpSpMkLst>
        </pc:grpChg>
        <pc:grpChg chg="del">
          <ac:chgData name="Gera Weiss" userId="f0aa0173-552d-4808-9782-d425e6aaf8d9" providerId="ADAL" clId="{540F0579-0B24-4612-96FF-B7E2FEC98658}" dt="2025-08-09T11:31:27.284" v="3" actId="478"/>
          <ac:grpSpMkLst>
            <pc:docMk/>
            <pc:sldMk cId="1321715445" sldId="311"/>
            <ac:grpSpMk id="227" creationId="{05B28F2A-C4A6-80DD-4490-80BA096B0002}"/>
          </ac:grpSpMkLst>
        </pc:grpChg>
        <pc:grpChg chg="del">
          <ac:chgData name="Gera Weiss" userId="f0aa0173-552d-4808-9782-d425e6aaf8d9" providerId="ADAL" clId="{540F0579-0B24-4612-96FF-B7E2FEC98658}" dt="2025-08-09T11:31:27.284" v="3" actId="478"/>
          <ac:grpSpMkLst>
            <pc:docMk/>
            <pc:sldMk cId="1321715445" sldId="311"/>
            <ac:grpSpMk id="230" creationId="{4DDD0CEF-96D0-5C8B-16A4-2F3D2D681D86}"/>
          </ac:grpSpMkLst>
        </pc:grpChg>
        <pc:grpChg chg="del">
          <ac:chgData name="Gera Weiss" userId="f0aa0173-552d-4808-9782-d425e6aaf8d9" providerId="ADAL" clId="{540F0579-0B24-4612-96FF-B7E2FEC98658}" dt="2025-08-09T11:31:18.733" v="0" actId="478"/>
          <ac:grpSpMkLst>
            <pc:docMk/>
            <pc:sldMk cId="1321715445" sldId="311"/>
            <ac:grpSpMk id="379" creationId="{B594D0A0-D620-00C0-D9D9-9D1E91DDC6DC}"/>
          </ac:grpSpMkLst>
        </pc:grpChg>
        <pc:inkChg chg="del">
          <ac:chgData name="Gera Weiss" userId="f0aa0173-552d-4808-9782-d425e6aaf8d9" providerId="ADAL" clId="{540F0579-0B24-4612-96FF-B7E2FEC98658}" dt="2025-08-09T11:31:29.343" v="4" actId="478"/>
          <ac:inkMkLst>
            <pc:docMk/>
            <pc:sldMk cId="1321715445" sldId="311"/>
            <ac:inkMk id="108" creationId="{746EC91D-EA40-CA76-10A6-F030C08890D2}"/>
          </ac:inkMkLst>
        </pc:inkChg>
        <pc:inkChg chg="del">
          <ac:chgData name="Gera Weiss" userId="f0aa0173-552d-4808-9782-d425e6aaf8d9" providerId="ADAL" clId="{540F0579-0B24-4612-96FF-B7E2FEC98658}" dt="2025-08-09T11:31:27.284" v="3" actId="478"/>
          <ac:inkMkLst>
            <pc:docMk/>
            <pc:sldMk cId="1321715445" sldId="311"/>
            <ac:inkMk id="182" creationId="{29EC3BAE-7907-9C4A-5407-7F646FDA6EF5}"/>
          </ac:inkMkLst>
        </pc:inkChg>
        <pc:inkChg chg="del">
          <ac:chgData name="Gera Weiss" userId="f0aa0173-552d-4808-9782-d425e6aaf8d9" providerId="ADAL" clId="{540F0579-0B24-4612-96FF-B7E2FEC98658}" dt="2025-08-09T11:31:27.284" v="3" actId="478"/>
          <ac:inkMkLst>
            <pc:docMk/>
            <pc:sldMk cId="1321715445" sldId="311"/>
            <ac:inkMk id="186" creationId="{A2B9F11C-21B9-0671-80CD-06ECFBB774D0}"/>
          </ac:inkMkLst>
        </pc:inkChg>
        <pc:inkChg chg="del">
          <ac:chgData name="Gera Weiss" userId="f0aa0173-552d-4808-9782-d425e6aaf8d9" providerId="ADAL" clId="{540F0579-0B24-4612-96FF-B7E2FEC98658}" dt="2025-08-09T11:31:27.284" v="3" actId="478"/>
          <ac:inkMkLst>
            <pc:docMk/>
            <pc:sldMk cId="1321715445" sldId="311"/>
            <ac:inkMk id="191" creationId="{9ED02D53-B886-A91B-6A19-5AF5F9C6DFDD}"/>
          </ac:inkMkLst>
        </pc:inkChg>
        <pc:inkChg chg="del">
          <ac:chgData name="Gera Weiss" userId="f0aa0173-552d-4808-9782-d425e6aaf8d9" providerId="ADAL" clId="{540F0579-0B24-4612-96FF-B7E2FEC98658}" dt="2025-08-09T11:31:21.163" v="2" actId="478"/>
          <ac:inkMkLst>
            <pc:docMk/>
            <pc:sldMk cId="1321715445" sldId="311"/>
            <ac:inkMk id="365" creationId="{25270EB5-9822-ECCE-1366-3B47DBE1FBF3}"/>
          </ac:inkMkLst>
        </pc:inkChg>
        <pc:inkChg chg="del">
          <ac:chgData name="Gera Weiss" userId="f0aa0173-552d-4808-9782-d425e6aaf8d9" providerId="ADAL" clId="{540F0579-0B24-4612-96FF-B7E2FEC98658}" dt="2025-08-09T11:31:20.049" v="1" actId="478"/>
          <ac:inkMkLst>
            <pc:docMk/>
            <pc:sldMk cId="1321715445" sldId="311"/>
            <ac:inkMk id="372" creationId="{AAC82B1C-AF10-FCED-06F6-F90BCD2F23ED}"/>
          </ac:inkMkLst>
        </pc:inkChg>
      </pc:sldChg>
      <pc:sldChg chg="addSp delSp mod">
        <pc:chgData name="Gera Weiss" userId="f0aa0173-552d-4808-9782-d425e6aaf8d9" providerId="ADAL" clId="{540F0579-0B24-4612-96FF-B7E2FEC98658}" dt="2025-08-09T11:32:39.010" v="13" actId="478"/>
        <pc:sldMkLst>
          <pc:docMk/>
          <pc:sldMk cId="4166026515" sldId="319"/>
        </pc:sldMkLst>
        <pc:spChg chg="add del">
          <ac:chgData name="Gera Weiss" userId="f0aa0173-552d-4808-9782-d425e6aaf8d9" providerId="ADAL" clId="{540F0579-0B24-4612-96FF-B7E2FEC98658}" dt="2025-08-09T11:31:52.574" v="8" actId="478"/>
          <ac:spMkLst>
            <pc:docMk/>
            <pc:sldMk cId="4166026515" sldId="319"/>
            <ac:spMk id="4" creationId="{00000000-0000-0000-0000-000000000000}"/>
          </ac:spMkLst>
        </pc:spChg>
        <pc:grpChg chg="del">
          <ac:chgData name="Gera Weiss" userId="f0aa0173-552d-4808-9782-d425e6aaf8d9" providerId="ADAL" clId="{540F0579-0B24-4612-96FF-B7E2FEC98658}" dt="2025-08-09T11:32:37.977" v="12" actId="478"/>
          <ac:grpSpMkLst>
            <pc:docMk/>
            <pc:sldMk cId="4166026515" sldId="319"/>
            <ac:grpSpMk id="81" creationId="{C7CF8D8A-58AE-331C-3D24-E08421B28232}"/>
          </ac:grpSpMkLst>
        </pc:grpChg>
        <pc:grpChg chg="add del">
          <ac:chgData name="Gera Weiss" userId="f0aa0173-552d-4808-9782-d425e6aaf8d9" providerId="ADAL" clId="{540F0579-0B24-4612-96FF-B7E2FEC98658}" dt="2025-08-09T11:31:54.879" v="9" actId="478"/>
          <ac:grpSpMkLst>
            <pc:docMk/>
            <pc:sldMk cId="4166026515" sldId="319"/>
            <ac:grpSpMk id="150" creationId="{7E43AF56-7FDC-CA04-C12A-C1C84B3BDD73}"/>
          </ac:grpSpMkLst>
        </pc:grpChg>
        <pc:grpChg chg="add del">
          <ac:chgData name="Gera Weiss" userId="f0aa0173-552d-4808-9782-d425e6aaf8d9" providerId="ADAL" clId="{540F0579-0B24-4612-96FF-B7E2FEC98658}" dt="2025-08-09T11:31:54.879" v="9" actId="478"/>
          <ac:grpSpMkLst>
            <pc:docMk/>
            <pc:sldMk cId="4166026515" sldId="319"/>
            <ac:grpSpMk id="154" creationId="{753CD838-5B4A-473B-DE48-A05653BD512C}"/>
          </ac:grpSpMkLst>
        </pc:grpChg>
        <pc:grpChg chg="add del">
          <ac:chgData name="Gera Weiss" userId="f0aa0173-552d-4808-9782-d425e6aaf8d9" providerId="ADAL" clId="{540F0579-0B24-4612-96FF-B7E2FEC98658}" dt="2025-08-09T11:31:54.879" v="9" actId="478"/>
          <ac:grpSpMkLst>
            <pc:docMk/>
            <pc:sldMk cId="4166026515" sldId="319"/>
            <ac:grpSpMk id="172" creationId="{A4BEEE50-700B-61C0-4BE8-1F12F275DFA2}"/>
          </ac:grpSpMkLst>
        </pc:grpChg>
        <pc:grpChg chg="del">
          <ac:chgData name="Gera Weiss" userId="f0aa0173-552d-4808-9782-d425e6aaf8d9" providerId="ADAL" clId="{540F0579-0B24-4612-96FF-B7E2FEC98658}" dt="2025-08-09T11:31:46.873" v="5" actId="478"/>
          <ac:grpSpMkLst>
            <pc:docMk/>
            <pc:sldMk cId="4166026515" sldId="319"/>
            <ac:grpSpMk id="246" creationId="{3664EA1E-53FA-4A2D-125B-EF11A85F3A64}"/>
          </ac:grpSpMkLst>
        </pc:grpChg>
        <pc:inkChg chg="del">
          <ac:chgData name="Gera Weiss" userId="f0aa0173-552d-4808-9782-d425e6aaf8d9" providerId="ADAL" clId="{540F0579-0B24-4612-96FF-B7E2FEC98658}" dt="2025-08-09T11:32:39.010" v="13" actId="478"/>
          <ac:inkMkLst>
            <pc:docMk/>
            <pc:sldMk cId="4166026515" sldId="319"/>
            <ac:inkMk id="80" creationId="{0B373B47-AF0C-CD7C-EB0E-208C6B3CD797}"/>
          </ac:inkMkLst>
        </pc:inkChg>
        <pc:inkChg chg="add del">
          <ac:chgData name="Gera Weiss" userId="f0aa0173-552d-4808-9782-d425e6aaf8d9" providerId="ADAL" clId="{540F0579-0B24-4612-96FF-B7E2FEC98658}" dt="2025-08-09T11:31:54.879" v="9" actId="478"/>
          <ac:inkMkLst>
            <pc:docMk/>
            <pc:sldMk cId="4166026515" sldId="319"/>
            <ac:inkMk id="126" creationId="{5FBA7449-C1D0-8786-405B-D2B7B6F8C744}"/>
          </ac:inkMkLst>
        </pc:inkChg>
        <pc:inkChg chg="add del">
          <ac:chgData name="Gera Weiss" userId="f0aa0173-552d-4808-9782-d425e6aaf8d9" providerId="ADAL" clId="{540F0579-0B24-4612-96FF-B7E2FEC98658}" dt="2025-08-09T11:31:54.879" v="9" actId="478"/>
          <ac:inkMkLst>
            <pc:docMk/>
            <pc:sldMk cId="4166026515" sldId="319"/>
            <ac:inkMk id="152" creationId="{4E787A25-7E7D-36F2-801A-33E67775071F}"/>
          </ac:inkMkLst>
        </pc:inkChg>
        <pc:inkChg chg="add del">
          <ac:chgData name="Gera Weiss" userId="f0aa0173-552d-4808-9782-d425e6aaf8d9" providerId="ADAL" clId="{540F0579-0B24-4612-96FF-B7E2FEC98658}" dt="2025-08-09T11:31:54.879" v="9" actId="478"/>
          <ac:inkMkLst>
            <pc:docMk/>
            <pc:sldMk cId="4166026515" sldId="319"/>
            <ac:inkMk id="156" creationId="{D6DDB509-60D7-306E-35AB-6898A537A444}"/>
          </ac:inkMkLst>
        </pc:inkChg>
        <pc:inkChg chg="add del">
          <ac:chgData name="Gera Weiss" userId="f0aa0173-552d-4808-9782-d425e6aaf8d9" providerId="ADAL" clId="{540F0579-0B24-4612-96FF-B7E2FEC98658}" dt="2025-08-09T11:31:54.879" v="9" actId="478"/>
          <ac:inkMkLst>
            <pc:docMk/>
            <pc:sldMk cId="4166026515" sldId="319"/>
            <ac:inkMk id="159" creationId="{06D5FE20-95E4-2D32-AF22-767E5EB820BF}"/>
          </ac:inkMkLst>
        </pc:inkChg>
        <pc:inkChg chg="add del">
          <ac:chgData name="Gera Weiss" userId="f0aa0173-552d-4808-9782-d425e6aaf8d9" providerId="ADAL" clId="{540F0579-0B24-4612-96FF-B7E2FEC98658}" dt="2025-08-09T11:31:54.879" v="9" actId="478"/>
          <ac:inkMkLst>
            <pc:docMk/>
            <pc:sldMk cId="4166026515" sldId="319"/>
            <ac:inkMk id="160" creationId="{9307A6B9-1E98-75FB-BF17-3493800365FE}"/>
          </ac:inkMkLst>
        </pc:inkChg>
        <pc:inkChg chg="del">
          <ac:chgData name="Gera Weiss" userId="f0aa0173-552d-4808-9782-d425e6aaf8d9" providerId="ADAL" clId="{540F0579-0B24-4612-96FF-B7E2FEC98658}" dt="2025-08-09T11:31:57.080" v="10" actId="478"/>
          <ac:inkMkLst>
            <pc:docMk/>
            <pc:sldMk cId="4166026515" sldId="319"/>
            <ac:inkMk id="173" creationId="{D198BDB2-89A4-E07E-BFC1-1AB18F892E69}"/>
          </ac:inkMkLst>
        </pc:inkChg>
        <pc:inkChg chg="del">
          <ac:chgData name="Gera Weiss" userId="f0aa0173-552d-4808-9782-d425e6aaf8d9" providerId="ADAL" clId="{540F0579-0B24-4612-96FF-B7E2FEC98658}" dt="2025-08-09T11:31:48.093" v="6" actId="478"/>
          <ac:inkMkLst>
            <pc:docMk/>
            <pc:sldMk cId="4166026515" sldId="319"/>
            <ac:inkMk id="201" creationId="{0AF6AFEC-D6DE-2E2A-4493-BEDB227A96A8}"/>
          </ac:inkMkLst>
        </pc:inkChg>
        <pc:inkChg chg="del">
          <ac:chgData name="Gera Weiss" userId="f0aa0173-552d-4808-9782-d425e6aaf8d9" providerId="ADAL" clId="{540F0579-0B24-4612-96FF-B7E2FEC98658}" dt="2025-08-09T11:31:58.833" v="11" actId="478"/>
          <ac:inkMkLst>
            <pc:docMk/>
            <pc:sldMk cId="4166026515" sldId="319"/>
            <ac:inkMk id="220" creationId="{C49A3349-B4DF-FA11-6F81-635B765A1A81}"/>
          </ac:inkMkLst>
        </pc:inkChg>
        <pc:inkChg chg="del">
          <ac:chgData name="Gera Weiss" userId="f0aa0173-552d-4808-9782-d425e6aaf8d9" providerId="ADAL" clId="{540F0579-0B24-4612-96FF-B7E2FEC98658}" dt="2025-08-09T11:31:54.879" v="9" actId="478"/>
          <ac:inkMkLst>
            <pc:docMk/>
            <pc:sldMk cId="4166026515" sldId="319"/>
            <ac:inkMk id="236" creationId="{6FAB3CE8-C006-8DF0-4771-D8A76FC3CBC6}"/>
          </ac:inkMkLst>
        </pc:inkChg>
        <pc:inkChg chg="add del">
          <ac:chgData name="Gera Weiss" userId="f0aa0173-552d-4808-9782-d425e6aaf8d9" providerId="ADAL" clId="{540F0579-0B24-4612-96FF-B7E2FEC98658}" dt="2025-08-09T11:31:54.879" v="9" actId="478"/>
          <ac:inkMkLst>
            <pc:docMk/>
            <pc:sldMk cId="4166026515" sldId="319"/>
            <ac:inkMk id="238" creationId="{E4748308-FDF7-BCC5-5BCA-DD704FF77CE9}"/>
          </ac:inkMkLst>
        </pc:inkChg>
      </pc:sldChg>
    </pc:docChg>
  </pc:docChgLst>
  <pc:docChgLst>
    <pc:chgData name="Gera Weiss" userId="f0aa0173-552d-4808-9782-d425e6aaf8d9" providerId="ADAL" clId="{3E3F38A2-6FE9-4B8E-AD3A-77202A5064CB}"/>
    <pc:docChg chg="undo custSel modSld">
      <pc:chgData name="Gera Weiss" userId="f0aa0173-552d-4808-9782-d425e6aaf8d9" providerId="ADAL" clId="{3E3F38A2-6FE9-4B8E-AD3A-77202A5064CB}" dt="2025-05-14T07:22:07.127" v="113" actId="478"/>
      <pc:docMkLst>
        <pc:docMk/>
      </pc:docMkLst>
      <pc:sldChg chg="modSp mod">
        <pc:chgData name="Gera Weiss" userId="f0aa0173-552d-4808-9782-d425e6aaf8d9" providerId="ADAL" clId="{3E3F38A2-6FE9-4B8E-AD3A-77202A5064CB}" dt="2025-05-12T08:54:36.928" v="4" actId="20577"/>
        <pc:sldMkLst>
          <pc:docMk/>
          <pc:sldMk cId="0" sldId="256"/>
        </pc:sldMkLst>
      </pc:sldChg>
      <pc:sldChg chg="delSp mod">
        <pc:chgData name="Gera Weiss" userId="f0aa0173-552d-4808-9782-d425e6aaf8d9" providerId="ADAL" clId="{3E3F38A2-6FE9-4B8E-AD3A-77202A5064CB}" dt="2025-05-14T06:58:26.937" v="22" actId="478"/>
        <pc:sldMkLst>
          <pc:docMk/>
          <pc:sldMk cId="0" sldId="267"/>
        </pc:sldMkLst>
      </pc:sldChg>
      <pc:sldChg chg="addSp delSp modSp mod">
        <pc:chgData name="Gera Weiss" userId="f0aa0173-552d-4808-9782-d425e6aaf8d9" providerId="ADAL" clId="{3E3F38A2-6FE9-4B8E-AD3A-77202A5064CB}" dt="2025-05-14T07:19:55.249" v="112" actId="1076"/>
        <pc:sldMkLst>
          <pc:docMk/>
          <pc:sldMk cId="0" sldId="268"/>
        </pc:sldMkLst>
      </pc:sldChg>
      <pc:sldChg chg="modSp mod">
        <pc:chgData name="Gera Weiss" userId="f0aa0173-552d-4808-9782-d425e6aaf8d9" providerId="ADAL" clId="{3E3F38A2-6FE9-4B8E-AD3A-77202A5064CB}" dt="2025-05-12T08:55:50.057" v="20" actId="1076"/>
        <pc:sldMkLst>
          <pc:docMk/>
          <pc:sldMk cId="0" sldId="287"/>
        </pc:sldMkLst>
      </pc:sldChg>
      <pc:sldChg chg="modSp">
        <pc:chgData name="Gera Weiss" userId="f0aa0173-552d-4808-9782-d425e6aaf8d9" providerId="ADAL" clId="{3E3F38A2-6FE9-4B8E-AD3A-77202A5064CB}" dt="2025-05-12T08:57:15.518" v="21" actId="207"/>
        <pc:sldMkLst>
          <pc:docMk/>
          <pc:sldMk cId="0" sldId="288"/>
        </pc:sldMkLst>
      </pc:sldChg>
      <pc:sldChg chg="delSp mod">
        <pc:chgData name="Gera Weiss" userId="f0aa0173-552d-4808-9782-d425e6aaf8d9" providerId="ADAL" clId="{3E3F38A2-6FE9-4B8E-AD3A-77202A5064CB}" dt="2025-05-14T07:22:07.127" v="113" actId="478"/>
        <pc:sldMkLst>
          <pc:docMk/>
          <pc:sldMk cId="2573438372" sldId="305"/>
        </pc:sldMkLst>
      </pc:sldChg>
    </pc:docChg>
  </pc:docChgLst>
  <pc:docChgLst>
    <pc:chgData name="גרא וייס" userId="f0aa0173-552d-4808-9782-d425e6aaf8d9" providerId="ADAL" clId="{29B87A4F-9A06-40D3-A71C-8C248FFC9D26}"/>
    <pc:docChg chg="undo custSel modSld">
      <pc:chgData name="גרא וייס" userId="f0aa0173-552d-4808-9782-d425e6aaf8d9" providerId="ADAL" clId="{29B87A4F-9A06-40D3-A71C-8C248FFC9D26}" dt="2022-12-04T20:50:53.305" v="273"/>
      <pc:docMkLst>
        <pc:docMk/>
      </pc:docMkLst>
      <pc:sldChg chg="addSp delSp modSp">
        <pc:chgData name="גרא וייס" userId="f0aa0173-552d-4808-9782-d425e6aaf8d9" providerId="ADAL" clId="{29B87A4F-9A06-40D3-A71C-8C248FFC9D26}" dt="2022-12-04T20:37:56.415" v="211" actId="1076"/>
        <pc:sldMkLst>
          <pc:docMk/>
          <pc:sldMk cId="0" sldId="287"/>
        </pc:sldMkLst>
      </pc:sldChg>
      <pc:sldChg chg="addSp modSp">
        <pc:chgData name="גרא וייס" userId="f0aa0173-552d-4808-9782-d425e6aaf8d9" providerId="ADAL" clId="{29B87A4F-9A06-40D3-A71C-8C248FFC9D26}" dt="2022-12-04T20:47:56.834" v="272" actId="14100"/>
        <pc:sldMkLst>
          <pc:docMk/>
          <pc:sldMk cId="0" sldId="290"/>
        </pc:sldMkLst>
      </pc:sldChg>
      <pc:sldChg chg="addSp delSp modSp">
        <pc:chgData name="גרא וייס" userId="f0aa0173-552d-4808-9782-d425e6aaf8d9" providerId="ADAL" clId="{29B87A4F-9A06-40D3-A71C-8C248FFC9D26}" dt="2022-12-04T20:46:53.761" v="264" actId="1440"/>
        <pc:sldMkLst>
          <pc:docMk/>
          <pc:sldMk cId="149099121" sldId="292"/>
        </pc:sldMkLst>
      </pc:sldChg>
      <pc:sldChg chg="modTransition">
        <pc:chgData name="גרא וייס" userId="f0aa0173-552d-4808-9782-d425e6aaf8d9" providerId="ADAL" clId="{29B87A4F-9A06-40D3-A71C-8C248FFC9D26}" dt="2022-12-04T20:50:53.305" v="273"/>
        <pc:sldMkLst>
          <pc:docMk/>
          <pc:sldMk cId="2528912130" sldId="306"/>
        </pc:sldMkLst>
      </pc:sldChg>
    </pc:docChg>
  </pc:docChgLst>
  <pc:docChgLst>
    <pc:chgData name="Gera Weiss" userId="f0aa0173-552d-4808-9782-d425e6aaf8d9" providerId="ADAL" clId="{1FC65BA3-5EEE-44BC-9AFA-9118872C655E}"/>
    <pc:docChg chg="undo custSel modSld">
      <pc:chgData name="Gera Weiss" userId="f0aa0173-552d-4808-9782-d425e6aaf8d9" providerId="ADAL" clId="{1FC65BA3-5EEE-44BC-9AFA-9118872C655E}" dt="2025-06-25T13:42:18.301" v="1205"/>
      <pc:docMkLst>
        <pc:docMk/>
      </pc:docMkLst>
      <pc:sldChg chg="addSp delSp modSp mod">
        <pc:chgData name="Gera Weiss" userId="f0aa0173-552d-4808-9782-d425e6aaf8d9" providerId="ADAL" clId="{1FC65BA3-5EEE-44BC-9AFA-9118872C655E}" dt="2025-06-25T13:18:11.199" v="169"/>
        <pc:sldMkLst>
          <pc:docMk/>
          <pc:sldMk cId="0" sldId="259"/>
        </pc:sldMkLst>
      </pc:sldChg>
      <pc:sldChg chg="addSp delSp modSp mod">
        <pc:chgData name="Gera Weiss" userId="f0aa0173-552d-4808-9782-d425e6aaf8d9" providerId="ADAL" clId="{1FC65BA3-5EEE-44BC-9AFA-9118872C655E}" dt="2025-06-25T13:42:18.301" v="1205"/>
        <pc:sldMkLst>
          <pc:docMk/>
          <pc:sldMk cId="0" sldId="279"/>
        </pc:sldMkLst>
      </pc:sldChg>
      <pc:sldChg chg="addSp delSp modSp mod">
        <pc:chgData name="Gera Weiss" userId="f0aa0173-552d-4808-9782-d425e6aaf8d9" providerId="ADAL" clId="{1FC65BA3-5EEE-44BC-9AFA-9118872C655E}" dt="2025-06-25T13:31:45.592" v="803"/>
        <pc:sldMkLst>
          <pc:docMk/>
          <pc:sldMk cId="1321715445" sldId="311"/>
        </pc:sldMkLst>
      </pc:sldChg>
      <pc:sldChg chg="addSp delSp modSp mod">
        <pc:chgData name="Gera Weiss" userId="f0aa0173-552d-4808-9782-d425e6aaf8d9" providerId="ADAL" clId="{1FC65BA3-5EEE-44BC-9AFA-9118872C655E}" dt="2025-06-25T13:40:53.534" v="1197" actId="9405"/>
        <pc:sldMkLst>
          <pc:docMk/>
          <pc:sldMk cId="4166026515" sldId="319"/>
        </pc:sldMkLst>
      </pc:sldChg>
    </pc:docChg>
  </pc:docChgLst>
  <pc:docChgLst>
    <pc:chgData name="Gera Weiss" userId="f0aa0173-552d-4808-9782-d425e6aaf8d9" providerId="ADAL" clId="{29079636-78E3-4587-9973-69FFC897118A}"/>
    <pc:docChg chg="modShowInfo">
      <pc:chgData name="Gera Weiss" userId="f0aa0173-552d-4808-9782-d425e6aaf8d9" providerId="ADAL" clId="{29079636-78E3-4587-9973-69FFC897118A}" dt="2024-06-16T08:06:36.955" v="0" actId="2744"/>
      <pc:docMkLst>
        <pc:docMk/>
      </pc:docMkLst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6AFBD5-9F57-4689-904F-7998811C326D}" type="doc">
      <dgm:prSet loTypeId="urn:microsoft.com/office/officeart/2005/8/layout/vList3#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4CACF6A-056A-4248-9625-E58A1B11386A}">
      <dgm:prSet custT="1"/>
      <dgm:spPr/>
      <dgm:t>
        <a:bodyPr/>
        <a:lstStyle/>
        <a:p>
          <a:pPr algn="r" rtl="1"/>
          <a:r>
            <a:rPr lang="he-IL" sz="2400">
              <a:latin typeface="Gisha" panose="020B0502040204020203" pitchFamily="34" charset="-79"/>
              <a:cs typeface="Gisha" panose="020B0502040204020203" pitchFamily="34" charset="-79"/>
            </a:rPr>
            <a:t>אילוצי הוֹגְנוּת</a:t>
          </a:r>
          <a:endParaRPr lang="en-US" sz="24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E6106815-070D-4F60-9CB1-631AA6484A6A}" type="parTrans" cxnId="{4168598F-34AB-4E27-B8F0-5C2C4F441F90}">
      <dgm:prSet/>
      <dgm:spPr/>
      <dgm:t>
        <a:bodyPr/>
        <a:lstStyle/>
        <a:p>
          <a:endParaRPr lang="en-US"/>
        </a:p>
      </dgm:t>
    </dgm:pt>
    <dgm:pt modelId="{3C5F9627-26AE-47E3-B6FC-F900594E4713}" type="sibTrans" cxnId="{4168598F-34AB-4E27-B8F0-5C2C4F441F90}">
      <dgm:prSet/>
      <dgm:spPr/>
      <dgm:t>
        <a:bodyPr/>
        <a:lstStyle/>
        <a:p>
          <a:endParaRPr lang="en-US"/>
        </a:p>
      </dgm:t>
    </dgm:pt>
    <dgm:pt modelId="{9765F286-9F78-42A5-8F92-5C5265C89574}">
      <dgm:prSet custT="1"/>
      <dgm:spPr/>
      <dgm:t>
        <a:bodyPr/>
        <a:lstStyle/>
        <a:p>
          <a:pPr algn="r" rtl="1"/>
          <a:r>
            <a:rPr lang="he-IL" sz="2400">
              <a:latin typeface="Gisha" panose="020B0502040204020203" pitchFamily="34" charset="-79"/>
              <a:cs typeface="Gisha" panose="020B0502040204020203" pitchFamily="34" charset="-79"/>
            </a:rPr>
            <a:t>הנחות הוֹגְנוּת</a:t>
          </a:r>
          <a:endParaRPr lang="en-US" sz="24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D896DE9D-C4B8-4D42-8B7A-ED66FE60CD3E}" type="parTrans" cxnId="{AC81723F-A107-4B4C-93CC-91B7FAFC9592}">
      <dgm:prSet/>
      <dgm:spPr/>
      <dgm:t>
        <a:bodyPr/>
        <a:lstStyle/>
        <a:p>
          <a:endParaRPr lang="en-US"/>
        </a:p>
      </dgm:t>
    </dgm:pt>
    <dgm:pt modelId="{EEAFC742-D830-4C37-8917-C291D895B05E}" type="sibTrans" cxnId="{AC81723F-A107-4B4C-93CC-91B7FAFC9592}">
      <dgm:prSet/>
      <dgm:spPr/>
      <dgm:t>
        <a:bodyPr/>
        <a:lstStyle/>
        <a:p>
          <a:endParaRPr lang="en-US"/>
        </a:p>
      </dgm:t>
    </dgm:pt>
    <dgm:pt modelId="{D9C85661-21A9-4173-AB98-8276997E0C26}">
      <dgm:prSet custT="1"/>
      <dgm:spPr/>
      <dgm:t>
        <a:bodyPr/>
        <a:lstStyle/>
        <a:p>
          <a:pPr algn="r" rtl="1"/>
          <a:r>
            <a:rPr lang="he-IL" sz="2400">
              <a:latin typeface="Gisha" panose="020B0502040204020203" pitchFamily="34" charset="-79"/>
              <a:cs typeface="Gisha" panose="020B0502040204020203" pitchFamily="34" charset="-79"/>
            </a:rPr>
            <a:t>הוֹגְנוּת ותכונות בטיחות</a:t>
          </a:r>
          <a:endParaRPr lang="en-US" sz="24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D750620E-EFD1-410A-9B48-50C521133EC9}" type="parTrans" cxnId="{30221504-919B-4AC1-9706-7AD761468FA4}">
      <dgm:prSet/>
      <dgm:spPr/>
      <dgm:t>
        <a:bodyPr/>
        <a:lstStyle/>
        <a:p>
          <a:endParaRPr lang="en-US"/>
        </a:p>
      </dgm:t>
    </dgm:pt>
    <dgm:pt modelId="{F90C9876-1761-4BD5-8622-B141A1BD3DD2}" type="sibTrans" cxnId="{30221504-919B-4AC1-9706-7AD761468FA4}">
      <dgm:prSet/>
      <dgm:spPr/>
      <dgm:t>
        <a:bodyPr/>
        <a:lstStyle/>
        <a:p>
          <a:endParaRPr lang="en-US"/>
        </a:p>
      </dgm:t>
    </dgm:pt>
    <dgm:pt modelId="{061B859D-4A2F-4440-A9EB-1B6E9C94FFFA}">
      <dgm:prSet custT="1"/>
      <dgm:spPr/>
      <dgm:t>
        <a:bodyPr/>
        <a:lstStyle/>
        <a:p>
          <a:pPr algn="r" rtl="1"/>
          <a:r>
            <a:rPr lang="he-IL" sz="2400">
              <a:latin typeface="Gisha" panose="020B0502040204020203" pitchFamily="34" charset="-79"/>
              <a:cs typeface="Gisha" panose="020B0502040204020203" pitchFamily="34" charset="-79"/>
            </a:rPr>
            <a:t>למה לדרוש הוֹגְנוּת?</a:t>
          </a:r>
          <a:endParaRPr lang="en-US" sz="24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BADCC6C4-A8D4-4105-92FD-A7CEB0AA35A1}" type="parTrans" cxnId="{0D92403F-83CE-4D91-B175-C4B46EFAE378}">
      <dgm:prSet/>
      <dgm:spPr/>
      <dgm:t>
        <a:bodyPr/>
        <a:lstStyle/>
        <a:p>
          <a:endParaRPr lang="en-US"/>
        </a:p>
      </dgm:t>
    </dgm:pt>
    <dgm:pt modelId="{0EF4F8A9-F328-4358-B6B2-3E231047BA29}" type="sibTrans" cxnId="{0D92403F-83CE-4D91-B175-C4B46EFAE378}">
      <dgm:prSet/>
      <dgm:spPr/>
      <dgm:t>
        <a:bodyPr/>
        <a:lstStyle/>
        <a:p>
          <a:endParaRPr lang="en-US"/>
        </a:p>
      </dgm:t>
    </dgm:pt>
    <dgm:pt modelId="{4191E03C-15C7-4B2A-8BA0-8D788B2C2951}" type="pres">
      <dgm:prSet presAssocID="{E56AFBD5-9F57-4689-904F-7998811C326D}" presName="linearFlow" presStyleCnt="0">
        <dgm:presLayoutVars>
          <dgm:dir/>
          <dgm:resizeHandles val="exact"/>
        </dgm:presLayoutVars>
      </dgm:prSet>
      <dgm:spPr/>
    </dgm:pt>
    <dgm:pt modelId="{0644B09E-62B0-445B-B856-1472791B288D}" type="pres">
      <dgm:prSet presAssocID="{061B859D-4A2F-4440-A9EB-1B6E9C94FFFA}" presName="composite" presStyleCnt="0"/>
      <dgm:spPr/>
    </dgm:pt>
    <dgm:pt modelId="{59267130-0FA1-4290-ACE0-C72267A1774B}" type="pres">
      <dgm:prSet presAssocID="{061B859D-4A2F-4440-A9EB-1B6E9C94FFFA}" presName="imgShp" presStyleLbl="fgImgPlace1" presStyleIdx="0" presStyleCnt="4" custScaleX="80182" custScaleY="80182" custLinFactX="1219" custLinFactNeighborX="100000" custLinFactNeighborY="-251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E6281A98-2E33-4D32-A287-D8C0071243D9}" type="pres">
      <dgm:prSet presAssocID="{061B859D-4A2F-4440-A9EB-1B6E9C94FFFA}" presName="txShp" presStyleLbl="node1" presStyleIdx="0" presStyleCnt="4">
        <dgm:presLayoutVars>
          <dgm:bulletEnabled val="1"/>
        </dgm:presLayoutVars>
      </dgm:prSet>
      <dgm:spPr/>
    </dgm:pt>
    <dgm:pt modelId="{9D8D2970-C760-483F-AC71-1D930FFDE795}" type="pres">
      <dgm:prSet presAssocID="{0EF4F8A9-F328-4358-B6B2-3E231047BA29}" presName="spacing" presStyleCnt="0"/>
      <dgm:spPr/>
    </dgm:pt>
    <dgm:pt modelId="{4B8185C7-5C62-483B-9C52-1719A3533668}" type="pres">
      <dgm:prSet presAssocID="{E4CACF6A-056A-4248-9625-E58A1B11386A}" presName="composite" presStyleCnt="0"/>
      <dgm:spPr/>
    </dgm:pt>
    <dgm:pt modelId="{398D06B8-FCED-4E42-84F9-239BE9C2AF82}" type="pres">
      <dgm:prSet presAssocID="{E4CACF6A-056A-4248-9625-E58A1B11386A}" presName="imgShp" presStyleLbl="fgImgPlace1" presStyleIdx="1" presStyleCnt="4" custScaleX="80182" custScaleY="80182" custLinFactX="1219" custLinFactNeighborX="100000" custLinFactNeighborY="3006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A8EA6126-A9ED-417A-A777-9EACED161A99}" type="pres">
      <dgm:prSet presAssocID="{E4CACF6A-056A-4248-9625-E58A1B11386A}" presName="txShp" presStyleLbl="node1" presStyleIdx="1" presStyleCnt="4">
        <dgm:presLayoutVars>
          <dgm:bulletEnabled val="1"/>
        </dgm:presLayoutVars>
      </dgm:prSet>
      <dgm:spPr/>
    </dgm:pt>
    <dgm:pt modelId="{AA835997-F642-431C-A8AD-58282CB68D4B}" type="pres">
      <dgm:prSet presAssocID="{3C5F9627-26AE-47E3-B6FC-F900594E4713}" presName="spacing" presStyleCnt="0"/>
      <dgm:spPr/>
    </dgm:pt>
    <dgm:pt modelId="{7E653AA5-EAF0-4FD4-9116-5B3C0FA5B2F6}" type="pres">
      <dgm:prSet presAssocID="{9765F286-9F78-42A5-8F92-5C5265C89574}" presName="composite" presStyleCnt="0"/>
      <dgm:spPr/>
    </dgm:pt>
    <dgm:pt modelId="{FBF7EF2A-EB05-47E4-A92B-6A3A77437ADC}" type="pres">
      <dgm:prSet presAssocID="{9765F286-9F78-42A5-8F92-5C5265C89574}" presName="imgShp" presStyleLbl="fgImgPlace1" presStyleIdx="2" presStyleCnt="4" custScaleX="80182" custScaleY="80182" custLinFactX="1219" custLinFactNeighborX="100000" custLinFactNeighborY="-251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26751B47-1D08-4220-81D3-704FCC09E1F1}" type="pres">
      <dgm:prSet presAssocID="{9765F286-9F78-42A5-8F92-5C5265C89574}" presName="txShp" presStyleLbl="node1" presStyleIdx="2" presStyleCnt="4">
        <dgm:presLayoutVars>
          <dgm:bulletEnabled val="1"/>
        </dgm:presLayoutVars>
      </dgm:prSet>
      <dgm:spPr/>
    </dgm:pt>
    <dgm:pt modelId="{6F09F3FC-EFDF-426F-8159-8ACE865BAC3B}" type="pres">
      <dgm:prSet presAssocID="{EEAFC742-D830-4C37-8917-C291D895B05E}" presName="spacing" presStyleCnt="0"/>
      <dgm:spPr/>
    </dgm:pt>
    <dgm:pt modelId="{980E8789-B466-4685-B38A-BF05B6CA53D0}" type="pres">
      <dgm:prSet presAssocID="{D9C85661-21A9-4173-AB98-8276997E0C26}" presName="composite" presStyleCnt="0"/>
      <dgm:spPr/>
    </dgm:pt>
    <dgm:pt modelId="{1844B4CB-4B3B-4893-A053-3BA8559FF7B9}" type="pres">
      <dgm:prSet presAssocID="{D9C85661-21A9-4173-AB98-8276997E0C26}" presName="imgShp" presStyleLbl="fgImgPlace1" presStyleIdx="3" presStyleCnt="4" custScaleX="80182" custScaleY="80182" custLinFactX="1219" custLinFactNeighborX="100000" custLinFactNeighborY="-251"/>
      <dgm:spPr>
        <a:blipFill rotWithShape="0">
          <a:blip xmlns:r="http://schemas.openxmlformats.org/officeDocument/2006/relationships" r:embed="rId4"/>
          <a:stretch>
            <a:fillRect/>
          </a:stretch>
        </a:blipFill>
      </dgm:spPr>
    </dgm:pt>
    <dgm:pt modelId="{B39868EA-0EC2-4669-8949-B475D4D2F0B6}" type="pres">
      <dgm:prSet presAssocID="{D9C85661-21A9-4173-AB98-8276997E0C26}" presName="txShp" presStyleLbl="node1" presStyleIdx="3" presStyleCnt="4">
        <dgm:presLayoutVars>
          <dgm:bulletEnabled val="1"/>
        </dgm:presLayoutVars>
      </dgm:prSet>
      <dgm:spPr/>
    </dgm:pt>
  </dgm:ptLst>
  <dgm:cxnLst>
    <dgm:cxn modelId="{30221504-919B-4AC1-9706-7AD761468FA4}" srcId="{E56AFBD5-9F57-4689-904F-7998811C326D}" destId="{D9C85661-21A9-4173-AB98-8276997E0C26}" srcOrd="3" destOrd="0" parTransId="{D750620E-EFD1-410A-9B48-50C521133EC9}" sibTransId="{F90C9876-1761-4BD5-8622-B141A1BD3DD2}"/>
    <dgm:cxn modelId="{E7B20C1E-4FF5-4886-96C9-0735C39B7841}" type="presOf" srcId="{E56AFBD5-9F57-4689-904F-7998811C326D}" destId="{4191E03C-15C7-4B2A-8BA0-8D788B2C2951}" srcOrd="0" destOrd="0" presId="urn:microsoft.com/office/officeart/2005/8/layout/vList3#1"/>
    <dgm:cxn modelId="{0D92403F-83CE-4D91-B175-C4B46EFAE378}" srcId="{E56AFBD5-9F57-4689-904F-7998811C326D}" destId="{061B859D-4A2F-4440-A9EB-1B6E9C94FFFA}" srcOrd="0" destOrd="0" parTransId="{BADCC6C4-A8D4-4105-92FD-A7CEB0AA35A1}" sibTransId="{0EF4F8A9-F328-4358-B6B2-3E231047BA29}"/>
    <dgm:cxn modelId="{AC81723F-A107-4B4C-93CC-91B7FAFC9592}" srcId="{E56AFBD5-9F57-4689-904F-7998811C326D}" destId="{9765F286-9F78-42A5-8F92-5C5265C89574}" srcOrd="2" destOrd="0" parTransId="{D896DE9D-C4B8-4D42-8B7A-ED66FE60CD3E}" sibTransId="{EEAFC742-D830-4C37-8917-C291D895B05E}"/>
    <dgm:cxn modelId="{19AC8676-80EA-4979-A81E-FAF80DEA763F}" type="presOf" srcId="{061B859D-4A2F-4440-A9EB-1B6E9C94FFFA}" destId="{E6281A98-2E33-4D32-A287-D8C0071243D9}" srcOrd="0" destOrd="0" presId="urn:microsoft.com/office/officeart/2005/8/layout/vList3#1"/>
    <dgm:cxn modelId="{4168598F-34AB-4E27-B8F0-5C2C4F441F90}" srcId="{E56AFBD5-9F57-4689-904F-7998811C326D}" destId="{E4CACF6A-056A-4248-9625-E58A1B11386A}" srcOrd="1" destOrd="0" parTransId="{E6106815-070D-4F60-9CB1-631AA6484A6A}" sibTransId="{3C5F9627-26AE-47E3-B6FC-F900594E4713}"/>
    <dgm:cxn modelId="{595DA4BE-AB55-47BE-8CF0-3513DD04C82B}" type="presOf" srcId="{D9C85661-21A9-4173-AB98-8276997E0C26}" destId="{B39868EA-0EC2-4669-8949-B475D4D2F0B6}" srcOrd="0" destOrd="0" presId="urn:microsoft.com/office/officeart/2005/8/layout/vList3#1"/>
    <dgm:cxn modelId="{939A0ED6-82AF-49B0-AE88-E4BD2359FA35}" type="presOf" srcId="{E4CACF6A-056A-4248-9625-E58A1B11386A}" destId="{A8EA6126-A9ED-417A-A777-9EACED161A99}" srcOrd="0" destOrd="0" presId="urn:microsoft.com/office/officeart/2005/8/layout/vList3#1"/>
    <dgm:cxn modelId="{F1C376F3-7A22-4C74-885D-3C3349A7E8F3}" type="presOf" srcId="{9765F286-9F78-42A5-8F92-5C5265C89574}" destId="{26751B47-1D08-4220-81D3-704FCC09E1F1}" srcOrd="0" destOrd="0" presId="urn:microsoft.com/office/officeart/2005/8/layout/vList3#1"/>
    <dgm:cxn modelId="{EECDD60A-B92D-4E9E-9F3A-08D44611A3DC}" type="presParOf" srcId="{4191E03C-15C7-4B2A-8BA0-8D788B2C2951}" destId="{0644B09E-62B0-445B-B856-1472791B288D}" srcOrd="0" destOrd="0" presId="urn:microsoft.com/office/officeart/2005/8/layout/vList3#1"/>
    <dgm:cxn modelId="{8E6DDB3C-7CAA-4D75-8983-938579B2285A}" type="presParOf" srcId="{0644B09E-62B0-445B-B856-1472791B288D}" destId="{59267130-0FA1-4290-ACE0-C72267A1774B}" srcOrd="0" destOrd="0" presId="urn:microsoft.com/office/officeart/2005/8/layout/vList3#1"/>
    <dgm:cxn modelId="{7799B448-D743-4265-9893-33697FF8F27C}" type="presParOf" srcId="{0644B09E-62B0-445B-B856-1472791B288D}" destId="{E6281A98-2E33-4D32-A287-D8C0071243D9}" srcOrd="1" destOrd="0" presId="urn:microsoft.com/office/officeart/2005/8/layout/vList3#1"/>
    <dgm:cxn modelId="{D2C29EED-0345-4D15-BD1D-1A095E8FDD23}" type="presParOf" srcId="{4191E03C-15C7-4B2A-8BA0-8D788B2C2951}" destId="{9D8D2970-C760-483F-AC71-1D930FFDE795}" srcOrd="1" destOrd="0" presId="urn:microsoft.com/office/officeart/2005/8/layout/vList3#1"/>
    <dgm:cxn modelId="{33A0C723-45B0-4D5A-B8BF-08EC49E87FB3}" type="presParOf" srcId="{4191E03C-15C7-4B2A-8BA0-8D788B2C2951}" destId="{4B8185C7-5C62-483B-9C52-1719A3533668}" srcOrd="2" destOrd="0" presId="urn:microsoft.com/office/officeart/2005/8/layout/vList3#1"/>
    <dgm:cxn modelId="{DD1E1BCD-8319-4D3E-BC33-67570F659EE9}" type="presParOf" srcId="{4B8185C7-5C62-483B-9C52-1719A3533668}" destId="{398D06B8-FCED-4E42-84F9-239BE9C2AF82}" srcOrd="0" destOrd="0" presId="urn:microsoft.com/office/officeart/2005/8/layout/vList3#1"/>
    <dgm:cxn modelId="{378EDC4B-3166-43D3-B9EB-764FCBB1A09E}" type="presParOf" srcId="{4B8185C7-5C62-483B-9C52-1719A3533668}" destId="{A8EA6126-A9ED-417A-A777-9EACED161A99}" srcOrd="1" destOrd="0" presId="urn:microsoft.com/office/officeart/2005/8/layout/vList3#1"/>
    <dgm:cxn modelId="{99AB2C2C-24DC-4861-B8B4-A778043F229F}" type="presParOf" srcId="{4191E03C-15C7-4B2A-8BA0-8D788B2C2951}" destId="{AA835997-F642-431C-A8AD-58282CB68D4B}" srcOrd="3" destOrd="0" presId="urn:microsoft.com/office/officeart/2005/8/layout/vList3#1"/>
    <dgm:cxn modelId="{653B11FD-166F-49F4-9207-03646742AD79}" type="presParOf" srcId="{4191E03C-15C7-4B2A-8BA0-8D788B2C2951}" destId="{7E653AA5-EAF0-4FD4-9116-5B3C0FA5B2F6}" srcOrd="4" destOrd="0" presId="urn:microsoft.com/office/officeart/2005/8/layout/vList3#1"/>
    <dgm:cxn modelId="{CA9E2F70-2F69-4005-9A6D-6F8120FC5F00}" type="presParOf" srcId="{7E653AA5-EAF0-4FD4-9116-5B3C0FA5B2F6}" destId="{FBF7EF2A-EB05-47E4-A92B-6A3A77437ADC}" srcOrd="0" destOrd="0" presId="urn:microsoft.com/office/officeart/2005/8/layout/vList3#1"/>
    <dgm:cxn modelId="{A83A5C9E-2A63-4473-A261-D1DFD44AAF83}" type="presParOf" srcId="{7E653AA5-EAF0-4FD4-9116-5B3C0FA5B2F6}" destId="{26751B47-1D08-4220-81D3-704FCC09E1F1}" srcOrd="1" destOrd="0" presId="urn:microsoft.com/office/officeart/2005/8/layout/vList3#1"/>
    <dgm:cxn modelId="{4DB58DB1-07A2-4CDE-8720-7E57EE497D31}" type="presParOf" srcId="{4191E03C-15C7-4B2A-8BA0-8D788B2C2951}" destId="{6F09F3FC-EFDF-426F-8159-8ACE865BAC3B}" srcOrd="5" destOrd="0" presId="urn:microsoft.com/office/officeart/2005/8/layout/vList3#1"/>
    <dgm:cxn modelId="{BCE0C909-C968-49EC-801A-6173FAC398D0}" type="presParOf" srcId="{4191E03C-15C7-4B2A-8BA0-8D788B2C2951}" destId="{980E8789-B466-4685-B38A-BF05B6CA53D0}" srcOrd="6" destOrd="0" presId="urn:microsoft.com/office/officeart/2005/8/layout/vList3#1"/>
    <dgm:cxn modelId="{DCE6FA6E-D391-480B-BF9A-52FD51FF313B}" type="presParOf" srcId="{980E8789-B466-4685-B38A-BF05B6CA53D0}" destId="{1844B4CB-4B3B-4893-A053-3BA8559FF7B9}" srcOrd="0" destOrd="0" presId="urn:microsoft.com/office/officeart/2005/8/layout/vList3#1"/>
    <dgm:cxn modelId="{34BDB2FD-5848-46EE-827E-989D7FCB3151}" type="presParOf" srcId="{980E8789-B466-4685-B38A-BF05B6CA53D0}" destId="{B39868EA-0EC2-4669-8949-B475D4D2F0B6}" srcOrd="1" destOrd="0" presId="urn:microsoft.com/office/officeart/2005/8/layout/vList3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6AFBD5-9F57-4689-904F-7998811C326D}" type="doc">
      <dgm:prSet loTypeId="urn:microsoft.com/office/officeart/2005/8/layout/vList3#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4CACF6A-056A-4248-9625-E58A1B11386A}">
      <dgm:prSet custT="1">
        <dgm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 algn="r" rtl="1"/>
          <a:r>
            <a:rPr lang="he-IL" sz="2400">
              <a:latin typeface="Gisha" panose="020B0502040204020203" pitchFamily="34" charset="-79"/>
              <a:cs typeface="Gisha" panose="020B0502040204020203" pitchFamily="34" charset="-79"/>
            </a:rPr>
            <a:t>אילוצי </a:t>
          </a:r>
          <a:r>
            <a:rPr lang="he-IL" sz="2400" b="0" i="0">
              <a:latin typeface="Gisha" panose="020B0502040204020203" pitchFamily="34" charset="-79"/>
              <a:cs typeface="Gisha" panose="020B0502040204020203" pitchFamily="34" charset="-79"/>
            </a:rPr>
            <a:t>הוֹגְנוּת</a:t>
          </a:r>
          <a:endParaRPr lang="en-US" sz="24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E6106815-070D-4F60-9CB1-631AA6484A6A}" type="parTrans" cxnId="{4168598F-34AB-4E27-B8F0-5C2C4F441F90}">
      <dgm:prSet/>
      <dgm:spPr/>
      <dgm:t>
        <a:bodyPr/>
        <a:lstStyle/>
        <a:p>
          <a:endParaRPr lang="en-US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3C5F9627-26AE-47E3-B6FC-F900594E4713}" type="sibTrans" cxnId="{4168598F-34AB-4E27-B8F0-5C2C4F441F90}">
      <dgm:prSet/>
      <dgm:spPr/>
      <dgm:t>
        <a:bodyPr/>
        <a:lstStyle/>
        <a:p>
          <a:endParaRPr lang="en-US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9765F286-9F78-42A5-8F92-5C5265C89574}">
      <dgm:prSet custT="1"/>
      <dgm:spPr/>
      <dgm:t>
        <a:bodyPr/>
        <a:lstStyle/>
        <a:p>
          <a:pPr algn="r" rtl="1"/>
          <a:r>
            <a:rPr lang="he-IL" sz="2400">
              <a:latin typeface="Gisha" panose="020B0502040204020203" pitchFamily="34" charset="-79"/>
              <a:cs typeface="Gisha" panose="020B0502040204020203" pitchFamily="34" charset="-79"/>
            </a:rPr>
            <a:t>הנחות הוֹגְנוּת</a:t>
          </a:r>
          <a:endParaRPr lang="en-US" sz="24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D896DE9D-C4B8-4D42-8B7A-ED66FE60CD3E}" type="parTrans" cxnId="{AC81723F-A107-4B4C-93CC-91B7FAFC9592}">
      <dgm:prSet/>
      <dgm:spPr/>
      <dgm:t>
        <a:bodyPr/>
        <a:lstStyle/>
        <a:p>
          <a:endParaRPr lang="en-US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EEAFC742-D830-4C37-8917-C291D895B05E}" type="sibTrans" cxnId="{AC81723F-A107-4B4C-93CC-91B7FAFC9592}">
      <dgm:prSet/>
      <dgm:spPr/>
      <dgm:t>
        <a:bodyPr/>
        <a:lstStyle/>
        <a:p>
          <a:endParaRPr lang="en-US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D9C85661-21A9-4173-AB98-8276997E0C26}">
      <dgm:prSet custT="1"/>
      <dgm:spPr/>
      <dgm:t>
        <a:bodyPr/>
        <a:lstStyle/>
        <a:p>
          <a:pPr algn="r" rtl="1"/>
          <a:r>
            <a:rPr lang="he-IL" sz="2400">
              <a:latin typeface="Gisha" panose="020B0502040204020203" pitchFamily="34" charset="-79"/>
              <a:cs typeface="Gisha" panose="020B0502040204020203" pitchFamily="34" charset="-79"/>
            </a:rPr>
            <a:t>הוֹגְנוּת ותכונות בטיחות</a:t>
          </a:r>
          <a:endParaRPr lang="en-US" sz="24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D750620E-EFD1-410A-9B48-50C521133EC9}" type="parTrans" cxnId="{30221504-919B-4AC1-9706-7AD761468FA4}">
      <dgm:prSet/>
      <dgm:spPr/>
      <dgm:t>
        <a:bodyPr/>
        <a:lstStyle/>
        <a:p>
          <a:endParaRPr lang="en-US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F90C9876-1761-4BD5-8622-B141A1BD3DD2}" type="sibTrans" cxnId="{30221504-919B-4AC1-9706-7AD761468FA4}">
      <dgm:prSet/>
      <dgm:spPr/>
      <dgm:t>
        <a:bodyPr/>
        <a:lstStyle/>
        <a:p>
          <a:endParaRPr lang="en-US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061B859D-4A2F-4440-A9EB-1B6E9C94FFFA}">
      <dgm:prSet custT="1"/>
      <dgm:spPr/>
      <dgm:t>
        <a:bodyPr/>
        <a:lstStyle/>
        <a:p>
          <a:pPr algn="r" rtl="1"/>
          <a:r>
            <a:rPr lang="he-IL" sz="2400">
              <a:latin typeface="Gisha" panose="020B0502040204020203" pitchFamily="34" charset="-79"/>
              <a:cs typeface="Gisha" panose="020B0502040204020203" pitchFamily="34" charset="-79"/>
            </a:rPr>
            <a:t>למה לדרוש הוֹגְנוּת?</a:t>
          </a:r>
          <a:endParaRPr lang="en-US" sz="24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BADCC6C4-A8D4-4105-92FD-A7CEB0AA35A1}" type="parTrans" cxnId="{0D92403F-83CE-4D91-B175-C4B46EFAE378}">
      <dgm:prSet/>
      <dgm:spPr/>
      <dgm:t>
        <a:bodyPr/>
        <a:lstStyle/>
        <a:p>
          <a:endParaRPr lang="en-US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0EF4F8A9-F328-4358-B6B2-3E231047BA29}" type="sibTrans" cxnId="{0D92403F-83CE-4D91-B175-C4B46EFAE378}">
      <dgm:prSet/>
      <dgm:spPr/>
      <dgm:t>
        <a:bodyPr/>
        <a:lstStyle/>
        <a:p>
          <a:endParaRPr lang="en-US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4191E03C-15C7-4B2A-8BA0-8D788B2C2951}" type="pres">
      <dgm:prSet presAssocID="{E56AFBD5-9F57-4689-904F-7998811C326D}" presName="linearFlow" presStyleCnt="0">
        <dgm:presLayoutVars>
          <dgm:dir/>
          <dgm:resizeHandles val="exact"/>
        </dgm:presLayoutVars>
      </dgm:prSet>
      <dgm:spPr/>
    </dgm:pt>
    <dgm:pt modelId="{0644B09E-62B0-445B-B856-1472791B288D}" type="pres">
      <dgm:prSet presAssocID="{061B859D-4A2F-4440-A9EB-1B6E9C94FFFA}" presName="composite" presStyleCnt="0"/>
      <dgm:spPr/>
    </dgm:pt>
    <dgm:pt modelId="{59267130-0FA1-4290-ACE0-C72267A1774B}" type="pres">
      <dgm:prSet presAssocID="{061B859D-4A2F-4440-A9EB-1B6E9C94FFFA}" presName="imgShp" presStyleLbl="fgImgPlace1" presStyleIdx="0" presStyleCnt="4" custScaleX="80182" custScaleY="80182" custLinFactX="1219" custLinFactNeighborX="100000" custLinFactNeighborY="-251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E6281A98-2E33-4D32-A287-D8C0071243D9}" type="pres">
      <dgm:prSet presAssocID="{061B859D-4A2F-4440-A9EB-1B6E9C94FFFA}" presName="txShp" presStyleLbl="node1" presStyleIdx="0" presStyleCnt="4">
        <dgm:presLayoutVars>
          <dgm:bulletEnabled val="1"/>
        </dgm:presLayoutVars>
      </dgm:prSet>
      <dgm:spPr/>
    </dgm:pt>
    <dgm:pt modelId="{9D8D2970-C760-483F-AC71-1D930FFDE795}" type="pres">
      <dgm:prSet presAssocID="{0EF4F8A9-F328-4358-B6B2-3E231047BA29}" presName="spacing" presStyleCnt="0"/>
      <dgm:spPr/>
    </dgm:pt>
    <dgm:pt modelId="{4B8185C7-5C62-483B-9C52-1719A3533668}" type="pres">
      <dgm:prSet presAssocID="{E4CACF6A-056A-4248-9625-E58A1B11386A}" presName="composite" presStyleCnt="0"/>
      <dgm:spPr/>
    </dgm:pt>
    <dgm:pt modelId="{398D06B8-FCED-4E42-84F9-239BE9C2AF82}" type="pres">
      <dgm:prSet presAssocID="{E4CACF6A-056A-4248-9625-E58A1B11386A}" presName="imgShp" presStyleLbl="fgImgPlace1" presStyleIdx="1" presStyleCnt="4" custScaleX="80182" custScaleY="80182" custLinFactNeighborX="-14177" custLinFactNeighborY="3006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A8EA6126-A9ED-417A-A777-9EACED161A99}" type="pres">
      <dgm:prSet presAssocID="{E4CACF6A-056A-4248-9625-E58A1B11386A}" presName="txShp" presStyleLbl="node1" presStyleIdx="1" presStyleCnt="4" custLinFactNeighborX="-20465">
        <dgm:presLayoutVars>
          <dgm:bulletEnabled val="1"/>
        </dgm:presLayoutVars>
      </dgm:prSet>
      <dgm:spPr/>
    </dgm:pt>
    <dgm:pt modelId="{AA835997-F642-431C-A8AD-58282CB68D4B}" type="pres">
      <dgm:prSet presAssocID="{3C5F9627-26AE-47E3-B6FC-F900594E4713}" presName="spacing" presStyleCnt="0"/>
      <dgm:spPr/>
    </dgm:pt>
    <dgm:pt modelId="{7E653AA5-EAF0-4FD4-9116-5B3C0FA5B2F6}" type="pres">
      <dgm:prSet presAssocID="{9765F286-9F78-42A5-8F92-5C5265C89574}" presName="composite" presStyleCnt="0"/>
      <dgm:spPr/>
    </dgm:pt>
    <dgm:pt modelId="{FBF7EF2A-EB05-47E4-A92B-6A3A77437ADC}" type="pres">
      <dgm:prSet presAssocID="{9765F286-9F78-42A5-8F92-5C5265C89574}" presName="imgShp" presStyleLbl="fgImgPlace1" presStyleIdx="2" presStyleCnt="4" custScaleX="80182" custScaleY="80182" custLinFactX="1219" custLinFactNeighborX="100000" custLinFactNeighborY="-251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26751B47-1D08-4220-81D3-704FCC09E1F1}" type="pres">
      <dgm:prSet presAssocID="{9765F286-9F78-42A5-8F92-5C5265C89574}" presName="txShp" presStyleLbl="node1" presStyleIdx="2" presStyleCnt="4">
        <dgm:presLayoutVars>
          <dgm:bulletEnabled val="1"/>
        </dgm:presLayoutVars>
      </dgm:prSet>
      <dgm:spPr/>
    </dgm:pt>
    <dgm:pt modelId="{6F09F3FC-EFDF-426F-8159-8ACE865BAC3B}" type="pres">
      <dgm:prSet presAssocID="{EEAFC742-D830-4C37-8917-C291D895B05E}" presName="spacing" presStyleCnt="0"/>
      <dgm:spPr/>
    </dgm:pt>
    <dgm:pt modelId="{980E8789-B466-4685-B38A-BF05B6CA53D0}" type="pres">
      <dgm:prSet presAssocID="{D9C85661-21A9-4173-AB98-8276997E0C26}" presName="composite" presStyleCnt="0"/>
      <dgm:spPr/>
    </dgm:pt>
    <dgm:pt modelId="{1844B4CB-4B3B-4893-A053-3BA8559FF7B9}" type="pres">
      <dgm:prSet presAssocID="{D9C85661-21A9-4173-AB98-8276997E0C26}" presName="imgShp" presStyleLbl="fgImgPlace1" presStyleIdx="3" presStyleCnt="4" custScaleX="80182" custScaleY="80182" custLinFactX="1219" custLinFactNeighborX="100000" custLinFactNeighborY="-251"/>
      <dgm:spPr>
        <a:blipFill rotWithShape="0">
          <a:blip xmlns:r="http://schemas.openxmlformats.org/officeDocument/2006/relationships" r:embed="rId4"/>
          <a:stretch>
            <a:fillRect/>
          </a:stretch>
        </a:blipFill>
      </dgm:spPr>
    </dgm:pt>
    <dgm:pt modelId="{B39868EA-0EC2-4669-8949-B475D4D2F0B6}" type="pres">
      <dgm:prSet presAssocID="{D9C85661-21A9-4173-AB98-8276997E0C26}" presName="txShp" presStyleLbl="node1" presStyleIdx="3" presStyleCnt="4">
        <dgm:presLayoutVars>
          <dgm:bulletEnabled val="1"/>
        </dgm:presLayoutVars>
      </dgm:prSet>
      <dgm:spPr/>
    </dgm:pt>
  </dgm:ptLst>
  <dgm:cxnLst>
    <dgm:cxn modelId="{30221504-919B-4AC1-9706-7AD761468FA4}" srcId="{E56AFBD5-9F57-4689-904F-7998811C326D}" destId="{D9C85661-21A9-4173-AB98-8276997E0C26}" srcOrd="3" destOrd="0" parTransId="{D750620E-EFD1-410A-9B48-50C521133EC9}" sibTransId="{F90C9876-1761-4BD5-8622-B141A1BD3DD2}"/>
    <dgm:cxn modelId="{535EF51A-C10F-44D3-9790-33C7B4CAE316}" type="presOf" srcId="{E4CACF6A-056A-4248-9625-E58A1B11386A}" destId="{A8EA6126-A9ED-417A-A777-9EACED161A99}" srcOrd="0" destOrd="0" presId="urn:microsoft.com/office/officeart/2005/8/layout/vList3#2"/>
    <dgm:cxn modelId="{EABEC423-4784-4AB5-931C-69EF303F962C}" type="presOf" srcId="{9765F286-9F78-42A5-8F92-5C5265C89574}" destId="{26751B47-1D08-4220-81D3-704FCC09E1F1}" srcOrd="0" destOrd="0" presId="urn:microsoft.com/office/officeart/2005/8/layout/vList3#2"/>
    <dgm:cxn modelId="{0D92403F-83CE-4D91-B175-C4B46EFAE378}" srcId="{E56AFBD5-9F57-4689-904F-7998811C326D}" destId="{061B859D-4A2F-4440-A9EB-1B6E9C94FFFA}" srcOrd="0" destOrd="0" parTransId="{BADCC6C4-A8D4-4105-92FD-A7CEB0AA35A1}" sibTransId="{0EF4F8A9-F328-4358-B6B2-3E231047BA29}"/>
    <dgm:cxn modelId="{AC81723F-A107-4B4C-93CC-91B7FAFC9592}" srcId="{E56AFBD5-9F57-4689-904F-7998811C326D}" destId="{9765F286-9F78-42A5-8F92-5C5265C89574}" srcOrd="2" destOrd="0" parTransId="{D896DE9D-C4B8-4D42-8B7A-ED66FE60CD3E}" sibTransId="{EEAFC742-D830-4C37-8917-C291D895B05E}"/>
    <dgm:cxn modelId="{C5F2977D-7BF8-48D0-BF17-8E17A00E252E}" type="presOf" srcId="{061B859D-4A2F-4440-A9EB-1B6E9C94FFFA}" destId="{E6281A98-2E33-4D32-A287-D8C0071243D9}" srcOrd="0" destOrd="0" presId="urn:microsoft.com/office/officeart/2005/8/layout/vList3#2"/>
    <dgm:cxn modelId="{4168598F-34AB-4E27-B8F0-5C2C4F441F90}" srcId="{E56AFBD5-9F57-4689-904F-7998811C326D}" destId="{E4CACF6A-056A-4248-9625-E58A1B11386A}" srcOrd="1" destOrd="0" parTransId="{E6106815-070D-4F60-9CB1-631AA6484A6A}" sibTransId="{3C5F9627-26AE-47E3-B6FC-F900594E4713}"/>
    <dgm:cxn modelId="{C0B634A7-8136-43D5-81A9-F65D7A9E3843}" type="presOf" srcId="{D9C85661-21A9-4173-AB98-8276997E0C26}" destId="{B39868EA-0EC2-4669-8949-B475D4D2F0B6}" srcOrd="0" destOrd="0" presId="urn:microsoft.com/office/officeart/2005/8/layout/vList3#2"/>
    <dgm:cxn modelId="{B945FBB4-7429-4CC9-9B74-7AFEEC3CD6DB}" type="presOf" srcId="{E56AFBD5-9F57-4689-904F-7998811C326D}" destId="{4191E03C-15C7-4B2A-8BA0-8D788B2C2951}" srcOrd="0" destOrd="0" presId="urn:microsoft.com/office/officeart/2005/8/layout/vList3#2"/>
    <dgm:cxn modelId="{2AFD83E9-D924-4AEC-A220-E7177D497A9B}" type="presParOf" srcId="{4191E03C-15C7-4B2A-8BA0-8D788B2C2951}" destId="{0644B09E-62B0-445B-B856-1472791B288D}" srcOrd="0" destOrd="0" presId="urn:microsoft.com/office/officeart/2005/8/layout/vList3#2"/>
    <dgm:cxn modelId="{93265853-1DF0-40B1-976C-736AD20308AF}" type="presParOf" srcId="{0644B09E-62B0-445B-B856-1472791B288D}" destId="{59267130-0FA1-4290-ACE0-C72267A1774B}" srcOrd="0" destOrd="0" presId="urn:microsoft.com/office/officeart/2005/8/layout/vList3#2"/>
    <dgm:cxn modelId="{7E6281B9-D4DF-42A8-B0C0-CA32A67C932D}" type="presParOf" srcId="{0644B09E-62B0-445B-B856-1472791B288D}" destId="{E6281A98-2E33-4D32-A287-D8C0071243D9}" srcOrd="1" destOrd="0" presId="urn:microsoft.com/office/officeart/2005/8/layout/vList3#2"/>
    <dgm:cxn modelId="{AE8BDCF2-ED74-42A4-BD87-D9772947740F}" type="presParOf" srcId="{4191E03C-15C7-4B2A-8BA0-8D788B2C2951}" destId="{9D8D2970-C760-483F-AC71-1D930FFDE795}" srcOrd="1" destOrd="0" presId="urn:microsoft.com/office/officeart/2005/8/layout/vList3#2"/>
    <dgm:cxn modelId="{CC937375-7415-4735-972D-0FA6391EE1F8}" type="presParOf" srcId="{4191E03C-15C7-4B2A-8BA0-8D788B2C2951}" destId="{4B8185C7-5C62-483B-9C52-1719A3533668}" srcOrd="2" destOrd="0" presId="urn:microsoft.com/office/officeart/2005/8/layout/vList3#2"/>
    <dgm:cxn modelId="{77BF155D-5913-4B87-8F6A-DA9323DBF695}" type="presParOf" srcId="{4B8185C7-5C62-483B-9C52-1719A3533668}" destId="{398D06B8-FCED-4E42-84F9-239BE9C2AF82}" srcOrd="0" destOrd="0" presId="urn:microsoft.com/office/officeart/2005/8/layout/vList3#2"/>
    <dgm:cxn modelId="{B985A28E-2236-4194-AE2D-51F31B70A985}" type="presParOf" srcId="{4B8185C7-5C62-483B-9C52-1719A3533668}" destId="{A8EA6126-A9ED-417A-A777-9EACED161A99}" srcOrd="1" destOrd="0" presId="urn:microsoft.com/office/officeart/2005/8/layout/vList3#2"/>
    <dgm:cxn modelId="{1F032D0D-49F1-4393-93C3-667FF3E8FA9E}" type="presParOf" srcId="{4191E03C-15C7-4B2A-8BA0-8D788B2C2951}" destId="{AA835997-F642-431C-A8AD-58282CB68D4B}" srcOrd="3" destOrd="0" presId="urn:microsoft.com/office/officeart/2005/8/layout/vList3#2"/>
    <dgm:cxn modelId="{F94154AF-896E-449E-80BD-E711380EDD8B}" type="presParOf" srcId="{4191E03C-15C7-4B2A-8BA0-8D788B2C2951}" destId="{7E653AA5-EAF0-4FD4-9116-5B3C0FA5B2F6}" srcOrd="4" destOrd="0" presId="urn:microsoft.com/office/officeart/2005/8/layout/vList3#2"/>
    <dgm:cxn modelId="{FC62B5C5-3406-47FC-B546-467E6DEA92A0}" type="presParOf" srcId="{7E653AA5-EAF0-4FD4-9116-5B3C0FA5B2F6}" destId="{FBF7EF2A-EB05-47E4-A92B-6A3A77437ADC}" srcOrd="0" destOrd="0" presId="urn:microsoft.com/office/officeart/2005/8/layout/vList3#2"/>
    <dgm:cxn modelId="{60F9392A-7979-4FDA-A0A1-1E0DDE6A1573}" type="presParOf" srcId="{7E653AA5-EAF0-4FD4-9116-5B3C0FA5B2F6}" destId="{26751B47-1D08-4220-81D3-704FCC09E1F1}" srcOrd="1" destOrd="0" presId="urn:microsoft.com/office/officeart/2005/8/layout/vList3#2"/>
    <dgm:cxn modelId="{8833D742-0131-4380-93F6-FA63614A1162}" type="presParOf" srcId="{4191E03C-15C7-4B2A-8BA0-8D788B2C2951}" destId="{6F09F3FC-EFDF-426F-8159-8ACE865BAC3B}" srcOrd="5" destOrd="0" presId="urn:microsoft.com/office/officeart/2005/8/layout/vList3#2"/>
    <dgm:cxn modelId="{83948AB0-07A5-48C4-B4EB-F6FF04C7DFD3}" type="presParOf" srcId="{4191E03C-15C7-4B2A-8BA0-8D788B2C2951}" destId="{980E8789-B466-4685-B38A-BF05B6CA53D0}" srcOrd="6" destOrd="0" presId="urn:microsoft.com/office/officeart/2005/8/layout/vList3#2"/>
    <dgm:cxn modelId="{C6479B91-6899-4764-A0A5-C3D1A9673982}" type="presParOf" srcId="{980E8789-B466-4685-B38A-BF05B6CA53D0}" destId="{1844B4CB-4B3B-4893-A053-3BA8559FF7B9}" srcOrd="0" destOrd="0" presId="urn:microsoft.com/office/officeart/2005/8/layout/vList3#2"/>
    <dgm:cxn modelId="{91DCDB7E-5CBA-4D1A-B3F5-8F596C3E01B0}" type="presParOf" srcId="{980E8789-B466-4685-B38A-BF05B6CA53D0}" destId="{B39868EA-0EC2-4669-8949-B475D4D2F0B6}" srcOrd="1" destOrd="0" presId="urn:microsoft.com/office/officeart/2005/8/layout/vList3#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56AFBD5-9F57-4689-904F-7998811C326D}" type="doc">
      <dgm:prSet loTypeId="urn:microsoft.com/office/officeart/2005/8/layout/vList3#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4CACF6A-056A-4248-9625-E58A1B11386A}">
      <dgm:prSet custT="1">
        <dgm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pPr algn="r" rtl="1"/>
          <a:r>
            <a:rPr lang="he-IL" sz="2400">
              <a:latin typeface="Gisha" panose="020B0502040204020203" pitchFamily="34" charset="-79"/>
              <a:cs typeface="Gisha" panose="020B0502040204020203" pitchFamily="34" charset="-79"/>
            </a:rPr>
            <a:t>אילוצי הוֹגְנוּת</a:t>
          </a:r>
          <a:endParaRPr lang="en-US" sz="24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E6106815-070D-4F60-9CB1-631AA6484A6A}" type="parTrans" cxnId="{4168598F-34AB-4E27-B8F0-5C2C4F441F90}">
      <dgm:prSet/>
      <dgm:spPr/>
      <dgm:t>
        <a:bodyPr/>
        <a:lstStyle/>
        <a:p>
          <a:endParaRPr lang="en-US"/>
        </a:p>
      </dgm:t>
    </dgm:pt>
    <dgm:pt modelId="{3C5F9627-26AE-47E3-B6FC-F900594E4713}" type="sibTrans" cxnId="{4168598F-34AB-4E27-B8F0-5C2C4F441F90}">
      <dgm:prSet/>
      <dgm:spPr/>
      <dgm:t>
        <a:bodyPr/>
        <a:lstStyle/>
        <a:p>
          <a:endParaRPr lang="en-US"/>
        </a:p>
      </dgm:t>
    </dgm:pt>
    <dgm:pt modelId="{9765F286-9F78-42A5-8F92-5C5265C89574}">
      <dgm:prSet custT="1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 algn="r" rtl="1"/>
          <a:r>
            <a:rPr lang="he-IL" sz="2400">
              <a:latin typeface="Gisha" panose="020B0502040204020203" pitchFamily="34" charset="-79"/>
              <a:cs typeface="Gisha" panose="020B0502040204020203" pitchFamily="34" charset="-79"/>
            </a:rPr>
            <a:t>הנחות הוֹגְנוּת</a:t>
          </a:r>
          <a:endParaRPr lang="en-US" sz="24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D896DE9D-C4B8-4D42-8B7A-ED66FE60CD3E}" type="parTrans" cxnId="{AC81723F-A107-4B4C-93CC-91B7FAFC9592}">
      <dgm:prSet/>
      <dgm:spPr/>
      <dgm:t>
        <a:bodyPr/>
        <a:lstStyle/>
        <a:p>
          <a:endParaRPr lang="en-US"/>
        </a:p>
      </dgm:t>
    </dgm:pt>
    <dgm:pt modelId="{EEAFC742-D830-4C37-8917-C291D895B05E}" type="sibTrans" cxnId="{AC81723F-A107-4B4C-93CC-91B7FAFC9592}">
      <dgm:prSet/>
      <dgm:spPr/>
      <dgm:t>
        <a:bodyPr/>
        <a:lstStyle/>
        <a:p>
          <a:endParaRPr lang="en-US"/>
        </a:p>
      </dgm:t>
    </dgm:pt>
    <dgm:pt modelId="{D9C85661-21A9-4173-AB98-8276997E0C26}">
      <dgm:prSet custT="1"/>
      <dgm:spPr/>
      <dgm:t>
        <a:bodyPr/>
        <a:lstStyle/>
        <a:p>
          <a:pPr algn="r" rtl="1"/>
          <a:r>
            <a:rPr lang="he-IL" sz="2400">
              <a:latin typeface="Gisha" panose="020B0502040204020203" pitchFamily="34" charset="-79"/>
              <a:cs typeface="Gisha" panose="020B0502040204020203" pitchFamily="34" charset="-79"/>
            </a:rPr>
            <a:t>תכונות הוֹגְנוּת ותכונות בטיחות</a:t>
          </a:r>
          <a:endParaRPr lang="en-US" sz="24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D750620E-EFD1-410A-9B48-50C521133EC9}" type="parTrans" cxnId="{30221504-919B-4AC1-9706-7AD761468FA4}">
      <dgm:prSet/>
      <dgm:spPr/>
      <dgm:t>
        <a:bodyPr/>
        <a:lstStyle/>
        <a:p>
          <a:endParaRPr lang="en-US"/>
        </a:p>
      </dgm:t>
    </dgm:pt>
    <dgm:pt modelId="{F90C9876-1761-4BD5-8622-B141A1BD3DD2}" type="sibTrans" cxnId="{30221504-919B-4AC1-9706-7AD761468FA4}">
      <dgm:prSet/>
      <dgm:spPr/>
      <dgm:t>
        <a:bodyPr/>
        <a:lstStyle/>
        <a:p>
          <a:endParaRPr lang="en-US"/>
        </a:p>
      </dgm:t>
    </dgm:pt>
    <dgm:pt modelId="{061B859D-4A2F-4440-A9EB-1B6E9C94FFFA}">
      <dgm:prSet custT="1"/>
      <dgm:spPr/>
      <dgm:t>
        <a:bodyPr/>
        <a:lstStyle/>
        <a:p>
          <a:pPr algn="r" rtl="1"/>
          <a:r>
            <a:rPr lang="he-IL" sz="2400">
              <a:latin typeface="Gisha" panose="020B0502040204020203" pitchFamily="34" charset="-79"/>
              <a:cs typeface="Gisha" panose="020B0502040204020203" pitchFamily="34" charset="-79"/>
            </a:rPr>
            <a:t>למה לדרוש הוֹגְנוּת?</a:t>
          </a:r>
          <a:endParaRPr lang="en-US" sz="24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BADCC6C4-A8D4-4105-92FD-A7CEB0AA35A1}" type="parTrans" cxnId="{0D92403F-83CE-4D91-B175-C4B46EFAE378}">
      <dgm:prSet/>
      <dgm:spPr/>
      <dgm:t>
        <a:bodyPr/>
        <a:lstStyle/>
        <a:p>
          <a:endParaRPr lang="en-US"/>
        </a:p>
      </dgm:t>
    </dgm:pt>
    <dgm:pt modelId="{0EF4F8A9-F328-4358-B6B2-3E231047BA29}" type="sibTrans" cxnId="{0D92403F-83CE-4D91-B175-C4B46EFAE378}">
      <dgm:prSet/>
      <dgm:spPr/>
      <dgm:t>
        <a:bodyPr/>
        <a:lstStyle/>
        <a:p>
          <a:endParaRPr lang="en-US"/>
        </a:p>
      </dgm:t>
    </dgm:pt>
    <dgm:pt modelId="{4191E03C-15C7-4B2A-8BA0-8D788B2C2951}" type="pres">
      <dgm:prSet presAssocID="{E56AFBD5-9F57-4689-904F-7998811C326D}" presName="linearFlow" presStyleCnt="0">
        <dgm:presLayoutVars>
          <dgm:dir/>
          <dgm:resizeHandles val="exact"/>
        </dgm:presLayoutVars>
      </dgm:prSet>
      <dgm:spPr/>
    </dgm:pt>
    <dgm:pt modelId="{0644B09E-62B0-445B-B856-1472791B288D}" type="pres">
      <dgm:prSet presAssocID="{061B859D-4A2F-4440-A9EB-1B6E9C94FFFA}" presName="composite" presStyleCnt="0"/>
      <dgm:spPr/>
    </dgm:pt>
    <dgm:pt modelId="{59267130-0FA1-4290-ACE0-C72267A1774B}" type="pres">
      <dgm:prSet presAssocID="{061B859D-4A2F-4440-A9EB-1B6E9C94FFFA}" presName="imgShp" presStyleLbl="fgImgPlace1" presStyleIdx="0" presStyleCnt="4" custScaleX="80182" custScaleY="80182" custLinFactX="1219" custLinFactNeighborX="100000" custLinFactNeighborY="-251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E6281A98-2E33-4D32-A287-D8C0071243D9}" type="pres">
      <dgm:prSet presAssocID="{061B859D-4A2F-4440-A9EB-1B6E9C94FFFA}" presName="txShp" presStyleLbl="node1" presStyleIdx="0" presStyleCnt="4">
        <dgm:presLayoutVars>
          <dgm:bulletEnabled val="1"/>
        </dgm:presLayoutVars>
      </dgm:prSet>
      <dgm:spPr/>
    </dgm:pt>
    <dgm:pt modelId="{9D8D2970-C760-483F-AC71-1D930FFDE795}" type="pres">
      <dgm:prSet presAssocID="{0EF4F8A9-F328-4358-B6B2-3E231047BA29}" presName="spacing" presStyleCnt="0"/>
      <dgm:spPr/>
    </dgm:pt>
    <dgm:pt modelId="{4B8185C7-5C62-483B-9C52-1719A3533668}" type="pres">
      <dgm:prSet presAssocID="{E4CACF6A-056A-4248-9625-E58A1B11386A}" presName="composite" presStyleCnt="0"/>
      <dgm:spPr/>
    </dgm:pt>
    <dgm:pt modelId="{398D06B8-FCED-4E42-84F9-239BE9C2AF82}" type="pres">
      <dgm:prSet presAssocID="{E4CACF6A-056A-4248-9625-E58A1B11386A}" presName="imgShp" presStyleLbl="fgImgPlace1" presStyleIdx="1" presStyleCnt="4" custScaleX="80182" custScaleY="80182" custLinFactNeighborX="98731" custLinFactNeighborY="3006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A8EA6126-A9ED-417A-A777-9EACED161A99}" type="pres">
      <dgm:prSet presAssocID="{E4CACF6A-056A-4248-9625-E58A1B11386A}" presName="txShp" presStyleLbl="node1" presStyleIdx="1" presStyleCnt="4" custLinFactNeighborX="-441" custLinFactNeighborY="3257">
        <dgm:presLayoutVars>
          <dgm:bulletEnabled val="1"/>
        </dgm:presLayoutVars>
      </dgm:prSet>
      <dgm:spPr/>
    </dgm:pt>
    <dgm:pt modelId="{AA835997-F642-431C-A8AD-58282CB68D4B}" type="pres">
      <dgm:prSet presAssocID="{3C5F9627-26AE-47E3-B6FC-F900594E4713}" presName="spacing" presStyleCnt="0"/>
      <dgm:spPr/>
    </dgm:pt>
    <dgm:pt modelId="{7E653AA5-EAF0-4FD4-9116-5B3C0FA5B2F6}" type="pres">
      <dgm:prSet presAssocID="{9765F286-9F78-42A5-8F92-5C5265C89574}" presName="composite" presStyleCnt="0"/>
      <dgm:spPr/>
    </dgm:pt>
    <dgm:pt modelId="{FBF7EF2A-EB05-47E4-A92B-6A3A77437ADC}" type="pres">
      <dgm:prSet presAssocID="{9765F286-9F78-42A5-8F92-5C5265C89574}" presName="imgShp" presStyleLbl="fgImgPlace1" presStyleIdx="2" presStyleCnt="4" custScaleX="80182" custScaleY="80182" custLinFactNeighborX="-10170" custLinFactNeighborY="-251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26751B47-1D08-4220-81D3-704FCC09E1F1}" type="pres">
      <dgm:prSet presAssocID="{9765F286-9F78-42A5-8F92-5C5265C89574}" presName="txShp" presStyleLbl="node1" presStyleIdx="2" presStyleCnt="4" custLinFactNeighborX="-19755">
        <dgm:presLayoutVars>
          <dgm:bulletEnabled val="1"/>
        </dgm:presLayoutVars>
      </dgm:prSet>
      <dgm:spPr/>
    </dgm:pt>
    <dgm:pt modelId="{6F09F3FC-EFDF-426F-8159-8ACE865BAC3B}" type="pres">
      <dgm:prSet presAssocID="{EEAFC742-D830-4C37-8917-C291D895B05E}" presName="spacing" presStyleCnt="0"/>
      <dgm:spPr/>
    </dgm:pt>
    <dgm:pt modelId="{980E8789-B466-4685-B38A-BF05B6CA53D0}" type="pres">
      <dgm:prSet presAssocID="{D9C85661-21A9-4173-AB98-8276997E0C26}" presName="composite" presStyleCnt="0"/>
      <dgm:spPr/>
    </dgm:pt>
    <dgm:pt modelId="{1844B4CB-4B3B-4893-A053-3BA8559FF7B9}" type="pres">
      <dgm:prSet presAssocID="{D9C85661-21A9-4173-AB98-8276997E0C26}" presName="imgShp" presStyleLbl="fgImgPlace1" presStyleIdx="3" presStyleCnt="4" custScaleX="80182" custScaleY="80182" custLinFactX="1219" custLinFactNeighborX="100000" custLinFactNeighborY="-251"/>
      <dgm:spPr>
        <a:blipFill rotWithShape="0">
          <a:blip xmlns:r="http://schemas.openxmlformats.org/officeDocument/2006/relationships" r:embed="rId4"/>
          <a:stretch>
            <a:fillRect/>
          </a:stretch>
        </a:blipFill>
      </dgm:spPr>
    </dgm:pt>
    <dgm:pt modelId="{B39868EA-0EC2-4669-8949-B475D4D2F0B6}" type="pres">
      <dgm:prSet presAssocID="{D9C85661-21A9-4173-AB98-8276997E0C26}" presName="txShp" presStyleLbl="node1" presStyleIdx="3" presStyleCnt="4">
        <dgm:presLayoutVars>
          <dgm:bulletEnabled val="1"/>
        </dgm:presLayoutVars>
      </dgm:prSet>
      <dgm:spPr/>
    </dgm:pt>
  </dgm:ptLst>
  <dgm:cxnLst>
    <dgm:cxn modelId="{30221504-919B-4AC1-9706-7AD761468FA4}" srcId="{E56AFBD5-9F57-4689-904F-7998811C326D}" destId="{D9C85661-21A9-4173-AB98-8276997E0C26}" srcOrd="3" destOrd="0" parTransId="{D750620E-EFD1-410A-9B48-50C521133EC9}" sibTransId="{F90C9876-1761-4BD5-8622-B141A1BD3DD2}"/>
    <dgm:cxn modelId="{0D92403F-83CE-4D91-B175-C4B46EFAE378}" srcId="{E56AFBD5-9F57-4689-904F-7998811C326D}" destId="{061B859D-4A2F-4440-A9EB-1B6E9C94FFFA}" srcOrd="0" destOrd="0" parTransId="{BADCC6C4-A8D4-4105-92FD-A7CEB0AA35A1}" sibTransId="{0EF4F8A9-F328-4358-B6B2-3E231047BA29}"/>
    <dgm:cxn modelId="{AC81723F-A107-4B4C-93CC-91B7FAFC9592}" srcId="{E56AFBD5-9F57-4689-904F-7998811C326D}" destId="{9765F286-9F78-42A5-8F92-5C5265C89574}" srcOrd="2" destOrd="0" parTransId="{D896DE9D-C4B8-4D42-8B7A-ED66FE60CD3E}" sibTransId="{EEAFC742-D830-4C37-8917-C291D895B05E}"/>
    <dgm:cxn modelId="{11996067-6A5A-41A7-A0BD-BBD73FFDDC74}" type="presOf" srcId="{E56AFBD5-9F57-4689-904F-7998811C326D}" destId="{4191E03C-15C7-4B2A-8BA0-8D788B2C2951}" srcOrd="0" destOrd="0" presId="urn:microsoft.com/office/officeart/2005/8/layout/vList3#3"/>
    <dgm:cxn modelId="{E0310A53-B944-4F13-B6A6-62BB9B0B0BC8}" type="presOf" srcId="{E4CACF6A-056A-4248-9625-E58A1B11386A}" destId="{A8EA6126-A9ED-417A-A777-9EACED161A99}" srcOrd="0" destOrd="0" presId="urn:microsoft.com/office/officeart/2005/8/layout/vList3#3"/>
    <dgm:cxn modelId="{219CB08E-F6C3-4390-9861-7CECB474BDF8}" type="presOf" srcId="{061B859D-4A2F-4440-A9EB-1B6E9C94FFFA}" destId="{E6281A98-2E33-4D32-A287-D8C0071243D9}" srcOrd="0" destOrd="0" presId="urn:microsoft.com/office/officeart/2005/8/layout/vList3#3"/>
    <dgm:cxn modelId="{4168598F-34AB-4E27-B8F0-5C2C4F441F90}" srcId="{E56AFBD5-9F57-4689-904F-7998811C326D}" destId="{E4CACF6A-056A-4248-9625-E58A1B11386A}" srcOrd="1" destOrd="0" parTransId="{E6106815-070D-4F60-9CB1-631AA6484A6A}" sibTransId="{3C5F9627-26AE-47E3-B6FC-F900594E4713}"/>
    <dgm:cxn modelId="{A33797D8-2410-4709-AED7-8F71215CB450}" type="presOf" srcId="{D9C85661-21A9-4173-AB98-8276997E0C26}" destId="{B39868EA-0EC2-4669-8949-B475D4D2F0B6}" srcOrd="0" destOrd="0" presId="urn:microsoft.com/office/officeart/2005/8/layout/vList3#3"/>
    <dgm:cxn modelId="{61A612F2-615C-490D-897F-AF65C3938B9F}" type="presOf" srcId="{9765F286-9F78-42A5-8F92-5C5265C89574}" destId="{26751B47-1D08-4220-81D3-704FCC09E1F1}" srcOrd="0" destOrd="0" presId="urn:microsoft.com/office/officeart/2005/8/layout/vList3#3"/>
    <dgm:cxn modelId="{9A161848-9BFB-43EE-8218-3BFB03B0472C}" type="presParOf" srcId="{4191E03C-15C7-4B2A-8BA0-8D788B2C2951}" destId="{0644B09E-62B0-445B-B856-1472791B288D}" srcOrd="0" destOrd="0" presId="urn:microsoft.com/office/officeart/2005/8/layout/vList3#3"/>
    <dgm:cxn modelId="{B0A8EBA1-A6D2-47C8-B250-A2089F4C2C2A}" type="presParOf" srcId="{0644B09E-62B0-445B-B856-1472791B288D}" destId="{59267130-0FA1-4290-ACE0-C72267A1774B}" srcOrd="0" destOrd="0" presId="urn:microsoft.com/office/officeart/2005/8/layout/vList3#3"/>
    <dgm:cxn modelId="{44FF13D9-1FFB-418F-91DC-A11CA42B9663}" type="presParOf" srcId="{0644B09E-62B0-445B-B856-1472791B288D}" destId="{E6281A98-2E33-4D32-A287-D8C0071243D9}" srcOrd="1" destOrd="0" presId="urn:microsoft.com/office/officeart/2005/8/layout/vList3#3"/>
    <dgm:cxn modelId="{6D0E1093-5417-4C32-8267-C25308FA3626}" type="presParOf" srcId="{4191E03C-15C7-4B2A-8BA0-8D788B2C2951}" destId="{9D8D2970-C760-483F-AC71-1D930FFDE795}" srcOrd="1" destOrd="0" presId="urn:microsoft.com/office/officeart/2005/8/layout/vList3#3"/>
    <dgm:cxn modelId="{F87C8CEF-A42F-45F0-B7E6-5CAC20B40294}" type="presParOf" srcId="{4191E03C-15C7-4B2A-8BA0-8D788B2C2951}" destId="{4B8185C7-5C62-483B-9C52-1719A3533668}" srcOrd="2" destOrd="0" presId="urn:microsoft.com/office/officeart/2005/8/layout/vList3#3"/>
    <dgm:cxn modelId="{61CB0A4D-80FA-4BC9-94F3-0F323CFB22D7}" type="presParOf" srcId="{4B8185C7-5C62-483B-9C52-1719A3533668}" destId="{398D06B8-FCED-4E42-84F9-239BE9C2AF82}" srcOrd="0" destOrd="0" presId="urn:microsoft.com/office/officeart/2005/8/layout/vList3#3"/>
    <dgm:cxn modelId="{DDDE966B-0F7A-42C2-9538-26E3E8605EF7}" type="presParOf" srcId="{4B8185C7-5C62-483B-9C52-1719A3533668}" destId="{A8EA6126-A9ED-417A-A777-9EACED161A99}" srcOrd="1" destOrd="0" presId="urn:microsoft.com/office/officeart/2005/8/layout/vList3#3"/>
    <dgm:cxn modelId="{14DD6BE6-629A-49F4-AC21-8880C03A8C24}" type="presParOf" srcId="{4191E03C-15C7-4B2A-8BA0-8D788B2C2951}" destId="{AA835997-F642-431C-A8AD-58282CB68D4B}" srcOrd="3" destOrd="0" presId="urn:microsoft.com/office/officeart/2005/8/layout/vList3#3"/>
    <dgm:cxn modelId="{ECA2AAAE-2231-4040-B3B5-B9A2145C53BC}" type="presParOf" srcId="{4191E03C-15C7-4B2A-8BA0-8D788B2C2951}" destId="{7E653AA5-EAF0-4FD4-9116-5B3C0FA5B2F6}" srcOrd="4" destOrd="0" presId="urn:microsoft.com/office/officeart/2005/8/layout/vList3#3"/>
    <dgm:cxn modelId="{E8D9664F-0BF8-4AA5-8108-07459DE69B72}" type="presParOf" srcId="{7E653AA5-EAF0-4FD4-9116-5B3C0FA5B2F6}" destId="{FBF7EF2A-EB05-47E4-A92B-6A3A77437ADC}" srcOrd="0" destOrd="0" presId="urn:microsoft.com/office/officeart/2005/8/layout/vList3#3"/>
    <dgm:cxn modelId="{65B67AAF-F2FA-495C-9DC0-8E70CBAE0778}" type="presParOf" srcId="{7E653AA5-EAF0-4FD4-9116-5B3C0FA5B2F6}" destId="{26751B47-1D08-4220-81D3-704FCC09E1F1}" srcOrd="1" destOrd="0" presId="urn:microsoft.com/office/officeart/2005/8/layout/vList3#3"/>
    <dgm:cxn modelId="{BAC0531B-E11A-431A-BCC0-642043097772}" type="presParOf" srcId="{4191E03C-15C7-4B2A-8BA0-8D788B2C2951}" destId="{6F09F3FC-EFDF-426F-8159-8ACE865BAC3B}" srcOrd="5" destOrd="0" presId="urn:microsoft.com/office/officeart/2005/8/layout/vList3#3"/>
    <dgm:cxn modelId="{6E7832D9-CD1A-4C5F-A8A8-501D0C65294C}" type="presParOf" srcId="{4191E03C-15C7-4B2A-8BA0-8D788B2C2951}" destId="{980E8789-B466-4685-B38A-BF05B6CA53D0}" srcOrd="6" destOrd="0" presId="urn:microsoft.com/office/officeart/2005/8/layout/vList3#3"/>
    <dgm:cxn modelId="{F2FC2CAC-35C0-4E22-92EF-03F345BD3BE2}" type="presParOf" srcId="{980E8789-B466-4685-B38A-BF05B6CA53D0}" destId="{1844B4CB-4B3B-4893-A053-3BA8559FF7B9}" srcOrd="0" destOrd="0" presId="urn:microsoft.com/office/officeart/2005/8/layout/vList3#3"/>
    <dgm:cxn modelId="{3DDC8059-97B7-47AC-A3B3-C37E4812A1C0}" type="presParOf" srcId="{980E8789-B466-4685-B38A-BF05B6CA53D0}" destId="{B39868EA-0EC2-4669-8949-B475D4D2F0B6}" srcOrd="1" destOrd="0" presId="urn:microsoft.com/office/officeart/2005/8/layout/vList3#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56AFBD5-9F57-4689-904F-7998811C326D}" type="doc">
      <dgm:prSet loTypeId="urn:microsoft.com/office/officeart/2005/8/layout/vList3#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4CACF6A-056A-4248-9625-E58A1B11386A}">
      <dgm:prSet custT="1"/>
      <dgm:spPr/>
      <dgm:t>
        <a:bodyPr/>
        <a:lstStyle/>
        <a:p>
          <a:pPr algn="r" rtl="1"/>
          <a:r>
            <a:rPr lang="he-IL" sz="2400">
              <a:latin typeface="Gisha" panose="020B0502040204020203" pitchFamily="34" charset="-79"/>
              <a:cs typeface="Gisha" panose="020B0502040204020203" pitchFamily="34" charset="-79"/>
            </a:rPr>
            <a:t>אילוצי הוֹגְנוּת</a:t>
          </a:r>
          <a:endParaRPr lang="en-US" sz="24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E6106815-070D-4F60-9CB1-631AA6484A6A}" type="parTrans" cxnId="{4168598F-34AB-4E27-B8F0-5C2C4F441F90}">
      <dgm:prSet/>
      <dgm:spPr/>
      <dgm:t>
        <a:bodyPr/>
        <a:lstStyle/>
        <a:p>
          <a:endParaRPr lang="en-US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3C5F9627-26AE-47E3-B6FC-F900594E4713}" type="sibTrans" cxnId="{4168598F-34AB-4E27-B8F0-5C2C4F441F90}">
      <dgm:prSet/>
      <dgm:spPr/>
      <dgm:t>
        <a:bodyPr/>
        <a:lstStyle/>
        <a:p>
          <a:endParaRPr lang="en-US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9765F286-9F78-42A5-8F92-5C5265C89574}">
      <dgm:prSet custT="1"/>
      <dgm:spPr/>
      <dgm:t>
        <a:bodyPr/>
        <a:lstStyle/>
        <a:p>
          <a:pPr algn="r" rtl="1"/>
          <a:r>
            <a:rPr lang="he-IL" sz="2400">
              <a:latin typeface="Gisha" panose="020B0502040204020203" pitchFamily="34" charset="-79"/>
              <a:cs typeface="Gisha" panose="020B0502040204020203" pitchFamily="34" charset="-79"/>
            </a:rPr>
            <a:t>הנחות הוֹגְנוּת</a:t>
          </a:r>
          <a:endParaRPr lang="en-US" sz="24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D896DE9D-C4B8-4D42-8B7A-ED66FE60CD3E}" type="parTrans" cxnId="{AC81723F-A107-4B4C-93CC-91B7FAFC9592}">
      <dgm:prSet/>
      <dgm:spPr/>
      <dgm:t>
        <a:bodyPr/>
        <a:lstStyle/>
        <a:p>
          <a:endParaRPr lang="en-US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EEAFC742-D830-4C37-8917-C291D895B05E}" type="sibTrans" cxnId="{AC81723F-A107-4B4C-93CC-91B7FAFC9592}">
      <dgm:prSet/>
      <dgm:spPr/>
      <dgm:t>
        <a:bodyPr/>
        <a:lstStyle/>
        <a:p>
          <a:endParaRPr lang="en-US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D9C85661-21A9-4173-AB98-8276997E0C26}">
      <dgm:prSet custT="1">
        <dgm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 algn="r" rtl="1"/>
          <a:r>
            <a:rPr lang="he-IL" sz="2400">
              <a:latin typeface="Gisha" panose="020B0502040204020203" pitchFamily="34" charset="-79"/>
              <a:cs typeface="Gisha" panose="020B0502040204020203" pitchFamily="34" charset="-79"/>
            </a:rPr>
            <a:t>הוֹגְנוּת ותכונות בטיחות</a:t>
          </a:r>
          <a:endParaRPr lang="en-US" sz="24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D750620E-EFD1-410A-9B48-50C521133EC9}" type="parTrans" cxnId="{30221504-919B-4AC1-9706-7AD761468FA4}">
      <dgm:prSet/>
      <dgm:spPr/>
      <dgm:t>
        <a:bodyPr/>
        <a:lstStyle/>
        <a:p>
          <a:endParaRPr lang="en-US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F90C9876-1761-4BD5-8622-B141A1BD3DD2}" type="sibTrans" cxnId="{30221504-919B-4AC1-9706-7AD761468FA4}">
      <dgm:prSet/>
      <dgm:spPr/>
      <dgm:t>
        <a:bodyPr/>
        <a:lstStyle/>
        <a:p>
          <a:endParaRPr lang="en-US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061B859D-4A2F-4440-A9EB-1B6E9C94FFFA}">
      <dgm:prSet custT="1"/>
      <dgm:spPr/>
      <dgm:t>
        <a:bodyPr/>
        <a:lstStyle/>
        <a:p>
          <a:pPr algn="r" rtl="1"/>
          <a:r>
            <a:rPr lang="he-IL" sz="2400">
              <a:latin typeface="Gisha" panose="020B0502040204020203" pitchFamily="34" charset="-79"/>
              <a:cs typeface="Gisha" panose="020B0502040204020203" pitchFamily="34" charset="-79"/>
            </a:rPr>
            <a:t>הוֹגְנוּת</a:t>
          </a:r>
          <a:endParaRPr lang="en-US" sz="24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BADCC6C4-A8D4-4105-92FD-A7CEB0AA35A1}" type="parTrans" cxnId="{0D92403F-83CE-4D91-B175-C4B46EFAE378}">
      <dgm:prSet/>
      <dgm:spPr/>
      <dgm:t>
        <a:bodyPr/>
        <a:lstStyle/>
        <a:p>
          <a:endParaRPr lang="en-US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0EF4F8A9-F328-4358-B6B2-3E231047BA29}" type="sibTrans" cxnId="{0D92403F-83CE-4D91-B175-C4B46EFAE378}">
      <dgm:prSet/>
      <dgm:spPr/>
      <dgm:t>
        <a:bodyPr/>
        <a:lstStyle/>
        <a:p>
          <a:endParaRPr lang="en-US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4191E03C-15C7-4B2A-8BA0-8D788B2C2951}" type="pres">
      <dgm:prSet presAssocID="{E56AFBD5-9F57-4689-904F-7998811C326D}" presName="linearFlow" presStyleCnt="0">
        <dgm:presLayoutVars>
          <dgm:dir/>
          <dgm:resizeHandles val="exact"/>
        </dgm:presLayoutVars>
      </dgm:prSet>
      <dgm:spPr/>
    </dgm:pt>
    <dgm:pt modelId="{0644B09E-62B0-445B-B856-1472791B288D}" type="pres">
      <dgm:prSet presAssocID="{061B859D-4A2F-4440-A9EB-1B6E9C94FFFA}" presName="composite" presStyleCnt="0"/>
      <dgm:spPr/>
    </dgm:pt>
    <dgm:pt modelId="{59267130-0FA1-4290-ACE0-C72267A1774B}" type="pres">
      <dgm:prSet presAssocID="{061B859D-4A2F-4440-A9EB-1B6E9C94FFFA}" presName="imgShp" presStyleLbl="fgImgPlace1" presStyleIdx="0" presStyleCnt="4" custScaleX="80182" custScaleY="80182" custLinFactX="1219" custLinFactNeighborX="100000" custLinFactNeighborY="-251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E6281A98-2E33-4D32-A287-D8C0071243D9}" type="pres">
      <dgm:prSet presAssocID="{061B859D-4A2F-4440-A9EB-1B6E9C94FFFA}" presName="txShp" presStyleLbl="node1" presStyleIdx="0" presStyleCnt="4">
        <dgm:presLayoutVars>
          <dgm:bulletEnabled val="1"/>
        </dgm:presLayoutVars>
      </dgm:prSet>
      <dgm:spPr/>
    </dgm:pt>
    <dgm:pt modelId="{9D8D2970-C760-483F-AC71-1D930FFDE795}" type="pres">
      <dgm:prSet presAssocID="{0EF4F8A9-F328-4358-B6B2-3E231047BA29}" presName="spacing" presStyleCnt="0"/>
      <dgm:spPr/>
    </dgm:pt>
    <dgm:pt modelId="{4B8185C7-5C62-483B-9C52-1719A3533668}" type="pres">
      <dgm:prSet presAssocID="{E4CACF6A-056A-4248-9625-E58A1B11386A}" presName="composite" presStyleCnt="0"/>
      <dgm:spPr/>
    </dgm:pt>
    <dgm:pt modelId="{398D06B8-FCED-4E42-84F9-239BE9C2AF82}" type="pres">
      <dgm:prSet presAssocID="{E4CACF6A-056A-4248-9625-E58A1B11386A}" presName="imgShp" presStyleLbl="fgImgPlace1" presStyleIdx="1" presStyleCnt="4" custScaleX="80182" custScaleY="80182" custLinFactX="1219" custLinFactNeighborX="100000" custLinFactNeighborY="3006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A8EA6126-A9ED-417A-A777-9EACED161A99}" type="pres">
      <dgm:prSet presAssocID="{E4CACF6A-056A-4248-9625-E58A1B11386A}" presName="txShp" presStyleLbl="node1" presStyleIdx="1" presStyleCnt="4">
        <dgm:presLayoutVars>
          <dgm:bulletEnabled val="1"/>
        </dgm:presLayoutVars>
      </dgm:prSet>
      <dgm:spPr/>
    </dgm:pt>
    <dgm:pt modelId="{AA835997-F642-431C-A8AD-58282CB68D4B}" type="pres">
      <dgm:prSet presAssocID="{3C5F9627-26AE-47E3-B6FC-F900594E4713}" presName="spacing" presStyleCnt="0"/>
      <dgm:spPr/>
    </dgm:pt>
    <dgm:pt modelId="{7E653AA5-EAF0-4FD4-9116-5B3C0FA5B2F6}" type="pres">
      <dgm:prSet presAssocID="{9765F286-9F78-42A5-8F92-5C5265C89574}" presName="composite" presStyleCnt="0"/>
      <dgm:spPr/>
    </dgm:pt>
    <dgm:pt modelId="{FBF7EF2A-EB05-47E4-A92B-6A3A77437ADC}" type="pres">
      <dgm:prSet presAssocID="{9765F286-9F78-42A5-8F92-5C5265C89574}" presName="imgShp" presStyleLbl="fgImgPlace1" presStyleIdx="2" presStyleCnt="4" custScaleX="80182" custScaleY="80182" custLinFactX="1219" custLinFactNeighborX="100000" custLinFactNeighborY="-251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26751B47-1D08-4220-81D3-704FCC09E1F1}" type="pres">
      <dgm:prSet presAssocID="{9765F286-9F78-42A5-8F92-5C5265C89574}" presName="txShp" presStyleLbl="node1" presStyleIdx="2" presStyleCnt="4">
        <dgm:presLayoutVars>
          <dgm:bulletEnabled val="1"/>
        </dgm:presLayoutVars>
      </dgm:prSet>
      <dgm:spPr/>
    </dgm:pt>
    <dgm:pt modelId="{6F09F3FC-EFDF-426F-8159-8ACE865BAC3B}" type="pres">
      <dgm:prSet presAssocID="{EEAFC742-D830-4C37-8917-C291D895B05E}" presName="spacing" presStyleCnt="0"/>
      <dgm:spPr/>
    </dgm:pt>
    <dgm:pt modelId="{980E8789-B466-4685-B38A-BF05B6CA53D0}" type="pres">
      <dgm:prSet presAssocID="{D9C85661-21A9-4173-AB98-8276997E0C26}" presName="composite" presStyleCnt="0"/>
      <dgm:spPr/>
    </dgm:pt>
    <dgm:pt modelId="{1844B4CB-4B3B-4893-A053-3BA8559FF7B9}" type="pres">
      <dgm:prSet presAssocID="{D9C85661-21A9-4173-AB98-8276997E0C26}" presName="imgShp" presStyleLbl="fgImgPlace1" presStyleIdx="3" presStyleCnt="4" custScaleX="80182" custScaleY="80182" custLinFactNeighborX="-29738" custLinFactNeighborY="-251"/>
      <dgm:spPr>
        <a:blipFill rotWithShape="0">
          <a:blip xmlns:r="http://schemas.openxmlformats.org/officeDocument/2006/relationships" r:embed="rId4"/>
          <a:stretch>
            <a:fillRect/>
          </a:stretch>
        </a:blipFill>
      </dgm:spPr>
    </dgm:pt>
    <dgm:pt modelId="{B39868EA-0EC2-4669-8949-B475D4D2F0B6}" type="pres">
      <dgm:prSet presAssocID="{D9C85661-21A9-4173-AB98-8276997E0C26}" presName="txShp" presStyleLbl="node1" presStyleIdx="3" presStyleCnt="4" custLinFactNeighborX="-23225">
        <dgm:presLayoutVars>
          <dgm:bulletEnabled val="1"/>
        </dgm:presLayoutVars>
      </dgm:prSet>
      <dgm:spPr/>
    </dgm:pt>
  </dgm:ptLst>
  <dgm:cxnLst>
    <dgm:cxn modelId="{30221504-919B-4AC1-9706-7AD761468FA4}" srcId="{E56AFBD5-9F57-4689-904F-7998811C326D}" destId="{D9C85661-21A9-4173-AB98-8276997E0C26}" srcOrd="3" destOrd="0" parTransId="{D750620E-EFD1-410A-9B48-50C521133EC9}" sibTransId="{F90C9876-1761-4BD5-8622-B141A1BD3DD2}"/>
    <dgm:cxn modelId="{058A7D05-AA2B-46DE-A4E2-6BDFB0F948AF}" type="presOf" srcId="{061B859D-4A2F-4440-A9EB-1B6E9C94FFFA}" destId="{E6281A98-2E33-4D32-A287-D8C0071243D9}" srcOrd="0" destOrd="0" presId="urn:microsoft.com/office/officeart/2005/8/layout/vList3#4"/>
    <dgm:cxn modelId="{A0034E11-148A-4A75-B846-0E4A5348160B}" type="presOf" srcId="{E4CACF6A-056A-4248-9625-E58A1B11386A}" destId="{A8EA6126-A9ED-417A-A777-9EACED161A99}" srcOrd="0" destOrd="0" presId="urn:microsoft.com/office/officeart/2005/8/layout/vList3#4"/>
    <dgm:cxn modelId="{FD91423C-6278-4452-853C-B7764DD43906}" type="presOf" srcId="{9765F286-9F78-42A5-8F92-5C5265C89574}" destId="{26751B47-1D08-4220-81D3-704FCC09E1F1}" srcOrd="0" destOrd="0" presId="urn:microsoft.com/office/officeart/2005/8/layout/vList3#4"/>
    <dgm:cxn modelId="{0D92403F-83CE-4D91-B175-C4B46EFAE378}" srcId="{E56AFBD5-9F57-4689-904F-7998811C326D}" destId="{061B859D-4A2F-4440-A9EB-1B6E9C94FFFA}" srcOrd="0" destOrd="0" parTransId="{BADCC6C4-A8D4-4105-92FD-A7CEB0AA35A1}" sibTransId="{0EF4F8A9-F328-4358-B6B2-3E231047BA29}"/>
    <dgm:cxn modelId="{AC81723F-A107-4B4C-93CC-91B7FAFC9592}" srcId="{E56AFBD5-9F57-4689-904F-7998811C326D}" destId="{9765F286-9F78-42A5-8F92-5C5265C89574}" srcOrd="2" destOrd="0" parTransId="{D896DE9D-C4B8-4D42-8B7A-ED66FE60CD3E}" sibTransId="{EEAFC742-D830-4C37-8917-C291D895B05E}"/>
    <dgm:cxn modelId="{2877EC41-00A6-4D16-BCC3-6123E7664934}" type="presOf" srcId="{E56AFBD5-9F57-4689-904F-7998811C326D}" destId="{4191E03C-15C7-4B2A-8BA0-8D788B2C2951}" srcOrd="0" destOrd="0" presId="urn:microsoft.com/office/officeart/2005/8/layout/vList3#4"/>
    <dgm:cxn modelId="{7B84CC55-3BF8-45E7-BCEA-C12737D98D9F}" type="presOf" srcId="{D9C85661-21A9-4173-AB98-8276997E0C26}" destId="{B39868EA-0EC2-4669-8949-B475D4D2F0B6}" srcOrd="0" destOrd="0" presId="urn:microsoft.com/office/officeart/2005/8/layout/vList3#4"/>
    <dgm:cxn modelId="{4168598F-34AB-4E27-B8F0-5C2C4F441F90}" srcId="{E56AFBD5-9F57-4689-904F-7998811C326D}" destId="{E4CACF6A-056A-4248-9625-E58A1B11386A}" srcOrd="1" destOrd="0" parTransId="{E6106815-070D-4F60-9CB1-631AA6484A6A}" sibTransId="{3C5F9627-26AE-47E3-B6FC-F900594E4713}"/>
    <dgm:cxn modelId="{7A53AFA8-39EC-4F9E-972E-1ADE82CB1B79}" type="presParOf" srcId="{4191E03C-15C7-4B2A-8BA0-8D788B2C2951}" destId="{0644B09E-62B0-445B-B856-1472791B288D}" srcOrd="0" destOrd="0" presId="urn:microsoft.com/office/officeart/2005/8/layout/vList3#4"/>
    <dgm:cxn modelId="{E829D11A-8C4F-466B-876B-10110227C36B}" type="presParOf" srcId="{0644B09E-62B0-445B-B856-1472791B288D}" destId="{59267130-0FA1-4290-ACE0-C72267A1774B}" srcOrd="0" destOrd="0" presId="urn:microsoft.com/office/officeart/2005/8/layout/vList3#4"/>
    <dgm:cxn modelId="{E967299D-F295-4087-85C0-611A369F6879}" type="presParOf" srcId="{0644B09E-62B0-445B-B856-1472791B288D}" destId="{E6281A98-2E33-4D32-A287-D8C0071243D9}" srcOrd="1" destOrd="0" presId="urn:microsoft.com/office/officeart/2005/8/layout/vList3#4"/>
    <dgm:cxn modelId="{AF01738C-607B-4BD2-BC0B-2223BD3CABEB}" type="presParOf" srcId="{4191E03C-15C7-4B2A-8BA0-8D788B2C2951}" destId="{9D8D2970-C760-483F-AC71-1D930FFDE795}" srcOrd="1" destOrd="0" presId="urn:microsoft.com/office/officeart/2005/8/layout/vList3#4"/>
    <dgm:cxn modelId="{2A560EF0-D7C5-4061-8BF6-34768206645C}" type="presParOf" srcId="{4191E03C-15C7-4B2A-8BA0-8D788B2C2951}" destId="{4B8185C7-5C62-483B-9C52-1719A3533668}" srcOrd="2" destOrd="0" presId="urn:microsoft.com/office/officeart/2005/8/layout/vList3#4"/>
    <dgm:cxn modelId="{33B6C8FC-35C9-4623-8B97-C22A3EF841B6}" type="presParOf" srcId="{4B8185C7-5C62-483B-9C52-1719A3533668}" destId="{398D06B8-FCED-4E42-84F9-239BE9C2AF82}" srcOrd="0" destOrd="0" presId="urn:microsoft.com/office/officeart/2005/8/layout/vList3#4"/>
    <dgm:cxn modelId="{B8417B16-EC85-498A-9DE3-D806276D5472}" type="presParOf" srcId="{4B8185C7-5C62-483B-9C52-1719A3533668}" destId="{A8EA6126-A9ED-417A-A777-9EACED161A99}" srcOrd="1" destOrd="0" presId="urn:microsoft.com/office/officeart/2005/8/layout/vList3#4"/>
    <dgm:cxn modelId="{5271DA5E-C35C-4641-9883-9597B1AA7796}" type="presParOf" srcId="{4191E03C-15C7-4B2A-8BA0-8D788B2C2951}" destId="{AA835997-F642-431C-A8AD-58282CB68D4B}" srcOrd="3" destOrd="0" presId="urn:microsoft.com/office/officeart/2005/8/layout/vList3#4"/>
    <dgm:cxn modelId="{A68A8079-ACF1-4F36-99D7-4ADE7D829991}" type="presParOf" srcId="{4191E03C-15C7-4B2A-8BA0-8D788B2C2951}" destId="{7E653AA5-EAF0-4FD4-9116-5B3C0FA5B2F6}" srcOrd="4" destOrd="0" presId="urn:microsoft.com/office/officeart/2005/8/layout/vList3#4"/>
    <dgm:cxn modelId="{E37F2429-456F-4899-BDBD-62347E416401}" type="presParOf" srcId="{7E653AA5-EAF0-4FD4-9116-5B3C0FA5B2F6}" destId="{FBF7EF2A-EB05-47E4-A92B-6A3A77437ADC}" srcOrd="0" destOrd="0" presId="urn:microsoft.com/office/officeart/2005/8/layout/vList3#4"/>
    <dgm:cxn modelId="{189D18E2-1826-47FC-966B-1CF64C6628D2}" type="presParOf" srcId="{7E653AA5-EAF0-4FD4-9116-5B3C0FA5B2F6}" destId="{26751B47-1D08-4220-81D3-704FCC09E1F1}" srcOrd="1" destOrd="0" presId="urn:microsoft.com/office/officeart/2005/8/layout/vList3#4"/>
    <dgm:cxn modelId="{259BCEE0-DBE5-4971-9A50-5684DD891499}" type="presParOf" srcId="{4191E03C-15C7-4B2A-8BA0-8D788B2C2951}" destId="{6F09F3FC-EFDF-426F-8159-8ACE865BAC3B}" srcOrd="5" destOrd="0" presId="urn:microsoft.com/office/officeart/2005/8/layout/vList3#4"/>
    <dgm:cxn modelId="{A3C7EAF0-29A4-47A7-A971-CBD3854EF369}" type="presParOf" srcId="{4191E03C-15C7-4B2A-8BA0-8D788B2C2951}" destId="{980E8789-B466-4685-B38A-BF05B6CA53D0}" srcOrd="6" destOrd="0" presId="urn:microsoft.com/office/officeart/2005/8/layout/vList3#4"/>
    <dgm:cxn modelId="{43BB13E4-AE95-46A0-B472-7ECA32857DFA}" type="presParOf" srcId="{980E8789-B466-4685-B38A-BF05B6CA53D0}" destId="{1844B4CB-4B3B-4893-A053-3BA8559FF7B9}" srcOrd="0" destOrd="0" presId="urn:microsoft.com/office/officeart/2005/8/layout/vList3#4"/>
    <dgm:cxn modelId="{A06417F3-F57F-42C4-86AF-683B4551BFEE}" type="presParOf" srcId="{980E8789-B466-4685-B38A-BF05B6CA53D0}" destId="{B39868EA-0EC2-4669-8949-B475D4D2F0B6}" srcOrd="1" destOrd="0" presId="urn:microsoft.com/office/officeart/2005/8/layout/vList3#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281A98-2E33-4D32-A287-D8C0071243D9}">
      <dsp:nvSpPr>
        <dsp:cNvPr id="0" name=""/>
        <dsp:cNvSpPr/>
      </dsp:nvSpPr>
      <dsp:spPr>
        <a:xfrm rot="10800000">
          <a:off x="1587579" y="2568"/>
          <a:ext cx="5523357" cy="979561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959" tIns="91440" rIns="170688" bIns="91440" numCol="1" spcCol="1270" anchor="ctr" anchorCtr="0">
          <a:noAutofit/>
        </a:bodyPr>
        <a:lstStyle/>
        <a:p>
          <a:pPr marL="0" lvl="0" indent="0" algn="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>
              <a:latin typeface="Gisha" panose="020B0502040204020203" pitchFamily="34" charset="-79"/>
              <a:cs typeface="Gisha" panose="020B0502040204020203" pitchFamily="34" charset="-79"/>
            </a:rPr>
            <a:t>למה לדרוש הוֹגְנוּת?</a:t>
          </a:r>
          <a:endParaRPr lang="en-US" sz="24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 rot="10800000">
        <a:off x="1832469" y="2568"/>
        <a:ext cx="5278467" cy="979561"/>
      </dsp:txXfrm>
    </dsp:sp>
    <dsp:sp modelId="{59267130-0FA1-4290-ACE0-C72267A1774B}">
      <dsp:nvSpPr>
        <dsp:cNvPr id="0" name=""/>
        <dsp:cNvSpPr/>
      </dsp:nvSpPr>
      <dsp:spPr>
        <a:xfrm>
          <a:off x="2186365" y="97174"/>
          <a:ext cx="785431" cy="785431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EA6126-A9ED-417A-A777-9EACED161A99}">
      <dsp:nvSpPr>
        <dsp:cNvPr id="0" name=""/>
        <dsp:cNvSpPr/>
      </dsp:nvSpPr>
      <dsp:spPr>
        <a:xfrm rot="10800000">
          <a:off x="1587579" y="1274535"/>
          <a:ext cx="5523357" cy="979561"/>
        </a:xfrm>
        <a:prstGeom prst="homePlate">
          <a:avLst/>
        </a:prstGeom>
        <a:solidFill>
          <a:schemeClr val="accent2">
            <a:hueOff val="635930"/>
            <a:satOff val="-14509"/>
            <a:lumOff val="536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959" tIns="91440" rIns="170688" bIns="91440" numCol="1" spcCol="1270" anchor="ctr" anchorCtr="0">
          <a:noAutofit/>
        </a:bodyPr>
        <a:lstStyle/>
        <a:p>
          <a:pPr marL="0" lvl="0" indent="0" algn="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>
              <a:latin typeface="Gisha" panose="020B0502040204020203" pitchFamily="34" charset="-79"/>
              <a:cs typeface="Gisha" panose="020B0502040204020203" pitchFamily="34" charset="-79"/>
            </a:rPr>
            <a:t>אילוצי הוֹגְנוּת</a:t>
          </a:r>
          <a:endParaRPr lang="en-US" sz="24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 rot="10800000">
        <a:off x="1832469" y="1274535"/>
        <a:ext cx="5278467" cy="979561"/>
      </dsp:txXfrm>
    </dsp:sp>
    <dsp:sp modelId="{398D06B8-FCED-4E42-84F9-239BE9C2AF82}">
      <dsp:nvSpPr>
        <dsp:cNvPr id="0" name=""/>
        <dsp:cNvSpPr/>
      </dsp:nvSpPr>
      <dsp:spPr>
        <a:xfrm>
          <a:off x="2186365" y="1401045"/>
          <a:ext cx="785431" cy="785431"/>
        </a:xfrm>
        <a:prstGeom prst="ellips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751B47-1D08-4220-81D3-704FCC09E1F1}">
      <dsp:nvSpPr>
        <dsp:cNvPr id="0" name=""/>
        <dsp:cNvSpPr/>
      </dsp:nvSpPr>
      <dsp:spPr>
        <a:xfrm rot="10800000">
          <a:off x="1587579" y="2546503"/>
          <a:ext cx="5523357" cy="979561"/>
        </a:xfrm>
        <a:prstGeom prst="homePlate">
          <a:avLst/>
        </a:prstGeom>
        <a:solidFill>
          <a:schemeClr val="accent2">
            <a:hueOff val="1271860"/>
            <a:satOff val="-29019"/>
            <a:lumOff val="10719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959" tIns="91440" rIns="170688" bIns="91440" numCol="1" spcCol="1270" anchor="ctr" anchorCtr="0">
          <a:noAutofit/>
        </a:bodyPr>
        <a:lstStyle/>
        <a:p>
          <a:pPr marL="0" lvl="0" indent="0" algn="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>
              <a:latin typeface="Gisha" panose="020B0502040204020203" pitchFamily="34" charset="-79"/>
              <a:cs typeface="Gisha" panose="020B0502040204020203" pitchFamily="34" charset="-79"/>
            </a:rPr>
            <a:t>הנחות הוֹגְנוּת</a:t>
          </a:r>
          <a:endParaRPr lang="en-US" sz="24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 rot="10800000">
        <a:off x="1832469" y="2546503"/>
        <a:ext cx="5278467" cy="979561"/>
      </dsp:txXfrm>
    </dsp:sp>
    <dsp:sp modelId="{FBF7EF2A-EB05-47E4-A92B-6A3A77437ADC}">
      <dsp:nvSpPr>
        <dsp:cNvPr id="0" name=""/>
        <dsp:cNvSpPr/>
      </dsp:nvSpPr>
      <dsp:spPr>
        <a:xfrm>
          <a:off x="2186365" y="2641109"/>
          <a:ext cx="785431" cy="785431"/>
        </a:xfrm>
        <a:prstGeom prst="ellipse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9868EA-0EC2-4669-8949-B475D4D2F0B6}">
      <dsp:nvSpPr>
        <dsp:cNvPr id="0" name=""/>
        <dsp:cNvSpPr/>
      </dsp:nvSpPr>
      <dsp:spPr>
        <a:xfrm rot="10800000">
          <a:off x="1587579" y="3818470"/>
          <a:ext cx="5523357" cy="979561"/>
        </a:xfrm>
        <a:prstGeom prst="homePlate">
          <a:avLst/>
        </a:prstGeom>
        <a:solidFill>
          <a:schemeClr val="accent2">
            <a:hueOff val="1907789"/>
            <a:satOff val="-43528"/>
            <a:lumOff val="16079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959" tIns="91440" rIns="170688" bIns="91440" numCol="1" spcCol="1270" anchor="ctr" anchorCtr="0">
          <a:noAutofit/>
        </a:bodyPr>
        <a:lstStyle/>
        <a:p>
          <a:pPr marL="0" lvl="0" indent="0" algn="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>
              <a:latin typeface="Gisha" panose="020B0502040204020203" pitchFamily="34" charset="-79"/>
              <a:cs typeface="Gisha" panose="020B0502040204020203" pitchFamily="34" charset="-79"/>
            </a:rPr>
            <a:t>הוֹגְנוּת ותכונות בטיחות</a:t>
          </a:r>
          <a:endParaRPr lang="en-US" sz="24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 rot="10800000">
        <a:off x="1832469" y="3818470"/>
        <a:ext cx="5278467" cy="979561"/>
      </dsp:txXfrm>
    </dsp:sp>
    <dsp:sp modelId="{1844B4CB-4B3B-4893-A053-3BA8559FF7B9}">
      <dsp:nvSpPr>
        <dsp:cNvPr id="0" name=""/>
        <dsp:cNvSpPr/>
      </dsp:nvSpPr>
      <dsp:spPr>
        <a:xfrm>
          <a:off x="2186365" y="3913076"/>
          <a:ext cx="785431" cy="785431"/>
        </a:xfrm>
        <a:prstGeom prst="ellipse">
          <a:avLst/>
        </a:prstGeom>
        <a:blipFill rotWithShape="0">
          <a:blip xmlns:r="http://schemas.openxmlformats.org/officeDocument/2006/relationships" r:embed="rId4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281A98-2E33-4D32-A287-D8C0071243D9}">
      <dsp:nvSpPr>
        <dsp:cNvPr id="0" name=""/>
        <dsp:cNvSpPr/>
      </dsp:nvSpPr>
      <dsp:spPr>
        <a:xfrm rot="10800000">
          <a:off x="1587579" y="2568"/>
          <a:ext cx="5523357" cy="97956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959" tIns="91440" rIns="170688" bIns="91440" numCol="1" spcCol="1270" anchor="ctr" anchorCtr="0">
          <a:noAutofit/>
        </a:bodyPr>
        <a:lstStyle/>
        <a:p>
          <a:pPr marL="0" lvl="0" indent="0" algn="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>
              <a:latin typeface="Gisha" panose="020B0502040204020203" pitchFamily="34" charset="-79"/>
              <a:cs typeface="Gisha" panose="020B0502040204020203" pitchFamily="34" charset="-79"/>
            </a:rPr>
            <a:t>למה לדרוש הוֹגְנוּת?</a:t>
          </a:r>
          <a:endParaRPr lang="en-US" sz="24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 rot="10800000">
        <a:off x="1832469" y="2568"/>
        <a:ext cx="5278467" cy="979561"/>
      </dsp:txXfrm>
    </dsp:sp>
    <dsp:sp modelId="{59267130-0FA1-4290-ACE0-C72267A1774B}">
      <dsp:nvSpPr>
        <dsp:cNvPr id="0" name=""/>
        <dsp:cNvSpPr/>
      </dsp:nvSpPr>
      <dsp:spPr>
        <a:xfrm>
          <a:off x="2186365" y="97174"/>
          <a:ext cx="785431" cy="785431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EA6126-A9ED-417A-A777-9EACED161A99}">
      <dsp:nvSpPr>
        <dsp:cNvPr id="0" name=""/>
        <dsp:cNvSpPr/>
      </dsp:nvSpPr>
      <dsp:spPr>
        <a:xfrm rot="10800000">
          <a:off x="457224" y="1274535"/>
          <a:ext cx="5523357" cy="979561"/>
        </a:xfrm>
        <a:prstGeom prst="homePlate">
          <a:avLst/>
        </a:prstGeom>
        <a:solidFill>
          <a:schemeClr val="accent2"/>
        </a:solidFill>
        <a:ln w="42500" cap="flat" cmpd="sng" algn="ctr">
          <a:solidFill>
            <a:schemeClr val="accent2">
              <a:shade val="50000"/>
            </a:schemeClr>
          </a:solidFill>
          <a:prstDash val="solid"/>
        </a:ln>
        <a:effectLst/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431959" tIns="91440" rIns="170688" bIns="91440" numCol="1" spcCol="1270" anchor="ctr" anchorCtr="0">
          <a:noAutofit/>
        </a:bodyPr>
        <a:lstStyle/>
        <a:p>
          <a:pPr marL="0" lvl="0" indent="0" algn="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>
              <a:latin typeface="Gisha" panose="020B0502040204020203" pitchFamily="34" charset="-79"/>
              <a:cs typeface="Gisha" panose="020B0502040204020203" pitchFamily="34" charset="-79"/>
            </a:rPr>
            <a:t>אילוצי </a:t>
          </a:r>
          <a:r>
            <a:rPr lang="he-IL" sz="2400" b="0" i="0" kern="1200">
              <a:latin typeface="Gisha" panose="020B0502040204020203" pitchFamily="34" charset="-79"/>
              <a:cs typeface="Gisha" panose="020B0502040204020203" pitchFamily="34" charset="-79"/>
            </a:rPr>
            <a:t>הוֹגְנוּת</a:t>
          </a:r>
          <a:endParaRPr lang="en-US" sz="24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 rot="10800000">
        <a:off x="702114" y="1274535"/>
        <a:ext cx="5278467" cy="979561"/>
      </dsp:txXfrm>
    </dsp:sp>
    <dsp:sp modelId="{398D06B8-FCED-4E42-84F9-239BE9C2AF82}">
      <dsp:nvSpPr>
        <dsp:cNvPr id="0" name=""/>
        <dsp:cNvSpPr/>
      </dsp:nvSpPr>
      <dsp:spPr>
        <a:xfrm>
          <a:off x="1055991" y="1401045"/>
          <a:ext cx="785431" cy="785431"/>
        </a:xfrm>
        <a:prstGeom prst="ellips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751B47-1D08-4220-81D3-704FCC09E1F1}">
      <dsp:nvSpPr>
        <dsp:cNvPr id="0" name=""/>
        <dsp:cNvSpPr/>
      </dsp:nvSpPr>
      <dsp:spPr>
        <a:xfrm rot="10800000">
          <a:off x="1587579" y="2546503"/>
          <a:ext cx="5523357" cy="97956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959" tIns="91440" rIns="170688" bIns="91440" numCol="1" spcCol="1270" anchor="ctr" anchorCtr="0">
          <a:noAutofit/>
        </a:bodyPr>
        <a:lstStyle/>
        <a:p>
          <a:pPr marL="0" lvl="0" indent="0" algn="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>
              <a:latin typeface="Gisha" panose="020B0502040204020203" pitchFamily="34" charset="-79"/>
              <a:cs typeface="Gisha" panose="020B0502040204020203" pitchFamily="34" charset="-79"/>
            </a:rPr>
            <a:t>הנחות הוֹגְנוּת</a:t>
          </a:r>
          <a:endParaRPr lang="en-US" sz="24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 rot="10800000">
        <a:off x="1832469" y="2546503"/>
        <a:ext cx="5278467" cy="979561"/>
      </dsp:txXfrm>
    </dsp:sp>
    <dsp:sp modelId="{FBF7EF2A-EB05-47E4-A92B-6A3A77437ADC}">
      <dsp:nvSpPr>
        <dsp:cNvPr id="0" name=""/>
        <dsp:cNvSpPr/>
      </dsp:nvSpPr>
      <dsp:spPr>
        <a:xfrm>
          <a:off x="2186365" y="2641109"/>
          <a:ext cx="785431" cy="785431"/>
        </a:xfrm>
        <a:prstGeom prst="ellipse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9868EA-0EC2-4669-8949-B475D4D2F0B6}">
      <dsp:nvSpPr>
        <dsp:cNvPr id="0" name=""/>
        <dsp:cNvSpPr/>
      </dsp:nvSpPr>
      <dsp:spPr>
        <a:xfrm rot="10800000">
          <a:off x="1587579" y="3818470"/>
          <a:ext cx="5523357" cy="97956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959" tIns="91440" rIns="170688" bIns="91440" numCol="1" spcCol="1270" anchor="ctr" anchorCtr="0">
          <a:noAutofit/>
        </a:bodyPr>
        <a:lstStyle/>
        <a:p>
          <a:pPr marL="0" lvl="0" indent="0" algn="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>
              <a:latin typeface="Gisha" panose="020B0502040204020203" pitchFamily="34" charset="-79"/>
              <a:cs typeface="Gisha" panose="020B0502040204020203" pitchFamily="34" charset="-79"/>
            </a:rPr>
            <a:t>הוֹגְנוּת ותכונות בטיחות</a:t>
          </a:r>
          <a:endParaRPr lang="en-US" sz="24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 rot="10800000">
        <a:off x="1832469" y="3818470"/>
        <a:ext cx="5278467" cy="979561"/>
      </dsp:txXfrm>
    </dsp:sp>
    <dsp:sp modelId="{1844B4CB-4B3B-4893-A053-3BA8559FF7B9}">
      <dsp:nvSpPr>
        <dsp:cNvPr id="0" name=""/>
        <dsp:cNvSpPr/>
      </dsp:nvSpPr>
      <dsp:spPr>
        <a:xfrm>
          <a:off x="2186365" y="3913076"/>
          <a:ext cx="785431" cy="785431"/>
        </a:xfrm>
        <a:prstGeom prst="ellipse">
          <a:avLst/>
        </a:prstGeom>
        <a:blipFill rotWithShape="0">
          <a:blip xmlns:r="http://schemas.openxmlformats.org/officeDocument/2006/relationships" r:embed="rId4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281A98-2E33-4D32-A287-D8C0071243D9}">
      <dsp:nvSpPr>
        <dsp:cNvPr id="0" name=""/>
        <dsp:cNvSpPr/>
      </dsp:nvSpPr>
      <dsp:spPr>
        <a:xfrm rot="10800000">
          <a:off x="1587579" y="2568"/>
          <a:ext cx="5523357" cy="97956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959" tIns="91440" rIns="170688" bIns="91440" numCol="1" spcCol="1270" anchor="ctr" anchorCtr="0">
          <a:noAutofit/>
        </a:bodyPr>
        <a:lstStyle/>
        <a:p>
          <a:pPr marL="0" lvl="0" indent="0" algn="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>
              <a:latin typeface="Gisha" panose="020B0502040204020203" pitchFamily="34" charset="-79"/>
              <a:cs typeface="Gisha" panose="020B0502040204020203" pitchFamily="34" charset="-79"/>
            </a:rPr>
            <a:t>למה לדרוש הוֹגְנוּת?</a:t>
          </a:r>
          <a:endParaRPr lang="en-US" sz="24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 rot="10800000">
        <a:off x="1832469" y="2568"/>
        <a:ext cx="5278467" cy="979561"/>
      </dsp:txXfrm>
    </dsp:sp>
    <dsp:sp modelId="{59267130-0FA1-4290-ACE0-C72267A1774B}">
      <dsp:nvSpPr>
        <dsp:cNvPr id="0" name=""/>
        <dsp:cNvSpPr/>
      </dsp:nvSpPr>
      <dsp:spPr>
        <a:xfrm>
          <a:off x="2186365" y="97174"/>
          <a:ext cx="785431" cy="785431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EA6126-A9ED-417A-A777-9EACED161A99}">
      <dsp:nvSpPr>
        <dsp:cNvPr id="0" name=""/>
        <dsp:cNvSpPr/>
      </dsp:nvSpPr>
      <dsp:spPr>
        <a:xfrm rot="10800000">
          <a:off x="1563221" y="1306439"/>
          <a:ext cx="5523357" cy="979561"/>
        </a:xfrm>
        <a:prstGeom prst="homePlate">
          <a:avLst/>
        </a:prstGeom>
        <a:solidFill>
          <a:schemeClr val="accent1"/>
        </a:solidFill>
        <a:ln w="42500" cap="flat" cmpd="sng" algn="ctr">
          <a:solidFill>
            <a:schemeClr val="accent1">
              <a:shade val="50000"/>
            </a:schemeClr>
          </a:solidFill>
          <a:prstDash val="solid"/>
        </a:ln>
        <a:effectLst/>
      </dsp:spPr>
      <dsp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431959" tIns="91440" rIns="170688" bIns="91440" numCol="1" spcCol="1270" anchor="ctr" anchorCtr="0">
          <a:noAutofit/>
        </a:bodyPr>
        <a:lstStyle/>
        <a:p>
          <a:pPr marL="0" lvl="0" indent="0" algn="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>
              <a:latin typeface="Gisha" panose="020B0502040204020203" pitchFamily="34" charset="-79"/>
              <a:cs typeface="Gisha" panose="020B0502040204020203" pitchFamily="34" charset="-79"/>
            </a:rPr>
            <a:t>אילוצי הוֹגְנוּת</a:t>
          </a:r>
          <a:endParaRPr lang="en-US" sz="24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 rot="10800000">
        <a:off x="1808111" y="1306439"/>
        <a:ext cx="5278467" cy="979561"/>
      </dsp:txXfrm>
    </dsp:sp>
    <dsp:sp modelId="{398D06B8-FCED-4E42-84F9-239BE9C2AF82}">
      <dsp:nvSpPr>
        <dsp:cNvPr id="0" name=""/>
        <dsp:cNvSpPr/>
      </dsp:nvSpPr>
      <dsp:spPr>
        <a:xfrm>
          <a:off x="2161994" y="1401045"/>
          <a:ext cx="785431" cy="785431"/>
        </a:xfrm>
        <a:prstGeom prst="ellips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751B47-1D08-4220-81D3-704FCC09E1F1}">
      <dsp:nvSpPr>
        <dsp:cNvPr id="0" name=""/>
        <dsp:cNvSpPr/>
      </dsp:nvSpPr>
      <dsp:spPr>
        <a:xfrm rot="10800000">
          <a:off x="496440" y="2546503"/>
          <a:ext cx="5523357" cy="979561"/>
        </a:xfrm>
        <a:prstGeom prst="homePlate">
          <a:avLst/>
        </a:prstGeom>
        <a:solidFill>
          <a:schemeClr val="accent2"/>
        </a:solidFill>
        <a:ln w="38100" cap="flat" cmpd="sng" algn="ctr">
          <a:solidFill>
            <a:schemeClr val="lt1"/>
          </a:solidFill>
          <a:prstDash val="solid"/>
        </a:ln>
        <a:effectLst>
          <a:outerShdw blurRad="65500" dist="38100" dir="5400000" rotWithShape="0">
            <a:srgbClr val="000000">
              <a:alpha val="40000"/>
            </a:srgbClr>
          </a:outerShdw>
        </a:effectLst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431959" tIns="91440" rIns="170688" bIns="91440" numCol="1" spcCol="1270" anchor="ctr" anchorCtr="0">
          <a:noAutofit/>
        </a:bodyPr>
        <a:lstStyle/>
        <a:p>
          <a:pPr marL="0" lvl="0" indent="0" algn="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>
              <a:latin typeface="Gisha" panose="020B0502040204020203" pitchFamily="34" charset="-79"/>
              <a:cs typeface="Gisha" panose="020B0502040204020203" pitchFamily="34" charset="-79"/>
            </a:rPr>
            <a:t>הנחות הוֹגְנוּת</a:t>
          </a:r>
          <a:endParaRPr lang="en-US" sz="24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 rot="10800000">
        <a:off x="741330" y="2546503"/>
        <a:ext cx="5278467" cy="979561"/>
      </dsp:txXfrm>
    </dsp:sp>
    <dsp:sp modelId="{FBF7EF2A-EB05-47E4-A92B-6A3A77437ADC}">
      <dsp:nvSpPr>
        <dsp:cNvPr id="0" name=""/>
        <dsp:cNvSpPr/>
      </dsp:nvSpPr>
      <dsp:spPr>
        <a:xfrm>
          <a:off x="1095242" y="2641109"/>
          <a:ext cx="785431" cy="785431"/>
        </a:xfrm>
        <a:prstGeom prst="ellipse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9868EA-0EC2-4669-8949-B475D4D2F0B6}">
      <dsp:nvSpPr>
        <dsp:cNvPr id="0" name=""/>
        <dsp:cNvSpPr/>
      </dsp:nvSpPr>
      <dsp:spPr>
        <a:xfrm rot="10800000">
          <a:off x="1587579" y="3818470"/>
          <a:ext cx="5523357" cy="97956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959" tIns="91440" rIns="170688" bIns="91440" numCol="1" spcCol="1270" anchor="ctr" anchorCtr="0">
          <a:noAutofit/>
        </a:bodyPr>
        <a:lstStyle/>
        <a:p>
          <a:pPr marL="0" lvl="0" indent="0" algn="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>
              <a:latin typeface="Gisha" panose="020B0502040204020203" pitchFamily="34" charset="-79"/>
              <a:cs typeface="Gisha" panose="020B0502040204020203" pitchFamily="34" charset="-79"/>
            </a:rPr>
            <a:t>תכונות הוֹגְנוּת ותכונות בטיחות</a:t>
          </a:r>
          <a:endParaRPr lang="en-US" sz="24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 rot="10800000">
        <a:off x="1832469" y="3818470"/>
        <a:ext cx="5278467" cy="979561"/>
      </dsp:txXfrm>
    </dsp:sp>
    <dsp:sp modelId="{1844B4CB-4B3B-4893-A053-3BA8559FF7B9}">
      <dsp:nvSpPr>
        <dsp:cNvPr id="0" name=""/>
        <dsp:cNvSpPr/>
      </dsp:nvSpPr>
      <dsp:spPr>
        <a:xfrm>
          <a:off x="2186365" y="3913076"/>
          <a:ext cx="785431" cy="785431"/>
        </a:xfrm>
        <a:prstGeom prst="ellipse">
          <a:avLst/>
        </a:prstGeom>
        <a:blipFill rotWithShape="0">
          <a:blip xmlns:r="http://schemas.openxmlformats.org/officeDocument/2006/relationships" r:embed="rId4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281A98-2E33-4D32-A287-D8C0071243D9}">
      <dsp:nvSpPr>
        <dsp:cNvPr id="0" name=""/>
        <dsp:cNvSpPr/>
      </dsp:nvSpPr>
      <dsp:spPr>
        <a:xfrm rot="10800000">
          <a:off x="1587579" y="2568"/>
          <a:ext cx="5523357" cy="97956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959" tIns="91440" rIns="170688" bIns="91440" numCol="1" spcCol="1270" anchor="ctr" anchorCtr="0">
          <a:noAutofit/>
        </a:bodyPr>
        <a:lstStyle/>
        <a:p>
          <a:pPr marL="0" lvl="0" indent="0" algn="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>
              <a:latin typeface="Gisha" panose="020B0502040204020203" pitchFamily="34" charset="-79"/>
              <a:cs typeface="Gisha" panose="020B0502040204020203" pitchFamily="34" charset="-79"/>
            </a:rPr>
            <a:t>הוֹגְנוּת</a:t>
          </a:r>
          <a:endParaRPr lang="en-US" sz="24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 rot="10800000">
        <a:off x="1832469" y="2568"/>
        <a:ext cx="5278467" cy="979561"/>
      </dsp:txXfrm>
    </dsp:sp>
    <dsp:sp modelId="{59267130-0FA1-4290-ACE0-C72267A1774B}">
      <dsp:nvSpPr>
        <dsp:cNvPr id="0" name=""/>
        <dsp:cNvSpPr/>
      </dsp:nvSpPr>
      <dsp:spPr>
        <a:xfrm>
          <a:off x="2186365" y="97174"/>
          <a:ext cx="785431" cy="785431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EA6126-A9ED-417A-A777-9EACED161A99}">
      <dsp:nvSpPr>
        <dsp:cNvPr id="0" name=""/>
        <dsp:cNvSpPr/>
      </dsp:nvSpPr>
      <dsp:spPr>
        <a:xfrm rot="10800000">
          <a:off x="1587579" y="1274535"/>
          <a:ext cx="5523357" cy="97956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959" tIns="91440" rIns="170688" bIns="91440" numCol="1" spcCol="1270" anchor="ctr" anchorCtr="0">
          <a:noAutofit/>
        </a:bodyPr>
        <a:lstStyle/>
        <a:p>
          <a:pPr marL="0" lvl="0" indent="0" algn="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>
              <a:latin typeface="Gisha" panose="020B0502040204020203" pitchFamily="34" charset="-79"/>
              <a:cs typeface="Gisha" panose="020B0502040204020203" pitchFamily="34" charset="-79"/>
            </a:rPr>
            <a:t>אילוצי הוֹגְנוּת</a:t>
          </a:r>
          <a:endParaRPr lang="en-US" sz="24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 rot="10800000">
        <a:off x="1832469" y="1274535"/>
        <a:ext cx="5278467" cy="979561"/>
      </dsp:txXfrm>
    </dsp:sp>
    <dsp:sp modelId="{398D06B8-FCED-4E42-84F9-239BE9C2AF82}">
      <dsp:nvSpPr>
        <dsp:cNvPr id="0" name=""/>
        <dsp:cNvSpPr/>
      </dsp:nvSpPr>
      <dsp:spPr>
        <a:xfrm>
          <a:off x="2186365" y="1401045"/>
          <a:ext cx="785431" cy="785431"/>
        </a:xfrm>
        <a:prstGeom prst="ellips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751B47-1D08-4220-81D3-704FCC09E1F1}">
      <dsp:nvSpPr>
        <dsp:cNvPr id="0" name=""/>
        <dsp:cNvSpPr/>
      </dsp:nvSpPr>
      <dsp:spPr>
        <a:xfrm rot="10800000">
          <a:off x="1587579" y="2546503"/>
          <a:ext cx="5523357" cy="97956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959" tIns="91440" rIns="170688" bIns="91440" numCol="1" spcCol="1270" anchor="ctr" anchorCtr="0">
          <a:noAutofit/>
        </a:bodyPr>
        <a:lstStyle/>
        <a:p>
          <a:pPr marL="0" lvl="0" indent="0" algn="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>
              <a:latin typeface="Gisha" panose="020B0502040204020203" pitchFamily="34" charset="-79"/>
              <a:cs typeface="Gisha" panose="020B0502040204020203" pitchFamily="34" charset="-79"/>
            </a:rPr>
            <a:t>הנחות הוֹגְנוּת</a:t>
          </a:r>
          <a:endParaRPr lang="en-US" sz="24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 rot="10800000">
        <a:off x="1832469" y="2546503"/>
        <a:ext cx="5278467" cy="979561"/>
      </dsp:txXfrm>
    </dsp:sp>
    <dsp:sp modelId="{FBF7EF2A-EB05-47E4-A92B-6A3A77437ADC}">
      <dsp:nvSpPr>
        <dsp:cNvPr id="0" name=""/>
        <dsp:cNvSpPr/>
      </dsp:nvSpPr>
      <dsp:spPr>
        <a:xfrm>
          <a:off x="2186365" y="2641109"/>
          <a:ext cx="785431" cy="785431"/>
        </a:xfrm>
        <a:prstGeom prst="ellipse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9868EA-0EC2-4669-8949-B475D4D2F0B6}">
      <dsp:nvSpPr>
        <dsp:cNvPr id="0" name=""/>
        <dsp:cNvSpPr/>
      </dsp:nvSpPr>
      <dsp:spPr>
        <a:xfrm rot="10800000">
          <a:off x="304779" y="3818470"/>
          <a:ext cx="5523357" cy="979561"/>
        </a:xfrm>
        <a:prstGeom prst="homePlate">
          <a:avLst/>
        </a:prstGeom>
        <a:solidFill>
          <a:schemeClr val="accent2"/>
        </a:solidFill>
        <a:ln w="42500" cap="flat" cmpd="sng" algn="ctr">
          <a:solidFill>
            <a:schemeClr val="accent2">
              <a:shade val="50000"/>
            </a:schemeClr>
          </a:solidFill>
          <a:prstDash val="solid"/>
        </a:ln>
        <a:effectLst/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431959" tIns="91440" rIns="170688" bIns="91440" numCol="1" spcCol="1270" anchor="ctr" anchorCtr="0">
          <a:noAutofit/>
        </a:bodyPr>
        <a:lstStyle/>
        <a:p>
          <a:pPr marL="0" lvl="0" indent="0" algn="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>
              <a:latin typeface="Gisha" panose="020B0502040204020203" pitchFamily="34" charset="-79"/>
              <a:cs typeface="Gisha" panose="020B0502040204020203" pitchFamily="34" charset="-79"/>
            </a:rPr>
            <a:t>הוֹגְנוּת ותכונות בטיחות</a:t>
          </a:r>
          <a:endParaRPr lang="en-US" sz="24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 rot="10800000">
        <a:off x="549669" y="3818470"/>
        <a:ext cx="5278467" cy="979561"/>
      </dsp:txXfrm>
    </dsp:sp>
    <dsp:sp modelId="{1844B4CB-4B3B-4893-A053-3BA8559FF7B9}">
      <dsp:nvSpPr>
        <dsp:cNvPr id="0" name=""/>
        <dsp:cNvSpPr/>
      </dsp:nvSpPr>
      <dsp:spPr>
        <a:xfrm>
          <a:off x="903561" y="3913076"/>
          <a:ext cx="785431" cy="785431"/>
        </a:xfrm>
        <a:prstGeom prst="ellipse">
          <a:avLst/>
        </a:prstGeom>
        <a:blipFill rotWithShape="0">
          <a:blip xmlns:r="http://schemas.openxmlformats.org/officeDocument/2006/relationships" r:embed="rId4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#1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#2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#3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3#4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3:21:57.3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0 1 5817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3:21:58.5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1 1 8450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3:32:44.7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1568,'0'0'1825,"58"0"-2417,-42 0-921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3:41:54.5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9 7890,'0'0'4873,"0"-8"-4873,-5 11-176,-6 7-4281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46B1D-4663-49B6-B326-245D7D5A3682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F6944-2FF9-4248-8A94-1C46CD394F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269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F6944-2FF9-4248-8A94-1C46CD394F9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579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F6944-2FF9-4248-8A94-1C46CD394F92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919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989392" y="-499216"/>
            <a:ext cx="2476500" cy="476250"/>
          </a:xfrm>
        </p:spPr>
        <p:txBody>
          <a:bodyPr/>
          <a:lstStyle>
            <a:lvl1pPr algn="ctr">
              <a:defRPr sz="1100"/>
            </a:lvl1pPr>
          </a:lstStyle>
          <a:p>
            <a:r>
              <a:rPr lang="he-IL"/>
              <a:t>עדכון אחרון </a:t>
            </a:r>
            <a:fld id="{7B086AAE-F14E-4B30-87F9-1FD42B9BCCB9}" type="datetime8">
              <a:rPr lang="he-IL" smtClean="0"/>
              <a:pPr/>
              <a:t>17 אוקטובר 25</a:t>
            </a:fld>
            <a:endParaRPr lang="he-IL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43200" y="5791200"/>
            <a:ext cx="39624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76200"/>
            <a:ext cx="7772400" cy="1143000"/>
          </a:xfrm>
        </p:spPr>
        <p:txBody>
          <a:bodyPr/>
          <a:lstStyle>
            <a:lvl1pPr algn="ctr" rtl="1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A7F926B5-663A-4127-A287-7B83208B40AD}" type="datetime8">
              <a:rPr lang="he-IL" smtClean="0"/>
              <a:pPr/>
              <a:t>17 אוקטובר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3" name="Picture 2" descr="סרט מודעות צהוב – ויקיפדיה">
            <a:extLst>
              <a:ext uri="{FF2B5EF4-FFF2-40B4-BE49-F238E27FC236}">
                <a16:creationId xmlns:a16="http://schemas.microsoft.com/office/drawing/2014/main" id="{4CA88497-85AE-0713-0000-2E91A543AD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6788" y="57150"/>
            <a:ext cx="493766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2DB6B-1EA1-4A4B-B47A-2783F935A600}" type="datetime8">
              <a:rPr lang="he-IL" smtClean="0"/>
              <a:pPr/>
              <a:t>17 אוקטובר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960C7-BACF-420D-A557-A385D6297D29}" type="datetime8">
              <a:rPr lang="he-IL" smtClean="0"/>
              <a:pPr/>
              <a:t>17 אוקטובר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9218" name="Picture 2" descr="http://bgu.ac.il/NR/rdonlyres/4E908188-6AC7-4C07-9237-368D40E2EEFB/41075/BGUsig1H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65950" y="-136525"/>
            <a:ext cx="2406650" cy="1203325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B3A8-D963-425B-825B-E4B738A1D92A}" type="datetime8">
              <a:rPr lang="he-IL" smtClean="0"/>
              <a:pPr/>
              <a:t>17 אוקטובר 25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A5639-DD31-47F9-A956-C8B80FFDA535}" type="datetime8">
              <a:rPr lang="he-IL" smtClean="0"/>
              <a:pPr/>
              <a:t>17 אוקטובר 25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FFA75-80ED-4127-A1CE-377B00428A30}" type="datetime8">
              <a:rPr lang="he-IL" smtClean="0"/>
              <a:pPr/>
              <a:t>17 אוקטובר 25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53C9F-829D-4682-9136-E24C2FE7D8B1}" type="datetime8">
              <a:rPr lang="he-IL" smtClean="0"/>
              <a:pPr/>
              <a:t>17 אוקטובר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7CAF2-89CF-4D7F-8273-32FC35BA221F}" type="datetime8">
              <a:rPr lang="he-IL" smtClean="0"/>
              <a:pPr/>
              <a:t>17 אוקטובר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E686A-5BC9-4572-9309-2F412007C7F4}" type="datetime8">
              <a:rPr lang="he-IL" smtClean="0"/>
              <a:pPr/>
              <a:t>17 אוקטובר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EA3F7-2EBC-40FD-8DA6-2876EEB17265}" type="datetime8">
              <a:rPr lang="he-IL" smtClean="0"/>
              <a:pPr/>
              <a:t>17 אוקטובר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00393D4-FEE5-4B2C-B85E-16899D94FADB}" type="datetime8">
              <a:rPr lang="he-IL" smtClean="0"/>
              <a:pPr/>
              <a:t>17 אוקטובר 25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he-IL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gif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24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image" Target="../media/image29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70.png"/><Relationship Id="rId7" Type="http://schemas.openxmlformats.org/officeDocument/2006/relationships/image" Target="../media/image580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image" Target="../media/image29.png"/><Relationship Id="rId4" Type="http://schemas.openxmlformats.org/officeDocument/2006/relationships/image" Target="../media/image50.png"/><Relationship Id="rId9" Type="http://schemas.openxmlformats.org/officeDocument/2006/relationships/image" Target="../media/image59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0.png"/><Relationship Id="rId3" Type="http://schemas.openxmlformats.org/officeDocument/2006/relationships/image" Target="../media/image660.png"/><Relationship Id="rId7" Type="http://schemas.openxmlformats.org/officeDocument/2006/relationships/image" Target="../media/image700.png"/><Relationship Id="rId12" Type="http://schemas.openxmlformats.org/officeDocument/2006/relationships/image" Target="../media/image32.gif"/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0.png"/><Relationship Id="rId11" Type="http://schemas.openxmlformats.org/officeDocument/2006/relationships/image" Target="../media/image31.gif"/><Relationship Id="rId5" Type="http://schemas.openxmlformats.org/officeDocument/2006/relationships/image" Target="../media/image680.png"/><Relationship Id="rId10" Type="http://schemas.openxmlformats.org/officeDocument/2006/relationships/image" Target="../media/image730.png"/><Relationship Id="rId4" Type="http://schemas.openxmlformats.org/officeDocument/2006/relationships/image" Target="../media/image670.png"/><Relationship Id="rId9" Type="http://schemas.openxmlformats.org/officeDocument/2006/relationships/image" Target="../media/image72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660.png"/><Relationship Id="rId7" Type="http://schemas.openxmlformats.org/officeDocument/2006/relationships/image" Target="../media/image700.png"/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0.png"/><Relationship Id="rId11" Type="http://schemas.openxmlformats.org/officeDocument/2006/relationships/customXml" Target="../ink/ink1.xml"/><Relationship Id="rId5" Type="http://schemas.openxmlformats.org/officeDocument/2006/relationships/image" Target="../media/image680.png"/><Relationship Id="rId15" Type="http://schemas.openxmlformats.org/officeDocument/2006/relationships/customXml" Target="../ink/ink2.xml"/><Relationship Id="rId10" Type="http://schemas.openxmlformats.org/officeDocument/2006/relationships/image" Target="../media/image730.png"/><Relationship Id="rId4" Type="http://schemas.openxmlformats.org/officeDocument/2006/relationships/image" Target="../media/image670.png"/><Relationship Id="rId9" Type="http://schemas.openxmlformats.org/officeDocument/2006/relationships/image" Target="../media/image720.png"/><Relationship Id="rId14" Type="http://schemas.openxmlformats.org/officeDocument/2006/relationships/image" Target="../media/image9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0.png"/><Relationship Id="rId3" Type="http://schemas.openxmlformats.org/officeDocument/2006/relationships/image" Target="../media/image760.png"/><Relationship Id="rId7" Type="http://schemas.openxmlformats.org/officeDocument/2006/relationships/image" Target="../media/image800.png"/><Relationship Id="rId12" Type="http://schemas.openxmlformats.org/officeDocument/2006/relationships/image" Target="../media/image29.png"/><Relationship Id="rId2" Type="http://schemas.openxmlformats.org/officeDocument/2006/relationships/image" Target="../media/image7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0.png"/><Relationship Id="rId11" Type="http://schemas.openxmlformats.org/officeDocument/2006/relationships/image" Target="../media/image840.png"/><Relationship Id="rId5" Type="http://schemas.openxmlformats.org/officeDocument/2006/relationships/image" Target="../media/image780.png"/><Relationship Id="rId10" Type="http://schemas.openxmlformats.org/officeDocument/2006/relationships/image" Target="../media/image830.png"/><Relationship Id="rId4" Type="http://schemas.openxmlformats.org/officeDocument/2006/relationships/image" Target="../media/image770.png"/><Relationship Id="rId9" Type="http://schemas.openxmlformats.org/officeDocument/2006/relationships/image" Target="../media/image8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85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8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9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5.png"/><Relationship Id="rId4" Type="http://schemas.openxmlformats.org/officeDocument/2006/relationships/customXml" Target="../ink/ink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90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90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90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0.png"/><Relationship Id="rId13" Type="http://schemas.openxmlformats.org/officeDocument/2006/relationships/image" Target="../media/image1030.png"/><Relationship Id="rId3" Type="http://schemas.openxmlformats.org/officeDocument/2006/relationships/image" Target="../media/image930.png"/><Relationship Id="rId7" Type="http://schemas.openxmlformats.org/officeDocument/2006/relationships/image" Target="../media/image970.png"/><Relationship Id="rId12" Type="http://schemas.openxmlformats.org/officeDocument/2006/relationships/image" Target="../media/image1020.png"/><Relationship Id="rId2" Type="http://schemas.openxmlformats.org/officeDocument/2006/relationships/image" Target="../media/image9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0.png"/><Relationship Id="rId11" Type="http://schemas.openxmlformats.org/officeDocument/2006/relationships/image" Target="../media/image1010.png"/><Relationship Id="rId5" Type="http://schemas.openxmlformats.org/officeDocument/2006/relationships/image" Target="../media/image950.png"/><Relationship Id="rId10" Type="http://schemas.openxmlformats.org/officeDocument/2006/relationships/image" Target="../media/image1000.png"/><Relationship Id="rId4" Type="http://schemas.openxmlformats.org/officeDocument/2006/relationships/image" Target="../media/image940.png"/><Relationship Id="rId9" Type="http://schemas.openxmlformats.org/officeDocument/2006/relationships/image" Target="../media/image99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0.png"/><Relationship Id="rId13" Type="http://schemas.openxmlformats.org/officeDocument/2006/relationships/image" Target="../media/image62.jpeg"/><Relationship Id="rId3" Type="http://schemas.openxmlformats.org/officeDocument/2006/relationships/image" Target="../media/image1050.png"/><Relationship Id="rId7" Type="http://schemas.openxmlformats.org/officeDocument/2006/relationships/image" Target="../media/image1090.png"/><Relationship Id="rId12" Type="http://schemas.openxmlformats.org/officeDocument/2006/relationships/image" Target="../media/image61.jpeg"/><Relationship Id="rId2" Type="http://schemas.openxmlformats.org/officeDocument/2006/relationships/image" Target="../media/image10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0.png"/><Relationship Id="rId11" Type="http://schemas.openxmlformats.org/officeDocument/2006/relationships/image" Target="../media/image1130.png"/><Relationship Id="rId5" Type="http://schemas.openxmlformats.org/officeDocument/2006/relationships/image" Target="../media/image1070.png"/><Relationship Id="rId10" Type="http://schemas.openxmlformats.org/officeDocument/2006/relationships/image" Target="../media/image1120.png"/><Relationship Id="rId4" Type="http://schemas.openxmlformats.org/officeDocument/2006/relationships/image" Target="../media/image1060.png"/><Relationship Id="rId9" Type="http://schemas.openxmlformats.org/officeDocument/2006/relationships/image" Target="../media/image111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0.png"/><Relationship Id="rId13" Type="http://schemas.openxmlformats.org/officeDocument/2006/relationships/image" Target="../media/image1060.png"/><Relationship Id="rId3" Type="http://schemas.openxmlformats.org/officeDocument/2006/relationships/image" Target="../media/image1170.png"/><Relationship Id="rId7" Type="http://schemas.openxmlformats.org/officeDocument/2006/relationships/image" Target="../media/image1210.png"/><Relationship Id="rId12" Type="http://schemas.openxmlformats.org/officeDocument/2006/relationships/image" Target="../media/image1050.png"/><Relationship Id="rId2" Type="http://schemas.openxmlformats.org/officeDocument/2006/relationships/image" Target="../media/image1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0.png"/><Relationship Id="rId11" Type="http://schemas.openxmlformats.org/officeDocument/2006/relationships/image" Target="../media/image62.jpeg"/><Relationship Id="rId5" Type="http://schemas.openxmlformats.org/officeDocument/2006/relationships/image" Target="../media/image1190.png"/><Relationship Id="rId10" Type="http://schemas.openxmlformats.org/officeDocument/2006/relationships/image" Target="../media/image61.jpeg"/><Relationship Id="rId4" Type="http://schemas.openxmlformats.org/officeDocument/2006/relationships/image" Target="../media/image1180.png"/><Relationship Id="rId9" Type="http://schemas.openxmlformats.org/officeDocument/2006/relationships/image" Target="../media/image1230.png"/><Relationship Id="rId14" Type="http://schemas.openxmlformats.org/officeDocument/2006/relationships/image" Target="../media/image107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2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0.png"/><Relationship Id="rId2" Type="http://schemas.openxmlformats.org/officeDocument/2006/relationships/image" Target="../media/image130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0.png"/><Relationship Id="rId2" Type="http://schemas.openxmlformats.org/officeDocument/2006/relationships/image" Target="../media/image13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70.png"/><Relationship Id="rId4" Type="http://schemas.openxmlformats.org/officeDocument/2006/relationships/image" Target="../media/image136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13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sv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0.png"/><Relationship Id="rId7" Type="http://schemas.openxmlformats.org/officeDocument/2006/relationships/image" Target="../media/image1470.png"/><Relationship Id="rId2" Type="http://schemas.openxmlformats.org/officeDocument/2006/relationships/image" Target="../media/image14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0.png"/><Relationship Id="rId5" Type="http://schemas.openxmlformats.org/officeDocument/2006/relationships/image" Target="../media/image1450.png"/><Relationship Id="rId4" Type="http://schemas.openxmlformats.org/officeDocument/2006/relationships/image" Target="../media/image1440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rtl="1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גרא וייס</a:t>
            </a:r>
          </a:p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המחלקה למדעי המחשב</a:t>
            </a:r>
          </a:p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אוניברסיטת בן-גוריון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rtl="1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הוֹגְנוּת (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Fairness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</a:p>
        </p:txBody>
      </p:sp>
      <p:pic>
        <p:nvPicPr>
          <p:cNvPr id="43012" name="Picture 4" descr="http://bgu.ac.il/NR/rdonlyres/4E908188-6AC7-4C07-9237-368D40E2EEFB/41072/BGU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24250" y="4581525"/>
            <a:ext cx="1885950" cy="2428875"/>
          </a:xfrm>
          <a:prstGeom prst="rect">
            <a:avLst/>
          </a:prstGeom>
          <a:noFill/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0646-3111-4D68-A160-C7E5A6B7FF5E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738759-3D2E-9170-66E1-FB27FEC24C74}"/>
              </a:ext>
            </a:extLst>
          </p:cNvPr>
          <p:cNvSpPr/>
          <p:nvPr/>
        </p:nvSpPr>
        <p:spPr>
          <a:xfrm>
            <a:off x="7989771" y="-55265"/>
            <a:ext cx="10454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0"/>
            <a:r>
              <a:rPr lang="en-US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584</a:t>
            </a:r>
            <a:endParaRPr lang="en-U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6" name="Picture 2" descr="סרט מודעות צהוב – ויקיפדיה">
            <a:extLst>
              <a:ext uri="{FF2B5EF4-FFF2-40B4-BE49-F238E27FC236}">
                <a16:creationId xmlns:a16="http://schemas.microsoft.com/office/drawing/2014/main" id="{756E2901-1401-F4D2-E866-4764180F0D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2060" y="252041"/>
            <a:ext cx="493766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Tm="1047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888" y="-76200"/>
            <a:ext cx="7772400" cy="1143000"/>
          </a:xfrm>
        </p:spPr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תוכן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3E17-0086-42D2-82FC-3171BCDB0996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704787783"/>
              </p:ext>
            </p:extLst>
          </p:nvPr>
        </p:nvGraphicFramePr>
        <p:xfrm>
          <a:off x="457200" y="1524000"/>
          <a:ext cx="830580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dissolv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209" y="-233679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 לצורך בהנחות הוֹגְנוּת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76936" y="970988"/>
                <a:ext cx="9046947" cy="57912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spcBef>
                    <a:spcPts val="2400"/>
                  </a:spcBef>
                  <a:buNone/>
                </a:pP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 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במקרים רבים לא ניתן להוכיח תכונות חַיּוּת בלי 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הנחות נוספות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1200"/>
                  </a:spcBef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  למשל:</a:t>
                </a:r>
              </a:p>
              <a:p>
                <a:pPr>
                  <a:lnSpc>
                    <a:spcPct val="110000"/>
                  </a:lnSpc>
                  <a:spcBef>
                    <a:spcPts val="3200"/>
                  </a:spcBef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lnSpc>
                    <a:spcPct val="110000"/>
                  </a:lnSpc>
                  <a:spcBef>
                    <a:spcPts val="3200"/>
                  </a:spcBef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lnSpc>
                    <a:spcPct val="110000"/>
                  </a:lnSpc>
                  <a:spcBef>
                    <a:spcPts val="3200"/>
                  </a:spcBef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3200"/>
                  </a:spcBef>
                  <a:buNone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>
                  <a:spcBef>
                    <a:spcPts val="3200"/>
                  </a:spcBef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נוכל להוכיח תכונה זאת רק אם </a:t>
                </a:r>
                <a:r>
                  <a:rPr lang="he-IL" u="sng">
                    <a:latin typeface="Gisha" panose="020B0502040204020203" pitchFamily="34" charset="-79"/>
                    <a:cs typeface="Gisha" panose="020B0502040204020203" pitchFamily="34" charset="-79"/>
                  </a:rPr>
                  <a:t>נניח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שמנגנון השיבוץ הוגן</a:t>
                </a:r>
                <a:br>
                  <a:rPr lang="en-US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במובן שהוא לא מרעיב את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he-I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he-IL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lnSpc>
                    <a:spcPct val="110000"/>
                  </a:lnSpc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76936" y="970988"/>
                <a:ext cx="9046947" cy="5791200"/>
              </a:xfrm>
              <a:blipFill>
                <a:blip r:embed="rId2"/>
                <a:stretch>
                  <a:fillRect t="-737" r="-1213"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14209" y="1820568"/>
                <a:ext cx="7115008" cy="6450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𝐴𝑃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:  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⊨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209" y="1820568"/>
                <a:ext cx="7115008" cy="645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4878685" y="3525383"/>
            <a:ext cx="705704" cy="510038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50888" y="3525383"/>
            <a:ext cx="705704" cy="510038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5577039" y="3907911"/>
            <a:ext cx="686101" cy="49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stCxn id="6" idx="2"/>
            <a:endCxn id="6" idx="1"/>
          </p:cNvCxnSpPr>
          <p:nvPr/>
        </p:nvCxnSpPr>
        <p:spPr>
          <a:xfrm rot="5400000" flipH="1">
            <a:off x="4927602" y="3731485"/>
            <a:ext cx="255019" cy="352852"/>
          </a:xfrm>
          <a:prstGeom prst="bentConnector4">
            <a:avLst>
              <a:gd name="adj1" fmla="val -125000"/>
              <a:gd name="adj2" fmla="val 183333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6" idx="0"/>
          </p:cNvCxnSpPr>
          <p:nvPr/>
        </p:nvCxnSpPr>
        <p:spPr>
          <a:xfrm>
            <a:off x="5231538" y="3300607"/>
            <a:ext cx="0" cy="22477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7" idx="1"/>
            <a:endCxn id="7" idx="0"/>
          </p:cNvCxnSpPr>
          <p:nvPr/>
        </p:nvCxnSpPr>
        <p:spPr>
          <a:xfrm rot="10800000" flipH="1">
            <a:off x="6250888" y="3525383"/>
            <a:ext cx="352852" cy="255019"/>
          </a:xfrm>
          <a:prstGeom prst="bentConnector4">
            <a:avLst>
              <a:gd name="adj1" fmla="val -83333"/>
              <a:gd name="adj2" fmla="val 225000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Elbow Connector 19"/>
          <p:cNvCxnSpPr>
            <a:stCxn id="7" idx="3"/>
            <a:endCxn id="7" idx="2"/>
          </p:cNvCxnSpPr>
          <p:nvPr/>
        </p:nvCxnSpPr>
        <p:spPr>
          <a:xfrm flipH="1">
            <a:off x="6603740" y="3780402"/>
            <a:ext cx="352852" cy="255019"/>
          </a:xfrm>
          <a:prstGeom prst="bentConnector4">
            <a:avLst>
              <a:gd name="adj1" fmla="val -83333"/>
              <a:gd name="adj2" fmla="val 225000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763489" y="4315559"/>
                <a:ext cx="2471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3489" y="4315559"/>
                <a:ext cx="247184" cy="369332"/>
              </a:xfrm>
              <a:prstGeom prst="rect">
                <a:avLst/>
              </a:prstGeom>
              <a:blipFill>
                <a:blip r:embed="rId4"/>
                <a:stretch>
                  <a:fillRect r="-46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962346" y="4315559"/>
                <a:ext cx="2471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2346" y="4315559"/>
                <a:ext cx="247184" cy="369332"/>
              </a:xfrm>
              <a:prstGeom prst="rect">
                <a:avLst/>
              </a:prstGeom>
              <a:blipFill>
                <a:blip r:embed="rId5"/>
                <a:stretch>
                  <a:fillRect r="-46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163946" y="2836046"/>
                <a:ext cx="2471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3946" y="2836046"/>
                <a:ext cx="247184" cy="369332"/>
              </a:xfrm>
              <a:prstGeom prst="rect">
                <a:avLst/>
              </a:prstGeom>
              <a:blipFill>
                <a:blip r:embed="rId6"/>
                <a:stretch>
                  <a:fillRect r="-48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719130" y="3874256"/>
                <a:ext cx="2471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9130" y="3874256"/>
                <a:ext cx="247184" cy="369332"/>
              </a:xfrm>
              <a:prstGeom prst="rect">
                <a:avLst/>
              </a:prstGeom>
              <a:blipFill>
                <a:blip r:embed="rId7"/>
                <a:stretch>
                  <a:fillRect r="-48780"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602854" y="3154675"/>
                <a:ext cx="11924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2854" y="3154675"/>
                <a:ext cx="1192466" cy="369332"/>
              </a:xfrm>
              <a:prstGeom prst="rect">
                <a:avLst/>
              </a:prstGeom>
              <a:blipFill>
                <a:blip r:embed="rId8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4058887" y="3160219"/>
                <a:ext cx="11924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887" y="3160219"/>
                <a:ext cx="1192466" cy="369332"/>
              </a:xfrm>
              <a:prstGeom prst="rect">
                <a:avLst/>
              </a:prstGeom>
              <a:blipFill>
                <a:blip r:embed="rId9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747996" y="4058922"/>
                <a:ext cx="314772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sz="2000">
                    <a:solidFill>
                      <a:schemeClr val="accent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הפעולה הראשונה של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he-IL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 sz="2000">
                    <a:solidFill>
                      <a:schemeClr val="accent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היא</a:t>
                </a:r>
              </a:p>
              <a:p>
                <a:r>
                  <a:rPr lang="he-IL" sz="2000">
                    <a:solidFill>
                      <a:schemeClr val="accent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השמת הערך </a:t>
                </a:r>
                <a14:m>
                  <m:oMath xmlns:m="http://schemas.openxmlformats.org/officeDocument/2006/math">
                    <m:r>
                      <a:rPr lang="he-IL" sz="200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he-IL" sz="2000">
                    <a:solidFill>
                      <a:schemeClr val="accent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למשתנה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000">
                  <a:solidFill>
                    <a:schemeClr val="accent2">
                      <a:lumMod val="7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996" y="4058922"/>
                <a:ext cx="3147721" cy="707886"/>
              </a:xfrm>
              <a:prstGeom prst="rect">
                <a:avLst/>
              </a:prstGeom>
              <a:blipFill>
                <a:blip r:embed="rId10"/>
                <a:stretch>
                  <a:fillRect l="-3682" t="-5172" r="-1938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Freeform 30"/>
          <p:cNvSpPr/>
          <p:nvPr/>
        </p:nvSpPr>
        <p:spPr>
          <a:xfrm>
            <a:off x="3543238" y="4378718"/>
            <a:ext cx="2364599" cy="824614"/>
          </a:xfrm>
          <a:custGeom>
            <a:avLst/>
            <a:gdLst>
              <a:gd name="connsiteX0" fmla="*/ 0 w 1828800"/>
              <a:gd name="connsiteY0" fmla="*/ 180975 h 476250"/>
              <a:gd name="connsiteX1" fmla="*/ 609600 w 1828800"/>
              <a:gd name="connsiteY1" fmla="*/ 466725 h 476250"/>
              <a:gd name="connsiteX2" fmla="*/ 1343025 w 1828800"/>
              <a:gd name="connsiteY2" fmla="*/ 476250 h 476250"/>
              <a:gd name="connsiteX3" fmla="*/ 1828800 w 1828800"/>
              <a:gd name="connsiteY3" fmla="*/ 0 h 476250"/>
              <a:gd name="connsiteX0" fmla="*/ 0 w 1828800"/>
              <a:gd name="connsiteY0" fmla="*/ 180975 h 520708"/>
              <a:gd name="connsiteX1" fmla="*/ 609600 w 1828800"/>
              <a:gd name="connsiteY1" fmla="*/ 466725 h 520708"/>
              <a:gd name="connsiteX2" fmla="*/ 1343025 w 1828800"/>
              <a:gd name="connsiteY2" fmla="*/ 476250 h 520708"/>
              <a:gd name="connsiteX3" fmla="*/ 1828800 w 1828800"/>
              <a:gd name="connsiteY3" fmla="*/ 0 h 520708"/>
              <a:gd name="connsiteX0" fmla="*/ 0 w 1828800"/>
              <a:gd name="connsiteY0" fmla="*/ 180975 h 555977"/>
              <a:gd name="connsiteX1" fmla="*/ 609600 w 1828800"/>
              <a:gd name="connsiteY1" fmla="*/ 466725 h 555977"/>
              <a:gd name="connsiteX2" fmla="*/ 1343025 w 1828800"/>
              <a:gd name="connsiteY2" fmla="*/ 476250 h 555977"/>
              <a:gd name="connsiteX3" fmla="*/ 1828800 w 1828800"/>
              <a:gd name="connsiteY3" fmla="*/ 0 h 555977"/>
              <a:gd name="connsiteX0" fmla="*/ 0 w 1876425"/>
              <a:gd name="connsiteY0" fmla="*/ 336083 h 686963"/>
              <a:gd name="connsiteX1" fmla="*/ 609600 w 1876425"/>
              <a:gd name="connsiteY1" fmla="*/ 621833 h 686963"/>
              <a:gd name="connsiteX2" fmla="*/ 1343025 w 1876425"/>
              <a:gd name="connsiteY2" fmla="*/ 631358 h 686963"/>
              <a:gd name="connsiteX3" fmla="*/ 1876425 w 1876425"/>
              <a:gd name="connsiteY3" fmla="*/ 0 h 686963"/>
              <a:gd name="connsiteX0" fmla="*/ 0 w 1876425"/>
              <a:gd name="connsiteY0" fmla="*/ 336083 h 686962"/>
              <a:gd name="connsiteX1" fmla="*/ 609600 w 1876425"/>
              <a:gd name="connsiteY1" fmla="*/ 621833 h 686962"/>
              <a:gd name="connsiteX2" fmla="*/ 1476375 w 1876425"/>
              <a:gd name="connsiteY2" fmla="*/ 631358 h 686962"/>
              <a:gd name="connsiteX3" fmla="*/ 1876425 w 1876425"/>
              <a:gd name="connsiteY3" fmla="*/ 0 h 686962"/>
              <a:gd name="connsiteX0" fmla="*/ 0 w 1838325"/>
              <a:gd name="connsiteY0" fmla="*/ 358241 h 710726"/>
              <a:gd name="connsiteX1" fmla="*/ 609600 w 1838325"/>
              <a:gd name="connsiteY1" fmla="*/ 643991 h 710726"/>
              <a:gd name="connsiteX2" fmla="*/ 1476375 w 1838325"/>
              <a:gd name="connsiteY2" fmla="*/ 653516 h 710726"/>
              <a:gd name="connsiteX3" fmla="*/ 1838325 w 1838325"/>
              <a:gd name="connsiteY3" fmla="*/ 0 h 710726"/>
              <a:gd name="connsiteX0" fmla="*/ 0 w 1838325"/>
              <a:gd name="connsiteY0" fmla="*/ 358241 h 710725"/>
              <a:gd name="connsiteX1" fmla="*/ 609600 w 1838325"/>
              <a:gd name="connsiteY1" fmla="*/ 643991 h 710725"/>
              <a:gd name="connsiteX2" fmla="*/ 1476375 w 1838325"/>
              <a:gd name="connsiteY2" fmla="*/ 653516 h 710725"/>
              <a:gd name="connsiteX3" fmla="*/ 1838325 w 1838325"/>
              <a:gd name="connsiteY3" fmla="*/ 0 h 710725"/>
              <a:gd name="connsiteX0" fmla="*/ 0 w 1838325"/>
              <a:gd name="connsiteY0" fmla="*/ 358241 h 661483"/>
              <a:gd name="connsiteX1" fmla="*/ 1476375 w 1838325"/>
              <a:gd name="connsiteY1" fmla="*/ 653516 h 661483"/>
              <a:gd name="connsiteX2" fmla="*/ 1838325 w 1838325"/>
              <a:gd name="connsiteY2" fmla="*/ 0 h 661483"/>
              <a:gd name="connsiteX0" fmla="*/ 0 w 1838325"/>
              <a:gd name="connsiteY0" fmla="*/ 358241 h 687841"/>
              <a:gd name="connsiteX1" fmla="*/ 1476375 w 1838325"/>
              <a:gd name="connsiteY1" fmla="*/ 653516 h 687841"/>
              <a:gd name="connsiteX2" fmla="*/ 1838325 w 1838325"/>
              <a:gd name="connsiteY2" fmla="*/ 0 h 687841"/>
              <a:gd name="connsiteX0" fmla="*/ 0 w 1838325"/>
              <a:gd name="connsiteY0" fmla="*/ 358241 h 687841"/>
              <a:gd name="connsiteX1" fmla="*/ 1476375 w 1838325"/>
              <a:gd name="connsiteY1" fmla="*/ 653516 h 687841"/>
              <a:gd name="connsiteX2" fmla="*/ 1838325 w 1838325"/>
              <a:gd name="connsiteY2" fmla="*/ 0 h 687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38325" h="687841">
                <a:moveTo>
                  <a:pt x="0" y="358241"/>
                </a:moveTo>
                <a:cubicBezTo>
                  <a:pt x="307578" y="419757"/>
                  <a:pt x="1100293" y="802957"/>
                  <a:pt x="1476375" y="653516"/>
                </a:cubicBezTo>
                <a:cubicBezTo>
                  <a:pt x="1806614" y="478884"/>
                  <a:pt x="1784350" y="276929"/>
                  <a:pt x="1838325" y="0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ADD94D-9A59-4D74-98C5-B71012E644F8}"/>
                  </a:ext>
                </a:extLst>
              </p:cNvPr>
              <p:cNvSpPr txBox="1"/>
              <p:nvPr/>
            </p:nvSpPr>
            <p:spPr>
              <a:xfrm>
                <a:off x="1303477" y="2950926"/>
                <a:ext cx="1274451" cy="923330"/>
              </a:xfrm>
              <a:prstGeom prst="rect">
                <a:avLst/>
              </a:prstGeom>
              <a:solidFill>
                <a:srgbClr val="FFFFC5"/>
              </a:solidFill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𝑑𝑒𝑓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()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b="0"/>
              </a:p>
              <a:p>
                <a:pPr algn="l" rtl="0"/>
                <a:r>
                  <a:rPr lang="en-US"/>
                  <a:t>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b="0"/>
              </a:p>
              <a:p>
                <a:pPr algn="l" rtl="0"/>
                <a:r>
                  <a:rPr lang="en-US"/>
                  <a:t>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LID4096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ADD94D-9A59-4D74-98C5-B71012E64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477" y="2950926"/>
                <a:ext cx="1274451" cy="92333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dissolv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418" y="-76200"/>
            <a:ext cx="8119382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חוסר הוֹגְנוּת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56942" y="6858000"/>
            <a:ext cx="2587058" cy="476250"/>
          </a:xfrm>
        </p:spPr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31989" y="152400"/>
            <a:ext cx="477611" cy="457200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567418" y="1447800"/>
                <a:ext cx="8119382" cy="4572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נניח שֶׁשָּׁרָת מְשָׁרֵת תהליכים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he-IL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באופן הבא:</a:t>
                </a:r>
              </a:p>
              <a:p>
                <a:pPr lvl="1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אם התהליך הראשון צריך שירות הוא מקבל</a:t>
                </a:r>
              </a:p>
              <a:p>
                <a:pPr lvl="1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אחרת, אם התהליך השני צריך שירות הוא יקבל</a:t>
                </a:r>
              </a:p>
              <a:p>
                <a:pPr lvl="1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...</a:t>
                </a:r>
              </a:p>
              <a:p>
                <a:pPr lvl="1"/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תהליך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יקבל שירות רק אם אף אחד אחר לא צריך שירות</a:t>
                </a:r>
              </a:p>
              <a:p>
                <a:pPr marL="0" indent="0">
                  <a:buNone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buNone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567418" y="1447800"/>
                <a:ext cx="8119382" cy="4572000"/>
              </a:xfrm>
              <a:blipFill>
                <a:blip r:embed="rId2"/>
                <a:stretch>
                  <a:fillRect t="-1467" r="-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0" y="6096000"/>
            <a:ext cx="89154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pPr algn="ctr"/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קשה להבטיח שהמערכת תתפקד נכון בתנאים כאלה !!!</a:t>
            </a:r>
          </a:p>
        </p:txBody>
      </p:sp>
      <p:pic>
        <p:nvPicPr>
          <p:cNvPr id="11" name="Picture 10" descr="A group of people standing next to each other&#10;&#10;Description automatically generated">
            <a:extLst>
              <a:ext uri="{FF2B5EF4-FFF2-40B4-BE49-F238E27FC236}">
                <a16:creationId xmlns:a16="http://schemas.microsoft.com/office/drawing/2014/main" id="{290E7E15-A609-485A-9650-EF809E7306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300" y="3733800"/>
            <a:ext cx="4114800" cy="245242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707336C-F007-AE5B-1371-0D015A514DE0}"/>
              </a:ext>
            </a:extLst>
          </p:cNvPr>
          <p:cNvSpPr txBox="1"/>
          <p:nvPr/>
        </p:nvSpPr>
        <p:spPr>
          <a:xfrm>
            <a:off x="5029200" y="4048780"/>
            <a:ext cx="1189410" cy="307777"/>
          </a:xfrm>
          <a:prstGeom prst="rect">
            <a:avLst/>
          </a:prstGeom>
          <a:solidFill>
            <a:srgbClr val="E4DBD4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he-IL" sz="1400">
                <a:latin typeface="Gisha" panose="020B0502040204020203" pitchFamily="34" charset="-79"/>
                <a:cs typeface="Gisha" panose="020B0502040204020203" pitchFamily="34" charset="-79"/>
              </a:rPr>
              <a:t>מי הבא בתור</a:t>
            </a:r>
            <a:r>
              <a:rPr lang="en-US" sz="1400">
                <a:latin typeface="Gisha" panose="020B0502040204020203" pitchFamily="34" charset="-79"/>
                <a:cs typeface="Gisha" panose="020B0502040204020203" pitchFamily="34" charset="-79"/>
              </a:rPr>
              <a:t>?</a:t>
            </a:r>
            <a:endParaRPr lang="LID4096" sz="1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FD8A5B-91CF-FE00-1015-35C6B68294D1}"/>
              </a:ext>
            </a:extLst>
          </p:cNvPr>
          <p:cNvSpPr txBox="1"/>
          <p:nvPr/>
        </p:nvSpPr>
        <p:spPr>
          <a:xfrm>
            <a:off x="3799701" y="4114800"/>
            <a:ext cx="839621" cy="307777"/>
          </a:xfrm>
          <a:prstGeom prst="rect">
            <a:avLst/>
          </a:prstGeom>
          <a:solidFill>
            <a:srgbClr val="E4DBD4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he-IL" sz="1400">
                <a:latin typeface="Gisha" panose="020B0502040204020203" pitchFamily="34" charset="-79"/>
                <a:cs typeface="Gisha" panose="020B0502040204020203" pitchFamily="34" charset="-79"/>
              </a:rPr>
              <a:t>אולי אני</a:t>
            </a:r>
            <a:r>
              <a:rPr lang="en-US" sz="1400">
                <a:latin typeface="Gisha" panose="020B0502040204020203" pitchFamily="34" charset="-79"/>
                <a:cs typeface="Gisha" panose="020B0502040204020203" pitchFamily="34" charset="-79"/>
              </a:rPr>
              <a:t>?</a:t>
            </a:r>
            <a:endParaRPr lang="LID4096" sz="1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3003CE-E7A6-6D1B-A029-21AA180873AC}"/>
              </a:ext>
            </a:extLst>
          </p:cNvPr>
          <p:cNvSpPr txBox="1"/>
          <p:nvPr/>
        </p:nvSpPr>
        <p:spPr>
          <a:xfrm>
            <a:off x="2733785" y="4152511"/>
            <a:ext cx="831308" cy="307777"/>
          </a:xfrm>
          <a:prstGeom prst="rect">
            <a:avLst/>
          </a:prstGeom>
          <a:solidFill>
            <a:srgbClr val="E4DBD4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he-IL" sz="1400">
                <a:latin typeface="Gisha" panose="020B0502040204020203" pitchFamily="34" charset="-79"/>
                <a:cs typeface="Gisha" panose="020B0502040204020203" pitchFamily="34" charset="-79"/>
              </a:rPr>
              <a:t>אולי אני</a:t>
            </a:r>
            <a:r>
              <a:rPr lang="en-US" sz="1400">
                <a:latin typeface="Gisha" panose="020B0502040204020203" pitchFamily="34" charset="-79"/>
                <a:cs typeface="Gisha" panose="020B0502040204020203" pitchFamily="34" charset="-79"/>
              </a:rPr>
              <a:t>?</a:t>
            </a:r>
            <a:endParaRPr lang="LID4096" sz="1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4909912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האם התוכנית תמיד עוצרת?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3124200" y="1543948"/>
            <a:ext cx="4596998" cy="2516111"/>
            <a:chOff x="3124991" y="1979918"/>
            <a:chExt cx="3736035" cy="2134882"/>
          </a:xfrm>
        </p:grpSpPr>
        <p:sp>
          <p:nvSpPr>
            <p:cNvPr id="6" name="Rectangle 5"/>
            <p:cNvSpPr/>
            <p:nvPr/>
          </p:nvSpPr>
          <p:spPr>
            <a:xfrm>
              <a:off x="4114800" y="2286000"/>
              <a:ext cx="1188720" cy="685800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e-IL" sz="2400">
                  <a:latin typeface="Gisha" panose="020B0502040204020203" pitchFamily="34" charset="-79"/>
                  <a:cs typeface="Gisha" panose="020B0502040204020203" pitchFamily="34" charset="-79"/>
                </a:rPr>
                <a:t>שלב ההגרלה</a:t>
              </a:r>
              <a:endParaRPr lang="en-US" sz="240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114800" y="3657600"/>
              <a:ext cx="1188720" cy="457200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e-IL" sz="2400">
                  <a:latin typeface="Gisha" panose="020B0502040204020203" pitchFamily="34" charset="-79"/>
                  <a:cs typeface="Gisha" panose="020B0502040204020203" pitchFamily="34" charset="-79"/>
                </a:rPr>
                <a:t>עצירה</a:t>
              </a:r>
              <a:endParaRPr lang="en-US" sz="240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cxnSp>
          <p:nvCxnSpPr>
            <p:cNvPr id="12" name="Elbow Connector 11"/>
            <p:cNvCxnSpPr/>
            <p:nvPr/>
          </p:nvCxnSpPr>
          <p:spPr>
            <a:xfrm rot="10800000">
              <a:off x="4114800" y="2628900"/>
              <a:ext cx="1588" cy="1588"/>
            </a:xfrm>
            <a:prstGeom prst="bentConnector3">
              <a:avLst>
                <a:gd name="adj1" fmla="val 24760209"/>
              </a:avLst>
            </a:prstGeom>
            <a:ln w="19050">
              <a:headEnd type="none" w="med" len="med"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hape 14"/>
            <p:cNvCxnSpPr/>
            <p:nvPr/>
          </p:nvCxnSpPr>
          <p:spPr>
            <a:xfrm flipH="1" flipV="1">
              <a:off x="4709160" y="2286000"/>
              <a:ext cx="594360" cy="342900"/>
            </a:xfrm>
            <a:prstGeom prst="bentConnector4">
              <a:avLst>
                <a:gd name="adj1" fmla="val -38462"/>
                <a:gd name="adj2" fmla="val 225334"/>
              </a:avLst>
            </a:prstGeom>
            <a:ln w="19050">
              <a:headEnd type="none" w="med" len="med"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Elbow Connector 16"/>
            <p:cNvCxnSpPr/>
            <p:nvPr/>
          </p:nvCxnSpPr>
          <p:spPr>
            <a:xfrm rot="5400000">
              <a:off x="4366260" y="3314700"/>
              <a:ext cx="685800" cy="1588"/>
            </a:xfrm>
            <a:prstGeom prst="bentConnector3">
              <a:avLst>
                <a:gd name="adj1" fmla="val 50000"/>
              </a:avLst>
            </a:prstGeom>
            <a:ln w="19050">
              <a:headEnd type="none" w="med" len="med"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3124991" y="3073681"/>
                  <a:ext cx="1560157" cy="3917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he-IL" sz="2400">
                      <a:latin typeface="Gisha" panose="020B0502040204020203" pitchFamily="34" charset="-79"/>
                      <a:cs typeface="Gisha" panose="020B0502040204020203" pitchFamily="34" charset="-79"/>
                    </a:rPr>
                    <a:t>הסתברות </a:t>
                  </a:r>
                  <a:r>
                    <a:rPr lang="en-US" sz="2400">
                      <a:latin typeface="Gisha" panose="020B0502040204020203" pitchFamily="34" charset="-79"/>
                      <a:cs typeface="Gisha" panose="020B0502040204020203" pitchFamily="34" charset="-79"/>
                    </a:rPr>
                    <a:t>1-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a14:m>
                  <a:endParaRPr lang="en-US" sz="24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4991" y="3073681"/>
                  <a:ext cx="1560157" cy="391716"/>
                </a:xfrm>
                <a:prstGeom prst="rect">
                  <a:avLst/>
                </a:prstGeom>
                <a:blipFill>
                  <a:blip r:embed="rId2"/>
                  <a:stretch>
                    <a:fillRect l="-3503" t="-12000" r="-5096" b="-29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5536671" y="1979918"/>
                  <a:ext cx="1324355" cy="3917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he-IL" sz="2400">
                      <a:latin typeface="Gisha" panose="020B0502040204020203" pitchFamily="34" charset="-79"/>
                      <a:cs typeface="Gisha" panose="020B0502040204020203" pitchFamily="34" charset="-79"/>
                    </a:rPr>
                    <a:t>הסתברות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a14:m>
                  <a:endParaRPr lang="en-US" sz="24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6671" y="1979918"/>
                  <a:ext cx="1324355" cy="391716"/>
                </a:xfrm>
                <a:prstGeom prst="rect">
                  <a:avLst/>
                </a:prstGeom>
                <a:blipFill>
                  <a:blip r:embed="rId3"/>
                  <a:stretch>
                    <a:fillRect t="-11842" r="-5597" b="-27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81000" y="4617303"/>
                <a:ext cx="8259924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e-IL" sz="32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אבסטרקציה</a:t>
                </a:r>
                <a:r>
                  <a:rPr lang="he-IL" sz="3200">
                    <a:latin typeface="Gisha" panose="020B0502040204020203" pitchFamily="34" charset="-79"/>
                    <a:cs typeface="Gisha" panose="020B0502040204020203" pitchFamily="34" charset="-79"/>
                  </a:rPr>
                  <a:t>: בשלב ראשון, לפני שידוע לנו הערך של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he-IL" sz="3200">
                    <a:latin typeface="Gisha" panose="020B0502040204020203" pitchFamily="34" charset="-79"/>
                    <a:cs typeface="Gisha" panose="020B0502040204020203" pitchFamily="34" charset="-79"/>
                  </a:rPr>
                  <a:t>, ממדלים כמעבר לא דטרמיניסטי</a:t>
                </a:r>
                <a:endParaRPr lang="en-US" sz="32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4617303"/>
                <a:ext cx="8259924" cy="1077218"/>
              </a:xfrm>
              <a:prstGeom prst="rect">
                <a:avLst/>
              </a:prstGeom>
              <a:blipFill>
                <a:blip r:embed="rId4"/>
                <a:stretch>
                  <a:fillRect l="-517" t="-7910" b="-16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2242838" y="6009858"/>
            <a:ext cx="4817345" cy="584775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he-IL" sz="32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בעיה</a:t>
            </a:r>
            <a:r>
              <a:rPr lang="he-IL" sz="3200">
                <a:latin typeface="Gisha" panose="020B0502040204020203" pitchFamily="34" charset="-79"/>
                <a:cs typeface="Gisha" panose="020B0502040204020203" pitchFamily="34" charset="-79"/>
              </a:rPr>
              <a:t>: לא ניתן להוכיח עצירה</a:t>
            </a:r>
            <a:endParaRPr lang="en-US" sz="3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1026" name="Picture 2" descr="ArtStation - Dino Coin Flip Animation">
            <a:extLst>
              <a:ext uri="{FF2B5EF4-FFF2-40B4-BE49-F238E27FC236}">
                <a16:creationId xmlns:a16="http://schemas.microsoft.com/office/drawing/2014/main" id="{281640DA-0BFD-449B-AEDF-69BCCB35890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804" y="2104700"/>
            <a:ext cx="1955359" cy="1955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152400"/>
            <a:ext cx="7772400" cy="1143000"/>
          </a:xfrm>
        </p:spPr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דוגמא: שני רמזורים בלתי תלויים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z="1200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z="1200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6</a:t>
            </a:fld>
            <a:endParaRPr lang="he-IL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1981200" y="1447800"/>
            <a:ext cx="2667000" cy="914400"/>
            <a:chOff x="533400" y="1447800"/>
            <a:chExt cx="2667000" cy="914400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533400" y="1828800"/>
              <a:ext cx="2667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533400" y="2362200"/>
              <a:ext cx="2667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533400" y="2095500"/>
              <a:ext cx="2667000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/>
            <p:cNvGrpSpPr/>
            <p:nvPr/>
          </p:nvGrpSpPr>
          <p:grpSpPr>
            <a:xfrm>
              <a:off x="1532898" y="1447800"/>
              <a:ext cx="668005" cy="254478"/>
              <a:chOff x="4563374" y="2692878"/>
              <a:chExt cx="1600200" cy="609600"/>
            </a:xfrm>
          </p:grpSpPr>
          <p:sp>
            <p:nvSpPr>
              <p:cNvPr id="15" name="Rounded Rectangle 14"/>
              <p:cNvSpPr/>
              <p:nvPr/>
            </p:nvSpPr>
            <p:spPr>
              <a:xfrm>
                <a:off x="4563374" y="2692878"/>
                <a:ext cx="1600200" cy="609600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4648200" y="2819400"/>
                <a:ext cx="381000" cy="381000"/>
              </a:xfrm>
              <a:prstGeom prst="ellips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5181600" y="2819400"/>
                <a:ext cx="381000" cy="3810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5715000" y="2819400"/>
                <a:ext cx="381000" cy="381000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p:grpSp>
      </p:grpSp>
      <p:grpSp>
        <p:nvGrpSpPr>
          <p:cNvPr id="18" name="Group 17"/>
          <p:cNvGrpSpPr/>
          <p:nvPr/>
        </p:nvGrpSpPr>
        <p:grpSpPr>
          <a:xfrm>
            <a:off x="1981200" y="3108382"/>
            <a:ext cx="2667000" cy="914400"/>
            <a:chOff x="533400" y="1447800"/>
            <a:chExt cx="2667000" cy="914400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533400" y="1828800"/>
              <a:ext cx="2667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533400" y="2362200"/>
              <a:ext cx="2667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533400" y="2095500"/>
              <a:ext cx="2667000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/>
            <p:cNvGrpSpPr/>
            <p:nvPr/>
          </p:nvGrpSpPr>
          <p:grpSpPr>
            <a:xfrm>
              <a:off x="1532898" y="1447800"/>
              <a:ext cx="668005" cy="254478"/>
              <a:chOff x="4563374" y="2692878"/>
              <a:chExt cx="1600200" cy="609600"/>
            </a:xfrm>
          </p:grpSpPr>
          <p:sp>
            <p:nvSpPr>
              <p:cNvPr id="23" name="Rounded Rectangle 22"/>
              <p:cNvSpPr/>
              <p:nvPr/>
            </p:nvSpPr>
            <p:spPr>
              <a:xfrm>
                <a:off x="4563374" y="2692878"/>
                <a:ext cx="1600200" cy="609600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4648200" y="2819400"/>
                <a:ext cx="381000" cy="381000"/>
              </a:xfrm>
              <a:prstGeom prst="ellips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5181600" y="2819400"/>
                <a:ext cx="381000" cy="3810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5715000" y="2819400"/>
                <a:ext cx="381000" cy="381000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p:grpSp>
      </p:grpSp>
      <p:sp>
        <p:nvSpPr>
          <p:cNvPr id="27" name="Rectangle 26"/>
          <p:cNvSpPr/>
          <p:nvPr/>
        </p:nvSpPr>
        <p:spPr>
          <a:xfrm>
            <a:off x="6007407" y="1447800"/>
            <a:ext cx="1229032" cy="300318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אדום</a:t>
            </a:r>
            <a:endParaRPr lang="en-US" sz="2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007407" y="2123515"/>
            <a:ext cx="1229032" cy="300318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ירוק</a:t>
            </a:r>
            <a:endParaRPr lang="en-US" sz="2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30" name="Elbow Connector 29"/>
          <p:cNvCxnSpPr/>
          <p:nvPr/>
        </p:nvCxnSpPr>
        <p:spPr>
          <a:xfrm rot="10800000" flipV="1">
            <a:off x="6007407" y="1597959"/>
            <a:ext cx="2561" cy="675715"/>
          </a:xfrm>
          <a:prstGeom prst="bentConnector3">
            <a:avLst>
              <a:gd name="adj1" fmla="val 14395466"/>
            </a:avLst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hape 31"/>
          <p:cNvCxnSpPr/>
          <p:nvPr/>
        </p:nvCxnSpPr>
        <p:spPr>
          <a:xfrm flipV="1">
            <a:off x="7236439" y="1597959"/>
            <a:ext cx="2561" cy="675715"/>
          </a:xfrm>
          <a:prstGeom prst="bentConnector3">
            <a:avLst>
              <a:gd name="adj1" fmla="val 14395466"/>
            </a:avLst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Elbow Connector 34"/>
          <p:cNvCxnSpPr/>
          <p:nvPr/>
        </p:nvCxnSpPr>
        <p:spPr>
          <a:xfrm rot="5400000" flipH="1" flipV="1">
            <a:off x="6622421" y="1447302"/>
            <a:ext cx="1565" cy="2561"/>
          </a:xfrm>
          <a:prstGeom prst="bentConnector3">
            <a:avLst>
              <a:gd name="adj1" fmla="val 14395466"/>
            </a:avLst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5884503" y="3234121"/>
            <a:ext cx="1229032" cy="300318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אדום</a:t>
            </a:r>
            <a:endParaRPr lang="en-US" sz="2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884503" y="3909835"/>
            <a:ext cx="1229032" cy="300318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ירוק</a:t>
            </a:r>
            <a:endParaRPr lang="en-US" sz="2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39" name="Elbow Connector 38"/>
          <p:cNvCxnSpPr/>
          <p:nvPr/>
        </p:nvCxnSpPr>
        <p:spPr>
          <a:xfrm rot="10800000" flipV="1">
            <a:off x="5884503" y="3384279"/>
            <a:ext cx="2561" cy="675715"/>
          </a:xfrm>
          <a:prstGeom prst="bentConnector3">
            <a:avLst>
              <a:gd name="adj1" fmla="val 14395466"/>
            </a:avLst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hape 31"/>
          <p:cNvCxnSpPr/>
          <p:nvPr/>
        </p:nvCxnSpPr>
        <p:spPr>
          <a:xfrm flipV="1">
            <a:off x="7113536" y="3384279"/>
            <a:ext cx="2561" cy="675715"/>
          </a:xfrm>
          <a:prstGeom prst="bentConnector3">
            <a:avLst>
              <a:gd name="adj1" fmla="val 14395466"/>
            </a:avLst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Elbow Connector 40"/>
          <p:cNvCxnSpPr/>
          <p:nvPr/>
        </p:nvCxnSpPr>
        <p:spPr>
          <a:xfrm rot="5400000" flipH="1" flipV="1">
            <a:off x="6499518" y="3233622"/>
            <a:ext cx="1565" cy="2561"/>
          </a:xfrm>
          <a:prstGeom prst="bentConnector3">
            <a:avLst>
              <a:gd name="adj1" fmla="val 14395466"/>
            </a:avLst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4122174" y="5051612"/>
            <a:ext cx="1843548" cy="300318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אדום, </a:t>
            </a:r>
            <a:r>
              <a:rPr lang="he-IL" sz="2400" err="1">
                <a:latin typeface="Gisha" panose="020B0502040204020203" pitchFamily="34" charset="-79"/>
                <a:cs typeface="Gisha" panose="020B0502040204020203" pitchFamily="34" charset="-79"/>
              </a:rPr>
              <a:t>אדום</a:t>
            </a:r>
            <a:endParaRPr lang="en-US" sz="2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122174" y="6252882"/>
            <a:ext cx="1843548" cy="300318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ירוק, </a:t>
            </a:r>
            <a:r>
              <a:rPr lang="he-IL" sz="2400" err="1">
                <a:latin typeface="Gisha" panose="020B0502040204020203" pitchFamily="34" charset="-79"/>
                <a:cs typeface="Gisha" panose="020B0502040204020203" pitchFamily="34" charset="-79"/>
              </a:rPr>
              <a:t>ירוק</a:t>
            </a:r>
            <a:endParaRPr lang="en-US" sz="2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46" name="Elbow Connector 45"/>
          <p:cNvCxnSpPr/>
          <p:nvPr/>
        </p:nvCxnSpPr>
        <p:spPr>
          <a:xfrm rot="5400000" flipH="1" flipV="1">
            <a:off x="5044447" y="5051113"/>
            <a:ext cx="1565" cy="2561"/>
          </a:xfrm>
          <a:prstGeom prst="bentConnector3">
            <a:avLst>
              <a:gd name="adj1" fmla="val 14395466"/>
            </a:avLst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1295400" y="5652247"/>
            <a:ext cx="1843548" cy="300318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ירוק, אדום</a:t>
            </a:r>
            <a:endParaRPr lang="en-US" sz="2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071852" y="5577168"/>
            <a:ext cx="1843548" cy="300318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אדום, ירוק</a:t>
            </a:r>
            <a:endParaRPr lang="en-US" sz="2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63" name="Elbow Connector 62"/>
          <p:cNvCxnSpPr/>
          <p:nvPr/>
        </p:nvCxnSpPr>
        <p:spPr>
          <a:xfrm rot="10800000" flipV="1">
            <a:off x="2217174" y="5201771"/>
            <a:ext cx="1905000" cy="450476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Elbow Connector 62"/>
          <p:cNvCxnSpPr/>
          <p:nvPr/>
        </p:nvCxnSpPr>
        <p:spPr>
          <a:xfrm rot="5400000" flipH="1" flipV="1">
            <a:off x="2944436" y="4474509"/>
            <a:ext cx="450476" cy="1905000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Elbow Connector 62"/>
          <p:cNvCxnSpPr/>
          <p:nvPr/>
        </p:nvCxnSpPr>
        <p:spPr>
          <a:xfrm>
            <a:off x="5965723" y="5201771"/>
            <a:ext cx="2027903" cy="375397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Elbow Connector 62"/>
          <p:cNvCxnSpPr/>
          <p:nvPr/>
        </p:nvCxnSpPr>
        <p:spPr>
          <a:xfrm rot="16200000" flipV="1">
            <a:off x="6791976" y="4375518"/>
            <a:ext cx="375397" cy="2027903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Elbow Connector 62"/>
          <p:cNvCxnSpPr/>
          <p:nvPr/>
        </p:nvCxnSpPr>
        <p:spPr>
          <a:xfrm rot="5400000">
            <a:off x="6716896" y="5126312"/>
            <a:ext cx="525556" cy="2027903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Elbow Connector 62"/>
          <p:cNvCxnSpPr/>
          <p:nvPr/>
        </p:nvCxnSpPr>
        <p:spPr>
          <a:xfrm flipV="1">
            <a:off x="5965723" y="5877485"/>
            <a:ext cx="2027903" cy="525556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Elbow Connector 62"/>
          <p:cNvCxnSpPr/>
          <p:nvPr/>
        </p:nvCxnSpPr>
        <p:spPr>
          <a:xfrm rot="10800000">
            <a:off x="2217174" y="5952565"/>
            <a:ext cx="1905000" cy="450476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Elbow Connector 62"/>
          <p:cNvCxnSpPr/>
          <p:nvPr/>
        </p:nvCxnSpPr>
        <p:spPr>
          <a:xfrm rot="16200000" flipH="1">
            <a:off x="2944436" y="5225303"/>
            <a:ext cx="450476" cy="1905000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190777" y="1858504"/>
                <a:ext cx="159763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𝑇𝑟𝐿𝑖𝑔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7" y="1858504"/>
                <a:ext cx="1597639" cy="461665"/>
              </a:xfrm>
              <a:prstGeom prst="rect">
                <a:avLst/>
              </a:prstGeom>
              <a:blipFill>
                <a:blip r:embed="rId2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121024" y="3535335"/>
                <a:ext cx="159763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𝑇𝑟𝐿𝑖𝑔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400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024" y="3535335"/>
                <a:ext cx="1597639" cy="461665"/>
              </a:xfrm>
              <a:prstGeom prst="rect">
                <a:avLst/>
              </a:prstGeom>
              <a:blipFill>
                <a:blip r:embed="rId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190777" y="4559139"/>
                <a:ext cx="3048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𝑇𝑟𝐿𝑖𝑔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lit/>
                        </m:rPr>
                        <a:rPr lang="en-US" sz="2400" b="0" i="1" dirty="0" smtClean="0">
                          <a:latin typeface="Cambria Math" panose="02040503050406030204" pitchFamily="18" charset="0"/>
                        </a:rPr>
                        <m:t>|||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𝑇𝑟𝐿𝑖𝑔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7" y="4559139"/>
                <a:ext cx="3048000" cy="461665"/>
              </a:xfrm>
              <a:prstGeom prst="rect">
                <a:avLst/>
              </a:prstGeom>
              <a:blipFill>
                <a:blip r:embed="rId4"/>
                <a:stretch>
                  <a:fillRect l="-1000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0478820"/>
      </p:ext>
    </p:extLst>
  </p:cSld>
  <p:clrMapOvr>
    <a:masterClrMapping/>
  </p:clrMapOvr>
  <p:transition>
    <p:dissolv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המשך הדוגמה...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7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81000" y="1143000"/>
                <a:ext cx="8686800" cy="5334000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תכונת הַחַיּוּת:</a:t>
                </a:r>
              </a:p>
              <a:p>
                <a:pPr marL="0" indent="0" algn="ctr"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"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כל אחד מהרמזורים ירוק לעיתים תכופות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"</a:t>
                </a:r>
              </a:p>
              <a:p>
                <a:pPr marL="0" indent="0" algn="ctr">
                  <a:buNone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אינה מתקיימת בגלל שהמילה:</a:t>
                </a:r>
              </a:p>
              <a:p>
                <a:pPr marL="0" indent="0">
                  <a:buNone/>
                </a:pPr>
                <a:endParaRPr lang="he-IL" sz="2000" i="1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s-ES" sz="20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s-ES" sz="20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𝑟𝑒</m:t>
                          </m:r>
                          <m:sSub>
                            <m:sSubPr>
                              <m:ctrlPr>
                                <a:rPr lang="he-IL" sz="20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s-ES" sz="200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sz="20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es-ES" sz="20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𝑟𝑒</m:t>
                          </m:r>
                          <m:sSub>
                            <m:sSubPr>
                              <m:ctrlPr>
                                <a:rPr lang="he-IL" sz="20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s-ES" sz="200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s-ES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𝑔𝑟𝑒𝑒</m:t>
                          </m:r>
                          <m:sSub>
                            <m:sSubPr>
                              <m:ctrlPr>
                                <a:rPr lang="he-IL" sz="20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ES" sz="200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sz="20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es-ES" sz="20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𝑟𝑒</m:t>
                          </m:r>
                          <m:sSub>
                            <m:sSubPr>
                              <m:ctrlPr>
                                <a:rPr lang="he-IL" sz="20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s-ES" sz="200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s-ES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𝑟𝑒</m:t>
                          </m:r>
                          <m:sSub>
                            <m:sSubPr>
                              <m:ctrlPr>
                                <a:rPr lang="he-IL" sz="20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s-ES" sz="200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sz="20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es-ES" sz="20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𝑟𝑒</m:t>
                          </m:r>
                          <m:sSub>
                            <m:sSubPr>
                              <m:ctrlPr>
                                <a:rPr lang="he-IL" sz="20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s-ES" sz="200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s-ES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𝑔𝑟𝑒𝑒</m:t>
                          </m:r>
                          <m:sSub>
                            <m:sSubPr>
                              <m:ctrlPr>
                                <a:rPr lang="he-IL" sz="20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ES" sz="200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sz="20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es-ES" sz="20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𝑟𝑒</m:t>
                          </m:r>
                          <m:sSub>
                            <m:sSubPr>
                              <m:ctrlPr>
                                <a:rPr lang="he-IL" sz="20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s-ES" sz="200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ES" sz="20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. ..</m:t>
                      </m:r>
                    </m:oMath>
                  </m:oMathPara>
                </a14:m>
                <a:endParaRPr lang="he-IL" sz="2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68288" indent="0">
                  <a:buNone/>
                </a:pPr>
                <a:b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שייכת לעקבות של המערכת אבל רק הרמזור הראשון ירוק לעיתים תכופות.</a:t>
                </a:r>
              </a:p>
              <a:p>
                <a:pPr marL="268288" indent="0">
                  <a:buNone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268288"/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מה רע בדוגמה?</a:t>
                </a:r>
              </a:p>
              <a:p>
                <a:pPr marL="628650" lvl="1" indent="-268288">
                  <a:spcAft>
                    <a:spcPts val="1200"/>
                  </a:spcAft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אין רע. הריצה שיצרה את רצף העקבות למעלה היא ריצה חוקית של המערכת.</a:t>
                </a:r>
              </a:p>
              <a:p>
                <a:pPr marL="628650" lvl="1" indent="-268288">
                  <a:spcAft>
                    <a:spcPts val="1200"/>
                  </a:spcAft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כאן, 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אי הדטרמיניזם מייצג מערכות שרצות בקצב שונה.</a:t>
                </a:r>
              </a:p>
              <a:p>
                <a:pPr marL="628650" lvl="1" indent="-268288">
                  <a:spcAft>
                    <a:spcPts val="1200"/>
                  </a:spcAft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הריצה הזאת משקפת רצף בחירות לא דטרמיניסטיות לא ריאלי - אין מערכת שרצה פי אינסוף יותר מהר מאחרת.</a:t>
                </a:r>
              </a:p>
              <a:p>
                <a:pPr marL="628650" lvl="1" indent="-268288"/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74320" lvl="1" indent="268288"/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74320" lvl="1" indent="268288"/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buNone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buNone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buNone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>
                  <a:buNone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>
                  <a:buNone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81000" y="1143000"/>
                <a:ext cx="8686800" cy="5334000"/>
              </a:xfrm>
              <a:blipFill>
                <a:blip r:embed="rId2"/>
                <a:stretch>
                  <a:fillRect l="-421" t="-1486" r="-842" b="-54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http://t1.gstatic.com/images?q=tbn:ANd9GcSABUpPcFvlC7z1hthfvS4_xk75ejd9jMcMXCSnYdtHYO2S76mpUqeDVvJ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14400"/>
            <a:ext cx="1474529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213256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62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האם התוכנית עוצרת?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17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8</a:t>
            </a:fld>
            <a:endParaRPr lang="he-IL"/>
          </a:p>
        </p:txBody>
      </p:sp>
      <p:sp>
        <p:nvSpPr>
          <p:cNvPr id="6" name="TextBox 5"/>
          <p:cNvSpPr txBox="1"/>
          <p:nvPr/>
        </p:nvSpPr>
        <p:spPr>
          <a:xfrm>
            <a:off x="1676400" y="1266825"/>
            <a:ext cx="24432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 sz="2800" b="1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2800" b="1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Inc</a:t>
            </a:r>
            <a:r>
              <a:rPr lang="en-US" sz="2800" b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2800">
                <a:latin typeface="Franklin Gothic Book"/>
              </a:rPr>
              <a:t> </a:t>
            </a:r>
            <a:r>
              <a:rPr lang="en-US" sz="28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Reset</a:t>
            </a:r>
            <a:r>
              <a:rPr lang="en-US" sz="2800" b="1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676400" y="2105025"/>
                <a:ext cx="5825826" cy="138499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l" rtl="0"/>
                <a:r>
                  <a:rPr lang="en-US" sz="2800">
                    <a:latin typeface="Consolas" panose="020B0609020204030204" pitchFamily="49" charset="0"/>
                    <a:cs typeface="Consolas" panose="020B0609020204030204" pitchFamily="49" charset="0"/>
                  </a:rPr>
                  <a:t>proc </a:t>
                </a:r>
                <a:r>
                  <a:rPr lang="en-US" sz="2800" b="1" err="1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Inc</a:t>
                </a:r>
                <a:r>
                  <a:rPr lang="en-US" sz="280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800">
                    <a:latin typeface="Consolas" panose="020B0609020204030204" pitchFamily="49" charset="0"/>
                    <a:cs typeface="Consolas" panose="020B0609020204030204" pitchFamily="49" charset="0"/>
                  </a:rPr>
                  <a:t>{</a:t>
                </a:r>
              </a:p>
              <a:p>
                <a:pPr algn="l" rtl="0"/>
                <a:r>
                  <a:rPr lang="en-US" sz="2800">
                    <a:latin typeface="Consolas" panose="020B0609020204030204" pitchFamily="49" charset="0"/>
                    <a:cs typeface="Consolas" panose="020B0609020204030204" pitchFamily="49" charset="0"/>
                  </a:rPr>
                  <a:t>	do 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latin typeface="Cambria Math" panose="02040503050406030204" pitchFamily="18" charset="0"/>
                      </a:rPr>
                      <m:t>∷</m:t>
                    </m:r>
                    <m:r>
                      <a:rPr lang="en-US" sz="2800" b="0" i="1" dirty="0" smtClean="0">
                        <a:latin typeface="Cambria Math"/>
                      </a:rPr>
                      <m:t>𝑥</m:t>
                    </m:r>
                    <m:r>
                      <a:rPr lang="en-US" sz="2800" b="0" i="1" dirty="0" smtClean="0">
                        <a:latin typeface="Cambria Math"/>
                      </a:rPr>
                      <m:t>≥</m:t>
                    </m:r>
                    <m:r>
                      <a:rPr lang="en-US" sz="2800" b="0" i="1" dirty="0" smtClean="0">
                        <a:latin typeface="Cambria Math"/>
                      </a:rPr>
                      <m:t>0</m:t>
                    </m:r>
                  </m:oMath>
                </a14:m>
                <a:r>
                  <a:rPr lang="en-US" sz="2800">
                    <a:latin typeface="Consolas" panose="020B0609020204030204" pitchFamily="49" charset="0"/>
                    <a:cs typeface="Consolas" panose="020B0609020204030204" pitchFamily="49" charset="0"/>
                  </a:rPr>
                  <a:t> -&gt;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/>
                      </a:rPr>
                      <m:t>𝑥</m:t>
                    </m:r>
                    <m:r>
                      <a:rPr lang="en-US" sz="2800" b="0" i="1" dirty="0" smtClean="0">
                        <a:latin typeface="Cambria Math"/>
                      </a:rPr>
                      <m:t>≔</m:t>
                    </m:r>
                    <m:r>
                      <a:rPr lang="en-US" sz="2800" b="0" i="1" dirty="0" smtClean="0">
                        <a:latin typeface="Cambria Math"/>
                      </a:rPr>
                      <m:t>𝑥</m:t>
                    </m:r>
                    <m:r>
                      <a:rPr lang="en-US" sz="2800" b="0" i="1" dirty="0" smtClean="0">
                        <a:latin typeface="Cambria Math"/>
                      </a:rPr>
                      <m:t>+</m:t>
                    </m:r>
                    <m:r>
                      <a:rPr lang="en-US" sz="2800" b="0" i="1" dirty="0" smtClean="0">
                        <a:latin typeface="Cambria Math"/>
                      </a:rPr>
                      <m:t>1</m:t>
                    </m:r>
                  </m:oMath>
                </a14:m>
                <a:r>
                  <a:rPr lang="en-US" sz="2800">
                    <a:latin typeface="Consolas" panose="020B0609020204030204" pitchFamily="49" charset="0"/>
                    <a:cs typeface="Consolas" panose="020B0609020204030204" pitchFamily="49" charset="0"/>
                  </a:rPr>
                  <a:t> od</a:t>
                </a:r>
              </a:p>
              <a:p>
                <a:pPr algn="l" rtl="0"/>
                <a:r>
                  <a:rPr lang="en-US" sz="2800"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2105025"/>
                <a:ext cx="5825826" cy="1384995"/>
              </a:xfrm>
              <a:prstGeom prst="rect">
                <a:avLst/>
              </a:prstGeom>
              <a:blipFill>
                <a:blip r:embed="rId2"/>
                <a:stretch>
                  <a:fillRect l="-2092" t="-4386" r="-1046" b="-10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686448" y="3768030"/>
                <a:ext cx="5815778" cy="138499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l" rtl="0"/>
                <a:r>
                  <a:rPr lang="en-US" sz="2800">
                    <a:latin typeface="Consolas" panose="020B0609020204030204" pitchFamily="49" charset="0"/>
                    <a:cs typeface="Consolas" panose="020B0609020204030204" pitchFamily="49" charset="0"/>
                  </a:rPr>
                  <a:t>proc </a:t>
                </a:r>
                <a:r>
                  <a:rPr lang="en-US" sz="2800" b="1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Reset</a:t>
                </a:r>
                <a:r>
                  <a:rPr lang="en-US" sz="280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800">
                    <a:latin typeface="Consolas" panose="020B0609020204030204" pitchFamily="49" charset="0"/>
                    <a:cs typeface="Consolas" panose="020B0609020204030204" pitchFamily="49" charset="0"/>
                  </a:rPr>
                  <a:t>{</a:t>
                </a:r>
              </a:p>
              <a:p>
                <a:pPr algn="l" rtl="0"/>
                <a:r>
                  <a:rPr lang="en-US" sz="2800">
                    <a:latin typeface="Consolas" panose="020B0609020204030204" pitchFamily="49" charset="0"/>
                    <a:cs typeface="Consolas" panose="020B0609020204030204" pitchFamily="49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/>
                      </a:rPr>
                      <m:t>𝑥</m:t>
                    </m:r>
                    <m:r>
                      <a:rPr lang="en-US" sz="2800" b="0" i="1" dirty="0" smtClean="0">
                        <a:latin typeface="Cambria Math"/>
                      </a:rPr>
                      <m:t>≔−</m:t>
                    </m:r>
                    <m:r>
                      <a:rPr lang="en-US" sz="2800" b="0" i="1" dirty="0" smtClean="0">
                        <a:latin typeface="Cambria Math"/>
                      </a:rPr>
                      <m:t>1</m:t>
                    </m:r>
                    <m:r>
                      <a:rPr lang="en-US" sz="2800" b="0" i="1" dirty="0" smtClean="0">
                        <a:latin typeface="Cambria Math"/>
                      </a:rPr>
                      <m:t> </m:t>
                    </m:r>
                  </m:oMath>
                </a14:m>
                <a:endParaRPr lang="en-US" sz="280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algn="l" rtl="0"/>
                <a:r>
                  <a:rPr lang="en-US" sz="2800"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6448" y="3768030"/>
                <a:ext cx="5815778" cy="1384995"/>
              </a:xfrm>
              <a:prstGeom prst="rect">
                <a:avLst/>
              </a:prstGeom>
              <a:blipFill>
                <a:blip r:embed="rId3"/>
                <a:stretch>
                  <a:fillRect l="-2201" t="-4405" b="-11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13913" y="5638800"/>
                <a:ext cx="7656327" cy="52322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משתנה שלם (</a:t>
                </a:r>
                <a:r>
                  <a:rPr lang="en-US" sz="2800">
                    <a:latin typeface="Gisha" panose="020B0502040204020203" pitchFamily="34" charset="-79"/>
                    <a:cs typeface="Gisha" panose="020B0502040204020203" pitchFamily="34" charset="-79"/>
                  </a:rPr>
                  <a:t>integer</a:t>
                </a: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) משותף שערכו ההתחלתי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0</m:t>
                    </m:r>
                  </m:oMath>
                </a14:m>
                <a:endParaRPr lang="en-US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913" y="5638800"/>
                <a:ext cx="7656327" cy="523220"/>
              </a:xfrm>
              <a:prstGeom prst="rect">
                <a:avLst/>
              </a:prstGeom>
              <a:blipFill>
                <a:blip r:embed="rId4"/>
                <a:stretch>
                  <a:fillRect t="-12791" b="-302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dissolv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מהי הוֹגְנוּת?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9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382000" cy="3505200"/>
          </a:xfrm>
        </p:spPr>
        <p:txBody>
          <a:bodyPr>
            <a:normAutofit/>
          </a:bodyPr>
          <a:lstStyle/>
          <a:p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הנחה סבירה:</a:t>
            </a:r>
          </a:p>
          <a:p>
            <a:pPr algn="ctr">
              <a:buNone/>
            </a:pPr>
            <a:r>
              <a:rPr lang="he-IL" sz="28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לא ייתכן שמערכת ההפעלה תתעלם מפעולה לעד</a:t>
            </a:r>
          </a:p>
          <a:p>
            <a:pPr algn="ctr">
              <a:buNone/>
            </a:pPr>
            <a:endParaRPr lang="he-IL" sz="180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אבסטרקציה:</a:t>
            </a:r>
          </a:p>
          <a:p>
            <a:pPr algn="ctr">
              <a:buNone/>
            </a:pPr>
            <a:r>
              <a:rPr lang="he-IL" sz="28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לא רוצים לדעת כלום על מנגנון בחירת האירועים</a:t>
            </a:r>
          </a:p>
          <a:p>
            <a:pPr algn="ctr">
              <a:buNone/>
            </a:pPr>
            <a:r>
              <a:rPr lang="he-IL" sz="28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אבל לא סביר שהמנגנון אינו "הוגן"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512" y="4943383"/>
            <a:ext cx="6886575" cy="954107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he-IL" sz="2800" dirty="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חשוב לזכור: הנחות ההוֹגְנוּת הן חלק מהמודל</a:t>
            </a:r>
            <a:br>
              <a:rPr lang="en-US" sz="2800" dirty="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sz="2800" dirty="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ולא תכונות שרוצים להוכיח</a:t>
            </a:r>
            <a:endParaRPr lang="en-US" sz="2800" dirty="0">
              <a:solidFill>
                <a:schemeClr val="bg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למה הוֹגְנוּת?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10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4800" y="1371600"/>
                <a:ext cx="8305800" cy="4953000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מחשבה אבסטרקטית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על פרטי השיבוץ שעדיין לא נקבעו, שלא ניתן לדעת או כאלה המסבכים את המודל</a:t>
                </a:r>
              </a:p>
              <a:p>
                <a:pPr>
                  <a:spcBef>
                    <a:spcPts val="2400"/>
                  </a:spcBef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למשל: 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לא ידועה המהירות היחסית בין הַמְּעַבְּדִים</a:t>
                </a:r>
              </a:p>
              <a:p>
                <a:pPr lvl="2">
                  <a:spcBef>
                    <a:spcPts val="600"/>
                  </a:spcBef>
                </a:pPr>
                <a:r>
                  <a:rPr lang="he-IL" sz="16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solidFill>
                      <a:srgbClr val="000099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אבל מניחים ששני המעבדים רצים ולא נתקעו</a:t>
                </a:r>
                <a:endParaRPr lang="he-IL" sz="1800">
                  <a:solidFill>
                    <a:srgbClr val="000099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1200"/>
                  </a:spcBef>
                </a:pP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לא נקבעו ההסתברויות לבחירת מעבר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𝐴</m:t>
                    </m:r>
                  </m:oMath>
                </a14:m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או מעבר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𝐵</m:t>
                    </m:r>
                  </m:oMath>
                </a14:m>
                <a:endParaRPr lang="he-IL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2">
                  <a:spcBef>
                    <a:spcPts val="600"/>
                  </a:spcBef>
                </a:pPr>
                <a:r>
                  <a:rPr lang="he-IL">
                    <a:solidFill>
                      <a:srgbClr val="000099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אבל מניחים שההסתברות לא אפס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לא הוחלט איך יקבע השיבוץ </a:t>
                </a:r>
              </a:p>
              <a:p>
                <a:pPr lvl="2">
                  <a:spcBef>
                    <a:spcPts val="600"/>
                  </a:spcBef>
                </a:pPr>
                <a:r>
                  <a:rPr lang="he-IL">
                    <a:solidFill>
                      <a:srgbClr val="000099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אבל מניחים שמנגנון השיבוץ לא יתעלם מפעולה לָעַד </a:t>
                </a:r>
                <a:endParaRPr lang="he-IL" sz="2800">
                  <a:solidFill>
                    <a:srgbClr val="000099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2400"/>
                  </a:spcBef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מקבלים אנליזה יותר חסינה (</a:t>
                </a: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robust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) </a:t>
                </a:r>
                <a:r>
                  <a:rPr lang="he-IL" sz="2400">
                    <a:solidFill>
                      <a:srgbClr val="000099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שאינה תלויה בפרטים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4800" y="1371600"/>
                <a:ext cx="8305800" cy="4953000"/>
              </a:xfrm>
              <a:blipFill>
                <a:blip r:embed="rId2"/>
                <a:stretch>
                  <a:fillRect t="-1107" r="-514" b="-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dissolv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399" y="152400"/>
            <a:ext cx="8208456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 שכבר ראינו:</a:t>
            </a:r>
            <a:b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מניעה הדדית מבוססת אַתָּת (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semaphore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11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6407093" y="2133738"/>
                <a:ext cx="1019107" cy="559956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𝑛𝑜𝑛𝑐𝑟𝑖𝑡</m:t>
                      </m:r>
                      <m:r>
                        <a:rPr lang="en-US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7093" y="2133738"/>
                <a:ext cx="1019107" cy="559956"/>
              </a:xfrm>
              <a:prstGeom prst="rect">
                <a:avLst/>
              </a:prstGeom>
              <a:blipFill>
                <a:blip r:embed="rId2"/>
                <a:stretch>
                  <a:fillRect l="-1149" r="-6322"/>
                </a:stretch>
              </a:blipFill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6407093" y="4583544"/>
                <a:ext cx="1019107" cy="559956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𝑐𝑟𝑖𝑡</m:t>
                      </m:r>
                      <m:r>
                        <a:rPr lang="en-US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7093" y="4583544"/>
                <a:ext cx="1019107" cy="5599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407093" y="3358641"/>
                <a:ext cx="1019107" cy="559956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𝑤𝑎𝑖𝑡</m:t>
                      </m:r>
                      <m:r>
                        <a:rPr lang="en-US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7093" y="3358641"/>
                <a:ext cx="1019107" cy="5599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 rot="5400000">
            <a:off x="6706663" y="1923820"/>
            <a:ext cx="419967" cy="1327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2"/>
            <a:endCxn id="9" idx="0"/>
          </p:cNvCxnSpPr>
          <p:nvPr/>
        </p:nvCxnSpPr>
        <p:spPr>
          <a:xfrm>
            <a:off x="6916647" y="2693694"/>
            <a:ext cx="0" cy="664947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9" idx="2"/>
            <a:endCxn id="8" idx="0"/>
          </p:cNvCxnSpPr>
          <p:nvPr/>
        </p:nvCxnSpPr>
        <p:spPr>
          <a:xfrm>
            <a:off x="6916647" y="3918597"/>
            <a:ext cx="0" cy="664947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/>
          <p:nvPr/>
        </p:nvCxnSpPr>
        <p:spPr>
          <a:xfrm rot="10800000">
            <a:off x="6407093" y="2413715"/>
            <a:ext cx="1327" cy="2449807"/>
          </a:xfrm>
          <a:prstGeom prst="bentConnector3">
            <a:avLst>
              <a:gd name="adj1" fmla="val 43944094"/>
            </a:avLst>
          </a:prstGeom>
          <a:ln w="28575">
            <a:solidFill>
              <a:srgbClr val="00206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915983" y="4093583"/>
                <a:ext cx="2054473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𝑦</m:t>
                      </m:r>
                      <m:r>
                        <a:rPr lang="en-US" i="1" dirty="0" smtClean="0">
                          <a:latin typeface="Cambria Math"/>
                        </a:rPr>
                        <m:t>&gt;</m:t>
                      </m:r>
                      <m:r>
                        <a:rPr lang="en-US" i="1" dirty="0" smtClean="0">
                          <a:latin typeface="Cambria Math"/>
                        </a:rPr>
                        <m:t>0</m:t>
                      </m:r>
                      <m:r>
                        <a:rPr lang="en-US" i="1" dirty="0" smtClean="0">
                          <a:latin typeface="Cambria Math"/>
                        </a:rPr>
                        <m:t> :</m:t>
                      </m:r>
                      <m:r>
                        <a:rPr lang="en-US" i="1" dirty="0" smtClean="0">
                          <a:latin typeface="Cambria Math"/>
                        </a:rPr>
                        <m:t>𝑦</m:t>
                      </m:r>
                      <m:r>
                        <a:rPr lang="en-US" i="1" dirty="0" smtClean="0">
                          <a:latin typeface="Cambria Math"/>
                        </a:rPr>
                        <m:t> :=</m:t>
                      </m:r>
                      <m:r>
                        <a:rPr lang="en-US" i="1" dirty="0" smtClean="0">
                          <a:latin typeface="Cambria Math"/>
                        </a:rPr>
                        <m:t>𝑦</m:t>
                      </m:r>
                      <m:r>
                        <a:rPr lang="en-US" i="1" dirty="0" smtClean="0">
                          <a:latin typeface="Cambria Math"/>
                        </a:rPr>
                        <m:t>−</m:t>
                      </m:r>
                      <m:r>
                        <a:rPr lang="en-US" i="1" dirty="0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5983" y="4093583"/>
                <a:ext cx="2054473" cy="369332"/>
              </a:xfrm>
              <a:prstGeom prst="rect">
                <a:avLst/>
              </a:prstGeom>
              <a:blipFill>
                <a:blip r:embed="rId5"/>
                <a:stretch>
                  <a:fillRect t="-10000" r="-326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4554627" y="3326106"/>
                <a:ext cx="129067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𝑦</m:t>
                      </m:r>
                      <m:r>
                        <a:rPr lang="en-US" i="1" dirty="0" smtClean="0">
                          <a:latin typeface="Cambria Math"/>
                        </a:rPr>
                        <m:t> :=</m:t>
                      </m:r>
                      <m:r>
                        <a:rPr lang="en-US" i="1" dirty="0" smtClean="0">
                          <a:latin typeface="Cambria Math"/>
                        </a:rPr>
                        <m:t>𝑦</m:t>
                      </m:r>
                      <m:r>
                        <a:rPr lang="en-US" i="1" dirty="0" smtClean="0">
                          <a:latin typeface="Cambria Math"/>
                        </a:rPr>
                        <m:t>+</m:t>
                      </m:r>
                      <m:r>
                        <a:rPr lang="en-US" i="1" dirty="0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4627" y="3326106"/>
                <a:ext cx="1290674" cy="369332"/>
              </a:xfrm>
              <a:prstGeom prst="rect">
                <a:avLst/>
              </a:prstGeom>
              <a:blipFill>
                <a:blip r:embed="rId6"/>
                <a:stretch>
                  <a:fillRect t="-10000" r="-613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2038293" y="2133738"/>
                <a:ext cx="1144703" cy="55995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𝑛𝑜𝑛𝑐𝑟𝑖𝑡</m:t>
                      </m:r>
                      <m:r>
                        <a:rPr lang="en-US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8293" y="2133738"/>
                <a:ext cx="1144703" cy="55995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2038293" y="4583544"/>
                <a:ext cx="1162107" cy="55995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𝑐𝑟𝑖𝑡</m:t>
                      </m:r>
                      <m:r>
                        <a:rPr lang="en-US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8293" y="4583544"/>
                <a:ext cx="1162107" cy="55995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2038293" y="3358641"/>
                <a:ext cx="1162107" cy="55995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𝑤𝑎𝑖𝑡</m:t>
                      </m:r>
                      <m:r>
                        <a:rPr lang="en-US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8293" y="3358641"/>
                <a:ext cx="1162107" cy="55995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>
            <a:endCxn id="31" idx="0"/>
          </p:cNvCxnSpPr>
          <p:nvPr/>
        </p:nvCxnSpPr>
        <p:spPr>
          <a:xfrm flipH="1">
            <a:off x="2610645" y="1811215"/>
            <a:ext cx="670" cy="322523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31" idx="2"/>
            <a:endCxn id="33" idx="0"/>
          </p:cNvCxnSpPr>
          <p:nvPr/>
        </p:nvCxnSpPr>
        <p:spPr>
          <a:xfrm>
            <a:off x="2610645" y="2693694"/>
            <a:ext cx="8702" cy="664947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3" idx="2"/>
            <a:endCxn id="32" idx="0"/>
          </p:cNvCxnSpPr>
          <p:nvPr/>
        </p:nvCxnSpPr>
        <p:spPr>
          <a:xfrm>
            <a:off x="2619347" y="3918597"/>
            <a:ext cx="0" cy="664947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/>
          <p:cNvCxnSpPr/>
          <p:nvPr/>
        </p:nvCxnSpPr>
        <p:spPr>
          <a:xfrm rot="10800000">
            <a:off x="2038293" y="2413715"/>
            <a:ext cx="1327" cy="2449807"/>
          </a:xfrm>
          <a:prstGeom prst="bentConnector3">
            <a:avLst>
              <a:gd name="adj1" fmla="val 43944094"/>
            </a:avLst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2626477" y="4022343"/>
                <a:ext cx="21057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𝑦</m:t>
                      </m:r>
                      <m:r>
                        <a:rPr lang="en-US" i="1" dirty="0" smtClean="0">
                          <a:latin typeface="Cambria Math"/>
                        </a:rPr>
                        <m:t>&gt;</m:t>
                      </m:r>
                      <m:r>
                        <a:rPr lang="en-US" i="1" dirty="0" smtClean="0">
                          <a:latin typeface="Cambria Math"/>
                        </a:rPr>
                        <m:t>0</m:t>
                      </m:r>
                      <m:r>
                        <a:rPr lang="en-US" i="1" dirty="0" smtClean="0">
                          <a:latin typeface="Cambria Math"/>
                        </a:rPr>
                        <m:t> : </m:t>
                      </m:r>
                      <m:r>
                        <a:rPr lang="en-US" i="1" dirty="0" smtClean="0">
                          <a:latin typeface="Cambria Math"/>
                        </a:rPr>
                        <m:t>𝑦</m:t>
                      </m:r>
                      <m:r>
                        <a:rPr lang="en-US" i="1" dirty="0" smtClean="0">
                          <a:latin typeface="Cambria Math"/>
                        </a:rPr>
                        <m:t> :=</m:t>
                      </m:r>
                      <m:r>
                        <a:rPr lang="en-US" i="1" dirty="0" smtClean="0">
                          <a:latin typeface="Cambria Math"/>
                        </a:rPr>
                        <m:t>𝑦</m:t>
                      </m:r>
                      <m:r>
                        <a:rPr lang="en-US" i="1" dirty="0" smtClean="0">
                          <a:latin typeface="Cambria Math"/>
                        </a:rPr>
                        <m:t>−</m:t>
                      </m:r>
                      <m:r>
                        <a:rPr lang="en-US" i="1" dirty="0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477" y="4022343"/>
                <a:ext cx="2105769" cy="369332"/>
              </a:xfrm>
              <a:prstGeom prst="rect">
                <a:avLst/>
              </a:prstGeom>
              <a:blipFill>
                <a:blip r:embed="rId10"/>
                <a:stretch>
                  <a:fillRect t="-10000" r="-347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38452" y="3376377"/>
                <a:ext cx="1292277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𝑦</m:t>
                      </m:r>
                      <m:r>
                        <a:rPr lang="en-US" i="1" dirty="0" smtClean="0">
                          <a:latin typeface="Cambria Math"/>
                        </a:rPr>
                        <m:t> :=</m:t>
                      </m:r>
                      <m:r>
                        <a:rPr lang="en-US" i="1" dirty="0" smtClean="0">
                          <a:latin typeface="Cambria Math"/>
                        </a:rPr>
                        <m:t>𝑦</m:t>
                      </m:r>
                      <m:r>
                        <a:rPr lang="en-US" i="1" dirty="0" smtClean="0">
                          <a:latin typeface="Cambria Math"/>
                        </a:rPr>
                        <m:t>+</m:t>
                      </m:r>
                      <m:r>
                        <a:rPr lang="en-US" i="1" dirty="0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452" y="3376377"/>
                <a:ext cx="1292277" cy="369332"/>
              </a:xfrm>
              <a:prstGeom prst="rect">
                <a:avLst/>
              </a:prstGeom>
              <a:blipFill>
                <a:blip r:embed="rId11"/>
                <a:stretch>
                  <a:fillRect t="-10000" r="-613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450399" y="6011730"/>
                <a:ext cx="7867603" cy="46166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𝑦</m:t>
                    </m:r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i="1" dirty="0" smtClean="0">
                        <a:latin typeface="Cambria Math"/>
                      </a:rPr>
                      <m:t>0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מסמל "</a:t>
                </a:r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המנעול בשימוש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",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𝑦</m:t>
                    </m:r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i="1" dirty="0" smtClean="0">
                        <a:latin typeface="Cambria Math"/>
                      </a:rPr>
                      <m:t>1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מסמל "</a:t>
                </a:r>
                <a:r>
                  <a:rPr lang="he-IL" sz="2400">
                    <a:solidFill>
                      <a:srgbClr val="248E16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המנעול חופשי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"</a:t>
                </a: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399" y="6011730"/>
                <a:ext cx="7867603" cy="461665"/>
              </a:xfrm>
              <a:prstGeom prst="rect">
                <a:avLst/>
              </a:prstGeom>
              <a:blipFill>
                <a:blip r:embed="rId12"/>
                <a:stretch>
                  <a:fillRect l="-155" t="-11842" r="-23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CE3881-AD4C-4333-8DE6-71EF9CC6F6C6}"/>
                  </a:ext>
                </a:extLst>
              </p:cNvPr>
              <p:cNvSpPr txBox="1"/>
              <p:nvPr/>
            </p:nvSpPr>
            <p:spPr>
              <a:xfrm>
                <a:off x="2297930" y="5392949"/>
                <a:ext cx="625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he-I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CE3881-AD4C-4333-8DE6-71EF9CC6F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930" y="5392949"/>
                <a:ext cx="625428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F1E195A-C451-4D20-AF37-C8C92E3458A3}"/>
                  </a:ext>
                </a:extLst>
              </p:cNvPr>
              <p:cNvSpPr txBox="1"/>
              <p:nvPr/>
            </p:nvSpPr>
            <p:spPr>
              <a:xfrm>
                <a:off x="6603269" y="5392949"/>
                <a:ext cx="630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he-I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F1E195A-C451-4D20-AF37-C8C92E345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3269" y="5392949"/>
                <a:ext cx="63075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4" name="Picture 43">
            <a:extLst>
              <a:ext uri="{FF2B5EF4-FFF2-40B4-BE49-F238E27FC236}">
                <a16:creationId xmlns:a16="http://schemas.microsoft.com/office/drawing/2014/main" id="{14700E02-5FCB-F47F-03D0-815600F1FFB3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9311" y="1275096"/>
            <a:ext cx="1926286" cy="192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884056"/>
      </p:ext>
    </p:extLst>
  </p:cSld>
  <p:clrMapOvr>
    <a:masterClrMapping/>
  </p:clrMapOvr>
  <p:transition>
    <p:dissolv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מערכת המעברים למניעה ההדדית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12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43" name="Group 32"/>
          <p:cNvGrpSpPr/>
          <p:nvPr/>
        </p:nvGrpSpPr>
        <p:grpSpPr>
          <a:xfrm>
            <a:off x="1127296" y="1371600"/>
            <a:ext cx="7102308" cy="4361370"/>
            <a:chOff x="609600" y="1447800"/>
            <a:chExt cx="8001000" cy="4953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Rounded Rectangle 46"/>
                <p:cNvSpPr/>
                <p:nvPr/>
              </p:nvSpPr>
              <p:spPr>
                <a:xfrm>
                  <a:off x="3810000" y="1600200"/>
                  <a:ext cx="1524000" cy="457200"/>
                </a:xfrm>
                <a:prstGeom prst="roundRect">
                  <a:avLst/>
                </a:prstGeom>
                <a:ln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 baseline="-2500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 baseline="-2500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i="0" dirty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=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6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47" name="Rounded Rectangle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0000" y="1600200"/>
                  <a:ext cx="1524000" cy="457200"/>
                </a:xfrm>
                <a:prstGeom prst="round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Rounded Rectangle 51"/>
                <p:cNvSpPr/>
                <p:nvPr/>
              </p:nvSpPr>
              <p:spPr>
                <a:xfrm>
                  <a:off x="2514600" y="2971800"/>
                  <a:ext cx="1524000" cy="457200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1600" i="1" baseline="-2500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 baseline="-2500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i="0" dirty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=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6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52" name="Rounded Rectangle 5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2971800"/>
                  <a:ext cx="1524000" cy="457200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Rounded Rectangle 52"/>
                <p:cNvSpPr/>
                <p:nvPr/>
              </p:nvSpPr>
              <p:spPr>
                <a:xfrm>
                  <a:off x="5105400" y="2971800"/>
                  <a:ext cx="1524000" cy="457200"/>
                </a:xfrm>
                <a:prstGeom prst="roundRect">
                  <a:avLst/>
                </a:prstGeom>
                <a:ln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 baseline="-2500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1600" i="1" baseline="-2500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i="0" dirty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=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6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53" name="Rounded Rectangle 5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5400" y="2971800"/>
                  <a:ext cx="1524000" cy="457200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Rounded Rectangle 53"/>
                <p:cNvSpPr/>
                <p:nvPr/>
              </p:nvSpPr>
              <p:spPr>
                <a:xfrm>
                  <a:off x="3771900" y="4419600"/>
                  <a:ext cx="1600200" cy="457200"/>
                </a:xfrm>
                <a:prstGeom prst="roundRect">
                  <a:avLst/>
                </a:prstGeom>
                <a:ln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1600" i="1" baseline="-2500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1600" i="1" baseline="-2500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i="0" dirty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=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6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54" name="Rounded Rectangle 5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1900" y="4419600"/>
                  <a:ext cx="1600200" cy="457200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ounded Rectangle 54"/>
                <p:cNvSpPr/>
                <p:nvPr/>
              </p:nvSpPr>
              <p:spPr>
                <a:xfrm>
                  <a:off x="609600" y="4419600"/>
                  <a:ext cx="1524000" cy="457200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600" i="1" baseline="-2500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 baseline="-2500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i="0" dirty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=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6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55" name="Rounded Rectangle 5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" y="4419600"/>
                  <a:ext cx="1524000" cy="457200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ounded Rectangle 55"/>
                <p:cNvSpPr/>
                <p:nvPr/>
              </p:nvSpPr>
              <p:spPr>
                <a:xfrm>
                  <a:off x="7086600" y="4419600"/>
                  <a:ext cx="1524000" cy="457200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 baseline="-2500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600" i="1" baseline="-2500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i="0" dirty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=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6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56" name="Rounded Rectangle 5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6600" y="4419600"/>
                  <a:ext cx="1524000" cy="457200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Rounded Rectangle 56"/>
                <p:cNvSpPr/>
                <p:nvPr/>
              </p:nvSpPr>
              <p:spPr>
                <a:xfrm>
                  <a:off x="2057400" y="5943600"/>
                  <a:ext cx="1524000" cy="457200"/>
                </a:xfrm>
                <a:prstGeom prst="roundRect">
                  <a:avLst/>
                </a:prstGeom>
                <a:ln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600" i="1" baseline="-2500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1600" i="1" baseline="-2500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i="0" dirty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=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6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57" name="Rounded Rectangle 5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7400" y="5943600"/>
                  <a:ext cx="1524000" cy="457200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Rounded Rectangle 57"/>
                <p:cNvSpPr/>
                <p:nvPr/>
              </p:nvSpPr>
              <p:spPr>
                <a:xfrm>
                  <a:off x="5791200" y="5943600"/>
                  <a:ext cx="1524000" cy="457200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1600" i="1" baseline="-2500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600" i="1" baseline="-2500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i="0" dirty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=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6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58" name="Rounded Rectangle 5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1200" y="5943600"/>
                  <a:ext cx="1524000" cy="457200"/>
                </a:xfrm>
                <a:prstGeom prst="round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Elbow Connector 58"/>
            <p:cNvCxnSpPr>
              <a:stCxn id="47" idx="0"/>
              <a:endCxn id="47" idx="0"/>
            </p:cNvCxnSpPr>
            <p:nvPr/>
          </p:nvCxnSpPr>
          <p:spPr>
            <a:xfrm rot="5400000" flipH="1" flipV="1">
              <a:off x="4572000" y="1600200"/>
              <a:ext cx="1588" cy="1588"/>
            </a:xfrm>
            <a:prstGeom prst="bentConnector3">
              <a:avLst>
                <a:gd name="adj1" fmla="val 1439546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60" name="Straight Arrow Connector 16"/>
            <p:cNvCxnSpPr>
              <a:endCxn id="52" idx="0"/>
            </p:cNvCxnSpPr>
            <p:nvPr/>
          </p:nvCxnSpPr>
          <p:spPr>
            <a:xfrm rot="5400000">
              <a:off x="3124200" y="2209800"/>
              <a:ext cx="914400" cy="6096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Arrow Connector 18"/>
            <p:cNvCxnSpPr>
              <a:endCxn id="53" idx="0"/>
            </p:cNvCxnSpPr>
            <p:nvPr/>
          </p:nvCxnSpPr>
          <p:spPr>
            <a:xfrm rot="16200000" flipH="1">
              <a:off x="5067300" y="2171700"/>
              <a:ext cx="914400" cy="6858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62" name="Straight Arrow Connector 20"/>
            <p:cNvCxnSpPr>
              <a:stCxn id="52" idx="1"/>
              <a:endCxn id="55" idx="0"/>
            </p:cNvCxnSpPr>
            <p:nvPr/>
          </p:nvCxnSpPr>
          <p:spPr>
            <a:xfrm rot="10800000" flipV="1">
              <a:off x="1371600" y="3200400"/>
              <a:ext cx="1143000" cy="12192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Arrow Connector 22"/>
            <p:cNvCxnSpPr>
              <a:stCxn id="52" idx="2"/>
            </p:cNvCxnSpPr>
            <p:nvPr/>
          </p:nvCxnSpPr>
          <p:spPr>
            <a:xfrm rot="16200000" flipH="1">
              <a:off x="3124200" y="3581400"/>
              <a:ext cx="990600" cy="6858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Arrow Connector 26"/>
            <p:cNvCxnSpPr>
              <a:stCxn id="54" idx="1"/>
              <a:endCxn id="57" idx="0"/>
            </p:cNvCxnSpPr>
            <p:nvPr/>
          </p:nvCxnSpPr>
          <p:spPr>
            <a:xfrm rot="10800000" flipV="1">
              <a:off x="2819400" y="4648200"/>
              <a:ext cx="952500" cy="1295400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65" name="Elbow Connector 64"/>
            <p:cNvCxnSpPr>
              <a:stCxn id="53" idx="2"/>
            </p:cNvCxnSpPr>
            <p:nvPr/>
          </p:nvCxnSpPr>
          <p:spPr>
            <a:xfrm rot="5400000">
              <a:off x="5029200" y="3581400"/>
              <a:ext cx="990600" cy="6858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66" name="Elbow Connector 30"/>
            <p:cNvCxnSpPr>
              <a:stCxn id="53" idx="3"/>
              <a:endCxn id="56" idx="0"/>
            </p:cNvCxnSpPr>
            <p:nvPr/>
          </p:nvCxnSpPr>
          <p:spPr>
            <a:xfrm>
              <a:off x="6629400" y="3200400"/>
              <a:ext cx="1219200" cy="12192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Elbow Connector 66"/>
            <p:cNvCxnSpPr>
              <a:stCxn id="55" idx="1"/>
              <a:endCxn id="47" idx="1"/>
            </p:cNvCxnSpPr>
            <p:nvPr/>
          </p:nvCxnSpPr>
          <p:spPr>
            <a:xfrm rot="10800000" flipH="1">
              <a:off x="609600" y="1828800"/>
              <a:ext cx="3200400" cy="2819400"/>
            </a:xfrm>
            <a:prstGeom prst="bentConnector3">
              <a:avLst>
                <a:gd name="adj1" fmla="val -7143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Elbow Connector 67"/>
            <p:cNvCxnSpPr>
              <a:stCxn id="56" idx="3"/>
              <a:endCxn id="47" idx="3"/>
            </p:cNvCxnSpPr>
            <p:nvPr/>
          </p:nvCxnSpPr>
          <p:spPr>
            <a:xfrm flipH="1" flipV="1">
              <a:off x="5334000" y="1828800"/>
              <a:ext cx="3276600" cy="2819400"/>
            </a:xfrm>
            <a:prstGeom prst="bentConnector3">
              <a:avLst>
                <a:gd name="adj1" fmla="val -6977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hape 24"/>
            <p:cNvCxnSpPr>
              <a:stCxn id="55" idx="2"/>
              <a:endCxn id="57" idx="1"/>
            </p:cNvCxnSpPr>
            <p:nvPr/>
          </p:nvCxnSpPr>
          <p:spPr>
            <a:xfrm rot="16200000" flipH="1">
              <a:off x="1066800" y="5181600"/>
              <a:ext cx="1295400" cy="6858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hape 25"/>
            <p:cNvCxnSpPr>
              <a:stCxn id="56" idx="2"/>
              <a:endCxn id="58" idx="3"/>
            </p:cNvCxnSpPr>
            <p:nvPr/>
          </p:nvCxnSpPr>
          <p:spPr>
            <a:xfrm rot="5400000">
              <a:off x="6934200" y="5257800"/>
              <a:ext cx="1295400" cy="5334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hape 26"/>
            <p:cNvCxnSpPr>
              <a:stCxn id="57" idx="3"/>
            </p:cNvCxnSpPr>
            <p:nvPr/>
          </p:nvCxnSpPr>
          <p:spPr>
            <a:xfrm flipV="1">
              <a:off x="3581400" y="3429000"/>
              <a:ext cx="2514600" cy="2743200"/>
            </a:xfrm>
            <a:prstGeom prst="curved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72" name="Shape 27"/>
            <p:cNvCxnSpPr>
              <a:stCxn id="58" idx="1"/>
            </p:cNvCxnSpPr>
            <p:nvPr/>
          </p:nvCxnSpPr>
          <p:spPr>
            <a:xfrm rot="10800000">
              <a:off x="3048000" y="3429000"/>
              <a:ext cx="2743200" cy="2743200"/>
            </a:xfrm>
            <a:prstGeom prst="curved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TextBox 72"/>
            <p:cNvSpPr txBox="1"/>
            <p:nvPr/>
          </p:nvSpPr>
          <p:spPr>
            <a:xfrm>
              <a:off x="6272705" y="1447800"/>
              <a:ext cx="432896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err="1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rel</a:t>
              </a:r>
              <a:endParaRPr lang="en-US" sz="1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2799083" y="1447800"/>
              <a:ext cx="432896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err="1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rel</a:t>
              </a:r>
              <a:endParaRPr lang="en-US" sz="1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339350" y="2852790"/>
              <a:ext cx="744583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enter</a:t>
              </a:r>
              <a:r>
                <a:rPr lang="en-US" sz="1400" baseline="-25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052727" y="2852790"/>
              <a:ext cx="744583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enter</a:t>
              </a:r>
              <a:r>
                <a:rPr lang="en-US" sz="1400" baseline="-25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5408237" y="2160497"/>
              <a:ext cx="573752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req</a:t>
              </a:r>
              <a:r>
                <a:rPr lang="en-US" sz="1400" baseline="-25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3183553" y="2160497"/>
              <a:ext cx="573752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req</a:t>
              </a:r>
              <a:r>
                <a:rPr lang="en-US" sz="1400" baseline="-25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2061252" y="5275818"/>
              <a:ext cx="744583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enter</a:t>
              </a:r>
              <a:r>
                <a:rPr lang="en-US" sz="1400" baseline="-25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7819020" y="5189282"/>
              <a:ext cx="573752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req</a:t>
              </a:r>
              <a:r>
                <a:rPr lang="en-US" sz="1400" baseline="-25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79977" y="5189282"/>
              <a:ext cx="573752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req</a:t>
              </a:r>
              <a:r>
                <a:rPr lang="en-US" sz="1400" baseline="-25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6525035" y="5275818"/>
              <a:ext cx="744583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enter</a:t>
              </a:r>
              <a:r>
                <a:rPr lang="en-US" sz="1400" baseline="-25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3398705" y="3545084"/>
              <a:ext cx="573752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req</a:t>
              </a:r>
              <a:r>
                <a:rPr lang="en-US" sz="1400" baseline="-25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5084716" y="3545084"/>
              <a:ext cx="573752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req</a:t>
              </a:r>
              <a:r>
                <a:rPr lang="en-US" sz="1400" baseline="-25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  <a:endParaRPr lang="en-US" sz="1400" baseline="-250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2681142" y="3891231"/>
              <a:ext cx="432896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err="1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rel</a:t>
              </a:r>
              <a:endParaRPr lang="en-US" sz="1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6028979" y="3891231"/>
              <a:ext cx="432896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err="1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rel</a:t>
              </a:r>
              <a:endParaRPr lang="en-US" sz="1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</p:grpSp>
      <p:cxnSp>
        <p:nvCxnSpPr>
          <p:cNvPr id="88" name="Straight Arrow Connector 26"/>
          <p:cNvCxnSpPr/>
          <p:nvPr/>
        </p:nvCxnSpPr>
        <p:spPr>
          <a:xfrm>
            <a:off x="5354861" y="4191000"/>
            <a:ext cx="1048436" cy="114066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941840" y="6173117"/>
            <a:ext cx="7260321" cy="4616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ראינו שהמערכת אינה מקיימת את תכונת מניעת ההרעבה</a:t>
            </a:r>
          </a:p>
        </p:txBody>
      </p:sp>
    </p:spTree>
  </p:cSld>
  <p:clrMapOvr>
    <a:masterClrMapping/>
  </p:clrMapOvr>
  <p:transition>
    <p:dissolv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הרעבת תהליך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2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13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6" name="Group 32"/>
          <p:cNvGrpSpPr/>
          <p:nvPr/>
        </p:nvGrpSpPr>
        <p:grpSpPr>
          <a:xfrm>
            <a:off x="1127296" y="1371600"/>
            <a:ext cx="7102308" cy="4361370"/>
            <a:chOff x="609600" y="1447800"/>
            <a:chExt cx="8001000" cy="4953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ounded Rectangle 6"/>
                <p:cNvSpPr/>
                <p:nvPr/>
              </p:nvSpPr>
              <p:spPr>
                <a:xfrm>
                  <a:off x="3810000" y="1600200"/>
                  <a:ext cx="1524000" cy="457200"/>
                </a:xfrm>
                <a:prstGeom prst="roundRect">
                  <a:avLst/>
                </a:prstGeom>
                <a:ln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 baseline="-2500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 baseline="-2500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i="0" dirty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=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6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7" name="Rounded 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0000" y="1600200"/>
                  <a:ext cx="1524000" cy="457200"/>
                </a:xfrm>
                <a:prstGeom prst="round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ounded Rectangle 7"/>
                <p:cNvSpPr/>
                <p:nvPr/>
              </p:nvSpPr>
              <p:spPr>
                <a:xfrm>
                  <a:off x="2514600" y="2971800"/>
                  <a:ext cx="1524000" cy="457200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1600" i="1" baseline="-2500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 baseline="-2500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i="0" dirty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=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6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8" name="Rounded 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2971800"/>
                  <a:ext cx="1524000" cy="457200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ounded Rectangle 8"/>
                <p:cNvSpPr/>
                <p:nvPr/>
              </p:nvSpPr>
              <p:spPr>
                <a:xfrm>
                  <a:off x="5105400" y="2971800"/>
                  <a:ext cx="1524000" cy="457200"/>
                </a:xfrm>
                <a:prstGeom prst="roundRect">
                  <a:avLst/>
                </a:prstGeom>
                <a:ln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 baseline="-2500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1600" i="1" baseline="-2500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i="0" dirty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=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6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9" name="Rounded 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5400" y="2971800"/>
                  <a:ext cx="1524000" cy="457200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ounded Rectangle 9"/>
                <p:cNvSpPr/>
                <p:nvPr/>
              </p:nvSpPr>
              <p:spPr>
                <a:xfrm>
                  <a:off x="3771900" y="4419600"/>
                  <a:ext cx="1600200" cy="457200"/>
                </a:xfrm>
                <a:prstGeom prst="roundRect">
                  <a:avLst/>
                </a:prstGeom>
                <a:ln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1600" i="1" baseline="-2500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1600" i="1" baseline="-2500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i="0" dirty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=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6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0" name="Rounded 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1900" y="4419600"/>
                  <a:ext cx="1600200" cy="457200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ounded Rectangle 10"/>
                <p:cNvSpPr/>
                <p:nvPr/>
              </p:nvSpPr>
              <p:spPr>
                <a:xfrm>
                  <a:off x="609600" y="4419600"/>
                  <a:ext cx="1524000" cy="457200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600" i="1" baseline="-2500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 baseline="-2500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i="0" dirty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=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6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1" name="Rounded 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" y="4419600"/>
                  <a:ext cx="1524000" cy="457200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ounded Rectangle 11"/>
                <p:cNvSpPr/>
                <p:nvPr/>
              </p:nvSpPr>
              <p:spPr>
                <a:xfrm>
                  <a:off x="7086600" y="4419600"/>
                  <a:ext cx="1524000" cy="457200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 baseline="-2500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600" i="1" baseline="-2500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i="0" dirty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=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6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2" name="Rounded 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6600" y="4419600"/>
                  <a:ext cx="1524000" cy="457200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ounded Rectangle 12"/>
                <p:cNvSpPr/>
                <p:nvPr/>
              </p:nvSpPr>
              <p:spPr>
                <a:xfrm>
                  <a:off x="2057400" y="5943600"/>
                  <a:ext cx="1524000" cy="457200"/>
                </a:xfrm>
                <a:prstGeom prst="roundRect">
                  <a:avLst/>
                </a:prstGeom>
                <a:ln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600" i="1" baseline="-2500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1600" i="1" baseline="-2500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i="0" dirty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=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6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3" name="Rounded 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7400" y="5943600"/>
                  <a:ext cx="1524000" cy="457200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ounded Rectangle 13"/>
                <p:cNvSpPr/>
                <p:nvPr/>
              </p:nvSpPr>
              <p:spPr>
                <a:xfrm>
                  <a:off x="5791200" y="5943600"/>
                  <a:ext cx="1524000" cy="457200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1600" i="1" baseline="-2500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600" i="1" baseline="-2500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i="0" dirty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=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6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4" name="Rounded 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1200" y="5943600"/>
                  <a:ext cx="1524000" cy="457200"/>
                </a:xfrm>
                <a:prstGeom prst="round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Elbow Connector 14"/>
            <p:cNvCxnSpPr>
              <a:stCxn id="7" idx="0"/>
              <a:endCxn id="7" idx="0"/>
            </p:cNvCxnSpPr>
            <p:nvPr/>
          </p:nvCxnSpPr>
          <p:spPr>
            <a:xfrm rot="5400000" flipH="1" flipV="1">
              <a:off x="4572000" y="1600200"/>
              <a:ext cx="1588" cy="1588"/>
            </a:xfrm>
            <a:prstGeom prst="bentConnector3">
              <a:avLst>
                <a:gd name="adj1" fmla="val 1439546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6" name="Straight Arrow Connector 16"/>
            <p:cNvCxnSpPr>
              <a:endCxn id="8" idx="0"/>
            </p:cNvCxnSpPr>
            <p:nvPr/>
          </p:nvCxnSpPr>
          <p:spPr>
            <a:xfrm rot="5400000">
              <a:off x="3124200" y="2209800"/>
              <a:ext cx="914400" cy="6096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8"/>
            <p:cNvCxnSpPr>
              <a:endCxn id="9" idx="0"/>
            </p:cNvCxnSpPr>
            <p:nvPr/>
          </p:nvCxnSpPr>
          <p:spPr>
            <a:xfrm rot="16200000" flipH="1">
              <a:off x="5067300" y="2171700"/>
              <a:ext cx="914400" cy="6858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8" name="Straight Arrow Connector 20"/>
            <p:cNvCxnSpPr>
              <a:stCxn id="8" idx="1"/>
              <a:endCxn id="11" idx="0"/>
            </p:cNvCxnSpPr>
            <p:nvPr/>
          </p:nvCxnSpPr>
          <p:spPr>
            <a:xfrm rot="10800000" flipV="1">
              <a:off x="1371600" y="3200400"/>
              <a:ext cx="1143000" cy="12192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22"/>
            <p:cNvCxnSpPr>
              <a:stCxn id="8" idx="2"/>
            </p:cNvCxnSpPr>
            <p:nvPr/>
          </p:nvCxnSpPr>
          <p:spPr>
            <a:xfrm rot="16200000" flipH="1">
              <a:off x="3124200" y="3581400"/>
              <a:ext cx="990600" cy="6858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26"/>
            <p:cNvCxnSpPr>
              <a:stCxn id="10" idx="1"/>
              <a:endCxn id="13" idx="0"/>
            </p:cNvCxnSpPr>
            <p:nvPr/>
          </p:nvCxnSpPr>
          <p:spPr>
            <a:xfrm rot="10800000" flipV="1">
              <a:off x="2819400" y="4648200"/>
              <a:ext cx="952500" cy="1295400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21" name="Elbow Connector 20"/>
            <p:cNvCxnSpPr>
              <a:stCxn id="9" idx="2"/>
            </p:cNvCxnSpPr>
            <p:nvPr/>
          </p:nvCxnSpPr>
          <p:spPr>
            <a:xfrm rot="5400000">
              <a:off x="5029200" y="3581400"/>
              <a:ext cx="990600" cy="6858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22" name="Elbow Connector 30"/>
            <p:cNvCxnSpPr>
              <a:stCxn id="9" idx="3"/>
              <a:endCxn id="12" idx="0"/>
            </p:cNvCxnSpPr>
            <p:nvPr/>
          </p:nvCxnSpPr>
          <p:spPr>
            <a:xfrm>
              <a:off x="6629400" y="3200400"/>
              <a:ext cx="1219200" cy="1219200"/>
            </a:xfrm>
            <a:prstGeom prst="bentConnector2">
              <a:avLst/>
            </a:prstGeom>
            <a:ln w="38100">
              <a:solidFill>
                <a:srgbClr val="2E14F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Elbow Connector 22"/>
            <p:cNvCxnSpPr>
              <a:stCxn id="11" idx="1"/>
              <a:endCxn id="7" idx="1"/>
            </p:cNvCxnSpPr>
            <p:nvPr/>
          </p:nvCxnSpPr>
          <p:spPr>
            <a:xfrm rot="10800000" flipH="1">
              <a:off x="609600" y="1828800"/>
              <a:ext cx="3200400" cy="2819400"/>
            </a:xfrm>
            <a:prstGeom prst="bentConnector3">
              <a:avLst>
                <a:gd name="adj1" fmla="val -7143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Elbow Connector 23"/>
            <p:cNvCxnSpPr>
              <a:stCxn id="12" idx="3"/>
              <a:endCxn id="7" idx="3"/>
            </p:cNvCxnSpPr>
            <p:nvPr/>
          </p:nvCxnSpPr>
          <p:spPr>
            <a:xfrm flipH="1" flipV="1">
              <a:off x="5334000" y="1828800"/>
              <a:ext cx="3276600" cy="2819400"/>
            </a:xfrm>
            <a:prstGeom prst="bentConnector3">
              <a:avLst>
                <a:gd name="adj1" fmla="val -6977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hape 24"/>
            <p:cNvCxnSpPr>
              <a:stCxn id="11" idx="2"/>
              <a:endCxn id="13" idx="1"/>
            </p:cNvCxnSpPr>
            <p:nvPr/>
          </p:nvCxnSpPr>
          <p:spPr>
            <a:xfrm rot="16200000" flipH="1">
              <a:off x="1066800" y="5181600"/>
              <a:ext cx="1295400" cy="6858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hape 25"/>
            <p:cNvCxnSpPr>
              <a:stCxn id="12" idx="2"/>
              <a:endCxn id="14" idx="3"/>
            </p:cNvCxnSpPr>
            <p:nvPr/>
          </p:nvCxnSpPr>
          <p:spPr>
            <a:xfrm rot="5400000">
              <a:off x="6934200" y="5257800"/>
              <a:ext cx="1295400" cy="5334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hape 26"/>
            <p:cNvCxnSpPr>
              <a:stCxn id="13" idx="3"/>
            </p:cNvCxnSpPr>
            <p:nvPr/>
          </p:nvCxnSpPr>
          <p:spPr>
            <a:xfrm flipV="1">
              <a:off x="3581400" y="3429000"/>
              <a:ext cx="2514600" cy="2743200"/>
            </a:xfrm>
            <a:prstGeom prst="curved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28" name="Shape 27"/>
            <p:cNvCxnSpPr>
              <a:stCxn id="14" idx="1"/>
            </p:cNvCxnSpPr>
            <p:nvPr/>
          </p:nvCxnSpPr>
          <p:spPr>
            <a:xfrm rot="10800000">
              <a:off x="3048000" y="3429000"/>
              <a:ext cx="2743200" cy="2743200"/>
            </a:xfrm>
            <a:prstGeom prst="curved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6272705" y="1447800"/>
              <a:ext cx="432896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err="1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rel</a:t>
              </a:r>
              <a:endParaRPr lang="en-US" sz="1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799083" y="1447800"/>
              <a:ext cx="432896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err="1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rel</a:t>
              </a:r>
              <a:endParaRPr lang="en-US" sz="1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339350" y="2852790"/>
              <a:ext cx="744583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enter</a:t>
              </a:r>
              <a:r>
                <a:rPr lang="en-US" sz="1400" baseline="-25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052727" y="2852790"/>
              <a:ext cx="744583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enter</a:t>
              </a:r>
              <a:r>
                <a:rPr lang="en-US" sz="1400" baseline="-25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408237" y="2160497"/>
              <a:ext cx="573752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req</a:t>
              </a:r>
              <a:r>
                <a:rPr lang="en-US" sz="1400" baseline="-25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183553" y="2160497"/>
              <a:ext cx="573752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req</a:t>
              </a:r>
              <a:r>
                <a:rPr lang="en-US" sz="1400" baseline="-25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061252" y="5275818"/>
              <a:ext cx="744583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enter</a:t>
              </a:r>
              <a:r>
                <a:rPr lang="en-US" sz="1400" baseline="-25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819020" y="5189282"/>
              <a:ext cx="573752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req</a:t>
              </a:r>
              <a:r>
                <a:rPr lang="en-US" sz="1400" baseline="-25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79977" y="5189282"/>
              <a:ext cx="573752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req</a:t>
              </a:r>
              <a:r>
                <a:rPr lang="en-US" sz="1400" baseline="-25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525035" y="5275818"/>
              <a:ext cx="744583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enter</a:t>
              </a:r>
              <a:r>
                <a:rPr lang="en-US" sz="1400" baseline="-25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398705" y="3545084"/>
              <a:ext cx="573752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req</a:t>
              </a:r>
              <a:r>
                <a:rPr lang="en-US" sz="1400" baseline="-25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084716" y="3545084"/>
              <a:ext cx="573752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req</a:t>
              </a:r>
              <a:r>
                <a:rPr lang="en-US" sz="1400" baseline="-25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  <a:endParaRPr lang="en-US" sz="1400" baseline="-250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681142" y="3891231"/>
              <a:ext cx="432896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err="1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rel</a:t>
              </a:r>
              <a:endParaRPr lang="en-US" sz="1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028979" y="3891231"/>
              <a:ext cx="432896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err="1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rel</a:t>
              </a:r>
              <a:endParaRPr lang="en-US" sz="1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90031" y="6172200"/>
            <a:ext cx="8763938" cy="3693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האם הוגן שלתהליך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 2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יהיו אינסוף אפשרויות להיכנס לקטע הקריטי, אבל הוא אינו נכנס לעולם?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45" name="Straight Arrow Connector 26"/>
          <p:cNvCxnSpPr/>
          <p:nvPr/>
        </p:nvCxnSpPr>
        <p:spPr>
          <a:xfrm>
            <a:off x="5354861" y="4191000"/>
            <a:ext cx="1048436" cy="114066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7" name="Picture 46" descr="A statue of a person holding scales and sword&#10;&#10;Description automatically generated">
            <a:extLst>
              <a:ext uri="{FF2B5EF4-FFF2-40B4-BE49-F238E27FC236}">
                <a16:creationId xmlns:a16="http://schemas.microsoft.com/office/drawing/2014/main" id="{1A8866FA-A3FA-0F64-06DB-71BA209B84B6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833"/>
          <a:stretch/>
        </p:blipFill>
        <p:spPr>
          <a:xfrm>
            <a:off x="6179921" y="1854243"/>
            <a:ext cx="957811" cy="825319"/>
          </a:xfrm>
          <a:prstGeom prst="rect">
            <a:avLst/>
          </a:prstGeom>
        </p:spPr>
      </p:pic>
    </p:spTree>
  </p:cSld>
  <p:clrMapOvr>
    <a:masterClrMapping/>
  </p:clrMapOvr>
  <p:transition>
    <p:dissolv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הרעבת תהליך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2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5" name="Group 32"/>
          <p:cNvGrpSpPr/>
          <p:nvPr/>
        </p:nvGrpSpPr>
        <p:grpSpPr>
          <a:xfrm>
            <a:off x="1127296" y="1371600"/>
            <a:ext cx="7102308" cy="4361370"/>
            <a:chOff x="609600" y="1447800"/>
            <a:chExt cx="8001000" cy="4953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ounded Rectangle 6"/>
                <p:cNvSpPr/>
                <p:nvPr/>
              </p:nvSpPr>
              <p:spPr>
                <a:xfrm>
                  <a:off x="3810000" y="1600200"/>
                  <a:ext cx="1524000" cy="457200"/>
                </a:xfrm>
                <a:prstGeom prst="roundRect">
                  <a:avLst/>
                </a:prstGeom>
                <a:ln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 baseline="-2500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 baseline="-2500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i="0" dirty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=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6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7" name="Rounded 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0000" y="1600200"/>
                  <a:ext cx="1524000" cy="457200"/>
                </a:xfrm>
                <a:prstGeom prst="round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ounded Rectangle 7"/>
                <p:cNvSpPr/>
                <p:nvPr/>
              </p:nvSpPr>
              <p:spPr>
                <a:xfrm>
                  <a:off x="2514600" y="2971800"/>
                  <a:ext cx="1524000" cy="457200"/>
                </a:xfrm>
                <a:prstGeom prst="round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1600" i="1" baseline="-2500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 baseline="-2500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i="0" dirty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=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6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8" name="Rounded 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2971800"/>
                  <a:ext cx="1524000" cy="457200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ounded Rectangle 8"/>
                <p:cNvSpPr/>
                <p:nvPr/>
              </p:nvSpPr>
              <p:spPr>
                <a:xfrm>
                  <a:off x="5105400" y="2971800"/>
                  <a:ext cx="1524000" cy="457200"/>
                </a:xfrm>
                <a:prstGeom prst="roundRect">
                  <a:avLst/>
                </a:prstGeom>
                <a:ln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 baseline="-2500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1600" i="1" baseline="-2500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i="0" dirty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=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6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9" name="Rounded 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5400" y="2971800"/>
                  <a:ext cx="1524000" cy="457200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ounded Rectangle 9"/>
                <p:cNvSpPr/>
                <p:nvPr/>
              </p:nvSpPr>
              <p:spPr>
                <a:xfrm>
                  <a:off x="3771900" y="4419600"/>
                  <a:ext cx="1600200" cy="457200"/>
                </a:xfrm>
                <a:prstGeom prst="roundRect">
                  <a:avLst/>
                </a:prstGeom>
                <a:ln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1600" i="1" baseline="-2500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1600" i="1" baseline="-2500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i="0" dirty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=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6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0" name="Rounded 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1900" y="4419600"/>
                  <a:ext cx="1600200" cy="457200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ounded Rectangle 10"/>
                <p:cNvSpPr/>
                <p:nvPr/>
              </p:nvSpPr>
              <p:spPr>
                <a:xfrm>
                  <a:off x="609600" y="4419600"/>
                  <a:ext cx="1524000" cy="457200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600" i="1" baseline="-2500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 baseline="-2500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i="0" dirty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=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6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1" name="Rounded 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" y="4419600"/>
                  <a:ext cx="1524000" cy="457200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ounded Rectangle 11"/>
                <p:cNvSpPr/>
                <p:nvPr/>
              </p:nvSpPr>
              <p:spPr>
                <a:xfrm>
                  <a:off x="7086600" y="4419600"/>
                  <a:ext cx="1524000" cy="457200"/>
                </a:xfrm>
                <a:prstGeom prst="round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 baseline="-2500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600" i="1" baseline="-2500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i="0" dirty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=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6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2" name="Rounded 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6600" y="4419600"/>
                  <a:ext cx="1524000" cy="457200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ounded Rectangle 12"/>
                <p:cNvSpPr/>
                <p:nvPr/>
              </p:nvSpPr>
              <p:spPr>
                <a:xfrm>
                  <a:off x="2057400" y="5943600"/>
                  <a:ext cx="1524000" cy="457200"/>
                </a:xfrm>
                <a:prstGeom prst="roundRect">
                  <a:avLst/>
                </a:prstGeom>
                <a:ln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600" i="1" baseline="-2500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1600" i="1" baseline="-2500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i="0" dirty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=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6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3" name="Rounded 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7400" y="5943600"/>
                  <a:ext cx="1524000" cy="457200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ounded Rectangle 13"/>
                <p:cNvSpPr/>
                <p:nvPr/>
              </p:nvSpPr>
              <p:spPr>
                <a:xfrm>
                  <a:off x="5791200" y="5943600"/>
                  <a:ext cx="1524000" cy="457200"/>
                </a:xfrm>
                <a:prstGeom prst="round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1600" i="1" baseline="-2500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600" i="1" baseline="-2500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i="0" dirty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=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6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4" name="Rounded 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1200" y="5943600"/>
                  <a:ext cx="1524000" cy="457200"/>
                </a:xfrm>
                <a:prstGeom prst="round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Elbow Connector 14"/>
            <p:cNvCxnSpPr>
              <a:stCxn id="7" idx="0"/>
              <a:endCxn id="7" idx="0"/>
            </p:cNvCxnSpPr>
            <p:nvPr/>
          </p:nvCxnSpPr>
          <p:spPr>
            <a:xfrm rot="5400000" flipH="1" flipV="1">
              <a:off x="4572000" y="1600200"/>
              <a:ext cx="1588" cy="1588"/>
            </a:xfrm>
            <a:prstGeom prst="bentConnector3">
              <a:avLst>
                <a:gd name="adj1" fmla="val 1439546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6" name="Straight Arrow Connector 16"/>
            <p:cNvCxnSpPr>
              <a:endCxn id="8" idx="0"/>
            </p:cNvCxnSpPr>
            <p:nvPr/>
          </p:nvCxnSpPr>
          <p:spPr>
            <a:xfrm rot="5400000">
              <a:off x="3124200" y="2209800"/>
              <a:ext cx="914400" cy="6096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8"/>
            <p:cNvCxnSpPr>
              <a:endCxn id="9" idx="0"/>
            </p:cNvCxnSpPr>
            <p:nvPr/>
          </p:nvCxnSpPr>
          <p:spPr>
            <a:xfrm rot="16200000" flipH="1">
              <a:off x="5067300" y="2171700"/>
              <a:ext cx="914400" cy="6858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8" name="Straight Arrow Connector 20"/>
            <p:cNvCxnSpPr>
              <a:stCxn id="8" idx="1"/>
              <a:endCxn id="11" idx="0"/>
            </p:cNvCxnSpPr>
            <p:nvPr/>
          </p:nvCxnSpPr>
          <p:spPr>
            <a:xfrm rot="10800000" flipV="1">
              <a:off x="1371600" y="3200400"/>
              <a:ext cx="1143000" cy="12192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22"/>
            <p:cNvCxnSpPr>
              <a:stCxn id="8" idx="2"/>
            </p:cNvCxnSpPr>
            <p:nvPr/>
          </p:nvCxnSpPr>
          <p:spPr>
            <a:xfrm rot="16200000" flipH="1">
              <a:off x="3124200" y="3581400"/>
              <a:ext cx="990600" cy="6858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0" name="Straight Arrow Connector 26"/>
            <p:cNvCxnSpPr>
              <a:stCxn id="10" idx="1"/>
              <a:endCxn id="13" idx="0"/>
            </p:cNvCxnSpPr>
            <p:nvPr/>
          </p:nvCxnSpPr>
          <p:spPr>
            <a:xfrm rot="10800000" flipV="1">
              <a:off x="2819400" y="4648200"/>
              <a:ext cx="952500" cy="1295400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21" name="Elbow Connector 20"/>
            <p:cNvCxnSpPr>
              <a:stCxn id="9" idx="2"/>
            </p:cNvCxnSpPr>
            <p:nvPr/>
          </p:nvCxnSpPr>
          <p:spPr>
            <a:xfrm rot="5400000">
              <a:off x="5029200" y="3581400"/>
              <a:ext cx="990600" cy="6858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22" name="Elbow Connector 30"/>
            <p:cNvCxnSpPr>
              <a:stCxn id="9" idx="3"/>
              <a:endCxn id="12" idx="0"/>
            </p:cNvCxnSpPr>
            <p:nvPr/>
          </p:nvCxnSpPr>
          <p:spPr>
            <a:xfrm>
              <a:off x="6629400" y="3200400"/>
              <a:ext cx="1219200" cy="1219200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3" name="Elbow Connector 22"/>
            <p:cNvCxnSpPr>
              <a:stCxn id="11" idx="1"/>
              <a:endCxn id="7" idx="1"/>
            </p:cNvCxnSpPr>
            <p:nvPr/>
          </p:nvCxnSpPr>
          <p:spPr>
            <a:xfrm rot="10800000" flipH="1">
              <a:off x="609600" y="1828800"/>
              <a:ext cx="3200400" cy="2819400"/>
            </a:xfrm>
            <a:prstGeom prst="bentConnector3">
              <a:avLst>
                <a:gd name="adj1" fmla="val -7143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Elbow Connector 23"/>
            <p:cNvCxnSpPr>
              <a:stCxn id="12" idx="3"/>
              <a:endCxn id="7" idx="3"/>
            </p:cNvCxnSpPr>
            <p:nvPr/>
          </p:nvCxnSpPr>
          <p:spPr>
            <a:xfrm flipH="1" flipV="1">
              <a:off x="5334000" y="1828800"/>
              <a:ext cx="3276600" cy="2819400"/>
            </a:xfrm>
            <a:prstGeom prst="bentConnector3">
              <a:avLst>
                <a:gd name="adj1" fmla="val -6977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hape 24"/>
            <p:cNvCxnSpPr>
              <a:stCxn id="11" idx="2"/>
              <a:endCxn id="13" idx="1"/>
            </p:cNvCxnSpPr>
            <p:nvPr/>
          </p:nvCxnSpPr>
          <p:spPr>
            <a:xfrm rot="16200000" flipH="1">
              <a:off x="1066800" y="5181600"/>
              <a:ext cx="1295400" cy="6858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hape 25"/>
            <p:cNvCxnSpPr>
              <a:stCxn id="12" idx="2"/>
              <a:endCxn id="14" idx="3"/>
            </p:cNvCxnSpPr>
            <p:nvPr/>
          </p:nvCxnSpPr>
          <p:spPr>
            <a:xfrm rot="5400000">
              <a:off x="6934200" y="5257800"/>
              <a:ext cx="1295400" cy="533400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7" name="Shape 26"/>
            <p:cNvCxnSpPr>
              <a:stCxn id="13" idx="3"/>
            </p:cNvCxnSpPr>
            <p:nvPr/>
          </p:nvCxnSpPr>
          <p:spPr>
            <a:xfrm flipV="1">
              <a:off x="3581400" y="3429000"/>
              <a:ext cx="2514600" cy="2743200"/>
            </a:xfrm>
            <a:prstGeom prst="curved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28" name="Shape 27"/>
            <p:cNvCxnSpPr>
              <a:stCxn id="14" idx="1"/>
            </p:cNvCxnSpPr>
            <p:nvPr/>
          </p:nvCxnSpPr>
          <p:spPr>
            <a:xfrm rot="10800000">
              <a:off x="3048000" y="3429000"/>
              <a:ext cx="2743200" cy="2743200"/>
            </a:xfrm>
            <a:prstGeom prst="curvedConnector2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6272705" y="1447800"/>
              <a:ext cx="432896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err="1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rel</a:t>
              </a:r>
              <a:endParaRPr lang="en-US" sz="1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799083" y="1447800"/>
              <a:ext cx="432896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err="1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rel</a:t>
              </a:r>
              <a:endParaRPr lang="en-US" sz="1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339350" y="2852790"/>
              <a:ext cx="744583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enter</a:t>
              </a:r>
              <a:r>
                <a:rPr lang="en-US" sz="1400" baseline="-25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052727" y="2852790"/>
              <a:ext cx="744583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enter</a:t>
              </a:r>
              <a:r>
                <a:rPr lang="en-US" sz="1400" baseline="-25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408237" y="2160497"/>
              <a:ext cx="573752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req</a:t>
              </a:r>
              <a:r>
                <a:rPr lang="en-US" sz="1400" baseline="-25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183553" y="2160497"/>
              <a:ext cx="573752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req</a:t>
              </a:r>
              <a:r>
                <a:rPr lang="en-US" sz="1400" baseline="-25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061252" y="5275818"/>
              <a:ext cx="744583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enter</a:t>
              </a:r>
              <a:r>
                <a:rPr lang="en-US" sz="1400" baseline="-25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819020" y="5189282"/>
              <a:ext cx="573752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req</a:t>
              </a:r>
              <a:r>
                <a:rPr lang="en-US" sz="1400" baseline="-25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79977" y="5189282"/>
              <a:ext cx="573752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req</a:t>
              </a:r>
              <a:r>
                <a:rPr lang="en-US" sz="1400" baseline="-25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525035" y="5275818"/>
              <a:ext cx="744583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enter</a:t>
              </a:r>
              <a:r>
                <a:rPr lang="en-US" sz="1400" baseline="-25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398705" y="3545084"/>
              <a:ext cx="573752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req</a:t>
              </a:r>
              <a:r>
                <a:rPr lang="en-US" sz="1400" baseline="-25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084717" y="3545084"/>
              <a:ext cx="573752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req</a:t>
              </a:r>
              <a:r>
                <a:rPr lang="en-US" sz="1400" baseline="-25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  <a:endParaRPr lang="en-US" sz="1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681142" y="3891231"/>
              <a:ext cx="432896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err="1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rel</a:t>
              </a:r>
              <a:endParaRPr lang="en-US" sz="1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028979" y="3891231"/>
              <a:ext cx="432896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err="1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rel</a:t>
              </a:r>
              <a:endParaRPr lang="en-US" sz="1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01066" y="6129068"/>
            <a:ext cx="8941871" cy="3693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האם הוגן שיהיו אינסוף אפשרויות להיכנס לקטע הקריטי, אבל נכנסים רק מספר סופי של פעמים?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45" name="Straight Arrow Connector 26"/>
          <p:cNvCxnSpPr/>
          <p:nvPr/>
        </p:nvCxnSpPr>
        <p:spPr>
          <a:xfrm>
            <a:off x="5354861" y="4191000"/>
            <a:ext cx="1048436" cy="114066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5" descr="A statue of a person holding scales and sword&#10;&#10;Description automatically generated">
            <a:extLst>
              <a:ext uri="{FF2B5EF4-FFF2-40B4-BE49-F238E27FC236}">
                <a16:creationId xmlns:a16="http://schemas.microsoft.com/office/drawing/2014/main" id="{FB594E51-B786-0E4F-7854-63A3B42B389D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833"/>
          <a:stretch/>
        </p:blipFill>
        <p:spPr>
          <a:xfrm>
            <a:off x="6179921" y="1854243"/>
            <a:ext cx="957811" cy="825319"/>
          </a:xfrm>
          <a:prstGeom prst="rect">
            <a:avLst/>
          </a:prstGeom>
        </p:spPr>
      </p:pic>
    </p:spTree>
  </p:cSld>
  <p:clrMapOvr>
    <a:masterClrMapping/>
  </p:clrMapOvr>
  <p:transition>
    <p:dissolv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הוֹגְנוּת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17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15</a:t>
            </a:fld>
            <a:endParaRPr lang="he-IL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76200" y="1461011"/>
            <a:ext cx="8839200" cy="46482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מניעת הרעבה מנותחת בד"כ תחת הנחות </a:t>
            </a:r>
            <a:r>
              <a:rPr lang="he-IL" sz="2400">
                <a:solidFill>
                  <a:srgbClr val="2E14F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הוֹגְנוּת בין תהליכים</a:t>
            </a:r>
          </a:p>
          <a:p>
            <a:pPr lvl="1">
              <a:spcBef>
                <a:spcPts val="1200"/>
              </a:spcBef>
            </a:pPr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מניחים שמנגנון השיבוץ בין התהליכים פועל באופן סביר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>
              <a:spcBef>
                <a:spcPts val="3600"/>
              </a:spcBef>
            </a:pP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בד"כ צריך </a:t>
            </a:r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להניח הוֹגְנוּת (</a:t>
            </a:r>
            <a:r>
              <a:rPr lang="en-US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fairness</a:t>
            </a:r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)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כדי </a:t>
            </a:r>
            <a:r>
              <a:rPr lang="he-IL" sz="2400">
                <a:solidFill>
                  <a:srgbClr val="2E14F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להוכיח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he-IL" sz="2400">
                <a:solidFill>
                  <a:srgbClr val="2E14F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חַיּוּת (</a:t>
            </a:r>
            <a:r>
              <a:rPr lang="en-US" sz="2400" err="1">
                <a:solidFill>
                  <a:srgbClr val="2E14F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liveness</a:t>
            </a:r>
            <a:r>
              <a:rPr lang="he-IL" sz="2400">
                <a:solidFill>
                  <a:srgbClr val="2E14F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</a:p>
          <a:p>
            <a:pPr lvl="1">
              <a:spcBef>
                <a:spcPts val="120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לא נדרש עבור תכונות בטיחות</a:t>
            </a:r>
          </a:p>
          <a:p>
            <a:pPr lvl="1">
              <a:spcBef>
                <a:spcPts val="120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כדי להוכיח התקדמות, צריך להניח שמאופשרת פעילות</a:t>
            </a:r>
            <a:endParaRPr lang="he-IL" sz="240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>
              <a:spcBef>
                <a:spcPts val="3600"/>
              </a:spcBef>
            </a:pPr>
            <a:r>
              <a:rPr lang="he-IL" sz="2400">
                <a:solidFill>
                  <a:srgbClr val="2E14F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הוֹגְנוּת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קשורה להסדרה הוֹגֶנֶת של חוסר הדטרמיניסטיות</a:t>
            </a:r>
          </a:p>
          <a:p>
            <a:pPr lvl="1">
              <a:spcBef>
                <a:spcPts val="120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לא הוגן להתעלם מאפשרות באופן עִקְבִי   </a:t>
            </a:r>
          </a:p>
        </p:txBody>
      </p:sp>
      <p:sp>
        <p:nvSpPr>
          <p:cNvPr id="8" name="Freeform 7"/>
          <p:cNvSpPr/>
          <p:nvPr/>
        </p:nvSpPr>
        <p:spPr>
          <a:xfrm>
            <a:off x="2700068" y="5658928"/>
            <a:ext cx="1311215" cy="370936"/>
          </a:xfrm>
          <a:custGeom>
            <a:avLst/>
            <a:gdLst>
              <a:gd name="connsiteX0" fmla="*/ 0 w 1311215"/>
              <a:gd name="connsiteY0" fmla="*/ 370936 h 370936"/>
              <a:gd name="connsiteX1" fmla="*/ 345057 w 1311215"/>
              <a:gd name="connsiteY1" fmla="*/ 345057 h 370936"/>
              <a:gd name="connsiteX2" fmla="*/ 1052423 w 1311215"/>
              <a:gd name="connsiteY2" fmla="*/ 258793 h 370936"/>
              <a:gd name="connsiteX3" fmla="*/ 1311215 w 1311215"/>
              <a:gd name="connsiteY3" fmla="*/ 0 h 370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1215" h="370936">
                <a:moveTo>
                  <a:pt x="0" y="370936"/>
                </a:moveTo>
                <a:cubicBezTo>
                  <a:pt x="84826" y="367341"/>
                  <a:pt x="169653" y="363747"/>
                  <a:pt x="345057" y="345057"/>
                </a:cubicBezTo>
                <a:cubicBezTo>
                  <a:pt x="520461" y="326367"/>
                  <a:pt x="891397" y="316302"/>
                  <a:pt x="1052423" y="258793"/>
                </a:cubicBezTo>
                <a:cubicBezTo>
                  <a:pt x="1213449" y="201284"/>
                  <a:pt x="1262332" y="100642"/>
                  <a:pt x="1311215" y="0"/>
                </a:cubicBezTo>
              </a:path>
            </a:pathLst>
          </a:custGeom>
          <a:noFill/>
          <a:ln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Related image"/>
          <p:cNvPicPr>
            <a:picLocks noChangeAspect="1" noChangeArrowheads="1" noCrop="1"/>
          </p:cNvPicPr>
          <p:nvPr/>
        </p:nvPicPr>
        <p:blipFill>
          <a:blip r:embed="rId2" cstate="print">
            <a:clrChange>
              <a:clrFrom>
                <a:srgbClr val="EEDD44"/>
              </a:clrFrom>
              <a:clrTo>
                <a:srgbClr val="EEDD4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181600"/>
            <a:ext cx="21336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dissolv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888" y="-76200"/>
            <a:ext cx="7772400" cy="1143000"/>
          </a:xfrm>
        </p:spPr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תוכן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16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481826896"/>
              </p:ext>
            </p:extLst>
          </p:nvPr>
        </p:nvGraphicFramePr>
        <p:xfrm>
          <a:off x="457200" y="1600200"/>
          <a:ext cx="830580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dissolv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286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אילוצי הוֹגְנוּת</a:t>
            </a:r>
            <a:b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Fairness Constraints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609600" y="1447800"/>
            <a:ext cx="8191500" cy="3143541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הוֹגְנוּת בלתי מותנית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פעולה מבוצעת באופן תָּכוּף (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infinitely often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הוֹגְנוּת חזקה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אם הפעולה מאופשרת </a:t>
            </a:r>
            <a:r>
              <a:rPr lang="he-IL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באופן תָּכוּף 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(לא בהכרח כל הזמן) אז היא צריכה להתבצע באופן תָּכוּף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הוֹגְנוּת חלשה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אם הפעולה </a:t>
            </a:r>
            <a:r>
              <a:rPr lang="he-IL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מאופשרת בְּרֶצֶף 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(מנקודה מסוימת בזמן אין ביטול של הָאִפְשׁוּר) אז היא צריכה להתבצע באופן תָּכוּף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9" name="Picture 12" descr="[cut output image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4649163"/>
            <a:ext cx="2971800" cy="196988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2425991"/>
      </p:ext>
    </p:extLst>
  </p:cSld>
  <p:clrMapOvr>
    <a:masterClrMapping/>
  </p:clrMapOvr>
  <p:transition>
    <p:dissolv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286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אילוצי הוֹגְנוּת</a:t>
            </a:r>
            <a:b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Fairness Constraints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18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7" name="Picture 4" descr="Related image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4648491"/>
            <a:ext cx="2819400" cy="2161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4"/>
          <p:cNvSpPr>
            <a:spLocks noGrp="1"/>
          </p:cNvSpPr>
          <p:nvPr>
            <p:ph sz="quarter" idx="1"/>
          </p:nvPr>
        </p:nvSpPr>
        <p:spPr>
          <a:xfrm>
            <a:off x="609600" y="1447800"/>
            <a:ext cx="8191500" cy="3143541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הוֹגְנוּת בלתי מותנית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פעולה מבוצעת באופן תָּכוּף (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infinitely often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הוֹגְנוּת חזקה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אם הפעולה מאופשרת </a:t>
            </a:r>
            <a:r>
              <a:rPr lang="he-IL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באופן תָּכוּף 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(לא בהכרח כל הזמן) אז היא צריכה להתבצע באופן תָּכוּף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הוֹגְנוּת חלשה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אם הפעולה </a:t>
            </a:r>
            <a:r>
              <a:rPr lang="he-IL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מאופשרת בְּרֶצֶף 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(מנקודה מסוימת בזמן אין ביטול של הָאִפְשׁוּר) אז היא צריכה להתבצע באופן תָּכוּף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20224018"/>
      </p:ext>
    </p:extLst>
  </p:cSld>
  <p:clrMapOvr>
    <a:masterClrMapping/>
  </p:clrMapOvr>
  <p:transition>
    <p:dissolv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286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אילוצי הוֹגְנוּת</a:t>
            </a:r>
            <a:b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Fairness Constraints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19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609600" y="1447800"/>
            <a:ext cx="8191500" cy="3143541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he-IL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הוֹגְנוּת בלתי מותנית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פעולה מבוצעת באופן תָּכוּף (</a:t>
            </a:r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infinitely often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he-IL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הוֹגְנוּת חזקה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אם הפעולה מאופשרת </a:t>
            </a:r>
            <a:r>
              <a:rPr lang="he-IL" dirty="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באופן תָּכוּף 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(לא בהכרח כל הזמן) אז היא צריכה להתבצע באופן תָּכוּף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he-IL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הוֹגְנוּת חלשה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אם הפעולה </a:t>
            </a:r>
            <a:r>
              <a:rPr lang="he-IL" dirty="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מאופשרת בְּרֶצֶף 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(מנקודה מסוימת בזמן אין ביטול של הָאִפְשׁוּר) אז היא צריכה להתבצע באופן תָּכוּף</a:t>
            </a:r>
            <a:endParaRPr lang="en-US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13" name="Picture 12" descr="A group of men in military uniforms&#10;&#10;Description automatically generated">
            <a:extLst>
              <a:ext uri="{FF2B5EF4-FFF2-40B4-BE49-F238E27FC236}">
                <a16:creationId xmlns:a16="http://schemas.microsoft.com/office/drawing/2014/main" id="{61B9DBF6-7E4A-AE12-DA1E-C3228E6EF1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798" y="4949227"/>
            <a:ext cx="2971800" cy="198120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9DB74A6-B03F-227E-F78E-CFE855A4B10E}"/>
              </a:ext>
            </a:extLst>
          </p:cNvPr>
          <p:cNvSpPr/>
          <p:nvPr/>
        </p:nvSpPr>
        <p:spPr>
          <a:xfrm>
            <a:off x="1376124" y="4739968"/>
            <a:ext cx="2833735" cy="339304"/>
          </a:xfrm>
          <a:custGeom>
            <a:avLst/>
            <a:gdLst>
              <a:gd name="connsiteX0" fmla="*/ 0 w 2951430"/>
              <a:gd name="connsiteY0" fmla="*/ 474135 h 618990"/>
              <a:gd name="connsiteX1" fmla="*/ 1249378 w 2951430"/>
              <a:gd name="connsiteY1" fmla="*/ 30515 h 618990"/>
              <a:gd name="connsiteX2" fmla="*/ 2362955 w 2951430"/>
              <a:gd name="connsiteY2" fmla="*/ 102943 h 618990"/>
              <a:gd name="connsiteX3" fmla="*/ 2951430 w 2951430"/>
              <a:gd name="connsiteY3" fmla="*/ 618990 h 618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51430" h="618990">
                <a:moveTo>
                  <a:pt x="0" y="474135"/>
                </a:moveTo>
                <a:cubicBezTo>
                  <a:pt x="427776" y="283257"/>
                  <a:pt x="855552" y="92380"/>
                  <a:pt x="1249378" y="30515"/>
                </a:cubicBezTo>
                <a:cubicBezTo>
                  <a:pt x="1643204" y="-31350"/>
                  <a:pt x="2079280" y="4864"/>
                  <a:pt x="2362955" y="102943"/>
                </a:cubicBezTo>
                <a:cubicBezTo>
                  <a:pt x="2646630" y="201022"/>
                  <a:pt x="2799030" y="410006"/>
                  <a:pt x="2951430" y="61899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AutoShape 6" descr="Image of ">
            <a:extLst>
              <a:ext uri="{FF2B5EF4-FFF2-40B4-BE49-F238E27FC236}">
                <a16:creationId xmlns:a16="http://schemas.microsoft.com/office/drawing/2014/main" id="{69D122AC-2402-6A08-E867-941268CB7D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F7A1DDA-B0B5-0B87-FAEE-981B6E689C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327" t="33239" r="35162"/>
          <a:stretch/>
        </p:blipFill>
        <p:spPr>
          <a:xfrm flipH="1">
            <a:off x="2634559" y="4266537"/>
            <a:ext cx="742410" cy="1079922"/>
          </a:xfrm>
          <a:prstGeom prst="rect">
            <a:avLst/>
          </a:prstGeom>
        </p:spPr>
      </p:pic>
    </p:spTree>
  </p:cSld>
  <p:clrMapOvr>
    <a:masterClrMapping/>
  </p:clrMapOvr>
  <p:transition>
    <p:dissolv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3810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סוגים שונים של אילוצי הוֹגְנוּת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20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073552" y="934611"/>
                <a:ext cx="7391400" cy="4953000"/>
              </a:xfrm>
            </p:spPr>
            <p:txBody>
              <a:bodyPr>
                <a:noAutofit/>
              </a:bodyPr>
              <a:lstStyle/>
              <a:p>
                <a:pPr marL="0" indent="0">
                  <a:spcBef>
                    <a:spcPts val="0"/>
                  </a:spcBef>
                  <a:buNone/>
                </a:pPr>
                <a:r>
                  <a:rPr lang="he-IL" sz="2200">
                    <a:latin typeface="Gisha" panose="020B0502040204020203" pitchFamily="34" charset="-79"/>
                    <a:cs typeface="Gisha" panose="020B0502040204020203" pitchFamily="34" charset="-79"/>
                  </a:rPr>
                  <a:t>נגיד שריצה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200" i="1">
                            <a:latin typeface="Cambria Math"/>
                          </a:rPr>
                          <m:t>0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he-IL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e-IL" sz="2200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2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groupCh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200" i="1">
                            <a:latin typeface="Cambria Math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he-IL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e-IL" sz="2200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2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groupCh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200" i="1">
                            <a:latin typeface="Cambria Math"/>
                          </a:rPr>
                          <m:t>2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he-IL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e-IL" sz="2200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200" i="1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e>
                    </m:groupChr>
                    <m:r>
                      <a:rPr lang="en-US" sz="2200" i="1">
                        <a:latin typeface="Cambria Math"/>
                      </a:rPr>
                      <m:t>⋯</m:t>
                    </m:r>
                  </m:oMath>
                </a14:m>
                <a:r>
                  <a:rPr lang="he-IL" sz="2200">
                    <a:latin typeface="Gisha" panose="020B0502040204020203" pitchFamily="34" charset="-79"/>
                    <a:cs typeface="Gisha" panose="020B0502040204020203" pitchFamily="34" charset="-79"/>
                  </a:rPr>
                  <a:t> של מערכת מעברים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he-IL" sz="2200">
                    <a:latin typeface="Gisha" panose="020B0502040204020203" pitchFamily="34" charset="-79"/>
                    <a:cs typeface="Gisha" panose="020B0502040204020203" pitchFamily="34" charset="-79"/>
                  </a:rPr>
                  <a:t> היא:</a:t>
                </a:r>
              </a:p>
              <a:p>
                <a:pPr marL="320040" lvl="1" indent="0" defTabSz="773113">
                  <a:spcBef>
                    <a:spcPts val="600"/>
                  </a:spcBef>
                  <a:spcAft>
                    <a:spcPts val="2400"/>
                  </a:spcAft>
                  <a:buNone/>
                  <a:tabLst>
                    <a:tab pos="4211638" algn="l"/>
                  </a:tabLst>
                </a:pPr>
                <a:r>
                  <a:rPr lang="he-IL" sz="2200">
                    <a:latin typeface="Gisha" panose="020B0502040204020203" pitchFamily="34" charset="-79"/>
                    <a:cs typeface="Gisha" panose="020B0502040204020203" pitchFamily="34" charset="-79"/>
                  </a:rPr>
                  <a:t>הוגנת </a:t>
                </a:r>
                <a:r>
                  <a:rPr lang="he-IL" sz="22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ללא תנאי </a:t>
                </a:r>
                <a:r>
                  <a:rPr lang="he-IL" sz="2200">
                    <a:latin typeface="Gisha" panose="020B0502040204020203" pitchFamily="34" charset="-79"/>
                    <a:cs typeface="Gisha" panose="020B0502040204020203" pitchFamily="34" charset="-79"/>
                  </a:rPr>
                  <a:t>ביחס לקבוצת פעולות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 sz="2200" b="0">
                    <a:latin typeface="Gisha" panose="020B0502040204020203" pitchFamily="34" charset="-79"/>
                    <a:cs typeface="Gisha" panose="020B0502040204020203" pitchFamily="34" charset="-79"/>
                  </a:rPr>
                  <a:t> אם:</a:t>
                </a:r>
                <a:br>
                  <a:rPr lang="en-US" sz="2200" b="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br>
                  <a:rPr lang="en-US" sz="2200" b="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endParaRPr lang="he-IL" sz="2200" b="0" i="1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320040" lvl="1" indent="0">
                  <a:spcBef>
                    <a:spcPts val="3000"/>
                  </a:spcBef>
                  <a:spcAft>
                    <a:spcPts val="2400"/>
                  </a:spcAft>
                  <a:buNone/>
                </a:pPr>
                <a:r>
                  <a:rPr lang="he-IL" sz="2200">
                    <a:latin typeface="Gisha" panose="020B0502040204020203" pitchFamily="34" charset="-79"/>
                    <a:cs typeface="Gisha" panose="020B0502040204020203" pitchFamily="34" charset="-79"/>
                  </a:rPr>
                  <a:t>הוגנת </a:t>
                </a:r>
                <a:r>
                  <a:rPr lang="he-IL" sz="22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חזק</a:t>
                </a:r>
                <a:r>
                  <a:rPr lang="he-IL" sz="2200">
                    <a:latin typeface="Gisha" panose="020B0502040204020203" pitchFamily="34" charset="-79"/>
                    <a:cs typeface="Gisha" panose="020B0502040204020203" pitchFamily="34" charset="-79"/>
                  </a:rPr>
                  <a:t> ביחס לקבוצת פעולות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 sz="2200">
                    <a:latin typeface="Gisha" panose="020B0502040204020203" pitchFamily="34" charset="-79"/>
                    <a:cs typeface="Gisha" panose="020B0502040204020203" pitchFamily="34" charset="-79"/>
                  </a:rPr>
                  <a:t> אם:</a:t>
                </a:r>
                <a:r>
                  <a:rPr lang="en-US" sz="2200"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:br>
                  <a:rPr lang="en-US" sz="220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br>
                  <a:rPr lang="en-US" sz="220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br>
                  <a:rPr lang="en-US" sz="220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endParaRPr lang="en-US" sz="22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320040" lvl="1" indent="0">
                  <a:spcBef>
                    <a:spcPts val="1800"/>
                  </a:spcBef>
                  <a:spcAft>
                    <a:spcPts val="2400"/>
                  </a:spcAft>
                  <a:buNone/>
                </a:pPr>
                <a:r>
                  <a:rPr lang="he-IL" sz="2200">
                    <a:latin typeface="Gisha" panose="020B0502040204020203" pitchFamily="34" charset="-79"/>
                    <a:cs typeface="Gisha" panose="020B0502040204020203" pitchFamily="34" charset="-79"/>
                  </a:rPr>
                  <a:t>הוגנת </a:t>
                </a:r>
                <a:r>
                  <a:rPr lang="he-IL" sz="22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חלש</a:t>
                </a:r>
                <a:r>
                  <a:rPr lang="he-IL" sz="2200">
                    <a:latin typeface="Gisha" panose="020B0502040204020203" pitchFamily="34" charset="-79"/>
                    <a:cs typeface="Gisha" panose="020B0502040204020203" pitchFamily="34" charset="-79"/>
                  </a:rPr>
                  <a:t> ביחס לקבוצת פעולות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 sz="2200">
                    <a:latin typeface="Gisha" panose="020B0502040204020203" pitchFamily="34" charset="-79"/>
                    <a:cs typeface="Gisha" panose="020B0502040204020203" pitchFamily="34" charset="-79"/>
                  </a:rPr>
                  <a:t> אם: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073552" y="934611"/>
                <a:ext cx="7391400" cy="4953000"/>
              </a:xfrm>
              <a:blipFill>
                <a:blip r:embed="rId2"/>
                <a:stretch>
                  <a:fillRect l="-82" r="-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096337" y="1925211"/>
                <a:ext cx="6032644" cy="49487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320040" lvl="1" indent="0" defTabSz="773113">
                  <a:spcBef>
                    <a:spcPts val="1200"/>
                  </a:spcBef>
                  <a:spcAft>
                    <a:spcPts val="600"/>
                  </a:spcAft>
                  <a:buNone/>
                  <a:tabLst>
                    <a:tab pos="4211638" algn="l"/>
                  </a:tabLs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∃</m:t>
                              </m:r>
                            </m:e>
                            <m:lim>
                              <m: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lim>
                          </m:limLow>
                        </m:fName>
                        <m:e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. </m:t>
                          </m:r>
                          <m:sSub>
                            <m:sSubPr>
                              <m:ctrlP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func>
                    </m:oMath>
                  </m:oMathPara>
                </a14:m>
                <a:endParaRPr lang="en-US" sz="22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337" y="1925211"/>
                <a:ext cx="6032644" cy="4948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Brace 12"/>
          <p:cNvSpPr/>
          <p:nvPr/>
        </p:nvSpPr>
        <p:spPr>
          <a:xfrm rot="5400000">
            <a:off x="3052655" y="3184926"/>
            <a:ext cx="245414" cy="2362200"/>
          </a:xfrm>
          <a:prstGeom prst="rightBrace">
            <a:avLst>
              <a:gd name="adj1" fmla="val 26076"/>
              <a:gd name="adj2" fmla="val 47788"/>
            </a:avLst>
          </a:prstGeom>
          <a:ln>
            <a:solidFill>
              <a:srgbClr val="00206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191440" y="4409058"/>
                <a:ext cx="17947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>
                    <a:solidFill>
                      <a:srgbClr val="00206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מאופשרת תָּדִיר</a:t>
                </a:r>
                <a:endParaRPr lang="en-US">
                  <a:solidFill>
                    <a:srgbClr val="00206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440" y="4409058"/>
                <a:ext cx="1794722" cy="369332"/>
              </a:xfrm>
              <a:prstGeom prst="rect">
                <a:avLst/>
              </a:prstGeom>
              <a:blipFill>
                <a:blip r:embed="rId4"/>
                <a:stretch>
                  <a:fillRect l="-2373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84098" y="6336268"/>
                <a:ext cx="40565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he-IL">
                    <a:solidFill>
                      <a:srgbClr val="00206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בסופו של דבר,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>
                    <a:solidFill>
                      <a:srgbClr val="00206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מאופשרת כל הזמן, ברצף</a:t>
                </a:r>
                <a:endParaRPr lang="en-US">
                  <a:solidFill>
                    <a:srgbClr val="00206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098" y="6336268"/>
                <a:ext cx="4056560" cy="369332"/>
              </a:xfrm>
              <a:prstGeom prst="rect">
                <a:avLst/>
              </a:prstGeom>
              <a:blipFill>
                <a:blip r:embed="rId5"/>
                <a:stretch>
                  <a:fillRect l="-752" t="-8197" r="-120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Brace 15"/>
          <p:cNvSpPr/>
          <p:nvPr/>
        </p:nvSpPr>
        <p:spPr>
          <a:xfrm rot="5400000">
            <a:off x="3139335" y="4545884"/>
            <a:ext cx="232075" cy="3421380"/>
          </a:xfrm>
          <a:prstGeom prst="rightBrace">
            <a:avLst>
              <a:gd name="adj1" fmla="val 26076"/>
              <a:gd name="adj2" fmla="val 47788"/>
            </a:avLst>
          </a:prstGeom>
          <a:ln>
            <a:solidFill>
              <a:srgbClr val="00206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7" name="Right Brace 16"/>
          <p:cNvSpPr/>
          <p:nvPr/>
        </p:nvSpPr>
        <p:spPr>
          <a:xfrm rot="5400000">
            <a:off x="3806092" y="1841925"/>
            <a:ext cx="282678" cy="1401538"/>
          </a:xfrm>
          <a:prstGeom prst="rightBrace">
            <a:avLst>
              <a:gd name="adj1" fmla="val 26076"/>
              <a:gd name="adj2" fmla="val 47788"/>
            </a:avLst>
          </a:prstGeom>
          <a:ln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081606" y="2611011"/>
                <a:ext cx="15767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נבחרת תָּדִיר </a:t>
                </a:r>
                <a:endParaRPr lang="en-US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606" y="2611011"/>
                <a:ext cx="1576714" cy="369332"/>
              </a:xfrm>
              <a:prstGeom prst="rect">
                <a:avLst/>
              </a:prstGeom>
              <a:blipFill>
                <a:blip r:embed="rId6"/>
                <a:stretch>
                  <a:fillRect l="-2326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ight Brace 17"/>
          <p:cNvSpPr/>
          <p:nvPr/>
        </p:nvSpPr>
        <p:spPr>
          <a:xfrm rot="5400000">
            <a:off x="5319972" y="3659041"/>
            <a:ext cx="282678" cy="1401538"/>
          </a:xfrm>
          <a:prstGeom prst="rightBrace">
            <a:avLst>
              <a:gd name="adj1" fmla="val 26076"/>
              <a:gd name="adj2" fmla="val 47788"/>
            </a:avLst>
          </a:prstGeom>
          <a:ln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4595486" y="4451479"/>
                <a:ext cx="15767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נבחרת תָּדִיר </a:t>
                </a:r>
                <a:endParaRPr lang="en-US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5486" y="4451479"/>
                <a:ext cx="1576714" cy="369332"/>
              </a:xfrm>
              <a:prstGeom prst="rect">
                <a:avLst/>
              </a:prstGeom>
              <a:blipFill>
                <a:blip r:embed="rId7"/>
                <a:stretch>
                  <a:fillRect l="-231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109400" y="3630029"/>
                <a:ext cx="6032644" cy="61329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2E14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000" i="1">
                                      <a:solidFill>
                                        <a:srgbClr val="2E14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000" i="1">
                                          <a:solidFill>
                                            <a:srgbClr val="2E14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2E14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∃</m:t>
                                      </m:r>
                                    </m:e>
                                    <m:lim>
                                      <m:r>
                                        <a:rPr lang="en-US" sz="2000" i="1">
                                          <a:solidFill>
                                            <a:srgbClr val="2E14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∞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sz="2000" i="1">
                                      <a:solidFill>
                                        <a:srgbClr val="2E14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func>
                              <m:r>
                                <a:rPr lang="en-US" sz="2000" i="1">
                                  <a:solidFill>
                                    <a:srgbClr val="2E14F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i="1" smtClean="0">
                                  <a:solidFill>
                                    <a:srgbClr val="2E14F0"/>
                                  </a:solidFill>
                                  <a:latin typeface="Cambria Math" panose="02040503050406030204" pitchFamily="18" charset="0"/>
                                </a:rPr>
                                <m:t>𝑝𝑜𝑠𝑡</m:t>
                              </m:r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2E14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rgbClr val="2E14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2E14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rgbClr val="2E14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solidFill>
                                        <a:srgbClr val="2E14F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solidFill>
                                        <a:srgbClr val="2E14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  <m:r>
                                <a:rPr lang="en-US" sz="2000" i="1">
                                  <a:solidFill>
                                    <a:srgbClr val="2E14F0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sz="2000" i="1">
                                  <a:solidFill>
                                    <a:srgbClr val="2E14F0"/>
                                  </a:solidFill>
                                  <a:latin typeface="Cambria Math" panose="02040503050406030204" pitchFamily="18" charset="0"/>
                                </a:rPr>
                                <m:t>∅</m:t>
                              </m:r>
                            </m:e>
                          </m:d>
                        </m:fName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⇒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∃</m:t>
                                      </m:r>
                                    </m:e>
                                    <m:lim>
                                      <m:r>
                                        <a:rPr 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∞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. 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400" y="3630029"/>
                <a:ext cx="6032644" cy="6132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Brace 19"/>
          <p:cNvSpPr/>
          <p:nvPr/>
        </p:nvSpPr>
        <p:spPr>
          <a:xfrm rot="5400000">
            <a:off x="6158172" y="5521330"/>
            <a:ext cx="282678" cy="1401538"/>
          </a:xfrm>
          <a:prstGeom prst="rightBrace">
            <a:avLst>
              <a:gd name="adj1" fmla="val 26076"/>
              <a:gd name="adj2" fmla="val 47788"/>
            </a:avLst>
          </a:prstGeom>
          <a:ln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5433686" y="6313768"/>
                <a:ext cx="15767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נבחרת תָּדִיר </a:t>
                </a:r>
                <a:endParaRPr lang="en-US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686" y="6313768"/>
                <a:ext cx="1576714" cy="369332"/>
              </a:xfrm>
              <a:prstGeom prst="rect">
                <a:avLst/>
              </a:prstGeom>
              <a:blipFill>
                <a:blip r:embed="rId9"/>
                <a:stretch>
                  <a:fillRect l="-1931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113681" y="5506611"/>
                <a:ext cx="6028363" cy="6096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320040" lvl="1" indent="0" algn="l" rtl="0">
                  <a:spcBef>
                    <a:spcPts val="12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200" i="1" smtClean="0">
                              <a:solidFill>
                                <a:srgbClr val="2E14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solidFill>
                                <a:srgbClr val="2E14F0"/>
                              </a:solidFill>
                              <a:latin typeface="Cambria Math" panose="02040503050406030204" pitchFamily="18" charset="0"/>
                            </a:rPr>
                            <m:t>∃</m:t>
                          </m:r>
                          <m:r>
                            <a:rPr lang="en-US" sz="2200" i="1">
                              <a:solidFill>
                                <a:srgbClr val="2E14F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200" i="1">
                              <a:solidFill>
                                <a:srgbClr val="2E14F0"/>
                              </a:solidFill>
                              <a:latin typeface="Cambria Math" panose="02040503050406030204" pitchFamily="18" charset="0"/>
                            </a:rPr>
                            <m:t> .  ∀</m:t>
                          </m:r>
                          <m:r>
                            <a:rPr lang="en-US" sz="2200" i="1">
                              <a:solidFill>
                                <a:srgbClr val="2E14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solidFill>
                                <a:srgbClr val="2E14F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200" i="1" smtClean="0">
                              <a:solidFill>
                                <a:srgbClr val="2E14F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200" i="1" smtClean="0">
                              <a:solidFill>
                                <a:srgbClr val="2E14F0"/>
                              </a:solidFill>
                              <a:latin typeface="Cambria Math" panose="02040503050406030204" pitchFamily="18" charset="0"/>
                            </a:rPr>
                            <m:t> .  </m:t>
                          </m:r>
                          <m:r>
                            <a:rPr lang="en-US" sz="2200" i="1">
                              <a:solidFill>
                                <a:srgbClr val="2E14F0"/>
                              </a:solidFill>
                              <a:latin typeface="Cambria Math" panose="02040503050406030204" pitchFamily="18" charset="0"/>
                            </a:rPr>
                            <m:t>𝑝𝑜𝑠𝑡</m:t>
                          </m:r>
                          <m:d>
                            <m:dPr>
                              <m:ctrlPr>
                                <a:rPr lang="en-US" sz="2200" i="1">
                                  <a:solidFill>
                                    <a:srgbClr val="2E14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rgbClr val="2E14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solidFill>
                                        <a:srgbClr val="2E14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solidFill>
                                        <a:srgbClr val="2E14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200" i="1">
                                  <a:solidFill>
                                    <a:srgbClr val="2E14F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solidFill>
                                    <a:srgbClr val="2E14F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sz="2200" i="1">
                              <a:solidFill>
                                <a:srgbClr val="2E14F0"/>
                              </a:solidFill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2200" i="1">
                              <a:solidFill>
                                <a:srgbClr val="2E14F0"/>
                              </a:solidFill>
                              <a:latin typeface="Cambria Math" panose="02040503050406030204" pitchFamily="18" charset="0"/>
                            </a:rPr>
                            <m:t>∅</m:t>
                          </m:r>
                        </m:e>
                      </m:d>
                      <m:r>
                        <a:rPr lang="en-US" sz="2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a:rPr lang="en-US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∃</m:t>
                                  </m:r>
                                </m:e>
                                <m:lim>
                                  <m:r>
                                    <a:rPr lang="en-US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. 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2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681" y="5506611"/>
                <a:ext cx="6028363" cy="6096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12" descr="[cut output image]"/>
          <p:cNvPicPr>
            <a:picLocks noChangeAspect="1" noChangeArrowheads="1" noCrop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16" y="4709124"/>
            <a:ext cx="1371600" cy="90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Related image"/>
          <p:cNvPicPr>
            <a:picLocks noChangeAspect="1" noChangeArrowheads="1" noCrop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16" y="2826755"/>
            <a:ext cx="1322300" cy="1013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8912130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381000"/>
            <a:ext cx="7772400" cy="1143000"/>
          </a:xfrm>
        </p:spPr>
        <p:txBody>
          <a:bodyPr/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סוגים שונים של אילוצי הוֹגְנוּת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21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073552" y="934611"/>
                <a:ext cx="7391400" cy="4953000"/>
              </a:xfrm>
            </p:spPr>
            <p:txBody>
              <a:bodyPr>
                <a:noAutofit/>
              </a:bodyPr>
              <a:lstStyle/>
              <a:p>
                <a:pPr marL="0" indent="0">
                  <a:spcBef>
                    <a:spcPts val="0"/>
                  </a:spcBef>
                  <a:buNone/>
                </a:pPr>
                <a:r>
                  <a:rPr lang="he-IL" sz="22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נגיד שריצה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200" i="1">
                            <a:latin typeface="Cambria Math"/>
                          </a:rPr>
                          <m:t>0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he-IL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e-IL" sz="2200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2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groupCh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200" i="1">
                            <a:latin typeface="Cambria Math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he-IL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e-IL" sz="2200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2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groupCh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200" i="1">
                            <a:latin typeface="Cambria Math"/>
                          </a:rPr>
                          <m:t>2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he-IL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e-IL" sz="2200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200" i="1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e>
                    </m:groupChr>
                    <m:r>
                      <a:rPr lang="en-US" sz="2200" i="1">
                        <a:latin typeface="Cambria Math"/>
                      </a:rPr>
                      <m:t>⋯</m:t>
                    </m:r>
                  </m:oMath>
                </a14:m>
                <a:r>
                  <a:rPr lang="he-IL" sz="22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של מערכת מעברים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he-IL" sz="22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היא:</a:t>
                </a:r>
              </a:p>
              <a:p>
                <a:pPr marL="320040" lvl="1" indent="0" defTabSz="773113">
                  <a:spcBef>
                    <a:spcPts val="600"/>
                  </a:spcBef>
                  <a:spcAft>
                    <a:spcPts val="2400"/>
                  </a:spcAft>
                  <a:buNone/>
                  <a:tabLst>
                    <a:tab pos="4211638" algn="l"/>
                  </a:tabLst>
                </a:pPr>
                <a:r>
                  <a:rPr lang="he-IL" sz="22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הוגנת </a:t>
                </a:r>
                <a:r>
                  <a:rPr lang="he-IL" sz="2200" dirty="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ללא תנאי </a:t>
                </a:r>
                <a:r>
                  <a:rPr lang="he-IL" sz="22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ביחס לקבוצת פעולות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 sz="2200" b="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אם:</a:t>
                </a:r>
                <a:br>
                  <a:rPr lang="en-US" sz="2200" b="0" dirty="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br>
                  <a:rPr lang="en-US" sz="2200" b="0" dirty="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endParaRPr lang="he-IL" sz="2200" b="0" i="1" dirty="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320040" lvl="1" indent="0">
                  <a:spcBef>
                    <a:spcPts val="3000"/>
                  </a:spcBef>
                  <a:spcAft>
                    <a:spcPts val="2400"/>
                  </a:spcAft>
                  <a:buNone/>
                </a:pPr>
                <a:r>
                  <a:rPr lang="he-IL" sz="22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הוגנת </a:t>
                </a:r>
                <a:r>
                  <a:rPr lang="he-IL" sz="2200" dirty="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חזק</a:t>
                </a:r>
                <a:r>
                  <a:rPr lang="he-IL" sz="22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ביחס לקבוצת פעולות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 sz="22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אם:</a:t>
                </a:r>
                <a:r>
                  <a:rPr lang="en-US" sz="22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:br>
                  <a:rPr lang="en-US" sz="2200" dirty="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br>
                  <a:rPr lang="en-US" sz="2200" dirty="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br>
                  <a:rPr lang="en-US" sz="2200" dirty="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endParaRPr lang="en-US" sz="22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320040" lvl="1" indent="0">
                  <a:spcBef>
                    <a:spcPts val="1800"/>
                  </a:spcBef>
                  <a:spcAft>
                    <a:spcPts val="2400"/>
                  </a:spcAft>
                  <a:buNone/>
                </a:pPr>
                <a:r>
                  <a:rPr lang="he-IL" sz="22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הוגנת </a:t>
                </a:r>
                <a:r>
                  <a:rPr lang="he-IL" sz="2200" dirty="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חלש</a:t>
                </a:r>
                <a:r>
                  <a:rPr lang="he-IL" sz="22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ביחס לקבוצת פעולות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 sz="22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אם: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073552" y="934611"/>
                <a:ext cx="7391400" cy="4953000"/>
              </a:xfrm>
              <a:blipFill>
                <a:blip r:embed="rId2"/>
                <a:stretch>
                  <a:fillRect l="-82" r="-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096337" y="1925211"/>
                <a:ext cx="6032644" cy="49487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320040" lvl="1" indent="0" defTabSz="773113">
                  <a:spcBef>
                    <a:spcPts val="1200"/>
                  </a:spcBef>
                  <a:spcAft>
                    <a:spcPts val="600"/>
                  </a:spcAft>
                  <a:buNone/>
                  <a:tabLst>
                    <a:tab pos="4211638" algn="l"/>
                  </a:tabLs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∃</m:t>
                              </m:r>
                            </m:e>
                            <m:lim>
                              <m: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lim>
                          </m:limLow>
                        </m:fName>
                        <m:e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. </m:t>
                          </m:r>
                          <m:sSub>
                            <m:sSubPr>
                              <m:ctrlP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func>
                    </m:oMath>
                  </m:oMathPara>
                </a14:m>
                <a:endParaRPr lang="en-US" sz="22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337" y="1925211"/>
                <a:ext cx="6032644" cy="4948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Brace 12"/>
          <p:cNvSpPr/>
          <p:nvPr/>
        </p:nvSpPr>
        <p:spPr>
          <a:xfrm rot="5400000">
            <a:off x="3052655" y="3184926"/>
            <a:ext cx="245414" cy="2362200"/>
          </a:xfrm>
          <a:prstGeom prst="rightBrace">
            <a:avLst>
              <a:gd name="adj1" fmla="val 26076"/>
              <a:gd name="adj2" fmla="val 47788"/>
            </a:avLst>
          </a:prstGeom>
          <a:ln>
            <a:solidFill>
              <a:srgbClr val="00206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191440" y="4409058"/>
                <a:ext cx="17947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 dirty="0">
                    <a:solidFill>
                      <a:srgbClr val="00206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מאופשרת תָּדִיר</a:t>
                </a:r>
                <a:endParaRPr lang="en-US" dirty="0">
                  <a:solidFill>
                    <a:srgbClr val="00206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440" y="4409058"/>
                <a:ext cx="1794722" cy="369332"/>
              </a:xfrm>
              <a:prstGeom prst="rect">
                <a:avLst/>
              </a:prstGeom>
              <a:blipFill>
                <a:blip r:embed="rId4"/>
                <a:stretch>
                  <a:fillRect l="-2373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84098" y="6336268"/>
                <a:ext cx="40565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he-IL">
                    <a:solidFill>
                      <a:srgbClr val="00206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בסופו של דבר,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>
                    <a:solidFill>
                      <a:srgbClr val="00206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מאופשרת כל הזמן, ברצף</a:t>
                </a:r>
                <a:endParaRPr lang="en-US">
                  <a:solidFill>
                    <a:srgbClr val="00206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098" y="6336268"/>
                <a:ext cx="4056560" cy="369332"/>
              </a:xfrm>
              <a:prstGeom prst="rect">
                <a:avLst/>
              </a:prstGeom>
              <a:blipFill>
                <a:blip r:embed="rId5"/>
                <a:stretch>
                  <a:fillRect l="-752" t="-8197" r="-120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Brace 15"/>
          <p:cNvSpPr/>
          <p:nvPr/>
        </p:nvSpPr>
        <p:spPr>
          <a:xfrm rot="5400000">
            <a:off x="3139335" y="4545884"/>
            <a:ext cx="232075" cy="3421380"/>
          </a:xfrm>
          <a:prstGeom prst="rightBrace">
            <a:avLst>
              <a:gd name="adj1" fmla="val 26076"/>
              <a:gd name="adj2" fmla="val 47788"/>
            </a:avLst>
          </a:prstGeom>
          <a:ln>
            <a:solidFill>
              <a:srgbClr val="00206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7" name="Right Brace 16"/>
          <p:cNvSpPr/>
          <p:nvPr/>
        </p:nvSpPr>
        <p:spPr>
          <a:xfrm rot="5400000">
            <a:off x="3806092" y="1841925"/>
            <a:ext cx="282678" cy="1401538"/>
          </a:xfrm>
          <a:prstGeom prst="rightBrace">
            <a:avLst>
              <a:gd name="adj1" fmla="val 26076"/>
              <a:gd name="adj2" fmla="val 47788"/>
            </a:avLst>
          </a:prstGeom>
          <a:ln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081606" y="2611011"/>
                <a:ext cx="15767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נבחרת תָּדִיר </a:t>
                </a:r>
                <a:endParaRPr lang="en-US" dirty="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606" y="2611011"/>
                <a:ext cx="1576714" cy="369332"/>
              </a:xfrm>
              <a:prstGeom prst="rect">
                <a:avLst/>
              </a:prstGeom>
              <a:blipFill>
                <a:blip r:embed="rId6"/>
                <a:stretch>
                  <a:fillRect l="-2326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ight Brace 17"/>
          <p:cNvSpPr/>
          <p:nvPr/>
        </p:nvSpPr>
        <p:spPr>
          <a:xfrm rot="5400000">
            <a:off x="5319972" y="3659041"/>
            <a:ext cx="282678" cy="1401538"/>
          </a:xfrm>
          <a:prstGeom prst="rightBrace">
            <a:avLst>
              <a:gd name="adj1" fmla="val 26076"/>
              <a:gd name="adj2" fmla="val 47788"/>
            </a:avLst>
          </a:prstGeom>
          <a:ln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4595486" y="4451479"/>
                <a:ext cx="15767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נבחרת תָּדִיר </a:t>
                </a:r>
                <a:endParaRPr lang="en-US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5486" y="4451479"/>
                <a:ext cx="1576714" cy="369332"/>
              </a:xfrm>
              <a:prstGeom prst="rect">
                <a:avLst/>
              </a:prstGeom>
              <a:blipFill>
                <a:blip r:embed="rId7"/>
                <a:stretch>
                  <a:fillRect l="-231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1109400" y="3630029"/>
                <a:ext cx="6032644" cy="61329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2E14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000" i="1">
                                      <a:solidFill>
                                        <a:srgbClr val="2E14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000" i="1">
                                          <a:solidFill>
                                            <a:srgbClr val="2E14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2E14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∃</m:t>
                                      </m:r>
                                    </m:e>
                                    <m:lim>
                                      <m:r>
                                        <a:rPr lang="en-US" sz="2000" i="1">
                                          <a:solidFill>
                                            <a:srgbClr val="2E14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∞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sz="2000" i="1">
                                      <a:solidFill>
                                        <a:srgbClr val="2E14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func>
                              <m:r>
                                <a:rPr lang="en-US" sz="2000" i="1">
                                  <a:solidFill>
                                    <a:srgbClr val="2E14F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i="1" smtClean="0">
                                  <a:solidFill>
                                    <a:srgbClr val="2E14F0"/>
                                  </a:solidFill>
                                  <a:latin typeface="Cambria Math" panose="02040503050406030204" pitchFamily="18" charset="0"/>
                                </a:rPr>
                                <m:t>𝑝𝑜𝑠𝑡</m:t>
                              </m:r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2E14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rgbClr val="2E14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2E14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rgbClr val="2E14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solidFill>
                                        <a:srgbClr val="2E14F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solidFill>
                                        <a:srgbClr val="2E14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  <m:r>
                                <a:rPr lang="en-US" sz="2000" i="1">
                                  <a:solidFill>
                                    <a:srgbClr val="2E14F0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sz="2000" i="1">
                                  <a:solidFill>
                                    <a:srgbClr val="2E14F0"/>
                                  </a:solidFill>
                                  <a:latin typeface="Cambria Math" panose="02040503050406030204" pitchFamily="18" charset="0"/>
                                </a:rPr>
                                <m:t>∅</m:t>
                              </m:r>
                            </m:e>
                          </m:d>
                        </m:fName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⇒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∃</m:t>
                                      </m:r>
                                    </m:e>
                                    <m:lim>
                                      <m:r>
                                        <a:rPr 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∞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. 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400" y="3630029"/>
                <a:ext cx="6032644" cy="6132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Brace 19"/>
          <p:cNvSpPr/>
          <p:nvPr/>
        </p:nvSpPr>
        <p:spPr>
          <a:xfrm rot="5400000">
            <a:off x="6158172" y="5521330"/>
            <a:ext cx="282678" cy="1401538"/>
          </a:xfrm>
          <a:prstGeom prst="rightBrace">
            <a:avLst>
              <a:gd name="adj1" fmla="val 26076"/>
              <a:gd name="adj2" fmla="val 47788"/>
            </a:avLst>
          </a:prstGeom>
          <a:ln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5433686" y="6313768"/>
                <a:ext cx="15767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נבחרת תָּדִיר </a:t>
                </a:r>
                <a:endParaRPr lang="en-US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686" y="6313768"/>
                <a:ext cx="1576714" cy="369332"/>
              </a:xfrm>
              <a:prstGeom prst="rect">
                <a:avLst/>
              </a:prstGeom>
              <a:blipFill>
                <a:blip r:embed="rId9"/>
                <a:stretch>
                  <a:fillRect l="-1931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113681" y="5506611"/>
                <a:ext cx="6028363" cy="6096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320040" lvl="1" indent="0" algn="l" rtl="0">
                  <a:spcBef>
                    <a:spcPts val="12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200" i="1" smtClean="0">
                              <a:solidFill>
                                <a:srgbClr val="2E14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solidFill>
                                <a:srgbClr val="2E14F0"/>
                              </a:solidFill>
                              <a:latin typeface="Cambria Math" panose="02040503050406030204" pitchFamily="18" charset="0"/>
                            </a:rPr>
                            <m:t>∃</m:t>
                          </m:r>
                          <m:r>
                            <a:rPr lang="en-US" sz="2200" i="1">
                              <a:solidFill>
                                <a:srgbClr val="2E14F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200" i="1">
                              <a:solidFill>
                                <a:srgbClr val="2E14F0"/>
                              </a:solidFill>
                              <a:latin typeface="Cambria Math" panose="02040503050406030204" pitchFamily="18" charset="0"/>
                            </a:rPr>
                            <m:t> .  ∀</m:t>
                          </m:r>
                          <m:r>
                            <a:rPr lang="en-US" sz="2200" i="1">
                              <a:solidFill>
                                <a:srgbClr val="2E14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solidFill>
                                <a:srgbClr val="2E14F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200" i="1" smtClean="0">
                              <a:solidFill>
                                <a:srgbClr val="2E14F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200" i="1" smtClean="0">
                              <a:solidFill>
                                <a:srgbClr val="2E14F0"/>
                              </a:solidFill>
                              <a:latin typeface="Cambria Math" panose="02040503050406030204" pitchFamily="18" charset="0"/>
                            </a:rPr>
                            <m:t> .  </m:t>
                          </m:r>
                          <m:r>
                            <a:rPr lang="en-US" sz="2200" i="1">
                              <a:solidFill>
                                <a:srgbClr val="2E14F0"/>
                              </a:solidFill>
                              <a:latin typeface="Cambria Math" panose="02040503050406030204" pitchFamily="18" charset="0"/>
                            </a:rPr>
                            <m:t>𝑝𝑜𝑠𝑡</m:t>
                          </m:r>
                          <m:d>
                            <m:dPr>
                              <m:ctrlPr>
                                <a:rPr lang="en-US" sz="2200" i="1">
                                  <a:solidFill>
                                    <a:srgbClr val="2E14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rgbClr val="2E14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solidFill>
                                        <a:srgbClr val="2E14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solidFill>
                                        <a:srgbClr val="2E14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200" i="1">
                                  <a:solidFill>
                                    <a:srgbClr val="2E14F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solidFill>
                                    <a:srgbClr val="2E14F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sz="2200" i="1">
                              <a:solidFill>
                                <a:srgbClr val="2E14F0"/>
                              </a:solidFill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2200" i="1">
                              <a:solidFill>
                                <a:srgbClr val="2E14F0"/>
                              </a:solidFill>
                              <a:latin typeface="Cambria Math" panose="02040503050406030204" pitchFamily="18" charset="0"/>
                            </a:rPr>
                            <m:t>∅</m:t>
                          </m:r>
                        </m:e>
                      </m:d>
                      <m:r>
                        <a:rPr lang="en-US" sz="2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a:rPr lang="en-US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∃</m:t>
                                  </m:r>
                                </m:e>
                                <m:lim>
                                  <m:r>
                                    <a:rPr lang="en-US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. 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200" dirty="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681" y="5506611"/>
                <a:ext cx="6028363" cy="6096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071E7C8C-D308-2A2C-1621-7A7C5C77CA0F}"/>
                  </a:ext>
                </a:extLst>
              </p14:cNvPr>
              <p14:cNvContentPartPr/>
              <p14:nvPr/>
            </p14:nvContentPartPr>
            <p14:xfrm>
              <a:off x="-1779718" y="6138370"/>
              <a:ext cx="360" cy="36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071E7C8C-D308-2A2C-1621-7A7C5C77CA0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-1788718" y="612973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A13B3633-513B-523A-6E25-91D0167A2400}"/>
                  </a:ext>
                </a:extLst>
              </p14:cNvPr>
              <p14:cNvContentPartPr/>
              <p14:nvPr/>
            </p14:nvContentPartPr>
            <p14:xfrm>
              <a:off x="-1071958" y="6253570"/>
              <a:ext cx="360" cy="36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A13B3633-513B-523A-6E25-91D0167A240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-1080598" y="624493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1715445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יחסים בין אילוצי הוֹגְנוּת על ריצה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22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4800" y="1371600"/>
                <a:ext cx="8534400" cy="4953000"/>
              </a:xfrm>
            </p:spPr>
            <p:txBody>
              <a:bodyPr>
                <a:noAutofit/>
              </a:bodyPr>
              <a:lstStyle/>
              <a:p>
                <a:pPr marL="0" indent="0" algn="ctr">
                  <a:buNone/>
                </a:pPr>
                <a:r>
                  <a:rPr lang="he-IL" sz="28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ריצה מקיימת הוֹגְנוּת בלתי מותנית</a:t>
                </a:r>
              </a:p>
              <a:p>
                <a:pPr marL="320040" lvl="1" indent="0" algn="ctr"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מבוצעת באופן תָּכוּף (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infinitely often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)</a:t>
                </a:r>
                <a:endParaRPr lang="he-IL" sz="4000" i="1">
                  <a:latin typeface="Gisha" panose="020B0502040204020203" pitchFamily="34" charset="-79"/>
                  <a:ea typeface="Cambria Math"/>
                  <a:cs typeface="Gisha" panose="020B0502040204020203" pitchFamily="34" charset="-79"/>
                </a:endParaRPr>
              </a:p>
              <a:p>
                <a:pPr marL="320040" lvl="1" indent="0" algn="ctr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4000" i="1" smtClean="0">
                          <a:solidFill>
                            <a:srgbClr val="0000FF"/>
                          </a:solidFill>
                          <a:latin typeface="Cambria Math"/>
                          <a:ea typeface="Cambria Math"/>
                        </a:rPr>
                        <m:t>⇓</m:t>
                      </m:r>
                    </m:oMath>
                  </m:oMathPara>
                </a14:m>
                <a:endParaRPr lang="he-IL" sz="4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>
                  <a:buNone/>
                </a:pPr>
                <a:r>
                  <a:rPr lang="he-IL" sz="28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ריצה מקיימת הוֹגְנוּת חזקה</a:t>
                </a:r>
              </a:p>
              <a:p>
                <a:pPr marL="320040" lvl="1" indent="0" algn="ctr">
                  <a:spcAft>
                    <a:spcPts val="1200"/>
                  </a:spcAft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אם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מאופשרת באופן תָּכוּף (לא בהכרח כל הזמן) </a:t>
                </a:r>
                <a:b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אז היא מבוצעת באופן תָּכוּף</a:t>
                </a:r>
                <a:endParaRPr lang="he-IL" sz="4000" i="1">
                  <a:latin typeface="Gisha" panose="020B0502040204020203" pitchFamily="34" charset="-79"/>
                  <a:ea typeface="Cambria Math"/>
                  <a:cs typeface="Gisha" panose="020B0502040204020203" pitchFamily="34" charset="-79"/>
                </a:endParaRPr>
              </a:p>
              <a:p>
                <a:pPr marL="320040" lvl="1" indent="0" algn="ctr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4000" i="1" smtClean="0">
                          <a:solidFill>
                            <a:srgbClr val="0000FF"/>
                          </a:solidFill>
                          <a:latin typeface="Cambria Math"/>
                          <a:ea typeface="Cambria Math"/>
                        </a:rPr>
                        <m:t>⇓</m:t>
                      </m:r>
                    </m:oMath>
                  </m:oMathPara>
                </a14:m>
                <a:endParaRPr lang="he-IL" sz="4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>
                  <a:buNone/>
                </a:pPr>
                <a:r>
                  <a:rPr lang="he-IL" sz="28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ריצה מקיימת הוֹגְנוּת חלשה</a:t>
                </a:r>
              </a:p>
              <a:p>
                <a:pPr marL="320040" lvl="1" indent="0" algn="ctr"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אם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מאופשרת בְּרֶצֶף (מרגע מסוים אין ביטול של הָאִפְשׁוּר)</a:t>
                </a:r>
                <a:b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אז היא מבוצעת באופן תָּכוּף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4800" y="1371600"/>
                <a:ext cx="8534400" cy="4953000"/>
              </a:xfrm>
              <a:blipFill>
                <a:blip r:embed="rId2"/>
                <a:stretch>
                  <a:fillRect t="-1353" b="-4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דוגמאות לריצות בלתי הוֹגְנוּת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23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5" name="Group 32"/>
          <p:cNvGrpSpPr/>
          <p:nvPr/>
        </p:nvGrpSpPr>
        <p:grpSpPr>
          <a:xfrm>
            <a:off x="1127296" y="1582234"/>
            <a:ext cx="7102308" cy="4361370"/>
            <a:chOff x="609600" y="1447800"/>
            <a:chExt cx="8001000" cy="4953000"/>
          </a:xfrm>
        </p:grpSpPr>
        <p:sp>
          <p:nvSpPr>
            <p:cNvPr id="9" name="Rounded Rectangle 8"/>
            <p:cNvSpPr/>
            <p:nvPr/>
          </p:nvSpPr>
          <p:spPr>
            <a:xfrm>
              <a:off x="3810000" y="1600200"/>
              <a:ext cx="1524000" cy="457200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accent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n</a:t>
              </a:r>
              <a:r>
                <a:rPr lang="en-US" sz="1400" baseline="-25000">
                  <a:solidFill>
                    <a:schemeClr val="accent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  <a:r>
                <a:rPr lang="en-US" sz="1400">
                  <a:latin typeface="Gisha" panose="020B0502040204020203" pitchFamily="34" charset="-79"/>
                  <a:cs typeface="Gisha" panose="020B0502040204020203" pitchFamily="34" charset="-79"/>
                </a:rPr>
                <a:t>, </a:t>
              </a:r>
              <a:r>
                <a: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n</a:t>
              </a:r>
              <a:r>
                <a:rPr lang="en-US" sz="1400" baseline="-25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  <a:r>
                <a:rPr lang="en-US" sz="1400">
                  <a:latin typeface="Gisha" panose="020B0502040204020203" pitchFamily="34" charset="-79"/>
                  <a:cs typeface="Gisha" panose="020B0502040204020203" pitchFamily="34" charset="-79"/>
                </a:rPr>
                <a:t>, y=1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514600" y="2971800"/>
              <a:ext cx="1524000" cy="457200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accent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w</a:t>
              </a:r>
              <a:r>
                <a:rPr lang="en-US" sz="1400" baseline="-25000">
                  <a:solidFill>
                    <a:schemeClr val="accent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  <a:r>
                <a:rPr lang="en-US" sz="1400">
                  <a:latin typeface="Gisha" panose="020B0502040204020203" pitchFamily="34" charset="-79"/>
                  <a:cs typeface="Gisha" panose="020B0502040204020203" pitchFamily="34" charset="-79"/>
                </a:rPr>
                <a:t>, </a:t>
              </a:r>
              <a:r>
                <a: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n</a:t>
              </a:r>
              <a:r>
                <a:rPr lang="en-US" sz="1400" baseline="-25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  <a:r>
                <a:rPr lang="en-US" sz="1400">
                  <a:latin typeface="Gisha" panose="020B0502040204020203" pitchFamily="34" charset="-79"/>
                  <a:cs typeface="Gisha" panose="020B0502040204020203" pitchFamily="34" charset="-79"/>
                </a:rPr>
                <a:t>, y=1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105400" y="2971800"/>
              <a:ext cx="1524000" cy="457200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accent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n</a:t>
              </a:r>
              <a:r>
                <a:rPr lang="en-US" sz="1400" baseline="-25000">
                  <a:solidFill>
                    <a:schemeClr val="accent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  <a:r>
                <a:rPr lang="en-US" sz="1400">
                  <a:latin typeface="Gisha" panose="020B0502040204020203" pitchFamily="34" charset="-79"/>
                  <a:cs typeface="Gisha" panose="020B0502040204020203" pitchFamily="34" charset="-79"/>
                </a:rPr>
                <a:t>, </a:t>
              </a:r>
              <a:r>
                <a: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w</a:t>
              </a:r>
              <a:r>
                <a:rPr lang="en-US" sz="1400" baseline="-25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  <a:r>
                <a:rPr lang="en-US" sz="1400">
                  <a:latin typeface="Gisha" panose="020B0502040204020203" pitchFamily="34" charset="-79"/>
                  <a:cs typeface="Gisha" panose="020B0502040204020203" pitchFamily="34" charset="-79"/>
                </a:rPr>
                <a:t>, y=1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771900" y="4419600"/>
              <a:ext cx="1600200" cy="457200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accent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w</a:t>
              </a:r>
              <a:r>
                <a:rPr lang="en-US" sz="1400" baseline="-25000">
                  <a:solidFill>
                    <a:schemeClr val="accent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  <a:r>
                <a:rPr lang="en-US" sz="1400">
                  <a:latin typeface="Gisha" panose="020B0502040204020203" pitchFamily="34" charset="-79"/>
                  <a:cs typeface="Gisha" panose="020B0502040204020203" pitchFamily="34" charset="-79"/>
                </a:rPr>
                <a:t>, </a:t>
              </a:r>
              <a:r>
                <a: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w</a:t>
              </a:r>
              <a:r>
                <a:rPr lang="en-US" sz="1400" baseline="-25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  <a:r>
                <a:rPr lang="en-US" sz="1400">
                  <a:latin typeface="Gisha" panose="020B0502040204020203" pitchFamily="34" charset="-79"/>
                  <a:cs typeface="Gisha" panose="020B0502040204020203" pitchFamily="34" charset="-79"/>
                </a:rPr>
                <a:t>, y=1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09600" y="4419600"/>
              <a:ext cx="1524000" cy="457200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accent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c</a:t>
              </a:r>
              <a:r>
                <a:rPr lang="en-US" sz="1400" baseline="-25000">
                  <a:solidFill>
                    <a:schemeClr val="accent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  <a:r>
                <a:rPr lang="en-US" sz="1400">
                  <a:latin typeface="Gisha" panose="020B0502040204020203" pitchFamily="34" charset="-79"/>
                  <a:cs typeface="Gisha" panose="020B0502040204020203" pitchFamily="34" charset="-79"/>
                </a:rPr>
                <a:t>, </a:t>
              </a:r>
              <a:r>
                <a: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n</a:t>
              </a:r>
              <a:r>
                <a:rPr lang="en-US" sz="1400" baseline="-25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  <a:r>
                <a:rPr lang="en-US" sz="1400">
                  <a:latin typeface="Gisha" panose="020B0502040204020203" pitchFamily="34" charset="-79"/>
                  <a:cs typeface="Gisha" panose="020B0502040204020203" pitchFamily="34" charset="-79"/>
                </a:rPr>
                <a:t>, y=0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7086600" y="4419600"/>
              <a:ext cx="1524000" cy="457200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accent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n</a:t>
              </a:r>
              <a:r>
                <a:rPr lang="en-US" sz="1400" baseline="-25000">
                  <a:solidFill>
                    <a:schemeClr val="accent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  <a:r>
                <a:rPr lang="en-US" sz="1400">
                  <a:latin typeface="Gisha" panose="020B0502040204020203" pitchFamily="34" charset="-79"/>
                  <a:cs typeface="Gisha" panose="020B0502040204020203" pitchFamily="34" charset="-79"/>
                </a:rPr>
                <a:t>, </a:t>
              </a:r>
              <a:r>
                <a: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c</a:t>
              </a:r>
              <a:r>
                <a:rPr lang="en-US" sz="1400" baseline="-25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  <a:r>
                <a:rPr lang="en-US" sz="1400">
                  <a:latin typeface="Gisha" panose="020B0502040204020203" pitchFamily="34" charset="-79"/>
                  <a:cs typeface="Gisha" panose="020B0502040204020203" pitchFamily="34" charset="-79"/>
                </a:rPr>
                <a:t>, y=0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2057400" y="5943600"/>
              <a:ext cx="1524000" cy="457200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accent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c</a:t>
              </a:r>
              <a:r>
                <a:rPr lang="en-US" sz="1400" baseline="-25000">
                  <a:solidFill>
                    <a:schemeClr val="accent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  <a:r>
                <a:rPr lang="en-US" sz="1400">
                  <a:latin typeface="Gisha" panose="020B0502040204020203" pitchFamily="34" charset="-79"/>
                  <a:cs typeface="Gisha" panose="020B0502040204020203" pitchFamily="34" charset="-79"/>
                </a:rPr>
                <a:t>, </a:t>
              </a:r>
              <a:r>
                <a: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w</a:t>
              </a:r>
              <a:r>
                <a:rPr lang="en-US" sz="1400" baseline="-25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  <a:r>
                <a:rPr lang="en-US" sz="1400">
                  <a:latin typeface="Gisha" panose="020B0502040204020203" pitchFamily="34" charset="-79"/>
                  <a:cs typeface="Gisha" panose="020B0502040204020203" pitchFamily="34" charset="-79"/>
                </a:rPr>
                <a:t>, y=0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791200" y="5943600"/>
              <a:ext cx="1524000" cy="457200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accent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w</a:t>
              </a:r>
              <a:r>
                <a:rPr lang="en-US" sz="1400" baseline="-25000">
                  <a:solidFill>
                    <a:schemeClr val="accent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  <a:r>
                <a:rPr lang="en-US" sz="1400">
                  <a:latin typeface="Gisha" panose="020B0502040204020203" pitchFamily="34" charset="-79"/>
                  <a:cs typeface="Gisha" panose="020B0502040204020203" pitchFamily="34" charset="-79"/>
                </a:rPr>
                <a:t>, </a:t>
              </a:r>
              <a:r>
                <a: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c</a:t>
              </a:r>
              <a:r>
                <a:rPr lang="en-US" sz="1400" baseline="-25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  <a:r>
                <a:rPr lang="en-US" sz="1400">
                  <a:latin typeface="Gisha" panose="020B0502040204020203" pitchFamily="34" charset="-79"/>
                  <a:cs typeface="Gisha" panose="020B0502040204020203" pitchFamily="34" charset="-79"/>
                </a:rPr>
                <a:t>, y=0</a:t>
              </a:r>
            </a:p>
          </p:txBody>
        </p:sp>
        <p:cxnSp>
          <p:nvCxnSpPr>
            <p:cNvPr id="17" name="Elbow Connector 16"/>
            <p:cNvCxnSpPr>
              <a:stCxn id="9" idx="0"/>
              <a:endCxn id="9" idx="0"/>
            </p:cNvCxnSpPr>
            <p:nvPr/>
          </p:nvCxnSpPr>
          <p:spPr>
            <a:xfrm rot="5400000" flipH="1" flipV="1">
              <a:off x="4572000" y="1600200"/>
              <a:ext cx="1588" cy="1588"/>
            </a:xfrm>
            <a:prstGeom prst="bentConnector3">
              <a:avLst>
                <a:gd name="adj1" fmla="val 14395466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6"/>
            <p:cNvCxnSpPr>
              <a:endCxn id="10" idx="0"/>
            </p:cNvCxnSpPr>
            <p:nvPr/>
          </p:nvCxnSpPr>
          <p:spPr>
            <a:xfrm rot="5400000">
              <a:off x="3124200" y="2209800"/>
              <a:ext cx="914400" cy="6096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endCxn id="11" idx="0"/>
            </p:cNvCxnSpPr>
            <p:nvPr/>
          </p:nvCxnSpPr>
          <p:spPr>
            <a:xfrm rot="16200000" flipH="1">
              <a:off x="5067300" y="2171700"/>
              <a:ext cx="914400" cy="6858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20"/>
            <p:cNvCxnSpPr>
              <a:stCxn id="10" idx="1"/>
              <a:endCxn id="13" idx="0"/>
            </p:cNvCxnSpPr>
            <p:nvPr/>
          </p:nvCxnSpPr>
          <p:spPr>
            <a:xfrm rot="10800000" flipV="1">
              <a:off x="1371600" y="3200400"/>
              <a:ext cx="1143000" cy="12192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2"/>
            <p:cNvCxnSpPr>
              <a:stCxn id="10" idx="2"/>
            </p:cNvCxnSpPr>
            <p:nvPr/>
          </p:nvCxnSpPr>
          <p:spPr>
            <a:xfrm rot="16200000" flipH="1">
              <a:off x="3124200" y="3581400"/>
              <a:ext cx="990600" cy="6858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6"/>
            <p:cNvCxnSpPr>
              <a:stCxn id="12" idx="1"/>
              <a:endCxn id="15" idx="0"/>
            </p:cNvCxnSpPr>
            <p:nvPr/>
          </p:nvCxnSpPr>
          <p:spPr>
            <a:xfrm rot="10800000" flipV="1">
              <a:off x="2819400" y="4648200"/>
              <a:ext cx="952500" cy="12954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Elbow Connector 22"/>
            <p:cNvCxnSpPr>
              <a:stCxn id="11" idx="2"/>
            </p:cNvCxnSpPr>
            <p:nvPr/>
          </p:nvCxnSpPr>
          <p:spPr>
            <a:xfrm rot="5400000">
              <a:off x="5029200" y="3581400"/>
              <a:ext cx="990600" cy="6858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Elbow Connector 30"/>
            <p:cNvCxnSpPr>
              <a:stCxn id="11" idx="3"/>
              <a:endCxn id="14" idx="0"/>
            </p:cNvCxnSpPr>
            <p:nvPr/>
          </p:nvCxnSpPr>
          <p:spPr>
            <a:xfrm>
              <a:off x="6629400" y="3200400"/>
              <a:ext cx="1219200" cy="12192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Elbow Connector 24"/>
            <p:cNvCxnSpPr>
              <a:stCxn id="13" idx="1"/>
              <a:endCxn id="9" idx="1"/>
            </p:cNvCxnSpPr>
            <p:nvPr/>
          </p:nvCxnSpPr>
          <p:spPr>
            <a:xfrm rot="10800000" flipH="1">
              <a:off x="609600" y="1828800"/>
              <a:ext cx="3200400" cy="2819400"/>
            </a:xfrm>
            <a:prstGeom prst="bentConnector3">
              <a:avLst>
                <a:gd name="adj1" fmla="val -7143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Elbow Connector 25"/>
            <p:cNvCxnSpPr>
              <a:stCxn id="14" idx="3"/>
              <a:endCxn id="9" idx="3"/>
            </p:cNvCxnSpPr>
            <p:nvPr/>
          </p:nvCxnSpPr>
          <p:spPr>
            <a:xfrm flipH="1" flipV="1">
              <a:off x="5334000" y="1828800"/>
              <a:ext cx="3276600" cy="2819400"/>
            </a:xfrm>
            <a:prstGeom prst="bentConnector3">
              <a:avLst>
                <a:gd name="adj1" fmla="val -6977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hape 26"/>
            <p:cNvCxnSpPr>
              <a:stCxn id="13" idx="2"/>
              <a:endCxn id="15" idx="1"/>
            </p:cNvCxnSpPr>
            <p:nvPr/>
          </p:nvCxnSpPr>
          <p:spPr>
            <a:xfrm rot="16200000" flipH="1">
              <a:off x="1066800" y="5181600"/>
              <a:ext cx="1295400" cy="6858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hape 27"/>
            <p:cNvCxnSpPr>
              <a:stCxn id="14" idx="2"/>
              <a:endCxn id="16" idx="3"/>
            </p:cNvCxnSpPr>
            <p:nvPr/>
          </p:nvCxnSpPr>
          <p:spPr>
            <a:xfrm rot="5400000">
              <a:off x="6934200" y="5257800"/>
              <a:ext cx="1295400" cy="5334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hape 28"/>
            <p:cNvCxnSpPr>
              <a:stCxn id="15" idx="3"/>
            </p:cNvCxnSpPr>
            <p:nvPr/>
          </p:nvCxnSpPr>
          <p:spPr>
            <a:xfrm flipV="1">
              <a:off x="3581400" y="3429000"/>
              <a:ext cx="2514600" cy="2743200"/>
            </a:xfrm>
            <a:prstGeom prst="curved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hape 29"/>
            <p:cNvCxnSpPr>
              <a:stCxn id="16" idx="1"/>
            </p:cNvCxnSpPr>
            <p:nvPr/>
          </p:nvCxnSpPr>
          <p:spPr>
            <a:xfrm rot="10800000">
              <a:off x="3048000" y="3429000"/>
              <a:ext cx="2743200" cy="2743200"/>
            </a:xfrm>
            <a:prstGeom prst="curved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6272705" y="1447800"/>
              <a:ext cx="432896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err="1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rel</a:t>
              </a:r>
              <a:endParaRPr lang="en-US" sz="1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799083" y="1447800"/>
              <a:ext cx="432896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err="1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rel</a:t>
              </a:r>
              <a:endParaRPr lang="en-US" sz="1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339350" y="2852790"/>
              <a:ext cx="744583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enter</a:t>
              </a:r>
              <a:r>
                <a:rPr lang="en-US" sz="1400" baseline="-25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052727" y="2852790"/>
              <a:ext cx="744583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enter</a:t>
              </a:r>
              <a:r>
                <a:rPr lang="en-US" sz="1400" baseline="-25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408237" y="2160497"/>
              <a:ext cx="573752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req</a:t>
              </a:r>
              <a:r>
                <a:rPr lang="en-US" sz="1400" baseline="-25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183553" y="2160497"/>
              <a:ext cx="573752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req</a:t>
              </a:r>
              <a:r>
                <a:rPr lang="en-US" sz="1400" baseline="-25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061252" y="5275818"/>
              <a:ext cx="744583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enter</a:t>
              </a:r>
              <a:r>
                <a:rPr lang="en-US" sz="1400" baseline="-25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819020" y="5189282"/>
              <a:ext cx="573752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req</a:t>
              </a:r>
              <a:r>
                <a:rPr lang="en-US" sz="1400" baseline="-25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79977" y="5189282"/>
              <a:ext cx="573752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req</a:t>
              </a:r>
              <a:r>
                <a:rPr lang="en-US" sz="1400" baseline="-25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525035" y="5275818"/>
              <a:ext cx="744583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enter</a:t>
              </a:r>
              <a:r>
                <a:rPr lang="en-US" sz="1400" baseline="-25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398705" y="3545084"/>
              <a:ext cx="573752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req</a:t>
              </a:r>
              <a:r>
                <a:rPr lang="en-US" sz="1400" baseline="-25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084716" y="3545084"/>
              <a:ext cx="573752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req</a:t>
              </a:r>
              <a:r>
                <a:rPr lang="en-US" sz="1400" baseline="-25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681142" y="3891231"/>
              <a:ext cx="432896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err="1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rel</a:t>
              </a:r>
              <a:endParaRPr lang="en-US" sz="1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028979" y="3891231"/>
              <a:ext cx="432896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err="1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rel</a:t>
              </a:r>
              <a:endParaRPr lang="en-US" sz="1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</p:grpSp>
      <p:cxnSp>
        <p:nvCxnSpPr>
          <p:cNvPr id="40" name="Straight Arrow Connector 26"/>
          <p:cNvCxnSpPr>
            <a:stCxn id="12" idx="3"/>
            <a:endCxn id="16" idx="0"/>
          </p:cNvCxnSpPr>
          <p:nvPr/>
        </p:nvCxnSpPr>
        <p:spPr>
          <a:xfrm>
            <a:off x="5354861" y="4400350"/>
            <a:ext cx="1048436" cy="114066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>
    <p:dissolv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דוגמאות לריצות בלתי הוֹגְנוּת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5" name="Group 32"/>
          <p:cNvGrpSpPr/>
          <p:nvPr/>
        </p:nvGrpSpPr>
        <p:grpSpPr>
          <a:xfrm>
            <a:off x="1127296" y="1582234"/>
            <a:ext cx="7102308" cy="4361370"/>
            <a:chOff x="609600" y="1447800"/>
            <a:chExt cx="8001000" cy="4953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ounded Rectangle 8"/>
                <p:cNvSpPr/>
                <p:nvPr/>
              </p:nvSpPr>
              <p:spPr>
                <a:xfrm>
                  <a:off x="3810000" y="1600200"/>
                  <a:ext cx="1524000" cy="457200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𝑛</m:t>
                        </m:r>
                        <m:r>
                          <a:rPr lang="en-US" sz="1600" i="1" baseline="-25000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, </m:t>
                        </m:r>
                        <m:r>
                          <a:rPr lang="en-US" sz="16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𝑛</m:t>
                        </m:r>
                        <m:r>
                          <a:rPr lang="en-US" sz="1600" i="1" baseline="-250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, 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i="0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=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oMath>
                    </m:oMathPara>
                  </a14:m>
                  <a:endParaRPr lang="en-US" sz="16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9" name="Rounded 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0000" y="1600200"/>
                  <a:ext cx="1524000" cy="457200"/>
                </a:xfrm>
                <a:prstGeom prst="round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ounded Rectangle 9"/>
                <p:cNvSpPr/>
                <p:nvPr/>
              </p:nvSpPr>
              <p:spPr>
                <a:xfrm>
                  <a:off x="2514600" y="2971800"/>
                  <a:ext cx="1524000" cy="457200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𝑤</m:t>
                        </m:r>
                        <m:r>
                          <a:rPr lang="en-US" sz="1600" i="1" baseline="-25000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, </m:t>
                        </m:r>
                        <m:r>
                          <a:rPr lang="en-US" sz="16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𝑛</m:t>
                        </m:r>
                        <m:r>
                          <a:rPr lang="en-US" sz="1600" i="1" baseline="-250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, 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i="0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=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oMath>
                    </m:oMathPara>
                  </a14:m>
                  <a:endParaRPr lang="en-US" sz="16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0" name="Rounded 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2971800"/>
                  <a:ext cx="1524000" cy="457200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ounded Rectangle 10"/>
                <p:cNvSpPr/>
                <p:nvPr/>
              </p:nvSpPr>
              <p:spPr>
                <a:xfrm>
                  <a:off x="5105400" y="2971800"/>
                  <a:ext cx="1524000" cy="457200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𝑛</m:t>
                        </m:r>
                        <m:r>
                          <a:rPr lang="en-US" sz="1600" i="1" baseline="-25000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, </m:t>
                        </m:r>
                        <m:r>
                          <a:rPr lang="en-US" sz="16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𝑤</m:t>
                        </m:r>
                        <m:r>
                          <a:rPr lang="en-US" sz="1600" i="1" baseline="-250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, 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i="0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=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oMath>
                    </m:oMathPara>
                  </a14:m>
                  <a:endParaRPr lang="en-US" sz="16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1" name="Rounded 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5400" y="2971800"/>
                  <a:ext cx="1524000" cy="457200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ounded Rectangle 11"/>
                <p:cNvSpPr/>
                <p:nvPr/>
              </p:nvSpPr>
              <p:spPr>
                <a:xfrm>
                  <a:off x="3771900" y="4419600"/>
                  <a:ext cx="1600200" cy="457200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𝑤</m:t>
                        </m:r>
                        <m:r>
                          <a:rPr lang="en-US" sz="1600" i="1" baseline="-25000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, </m:t>
                        </m:r>
                        <m:r>
                          <a:rPr lang="en-US" sz="16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𝑤</m:t>
                        </m:r>
                        <m:r>
                          <a:rPr lang="en-US" sz="1600" i="1" baseline="-250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, 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i="0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=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oMath>
                    </m:oMathPara>
                  </a14:m>
                  <a:endParaRPr lang="en-US" sz="16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2" name="Rounded 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1900" y="4419600"/>
                  <a:ext cx="1600200" cy="457200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ounded Rectangle 12"/>
                <p:cNvSpPr/>
                <p:nvPr/>
              </p:nvSpPr>
              <p:spPr>
                <a:xfrm>
                  <a:off x="609600" y="4419600"/>
                  <a:ext cx="1524000" cy="457200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𝑐</m:t>
                        </m:r>
                        <m:r>
                          <a:rPr lang="en-US" sz="1600" i="1" baseline="-25000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, </m:t>
                        </m:r>
                        <m:r>
                          <a:rPr lang="en-US" sz="16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𝑛</m:t>
                        </m:r>
                        <m:r>
                          <a:rPr lang="en-US" sz="1600" i="1" baseline="-250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, 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i="0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=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0</m:t>
                        </m:r>
                      </m:oMath>
                    </m:oMathPara>
                  </a14:m>
                  <a:endParaRPr lang="en-US" sz="16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3" name="Rounded 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" y="4419600"/>
                  <a:ext cx="1524000" cy="457200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ounded Rectangle 13"/>
                <p:cNvSpPr/>
                <p:nvPr/>
              </p:nvSpPr>
              <p:spPr>
                <a:xfrm>
                  <a:off x="7086600" y="4419600"/>
                  <a:ext cx="1524000" cy="457200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𝑛</m:t>
                        </m:r>
                        <m:r>
                          <a:rPr lang="en-US" sz="1600" i="1" baseline="-25000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, </m:t>
                        </m:r>
                        <m:r>
                          <a:rPr lang="en-US" sz="16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𝑐</m:t>
                        </m:r>
                        <m:r>
                          <a:rPr lang="en-US" sz="1600" i="1" baseline="-250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, 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i="0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=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0</m:t>
                        </m:r>
                      </m:oMath>
                    </m:oMathPara>
                  </a14:m>
                  <a:endParaRPr lang="en-US" sz="16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4" name="Rounded 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6600" y="4419600"/>
                  <a:ext cx="1524000" cy="457200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ounded Rectangle 14"/>
                <p:cNvSpPr/>
                <p:nvPr/>
              </p:nvSpPr>
              <p:spPr>
                <a:xfrm>
                  <a:off x="2057400" y="5943600"/>
                  <a:ext cx="1524000" cy="457200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𝑐</m:t>
                        </m:r>
                        <m:r>
                          <a:rPr lang="en-US" sz="1600" i="1" baseline="-25000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, </m:t>
                        </m:r>
                        <m:r>
                          <a:rPr lang="en-US" sz="16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𝑤</m:t>
                        </m:r>
                        <m:r>
                          <a:rPr lang="en-US" sz="1600" i="1" baseline="-250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, 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i="0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=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0</m:t>
                        </m:r>
                      </m:oMath>
                    </m:oMathPara>
                  </a14:m>
                  <a:endParaRPr lang="en-US" sz="16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5" name="Rounded Rectangle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7400" y="5943600"/>
                  <a:ext cx="1524000" cy="457200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ounded Rectangle 15"/>
                <p:cNvSpPr/>
                <p:nvPr/>
              </p:nvSpPr>
              <p:spPr>
                <a:xfrm>
                  <a:off x="5791200" y="5943600"/>
                  <a:ext cx="1524000" cy="457200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𝑤</m:t>
                        </m:r>
                        <m:r>
                          <a:rPr lang="en-US" sz="1600" i="1" baseline="-25000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, </m:t>
                        </m:r>
                        <m:r>
                          <a:rPr lang="en-US" sz="16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𝑐</m:t>
                        </m:r>
                        <m:r>
                          <a:rPr lang="en-US" sz="1600" i="1" baseline="-250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, 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i="0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=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0</m:t>
                        </m:r>
                      </m:oMath>
                    </m:oMathPara>
                  </a14:m>
                  <a:endParaRPr lang="en-US" sz="16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6" name="Rounded Rectangle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1200" y="5943600"/>
                  <a:ext cx="1524000" cy="457200"/>
                </a:xfrm>
                <a:prstGeom prst="round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Elbow Connector 16"/>
            <p:cNvCxnSpPr>
              <a:stCxn id="9" idx="0"/>
              <a:endCxn id="9" idx="0"/>
            </p:cNvCxnSpPr>
            <p:nvPr/>
          </p:nvCxnSpPr>
          <p:spPr>
            <a:xfrm rot="5400000" flipH="1" flipV="1">
              <a:off x="4572000" y="1600200"/>
              <a:ext cx="1588" cy="1588"/>
            </a:xfrm>
            <a:prstGeom prst="bentConnector3">
              <a:avLst>
                <a:gd name="adj1" fmla="val 14395466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6"/>
            <p:cNvCxnSpPr>
              <a:endCxn id="10" idx="0"/>
            </p:cNvCxnSpPr>
            <p:nvPr/>
          </p:nvCxnSpPr>
          <p:spPr>
            <a:xfrm rot="5400000">
              <a:off x="3124200" y="2209800"/>
              <a:ext cx="914400" cy="6096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endCxn id="11" idx="0"/>
            </p:cNvCxnSpPr>
            <p:nvPr/>
          </p:nvCxnSpPr>
          <p:spPr>
            <a:xfrm rot="16200000" flipH="1">
              <a:off x="5067300" y="2171700"/>
              <a:ext cx="914400" cy="6858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20"/>
            <p:cNvCxnSpPr>
              <a:stCxn id="10" idx="1"/>
              <a:endCxn id="13" idx="0"/>
            </p:cNvCxnSpPr>
            <p:nvPr/>
          </p:nvCxnSpPr>
          <p:spPr>
            <a:xfrm rot="10800000" flipV="1">
              <a:off x="1371600" y="3200400"/>
              <a:ext cx="1143000" cy="1219200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2"/>
            <p:cNvCxnSpPr>
              <a:stCxn id="10" idx="2"/>
            </p:cNvCxnSpPr>
            <p:nvPr/>
          </p:nvCxnSpPr>
          <p:spPr>
            <a:xfrm rot="16200000" flipH="1">
              <a:off x="3124200" y="3581400"/>
              <a:ext cx="990600" cy="6858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6"/>
            <p:cNvCxnSpPr>
              <a:stCxn id="12" idx="1"/>
              <a:endCxn id="15" idx="0"/>
            </p:cNvCxnSpPr>
            <p:nvPr/>
          </p:nvCxnSpPr>
          <p:spPr>
            <a:xfrm rot="10800000" flipV="1">
              <a:off x="2819400" y="4648200"/>
              <a:ext cx="952500" cy="12954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Elbow Connector 22"/>
            <p:cNvCxnSpPr>
              <a:stCxn id="11" idx="2"/>
            </p:cNvCxnSpPr>
            <p:nvPr/>
          </p:nvCxnSpPr>
          <p:spPr>
            <a:xfrm rot="5400000">
              <a:off x="5029200" y="3581400"/>
              <a:ext cx="990600" cy="6858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Elbow Connector 30"/>
            <p:cNvCxnSpPr>
              <a:stCxn id="11" idx="3"/>
              <a:endCxn id="14" idx="0"/>
            </p:cNvCxnSpPr>
            <p:nvPr/>
          </p:nvCxnSpPr>
          <p:spPr>
            <a:xfrm>
              <a:off x="6629400" y="3200400"/>
              <a:ext cx="1219200" cy="12192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Elbow Connector 24"/>
            <p:cNvCxnSpPr>
              <a:stCxn id="13" idx="1"/>
              <a:endCxn id="9" idx="1"/>
            </p:cNvCxnSpPr>
            <p:nvPr/>
          </p:nvCxnSpPr>
          <p:spPr>
            <a:xfrm rot="10800000" flipH="1">
              <a:off x="609600" y="1828800"/>
              <a:ext cx="3200400" cy="2819400"/>
            </a:xfrm>
            <a:prstGeom prst="bentConnector3">
              <a:avLst>
                <a:gd name="adj1" fmla="val -7143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Elbow Connector 25"/>
            <p:cNvCxnSpPr>
              <a:stCxn id="14" idx="3"/>
              <a:endCxn id="9" idx="3"/>
            </p:cNvCxnSpPr>
            <p:nvPr/>
          </p:nvCxnSpPr>
          <p:spPr>
            <a:xfrm flipH="1" flipV="1">
              <a:off x="5334000" y="1828800"/>
              <a:ext cx="3276600" cy="2819400"/>
            </a:xfrm>
            <a:prstGeom prst="bentConnector3">
              <a:avLst>
                <a:gd name="adj1" fmla="val -6977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hape 26"/>
            <p:cNvCxnSpPr>
              <a:stCxn id="13" idx="2"/>
              <a:endCxn id="15" idx="1"/>
            </p:cNvCxnSpPr>
            <p:nvPr/>
          </p:nvCxnSpPr>
          <p:spPr>
            <a:xfrm rot="16200000" flipH="1">
              <a:off x="1066800" y="5181600"/>
              <a:ext cx="1295400" cy="6858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hape 27"/>
            <p:cNvCxnSpPr>
              <a:stCxn id="14" idx="2"/>
              <a:endCxn id="16" idx="3"/>
            </p:cNvCxnSpPr>
            <p:nvPr/>
          </p:nvCxnSpPr>
          <p:spPr>
            <a:xfrm rot="5400000">
              <a:off x="6934200" y="5257800"/>
              <a:ext cx="1295400" cy="5334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hape 28"/>
            <p:cNvCxnSpPr>
              <a:stCxn id="15" idx="3"/>
            </p:cNvCxnSpPr>
            <p:nvPr/>
          </p:nvCxnSpPr>
          <p:spPr>
            <a:xfrm flipV="1">
              <a:off x="3581400" y="3429000"/>
              <a:ext cx="2514600" cy="2743200"/>
            </a:xfrm>
            <a:prstGeom prst="curved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hape 29"/>
            <p:cNvCxnSpPr>
              <a:stCxn id="16" idx="1"/>
            </p:cNvCxnSpPr>
            <p:nvPr/>
          </p:nvCxnSpPr>
          <p:spPr>
            <a:xfrm rot="10800000">
              <a:off x="3048000" y="3429000"/>
              <a:ext cx="2743200" cy="2743200"/>
            </a:xfrm>
            <a:prstGeom prst="curved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6272705" y="1447800"/>
              <a:ext cx="432896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err="1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rel</a:t>
              </a:r>
              <a:endParaRPr lang="en-US" sz="1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2967964" y="1447800"/>
                  <a:ext cx="264015" cy="3495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𝑟𝑒𝑙</m:t>
                        </m:r>
                      </m:oMath>
                    </m:oMathPara>
                  </a14:m>
                  <a:endPara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7964" y="1447800"/>
                  <a:ext cx="264015" cy="349528"/>
                </a:xfrm>
                <a:prstGeom prst="rect">
                  <a:avLst/>
                </a:prstGeom>
                <a:blipFill>
                  <a:blip r:embed="rId10"/>
                  <a:stretch>
                    <a:fillRect r="-615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TextBox 34"/>
            <p:cNvSpPr txBox="1"/>
            <p:nvPr/>
          </p:nvSpPr>
          <p:spPr>
            <a:xfrm>
              <a:off x="1339350" y="2852790"/>
              <a:ext cx="744583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enter</a:t>
              </a:r>
              <a:r>
                <a:rPr lang="en-US" sz="1400" baseline="-25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052727" y="2852790"/>
              <a:ext cx="744583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enter</a:t>
              </a:r>
              <a:r>
                <a:rPr lang="en-US" sz="1400" baseline="-25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408237" y="2160497"/>
              <a:ext cx="573752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req</a:t>
              </a:r>
              <a:r>
                <a:rPr lang="en-US" sz="1400" baseline="-25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183553" y="2160497"/>
              <a:ext cx="573752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req</a:t>
              </a:r>
              <a:r>
                <a:rPr lang="en-US" sz="1400" baseline="-25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061252" y="5275818"/>
              <a:ext cx="744583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enter</a:t>
              </a:r>
              <a:r>
                <a:rPr lang="en-US" sz="1400" baseline="-25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819020" y="5189282"/>
              <a:ext cx="573752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req</a:t>
              </a:r>
              <a:r>
                <a:rPr lang="en-US" sz="1400" baseline="-25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79977" y="5189282"/>
              <a:ext cx="573752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req</a:t>
              </a:r>
              <a:r>
                <a:rPr lang="en-US" sz="1400" baseline="-25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525035" y="5275818"/>
              <a:ext cx="744583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enter</a:t>
              </a:r>
              <a:r>
                <a:rPr lang="en-US" sz="1400" baseline="-25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398705" y="3545084"/>
              <a:ext cx="573752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req</a:t>
              </a:r>
              <a:r>
                <a:rPr lang="en-US" sz="1400" baseline="-25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084716" y="3545084"/>
              <a:ext cx="573752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req</a:t>
              </a:r>
              <a:r>
                <a:rPr lang="en-US" sz="1400" baseline="-25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681142" y="3891231"/>
              <a:ext cx="432896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err="1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rel</a:t>
              </a:r>
              <a:endParaRPr lang="en-US" sz="1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028979" y="3891231"/>
              <a:ext cx="432896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err="1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rel</a:t>
              </a:r>
              <a:endParaRPr lang="en-US" sz="1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</p:grpSp>
      <p:cxnSp>
        <p:nvCxnSpPr>
          <p:cNvPr id="40" name="Straight Arrow Connector 26"/>
          <p:cNvCxnSpPr>
            <a:stCxn id="12" idx="3"/>
            <a:endCxn id="16" idx="0"/>
          </p:cNvCxnSpPr>
          <p:nvPr/>
        </p:nvCxnSpPr>
        <p:spPr>
          <a:xfrm>
            <a:off x="5354861" y="4400350"/>
            <a:ext cx="1048436" cy="114066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851882" y="6264302"/>
                <a:ext cx="710893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ביחס ל-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𝐴</m:t>
                    </m:r>
                    <m:r>
                      <a:rPr lang="en-US" b="0" i="1" smtClean="0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𝑟𝑒𝑞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}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  </a:t>
                </a:r>
                <a:r>
                  <a:rPr lang="he-IL" u="sng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לא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הוֹגֶנֶת חלש, </a:t>
                </a:r>
                <a:r>
                  <a:rPr lang="he-IL" u="sng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לא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הוֹגֶנֶת חזק וגם </a:t>
                </a:r>
                <a:r>
                  <a:rPr lang="he-IL" u="sng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לא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הוֹגֶנֶת ללא תנאי</a:t>
                </a: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882" y="6264302"/>
                <a:ext cx="7108934" cy="369332"/>
              </a:xfrm>
              <a:prstGeom prst="rect">
                <a:avLst/>
              </a:prstGeom>
              <a:blipFill>
                <a:blip r:embed="rId11"/>
                <a:stretch>
                  <a:fillRect l="-686" t="-10000" r="-68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statue of a person holding scales and sword&#10;&#10;Description automatically generated">
            <a:extLst>
              <a:ext uri="{FF2B5EF4-FFF2-40B4-BE49-F238E27FC236}">
                <a16:creationId xmlns:a16="http://schemas.microsoft.com/office/drawing/2014/main" id="{B4083674-E766-1F5A-5F03-291C1C89157B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833"/>
          <a:stretch/>
        </p:blipFill>
        <p:spPr>
          <a:xfrm>
            <a:off x="5674642" y="1996657"/>
            <a:ext cx="957811" cy="825319"/>
          </a:xfrm>
          <a:prstGeom prst="rect">
            <a:avLst/>
          </a:prstGeom>
        </p:spPr>
      </p:pic>
      <p:pic>
        <p:nvPicPr>
          <p:cNvPr id="33" name="Picture 32" descr="A statue of a person holding scales and sword&#10;&#10;Description automatically generated">
            <a:extLst>
              <a:ext uri="{FF2B5EF4-FFF2-40B4-BE49-F238E27FC236}">
                <a16:creationId xmlns:a16="http://schemas.microsoft.com/office/drawing/2014/main" id="{CA8ED0E9-07FF-60F7-7C49-A98D1BF1FEDA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833"/>
          <a:stretch/>
        </p:blipFill>
        <p:spPr>
          <a:xfrm>
            <a:off x="3947976" y="3081867"/>
            <a:ext cx="957811" cy="825319"/>
          </a:xfrm>
          <a:prstGeom prst="rect">
            <a:avLst/>
          </a:prstGeom>
        </p:spPr>
      </p:pic>
      <p:pic>
        <p:nvPicPr>
          <p:cNvPr id="34" name="Picture 33" descr="A statue of a person holding scales and sword&#10;&#10;Description automatically generated">
            <a:extLst>
              <a:ext uri="{FF2B5EF4-FFF2-40B4-BE49-F238E27FC236}">
                <a16:creationId xmlns:a16="http://schemas.microsoft.com/office/drawing/2014/main" id="{A705D489-2F11-922D-A479-B168A573D62A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833"/>
          <a:stretch/>
        </p:blipFill>
        <p:spPr>
          <a:xfrm>
            <a:off x="1691409" y="4475465"/>
            <a:ext cx="957811" cy="82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127630"/>
      </p:ext>
    </p:extLst>
  </p:cSld>
  <p:clrMapOvr>
    <a:masterClrMapping/>
  </p:clrMapOvr>
  <p:transition>
    <p:dissolv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דוגמאות לריצות בלתי הוֹגְנוּת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17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25</a:t>
            </a:fld>
            <a:endParaRPr lang="he-IL"/>
          </a:p>
        </p:txBody>
      </p:sp>
      <p:grpSp>
        <p:nvGrpSpPr>
          <p:cNvPr id="5" name="Group 32"/>
          <p:cNvGrpSpPr/>
          <p:nvPr/>
        </p:nvGrpSpPr>
        <p:grpSpPr>
          <a:xfrm>
            <a:off x="1127296" y="1582234"/>
            <a:ext cx="7102308" cy="4361370"/>
            <a:chOff x="609600" y="1447800"/>
            <a:chExt cx="8001000" cy="4953000"/>
          </a:xfrm>
        </p:grpSpPr>
        <p:sp>
          <p:nvSpPr>
            <p:cNvPr id="9" name="Rounded Rectangle 8"/>
            <p:cNvSpPr/>
            <p:nvPr/>
          </p:nvSpPr>
          <p:spPr>
            <a:xfrm>
              <a:off x="3810000" y="1600200"/>
              <a:ext cx="1524000" cy="457200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accent1"/>
                  </a:solidFill>
                  <a:latin typeface="cmmi10"/>
                </a:rPr>
                <a:t>n</a:t>
              </a:r>
              <a:r>
                <a:rPr lang="en-US" sz="1400" baseline="-25000">
                  <a:solidFill>
                    <a:schemeClr val="accent1"/>
                  </a:solidFill>
                  <a:latin typeface="cmr10"/>
                </a:rPr>
                <a:t>1</a:t>
              </a:r>
              <a:r>
                <a:rPr lang="en-US" sz="1400">
                  <a:latin typeface="cmr10"/>
                </a:rPr>
                <a:t>, </a:t>
              </a:r>
              <a:r>
                <a:rPr lang="en-US" sz="1400">
                  <a:solidFill>
                    <a:srgbClr val="0000FF"/>
                  </a:solidFill>
                  <a:latin typeface="cmmi10"/>
                </a:rPr>
                <a:t>n</a:t>
              </a:r>
              <a:r>
                <a:rPr lang="en-US" sz="1400" baseline="-25000">
                  <a:solidFill>
                    <a:srgbClr val="0000FF"/>
                  </a:solidFill>
                  <a:latin typeface="cmr10"/>
                </a:rPr>
                <a:t>2</a:t>
              </a:r>
              <a:r>
                <a:rPr lang="en-US" sz="1400">
                  <a:latin typeface="cmr10"/>
                </a:rPr>
                <a:t>,</a:t>
              </a:r>
              <a:r>
                <a:rPr lang="en-US" sz="1400"/>
                <a:t> </a:t>
              </a:r>
              <a:r>
                <a:rPr lang="en-US" sz="1400">
                  <a:latin typeface="cmmi10"/>
                </a:rPr>
                <a:t>y</a:t>
              </a:r>
              <a:r>
                <a:rPr lang="en-US" sz="1400">
                  <a:latin typeface="cmr10"/>
                </a:rPr>
                <a:t>=1</a:t>
              </a:r>
              <a:endParaRPr lang="en-US" sz="1400">
                <a:latin typeface="cmsy10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514600" y="2971800"/>
              <a:ext cx="1524000" cy="457200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accent1"/>
                  </a:solidFill>
                  <a:latin typeface="cmmi10"/>
                </a:rPr>
                <a:t>w</a:t>
              </a:r>
              <a:r>
                <a:rPr lang="en-US" sz="1400" baseline="-25000">
                  <a:solidFill>
                    <a:schemeClr val="accent1"/>
                  </a:solidFill>
                  <a:latin typeface="cmr10"/>
                </a:rPr>
                <a:t>1</a:t>
              </a:r>
              <a:r>
                <a:rPr lang="en-US" sz="1400">
                  <a:latin typeface="cmr10"/>
                </a:rPr>
                <a:t>, </a:t>
              </a:r>
              <a:r>
                <a:rPr lang="en-US" sz="1400">
                  <a:solidFill>
                    <a:srgbClr val="0000FF"/>
                  </a:solidFill>
                  <a:latin typeface="cmmi10"/>
                </a:rPr>
                <a:t>n</a:t>
              </a:r>
              <a:r>
                <a:rPr lang="en-US" sz="1400" baseline="-25000">
                  <a:solidFill>
                    <a:srgbClr val="0000FF"/>
                  </a:solidFill>
                  <a:latin typeface="cmr10"/>
                </a:rPr>
                <a:t>2</a:t>
              </a:r>
              <a:r>
                <a:rPr lang="en-US" sz="1400">
                  <a:latin typeface="cmr10"/>
                </a:rPr>
                <a:t>,</a:t>
              </a:r>
              <a:r>
                <a:rPr lang="en-US" sz="1400"/>
                <a:t> </a:t>
              </a:r>
              <a:r>
                <a:rPr lang="en-US" sz="1400">
                  <a:latin typeface="cmmi10"/>
                </a:rPr>
                <a:t>y</a:t>
              </a:r>
              <a:r>
                <a:rPr lang="en-US" sz="1400">
                  <a:latin typeface="cmr10"/>
                </a:rPr>
                <a:t>=1</a:t>
              </a:r>
              <a:endParaRPr lang="en-US" sz="1400">
                <a:latin typeface="cmsy10"/>
              </a:endParaRP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105400" y="2971800"/>
              <a:ext cx="1524000" cy="457200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accent1"/>
                  </a:solidFill>
                  <a:latin typeface="cmmi10"/>
                </a:rPr>
                <a:t>n</a:t>
              </a:r>
              <a:r>
                <a:rPr lang="en-US" sz="1400" baseline="-25000">
                  <a:solidFill>
                    <a:schemeClr val="accent1"/>
                  </a:solidFill>
                  <a:latin typeface="cmr10"/>
                </a:rPr>
                <a:t>1</a:t>
              </a:r>
              <a:r>
                <a:rPr lang="en-US" sz="1400">
                  <a:latin typeface="cmr10"/>
                </a:rPr>
                <a:t>, </a:t>
              </a:r>
              <a:r>
                <a:rPr lang="en-US" sz="1400">
                  <a:solidFill>
                    <a:srgbClr val="0000FF"/>
                  </a:solidFill>
                  <a:latin typeface="cmmi10"/>
                </a:rPr>
                <a:t>w</a:t>
              </a:r>
              <a:r>
                <a:rPr lang="en-US" sz="1400" baseline="-25000">
                  <a:solidFill>
                    <a:srgbClr val="0000FF"/>
                  </a:solidFill>
                  <a:latin typeface="cmr10"/>
                </a:rPr>
                <a:t>2</a:t>
              </a:r>
              <a:r>
                <a:rPr lang="en-US" sz="1400">
                  <a:latin typeface="cmr10"/>
                </a:rPr>
                <a:t>,</a:t>
              </a:r>
              <a:r>
                <a:rPr lang="en-US" sz="1400"/>
                <a:t> </a:t>
              </a:r>
              <a:r>
                <a:rPr lang="en-US" sz="1400">
                  <a:latin typeface="cmmi10"/>
                </a:rPr>
                <a:t>y</a:t>
              </a:r>
              <a:r>
                <a:rPr lang="en-US" sz="1400">
                  <a:latin typeface="cmr10"/>
                </a:rPr>
                <a:t>=1</a:t>
              </a:r>
              <a:endParaRPr lang="en-US" sz="1400">
                <a:latin typeface="cmsy10"/>
              </a:endParaRP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771900" y="4419600"/>
              <a:ext cx="1600200" cy="457200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accent1"/>
                  </a:solidFill>
                  <a:latin typeface="cmmi10"/>
                </a:rPr>
                <a:t>w</a:t>
              </a:r>
              <a:r>
                <a:rPr lang="en-US" sz="1400" baseline="-25000">
                  <a:solidFill>
                    <a:schemeClr val="accent1"/>
                  </a:solidFill>
                  <a:latin typeface="cmr10"/>
                </a:rPr>
                <a:t>1</a:t>
              </a:r>
              <a:r>
                <a:rPr lang="en-US" sz="1400">
                  <a:latin typeface="cmr10"/>
                </a:rPr>
                <a:t>, </a:t>
              </a:r>
              <a:r>
                <a:rPr lang="en-US" sz="1400">
                  <a:solidFill>
                    <a:srgbClr val="0000FF"/>
                  </a:solidFill>
                  <a:latin typeface="cmmi10"/>
                </a:rPr>
                <a:t>w</a:t>
              </a:r>
              <a:r>
                <a:rPr lang="en-US" sz="1400" baseline="-25000">
                  <a:solidFill>
                    <a:srgbClr val="0000FF"/>
                  </a:solidFill>
                  <a:latin typeface="cmr10"/>
                </a:rPr>
                <a:t>2</a:t>
              </a:r>
              <a:r>
                <a:rPr lang="en-US" sz="1400">
                  <a:latin typeface="cmr10"/>
                </a:rPr>
                <a:t>,</a:t>
              </a:r>
              <a:r>
                <a:rPr lang="en-US" sz="1400"/>
                <a:t> </a:t>
              </a:r>
              <a:r>
                <a:rPr lang="en-US" sz="1400">
                  <a:latin typeface="cmmi10"/>
                </a:rPr>
                <a:t>y</a:t>
              </a:r>
              <a:r>
                <a:rPr lang="en-US" sz="1400">
                  <a:latin typeface="cmr10"/>
                </a:rPr>
                <a:t>=1</a:t>
              </a:r>
              <a:endParaRPr lang="en-US" sz="1400">
                <a:latin typeface="cmsy10"/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09600" y="4419600"/>
              <a:ext cx="1524000" cy="457200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accent1"/>
                  </a:solidFill>
                  <a:latin typeface="cmmi10"/>
                </a:rPr>
                <a:t>c</a:t>
              </a:r>
              <a:r>
                <a:rPr lang="en-US" sz="1400" baseline="-25000">
                  <a:solidFill>
                    <a:schemeClr val="accent1"/>
                  </a:solidFill>
                  <a:latin typeface="cmr10"/>
                </a:rPr>
                <a:t>1</a:t>
              </a:r>
              <a:r>
                <a:rPr lang="en-US" sz="1400">
                  <a:latin typeface="cmr10"/>
                </a:rPr>
                <a:t>, </a:t>
              </a:r>
              <a:r>
                <a:rPr lang="en-US" sz="1400">
                  <a:solidFill>
                    <a:srgbClr val="0000FF"/>
                  </a:solidFill>
                  <a:latin typeface="cmmi10"/>
                </a:rPr>
                <a:t>n</a:t>
              </a:r>
              <a:r>
                <a:rPr lang="en-US" sz="1400" baseline="-25000">
                  <a:solidFill>
                    <a:srgbClr val="0000FF"/>
                  </a:solidFill>
                  <a:latin typeface="cmr10"/>
                </a:rPr>
                <a:t>2</a:t>
              </a:r>
              <a:r>
                <a:rPr lang="en-US" sz="1400">
                  <a:latin typeface="cmr10"/>
                </a:rPr>
                <a:t>,</a:t>
              </a:r>
              <a:r>
                <a:rPr lang="en-US" sz="1400"/>
                <a:t> </a:t>
              </a:r>
              <a:r>
                <a:rPr lang="en-US" sz="1400">
                  <a:latin typeface="cmmi10"/>
                </a:rPr>
                <a:t>y</a:t>
              </a:r>
              <a:r>
                <a:rPr lang="en-US" sz="1400">
                  <a:latin typeface="cmr10"/>
                </a:rPr>
                <a:t>=0</a:t>
              </a:r>
              <a:endParaRPr lang="en-US" sz="1400">
                <a:latin typeface="cmsy10"/>
              </a:endParaRP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7086600" y="4419600"/>
              <a:ext cx="1524000" cy="457200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accent1"/>
                  </a:solidFill>
                  <a:latin typeface="cmmi10"/>
                </a:rPr>
                <a:t>n</a:t>
              </a:r>
              <a:r>
                <a:rPr lang="en-US" sz="1400" baseline="-25000">
                  <a:solidFill>
                    <a:schemeClr val="accent1"/>
                  </a:solidFill>
                  <a:latin typeface="cmr10"/>
                </a:rPr>
                <a:t>1</a:t>
              </a:r>
              <a:r>
                <a:rPr lang="en-US" sz="1400">
                  <a:latin typeface="cmr10"/>
                </a:rPr>
                <a:t>, </a:t>
              </a:r>
              <a:r>
                <a:rPr lang="en-US" sz="1400">
                  <a:solidFill>
                    <a:srgbClr val="0000FF"/>
                  </a:solidFill>
                  <a:latin typeface="cmmi10"/>
                </a:rPr>
                <a:t>c</a:t>
              </a:r>
              <a:r>
                <a:rPr lang="en-US" sz="1400" baseline="-25000">
                  <a:solidFill>
                    <a:srgbClr val="0000FF"/>
                  </a:solidFill>
                  <a:latin typeface="cmr10"/>
                </a:rPr>
                <a:t>2</a:t>
              </a:r>
              <a:r>
                <a:rPr lang="en-US" sz="1400">
                  <a:latin typeface="cmr10"/>
                </a:rPr>
                <a:t>,</a:t>
              </a:r>
              <a:r>
                <a:rPr lang="en-US" sz="1400"/>
                <a:t> </a:t>
              </a:r>
              <a:r>
                <a:rPr lang="en-US" sz="1400">
                  <a:latin typeface="cmmi10"/>
                </a:rPr>
                <a:t>y</a:t>
              </a:r>
              <a:r>
                <a:rPr lang="en-US" sz="1400">
                  <a:latin typeface="cmr10"/>
                </a:rPr>
                <a:t>=0</a:t>
              </a:r>
              <a:endParaRPr lang="en-US" sz="1400">
                <a:latin typeface="cmsy10"/>
              </a:endParaRP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2057400" y="5943600"/>
              <a:ext cx="1524000" cy="457200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accent1"/>
                  </a:solidFill>
                  <a:latin typeface="cmmi10"/>
                </a:rPr>
                <a:t>c</a:t>
              </a:r>
              <a:r>
                <a:rPr lang="en-US" sz="1400" baseline="-25000">
                  <a:solidFill>
                    <a:schemeClr val="accent1"/>
                  </a:solidFill>
                  <a:latin typeface="cmr10"/>
                </a:rPr>
                <a:t>1</a:t>
              </a:r>
              <a:r>
                <a:rPr lang="en-US" sz="1400">
                  <a:latin typeface="cmr10"/>
                </a:rPr>
                <a:t>, </a:t>
              </a:r>
              <a:r>
                <a:rPr lang="en-US" sz="1400">
                  <a:solidFill>
                    <a:srgbClr val="0000FF"/>
                  </a:solidFill>
                  <a:latin typeface="cmmi10"/>
                </a:rPr>
                <a:t>w</a:t>
              </a:r>
              <a:r>
                <a:rPr lang="en-US" sz="1400" baseline="-25000">
                  <a:solidFill>
                    <a:srgbClr val="0000FF"/>
                  </a:solidFill>
                  <a:latin typeface="cmr10"/>
                </a:rPr>
                <a:t>2</a:t>
              </a:r>
              <a:r>
                <a:rPr lang="en-US" sz="1400">
                  <a:latin typeface="cmr10"/>
                </a:rPr>
                <a:t>,</a:t>
              </a:r>
              <a:r>
                <a:rPr lang="en-US" sz="1400"/>
                <a:t> </a:t>
              </a:r>
              <a:r>
                <a:rPr lang="en-US" sz="1400">
                  <a:latin typeface="cmmi10"/>
                </a:rPr>
                <a:t>y</a:t>
              </a:r>
              <a:r>
                <a:rPr lang="en-US" sz="1400">
                  <a:latin typeface="cmr10"/>
                </a:rPr>
                <a:t>=0</a:t>
              </a:r>
              <a:endParaRPr lang="en-US" sz="1400">
                <a:latin typeface="cmsy10"/>
              </a:endParaRP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791200" y="5943600"/>
              <a:ext cx="1524000" cy="457200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accent1"/>
                  </a:solidFill>
                  <a:latin typeface="cmmi10"/>
                </a:rPr>
                <a:t>w</a:t>
              </a:r>
              <a:r>
                <a:rPr lang="en-US" sz="1400" baseline="-25000">
                  <a:solidFill>
                    <a:schemeClr val="accent1"/>
                  </a:solidFill>
                  <a:latin typeface="cmr10"/>
                </a:rPr>
                <a:t>1</a:t>
              </a:r>
              <a:r>
                <a:rPr lang="en-US" sz="1400">
                  <a:latin typeface="cmr10"/>
                </a:rPr>
                <a:t>, </a:t>
              </a:r>
              <a:r>
                <a:rPr lang="en-US" sz="1400">
                  <a:solidFill>
                    <a:srgbClr val="0000FF"/>
                  </a:solidFill>
                  <a:latin typeface="cmmi10"/>
                </a:rPr>
                <a:t>c</a:t>
              </a:r>
              <a:r>
                <a:rPr lang="en-US" sz="1400" baseline="-25000">
                  <a:solidFill>
                    <a:srgbClr val="0000FF"/>
                  </a:solidFill>
                  <a:latin typeface="cmr10"/>
                </a:rPr>
                <a:t>2</a:t>
              </a:r>
              <a:r>
                <a:rPr lang="en-US" sz="1400">
                  <a:latin typeface="cmr10"/>
                </a:rPr>
                <a:t>,</a:t>
              </a:r>
              <a:r>
                <a:rPr lang="en-US" sz="1400"/>
                <a:t> </a:t>
              </a:r>
              <a:r>
                <a:rPr lang="en-US" sz="1400">
                  <a:latin typeface="cmmi10"/>
                </a:rPr>
                <a:t>y</a:t>
              </a:r>
              <a:r>
                <a:rPr lang="en-US" sz="1400">
                  <a:latin typeface="cmr10"/>
                </a:rPr>
                <a:t>=0</a:t>
              </a:r>
              <a:endParaRPr lang="en-US" sz="1400">
                <a:latin typeface="cmsy10"/>
              </a:endParaRPr>
            </a:p>
          </p:txBody>
        </p:sp>
        <p:cxnSp>
          <p:nvCxnSpPr>
            <p:cNvPr id="17" name="Elbow Connector 16"/>
            <p:cNvCxnSpPr>
              <a:stCxn id="9" idx="0"/>
              <a:endCxn id="9" idx="0"/>
            </p:cNvCxnSpPr>
            <p:nvPr/>
          </p:nvCxnSpPr>
          <p:spPr>
            <a:xfrm rot="5400000" flipH="1" flipV="1">
              <a:off x="4572000" y="1600200"/>
              <a:ext cx="1588" cy="1588"/>
            </a:xfrm>
            <a:prstGeom prst="bentConnector3">
              <a:avLst>
                <a:gd name="adj1" fmla="val 14395466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6"/>
            <p:cNvCxnSpPr>
              <a:endCxn id="10" idx="0"/>
            </p:cNvCxnSpPr>
            <p:nvPr/>
          </p:nvCxnSpPr>
          <p:spPr>
            <a:xfrm rot="5400000">
              <a:off x="3124200" y="2209800"/>
              <a:ext cx="914400" cy="6096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endCxn id="11" idx="0"/>
            </p:cNvCxnSpPr>
            <p:nvPr/>
          </p:nvCxnSpPr>
          <p:spPr>
            <a:xfrm rot="16200000" flipH="1">
              <a:off x="5067300" y="2171700"/>
              <a:ext cx="914400" cy="6858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20"/>
            <p:cNvCxnSpPr>
              <a:stCxn id="10" idx="1"/>
              <a:endCxn id="13" idx="0"/>
            </p:cNvCxnSpPr>
            <p:nvPr/>
          </p:nvCxnSpPr>
          <p:spPr>
            <a:xfrm rot="10800000" flipV="1">
              <a:off x="1371600" y="3200400"/>
              <a:ext cx="1143000" cy="12192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2"/>
            <p:cNvCxnSpPr>
              <a:stCxn id="10" idx="2"/>
            </p:cNvCxnSpPr>
            <p:nvPr/>
          </p:nvCxnSpPr>
          <p:spPr>
            <a:xfrm rot="16200000" flipH="1">
              <a:off x="3124200" y="3581400"/>
              <a:ext cx="990600" cy="6858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6"/>
            <p:cNvCxnSpPr>
              <a:stCxn id="12" idx="1"/>
              <a:endCxn id="15" idx="0"/>
            </p:cNvCxnSpPr>
            <p:nvPr/>
          </p:nvCxnSpPr>
          <p:spPr>
            <a:xfrm rot="10800000" flipV="1">
              <a:off x="2819400" y="4648200"/>
              <a:ext cx="952500" cy="1295400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Elbow Connector 22"/>
            <p:cNvCxnSpPr>
              <a:stCxn id="11" idx="2"/>
            </p:cNvCxnSpPr>
            <p:nvPr/>
          </p:nvCxnSpPr>
          <p:spPr>
            <a:xfrm rot="5400000">
              <a:off x="5029200" y="3581400"/>
              <a:ext cx="990600" cy="6858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lbow Connector 30"/>
            <p:cNvCxnSpPr>
              <a:stCxn id="11" idx="3"/>
              <a:endCxn id="14" idx="0"/>
            </p:cNvCxnSpPr>
            <p:nvPr/>
          </p:nvCxnSpPr>
          <p:spPr>
            <a:xfrm>
              <a:off x="6629400" y="3200400"/>
              <a:ext cx="1219200" cy="12192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Elbow Connector 24"/>
            <p:cNvCxnSpPr>
              <a:stCxn id="13" idx="1"/>
              <a:endCxn id="9" idx="1"/>
            </p:cNvCxnSpPr>
            <p:nvPr/>
          </p:nvCxnSpPr>
          <p:spPr>
            <a:xfrm rot="10800000" flipH="1">
              <a:off x="609600" y="1828800"/>
              <a:ext cx="3200400" cy="2819400"/>
            </a:xfrm>
            <a:prstGeom prst="bentConnector3">
              <a:avLst>
                <a:gd name="adj1" fmla="val -7143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Elbow Connector 25"/>
            <p:cNvCxnSpPr>
              <a:stCxn id="14" idx="3"/>
              <a:endCxn id="9" idx="3"/>
            </p:cNvCxnSpPr>
            <p:nvPr/>
          </p:nvCxnSpPr>
          <p:spPr>
            <a:xfrm flipH="1" flipV="1">
              <a:off x="5334000" y="1828800"/>
              <a:ext cx="3276600" cy="2819400"/>
            </a:xfrm>
            <a:prstGeom prst="bentConnector3">
              <a:avLst>
                <a:gd name="adj1" fmla="val -6977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hape 26"/>
            <p:cNvCxnSpPr>
              <a:stCxn id="13" idx="2"/>
              <a:endCxn id="15" idx="1"/>
            </p:cNvCxnSpPr>
            <p:nvPr/>
          </p:nvCxnSpPr>
          <p:spPr>
            <a:xfrm rot="16200000" flipH="1">
              <a:off x="1066800" y="5181600"/>
              <a:ext cx="1295400" cy="6858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hape 27"/>
            <p:cNvCxnSpPr>
              <a:stCxn id="14" idx="2"/>
              <a:endCxn id="16" idx="3"/>
            </p:cNvCxnSpPr>
            <p:nvPr/>
          </p:nvCxnSpPr>
          <p:spPr>
            <a:xfrm rot="5400000">
              <a:off x="6934200" y="5257800"/>
              <a:ext cx="1295400" cy="5334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hape 28"/>
            <p:cNvCxnSpPr>
              <a:stCxn id="15" idx="3"/>
            </p:cNvCxnSpPr>
            <p:nvPr/>
          </p:nvCxnSpPr>
          <p:spPr>
            <a:xfrm flipV="1">
              <a:off x="3581400" y="3429000"/>
              <a:ext cx="2514600" cy="2743200"/>
            </a:xfrm>
            <a:prstGeom prst="curved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hape 29"/>
            <p:cNvCxnSpPr>
              <a:stCxn id="16" idx="1"/>
            </p:cNvCxnSpPr>
            <p:nvPr/>
          </p:nvCxnSpPr>
          <p:spPr>
            <a:xfrm rot="10800000">
              <a:off x="3048000" y="3429000"/>
              <a:ext cx="2743200" cy="2743200"/>
            </a:xfrm>
            <a:prstGeom prst="curved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6279062" y="1447800"/>
              <a:ext cx="426539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err="1">
                  <a:solidFill>
                    <a:srgbClr val="0000FF"/>
                  </a:solidFill>
                  <a:latin typeface="Franklin Gothic Book"/>
                </a:rPr>
                <a:t>rel</a:t>
              </a:r>
              <a:endParaRPr lang="en-US" sz="1400">
                <a:solidFill>
                  <a:srgbClr val="0000FF"/>
                </a:solidFill>
                <a:latin typeface="Franklin Gothic Book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805440" y="1447800"/>
              <a:ext cx="426539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err="1">
                  <a:solidFill>
                    <a:srgbClr val="FF0000"/>
                  </a:solidFill>
                  <a:latin typeface="Franklin Gothic Book"/>
                </a:rPr>
                <a:t>rel</a:t>
              </a:r>
              <a:endParaRPr lang="en-US" sz="1400">
                <a:solidFill>
                  <a:srgbClr val="FF0000"/>
                </a:solidFill>
                <a:latin typeface="Franklin Gothic Book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352063" y="2852790"/>
              <a:ext cx="731870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  <a:latin typeface="Franklin Gothic Book"/>
                </a:rPr>
                <a:t>enter</a:t>
              </a:r>
              <a:r>
                <a:rPr lang="en-US" sz="1400" baseline="-25000">
                  <a:solidFill>
                    <a:srgbClr val="FF0000"/>
                  </a:solidFill>
                  <a:latin typeface="cmr10"/>
                </a:rPr>
                <a:t>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078080" y="2852790"/>
              <a:ext cx="719231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0000FF"/>
                  </a:solidFill>
                  <a:latin typeface="Franklin Gothic Book"/>
                </a:rPr>
                <a:t>enter</a:t>
              </a:r>
              <a:r>
                <a:rPr lang="en-US" sz="1400" baseline="-25000">
                  <a:solidFill>
                    <a:srgbClr val="0000FF"/>
                  </a:solidFill>
                  <a:latin typeface="cmr10"/>
                </a:rPr>
                <a:t>2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427235" y="2160497"/>
              <a:ext cx="554754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0000FF"/>
                  </a:solidFill>
                  <a:latin typeface="Franklin Gothic Book"/>
                </a:rPr>
                <a:t>req</a:t>
              </a:r>
              <a:r>
                <a:rPr lang="en-US" sz="1400" baseline="-25000">
                  <a:solidFill>
                    <a:srgbClr val="0000FF"/>
                  </a:solidFill>
                  <a:latin typeface="cmr10"/>
                </a:rPr>
                <a:t>2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202551" y="2160497"/>
              <a:ext cx="554754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  <a:latin typeface="Franklin Gothic Book"/>
                </a:rPr>
                <a:t>req</a:t>
              </a:r>
              <a:r>
                <a:rPr lang="en-US" sz="1400" baseline="-25000">
                  <a:solidFill>
                    <a:srgbClr val="FF0000"/>
                  </a:solidFill>
                  <a:latin typeface="cmr10"/>
                </a:rPr>
                <a:t>1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086605" y="5275818"/>
              <a:ext cx="719231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  <a:latin typeface="Franklin Gothic Book"/>
                </a:rPr>
                <a:t>enter</a:t>
              </a:r>
              <a:r>
                <a:rPr lang="en-US" sz="1400" baseline="-25000">
                  <a:solidFill>
                    <a:srgbClr val="FF0000"/>
                  </a:solidFill>
                  <a:latin typeface="cmr10"/>
                </a:rPr>
                <a:t>1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838018" y="5189282"/>
              <a:ext cx="554754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  <a:latin typeface="Franklin Gothic Book"/>
                </a:rPr>
                <a:t>req</a:t>
              </a:r>
              <a:r>
                <a:rPr lang="en-US" sz="1400" baseline="-25000">
                  <a:solidFill>
                    <a:srgbClr val="FF0000"/>
                  </a:solidFill>
                  <a:latin typeface="cmr10"/>
                </a:rPr>
                <a:t>1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98975" y="5189282"/>
              <a:ext cx="554754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0000FF"/>
                  </a:solidFill>
                  <a:latin typeface="Franklin Gothic Book"/>
                </a:rPr>
                <a:t>req</a:t>
              </a:r>
              <a:r>
                <a:rPr lang="en-US" sz="1400" baseline="-25000">
                  <a:solidFill>
                    <a:srgbClr val="0000FF"/>
                  </a:solidFill>
                  <a:latin typeface="cmr10"/>
                </a:rPr>
                <a:t>2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550388" y="5275818"/>
              <a:ext cx="719231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0000FF"/>
                  </a:solidFill>
                  <a:latin typeface="Franklin Gothic Book"/>
                </a:rPr>
                <a:t>enter</a:t>
              </a:r>
              <a:r>
                <a:rPr lang="en-US" sz="1400" baseline="-25000">
                  <a:solidFill>
                    <a:srgbClr val="0000FF"/>
                  </a:solidFill>
                  <a:latin typeface="cmr10"/>
                </a:rPr>
                <a:t>2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405063" y="3545084"/>
              <a:ext cx="567394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0000FF"/>
                  </a:solidFill>
                  <a:latin typeface="Franklin Gothic Book"/>
                </a:rPr>
                <a:t>req</a:t>
              </a:r>
              <a:r>
                <a:rPr lang="en-US" sz="1400" baseline="-25000">
                  <a:solidFill>
                    <a:srgbClr val="0000FF"/>
                  </a:solidFill>
                  <a:latin typeface="cmr10"/>
                </a:rPr>
                <a:t>2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091074" y="3545084"/>
              <a:ext cx="567394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  <a:latin typeface="Franklin Gothic Book"/>
                </a:rPr>
                <a:t>req</a:t>
              </a:r>
              <a:r>
                <a:rPr lang="en-US" sz="1400" baseline="-25000">
                  <a:solidFill>
                    <a:srgbClr val="FF0000"/>
                  </a:solidFill>
                  <a:latin typeface="cmr10"/>
                </a:rPr>
                <a:t>1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687499" y="3891231"/>
              <a:ext cx="426539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err="1">
                  <a:solidFill>
                    <a:srgbClr val="0000FF"/>
                  </a:solidFill>
                  <a:latin typeface="Franklin Gothic Book"/>
                </a:rPr>
                <a:t>rel</a:t>
              </a:r>
              <a:endParaRPr lang="en-US" sz="1400">
                <a:solidFill>
                  <a:srgbClr val="0000FF"/>
                </a:solidFill>
                <a:latin typeface="Franklin Gothic Book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035336" y="3891231"/>
              <a:ext cx="426539" cy="349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err="1">
                  <a:solidFill>
                    <a:srgbClr val="FF0000"/>
                  </a:solidFill>
                  <a:latin typeface="Franklin Gothic Book"/>
                </a:rPr>
                <a:t>rel</a:t>
              </a:r>
              <a:endParaRPr lang="en-US" sz="1400">
                <a:solidFill>
                  <a:srgbClr val="FF0000"/>
                </a:solidFill>
                <a:latin typeface="Franklin Gothic Book"/>
              </a:endParaRPr>
            </a:p>
          </p:txBody>
        </p:sp>
      </p:grpSp>
      <p:cxnSp>
        <p:nvCxnSpPr>
          <p:cNvPr id="40" name="Straight Arrow Connector 26"/>
          <p:cNvCxnSpPr>
            <a:stCxn id="12" idx="3"/>
            <a:endCxn id="16" idx="0"/>
          </p:cNvCxnSpPr>
          <p:nvPr/>
        </p:nvCxnSpPr>
        <p:spPr>
          <a:xfrm>
            <a:off x="5354861" y="4400350"/>
            <a:ext cx="1048436" cy="114066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10505" y="6266934"/>
                <a:ext cx="698569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ביחס ל-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𝐴</m:t>
                    </m:r>
                    <m:r>
                      <a:rPr lang="en-US" b="0" i="1" smtClean="0">
                        <a:latin typeface="Cambria Math"/>
                      </a:rPr>
                      <m:t>={</m:t>
                    </m:r>
                    <m:r>
                      <a:rPr lang="en-US" b="0" i="1" smtClean="0">
                        <a:solidFill>
                          <a:srgbClr val="2E14F0"/>
                        </a:solidFill>
                        <a:latin typeface="Cambria Math"/>
                      </a:rPr>
                      <m:t>𝑒𝑛𝑡𝑒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2E14F0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2E14F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}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:  </a:t>
                </a:r>
                <a:r>
                  <a:rPr lang="he-IL" dirty="0">
                    <a:solidFill>
                      <a:srgbClr val="0099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הוֹגֶנֶת חלש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he-IL" u="sng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לא</a:t>
                </a:r>
                <a:r>
                  <a:rPr lang="he-IL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הוֹגֶנֶת חזק וגם </a:t>
                </a:r>
                <a:r>
                  <a:rPr lang="he-IL" u="sng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לא</a:t>
                </a:r>
                <a:r>
                  <a:rPr lang="he-IL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הוֹגֶנֶת ללא תנאי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505" y="6266934"/>
                <a:ext cx="6985695" cy="369332"/>
              </a:xfrm>
              <a:prstGeom prst="rect">
                <a:avLst/>
              </a:prstGeom>
              <a:blipFill>
                <a:blip r:embed="rId2"/>
                <a:stretch>
                  <a:fillRect l="-698" t="-8197" r="-69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statue of a person holding scales and sword&#10;&#10;Description automatically generated">
            <a:extLst>
              <a:ext uri="{FF2B5EF4-FFF2-40B4-BE49-F238E27FC236}">
                <a16:creationId xmlns:a16="http://schemas.microsoft.com/office/drawing/2014/main" id="{960FEC65-B93C-2696-4080-954C04B569A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833"/>
          <a:stretch/>
        </p:blipFill>
        <p:spPr>
          <a:xfrm>
            <a:off x="6159950" y="2768361"/>
            <a:ext cx="957811" cy="825319"/>
          </a:xfrm>
          <a:prstGeom prst="rect">
            <a:avLst/>
          </a:prstGeom>
        </p:spPr>
      </p:pic>
      <p:pic>
        <p:nvPicPr>
          <p:cNvPr id="8" name="Picture 7" descr="A statue of a person holding scales and sword&#10;&#10;Description automatically generated">
            <a:extLst>
              <a:ext uri="{FF2B5EF4-FFF2-40B4-BE49-F238E27FC236}">
                <a16:creationId xmlns:a16="http://schemas.microsoft.com/office/drawing/2014/main" id="{F28B9167-4BC2-2BF4-6F54-FDBB1836108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833"/>
          <a:stretch/>
        </p:blipFill>
        <p:spPr>
          <a:xfrm>
            <a:off x="5759797" y="4029203"/>
            <a:ext cx="957811" cy="82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761841"/>
      </p:ext>
    </p:extLst>
  </p:cSld>
  <p:clrMapOvr>
    <a:masterClrMapping/>
  </p:clrMapOvr>
  <p:transition>
    <p:dissolv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באיזה מושג הוֹגְנוּת להשתמש?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26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0" y="1447800"/>
                <a:ext cx="8991600" cy="4572000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10000"/>
                  </a:lnSpc>
                  <a:spcBef>
                    <a:spcPts val="12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מטרת אילוצי הוֹגְנוּת לפסול ריצות "בלתי סבירות"</a:t>
                </a:r>
              </a:p>
              <a:p>
                <a:pPr>
                  <a:lnSpc>
                    <a:spcPct val="110000"/>
                  </a:lnSpc>
                  <a:spcBef>
                    <a:spcPts val="4200"/>
                  </a:spcBef>
                </a:pP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אילוצים חזקים מדי? </a:t>
                </a:r>
                <a14:m>
                  <m:oMath xmlns:m="http://schemas.openxmlformats.org/officeDocument/2006/math">
                    <m:r>
                      <a:rPr lang="he-IL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he-IL" b="0" i="1" dirty="0" smtClean="0">
                        <a:latin typeface="Cambria Math" panose="02040503050406030204" pitchFamily="18" charset="0"/>
                      </a:rPr>
                      <m:t>⇐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נפסלות ריצות רלוונטיות</a:t>
                </a:r>
              </a:p>
              <a:p>
                <a:pPr lvl="1">
                  <a:lnSpc>
                    <a:spcPct val="110000"/>
                  </a:lnSpc>
                  <a:spcBef>
                    <a:spcPts val="12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אם אימות נותן דוגמה נגדית: מצאנו בָּאג במערכת</a:t>
                </a:r>
              </a:p>
              <a:p>
                <a:pPr lvl="1">
                  <a:lnSpc>
                    <a:spcPct val="110000"/>
                  </a:lnSpc>
                  <a:spcBef>
                    <a:spcPts val="12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אם מצליחים לאמת את התכונה: אי אפשר להסיק נכונות המערכת כי יכול להיות שיש שגיאה בריצות הרלוונטיות שנפסלו</a:t>
                </a:r>
              </a:p>
              <a:p>
                <a:pPr>
                  <a:lnSpc>
                    <a:spcPct val="110000"/>
                  </a:lnSpc>
                  <a:spcBef>
                    <a:spcPts val="4200"/>
                  </a:spcBef>
                </a:pPr>
                <a:r>
                  <a:rPr lang="he-IL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אילוצים חלשים מדי? </a:t>
                </a:r>
                <a14:m>
                  <m:oMath xmlns:m="http://schemas.openxmlformats.org/officeDocument/2006/math">
                    <m:r>
                      <a:rPr lang="he-IL" i="1" dirty="0">
                        <a:latin typeface="Cambria Math" panose="02040503050406030204" pitchFamily="18" charset="0"/>
                      </a:rPr>
                      <m:t>⇐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מתחשבים ביותר מדי ריצות</a:t>
                </a:r>
              </a:p>
              <a:p>
                <a:pPr lvl="1">
                  <a:lnSpc>
                    <a:spcPct val="110000"/>
                  </a:lnSpc>
                  <a:spcBef>
                    <a:spcPts val="12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אם אימות נותן דוגמה נגדית: יכול להיות שהדוגמה היא ריצה לא רלוונטית</a:t>
                </a:r>
              </a:p>
              <a:p>
                <a:pPr lvl="1">
                  <a:lnSpc>
                    <a:spcPct val="110000"/>
                  </a:lnSpc>
                  <a:spcBef>
                    <a:spcPts val="12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אם מצליחים לאמת את התכונה: המערכת נכונה</a:t>
                </a:r>
              </a:p>
              <a:p>
                <a:pPr lvl="1">
                  <a:lnSpc>
                    <a:spcPct val="110000"/>
                  </a:lnSpc>
                  <a:spcBef>
                    <a:spcPts val="1200"/>
                  </a:spcBef>
                </a:pP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0" y="1447800"/>
                <a:ext cx="8991600" cy="4572000"/>
              </a:xfrm>
              <a:blipFill>
                <a:blip r:embed="rId2"/>
                <a:stretch>
                  <a:fillRect t="-1200" r="-542"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4" name="Picture 6" descr="http://ayushveda.com/blogs/pregnancy/files/2010/01/pregnancy-test1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471160"/>
            <a:ext cx="1524000" cy="1386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Stop ignoring the facts | Chatsworth Consulting Group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1828800"/>
            <a:ext cx="1714500" cy="128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dissolv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תוכן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27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aphicFrame>
        <p:nvGraphicFramePr>
          <p:cNvPr id="6" name="Content Placeholder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1117891"/>
              </p:ext>
            </p:extLst>
          </p:nvPr>
        </p:nvGraphicFramePr>
        <p:xfrm>
          <a:off x="457200" y="1600200"/>
          <a:ext cx="830580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dissolv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הנחות הוֹגְנוּת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28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2209800"/>
                <a:ext cx="8305800" cy="304800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0"/>
                  </a:spcBef>
                </a:pP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אילוצי הוֹגְנוּת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כופים דרישה לקבוצה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b="0" i="1" dirty="0" smtClean="0">
                        <a:latin typeface="Cambria Math"/>
                      </a:rPr>
                      <m:t>⊆</m:t>
                    </m:r>
                    <m:r>
                      <a:rPr lang="en-US" b="0" i="1" dirty="0" smtClean="0">
                        <a:latin typeface="Cambria Math"/>
                      </a:rPr>
                      <m:t>𝐴𝑐𝑡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60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במעשה: 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נדרשים אילוצים שונים לקבוצות שונות של פעולות</a:t>
                </a:r>
              </a:p>
              <a:p>
                <a:pPr>
                  <a:spcBef>
                    <a:spcPts val="60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את זה ממדלים באמצעות 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הנחות הוֹגְנוּת 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2209800"/>
                <a:ext cx="8305800" cy="3048000"/>
              </a:xfrm>
              <a:blipFill>
                <a:blip r:embed="rId2"/>
                <a:stretch>
                  <a:fillRect t="-2200" r="-7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dissolv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981075" y="2157924"/>
            <a:ext cx="7086600" cy="5038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600"/>
          </a:p>
        </p:txBody>
      </p:sp>
      <p:sp>
        <p:nvSpPr>
          <p:cNvPr id="7" name="Rectangle 6"/>
          <p:cNvSpPr/>
          <p:nvPr/>
        </p:nvSpPr>
        <p:spPr>
          <a:xfrm>
            <a:off x="380034" y="3657600"/>
            <a:ext cx="8306765" cy="2647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6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הגדרה: הנחות הוֹגְנוּת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17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29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371600"/>
                <a:ext cx="8839200" cy="5638800"/>
              </a:xfrm>
              <a:ln w="19050">
                <a:noFill/>
                <a:headEnd type="arrow" w="med" len="med"/>
                <a:tailEnd type="none" w="med" len="med"/>
              </a:ln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2400"/>
                  </a:spcAft>
                  <a:buNone/>
                </a:pPr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הנחת הוֹגְנוּת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ל-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sz="2400" i="1">
                        <a:latin typeface="Cambria Math"/>
                      </a:rPr>
                      <m:t>=〈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latin typeface="Cambria Math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𝐴𝑐𝑡</m:t>
                    </m:r>
                    <m:r>
                      <a:rPr lang="en-US" sz="2400" i="1">
                        <a:latin typeface="Cambria Math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latin typeface="Cambria Math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400" i="1">
                        <a:latin typeface="Cambria Math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𝐴𝑃</m:t>
                    </m:r>
                    <m:r>
                      <a:rPr lang="en-US" sz="2400" i="1">
                        <a:latin typeface="Cambria Math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>
                        <a:latin typeface="Cambria Math"/>
                      </a:rPr>
                      <m:t>〉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היא שלישייה</a:t>
                </a:r>
                <a:endParaRPr lang="en-US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/>
                          <a:ea typeface="Cambria Math"/>
                        </a:rPr>
                        <m:t>ℱ</m:t>
                      </m:r>
                      <m:r>
                        <a:rPr lang="en-US" sz="2400" i="1" dirty="0" smtClean="0">
                          <a:latin typeface="Cambria Math"/>
                        </a:rPr>
                        <m:t>=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2400" i="1">
                                  <a:latin typeface="Cambria Math" panose="02040503050406030204" pitchFamily="18" charset="0"/>
                                </a:rPr>
                                <m:t>ℱ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uncond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2400" i="1">
                                  <a:latin typeface="Cambria Math" panose="02040503050406030204" pitchFamily="18" charset="0"/>
                                </a:rPr>
                                <m:t>ℱ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𝑠𝑡𝑟𝑜𝑛𝑔</m:t>
                              </m:r>
                            </m:sub>
                          </m:sSub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2400" i="1">
                                  <a:latin typeface="Cambria Math" panose="02040503050406030204" pitchFamily="18" charset="0"/>
                                </a:rPr>
                                <m:t>ℱ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𝑤𝑒𝑎𝑘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𝐴𝑐𝑡</m:t>
                              </m:r>
                            </m:sup>
                          </m:sSup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𝑐𝑡</m:t>
                              </m:r>
                            </m:sup>
                          </m:sSup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𝑐𝑡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he-IL" sz="2400" b="0" baseline="-25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2400"/>
                  </a:spcAft>
                  <a:buNone/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נגיד שריצה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0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he-IL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e-IL" sz="2000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groupCh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he-IL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e-IL" sz="2000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groupCh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he-IL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e-IL" sz="2000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e>
                    </m:groupChr>
                    <m:r>
                      <a:rPr lang="en-US" sz="2000" i="1">
                        <a:latin typeface="Cambria Math"/>
                      </a:rPr>
                      <m:t>⋯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של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היא </a:t>
                </a:r>
                <a14:m>
                  <m:oMath xmlns:m="http://schemas.openxmlformats.org/officeDocument/2006/math">
                    <m:r>
                      <a:rPr lang="he-IL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-הוֹגֶנֶת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אם:</a:t>
                </a:r>
              </a:p>
              <a:p>
                <a:pPr marL="320040" lvl="1" indent="0" defTabSz="773113">
                  <a:lnSpc>
                    <a:spcPct val="110000"/>
                  </a:lnSpc>
                  <a:spcBef>
                    <a:spcPts val="0"/>
                  </a:spcBef>
                  <a:spcAft>
                    <a:spcPts val="2400"/>
                  </a:spcAft>
                  <a:buNone/>
                  <a:tabLst>
                    <a:tab pos="4211638" algn="l"/>
                  </a:tabLst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לכל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he-IL" sz="20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000" b="0" i="1" smtClean="0">
                            <a:latin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uncond</m:t>
                        </m:r>
                      </m:sub>
                    </m:sSub>
                  </m:oMath>
                </a14:m>
                <a:r>
                  <a:rPr lang="he-IL" b="0" dirty="0">
                    <a:latin typeface="Gisha" panose="020B0502040204020203" pitchFamily="34" charset="-79"/>
                    <a:cs typeface="Gisha" panose="020B0502040204020203" pitchFamily="34" charset="-79"/>
                  </a:rPr>
                  <a:t>: 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∃</m:t>
                            </m:r>
                          </m:e>
                          <m:lim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.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</m:oMath>
                </a14:m>
                <a:endParaRPr lang="en-US" b="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320040" lvl="1" indent="0">
                  <a:lnSpc>
                    <a:spcPct val="110000"/>
                  </a:lnSpc>
                  <a:spcBef>
                    <a:spcPts val="0"/>
                  </a:spcBef>
                  <a:spcAft>
                    <a:spcPts val="2400"/>
                  </a:spcAft>
                  <a:buNone/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לכל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he-IL" sz="20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000" i="1">
                            <a:latin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𝑠𝑡𝑟𝑜𝑛𝑔</m:t>
                        </m:r>
                      </m:sub>
                    </m:sSub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d>
                          <m:dPr>
                            <m:ctrlPr>
                              <a:rPr lang="en-US" b="0" i="1" smtClean="0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i="1" smtClean="0">
                                    <a:solidFill>
                                      <a:srgbClr val="2E14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en-US" i="1">
                                        <a:solidFill>
                                          <a:srgbClr val="2E14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a:rPr lang="en-US" i="1">
                                        <a:solidFill>
                                          <a:srgbClr val="2E14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∃</m:t>
                                    </m:r>
                                  </m:e>
                                  <m:lim>
                                    <m:r>
                                      <a:rPr lang="en-US" i="1">
                                        <a:solidFill>
                                          <a:srgbClr val="2E14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</m:lim>
                                </m:limLow>
                              </m:fName>
                              <m:e>
                                <m:r>
                                  <a:rPr lang="en-US" i="1">
                                    <a:solidFill>
                                      <a:srgbClr val="2E14F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func>
                            <m:r>
                              <a:rPr lang="en-US" i="1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  <m:t>. </m:t>
                            </m:r>
                            <m:r>
                              <a:rPr lang="en-US" b="0" i="1" smtClean="0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  <m:t>𝑝𝑜𝑠𝑡</m:t>
                            </m:r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rgbClr val="2E14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2E14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2E14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2E14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rgbClr val="2E14F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solidFill>
                                      <a:srgbClr val="2E14F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  <m:r>
                              <a:rPr lang="en-US" b="0" i="1" smtClean="0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b="0" i="1" smtClean="0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  <m:t>∅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 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∃</m:t>
                                    </m:r>
                                  </m:e>
                                  <m:lim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</m:lim>
                                </m:limLow>
                              </m:fName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.  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func>
                          </m:e>
                        </m:d>
                      </m:e>
                    </m:func>
                  </m:oMath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320040" lvl="1" indent="0">
                  <a:lnSpc>
                    <a:spcPct val="110000"/>
                  </a:lnSpc>
                  <a:spcBef>
                    <a:spcPts val="0"/>
                  </a:spcBef>
                  <a:spcAft>
                    <a:spcPts val="2400"/>
                  </a:spcAft>
                  <a:buNone/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לכל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he-IL" sz="20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000" i="1">
                            <a:latin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𝑤𝑒𝑎𝑘</m:t>
                        </m:r>
                      </m:sub>
                    </m:sSub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: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∃</m:t>
                        </m:r>
                        <m:r>
                          <a:rPr lang="en-US" b="0" i="1" smtClean="0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i="1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 ∀</m:t>
                        </m:r>
                        <m:r>
                          <a:rPr lang="en-US" b="0" i="1" smtClean="0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rgbClr val="2E14F0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&gt;</m:t>
                        </m:r>
                        <m:r>
                          <a:rPr lang="en-US" b="0" i="1" smtClean="0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 .</m:t>
                        </m:r>
                        <m:r>
                          <a:rPr lang="en-US" i="1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𝑝𝑜𝑠𝑡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2E14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2E14F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2E14F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r>
                          <a:rPr lang="en-US" i="1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i="1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∃</m:t>
                                </m:r>
                              </m:e>
                              <m:lim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lim>
                            </m:limLow>
                          </m:fName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. 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func>
                      </m:e>
                    </m:d>
                  </m:oMath>
                </a14:m>
                <a:endParaRPr lang="he-IL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371600"/>
                <a:ext cx="8839200" cy="5638800"/>
              </a:xfrm>
              <a:blipFill>
                <a:blip r:embed="rId2"/>
                <a:stretch>
                  <a:fillRect t="-649" r="-1034"/>
                </a:stretch>
              </a:blipFill>
              <a:ln w="19050">
                <a:noFill/>
                <a:headEnd type="arrow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cartoon character standing in a line of men&#10;&#10;Description automatically generated">
            <a:extLst>
              <a:ext uri="{FF2B5EF4-FFF2-40B4-BE49-F238E27FC236}">
                <a16:creationId xmlns:a16="http://schemas.microsoft.com/office/drawing/2014/main" id="{9AED6ECF-3CB3-9D46-8E7E-92AA5288EE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20" y="2609112"/>
            <a:ext cx="1598719" cy="15987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AAB3F76-2F2F-F147-22D2-AA3EC651DB09}"/>
                  </a:ext>
                </a:extLst>
              </p14:cNvPr>
              <p14:cNvContentPartPr/>
              <p14:nvPr/>
            </p14:nvContentPartPr>
            <p14:xfrm>
              <a:off x="3863875" y="1869490"/>
              <a:ext cx="2700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AAB3F76-2F2F-F147-22D2-AA3EC651DB0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45875" y="1851490"/>
                <a:ext cx="6264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6026515"/>
      </p:ext>
    </p:extLst>
  </p:cSld>
  <p:clrMapOvr>
    <a:masterClrMapping/>
  </p:clrMapOvr>
  <p:transition>
    <p:dissolv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981075" y="2157924"/>
            <a:ext cx="7086600" cy="5038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600"/>
          </a:p>
        </p:txBody>
      </p:sp>
      <p:sp>
        <p:nvSpPr>
          <p:cNvPr id="7" name="Rectangle 6"/>
          <p:cNvSpPr/>
          <p:nvPr/>
        </p:nvSpPr>
        <p:spPr>
          <a:xfrm>
            <a:off x="380034" y="3657600"/>
            <a:ext cx="8306765" cy="2647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6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הגדרה: הנחות הוֹגְנוּת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30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371600"/>
                <a:ext cx="8839200" cy="5638800"/>
              </a:xfrm>
              <a:ln w="19050">
                <a:noFill/>
                <a:headEnd type="arrow" w="med" len="med"/>
                <a:tailEnd type="none" w="med" len="med"/>
              </a:ln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2400"/>
                  </a:spcAft>
                  <a:buNone/>
                </a:pP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הנחת הוֹגְנוּת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ל-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sz="2400" i="1">
                        <a:latin typeface="Cambria Math"/>
                      </a:rPr>
                      <m:t>=〈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latin typeface="Cambria Math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𝐴𝑐𝑡</m:t>
                    </m:r>
                    <m:r>
                      <a:rPr lang="en-US" sz="2400" i="1">
                        <a:latin typeface="Cambria Math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latin typeface="Cambria Math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400" i="1">
                        <a:latin typeface="Cambria Math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𝐴𝑃</m:t>
                    </m:r>
                    <m:r>
                      <a:rPr lang="en-US" sz="2400" i="1">
                        <a:latin typeface="Cambria Math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>
                        <a:latin typeface="Cambria Math"/>
                      </a:rPr>
                      <m:t>〉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היא שלישייה</a:t>
                </a:r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/>
                          <a:ea typeface="Cambria Math"/>
                        </a:rPr>
                        <m:t>ℱ</m:t>
                      </m:r>
                      <m:r>
                        <a:rPr lang="en-US" sz="2400" i="1" dirty="0" smtClean="0">
                          <a:latin typeface="Cambria Math"/>
                        </a:rPr>
                        <m:t>=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2400" i="1">
                                  <a:latin typeface="Cambria Math" panose="02040503050406030204" pitchFamily="18" charset="0"/>
                                </a:rPr>
                                <m:t>ℱ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uncond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2400" i="1">
                                  <a:latin typeface="Cambria Math" panose="02040503050406030204" pitchFamily="18" charset="0"/>
                                </a:rPr>
                                <m:t>ℱ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𝑠𝑡𝑟𝑜𝑛𝑔</m:t>
                              </m:r>
                            </m:sub>
                          </m:sSub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2400" i="1">
                                  <a:latin typeface="Cambria Math" panose="02040503050406030204" pitchFamily="18" charset="0"/>
                                </a:rPr>
                                <m:t>ℱ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𝑤𝑒𝑎𝑘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𝐴𝑐𝑡</m:t>
                              </m:r>
                            </m:sup>
                          </m:sSup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𝑐𝑡</m:t>
                              </m:r>
                            </m:sup>
                          </m:sSup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𝑐𝑡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he-IL" sz="2400" b="0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2400"/>
                  </a:spcAft>
                  <a:buNone/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נגיד שריצה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0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he-IL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e-IL" sz="2000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groupCh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he-IL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e-IL" sz="2000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groupCh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he-IL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e-IL" sz="2000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e>
                    </m:groupChr>
                    <m:r>
                      <a:rPr lang="en-US" sz="2000" i="1">
                        <a:latin typeface="Cambria Math"/>
                      </a:rPr>
                      <m:t>⋯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של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היא </a:t>
                </a:r>
                <a14:m>
                  <m:oMath xmlns:m="http://schemas.openxmlformats.org/officeDocument/2006/math">
                    <m:r>
                      <a:rPr lang="he-IL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-הוֹגֶנֶת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אם:</a:t>
                </a:r>
              </a:p>
              <a:p>
                <a:pPr marL="320040" lvl="1" indent="0" defTabSz="773113">
                  <a:lnSpc>
                    <a:spcPct val="110000"/>
                  </a:lnSpc>
                  <a:spcBef>
                    <a:spcPts val="0"/>
                  </a:spcBef>
                  <a:spcAft>
                    <a:spcPts val="2400"/>
                  </a:spcAft>
                  <a:buNone/>
                  <a:tabLst>
                    <a:tab pos="4211638" algn="l"/>
                  </a:tabLst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לכל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he-IL" sz="20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000" b="0" i="1" smtClean="0">
                            <a:latin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uncond</m:t>
                        </m:r>
                      </m:sub>
                    </m:sSub>
                  </m:oMath>
                </a14:m>
                <a:r>
                  <a:rPr lang="he-IL" b="0">
                    <a:latin typeface="Gisha" panose="020B0502040204020203" pitchFamily="34" charset="-79"/>
                    <a:cs typeface="Gisha" panose="020B0502040204020203" pitchFamily="34" charset="-79"/>
                  </a:rPr>
                  <a:t>: 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∃</m:t>
                            </m:r>
                          </m:e>
                          <m:lim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.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</m:oMath>
                </a14:m>
                <a:endParaRPr lang="en-US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320040" lvl="1" indent="0">
                  <a:lnSpc>
                    <a:spcPct val="110000"/>
                  </a:lnSpc>
                  <a:spcBef>
                    <a:spcPts val="0"/>
                  </a:spcBef>
                  <a:spcAft>
                    <a:spcPts val="2400"/>
                  </a:spcAft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לכל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he-IL" sz="20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000" i="1">
                            <a:latin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𝑠𝑡𝑟𝑜𝑛𝑔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d>
                          <m:dPr>
                            <m:ctrlPr>
                              <a:rPr lang="en-US" b="0" i="1" smtClean="0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i="1" smtClean="0">
                                    <a:solidFill>
                                      <a:srgbClr val="2E14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en-US" i="1">
                                        <a:solidFill>
                                          <a:srgbClr val="2E14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a:rPr lang="en-US" i="1">
                                        <a:solidFill>
                                          <a:srgbClr val="2E14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∃</m:t>
                                    </m:r>
                                  </m:e>
                                  <m:lim>
                                    <m:r>
                                      <a:rPr lang="en-US" i="1">
                                        <a:solidFill>
                                          <a:srgbClr val="2E14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</m:lim>
                                </m:limLow>
                              </m:fName>
                              <m:e>
                                <m:r>
                                  <a:rPr lang="en-US" i="1">
                                    <a:solidFill>
                                      <a:srgbClr val="2E14F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func>
                            <m:r>
                              <a:rPr lang="en-US" i="1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  <m:t>. </m:t>
                            </m:r>
                            <m:r>
                              <a:rPr lang="en-US" b="0" i="1" smtClean="0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  <m:t>𝑝𝑜𝑠𝑡</m:t>
                            </m:r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rgbClr val="2E14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2E14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2E14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2E14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rgbClr val="2E14F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solidFill>
                                      <a:srgbClr val="2E14F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  <m:r>
                              <a:rPr lang="en-US" b="0" i="1" smtClean="0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b="0" i="1" smtClean="0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  <m:t>∅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 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∃</m:t>
                                    </m:r>
                                  </m:e>
                                  <m:lim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</m:lim>
                                </m:limLow>
                              </m:fName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.  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func>
                          </m:e>
                        </m:d>
                      </m:e>
                    </m:func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320040" lvl="1" indent="0">
                  <a:lnSpc>
                    <a:spcPct val="110000"/>
                  </a:lnSpc>
                  <a:spcBef>
                    <a:spcPts val="0"/>
                  </a:spcBef>
                  <a:spcAft>
                    <a:spcPts val="2400"/>
                  </a:spcAft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לכל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he-IL" sz="20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000" i="1">
                            <a:latin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𝑤𝑒𝑎𝑘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∃</m:t>
                        </m:r>
                        <m:r>
                          <a:rPr lang="en-US" b="0" i="1" smtClean="0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i="1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 ∀</m:t>
                        </m:r>
                        <m:r>
                          <a:rPr lang="en-US" b="0" i="1" smtClean="0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rgbClr val="2E14F0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&gt;</m:t>
                        </m:r>
                        <m:r>
                          <a:rPr lang="en-US" b="0" i="1" smtClean="0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 .</m:t>
                        </m:r>
                        <m:r>
                          <a:rPr lang="en-US" i="1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𝑝𝑜𝑠𝑡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2E14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2E14F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2E14F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r>
                          <a:rPr lang="en-US" i="1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i="1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∃</m:t>
                                </m:r>
                              </m:e>
                              <m:lim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lim>
                            </m:limLow>
                          </m:fName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. 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func>
                      </m:e>
                    </m:d>
                  </m:oMath>
                </a14:m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371600"/>
                <a:ext cx="8839200" cy="5638800"/>
              </a:xfrm>
              <a:blipFill>
                <a:blip r:embed="rId2"/>
                <a:stretch>
                  <a:fillRect t="-649" r="-1034"/>
                </a:stretch>
              </a:blipFill>
              <a:ln w="19050">
                <a:noFill/>
                <a:headEnd type="arrow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cartoon character standing in a line of men&#10;&#10;Description automatically generated">
            <a:extLst>
              <a:ext uri="{FF2B5EF4-FFF2-40B4-BE49-F238E27FC236}">
                <a16:creationId xmlns:a16="http://schemas.microsoft.com/office/drawing/2014/main" id="{9AED6ECF-3CB3-9D46-8E7E-92AA5288EE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20" y="2609112"/>
            <a:ext cx="1598719" cy="1598719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B7E8AFA-39F3-8A1E-18A4-A8BF248E1A84}"/>
              </a:ext>
            </a:extLst>
          </p:cNvPr>
          <p:cNvSpPr/>
          <p:nvPr/>
        </p:nvSpPr>
        <p:spPr>
          <a:xfrm>
            <a:off x="2219417" y="3480047"/>
            <a:ext cx="2352583" cy="470516"/>
          </a:xfrm>
          <a:custGeom>
            <a:avLst/>
            <a:gdLst>
              <a:gd name="connsiteX0" fmla="*/ 0 w 2352583"/>
              <a:gd name="connsiteY0" fmla="*/ 0 h 470516"/>
              <a:gd name="connsiteX1" fmla="*/ 346230 w 2352583"/>
              <a:gd name="connsiteY1" fmla="*/ 257452 h 470516"/>
              <a:gd name="connsiteX2" fmla="*/ 958789 w 2352583"/>
              <a:gd name="connsiteY2" fmla="*/ 381739 h 470516"/>
              <a:gd name="connsiteX3" fmla="*/ 2352583 w 2352583"/>
              <a:gd name="connsiteY3" fmla="*/ 470516 h 470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2583" h="470516">
                <a:moveTo>
                  <a:pt x="0" y="0"/>
                </a:moveTo>
                <a:cubicBezTo>
                  <a:pt x="93216" y="96914"/>
                  <a:pt x="186432" y="193829"/>
                  <a:pt x="346230" y="257452"/>
                </a:cubicBezTo>
                <a:cubicBezTo>
                  <a:pt x="506028" y="321075"/>
                  <a:pt x="624397" y="346228"/>
                  <a:pt x="958789" y="381739"/>
                </a:cubicBezTo>
                <a:cubicBezTo>
                  <a:pt x="1293181" y="417250"/>
                  <a:pt x="1822882" y="443883"/>
                  <a:pt x="2352583" y="470516"/>
                </a:cubicBezTo>
              </a:path>
            </a:pathLst>
          </a:cu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BC69CB6-BE7A-091E-855B-E501EE44F87C}"/>
              </a:ext>
            </a:extLst>
          </p:cNvPr>
          <p:cNvSpPr/>
          <p:nvPr/>
        </p:nvSpPr>
        <p:spPr>
          <a:xfrm>
            <a:off x="2295618" y="3865949"/>
            <a:ext cx="2592280" cy="736846"/>
          </a:xfrm>
          <a:custGeom>
            <a:avLst/>
            <a:gdLst>
              <a:gd name="connsiteX0" fmla="*/ 0 w 2352583"/>
              <a:gd name="connsiteY0" fmla="*/ 0 h 470516"/>
              <a:gd name="connsiteX1" fmla="*/ 346230 w 2352583"/>
              <a:gd name="connsiteY1" fmla="*/ 257452 h 470516"/>
              <a:gd name="connsiteX2" fmla="*/ 958789 w 2352583"/>
              <a:gd name="connsiteY2" fmla="*/ 381739 h 470516"/>
              <a:gd name="connsiteX3" fmla="*/ 2352583 w 2352583"/>
              <a:gd name="connsiteY3" fmla="*/ 470516 h 470516"/>
              <a:gd name="connsiteX0" fmla="*/ 0 w 2592280"/>
              <a:gd name="connsiteY0" fmla="*/ 0 h 736846"/>
              <a:gd name="connsiteX1" fmla="*/ 346230 w 2592280"/>
              <a:gd name="connsiteY1" fmla="*/ 257452 h 736846"/>
              <a:gd name="connsiteX2" fmla="*/ 958789 w 2592280"/>
              <a:gd name="connsiteY2" fmla="*/ 381739 h 736846"/>
              <a:gd name="connsiteX3" fmla="*/ 2592280 w 2592280"/>
              <a:gd name="connsiteY3" fmla="*/ 736846 h 736846"/>
              <a:gd name="connsiteX0" fmla="*/ 0 w 2592280"/>
              <a:gd name="connsiteY0" fmla="*/ 0 h 736846"/>
              <a:gd name="connsiteX1" fmla="*/ 346230 w 2592280"/>
              <a:gd name="connsiteY1" fmla="*/ 257452 h 736846"/>
              <a:gd name="connsiteX2" fmla="*/ 976544 w 2592280"/>
              <a:gd name="connsiteY2" fmla="*/ 461638 h 736846"/>
              <a:gd name="connsiteX3" fmla="*/ 2592280 w 2592280"/>
              <a:gd name="connsiteY3" fmla="*/ 736846 h 736846"/>
              <a:gd name="connsiteX0" fmla="*/ 0 w 2592280"/>
              <a:gd name="connsiteY0" fmla="*/ 0 h 736846"/>
              <a:gd name="connsiteX1" fmla="*/ 346230 w 2592280"/>
              <a:gd name="connsiteY1" fmla="*/ 257452 h 736846"/>
              <a:gd name="connsiteX2" fmla="*/ 976544 w 2592280"/>
              <a:gd name="connsiteY2" fmla="*/ 461638 h 736846"/>
              <a:gd name="connsiteX3" fmla="*/ 2592280 w 2592280"/>
              <a:gd name="connsiteY3" fmla="*/ 736846 h 736846"/>
              <a:gd name="connsiteX0" fmla="*/ 0 w 2592280"/>
              <a:gd name="connsiteY0" fmla="*/ 0 h 736846"/>
              <a:gd name="connsiteX1" fmla="*/ 346230 w 2592280"/>
              <a:gd name="connsiteY1" fmla="*/ 257452 h 736846"/>
              <a:gd name="connsiteX2" fmla="*/ 976544 w 2592280"/>
              <a:gd name="connsiteY2" fmla="*/ 461638 h 736846"/>
              <a:gd name="connsiteX3" fmla="*/ 2592280 w 2592280"/>
              <a:gd name="connsiteY3" fmla="*/ 736846 h 736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2280" h="736846">
                <a:moveTo>
                  <a:pt x="0" y="0"/>
                </a:moveTo>
                <a:cubicBezTo>
                  <a:pt x="93216" y="96914"/>
                  <a:pt x="183473" y="180512"/>
                  <a:pt x="346230" y="257452"/>
                </a:cubicBezTo>
                <a:cubicBezTo>
                  <a:pt x="508987" y="334392"/>
                  <a:pt x="713173" y="408371"/>
                  <a:pt x="976544" y="461638"/>
                </a:cubicBezTo>
                <a:cubicBezTo>
                  <a:pt x="1399713" y="514904"/>
                  <a:pt x="2062579" y="710213"/>
                  <a:pt x="2592280" y="736846"/>
                </a:cubicBezTo>
              </a:path>
            </a:pathLst>
          </a:cu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97F0058-0189-7C0C-0CD7-B31BD25F0BA2}"/>
              </a:ext>
            </a:extLst>
          </p:cNvPr>
          <p:cNvSpPr/>
          <p:nvPr/>
        </p:nvSpPr>
        <p:spPr>
          <a:xfrm>
            <a:off x="1402493" y="4199138"/>
            <a:ext cx="3418081" cy="1412026"/>
          </a:xfrm>
          <a:custGeom>
            <a:avLst/>
            <a:gdLst>
              <a:gd name="connsiteX0" fmla="*/ 136178 w 3376527"/>
              <a:gd name="connsiteY0" fmla="*/ 0 h 1262412"/>
              <a:gd name="connsiteX1" fmla="*/ 3013 w 3376527"/>
              <a:gd name="connsiteY1" fmla="*/ 656947 h 1262412"/>
              <a:gd name="connsiteX2" fmla="*/ 251588 w 3376527"/>
              <a:gd name="connsiteY2" fmla="*/ 1100831 h 1262412"/>
              <a:gd name="connsiteX3" fmla="*/ 1174865 w 3376527"/>
              <a:gd name="connsiteY3" fmla="*/ 1207363 h 1262412"/>
              <a:gd name="connsiteX4" fmla="*/ 3376527 w 3376527"/>
              <a:gd name="connsiteY4" fmla="*/ 1260629 h 1262412"/>
              <a:gd name="connsiteX0" fmla="*/ 136178 w 3420915"/>
              <a:gd name="connsiteY0" fmla="*/ 0 h 1385393"/>
              <a:gd name="connsiteX1" fmla="*/ 3013 w 3420915"/>
              <a:gd name="connsiteY1" fmla="*/ 656947 h 1385393"/>
              <a:gd name="connsiteX2" fmla="*/ 251588 w 3420915"/>
              <a:gd name="connsiteY2" fmla="*/ 1100831 h 1385393"/>
              <a:gd name="connsiteX3" fmla="*/ 1174865 w 3420915"/>
              <a:gd name="connsiteY3" fmla="*/ 1207363 h 1385393"/>
              <a:gd name="connsiteX4" fmla="*/ 3420915 w 3420915"/>
              <a:gd name="connsiteY4" fmla="*/ 1384916 h 1385393"/>
              <a:gd name="connsiteX0" fmla="*/ 213243 w 3418081"/>
              <a:gd name="connsiteY0" fmla="*/ 0 h 1412026"/>
              <a:gd name="connsiteX1" fmla="*/ 179 w 3418081"/>
              <a:gd name="connsiteY1" fmla="*/ 683580 h 1412026"/>
              <a:gd name="connsiteX2" fmla="*/ 248754 w 3418081"/>
              <a:gd name="connsiteY2" fmla="*/ 1127464 h 1412026"/>
              <a:gd name="connsiteX3" fmla="*/ 1172031 w 3418081"/>
              <a:gd name="connsiteY3" fmla="*/ 1233996 h 1412026"/>
              <a:gd name="connsiteX4" fmla="*/ 3418081 w 3418081"/>
              <a:gd name="connsiteY4" fmla="*/ 1411549 h 1412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8081" h="1412026">
                <a:moveTo>
                  <a:pt x="213243" y="0"/>
                </a:moveTo>
                <a:cubicBezTo>
                  <a:pt x="137043" y="236737"/>
                  <a:pt x="-5739" y="495669"/>
                  <a:pt x="179" y="683580"/>
                </a:cubicBezTo>
                <a:cubicBezTo>
                  <a:pt x="6097" y="871491"/>
                  <a:pt x="53445" y="1035728"/>
                  <a:pt x="248754" y="1127464"/>
                </a:cubicBezTo>
                <a:cubicBezTo>
                  <a:pt x="444063" y="1219200"/>
                  <a:pt x="651208" y="1207363"/>
                  <a:pt x="1172031" y="1233996"/>
                </a:cubicBezTo>
                <a:cubicBezTo>
                  <a:pt x="1692854" y="1260629"/>
                  <a:pt x="3040780" y="1421906"/>
                  <a:pt x="3418081" y="1411549"/>
                </a:cubicBezTo>
              </a:path>
            </a:pathLst>
          </a:cu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73438372"/>
      </p:ext>
    </p:extLst>
  </p:cSld>
  <p:clrMapOvr>
    <a:masterClrMapping/>
  </p:clrMapOvr>
  <p:transition>
    <p:dissolv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981075" y="2157924"/>
            <a:ext cx="7086600" cy="5038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600"/>
          </a:p>
        </p:txBody>
      </p:sp>
      <p:sp>
        <p:nvSpPr>
          <p:cNvPr id="7" name="Rectangle 6"/>
          <p:cNvSpPr/>
          <p:nvPr/>
        </p:nvSpPr>
        <p:spPr>
          <a:xfrm>
            <a:off x="380035" y="3679701"/>
            <a:ext cx="8306765" cy="2647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6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הגדרה: הנחות הוֹגְנוּת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17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31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371600"/>
                <a:ext cx="8839200" cy="5638800"/>
              </a:xfrm>
              <a:ln w="19050">
                <a:noFill/>
                <a:headEnd type="arrow" w="med" len="med"/>
                <a:tailEnd type="none" w="med" len="med"/>
              </a:ln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2400"/>
                  </a:spcAft>
                  <a:buNone/>
                </a:pP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הנחת הוֹגְנוּת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ל-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sz="2400" i="1">
                        <a:latin typeface="Cambria Math"/>
                      </a:rPr>
                      <m:t>=〈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latin typeface="Cambria Math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𝐴𝑐𝑡</m:t>
                    </m:r>
                    <m:r>
                      <a:rPr lang="en-US" sz="2400" i="1">
                        <a:latin typeface="Cambria Math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latin typeface="Cambria Math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400" i="1">
                        <a:latin typeface="Cambria Math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𝐴𝑃</m:t>
                    </m:r>
                    <m:r>
                      <a:rPr lang="en-US" sz="2400" i="1">
                        <a:latin typeface="Cambria Math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>
                        <a:latin typeface="Cambria Math"/>
                      </a:rPr>
                      <m:t>〉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היא שלישייה</a:t>
                </a:r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/>
                          <a:ea typeface="Cambria Math"/>
                        </a:rPr>
                        <m:t>ℱ</m:t>
                      </m:r>
                      <m:r>
                        <a:rPr lang="en-US" sz="2400" i="1" dirty="0" smtClean="0">
                          <a:latin typeface="Cambria Math"/>
                        </a:rPr>
                        <m:t>=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2400" i="1">
                                  <a:latin typeface="Cambria Math" panose="02040503050406030204" pitchFamily="18" charset="0"/>
                                </a:rPr>
                                <m:t>ℱ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uncond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2400" i="1">
                                  <a:latin typeface="Cambria Math" panose="02040503050406030204" pitchFamily="18" charset="0"/>
                                </a:rPr>
                                <m:t>ℱ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𝑠𝑡𝑟𝑜𝑛𝑔</m:t>
                              </m:r>
                            </m:sub>
                          </m:sSub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2400" i="1">
                                  <a:latin typeface="Cambria Math" panose="02040503050406030204" pitchFamily="18" charset="0"/>
                                </a:rPr>
                                <m:t>ℱ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𝑤𝑒𝑎𝑘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𝐴𝑐𝑡</m:t>
                              </m:r>
                            </m:sup>
                          </m:sSup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𝑐𝑡</m:t>
                              </m:r>
                            </m:sup>
                          </m:sSup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𝑐𝑡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he-IL" sz="2400" b="0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2400"/>
                  </a:spcAft>
                  <a:buNone/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נגיד שריצה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0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he-IL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e-IL" sz="2000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groupCh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he-IL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e-IL" sz="2000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groupCh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he-IL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e-IL" sz="2000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e>
                    </m:groupChr>
                    <m:r>
                      <a:rPr lang="en-US" sz="2000" i="1">
                        <a:latin typeface="Cambria Math"/>
                      </a:rPr>
                      <m:t>⋯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של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היא </a:t>
                </a:r>
                <a14:m>
                  <m:oMath xmlns:m="http://schemas.openxmlformats.org/officeDocument/2006/math">
                    <m:r>
                      <a:rPr lang="he-IL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-הוֹגֶנֶת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אם:</a:t>
                </a:r>
              </a:p>
              <a:p>
                <a:pPr marL="320040" lvl="1" indent="0" defTabSz="773113">
                  <a:lnSpc>
                    <a:spcPct val="110000"/>
                  </a:lnSpc>
                  <a:spcBef>
                    <a:spcPts val="0"/>
                  </a:spcBef>
                  <a:spcAft>
                    <a:spcPts val="2400"/>
                  </a:spcAft>
                  <a:buNone/>
                  <a:tabLst>
                    <a:tab pos="4211638" algn="l"/>
                  </a:tabLst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לכל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he-IL" sz="20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000" b="0" i="1" smtClean="0">
                            <a:latin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uncond</m:t>
                        </m:r>
                      </m:sub>
                    </m:sSub>
                  </m:oMath>
                </a14:m>
                <a:r>
                  <a:rPr lang="he-IL" b="0">
                    <a:latin typeface="Gisha" panose="020B0502040204020203" pitchFamily="34" charset="-79"/>
                    <a:cs typeface="Gisha" panose="020B0502040204020203" pitchFamily="34" charset="-79"/>
                  </a:rPr>
                  <a:t>: 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∃</m:t>
                            </m:r>
                          </m:e>
                          <m:lim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.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</m:oMath>
                </a14:m>
                <a:endParaRPr lang="en-US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320040" lvl="1" indent="0">
                  <a:lnSpc>
                    <a:spcPct val="110000"/>
                  </a:lnSpc>
                  <a:spcBef>
                    <a:spcPts val="0"/>
                  </a:spcBef>
                  <a:spcAft>
                    <a:spcPts val="2400"/>
                  </a:spcAft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לכל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he-IL" sz="20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000" i="1">
                            <a:latin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𝑠𝑡𝑟𝑜𝑛𝑔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d>
                          <m:dPr>
                            <m:ctrlPr>
                              <a:rPr lang="en-US" b="0" i="1" smtClean="0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i="1" smtClean="0">
                                    <a:solidFill>
                                      <a:srgbClr val="2E14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en-US" i="1">
                                        <a:solidFill>
                                          <a:srgbClr val="2E14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a:rPr lang="en-US" i="1">
                                        <a:solidFill>
                                          <a:srgbClr val="2E14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∃</m:t>
                                    </m:r>
                                  </m:e>
                                  <m:lim>
                                    <m:r>
                                      <a:rPr lang="en-US" i="1">
                                        <a:solidFill>
                                          <a:srgbClr val="2E14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</m:lim>
                                </m:limLow>
                              </m:fName>
                              <m:e>
                                <m:r>
                                  <a:rPr lang="en-US" i="1">
                                    <a:solidFill>
                                      <a:srgbClr val="2E14F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func>
                            <m:r>
                              <a:rPr lang="en-US" i="1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  <m:t>. </m:t>
                            </m:r>
                            <m:r>
                              <a:rPr lang="en-US" b="0" i="1" smtClean="0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  <m:t>𝑝𝑜𝑠𝑡</m:t>
                            </m:r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rgbClr val="2E14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2E14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2E14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2E14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rgbClr val="2E14F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solidFill>
                                      <a:srgbClr val="2E14F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  <m:r>
                              <a:rPr lang="en-US" b="0" i="1" smtClean="0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b="0" i="1" smtClean="0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  <m:t>∅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 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∃</m:t>
                                    </m:r>
                                  </m:e>
                                  <m:lim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</m:lim>
                                </m:limLow>
                              </m:fName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.  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func>
                          </m:e>
                        </m:d>
                      </m:e>
                    </m:func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320040" lvl="1" indent="0">
                  <a:lnSpc>
                    <a:spcPct val="110000"/>
                  </a:lnSpc>
                  <a:spcBef>
                    <a:spcPts val="0"/>
                  </a:spcBef>
                  <a:spcAft>
                    <a:spcPts val="2400"/>
                  </a:spcAft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לכל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he-IL" sz="20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000" i="1">
                            <a:latin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𝑤𝑒𝑎𝑘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∃</m:t>
                        </m:r>
                        <m:r>
                          <a:rPr lang="en-US" b="0" i="1" smtClean="0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i="1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 ∀</m:t>
                        </m:r>
                        <m:r>
                          <a:rPr lang="en-US" b="0" i="1" smtClean="0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rgbClr val="2E14F0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&gt;</m:t>
                        </m:r>
                        <m:r>
                          <a:rPr lang="en-US" b="0" i="1" smtClean="0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 .</m:t>
                        </m:r>
                        <m:r>
                          <a:rPr lang="en-US" i="1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𝑝𝑜𝑠𝑡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2E14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2E14F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2E14F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r>
                          <a:rPr lang="en-US" i="1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i="1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∃</m:t>
                                </m:r>
                              </m:e>
                              <m:lim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lim>
                            </m:limLow>
                          </m:fName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. 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func>
                      </m:e>
                    </m:d>
                  </m:oMath>
                </a14:m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371600"/>
                <a:ext cx="8839200" cy="5638800"/>
              </a:xfrm>
              <a:blipFill>
                <a:blip r:embed="rId2"/>
                <a:stretch>
                  <a:fillRect t="-649" r="-1034"/>
                </a:stretch>
              </a:blipFill>
              <a:ln w="19050">
                <a:noFill/>
                <a:headEnd type="arrow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cartoon character standing in a line of men&#10;&#10;Description automatically generated">
            <a:extLst>
              <a:ext uri="{FF2B5EF4-FFF2-40B4-BE49-F238E27FC236}">
                <a16:creationId xmlns:a16="http://schemas.microsoft.com/office/drawing/2014/main" id="{9AED6ECF-3CB3-9D46-8E7E-92AA5288EE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20" y="2609112"/>
            <a:ext cx="1598719" cy="1598719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D3BB81A-359F-E184-1371-5B814F16F90A}"/>
              </a:ext>
            </a:extLst>
          </p:cNvPr>
          <p:cNvSpPr/>
          <p:nvPr/>
        </p:nvSpPr>
        <p:spPr>
          <a:xfrm>
            <a:off x="1349406" y="3852909"/>
            <a:ext cx="301841" cy="834501"/>
          </a:xfrm>
          <a:custGeom>
            <a:avLst/>
            <a:gdLst>
              <a:gd name="connsiteX0" fmla="*/ 0 w 301841"/>
              <a:gd name="connsiteY0" fmla="*/ 0 h 834501"/>
              <a:gd name="connsiteX1" fmla="*/ 88777 w 301841"/>
              <a:gd name="connsiteY1" fmla="*/ 470516 h 834501"/>
              <a:gd name="connsiteX2" fmla="*/ 301841 w 301841"/>
              <a:gd name="connsiteY2" fmla="*/ 834501 h 834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1841" h="834501">
                <a:moveTo>
                  <a:pt x="0" y="0"/>
                </a:moveTo>
                <a:cubicBezTo>
                  <a:pt x="19235" y="165716"/>
                  <a:pt x="38470" y="331433"/>
                  <a:pt x="88777" y="470516"/>
                </a:cubicBezTo>
                <a:cubicBezTo>
                  <a:pt x="139084" y="609600"/>
                  <a:pt x="220462" y="722050"/>
                  <a:pt x="301841" y="834501"/>
                </a:cubicBezTo>
              </a:path>
            </a:pathLst>
          </a:custGeom>
          <a:ln>
            <a:solidFill>
              <a:srgbClr val="0000FF"/>
            </a:solidFill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5CDE328-B2BE-D766-3C66-61B313FCF1A6}"/>
              </a:ext>
            </a:extLst>
          </p:cNvPr>
          <p:cNvSpPr/>
          <p:nvPr/>
        </p:nvSpPr>
        <p:spPr>
          <a:xfrm>
            <a:off x="984455" y="3773010"/>
            <a:ext cx="427095" cy="1748901"/>
          </a:xfrm>
          <a:custGeom>
            <a:avLst/>
            <a:gdLst>
              <a:gd name="connsiteX0" fmla="*/ 9844 w 427095"/>
              <a:gd name="connsiteY0" fmla="*/ 0 h 1748901"/>
              <a:gd name="connsiteX1" fmla="*/ 54232 w 427095"/>
              <a:gd name="connsiteY1" fmla="*/ 701336 h 1748901"/>
              <a:gd name="connsiteX2" fmla="*/ 427095 w 427095"/>
              <a:gd name="connsiteY2" fmla="*/ 1748901 h 1748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7095" h="1748901">
                <a:moveTo>
                  <a:pt x="9844" y="0"/>
                </a:moveTo>
                <a:cubicBezTo>
                  <a:pt x="-2733" y="204926"/>
                  <a:pt x="-15310" y="409853"/>
                  <a:pt x="54232" y="701336"/>
                </a:cubicBezTo>
                <a:cubicBezTo>
                  <a:pt x="123774" y="992819"/>
                  <a:pt x="275434" y="1370860"/>
                  <a:pt x="427095" y="1748901"/>
                </a:cubicBezTo>
              </a:path>
            </a:pathLst>
          </a:custGeom>
          <a:ln>
            <a:solidFill>
              <a:srgbClr val="0000FF"/>
            </a:solidFill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36840950"/>
      </p:ext>
    </p:extLst>
  </p:cSld>
  <p:clrMapOvr>
    <a:masterClrMapping/>
  </p:clrMapOvr>
  <p:transition>
    <p:dissolv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981075" y="2157924"/>
            <a:ext cx="7086600" cy="5038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600"/>
          </a:p>
        </p:txBody>
      </p:sp>
      <p:sp>
        <p:nvSpPr>
          <p:cNvPr id="7" name="Rectangle 6"/>
          <p:cNvSpPr/>
          <p:nvPr/>
        </p:nvSpPr>
        <p:spPr>
          <a:xfrm>
            <a:off x="380034" y="3657600"/>
            <a:ext cx="8306765" cy="2647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6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הגדרה: הנחות הוֹגְנוּת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17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32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371600"/>
                <a:ext cx="8839200" cy="5638800"/>
              </a:xfrm>
              <a:ln w="19050">
                <a:noFill/>
                <a:headEnd type="arrow" w="med" len="med"/>
                <a:tailEnd type="none" w="med" len="med"/>
              </a:ln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2400"/>
                  </a:spcAft>
                  <a:buNone/>
                </a:pP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הנחת הוֹגְנוּת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ל-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sz="2400" i="1">
                        <a:latin typeface="Cambria Math"/>
                      </a:rPr>
                      <m:t>=〈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latin typeface="Cambria Math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𝐴𝑐𝑡</m:t>
                    </m:r>
                    <m:r>
                      <a:rPr lang="en-US" sz="2400" i="1">
                        <a:latin typeface="Cambria Math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latin typeface="Cambria Math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400" i="1">
                        <a:latin typeface="Cambria Math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𝐴𝑃</m:t>
                    </m:r>
                    <m:r>
                      <a:rPr lang="en-US" sz="2400" i="1">
                        <a:latin typeface="Cambria Math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>
                        <a:latin typeface="Cambria Math"/>
                      </a:rPr>
                      <m:t>〉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היא שלישייה</a:t>
                </a:r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/>
                          <a:ea typeface="Cambria Math"/>
                        </a:rPr>
                        <m:t>ℱ</m:t>
                      </m:r>
                      <m:r>
                        <a:rPr lang="en-US" sz="2400" i="1" dirty="0" smtClean="0">
                          <a:latin typeface="Cambria Math"/>
                        </a:rPr>
                        <m:t>=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2400" i="1">
                                  <a:latin typeface="Cambria Math" panose="02040503050406030204" pitchFamily="18" charset="0"/>
                                </a:rPr>
                                <m:t>ℱ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uncond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2400" i="1">
                                  <a:latin typeface="Cambria Math" panose="02040503050406030204" pitchFamily="18" charset="0"/>
                                </a:rPr>
                                <m:t>ℱ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𝑠𝑡𝑟𝑜𝑛𝑔</m:t>
                              </m:r>
                            </m:sub>
                          </m:sSub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2400" i="1">
                                  <a:latin typeface="Cambria Math" panose="02040503050406030204" pitchFamily="18" charset="0"/>
                                </a:rPr>
                                <m:t>ℱ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𝑤𝑒𝑎𝑘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𝐴𝑐𝑡</m:t>
                              </m:r>
                            </m:sup>
                          </m:sSup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𝑐𝑡</m:t>
                              </m:r>
                            </m:sup>
                          </m:sSup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𝑐𝑡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he-IL" sz="2400" b="0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2400"/>
                  </a:spcAft>
                  <a:buNone/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נגיד שריצה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0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he-IL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e-IL" sz="2000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groupCh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he-IL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e-IL" sz="2000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groupCh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he-IL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e-IL" sz="2000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e>
                    </m:groupChr>
                    <m:r>
                      <a:rPr lang="en-US" sz="2000" i="1">
                        <a:latin typeface="Cambria Math"/>
                      </a:rPr>
                      <m:t>⋯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של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היא </a:t>
                </a:r>
                <a14:m>
                  <m:oMath xmlns:m="http://schemas.openxmlformats.org/officeDocument/2006/math">
                    <m:r>
                      <a:rPr lang="he-IL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-הוֹגֶנֶת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אם:</a:t>
                </a:r>
              </a:p>
              <a:p>
                <a:pPr marL="320040" lvl="1" indent="0" defTabSz="773113">
                  <a:lnSpc>
                    <a:spcPct val="110000"/>
                  </a:lnSpc>
                  <a:spcBef>
                    <a:spcPts val="0"/>
                  </a:spcBef>
                  <a:spcAft>
                    <a:spcPts val="2400"/>
                  </a:spcAft>
                  <a:buNone/>
                  <a:tabLst>
                    <a:tab pos="4211638" algn="l"/>
                  </a:tabLst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לכל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he-IL" sz="20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000" b="0" i="1" smtClean="0">
                            <a:latin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uncond</m:t>
                        </m:r>
                      </m:sub>
                    </m:sSub>
                  </m:oMath>
                </a14:m>
                <a:r>
                  <a:rPr lang="he-IL" b="0">
                    <a:latin typeface="Gisha" panose="020B0502040204020203" pitchFamily="34" charset="-79"/>
                    <a:cs typeface="Gisha" panose="020B0502040204020203" pitchFamily="34" charset="-79"/>
                  </a:rPr>
                  <a:t>: 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∃</m:t>
                            </m:r>
                          </m:e>
                          <m:lim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.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</m:oMath>
                </a14:m>
                <a:endParaRPr lang="en-US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320040" lvl="1" indent="0">
                  <a:lnSpc>
                    <a:spcPct val="110000"/>
                  </a:lnSpc>
                  <a:spcBef>
                    <a:spcPts val="0"/>
                  </a:spcBef>
                  <a:spcAft>
                    <a:spcPts val="2400"/>
                  </a:spcAft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לכל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he-IL" sz="20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000" i="1">
                            <a:latin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𝑠𝑡𝑟𝑜𝑛𝑔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d>
                          <m:dPr>
                            <m:ctrlPr>
                              <a:rPr lang="en-US" b="0" i="1" smtClean="0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i="1" smtClean="0">
                                    <a:solidFill>
                                      <a:srgbClr val="2E14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en-US" i="1">
                                        <a:solidFill>
                                          <a:srgbClr val="2E14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a:rPr lang="en-US" i="1">
                                        <a:solidFill>
                                          <a:srgbClr val="2E14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∃</m:t>
                                    </m:r>
                                  </m:e>
                                  <m:lim>
                                    <m:r>
                                      <a:rPr lang="en-US" i="1">
                                        <a:solidFill>
                                          <a:srgbClr val="2E14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</m:lim>
                                </m:limLow>
                              </m:fName>
                              <m:e>
                                <m:r>
                                  <a:rPr lang="en-US" i="1">
                                    <a:solidFill>
                                      <a:srgbClr val="2E14F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func>
                            <m:r>
                              <a:rPr lang="en-US" i="1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  <m:t>. </m:t>
                            </m:r>
                            <m:r>
                              <a:rPr lang="en-US" b="0" i="1" smtClean="0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  <m:t>𝑝𝑜𝑠𝑡</m:t>
                            </m:r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rgbClr val="2E14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2E14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2E14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2E14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rgbClr val="2E14F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solidFill>
                                      <a:srgbClr val="2E14F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  <m:r>
                              <a:rPr lang="en-US" b="0" i="1" smtClean="0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b="0" i="1" smtClean="0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  <m:t>∅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 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∃</m:t>
                                    </m:r>
                                  </m:e>
                                  <m:lim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</m:lim>
                                </m:limLow>
                              </m:fName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.  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func>
                          </m:e>
                        </m:d>
                      </m:e>
                    </m:func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320040" lvl="1" indent="0">
                  <a:lnSpc>
                    <a:spcPct val="110000"/>
                  </a:lnSpc>
                  <a:spcBef>
                    <a:spcPts val="0"/>
                  </a:spcBef>
                  <a:spcAft>
                    <a:spcPts val="2400"/>
                  </a:spcAft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לכל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he-IL" sz="20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000" i="1">
                            <a:latin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𝑤𝑒𝑎𝑘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∃</m:t>
                        </m:r>
                        <m:r>
                          <a:rPr lang="en-US" b="0" i="1" smtClean="0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i="1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 ∀</m:t>
                        </m:r>
                        <m:r>
                          <a:rPr lang="en-US" b="0" i="1" smtClean="0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rgbClr val="2E14F0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&gt;</m:t>
                        </m:r>
                        <m:r>
                          <a:rPr lang="en-US" b="0" i="1" smtClean="0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 .</m:t>
                        </m:r>
                        <m:r>
                          <a:rPr lang="en-US" i="1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𝑝𝑜𝑠𝑡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2E14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2E14F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2E14F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rgbClr val="2E14F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r>
                          <a:rPr lang="en-US" i="1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i="1">
                            <a:solidFill>
                              <a:srgbClr val="2E14F0"/>
                            </a:solidFill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∃</m:t>
                                </m:r>
                              </m:e>
                              <m:lim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lim>
                            </m:limLow>
                          </m:fName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. 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func>
                      </m:e>
                    </m:d>
                  </m:oMath>
                </a14:m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371600"/>
                <a:ext cx="8839200" cy="5638800"/>
              </a:xfrm>
              <a:blipFill>
                <a:blip r:embed="rId2"/>
                <a:stretch>
                  <a:fillRect t="-649" r="-1034"/>
                </a:stretch>
              </a:blipFill>
              <a:ln w="19050">
                <a:noFill/>
                <a:headEnd type="arrow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cartoon character standing in a line of men&#10;&#10;Description automatically generated">
            <a:extLst>
              <a:ext uri="{FF2B5EF4-FFF2-40B4-BE49-F238E27FC236}">
                <a16:creationId xmlns:a16="http://schemas.microsoft.com/office/drawing/2014/main" id="{9AED6ECF-3CB3-9D46-8E7E-92AA5288EE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20" y="2609112"/>
            <a:ext cx="1598719" cy="15987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9D96AA-8210-9C45-43CB-D17D2F8E2783}"/>
              </a:ext>
            </a:extLst>
          </p:cNvPr>
          <p:cNvSpPr txBox="1"/>
          <p:nvPr/>
        </p:nvSpPr>
        <p:spPr>
          <a:xfrm>
            <a:off x="2140439" y="5083121"/>
            <a:ext cx="20505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6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"מבקש" אינסוף פעמים</a:t>
            </a:r>
            <a:endParaRPr lang="en-US" sz="1600">
              <a:solidFill>
                <a:srgbClr val="0000FF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C12BAA-A213-7B7F-D1FD-9D97E06829FF}"/>
              </a:ext>
            </a:extLst>
          </p:cNvPr>
          <p:cNvSpPr txBox="1"/>
          <p:nvPr/>
        </p:nvSpPr>
        <p:spPr>
          <a:xfrm>
            <a:off x="1143000" y="5952865"/>
            <a:ext cx="31678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6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"מבקש" כל הזמן (החל מרגע מסוים)</a:t>
            </a:r>
            <a:endParaRPr lang="en-US" sz="1600">
              <a:solidFill>
                <a:srgbClr val="0000FF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E2602A-43A9-3065-5328-2B9F2E15AA69}"/>
              </a:ext>
            </a:extLst>
          </p:cNvPr>
          <p:cNvSpPr txBox="1"/>
          <p:nvPr/>
        </p:nvSpPr>
        <p:spPr>
          <a:xfrm>
            <a:off x="4769285" y="5952865"/>
            <a:ext cx="19688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6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"נבחר" אינסוף פעמים</a:t>
            </a:r>
            <a:endParaRPr lang="en-US" sz="1600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4EA81A-34D4-31A9-93CE-CF50F1ACFD78}"/>
              </a:ext>
            </a:extLst>
          </p:cNvPr>
          <p:cNvSpPr txBox="1"/>
          <p:nvPr/>
        </p:nvSpPr>
        <p:spPr>
          <a:xfrm>
            <a:off x="4769284" y="5061861"/>
            <a:ext cx="19688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6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"נבחר" אינסוף פעמים</a:t>
            </a:r>
            <a:endParaRPr lang="en-US" sz="1600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24F647-18C1-45EC-D09D-74AF5EBA1CE3}"/>
              </a:ext>
            </a:extLst>
          </p:cNvPr>
          <p:cNvSpPr txBox="1"/>
          <p:nvPr/>
        </p:nvSpPr>
        <p:spPr>
          <a:xfrm>
            <a:off x="4464484" y="4149437"/>
            <a:ext cx="19688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6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"נבחר" אינסוף פעמים</a:t>
            </a:r>
            <a:endParaRPr lang="en-US" sz="1600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15797161"/>
      </p:ext>
    </p:extLst>
  </p:cSld>
  <p:clrMapOvr>
    <a:masterClrMapping/>
  </p:clrMapOvr>
  <p:transition>
    <p:dissolv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ריצה לא הוגנת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33</a:t>
            </a:fld>
            <a:endParaRPr lang="he-IL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5AA76C6-64F3-61D6-B54F-C14758979C65}"/>
              </a:ext>
            </a:extLst>
          </p:cNvPr>
          <p:cNvGrpSpPr/>
          <p:nvPr/>
        </p:nvGrpSpPr>
        <p:grpSpPr>
          <a:xfrm>
            <a:off x="1236628" y="2015789"/>
            <a:ext cx="7233240" cy="1746843"/>
            <a:chOff x="3429000" y="5126900"/>
            <a:chExt cx="2774899" cy="12929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8104984-2ADC-E511-856D-594FCCAB2320}"/>
                    </a:ext>
                  </a:extLst>
                </p:cNvPr>
                <p:cNvSpPr/>
                <p:nvPr/>
              </p:nvSpPr>
              <p:spPr>
                <a:xfrm>
                  <a:off x="4572000" y="5632019"/>
                  <a:ext cx="381000" cy="381000"/>
                </a:xfrm>
                <a:prstGeom prst="rect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he-IL" sz="1200">
                      <a:solidFill>
                        <a:schemeClr val="tx1"/>
                      </a:solidFill>
                      <a:latin typeface="Gisha" panose="020B0502040204020203" pitchFamily="34" charset="-79"/>
                      <a:cs typeface="Gisha" panose="020B0502040204020203" pitchFamily="34" charset="-79"/>
                    </a:rPr>
                    <a:t>"מבקש" את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he-IL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he-IL" sz="1200">
                      <a:solidFill>
                        <a:schemeClr val="tx1"/>
                      </a:solidFill>
                      <a:latin typeface="Gisha" panose="020B0502040204020203" pitchFamily="34" charset="-79"/>
                      <a:cs typeface="Gisha" panose="020B0502040204020203" pitchFamily="34" charset="-79"/>
                    </a:rPr>
                    <a:t> ואת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he-IL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he-IL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a14:m>
                  <a:endParaRPr lang="en-US" sz="12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8104984-2ADC-E511-856D-594FCCAB232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0" y="5632019"/>
                  <a:ext cx="381000" cy="3810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2700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D63CB970-9713-0949-D1A9-81531AA58918}"/>
                    </a:ext>
                  </a:extLst>
                </p:cNvPr>
                <p:cNvSpPr/>
                <p:nvPr/>
              </p:nvSpPr>
              <p:spPr>
                <a:xfrm>
                  <a:off x="3810000" y="5632019"/>
                  <a:ext cx="381000" cy="381000"/>
                </a:xfrm>
                <a:prstGeom prst="rect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he-IL" sz="1200">
                      <a:solidFill>
                        <a:schemeClr val="tx1"/>
                      </a:solidFill>
                      <a:latin typeface="Gisha" panose="020B0502040204020203" pitchFamily="34" charset="-79"/>
                      <a:cs typeface="Gisha" panose="020B0502040204020203" pitchFamily="34" charset="-79"/>
                    </a:rPr>
                    <a:t>"מבקש" את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a14:m>
                  <a:r>
                    <a:rPr lang="he-IL" sz="1200">
                      <a:solidFill>
                        <a:schemeClr val="tx1"/>
                      </a:solidFill>
                      <a:latin typeface="Gisha" panose="020B0502040204020203" pitchFamily="34" charset="-79"/>
                      <a:cs typeface="Gisha" panose="020B0502040204020203" pitchFamily="34" charset="-79"/>
                    </a:rPr>
                    <a:t> ואת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he-IL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sSubPr>
                        <m:e>
                          <m:r>
                            <a:rPr lang="he-IL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𝛼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1</m:t>
                          </m:r>
                        </m:sub>
                      </m:sSub>
                    </m:oMath>
                  </a14:m>
                  <a:endParaRPr lang="en-US" sz="12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D63CB970-9713-0949-D1A9-81531AA5891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0000" y="5632019"/>
                  <a:ext cx="381000" cy="381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2700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66E3222D-4F36-8FE1-4302-EDBD67567538}"/>
                    </a:ext>
                  </a:extLst>
                </p:cNvPr>
                <p:cNvSpPr/>
                <p:nvPr/>
              </p:nvSpPr>
              <p:spPr>
                <a:xfrm>
                  <a:off x="5334000" y="5632019"/>
                  <a:ext cx="381000" cy="381000"/>
                </a:xfrm>
                <a:prstGeom prst="rect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he-IL" sz="1200">
                      <a:solidFill>
                        <a:schemeClr val="tx1"/>
                      </a:solidFill>
                      <a:latin typeface="Gisha" panose="020B0502040204020203" pitchFamily="34" charset="-79"/>
                      <a:cs typeface="Gisha" panose="020B0502040204020203" pitchFamily="34" charset="-79"/>
                    </a:rPr>
                    <a:t>"מבקש" את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he-IL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a14:m>
                  <a:r>
                    <a:rPr lang="he-IL" sz="1200">
                      <a:solidFill>
                        <a:schemeClr val="tx1"/>
                      </a:solidFill>
                      <a:latin typeface="Gisha" panose="020B0502040204020203" pitchFamily="34" charset="-79"/>
                      <a:cs typeface="Gisha" panose="020B0502040204020203" pitchFamily="34" charset="-79"/>
                    </a:rPr>
                    <a:t> ואת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he-IL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he-IL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a14:m>
                  <a:endParaRPr lang="en-US" sz="12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66E3222D-4F36-8FE1-4302-EDBD6756753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4000" y="5632019"/>
                  <a:ext cx="381000" cy="381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D0A258D-D2BA-C559-AE54-E283628626E0}"/>
                </a:ext>
              </a:extLst>
            </p:cNvPr>
            <p:cNvCxnSpPr>
              <a:stCxn id="18" idx="3"/>
              <a:endCxn id="17" idx="1"/>
            </p:cNvCxnSpPr>
            <p:nvPr/>
          </p:nvCxnSpPr>
          <p:spPr>
            <a:xfrm>
              <a:off x="4191000" y="5822519"/>
              <a:ext cx="38100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5BDCF17-94BD-AFAB-27B6-72CD22B1941E}"/>
                </a:ext>
              </a:extLst>
            </p:cNvPr>
            <p:cNvCxnSpPr>
              <a:stCxn id="17" idx="3"/>
              <a:endCxn id="19" idx="1"/>
            </p:cNvCxnSpPr>
            <p:nvPr/>
          </p:nvCxnSpPr>
          <p:spPr>
            <a:xfrm>
              <a:off x="4953000" y="5822519"/>
              <a:ext cx="38100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08D18861-FAEE-F319-B6A6-FE1994F96D99}"/>
                    </a:ext>
                  </a:extLst>
                </p:cNvPr>
                <p:cNvSpPr/>
                <p:nvPr/>
              </p:nvSpPr>
              <p:spPr>
                <a:xfrm>
                  <a:off x="4299298" y="5542246"/>
                  <a:ext cx="20667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08D18861-FAEE-F319-B6A6-FE1994F96D9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9298" y="5542246"/>
                  <a:ext cx="20667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03CD03F-B037-03A7-6023-F5FA022645AC}"/>
                </a:ext>
              </a:extLst>
            </p:cNvPr>
            <p:cNvCxnSpPr/>
            <p:nvPr/>
          </p:nvCxnSpPr>
          <p:spPr>
            <a:xfrm>
              <a:off x="3429000" y="5936057"/>
              <a:ext cx="381000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4EB8B3A0-7DBF-3961-07B1-80AEFBD85C07}"/>
                    </a:ext>
                  </a:extLst>
                </p:cNvPr>
                <p:cNvSpPr/>
                <p:nvPr/>
              </p:nvSpPr>
              <p:spPr>
                <a:xfrm>
                  <a:off x="4934485" y="5558358"/>
                  <a:ext cx="41169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he-IL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4EB8B3A0-7DBF-3961-07B1-80AEFBD85C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4485" y="5558358"/>
                  <a:ext cx="41169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Elbow Connector 61">
              <a:extLst>
                <a:ext uri="{FF2B5EF4-FFF2-40B4-BE49-F238E27FC236}">
                  <a16:creationId xmlns:a16="http://schemas.microsoft.com/office/drawing/2014/main" id="{1DFC03CB-D6FD-8C96-2D0C-E2CEB9FC51F4}"/>
                </a:ext>
              </a:extLst>
            </p:cNvPr>
            <p:cNvCxnSpPr>
              <a:stCxn id="18" idx="1"/>
              <a:endCxn id="18" idx="0"/>
            </p:cNvCxnSpPr>
            <p:nvPr/>
          </p:nvCxnSpPr>
          <p:spPr>
            <a:xfrm rot="10800000" flipH="1">
              <a:off x="3810000" y="5632019"/>
              <a:ext cx="190500" cy="190500"/>
            </a:xfrm>
            <a:prstGeom prst="bentConnector4">
              <a:avLst>
                <a:gd name="adj1" fmla="val -120000"/>
                <a:gd name="adj2" fmla="val 220000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Elbow Connector 63">
              <a:extLst>
                <a:ext uri="{FF2B5EF4-FFF2-40B4-BE49-F238E27FC236}">
                  <a16:creationId xmlns:a16="http://schemas.microsoft.com/office/drawing/2014/main" id="{9DF0806B-80EA-D46D-5F31-3D4B529F9221}"/>
                </a:ext>
              </a:extLst>
            </p:cNvPr>
            <p:cNvCxnSpPr>
              <a:stCxn id="19" idx="2"/>
              <a:endCxn id="18" idx="2"/>
            </p:cNvCxnSpPr>
            <p:nvPr/>
          </p:nvCxnSpPr>
          <p:spPr>
            <a:xfrm rot="5400000">
              <a:off x="4762500" y="5251019"/>
              <a:ext cx="12700" cy="1524000"/>
            </a:xfrm>
            <a:prstGeom prst="bentConnector3">
              <a:avLst>
                <a:gd name="adj1" fmla="val 2317409"/>
              </a:avLst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13093EC-C413-38F2-B6AC-5A068ED966A1}"/>
                    </a:ext>
                  </a:extLst>
                </p:cNvPr>
                <p:cNvSpPr/>
                <p:nvPr/>
              </p:nvSpPr>
              <p:spPr>
                <a:xfrm>
                  <a:off x="3577961" y="5126900"/>
                  <a:ext cx="41169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13093EC-C413-38F2-B6AC-5A068ED966A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7961" y="5126900"/>
                  <a:ext cx="411695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D6BB1FE4-6B6E-0D25-E281-060A39650D41}"/>
                    </a:ext>
                  </a:extLst>
                </p:cNvPr>
                <p:cNvSpPr/>
                <p:nvPr/>
              </p:nvSpPr>
              <p:spPr>
                <a:xfrm>
                  <a:off x="4692913" y="6050546"/>
                  <a:ext cx="20667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D6BB1FE4-6B6E-0D25-E281-060A39650D4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2913" y="6050546"/>
                  <a:ext cx="206678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Elbow Connector 68">
              <a:extLst>
                <a:ext uri="{FF2B5EF4-FFF2-40B4-BE49-F238E27FC236}">
                  <a16:creationId xmlns:a16="http://schemas.microsoft.com/office/drawing/2014/main" id="{2B3E866C-F55B-754D-C75D-11DBC6A5A443}"/>
                </a:ext>
              </a:extLst>
            </p:cNvPr>
            <p:cNvCxnSpPr>
              <a:stCxn id="17" idx="0"/>
              <a:endCxn id="19" idx="0"/>
            </p:cNvCxnSpPr>
            <p:nvPr/>
          </p:nvCxnSpPr>
          <p:spPr>
            <a:xfrm rot="5400000" flipH="1" flipV="1">
              <a:off x="5143500" y="5251019"/>
              <a:ext cx="12700" cy="762000"/>
            </a:xfrm>
            <a:prstGeom prst="bentConnector3">
              <a:avLst>
                <a:gd name="adj1" fmla="val 1800000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DE12D62A-CE4C-1AA6-C8A5-77A2804903A0}"/>
                    </a:ext>
                  </a:extLst>
                </p:cNvPr>
                <p:cNvSpPr/>
                <p:nvPr/>
              </p:nvSpPr>
              <p:spPr>
                <a:xfrm>
                  <a:off x="4934485" y="5134101"/>
                  <a:ext cx="41169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he-IL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DE12D62A-CE4C-1AA6-C8A5-77A2804903A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4485" y="5134101"/>
                  <a:ext cx="411695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Elbow Connector 29">
              <a:extLst>
                <a:ext uri="{FF2B5EF4-FFF2-40B4-BE49-F238E27FC236}">
                  <a16:creationId xmlns:a16="http://schemas.microsoft.com/office/drawing/2014/main" id="{71E2DFE4-420F-503E-D433-3B12E9E1183E}"/>
                </a:ext>
              </a:extLst>
            </p:cNvPr>
            <p:cNvCxnSpPr/>
            <p:nvPr/>
          </p:nvCxnSpPr>
          <p:spPr>
            <a:xfrm flipH="1" flipV="1">
              <a:off x="4096069" y="5632019"/>
              <a:ext cx="1625447" cy="190500"/>
            </a:xfrm>
            <a:prstGeom prst="bentConnector4">
              <a:avLst>
                <a:gd name="adj1" fmla="val -11148"/>
                <a:gd name="adj2" fmla="val 385000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88DB4C9E-6462-50E3-FA0E-37FE5FA1E338}"/>
                    </a:ext>
                  </a:extLst>
                </p:cNvPr>
                <p:cNvSpPr/>
                <p:nvPr/>
              </p:nvSpPr>
              <p:spPr>
                <a:xfrm>
                  <a:off x="5792204" y="5313006"/>
                  <a:ext cx="41169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88DB4C9E-6462-50E3-FA0E-37FE5FA1E33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2204" y="5313006"/>
                  <a:ext cx="411695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639A6EE-D3CC-29FB-2E71-3E7F4D9DD560}"/>
                  </a:ext>
                </a:extLst>
              </p:cNvPr>
              <p:cNvSpPr txBox="1"/>
              <p:nvPr/>
            </p:nvSpPr>
            <p:spPr>
              <a:xfrm>
                <a:off x="1063132" y="4282345"/>
                <a:ext cx="7498271" cy="36933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r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כל הזמן מבקשים את הקבוצה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e>
                    </m:d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אבל אף איבר בה לא נבחר אינסוף פעמים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639A6EE-D3CC-29FB-2E71-3E7F4D9DD5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132" y="4282345"/>
                <a:ext cx="749827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E0E5807-B743-8F36-A9DD-27AB8829FA15}"/>
                  </a:ext>
                </a:extLst>
              </p:cNvPr>
              <p:cNvSpPr txBox="1"/>
              <p:nvPr/>
            </p:nvSpPr>
            <p:spPr>
              <a:xfrm>
                <a:off x="2193177" y="4913861"/>
                <a:ext cx="5068118" cy="36933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⇐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הריצה המסומנת אינה הוגנת חלש ביחס ל-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e>
                    </m:d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E0E5807-B743-8F36-A9DD-27AB8829F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177" y="4913861"/>
                <a:ext cx="5068118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1D7A961-ED44-868B-D2CB-D41B413954A8}"/>
                  </a:ext>
                </a:extLst>
              </p:cNvPr>
              <p:cNvSpPr txBox="1"/>
              <p:nvPr/>
            </p:nvSpPr>
            <p:spPr>
              <a:xfrm>
                <a:off x="2606913" y="5574801"/>
                <a:ext cx="3805017" cy="403637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he-IL" i="1" dirty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⇐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הריצה אינה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d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Gisha" panose="020B0502040204020203" pitchFamily="34" charset="-79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Gisha" panose="020B0502040204020203" pitchFamily="34" charset="-79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Gisha" panose="020B0502040204020203" pitchFamily="34" charset="-79"/>
                                      </a:rPr>
                                      <m:t>6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, 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Gisha" panose="020B0502040204020203" pitchFamily="34" charset="-79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Gisha" panose="020B0502040204020203" pitchFamily="34" charset="-79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Gisha" panose="020B0502040204020203" pitchFamily="34" charset="-79"/>
                                      </a:rPr>
                                      <m:t>7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-הוגנת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1D7A961-ED44-868B-D2CB-D41B41395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6913" y="5574801"/>
                <a:ext cx="3805017" cy="40363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2831961"/>
      </p:ext>
    </p:extLst>
  </p:cSld>
  <p:clrMapOvr>
    <a:masterClrMapping/>
  </p:clrMapOvr>
  <p:transition>
    <p:dissolv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 להנחת הוֹגְנוּת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42919" y="1219200"/>
                <a:ext cx="8575937" cy="50738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400" b="0" i="1" smtClean="0">
                          <a:latin typeface="Cambria Math"/>
                        </a:rPr>
                        <m:t>ℱ</m:t>
                      </m:r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,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he-IL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he-IL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sz="2400" b="0" i="1" smtClean="0">
                              <a:latin typeface="Cambria Math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5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,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5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6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sz="2400" i="1">
                              <a:latin typeface="Cambria Math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/>
                                        </a:rPr>
                                        <m:t>6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/>
                                        </a:rPr>
                                        <m:t>7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i="1">
                                  <a:latin typeface="Cambria Math"/>
                                </a:rPr>
                                <m:t>,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/>
                                        </a:rPr>
                                        <m:t>7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/>
                                        </a:rPr>
                                        <m:t>8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19" y="1219200"/>
                <a:ext cx="8575937" cy="5073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1985194" y="4078069"/>
                <a:ext cx="689752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כל אחת מהקבוצות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0000FF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i="1">
                        <a:solidFill>
                          <a:srgbClr val="0000FF"/>
                        </a:solidFill>
                        <a:latin typeface="Cambria Math"/>
                      </a:rPr>
                      <m:t>,</m:t>
                    </m:r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he-IL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0000FF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he-IL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צריכה להבחר אינסוף פעמים</a:t>
                </a:r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5194" y="4078069"/>
                <a:ext cx="6897529" cy="400110"/>
              </a:xfrm>
              <a:prstGeom prst="rect">
                <a:avLst/>
              </a:prstGeom>
              <a:blipFill>
                <a:blip r:embed="rId3"/>
                <a:stretch>
                  <a:fillRect l="-88" t="-9091" r="-884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840137" y="4751337"/>
                <a:ext cx="804258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לגבי כל אחת מהקבוצות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4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lang="en-US" sz="2000" i="1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5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6</m:t>
                            </m:r>
                          </m:sub>
                        </m:sSub>
                      </m:e>
                    </m:d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: </a:t>
                </a:r>
              </a:p>
              <a:p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	אם היא מאופשרת אינסוף פעמים, היא צריכה להיבחר אינסוף פעמים</a:t>
                </a:r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137" y="4751337"/>
                <a:ext cx="8042586" cy="707886"/>
              </a:xfrm>
              <a:prstGeom prst="rect">
                <a:avLst/>
              </a:prstGeom>
              <a:blipFill>
                <a:blip r:embed="rId4"/>
                <a:stretch>
                  <a:fillRect t="-4274" r="-758" b="-13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503506" y="5793938"/>
                <a:ext cx="837921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לגבי כל אחת מהקבוצות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6</m:t>
                            </m:r>
                          </m:sub>
                        </m:sSub>
                        <m:r>
                          <a:rPr lang="en-US" sz="20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7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 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7</m:t>
                            </m:r>
                          </m:sub>
                        </m:sSub>
                        <m:r>
                          <a:rPr lang="en-US" sz="20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8</m:t>
                            </m:r>
                          </m:sub>
                        </m:sSub>
                      </m:e>
                    </m:d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: </a:t>
                </a:r>
              </a:p>
              <a:p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	אם היא מאופשרת ברצף מזמן מסוים, היא צריכה להבחר אינסוף פעמים</a:t>
                </a:r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06" y="5793938"/>
                <a:ext cx="8379217" cy="707886"/>
              </a:xfrm>
              <a:prstGeom prst="rect">
                <a:avLst/>
              </a:prstGeom>
              <a:blipFill>
                <a:blip r:embed="rId5"/>
                <a:stretch>
                  <a:fillRect t="-4274" r="-801" b="-13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" name="Group 72"/>
          <p:cNvGrpSpPr/>
          <p:nvPr/>
        </p:nvGrpSpPr>
        <p:grpSpPr>
          <a:xfrm>
            <a:off x="3584198" y="2292047"/>
            <a:ext cx="3391286" cy="1495331"/>
            <a:chOff x="3429000" y="5057869"/>
            <a:chExt cx="2835574" cy="1495331"/>
          </a:xfrm>
        </p:grpSpPr>
        <p:sp>
          <p:nvSpPr>
            <p:cNvPr id="46" name="Rectangle 45"/>
            <p:cNvSpPr/>
            <p:nvPr/>
          </p:nvSpPr>
          <p:spPr>
            <a:xfrm>
              <a:off x="4572000" y="5632019"/>
              <a:ext cx="381000" cy="381000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810000" y="5632019"/>
              <a:ext cx="381000" cy="381000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334000" y="5632019"/>
              <a:ext cx="381000" cy="381000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cxnSp>
          <p:nvCxnSpPr>
            <p:cNvPr id="54" name="Straight Arrow Connector 53"/>
            <p:cNvCxnSpPr>
              <a:stCxn id="51" idx="3"/>
              <a:endCxn id="46" idx="1"/>
            </p:cNvCxnSpPr>
            <p:nvPr/>
          </p:nvCxnSpPr>
          <p:spPr>
            <a:xfrm>
              <a:off x="4191000" y="5822519"/>
              <a:ext cx="38100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>
              <a:stCxn id="46" idx="3"/>
              <a:endCxn id="52" idx="1"/>
            </p:cNvCxnSpPr>
            <p:nvPr/>
          </p:nvCxnSpPr>
          <p:spPr>
            <a:xfrm>
              <a:off x="4953000" y="5822519"/>
              <a:ext cx="38100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Rectangle 57"/>
                <p:cNvSpPr/>
                <p:nvPr/>
              </p:nvSpPr>
              <p:spPr>
                <a:xfrm>
                  <a:off x="4254936" y="5455075"/>
                  <a:ext cx="20667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58" name="Rectangle 5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4936" y="5455075"/>
                  <a:ext cx="206678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5122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Straight Arrow Connector 58"/>
            <p:cNvCxnSpPr/>
            <p:nvPr/>
          </p:nvCxnSpPr>
          <p:spPr>
            <a:xfrm>
              <a:off x="3429000" y="5936057"/>
              <a:ext cx="381000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Rectangle 59"/>
                <p:cNvSpPr/>
                <p:nvPr/>
              </p:nvSpPr>
              <p:spPr>
                <a:xfrm>
                  <a:off x="4932741" y="5464128"/>
                  <a:ext cx="41169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he-IL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60" name="Rectangle 5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2741" y="5464128"/>
                  <a:ext cx="411695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Elbow Connector 61"/>
            <p:cNvCxnSpPr>
              <a:stCxn id="51" idx="1"/>
              <a:endCxn id="51" idx="0"/>
            </p:cNvCxnSpPr>
            <p:nvPr/>
          </p:nvCxnSpPr>
          <p:spPr>
            <a:xfrm rot="10800000" flipH="1">
              <a:off x="3810000" y="5632019"/>
              <a:ext cx="190500" cy="190500"/>
            </a:xfrm>
            <a:prstGeom prst="bentConnector4">
              <a:avLst>
                <a:gd name="adj1" fmla="val -120000"/>
                <a:gd name="adj2" fmla="val 220000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Elbow Connector 63"/>
            <p:cNvCxnSpPr>
              <a:stCxn id="52" idx="2"/>
              <a:endCxn id="51" idx="2"/>
            </p:cNvCxnSpPr>
            <p:nvPr/>
          </p:nvCxnSpPr>
          <p:spPr>
            <a:xfrm rot="5400000">
              <a:off x="4762500" y="5251019"/>
              <a:ext cx="12700" cy="1524000"/>
            </a:xfrm>
            <a:prstGeom prst="bentConnector3">
              <a:avLst>
                <a:gd name="adj1" fmla="val 1800000"/>
              </a:avLst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Rectangle 64"/>
                <p:cNvSpPr/>
                <p:nvPr/>
              </p:nvSpPr>
              <p:spPr>
                <a:xfrm>
                  <a:off x="3576455" y="5057869"/>
                  <a:ext cx="41169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65" name="Rectangle 6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6455" y="5057869"/>
                  <a:ext cx="411695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Rectangle 66"/>
                <p:cNvSpPr/>
                <p:nvPr/>
              </p:nvSpPr>
              <p:spPr>
                <a:xfrm>
                  <a:off x="4771707" y="6183868"/>
                  <a:ext cx="20667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67" name="Rectangle 6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1707" y="6183868"/>
                  <a:ext cx="206678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56098"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Elbow Connector 68"/>
            <p:cNvCxnSpPr>
              <a:stCxn id="46" idx="0"/>
              <a:endCxn id="52" idx="0"/>
            </p:cNvCxnSpPr>
            <p:nvPr/>
          </p:nvCxnSpPr>
          <p:spPr>
            <a:xfrm rot="5400000" flipH="1" flipV="1">
              <a:off x="5143500" y="5251019"/>
              <a:ext cx="12700" cy="762000"/>
            </a:xfrm>
            <a:prstGeom prst="bentConnector3">
              <a:avLst>
                <a:gd name="adj1" fmla="val 1800000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Rectangle 69"/>
                <p:cNvSpPr/>
                <p:nvPr/>
              </p:nvSpPr>
              <p:spPr>
                <a:xfrm>
                  <a:off x="4902921" y="5071037"/>
                  <a:ext cx="41169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he-IL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70" name="Rectangle 6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2921" y="5071037"/>
                  <a:ext cx="411695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Elbow Connector 29"/>
            <p:cNvCxnSpPr/>
            <p:nvPr/>
          </p:nvCxnSpPr>
          <p:spPr>
            <a:xfrm flipH="1" flipV="1">
              <a:off x="4096069" y="5632019"/>
              <a:ext cx="1625447" cy="190500"/>
            </a:xfrm>
            <a:prstGeom prst="bentConnector4">
              <a:avLst>
                <a:gd name="adj1" fmla="val -11148"/>
                <a:gd name="adj2" fmla="val 385000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33"/>
                <p:cNvSpPr/>
                <p:nvPr/>
              </p:nvSpPr>
              <p:spPr>
                <a:xfrm>
                  <a:off x="5852879" y="5298816"/>
                  <a:ext cx="41169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34" name="Rectangle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2879" y="5298816"/>
                  <a:ext cx="411695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026" name="Picture 2" descr="http://www.spokanefoxes.com/imagedata/good_vs_bad_tenants.jpg"/>
          <p:cNvPicPr>
            <a:picLocks noChangeAspect="1" noChangeArrowheads="1"/>
          </p:cNvPicPr>
          <p:nvPr/>
        </p:nvPicPr>
        <p:blipFill rotWithShape="1">
          <a:blip r:embed="rId12" cstate="print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5" r="50000"/>
          <a:stretch/>
        </p:blipFill>
        <p:spPr bwMode="auto">
          <a:xfrm>
            <a:off x="1697382" y="1700938"/>
            <a:ext cx="401901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2" descr="http://www.spokanefoxes.com/imagedata/good_vs_bad_tenants.jpg"/>
          <p:cNvPicPr>
            <a:picLocks noChangeAspect="1" noChangeArrowheads="1"/>
          </p:cNvPicPr>
          <p:nvPr/>
        </p:nvPicPr>
        <p:blipFill rotWithShape="1">
          <a:blip r:embed="rId13" cstate="print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5180422" y="1700938"/>
            <a:ext cx="4257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" name="Picture 2" descr="http://www.spokanefoxes.com/imagedata/good_vs_bad_tenants.jpg"/>
          <p:cNvPicPr>
            <a:picLocks noChangeAspect="1" noChangeArrowheads="1"/>
          </p:cNvPicPr>
          <p:nvPr/>
        </p:nvPicPr>
        <p:blipFill rotWithShape="1">
          <a:blip r:embed="rId12" cstate="print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5" r="50000"/>
          <a:stretch/>
        </p:blipFill>
        <p:spPr bwMode="auto">
          <a:xfrm>
            <a:off x="2817971" y="1700938"/>
            <a:ext cx="401901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Picture 2" descr="http://www.spokanefoxes.com/imagedata/good_vs_bad_tenants.jpg"/>
          <p:cNvPicPr>
            <a:picLocks noChangeAspect="1" noChangeArrowheads="1"/>
          </p:cNvPicPr>
          <p:nvPr/>
        </p:nvPicPr>
        <p:blipFill rotWithShape="1">
          <a:blip r:embed="rId12" cstate="print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5" r="50000"/>
          <a:stretch/>
        </p:blipFill>
        <p:spPr bwMode="auto">
          <a:xfrm>
            <a:off x="4064268" y="1700938"/>
            <a:ext cx="401901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" name="Picture 2" descr="http://www.spokanefoxes.com/imagedata/good_vs_bad_tenants.jpg"/>
          <p:cNvPicPr>
            <a:picLocks noChangeAspect="1" noChangeArrowheads="1"/>
          </p:cNvPicPr>
          <p:nvPr/>
        </p:nvPicPr>
        <p:blipFill rotWithShape="1">
          <a:blip r:embed="rId12" cstate="print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5" r="50000"/>
          <a:stretch/>
        </p:blipFill>
        <p:spPr bwMode="auto">
          <a:xfrm>
            <a:off x="7620000" y="1700938"/>
            <a:ext cx="401901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http://www.spokanefoxes.com/imagedata/good_vs_bad_tenants.jpg"/>
          <p:cNvPicPr>
            <a:picLocks noChangeAspect="1" noChangeArrowheads="1"/>
          </p:cNvPicPr>
          <p:nvPr/>
        </p:nvPicPr>
        <p:blipFill rotWithShape="1">
          <a:blip r:embed="rId13" cstate="print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6553200" y="1700938"/>
            <a:ext cx="4257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9197066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 להנחת הוֹגְנוּת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42919" y="1219200"/>
                <a:ext cx="8476551" cy="50738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400" b="0" i="1" smtClean="0">
                          <a:latin typeface="Cambria Math"/>
                        </a:rPr>
                        <m:t>ℱ</m:t>
                      </m:r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,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he-IL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he-IL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sz="2400" b="0" i="1" smtClean="0">
                              <a:latin typeface="Cambria Math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5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,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5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6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sz="2400" i="1">
                              <a:latin typeface="Cambria Math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/>
                                        </a:rPr>
                                        <m:t>6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/>
                                        </a:rPr>
                                        <m:t>7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i="1">
                                  <a:latin typeface="Cambria Math"/>
                                </a:rPr>
                                <m:t>,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/>
                                        </a:rPr>
                                        <m:t>7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/>
                                        </a:rPr>
                                        <m:t>8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19" y="1219200"/>
                <a:ext cx="8476551" cy="5073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" name="Group 72"/>
          <p:cNvGrpSpPr/>
          <p:nvPr/>
        </p:nvGrpSpPr>
        <p:grpSpPr>
          <a:xfrm>
            <a:off x="2819400" y="2210962"/>
            <a:ext cx="3888229" cy="1522838"/>
            <a:chOff x="3429000" y="5047363"/>
            <a:chExt cx="3251088" cy="1522838"/>
          </a:xfrm>
        </p:grpSpPr>
        <p:sp>
          <p:nvSpPr>
            <p:cNvPr id="46" name="Rectangle 45"/>
            <p:cNvSpPr/>
            <p:nvPr/>
          </p:nvSpPr>
          <p:spPr>
            <a:xfrm>
              <a:off x="4572000" y="5632019"/>
              <a:ext cx="381000" cy="381000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810000" y="5632019"/>
              <a:ext cx="381000" cy="381000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334000" y="5632019"/>
              <a:ext cx="381000" cy="381000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cxnSp>
          <p:nvCxnSpPr>
            <p:cNvPr id="54" name="Straight Arrow Connector 53"/>
            <p:cNvCxnSpPr>
              <a:stCxn id="51" idx="3"/>
              <a:endCxn id="46" idx="1"/>
            </p:cNvCxnSpPr>
            <p:nvPr/>
          </p:nvCxnSpPr>
          <p:spPr>
            <a:xfrm>
              <a:off x="4191000" y="5822519"/>
              <a:ext cx="38100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>
              <a:stCxn id="46" idx="3"/>
              <a:endCxn id="52" idx="1"/>
            </p:cNvCxnSpPr>
            <p:nvPr/>
          </p:nvCxnSpPr>
          <p:spPr>
            <a:xfrm>
              <a:off x="4953000" y="5822519"/>
              <a:ext cx="38100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Rectangle 57"/>
                <p:cNvSpPr/>
                <p:nvPr/>
              </p:nvSpPr>
              <p:spPr>
                <a:xfrm>
                  <a:off x="4257276" y="5455075"/>
                  <a:ext cx="20667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58" name="Rectangle 5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7276" y="5455075"/>
                  <a:ext cx="206679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51220"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Straight Arrow Connector 58"/>
            <p:cNvCxnSpPr/>
            <p:nvPr/>
          </p:nvCxnSpPr>
          <p:spPr>
            <a:xfrm>
              <a:off x="3429000" y="5936057"/>
              <a:ext cx="381000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Rectangle 59"/>
                <p:cNvSpPr/>
                <p:nvPr/>
              </p:nvSpPr>
              <p:spPr>
                <a:xfrm>
                  <a:off x="4932741" y="5464128"/>
                  <a:ext cx="41169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he-IL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60" name="Rectangle 5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2741" y="5464128"/>
                  <a:ext cx="411695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Elbow Connector 61"/>
            <p:cNvCxnSpPr>
              <a:stCxn id="51" idx="1"/>
              <a:endCxn id="51" idx="0"/>
            </p:cNvCxnSpPr>
            <p:nvPr/>
          </p:nvCxnSpPr>
          <p:spPr>
            <a:xfrm rot="10800000" flipH="1">
              <a:off x="3810000" y="5632019"/>
              <a:ext cx="190500" cy="190500"/>
            </a:xfrm>
            <a:prstGeom prst="bentConnector4">
              <a:avLst>
                <a:gd name="adj1" fmla="val -120000"/>
                <a:gd name="adj2" fmla="val 220000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Elbow Connector 63"/>
            <p:cNvCxnSpPr>
              <a:stCxn id="33" idx="2"/>
              <a:endCxn id="51" idx="2"/>
            </p:cNvCxnSpPr>
            <p:nvPr/>
          </p:nvCxnSpPr>
          <p:spPr>
            <a:xfrm rot="5400000">
              <a:off x="5131057" y="4856294"/>
              <a:ext cx="26168" cy="2287281"/>
            </a:xfrm>
            <a:prstGeom prst="bentConnector3">
              <a:avLst>
                <a:gd name="adj1" fmla="val 973586"/>
              </a:avLst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Rectangle 64"/>
                <p:cNvSpPr/>
                <p:nvPr/>
              </p:nvSpPr>
              <p:spPr>
                <a:xfrm>
                  <a:off x="3576455" y="5057869"/>
                  <a:ext cx="41169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65" name="Rectangle 6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6455" y="5057869"/>
                  <a:ext cx="41169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Rectangle 66"/>
                <p:cNvSpPr/>
                <p:nvPr/>
              </p:nvSpPr>
              <p:spPr>
                <a:xfrm>
                  <a:off x="5189756" y="6200869"/>
                  <a:ext cx="20667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67" name="Rectangle 6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9756" y="6200869"/>
                  <a:ext cx="206679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6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Elbow Connector 68"/>
            <p:cNvCxnSpPr>
              <a:stCxn id="46" idx="0"/>
              <a:endCxn id="52" idx="0"/>
            </p:cNvCxnSpPr>
            <p:nvPr/>
          </p:nvCxnSpPr>
          <p:spPr>
            <a:xfrm rot="5400000" flipH="1" flipV="1">
              <a:off x="5143500" y="5251019"/>
              <a:ext cx="12700" cy="762000"/>
            </a:xfrm>
            <a:prstGeom prst="bentConnector3">
              <a:avLst>
                <a:gd name="adj1" fmla="val 1800000"/>
              </a:avLst>
            </a:prstGeom>
            <a:ln w="28575">
              <a:headEnd type="triangl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Rectangle 69"/>
                <p:cNvSpPr/>
                <p:nvPr/>
              </p:nvSpPr>
              <p:spPr>
                <a:xfrm>
                  <a:off x="4902921" y="5071037"/>
                  <a:ext cx="41169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70" name="Rectangle 6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2921" y="5071037"/>
                  <a:ext cx="411695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Rectangle 32"/>
            <p:cNvSpPr/>
            <p:nvPr/>
          </p:nvSpPr>
          <p:spPr>
            <a:xfrm>
              <a:off x="6097282" y="5605851"/>
              <a:ext cx="381000" cy="381000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>
              <a:off x="5716281" y="5810781"/>
              <a:ext cx="38100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/>
                <p:cNvSpPr/>
                <p:nvPr/>
              </p:nvSpPr>
              <p:spPr>
                <a:xfrm>
                  <a:off x="5666369" y="5444408"/>
                  <a:ext cx="41169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he-IL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36" name="Rectangle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6369" y="5444408"/>
                  <a:ext cx="411695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Elbow Connector 36"/>
            <p:cNvCxnSpPr>
              <a:stCxn id="33" idx="0"/>
              <a:endCxn id="33" idx="3"/>
            </p:cNvCxnSpPr>
            <p:nvPr/>
          </p:nvCxnSpPr>
          <p:spPr>
            <a:xfrm rot="16200000" flipH="1">
              <a:off x="6287783" y="5605851"/>
              <a:ext cx="190500" cy="190500"/>
            </a:xfrm>
            <a:prstGeom prst="bentConnector4">
              <a:avLst>
                <a:gd name="adj1" fmla="val -120000"/>
                <a:gd name="adj2" fmla="val 200336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39"/>
                <p:cNvSpPr/>
                <p:nvPr/>
              </p:nvSpPr>
              <p:spPr>
                <a:xfrm>
                  <a:off x="6268393" y="5047363"/>
                  <a:ext cx="41169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40" name="Rectangle 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8393" y="5047363"/>
                  <a:ext cx="411695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1" name="Picture 2" descr="http://www.spokanefoxes.com/imagedata/good_vs_bad_tenants.jpg"/>
          <p:cNvPicPr>
            <a:picLocks noChangeAspect="1" noChangeArrowheads="1"/>
          </p:cNvPicPr>
          <p:nvPr/>
        </p:nvPicPr>
        <p:blipFill rotWithShape="1">
          <a:blip r:embed="rId10" cstate="print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5" r="50000"/>
          <a:stretch/>
        </p:blipFill>
        <p:spPr bwMode="auto">
          <a:xfrm>
            <a:off x="1697382" y="1732443"/>
            <a:ext cx="401901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 descr="http://www.spokanefoxes.com/imagedata/good_vs_bad_tenants.jpg"/>
          <p:cNvPicPr>
            <a:picLocks noChangeAspect="1" noChangeArrowheads="1"/>
          </p:cNvPicPr>
          <p:nvPr/>
        </p:nvPicPr>
        <p:blipFill rotWithShape="1">
          <a:blip r:embed="rId10" cstate="print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5" r="50000"/>
          <a:stretch/>
        </p:blipFill>
        <p:spPr bwMode="auto">
          <a:xfrm>
            <a:off x="2817971" y="1732443"/>
            <a:ext cx="401901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" descr="http://www.spokanefoxes.com/imagedata/good_vs_bad_tenants.jpg"/>
          <p:cNvPicPr>
            <a:picLocks noChangeAspect="1" noChangeArrowheads="1"/>
          </p:cNvPicPr>
          <p:nvPr/>
        </p:nvPicPr>
        <p:blipFill rotWithShape="1">
          <a:blip r:embed="rId10" cstate="print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5" r="50000"/>
          <a:stretch/>
        </p:blipFill>
        <p:spPr bwMode="auto">
          <a:xfrm>
            <a:off x="4064268" y="1732443"/>
            <a:ext cx="401901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http://www.spokanefoxes.com/imagedata/good_vs_bad_tenants.jpg"/>
          <p:cNvPicPr>
            <a:picLocks noChangeAspect="1" noChangeArrowheads="1"/>
          </p:cNvPicPr>
          <p:nvPr/>
        </p:nvPicPr>
        <p:blipFill rotWithShape="1">
          <a:blip r:embed="rId10" cstate="print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5" r="50000"/>
          <a:stretch/>
        </p:blipFill>
        <p:spPr bwMode="auto">
          <a:xfrm>
            <a:off x="5200969" y="1723044"/>
            <a:ext cx="401901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" descr="http://www.spokanefoxes.com/imagedata/good_vs_bad_tenants.jpg"/>
          <p:cNvPicPr>
            <a:picLocks noChangeAspect="1" noChangeArrowheads="1"/>
          </p:cNvPicPr>
          <p:nvPr/>
        </p:nvPicPr>
        <p:blipFill rotWithShape="1">
          <a:blip r:embed="rId10" cstate="print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5" r="50000"/>
          <a:stretch/>
        </p:blipFill>
        <p:spPr bwMode="auto">
          <a:xfrm>
            <a:off x="6553200" y="1732443"/>
            <a:ext cx="401901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" descr="http://www.spokanefoxes.com/imagedata/good_vs_bad_tenants.jpg"/>
          <p:cNvPicPr>
            <a:picLocks noChangeAspect="1" noChangeArrowheads="1"/>
          </p:cNvPicPr>
          <p:nvPr/>
        </p:nvPicPr>
        <p:blipFill rotWithShape="1">
          <a:blip r:embed="rId11" cstate="print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7651500" y="1726152"/>
            <a:ext cx="4257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985194" y="4078069"/>
                <a:ext cx="689752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כל אחת מהקבוצות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0000FF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i="1">
                        <a:solidFill>
                          <a:srgbClr val="0000FF"/>
                        </a:solidFill>
                        <a:latin typeface="Cambria Math"/>
                      </a:rPr>
                      <m:t>,</m:t>
                    </m:r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he-IL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0000FF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he-IL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צריכה להבחר אינסוף פעמים</a:t>
                </a:r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5194" y="4078069"/>
                <a:ext cx="6897529" cy="400110"/>
              </a:xfrm>
              <a:prstGeom prst="rect">
                <a:avLst/>
              </a:prstGeom>
              <a:blipFill>
                <a:blip r:embed="rId12"/>
                <a:stretch>
                  <a:fillRect l="-88" t="-9091" r="-884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840137" y="4751337"/>
                <a:ext cx="804258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לגבי כל אחת מהקבוצות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4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lang="en-US" sz="2000" i="1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5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6</m:t>
                            </m:r>
                          </m:sub>
                        </m:sSub>
                      </m:e>
                    </m:d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: </a:t>
                </a:r>
              </a:p>
              <a:p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	אם היא מאופשרת אינסוף פעמים, היא צריכה להיבחר אינסוף פעמים</a:t>
                </a:r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137" y="4751337"/>
                <a:ext cx="8042586" cy="707886"/>
              </a:xfrm>
              <a:prstGeom prst="rect">
                <a:avLst/>
              </a:prstGeom>
              <a:blipFill>
                <a:blip r:embed="rId13"/>
                <a:stretch>
                  <a:fillRect t="-4274" r="-758" b="-13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503506" y="5793938"/>
                <a:ext cx="837921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לגבי כל אחת מהקבוצות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6</m:t>
                            </m:r>
                          </m:sub>
                        </m:sSub>
                        <m:r>
                          <a:rPr lang="en-US" sz="20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7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 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7</m:t>
                            </m:r>
                          </m:sub>
                        </m:sSub>
                        <m:r>
                          <a:rPr lang="en-US" sz="20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8</m:t>
                            </m:r>
                          </m:sub>
                        </m:sSub>
                      </m:e>
                    </m:d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: </a:t>
                </a:r>
              </a:p>
              <a:p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	אם היא מאופשרת ברצף מזמן מסוים, היא צריכה להבחר אינסוף פעמים</a:t>
                </a:r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06" y="5793938"/>
                <a:ext cx="8379217" cy="707886"/>
              </a:xfrm>
              <a:prstGeom prst="rect">
                <a:avLst/>
              </a:prstGeom>
              <a:blipFill>
                <a:blip r:embed="rId14"/>
                <a:stretch>
                  <a:fillRect t="-4274" r="-801" b="-13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3992474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הוֹגְנוּת למניעת הרעבה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36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53" name="Group 52"/>
          <p:cNvGrpSpPr/>
          <p:nvPr/>
        </p:nvGrpSpPr>
        <p:grpSpPr>
          <a:xfrm>
            <a:off x="1363748" y="1371600"/>
            <a:ext cx="6416504" cy="3810000"/>
            <a:chOff x="1127296" y="1371600"/>
            <a:chExt cx="7102308" cy="4361370"/>
          </a:xfrm>
        </p:grpSpPr>
        <p:grpSp>
          <p:nvGrpSpPr>
            <p:cNvPr id="6" name="Group 32"/>
            <p:cNvGrpSpPr/>
            <p:nvPr/>
          </p:nvGrpSpPr>
          <p:grpSpPr>
            <a:xfrm>
              <a:off x="1127296" y="1371600"/>
              <a:ext cx="7102308" cy="4361370"/>
              <a:chOff x="609600" y="1447800"/>
              <a:chExt cx="8001000" cy="4953000"/>
            </a:xfrm>
          </p:grpSpPr>
          <p:sp>
            <p:nvSpPr>
              <p:cNvPr id="7" name="Rounded Rectangle 6"/>
              <p:cNvSpPr/>
              <p:nvPr/>
            </p:nvSpPr>
            <p:spPr>
              <a:xfrm>
                <a:off x="3810000" y="16002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y=1</a:t>
                </a:r>
              </a:p>
            </p:txBody>
          </p:sp>
          <p:sp>
            <p:nvSpPr>
              <p:cNvPr id="8" name="Rounded Rectangle 7"/>
              <p:cNvSpPr/>
              <p:nvPr/>
            </p:nvSpPr>
            <p:spPr>
              <a:xfrm>
                <a:off x="2514600" y="29718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y=1</a:t>
                </a:r>
              </a:p>
            </p:txBody>
          </p:sp>
          <p:sp>
            <p:nvSpPr>
              <p:cNvPr id="9" name="Rounded Rectangle 8"/>
              <p:cNvSpPr/>
              <p:nvPr/>
            </p:nvSpPr>
            <p:spPr>
              <a:xfrm>
                <a:off x="5105400" y="29718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y=1</a:t>
                </a:r>
              </a:p>
            </p:txBody>
          </p:sp>
          <p:sp>
            <p:nvSpPr>
              <p:cNvPr id="10" name="Rounded Rectangle 9"/>
              <p:cNvSpPr/>
              <p:nvPr/>
            </p:nvSpPr>
            <p:spPr>
              <a:xfrm>
                <a:off x="3771900" y="4419600"/>
                <a:ext cx="16002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y=1</a:t>
                </a:r>
              </a:p>
            </p:txBody>
          </p:sp>
          <p:sp>
            <p:nvSpPr>
              <p:cNvPr id="11" name="Rounded Rectangle 10"/>
              <p:cNvSpPr/>
              <p:nvPr/>
            </p:nvSpPr>
            <p:spPr>
              <a:xfrm>
                <a:off x="609600" y="44196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c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y=0</a:t>
                </a:r>
              </a:p>
            </p:txBody>
          </p:sp>
          <p:sp>
            <p:nvSpPr>
              <p:cNvPr id="12" name="Rounded Rectangle 11"/>
              <p:cNvSpPr/>
              <p:nvPr/>
            </p:nvSpPr>
            <p:spPr>
              <a:xfrm>
                <a:off x="7086600" y="44196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c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y=0</a:t>
                </a:r>
              </a:p>
            </p:txBody>
          </p:sp>
          <p:sp>
            <p:nvSpPr>
              <p:cNvPr id="13" name="Rounded Rectangle 12"/>
              <p:cNvSpPr/>
              <p:nvPr/>
            </p:nvSpPr>
            <p:spPr>
              <a:xfrm>
                <a:off x="2057400" y="59436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c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y=0</a:t>
                </a:r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5791200" y="59436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c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y=0</a:t>
                </a:r>
              </a:p>
            </p:txBody>
          </p:sp>
          <p:cxnSp>
            <p:nvCxnSpPr>
              <p:cNvPr id="15" name="Elbow Connector 14"/>
              <p:cNvCxnSpPr>
                <a:stCxn id="7" idx="0"/>
                <a:endCxn id="7" idx="0"/>
              </p:cNvCxnSpPr>
              <p:nvPr/>
            </p:nvCxnSpPr>
            <p:spPr>
              <a:xfrm rot="5400000" flipH="1" flipV="1">
                <a:off x="4572000" y="1600200"/>
                <a:ext cx="1588" cy="1588"/>
              </a:xfrm>
              <a:prstGeom prst="bentConnector3">
                <a:avLst>
                  <a:gd name="adj1" fmla="val 14395466"/>
                </a:avLst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6"/>
              <p:cNvCxnSpPr>
                <a:endCxn id="8" idx="0"/>
              </p:cNvCxnSpPr>
              <p:nvPr/>
            </p:nvCxnSpPr>
            <p:spPr>
              <a:xfrm rot="5400000">
                <a:off x="3124200" y="2209800"/>
                <a:ext cx="914400" cy="609600"/>
              </a:xfrm>
              <a:prstGeom prst="bentConnector3">
                <a:avLst>
                  <a:gd name="adj1" fmla="val 50000"/>
                </a:avLst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8"/>
              <p:cNvCxnSpPr>
                <a:endCxn id="9" idx="0"/>
              </p:cNvCxnSpPr>
              <p:nvPr/>
            </p:nvCxnSpPr>
            <p:spPr>
              <a:xfrm rot="16200000" flipH="1">
                <a:off x="5067300" y="2171700"/>
                <a:ext cx="914400" cy="685800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20"/>
              <p:cNvCxnSpPr>
                <a:stCxn id="8" idx="1"/>
                <a:endCxn id="11" idx="0"/>
              </p:cNvCxnSpPr>
              <p:nvPr/>
            </p:nvCxnSpPr>
            <p:spPr>
              <a:xfrm rot="10800000" flipV="1">
                <a:off x="1371600" y="3200400"/>
                <a:ext cx="1143000" cy="1219200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22"/>
              <p:cNvCxnSpPr>
                <a:stCxn id="8" idx="2"/>
              </p:cNvCxnSpPr>
              <p:nvPr/>
            </p:nvCxnSpPr>
            <p:spPr>
              <a:xfrm rot="16200000" flipH="1">
                <a:off x="3124200" y="3581400"/>
                <a:ext cx="990600" cy="685800"/>
              </a:xfrm>
              <a:prstGeom prst="bentConnector3">
                <a:avLst>
                  <a:gd name="adj1" fmla="val 50000"/>
                </a:avLst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26"/>
              <p:cNvCxnSpPr>
                <a:stCxn id="10" idx="1"/>
                <a:endCxn id="13" idx="0"/>
              </p:cNvCxnSpPr>
              <p:nvPr/>
            </p:nvCxnSpPr>
            <p:spPr>
              <a:xfrm rot="10800000" flipV="1">
                <a:off x="2819400" y="4648200"/>
                <a:ext cx="952500" cy="1295400"/>
              </a:xfrm>
              <a:prstGeom prst="bentConnector2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Elbow Connector 20"/>
              <p:cNvCxnSpPr>
                <a:stCxn id="9" idx="2"/>
              </p:cNvCxnSpPr>
              <p:nvPr/>
            </p:nvCxnSpPr>
            <p:spPr>
              <a:xfrm rot="5400000">
                <a:off x="5029200" y="3581400"/>
                <a:ext cx="990600" cy="685800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Elbow Connector 30"/>
              <p:cNvCxnSpPr>
                <a:stCxn id="9" idx="3"/>
                <a:endCxn id="12" idx="0"/>
              </p:cNvCxnSpPr>
              <p:nvPr/>
            </p:nvCxnSpPr>
            <p:spPr>
              <a:xfrm>
                <a:off x="6629400" y="3200400"/>
                <a:ext cx="1219200" cy="1219200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Elbow Connector 22"/>
              <p:cNvCxnSpPr>
                <a:stCxn id="11" idx="1"/>
                <a:endCxn id="7" idx="1"/>
              </p:cNvCxnSpPr>
              <p:nvPr/>
            </p:nvCxnSpPr>
            <p:spPr>
              <a:xfrm rot="10800000" flipH="1">
                <a:off x="609600" y="1828800"/>
                <a:ext cx="3200400" cy="2819400"/>
              </a:xfrm>
              <a:prstGeom prst="bentConnector3">
                <a:avLst>
                  <a:gd name="adj1" fmla="val -7143"/>
                </a:avLst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Elbow Connector 23"/>
              <p:cNvCxnSpPr>
                <a:stCxn id="12" idx="3"/>
                <a:endCxn id="7" idx="3"/>
              </p:cNvCxnSpPr>
              <p:nvPr/>
            </p:nvCxnSpPr>
            <p:spPr>
              <a:xfrm flipH="1" flipV="1">
                <a:off x="5334000" y="1828800"/>
                <a:ext cx="3276600" cy="2819400"/>
              </a:xfrm>
              <a:prstGeom prst="bentConnector3">
                <a:avLst>
                  <a:gd name="adj1" fmla="val -6977"/>
                </a:avLst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hape 24"/>
              <p:cNvCxnSpPr>
                <a:stCxn id="11" idx="2"/>
                <a:endCxn id="13" idx="1"/>
              </p:cNvCxnSpPr>
              <p:nvPr/>
            </p:nvCxnSpPr>
            <p:spPr>
              <a:xfrm rot="16200000" flipH="1">
                <a:off x="1066800" y="5181600"/>
                <a:ext cx="1295400" cy="685800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hape 25"/>
              <p:cNvCxnSpPr>
                <a:stCxn id="12" idx="2"/>
                <a:endCxn id="14" idx="3"/>
              </p:cNvCxnSpPr>
              <p:nvPr/>
            </p:nvCxnSpPr>
            <p:spPr>
              <a:xfrm rot="5400000">
                <a:off x="6934200" y="5257800"/>
                <a:ext cx="1295400" cy="533400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hape 26"/>
              <p:cNvCxnSpPr>
                <a:stCxn id="13" idx="3"/>
              </p:cNvCxnSpPr>
              <p:nvPr/>
            </p:nvCxnSpPr>
            <p:spPr>
              <a:xfrm flipV="1">
                <a:off x="3581400" y="3429000"/>
                <a:ext cx="2514600" cy="2743200"/>
              </a:xfrm>
              <a:prstGeom prst="curvedConnector2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hape 27"/>
              <p:cNvCxnSpPr>
                <a:stCxn id="14" idx="1"/>
              </p:cNvCxnSpPr>
              <p:nvPr/>
            </p:nvCxnSpPr>
            <p:spPr>
              <a:xfrm rot="10800000">
                <a:off x="3048000" y="3429000"/>
                <a:ext cx="2743200" cy="2743200"/>
              </a:xfrm>
              <a:prstGeom prst="curved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9" name="TextBox 28"/>
              <p:cNvSpPr txBox="1"/>
              <p:nvPr/>
            </p:nvSpPr>
            <p:spPr>
              <a:xfrm>
                <a:off x="6226436" y="1447800"/>
                <a:ext cx="4791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err="1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rel</a:t>
                </a:r>
                <a:endPara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2752814" y="1447800"/>
                <a:ext cx="4791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err="1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rel</a:t>
                </a:r>
                <a:endPara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1259767" y="2852791"/>
                <a:ext cx="82416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enter</a:t>
                </a:r>
                <a:r>
                  <a:rPr lang="en-US" sz="1400" baseline="-25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6973145" y="2852791"/>
                <a:ext cx="82416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enter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5346914" y="2160496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3122229" y="2160496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1981670" y="5275818"/>
                <a:ext cx="82416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enter</a:t>
                </a:r>
                <a:r>
                  <a:rPr lang="en-US" sz="1400" baseline="-25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7810118" y="5189282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718654" y="5189282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6538110" y="5275818"/>
                <a:ext cx="82416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enter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3337381" y="3545084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5023392" y="3545084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2634874" y="3891231"/>
                <a:ext cx="4791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err="1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rel</a:t>
                </a:r>
                <a:endPara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5982710" y="3891231"/>
                <a:ext cx="4791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err="1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rel</a:t>
                </a:r>
                <a:endPara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p:grpSp>
        <p:cxnSp>
          <p:nvCxnSpPr>
            <p:cNvPr id="43" name="Straight Arrow Connector 26"/>
            <p:cNvCxnSpPr/>
            <p:nvPr/>
          </p:nvCxnSpPr>
          <p:spPr>
            <a:xfrm>
              <a:off x="5354861" y="4189716"/>
              <a:ext cx="1048436" cy="1140666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672308" y="5859499"/>
            <a:ext cx="773827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שלב ראשון: מריצים </a:t>
            </a:r>
            <a: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  <a:t>Model-Checker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ומקבלים דוגמה נגדית </a:t>
            </a:r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  <a:sym typeface="Wingdings" panose="05000000000000000000" pitchFamily="2" charset="2"/>
              </a:rPr>
              <a:t></a:t>
            </a:r>
            <a:endParaRPr lang="en-US" sz="2400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66670035"/>
      </p:ext>
    </p:extLst>
  </p:cSld>
  <p:clrMapOvr>
    <a:masterClrMapping/>
  </p:clrMapOvr>
  <p:transition>
    <p:dissolv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65219" y="5405329"/>
                <a:ext cx="8213562" cy="127682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שלב שני: מוסיפים אילוץ הוֹגְנוּת חזקה</a:t>
                </a:r>
              </a:p>
              <a:p>
                <a:pPr algn="l" rtl="0">
                  <a:spcBef>
                    <a:spcPts val="12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ℱ</m:t>
                      </m:r>
                      <m:r>
                        <a:rPr lang="en-US" sz="24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∅</m:t>
                          </m:r>
                          <m:r>
                            <a:rPr lang="en-US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sz="2400">
                                      <a:solidFill>
                                        <a:srgbClr val="0000FF"/>
                                      </a:solidFill>
                                      <a:latin typeface="Gisha" panose="020B0502040204020203" pitchFamily="34" charset="-79"/>
                                      <a:cs typeface="Gisha" panose="020B0502040204020203" pitchFamily="34" charset="-79"/>
                                    </a:rPr>
                                    <m:t>ente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2400">
                                          <a:solidFill>
                                            <a:srgbClr val="0000FF"/>
                                          </a:solidFill>
                                          <a:latin typeface="Gisha" panose="020B0502040204020203" pitchFamily="34" charset="-79"/>
                                          <a:cs typeface="Gisha" panose="020B0502040204020203" pitchFamily="34" charset="-79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40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400">
                                      <a:solidFill>
                                        <a:srgbClr val="0000FF"/>
                                      </a:solidFill>
                                      <a:latin typeface="Gisha" panose="020B0502040204020203" pitchFamily="34" charset="-79"/>
                                      <a:cs typeface="Gisha" panose="020B0502040204020203" pitchFamily="34" charset="-79"/>
                                    </a:rPr>
                                    <m:t>ente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2400">
                                          <a:solidFill>
                                            <a:srgbClr val="0000FF"/>
                                          </a:solidFill>
                                          <a:latin typeface="Gisha" panose="020B0502040204020203" pitchFamily="34" charset="-79"/>
                                          <a:cs typeface="Gisha" panose="020B0502040204020203" pitchFamily="34" charset="-79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∅</m:t>
                          </m:r>
                        </m:e>
                      </m:d>
                    </m:oMath>
                  </m:oMathPara>
                </a14:m>
                <a:endParaRPr lang="he-IL" sz="2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                                                           </a:t>
                </a:r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ומקבלים את הדוגמה הנגדית שוב </a:t>
                </a:r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Wingdings" panose="05000000000000000000" pitchFamily="2" charset="2"/>
                  </a:rPr>
                  <a:t></a:t>
                </a:r>
                <a:endParaRPr lang="en-US" sz="2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19" y="5405329"/>
                <a:ext cx="8213562" cy="1276824"/>
              </a:xfrm>
              <a:prstGeom prst="rect">
                <a:avLst/>
              </a:prstGeom>
              <a:blipFill>
                <a:blip r:embed="rId2"/>
                <a:stretch>
                  <a:fillRect t="-2871" r="-742" b="-7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37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53" name="Group 52"/>
          <p:cNvGrpSpPr/>
          <p:nvPr/>
        </p:nvGrpSpPr>
        <p:grpSpPr>
          <a:xfrm>
            <a:off x="1363748" y="1371600"/>
            <a:ext cx="6416504" cy="3810000"/>
            <a:chOff x="1127296" y="1371600"/>
            <a:chExt cx="7102308" cy="4361370"/>
          </a:xfrm>
        </p:grpSpPr>
        <p:grpSp>
          <p:nvGrpSpPr>
            <p:cNvPr id="6" name="Group 32"/>
            <p:cNvGrpSpPr/>
            <p:nvPr/>
          </p:nvGrpSpPr>
          <p:grpSpPr>
            <a:xfrm>
              <a:off x="1127296" y="1371600"/>
              <a:ext cx="7102308" cy="4361370"/>
              <a:chOff x="609600" y="1447800"/>
              <a:chExt cx="8001000" cy="4953000"/>
            </a:xfrm>
          </p:grpSpPr>
          <p:sp>
            <p:nvSpPr>
              <p:cNvPr id="7" name="Rounded Rectangle 6"/>
              <p:cNvSpPr/>
              <p:nvPr/>
            </p:nvSpPr>
            <p:spPr>
              <a:xfrm>
                <a:off x="3810000" y="16002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y=1</a:t>
                </a:r>
              </a:p>
            </p:txBody>
          </p:sp>
          <p:sp>
            <p:nvSpPr>
              <p:cNvPr id="8" name="Rounded Rectangle 7"/>
              <p:cNvSpPr/>
              <p:nvPr/>
            </p:nvSpPr>
            <p:spPr>
              <a:xfrm>
                <a:off x="2514600" y="29718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0070C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rgbClr val="0070C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y=1</a:t>
                </a:r>
              </a:p>
            </p:txBody>
          </p:sp>
          <p:sp>
            <p:nvSpPr>
              <p:cNvPr id="9" name="Rounded Rectangle 8"/>
              <p:cNvSpPr/>
              <p:nvPr/>
            </p:nvSpPr>
            <p:spPr>
              <a:xfrm>
                <a:off x="5105400" y="29718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0070C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rgbClr val="0070C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y=1</a:t>
                </a:r>
              </a:p>
            </p:txBody>
          </p:sp>
          <p:sp>
            <p:nvSpPr>
              <p:cNvPr id="10" name="Rounded Rectangle 9"/>
              <p:cNvSpPr/>
              <p:nvPr/>
            </p:nvSpPr>
            <p:spPr>
              <a:xfrm>
                <a:off x="3771900" y="4419600"/>
                <a:ext cx="16002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y=1</a:t>
                </a:r>
              </a:p>
            </p:txBody>
          </p:sp>
          <p:sp>
            <p:nvSpPr>
              <p:cNvPr id="11" name="Rounded Rectangle 10"/>
              <p:cNvSpPr/>
              <p:nvPr/>
            </p:nvSpPr>
            <p:spPr>
              <a:xfrm>
                <a:off x="609600" y="44196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c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0070C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rgbClr val="0070C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y=0</a:t>
                </a:r>
              </a:p>
            </p:txBody>
          </p:sp>
          <p:sp>
            <p:nvSpPr>
              <p:cNvPr id="12" name="Rounded Rectangle 11"/>
              <p:cNvSpPr/>
              <p:nvPr/>
            </p:nvSpPr>
            <p:spPr>
              <a:xfrm>
                <a:off x="7086600" y="44196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c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y=0</a:t>
                </a:r>
              </a:p>
            </p:txBody>
          </p:sp>
          <p:sp>
            <p:nvSpPr>
              <p:cNvPr id="13" name="Rounded Rectangle 12"/>
              <p:cNvSpPr/>
              <p:nvPr/>
            </p:nvSpPr>
            <p:spPr>
              <a:xfrm>
                <a:off x="2057400" y="59436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c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y=0</a:t>
                </a:r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5791200" y="59436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c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y=0</a:t>
                </a:r>
              </a:p>
            </p:txBody>
          </p:sp>
          <p:cxnSp>
            <p:nvCxnSpPr>
              <p:cNvPr id="15" name="Elbow Connector 14"/>
              <p:cNvCxnSpPr>
                <a:stCxn id="7" idx="0"/>
                <a:endCxn id="7" idx="0"/>
              </p:cNvCxnSpPr>
              <p:nvPr/>
            </p:nvCxnSpPr>
            <p:spPr>
              <a:xfrm rot="5400000" flipH="1" flipV="1">
                <a:off x="4572000" y="1600200"/>
                <a:ext cx="1588" cy="1588"/>
              </a:xfrm>
              <a:prstGeom prst="bentConnector3">
                <a:avLst>
                  <a:gd name="adj1" fmla="val 14395466"/>
                </a:avLst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6"/>
              <p:cNvCxnSpPr>
                <a:endCxn id="8" idx="0"/>
              </p:cNvCxnSpPr>
              <p:nvPr/>
            </p:nvCxnSpPr>
            <p:spPr>
              <a:xfrm rot="5400000">
                <a:off x="3124200" y="2209800"/>
                <a:ext cx="914400" cy="609600"/>
              </a:xfrm>
              <a:prstGeom prst="bentConnector3">
                <a:avLst>
                  <a:gd name="adj1" fmla="val 50000"/>
                </a:avLst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8"/>
              <p:cNvCxnSpPr>
                <a:endCxn id="9" idx="0"/>
              </p:cNvCxnSpPr>
              <p:nvPr/>
            </p:nvCxnSpPr>
            <p:spPr>
              <a:xfrm rot="16200000" flipH="1">
                <a:off x="5067300" y="2171700"/>
                <a:ext cx="914400" cy="685800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20"/>
              <p:cNvCxnSpPr>
                <a:stCxn id="8" idx="1"/>
                <a:endCxn id="11" idx="0"/>
              </p:cNvCxnSpPr>
              <p:nvPr/>
            </p:nvCxnSpPr>
            <p:spPr>
              <a:xfrm rot="10800000" flipV="1">
                <a:off x="1371600" y="3200400"/>
                <a:ext cx="1143000" cy="1219200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22"/>
              <p:cNvCxnSpPr>
                <a:stCxn id="8" idx="2"/>
              </p:cNvCxnSpPr>
              <p:nvPr/>
            </p:nvCxnSpPr>
            <p:spPr>
              <a:xfrm rot="16200000" flipH="1">
                <a:off x="3124200" y="3581400"/>
                <a:ext cx="990600" cy="685800"/>
              </a:xfrm>
              <a:prstGeom prst="bentConnector3">
                <a:avLst>
                  <a:gd name="adj1" fmla="val 50000"/>
                </a:avLst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26"/>
              <p:cNvCxnSpPr>
                <a:stCxn id="10" idx="1"/>
                <a:endCxn id="13" idx="0"/>
              </p:cNvCxnSpPr>
              <p:nvPr/>
            </p:nvCxnSpPr>
            <p:spPr>
              <a:xfrm rot="10800000" flipV="1">
                <a:off x="2819400" y="4648200"/>
                <a:ext cx="952500" cy="1295400"/>
              </a:xfrm>
              <a:prstGeom prst="bentConnector2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Elbow Connector 20"/>
              <p:cNvCxnSpPr>
                <a:stCxn id="9" idx="2"/>
              </p:cNvCxnSpPr>
              <p:nvPr/>
            </p:nvCxnSpPr>
            <p:spPr>
              <a:xfrm rot="5400000">
                <a:off x="5029200" y="3581400"/>
                <a:ext cx="990600" cy="685800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Elbow Connector 30"/>
              <p:cNvCxnSpPr>
                <a:stCxn id="9" idx="3"/>
                <a:endCxn id="12" idx="0"/>
              </p:cNvCxnSpPr>
              <p:nvPr/>
            </p:nvCxnSpPr>
            <p:spPr>
              <a:xfrm>
                <a:off x="6629400" y="3200400"/>
                <a:ext cx="1219200" cy="1219200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Elbow Connector 22"/>
              <p:cNvCxnSpPr>
                <a:stCxn id="11" idx="1"/>
                <a:endCxn id="7" idx="1"/>
              </p:cNvCxnSpPr>
              <p:nvPr/>
            </p:nvCxnSpPr>
            <p:spPr>
              <a:xfrm rot="10800000" flipH="1">
                <a:off x="609600" y="1828800"/>
                <a:ext cx="3200400" cy="2819400"/>
              </a:xfrm>
              <a:prstGeom prst="bentConnector3">
                <a:avLst>
                  <a:gd name="adj1" fmla="val -7143"/>
                </a:avLst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Elbow Connector 23"/>
              <p:cNvCxnSpPr>
                <a:stCxn id="12" idx="3"/>
                <a:endCxn id="7" idx="3"/>
              </p:cNvCxnSpPr>
              <p:nvPr/>
            </p:nvCxnSpPr>
            <p:spPr>
              <a:xfrm flipH="1" flipV="1">
                <a:off x="5334000" y="1828800"/>
                <a:ext cx="3276600" cy="2819400"/>
              </a:xfrm>
              <a:prstGeom prst="bentConnector3">
                <a:avLst>
                  <a:gd name="adj1" fmla="val -6977"/>
                </a:avLst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hape 24"/>
              <p:cNvCxnSpPr>
                <a:stCxn id="11" idx="2"/>
                <a:endCxn id="13" idx="1"/>
              </p:cNvCxnSpPr>
              <p:nvPr/>
            </p:nvCxnSpPr>
            <p:spPr>
              <a:xfrm rot="16200000" flipH="1">
                <a:off x="1066800" y="5181600"/>
                <a:ext cx="1295400" cy="685800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hape 25"/>
              <p:cNvCxnSpPr>
                <a:stCxn id="12" idx="2"/>
                <a:endCxn id="14" idx="3"/>
              </p:cNvCxnSpPr>
              <p:nvPr/>
            </p:nvCxnSpPr>
            <p:spPr>
              <a:xfrm rot="5400000">
                <a:off x="6934200" y="5257800"/>
                <a:ext cx="1295400" cy="533400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hape 26"/>
              <p:cNvCxnSpPr>
                <a:stCxn id="13" idx="3"/>
              </p:cNvCxnSpPr>
              <p:nvPr/>
            </p:nvCxnSpPr>
            <p:spPr>
              <a:xfrm flipV="1">
                <a:off x="3581400" y="3429000"/>
                <a:ext cx="2514600" cy="2743200"/>
              </a:xfrm>
              <a:prstGeom prst="curvedConnector2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hape 27"/>
              <p:cNvCxnSpPr>
                <a:stCxn id="14" idx="1"/>
              </p:cNvCxnSpPr>
              <p:nvPr/>
            </p:nvCxnSpPr>
            <p:spPr>
              <a:xfrm rot="10800000">
                <a:off x="3048000" y="3429000"/>
                <a:ext cx="2743200" cy="2743200"/>
              </a:xfrm>
              <a:prstGeom prst="curved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9" name="TextBox 28"/>
              <p:cNvSpPr txBox="1"/>
              <p:nvPr/>
            </p:nvSpPr>
            <p:spPr>
              <a:xfrm>
                <a:off x="6226436" y="1447800"/>
                <a:ext cx="4791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err="1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rel</a:t>
                </a:r>
                <a:endPara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2752814" y="1447800"/>
                <a:ext cx="4791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err="1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rel</a:t>
                </a:r>
                <a:endPara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1259767" y="2852791"/>
                <a:ext cx="82416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enter</a:t>
                </a:r>
                <a:r>
                  <a:rPr lang="en-US" sz="1400" baseline="-25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6973145" y="2852791"/>
                <a:ext cx="82416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enter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5346914" y="2160496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3122229" y="2160496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1981670" y="5275818"/>
                <a:ext cx="82416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enter</a:t>
                </a:r>
                <a:r>
                  <a:rPr lang="en-US" sz="1400" baseline="-25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7810118" y="5189282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718654" y="5189282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6538110" y="5275818"/>
                <a:ext cx="82416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enter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3337381" y="3545084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5023392" y="3545084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2634874" y="3891231"/>
                <a:ext cx="4791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err="1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rel</a:t>
                </a:r>
                <a:endPara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5982710" y="3891231"/>
                <a:ext cx="4791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err="1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rel</a:t>
                </a:r>
                <a:endPara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p:grpSp>
        <p:cxnSp>
          <p:nvCxnSpPr>
            <p:cNvPr id="43" name="Straight Arrow Connector 26"/>
            <p:cNvCxnSpPr/>
            <p:nvPr/>
          </p:nvCxnSpPr>
          <p:spPr>
            <a:xfrm>
              <a:off x="5354861" y="4189716"/>
              <a:ext cx="1048436" cy="1140666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Title 1"/>
          <p:cNvSpPr>
            <a:spLocks noGrp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הוֹגְנוּת למניעת הרעבה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הוֹגְנוּת למניעת הרעבה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38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5" name="Group 52"/>
          <p:cNvGrpSpPr/>
          <p:nvPr/>
        </p:nvGrpSpPr>
        <p:grpSpPr>
          <a:xfrm>
            <a:off x="1363748" y="1371600"/>
            <a:ext cx="6416504" cy="3810000"/>
            <a:chOff x="1127296" y="1371600"/>
            <a:chExt cx="7102308" cy="4361370"/>
          </a:xfrm>
        </p:grpSpPr>
        <p:grpSp>
          <p:nvGrpSpPr>
            <p:cNvPr id="6" name="Group 32"/>
            <p:cNvGrpSpPr/>
            <p:nvPr/>
          </p:nvGrpSpPr>
          <p:grpSpPr>
            <a:xfrm>
              <a:off x="1127296" y="1371600"/>
              <a:ext cx="7102308" cy="4361370"/>
              <a:chOff x="609600" y="1447800"/>
              <a:chExt cx="8001000" cy="4953000"/>
            </a:xfrm>
          </p:grpSpPr>
          <p:sp>
            <p:nvSpPr>
              <p:cNvPr id="7" name="Rounded Rectangle 6"/>
              <p:cNvSpPr/>
              <p:nvPr/>
            </p:nvSpPr>
            <p:spPr>
              <a:xfrm>
                <a:off x="3810000" y="16002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y=1</a:t>
                </a:r>
              </a:p>
            </p:txBody>
          </p:sp>
          <p:sp>
            <p:nvSpPr>
              <p:cNvPr id="8" name="Rounded Rectangle 7"/>
              <p:cNvSpPr/>
              <p:nvPr/>
            </p:nvSpPr>
            <p:spPr>
              <a:xfrm>
                <a:off x="2514600" y="29718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y=1</a:t>
                </a:r>
              </a:p>
            </p:txBody>
          </p:sp>
          <p:sp>
            <p:nvSpPr>
              <p:cNvPr id="9" name="Rounded Rectangle 8"/>
              <p:cNvSpPr/>
              <p:nvPr/>
            </p:nvSpPr>
            <p:spPr>
              <a:xfrm>
                <a:off x="5105400" y="29718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0070C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rgbClr val="0070C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y=1</a:t>
                </a:r>
              </a:p>
            </p:txBody>
          </p:sp>
          <p:sp>
            <p:nvSpPr>
              <p:cNvPr id="10" name="Rounded Rectangle 9"/>
              <p:cNvSpPr/>
              <p:nvPr/>
            </p:nvSpPr>
            <p:spPr>
              <a:xfrm>
                <a:off x="3771900" y="4419600"/>
                <a:ext cx="16002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y=1</a:t>
                </a:r>
              </a:p>
            </p:txBody>
          </p:sp>
          <p:sp>
            <p:nvSpPr>
              <p:cNvPr id="11" name="Rounded Rectangle 10"/>
              <p:cNvSpPr/>
              <p:nvPr/>
            </p:nvSpPr>
            <p:spPr>
              <a:xfrm>
                <a:off x="609600" y="44196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c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y=0</a:t>
                </a:r>
              </a:p>
            </p:txBody>
          </p:sp>
          <p:sp>
            <p:nvSpPr>
              <p:cNvPr id="12" name="Rounded Rectangle 11"/>
              <p:cNvSpPr/>
              <p:nvPr/>
            </p:nvSpPr>
            <p:spPr>
              <a:xfrm>
                <a:off x="7086600" y="44196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c</a:t>
                </a:r>
                <a:r>
                  <a:rPr lang="en-US" sz="1400" baseline="-250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y=0</a:t>
                </a:r>
              </a:p>
            </p:txBody>
          </p:sp>
          <p:sp>
            <p:nvSpPr>
              <p:cNvPr id="13" name="Rounded Rectangle 12"/>
              <p:cNvSpPr/>
              <p:nvPr/>
            </p:nvSpPr>
            <p:spPr>
              <a:xfrm>
                <a:off x="2057400" y="59436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c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y=0</a:t>
                </a:r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5791200" y="59436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c</a:t>
                </a:r>
                <a:r>
                  <a:rPr lang="en-US" sz="1400" baseline="-250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y=0</a:t>
                </a:r>
              </a:p>
            </p:txBody>
          </p:sp>
          <p:cxnSp>
            <p:nvCxnSpPr>
              <p:cNvPr id="15" name="Elbow Connector 14"/>
              <p:cNvCxnSpPr>
                <a:stCxn id="7" idx="0"/>
                <a:endCxn id="7" idx="0"/>
              </p:cNvCxnSpPr>
              <p:nvPr/>
            </p:nvCxnSpPr>
            <p:spPr>
              <a:xfrm rot="5400000" flipH="1" flipV="1">
                <a:off x="4572000" y="1600200"/>
                <a:ext cx="1588" cy="1588"/>
              </a:xfrm>
              <a:prstGeom prst="bentConnector3">
                <a:avLst>
                  <a:gd name="adj1" fmla="val 14395466"/>
                </a:avLst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6"/>
              <p:cNvCxnSpPr>
                <a:endCxn id="8" idx="0"/>
              </p:cNvCxnSpPr>
              <p:nvPr/>
            </p:nvCxnSpPr>
            <p:spPr>
              <a:xfrm rot="5400000">
                <a:off x="3124200" y="2209800"/>
                <a:ext cx="914400" cy="609600"/>
              </a:xfrm>
              <a:prstGeom prst="bentConnector3">
                <a:avLst>
                  <a:gd name="adj1" fmla="val 50000"/>
                </a:avLst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8"/>
              <p:cNvCxnSpPr>
                <a:endCxn id="9" idx="0"/>
              </p:cNvCxnSpPr>
              <p:nvPr/>
            </p:nvCxnSpPr>
            <p:spPr>
              <a:xfrm rot="16200000" flipH="1">
                <a:off x="5067300" y="2171700"/>
                <a:ext cx="914400" cy="685800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rgbClr val="009900"/>
                </a:solidFill>
                <a:tailEnd type="arrow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20"/>
              <p:cNvCxnSpPr>
                <a:stCxn id="8" idx="1"/>
                <a:endCxn id="11" idx="0"/>
              </p:cNvCxnSpPr>
              <p:nvPr/>
            </p:nvCxnSpPr>
            <p:spPr>
              <a:xfrm rot="10800000" flipV="1">
                <a:off x="1371600" y="3200400"/>
                <a:ext cx="1143000" cy="1219200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22"/>
              <p:cNvCxnSpPr>
                <a:stCxn id="8" idx="2"/>
              </p:cNvCxnSpPr>
              <p:nvPr/>
            </p:nvCxnSpPr>
            <p:spPr>
              <a:xfrm rot="16200000" flipH="1">
                <a:off x="3124200" y="3581400"/>
                <a:ext cx="990600" cy="685800"/>
              </a:xfrm>
              <a:prstGeom prst="bentConnector3">
                <a:avLst>
                  <a:gd name="adj1" fmla="val 50000"/>
                </a:avLst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26"/>
              <p:cNvCxnSpPr>
                <a:stCxn id="10" idx="1"/>
                <a:endCxn id="13" idx="0"/>
              </p:cNvCxnSpPr>
              <p:nvPr/>
            </p:nvCxnSpPr>
            <p:spPr>
              <a:xfrm rot="10800000" flipV="1">
                <a:off x="2819400" y="4648200"/>
                <a:ext cx="952500" cy="1295400"/>
              </a:xfrm>
              <a:prstGeom prst="bentConnector2">
                <a:avLst/>
              </a:prstGeom>
              <a:ln>
                <a:solidFill>
                  <a:srgbClr val="009900"/>
                </a:solidFill>
                <a:tailEnd type="arrow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" name="Elbow Connector 20"/>
              <p:cNvCxnSpPr>
                <a:stCxn id="9" idx="2"/>
              </p:cNvCxnSpPr>
              <p:nvPr/>
            </p:nvCxnSpPr>
            <p:spPr>
              <a:xfrm rot="5400000">
                <a:off x="5029200" y="3581400"/>
                <a:ext cx="990600" cy="685800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rgbClr val="009900"/>
                </a:solidFill>
                <a:tailEnd type="arrow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" name="Elbow Connector 30"/>
              <p:cNvCxnSpPr>
                <a:stCxn id="9" idx="3"/>
                <a:endCxn id="12" idx="0"/>
              </p:cNvCxnSpPr>
              <p:nvPr/>
            </p:nvCxnSpPr>
            <p:spPr>
              <a:xfrm>
                <a:off x="6629400" y="3200400"/>
                <a:ext cx="1219200" cy="1219200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Elbow Connector 22"/>
              <p:cNvCxnSpPr>
                <a:stCxn id="11" idx="1"/>
                <a:endCxn id="7" idx="1"/>
              </p:cNvCxnSpPr>
              <p:nvPr/>
            </p:nvCxnSpPr>
            <p:spPr>
              <a:xfrm rot="10800000" flipH="1">
                <a:off x="609600" y="1828800"/>
                <a:ext cx="3200400" cy="2819400"/>
              </a:xfrm>
              <a:prstGeom prst="bentConnector3">
                <a:avLst>
                  <a:gd name="adj1" fmla="val -7143"/>
                </a:avLst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Elbow Connector 23"/>
              <p:cNvCxnSpPr>
                <a:stCxn id="12" idx="3"/>
                <a:endCxn id="7" idx="3"/>
              </p:cNvCxnSpPr>
              <p:nvPr/>
            </p:nvCxnSpPr>
            <p:spPr>
              <a:xfrm flipH="1" flipV="1">
                <a:off x="5334000" y="1828800"/>
                <a:ext cx="3276600" cy="2819400"/>
              </a:xfrm>
              <a:prstGeom prst="bentConnector3">
                <a:avLst>
                  <a:gd name="adj1" fmla="val -6977"/>
                </a:avLst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hape 24"/>
              <p:cNvCxnSpPr>
                <a:stCxn id="11" idx="2"/>
                <a:endCxn id="13" idx="1"/>
              </p:cNvCxnSpPr>
              <p:nvPr/>
            </p:nvCxnSpPr>
            <p:spPr>
              <a:xfrm rot="16200000" flipH="1">
                <a:off x="1066800" y="5181600"/>
                <a:ext cx="1295400" cy="685800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hape 25"/>
              <p:cNvCxnSpPr>
                <a:stCxn id="12" idx="2"/>
                <a:endCxn id="14" idx="3"/>
              </p:cNvCxnSpPr>
              <p:nvPr/>
            </p:nvCxnSpPr>
            <p:spPr>
              <a:xfrm rot="5400000">
                <a:off x="6934200" y="5257800"/>
                <a:ext cx="1295400" cy="533400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hape 26"/>
              <p:cNvCxnSpPr>
                <a:stCxn id="13" idx="3"/>
              </p:cNvCxnSpPr>
              <p:nvPr/>
            </p:nvCxnSpPr>
            <p:spPr>
              <a:xfrm flipV="1">
                <a:off x="3581400" y="3429000"/>
                <a:ext cx="2514600" cy="2743200"/>
              </a:xfrm>
              <a:prstGeom prst="curvedConnector2">
                <a:avLst/>
              </a:prstGeom>
              <a:ln>
                <a:solidFill>
                  <a:srgbClr val="009900"/>
                </a:solidFill>
                <a:tailEnd type="arrow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8" name="Shape 27"/>
              <p:cNvCxnSpPr>
                <a:stCxn id="14" idx="1"/>
              </p:cNvCxnSpPr>
              <p:nvPr/>
            </p:nvCxnSpPr>
            <p:spPr>
              <a:xfrm rot="10800000">
                <a:off x="3048000" y="3429000"/>
                <a:ext cx="2743200" cy="2743200"/>
              </a:xfrm>
              <a:prstGeom prst="curved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9" name="TextBox 28"/>
              <p:cNvSpPr txBox="1"/>
              <p:nvPr/>
            </p:nvSpPr>
            <p:spPr>
              <a:xfrm>
                <a:off x="6226436" y="1447800"/>
                <a:ext cx="4791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err="1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rel</a:t>
                </a:r>
                <a:endParaRPr lang="en-US" sz="1400">
                  <a:solidFill>
                    <a:srgbClr val="2E14F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2752814" y="1447800"/>
                <a:ext cx="4791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err="1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rel</a:t>
                </a:r>
                <a:endPara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1259767" y="2852791"/>
                <a:ext cx="82416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enter</a:t>
                </a:r>
                <a:r>
                  <a:rPr lang="en-US" sz="1400" baseline="-25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6973145" y="2852791"/>
                <a:ext cx="82416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enter</a:t>
                </a:r>
                <a:r>
                  <a:rPr lang="en-US" sz="1400" baseline="-250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5346914" y="2160496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3122229" y="2160496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1981670" y="5275818"/>
                <a:ext cx="82416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enter</a:t>
                </a:r>
                <a:r>
                  <a:rPr lang="en-US" sz="1400" baseline="-25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7810118" y="5189282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718654" y="5189282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6538110" y="5275818"/>
                <a:ext cx="82416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enter</a:t>
                </a:r>
                <a:r>
                  <a:rPr lang="en-US" sz="1400" baseline="-250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3337381" y="3545084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5023392" y="3545084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2634874" y="3891231"/>
                <a:ext cx="4791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err="1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rel</a:t>
                </a:r>
                <a:endParaRPr lang="en-US" sz="1400">
                  <a:solidFill>
                    <a:srgbClr val="2E14F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5982710" y="3891231"/>
                <a:ext cx="4791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err="1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rel</a:t>
                </a:r>
                <a:endPara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p:grpSp>
        <p:cxnSp>
          <p:nvCxnSpPr>
            <p:cNvPr id="43" name="Straight Arrow Connector 26"/>
            <p:cNvCxnSpPr/>
            <p:nvPr/>
          </p:nvCxnSpPr>
          <p:spPr>
            <a:xfrm>
              <a:off x="5354861" y="4189716"/>
              <a:ext cx="1048436" cy="1140666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33400" y="5357446"/>
                <a:ext cx="8229601" cy="127682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שלב שלישי: הפתרון הוא לחזק את האילוץ</a:t>
                </a:r>
              </a:p>
              <a:p>
                <a:pPr algn="l" rtl="0">
                  <a:spcBef>
                    <a:spcPts val="12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ℱ</m:t>
                      </m:r>
                      <m:r>
                        <a:rPr lang="en-US" sz="2400" b="0" i="0" smtClean="0">
                          <a:solidFill>
                            <a:srgbClr val="0000FF"/>
                          </a:solidFill>
                          <a:latin typeface="Cambria Math"/>
                        </a:rPr>
                        <m:t>′</m:t>
                      </m:r>
                      <m:r>
                        <a:rPr lang="en-US" sz="24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∅</m:t>
                          </m:r>
                          <m:r>
                            <a:rPr lang="en-US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2400">
                                          <a:solidFill>
                                            <a:srgbClr val="0000FF"/>
                                          </a:solidFill>
                                          <a:latin typeface="Gisha" panose="020B0502040204020203" pitchFamily="34" charset="-79"/>
                                          <a:cs typeface="Gisha" panose="020B0502040204020203" pitchFamily="34" charset="-79"/>
                                        </a:rPr>
                                        <m:t>enter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2400">
                                          <a:solidFill>
                                            <a:srgbClr val="0000FF"/>
                                          </a:solidFill>
                                          <a:latin typeface="Gisha" panose="020B0502040204020203" pitchFamily="34" charset="-79"/>
                                          <a:cs typeface="Gisha" panose="020B0502040204020203" pitchFamily="34" charset="-79"/>
                                        </a:rPr>
                                        <m:t>enter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∅</m:t>
                          </m:r>
                        </m:e>
                      </m:d>
                    </m:oMath>
                  </m:oMathPara>
                </a14:m>
                <a:endParaRPr lang="he-IL" sz="2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                                                           </a:t>
                </a:r>
                <a:r>
                  <a:rPr lang="he-IL" sz="2000">
                    <a:solidFill>
                      <a:srgbClr val="3366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עכשיו הריצה המדוברת אינה הוֹגֶנֶת </a:t>
                </a:r>
                <a:r>
                  <a:rPr lang="he-IL" sz="2000">
                    <a:solidFill>
                      <a:srgbClr val="336600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Wingdings" panose="05000000000000000000" pitchFamily="2" charset="2"/>
                  </a:rPr>
                  <a:t></a:t>
                </a:r>
                <a:endParaRPr lang="en-US" sz="2000">
                  <a:solidFill>
                    <a:srgbClr val="3366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5357446"/>
                <a:ext cx="8229601" cy="1276824"/>
              </a:xfrm>
              <a:prstGeom prst="rect">
                <a:avLst/>
              </a:prstGeom>
              <a:blipFill>
                <a:blip r:embed="rId2"/>
                <a:stretch>
                  <a:fillRect t="-2871" r="-741" b="-7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dissolv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הוֹגְנוּת למניעת הרעבה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39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5" name="Group 52"/>
          <p:cNvGrpSpPr/>
          <p:nvPr/>
        </p:nvGrpSpPr>
        <p:grpSpPr>
          <a:xfrm>
            <a:off x="1363748" y="1371600"/>
            <a:ext cx="6416504" cy="3810000"/>
            <a:chOff x="1127296" y="1371600"/>
            <a:chExt cx="7102308" cy="4361370"/>
          </a:xfrm>
        </p:grpSpPr>
        <p:grpSp>
          <p:nvGrpSpPr>
            <p:cNvPr id="6" name="Group 32"/>
            <p:cNvGrpSpPr/>
            <p:nvPr/>
          </p:nvGrpSpPr>
          <p:grpSpPr>
            <a:xfrm>
              <a:off x="1127296" y="1371600"/>
              <a:ext cx="7102308" cy="4361370"/>
              <a:chOff x="609600" y="1447800"/>
              <a:chExt cx="8001000" cy="4953000"/>
            </a:xfrm>
          </p:grpSpPr>
          <p:sp>
            <p:nvSpPr>
              <p:cNvPr id="7" name="Rounded Rectangle 6"/>
              <p:cNvSpPr/>
              <p:nvPr/>
            </p:nvSpPr>
            <p:spPr>
              <a:xfrm>
                <a:off x="3810000" y="16002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y=1</a:t>
                </a:r>
              </a:p>
            </p:txBody>
          </p:sp>
          <p:sp>
            <p:nvSpPr>
              <p:cNvPr id="8" name="Rounded Rectangle 7"/>
              <p:cNvSpPr/>
              <p:nvPr/>
            </p:nvSpPr>
            <p:spPr>
              <a:xfrm>
                <a:off x="2514600" y="29718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y=1</a:t>
                </a:r>
              </a:p>
            </p:txBody>
          </p:sp>
          <p:sp>
            <p:nvSpPr>
              <p:cNvPr id="9" name="Rounded Rectangle 8"/>
              <p:cNvSpPr/>
              <p:nvPr/>
            </p:nvSpPr>
            <p:spPr>
              <a:xfrm>
                <a:off x="5105400" y="29718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y=1</a:t>
                </a:r>
              </a:p>
            </p:txBody>
          </p:sp>
          <p:sp>
            <p:nvSpPr>
              <p:cNvPr id="10" name="Rounded Rectangle 9"/>
              <p:cNvSpPr/>
              <p:nvPr/>
            </p:nvSpPr>
            <p:spPr>
              <a:xfrm>
                <a:off x="3771900" y="4419600"/>
                <a:ext cx="16002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y=1</a:t>
                </a:r>
              </a:p>
            </p:txBody>
          </p:sp>
          <p:sp>
            <p:nvSpPr>
              <p:cNvPr id="11" name="Rounded Rectangle 10"/>
              <p:cNvSpPr/>
              <p:nvPr/>
            </p:nvSpPr>
            <p:spPr>
              <a:xfrm>
                <a:off x="609600" y="44196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c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y=0</a:t>
                </a:r>
              </a:p>
            </p:txBody>
          </p:sp>
          <p:sp>
            <p:nvSpPr>
              <p:cNvPr id="12" name="Rounded Rectangle 11"/>
              <p:cNvSpPr/>
              <p:nvPr/>
            </p:nvSpPr>
            <p:spPr>
              <a:xfrm>
                <a:off x="7086600" y="44196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c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y=0</a:t>
                </a:r>
              </a:p>
            </p:txBody>
          </p:sp>
          <p:sp>
            <p:nvSpPr>
              <p:cNvPr id="13" name="Rounded Rectangle 12"/>
              <p:cNvSpPr/>
              <p:nvPr/>
            </p:nvSpPr>
            <p:spPr>
              <a:xfrm>
                <a:off x="2057400" y="59436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c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y=0</a:t>
                </a:r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5791200" y="59436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c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y=0</a:t>
                </a:r>
              </a:p>
            </p:txBody>
          </p:sp>
          <p:cxnSp>
            <p:nvCxnSpPr>
              <p:cNvPr id="15" name="Elbow Connector 14"/>
              <p:cNvCxnSpPr>
                <a:stCxn id="7" idx="0"/>
                <a:endCxn id="7" idx="0"/>
              </p:cNvCxnSpPr>
              <p:nvPr/>
            </p:nvCxnSpPr>
            <p:spPr>
              <a:xfrm rot="5400000" flipH="1" flipV="1">
                <a:off x="4572000" y="1600200"/>
                <a:ext cx="1588" cy="1588"/>
              </a:xfrm>
              <a:prstGeom prst="bentConnector3">
                <a:avLst>
                  <a:gd name="adj1" fmla="val 14395466"/>
                </a:avLst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6"/>
              <p:cNvCxnSpPr>
                <a:endCxn id="8" idx="0"/>
              </p:cNvCxnSpPr>
              <p:nvPr/>
            </p:nvCxnSpPr>
            <p:spPr>
              <a:xfrm rot="5400000">
                <a:off x="3124200" y="2209800"/>
                <a:ext cx="914400" cy="609600"/>
              </a:xfrm>
              <a:prstGeom prst="bentConnector3">
                <a:avLst>
                  <a:gd name="adj1" fmla="val 50000"/>
                </a:avLst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8"/>
              <p:cNvCxnSpPr>
                <a:endCxn id="9" idx="0"/>
              </p:cNvCxnSpPr>
              <p:nvPr/>
            </p:nvCxnSpPr>
            <p:spPr>
              <a:xfrm rot="16200000" flipH="1">
                <a:off x="5067300" y="2171700"/>
                <a:ext cx="914400" cy="685800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20"/>
              <p:cNvCxnSpPr>
                <a:stCxn id="8" idx="1"/>
                <a:endCxn id="11" idx="0"/>
              </p:cNvCxnSpPr>
              <p:nvPr/>
            </p:nvCxnSpPr>
            <p:spPr>
              <a:xfrm rot="10800000" flipV="1">
                <a:off x="1371600" y="3200400"/>
                <a:ext cx="1143000" cy="1219200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22"/>
              <p:cNvCxnSpPr>
                <a:stCxn id="8" idx="2"/>
              </p:cNvCxnSpPr>
              <p:nvPr/>
            </p:nvCxnSpPr>
            <p:spPr>
              <a:xfrm rot="16200000" flipH="1">
                <a:off x="3124200" y="3581400"/>
                <a:ext cx="990600" cy="685800"/>
              </a:xfrm>
              <a:prstGeom prst="bentConnector3">
                <a:avLst>
                  <a:gd name="adj1" fmla="val 50000"/>
                </a:avLst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26"/>
              <p:cNvCxnSpPr>
                <a:stCxn id="10" idx="1"/>
                <a:endCxn id="13" idx="0"/>
              </p:cNvCxnSpPr>
              <p:nvPr/>
            </p:nvCxnSpPr>
            <p:spPr>
              <a:xfrm rot="10800000" flipV="1">
                <a:off x="2819400" y="4648200"/>
                <a:ext cx="952500" cy="1295400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Elbow Connector 20"/>
              <p:cNvCxnSpPr>
                <a:stCxn id="9" idx="2"/>
              </p:cNvCxnSpPr>
              <p:nvPr/>
            </p:nvCxnSpPr>
            <p:spPr>
              <a:xfrm rot="5400000">
                <a:off x="5029200" y="3581400"/>
                <a:ext cx="990600" cy="685800"/>
              </a:xfrm>
              <a:prstGeom prst="bentConnector3">
                <a:avLst>
                  <a:gd name="adj1" fmla="val 50000"/>
                </a:avLst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Elbow Connector 30"/>
              <p:cNvCxnSpPr>
                <a:stCxn id="9" idx="3"/>
                <a:endCxn id="12" idx="0"/>
              </p:cNvCxnSpPr>
              <p:nvPr/>
            </p:nvCxnSpPr>
            <p:spPr>
              <a:xfrm>
                <a:off x="6629400" y="3200400"/>
                <a:ext cx="1219200" cy="1219200"/>
              </a:xfrm>
              <a:prstGeom prst="bentConnector2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" name="Elbow Connector 22"/>
              <p:cNvCxnSpPr>
                <a:stCxn id="11" idx="1"/>
                <a:endCxn id="7" idx="1"/>
              </p:cNvCxnSpPr>
              <p:nvPr/>
            </p:nvCxnSpPr>
            <p:spPr>
              <a:xfrm rot="10800000" flipH="1">
                <a:off x="609600" y="1828800"/>
                <a:ext cx="3200400" cy="2819400"/>
              </a:xfrm>
              <a:prstGeom prst="bentConnector3">
                <a:avLst>
                  <a:gd name="adj1" fmla="val -7143"/>
                </a:avLst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Elbow Connector 23"/>
              <p:cNvCxnSpPr>
                <a:stCxn id="12" idx="3"/>
                <a:endCxn id="7" idx="3"/>
              </p:cNvCxnSpPr>
              <p:nvPr/>
            </p:nvCxnSpPr>
            <p:spPr>
              <a:xfrm flipH="1" flipV="1">
                <a:off x="5334000" y="1828800"/>
                <a:ext cx="3276600" cy="2819400"/>
              </a:xfrm>
              <a:prstGeom prst="bentConnector3">
                <a:avLst>
                  <a:gd name="adj1" fmla="val -6977"/>
                </a:avLst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" name="Shape 24"/>
              <p:cNvCxnSpPr>
                <a:stCxn id="11" idx="2"/>
                <a:endCxn id="13" idx="1"/>
              </p:cNvCxnSpPr>
              <p:nvPr/>
            </p:nvCxnSpPr>
            <p:spPr>
              <a:xfrm rot="16200000" flipH="1">
                <a:off x="1066800" y="5181600"/>
                <a:ext cx="1295400" cy="685800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hape 25"/>
              <p:cNvCxnSpPr>
                <a:stCxn id="12" idx="2"/>
                <a:endCxn id="14" idx="3"/>
              </p:cNvCxnSpPr>
              <p:nvPr/>
            </p:nvCxnSpPr>
            <p:spPr>
              <a:xfrm rot="5400000">
                <a:off x="6934200" y="5257800"/>
                <a:ext cx="1295400" cy="533400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hape 26"/>
              <p:cNvCxnSpPr>
                <a:stCxn id="13" idx="3"/>
              </p:cNvCxnSpPr>
              <p:nvPr/>
            </p:nvCxnSpPr>
            <p:spPr>
              <a:xfrm flipV="1">
                <a:off x="3581400" y="3429000"/>
                <a:ext cx="2514600" cy="2743200"/>
              </a:xfrm>
              <a:prstGeom prst="curved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hape 27"/>
              <p:cNvCxnSpPr>
                <a:stCxn id="14" idx="1"/>
              </p:cNvCxnSpPr>
              <p:nvPr/>
            </p:nvCxnSpPr>
            <p:spPr>
              <a:xfrm rot="10800000">
                <a:off x="3048000" y="3429000"/>
                <a:ext cx="2743200" cy="2743200"/>
              </a:xfrm>
              <a:prstGeom prst="curved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9" name="TextBox 28"/>
              <p:cNvSpPr txBox="1"/>
              <p:nvPr/>
            </p:nvSpPr>
            <p:spPr>
              <a:xfrm>
                <a:off x="6226436" y="1447800"/>
                <a:ext cx="4791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err="1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rel</a:t>
                </a:r>
                <a:endPara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2752814" y="1447800"/>
                <a:ext cx="4791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err="1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rel</a:t>
                </a:r>
                <a:endPara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1259767" y="2852791"/>
                <a:ext cx="82416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enter</a:t>
                </a:r>
                <a:r>
                  <a:rPr lang="en-US" sz="1400" baseline="-25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6973145" y="2852791"/>
                <a:ext cx="82416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enter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5346914" y="2160496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3122229" y="2160496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1981670" y="5275818"/>
                <a:ext cx="82416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enter</a:t>
                </a:r>
                <a:r>
                  <a:rPr lang="en-US" sz="1400" baseline="-25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7810118" y="5189282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718654" y="5189282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6566172" y="5275818"/>
                <a:ext cx="82416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enter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3337381" y="3545084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5023392" y="3545084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2634874" y="3891231"/>
                <a:ext cx="4791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err="1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rel</a:t>
                </a:r>
                <a:endPara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5982710" y="3891231"/>
                <a:ext cx="4791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err="1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rel</a:t>
                </a:r>
                <a:endPara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p:grpSp>
        <p:cxnSp>
          <p:nvCxnSpPr>
            <p:cNvPr id="43" name="Straight Arrow Connector 26"/>
            <p:cNvCxnSpPr/>
            <p:nvPr/>
          </p:nvCxnSpPr>
          <p:spPr>
            <a:xfrm>
              <a:off x="5354861" y="4189716"/>
              <a:ext cx="1048436" cy="1140666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5" name="TextBox 44"/>
          <p:cNvSpPr txBox="1"/>
          <p:nvPr/>
        </p:nvSpPr>
        <p:spPr>
          <a:xfrm>
            <a:off x="2726020" y="5791200"/>
            <a:ext cx="3464410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אבל יש עוד דוגמה נגדית </a:t>
            </a:r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  <a:sym typeface="Wingdings" panose="05000000000000000000" pitchFamily="2" charset="2"/>
              </a:rPr>
              <a:t></a:t>
            </a:r>
            <a:endParaRPr lang="en-US" sz="2400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p:transition>
    <p:dissolv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הוֹגְנוּת למניעת הרעבה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40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5" name="Group 52"/>
          <p:cNvGrpSpPr/>
          <p:nvPr/>
        </p:nvGrpSpPr>
        <p:grpSpPr>
          <a:xfrm>
            <a:off x="1363748" y="1371600"/>
            <a:ext cx="6416504" cy="3810000"/>
            <a:chOff x="1127296" y="1371600"/>
            <a:chExt cx="7102308" cy="4361370"/>
          </a:xfrm>
        </p:grpSpPr>
        <p:grpSp>
          <p:nvGrpSpPr>
            <p:cNvPr id="6" name="Group 32"/>
            <p:cNvGrpSpPr/>
            <p:nvPr/>
          </p:nvGrpSpPr>
          <p:grpSpPr>
            <a:xfrm>
              <a:off x="1127296" y="1371600"/>
              <a:ext cx="7102308" cy="4361370"/>
              <a:chOff x="609600" y="1447800"/>
              <a:chExt cx="8001000" cy="4953000"/>
            </a:xfrm>
          </p:grpSpPr>
          <p:sp>
            <p:nvSpPr>
              <p:cNvPr id="7" name="Rounded Rectangle 6"/>
              <p:cNvSpPr/>
              <p:nvPr/>
            </p:nvSpPr>
            <p:spPr>
              <a:xfrm>
                <a:off x="3810000" y="16002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y=1</a:t>
                </a:r>
              </a:p>
            </p:txBody>
          </p:sp>
          <p:sp>
            <p:nvSpPr>
              <p:cNvPr id="8" name="Rounded Rectangle 7"/>
              <p:cNvSpPr/>
              <p:nvPr/>
            </p:nvSpPr>
            <p:spPr>
              <a:xfrm>
                <a:off x="2514600" y="29718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y=1</a:t>
                </a:r>
              </a:p>
            </p:txBody>
          </p:sp>
          <p:sp>
            <p:nvSpPr>
              <p:cNvPr id="9" name="Rounded Rectangle 8"/>
              <p:cNvSpPr/>
              <p:nvPr/>
            </p:nvSpPr>
            <p:spPr>
              <a:xfrm>
                <a:off x="5105400" y="29718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y=1</a:t>
                </a:r>
              </a:p>
            </p:txBody>
          </p:sp>
          <p:sp>
            <p:nvSpPr>
              <p:cNvPr id="10" name="Rounded Rectangle 9"/>
              <p:cNvSpPr/>
              <p:nvPr/>
            </p:nvSpPr>
            <p:spPr>
              <a:xfrm>
                <a:off x="3771900" y="4419600"/>
                <a:ext cx="16002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y=1</a:t>
                </a:r>
              </a:p>
            </p:txBody>
          </p:sp>
          <p:sp>
            <p:nvSpPr>
              <p:cNvPr id="11" name="Rounded Rectangle 10"/>
              <p:cNvSpPr/>
              <p:nvPr/>
            </p:nvSpPr>
            <p:spPr>
              <a:xfrm>
                <a:off x="609600" y="44196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c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y=0</a:t>
                </a:r>
              </a:p>
            </p:txBody>
          </p:sp>
          <p:sp>
            <p:nvSpPr>
              <p:cNvPr id="12" name="Rounded Rectangle 11"/>
              <p:cNvSpPr/>
              <p:nvPr/>
            </p:nvSpPr>
            <p:spPr>
              <a:xfrm>
                <a:off x="7086600" y="44196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c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y=0</a:t>
                </a:r>
              </a:p>
            </p:txBody>
          </p:sp>
          <p:sp>
            <p:nvSpPr>
              <p:cNvPr id="13" name="Rounded Rectangle 12"/>
              <p:cNvSpPr/>
              <p:nvPr/>
            </p:nvSpPr>
            <p:spPr>
              <a:xfrm>
                <a:off x="2057400" y="59436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c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y=0</a:t>
                </a:r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5791200" y="59436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c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y=0</a:t>
                </a:r>
              </a:p>
            </p:txBody>
          </p:sp>
          <p:cxnSp>
            <p:nvCxnSpPr>
              <p:cNvPr id="15" name="Elbow Connector 14"/>
              <p:cNvCxnSpPr>
                <a:stCxn id="7" idx="0"/>
                <a:endCxn id="7" idx="0"/>
              </p:cNvCxnSpPr>
              <p:nvPr/>
            </p:nvCxnSpPr>
            <p:spPr>
              <a:xfrm rot="5400000" flipH="1" flipV="1">
                <a:off x="4572000" y="1600200"/>
                <a:ext cx="1588" cy="1588"/>
              </a:xfrm>
              <a:prstGeom prst="bentConnector3">
                <a:avLst>
                  <a:gd name="adj1" fmla="val 14395466"/>
                </a:avLst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6"/>
              <p:cNvCxnSpPr>
                <a:endCxn id="8" idx="0"/>
              </p:cNvCxnSpPr>
              <p:nvPr/>
            </p:nvCxnSpPr>
            <p:spPr>
              <a:xfrm rot="5400000">
                <a:off x="3124200" y="2209800"/>
                <a:ext cx="914400" cy="609600"/>
              </a:xfrm>
              <a:prstGeom prst="bentConnector3">
                <a:avLst>
                  <a:gd name="adj1" fmla="val 50000"/>
                </a:avLst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8"/>
              <p:cNvCxnSpPr>
                <a:endCxn id="9" idx="0"/>
              </p:cNvCxnSpPr>
              <p:nvPr/>
            </p:nvCxnSpPr>
            <p:spPr>
              <a:xfrm rot="16200000" flipH="1">
                <a:off x="5067300" y="2171700"/>
                <a:ext cx="914400" cy="685800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rgbClr val="009900"/>
                </a:solidFill>
                <a:tailEnd type="arrow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20"/>
              <p:cNvCxnSpPr>
                <a:stCxn id="8" idx="1"/>
                <a:endCxn id="11" idx="0"/>
              </p:cNvCxnSpPr>
              <p:nvPr/>
            </p:nvCxnSpPr>
            <p:spPr>
              <a:xfrm rot="10800000" flipV="1">
                <a:off x="1371600" y="3200400"/>
                <a:ext cx="1143000" cy="1219200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22"/>
              <p:cNvCxnSpPr>
                <a:stCxn id="8" idx="2"/>
              </p:cNvCxnSpPr>
              <p:nvPr/>
            </p:nvCxnSpPr>
            <p:spPr>
              <a:xfrm rot="16200000" flipH="1">
                <a:off x="3124200" y="3581400"/>
                <a:ext cx="990600" cy="685800"/>
              </a:xfrm>
              <a:prstGeom prst="bentConnector3">
                <a:avLst>
                  <a:gd name="adj1" fmla="val 50000"/>
                </a:avLst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26"/>
              <p:cNvCxnSpPr>
                <a:stCxn id="10" idx="1"/>
                <a:endCxn id="13" idx="0"/>
              </p:cNvCxnSpPr>
              <p:nvPr/>
            </p:nvCxnSpPr>
            <p:spPr>
              <a:xfrm rot="10800000" flipV="1">
                <a:off x="2819400" y="4648200"/>
                <a:ext cx="952500" cy="1295400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Elbow Connector 20"/>
              <p:cNvCxnSpPr>
                <a:stCxn id="9" idx="2"/>
              </p:cNvCxnSpPr>
              <p:nvPr/>
            </p:nvCxnSpPr>
            <p:spPr>
              <a:xfrm rot="5400000">
                <a:off x="5029200" y="3581400"/>
                <a:ext cx="990600" cy="685800"/>
              </a:xfrm>
              <a:prstGeom prst="bentConnector3">
                <a:avLst>
                  <a:gd name="adj1" fmla="val 50000"/>
                </a:avLst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Elbow Connector 30"/>
              <p:cNvCxnSpPr>
                <a:stCxn id="9" idx="3"/>
                <a:endCxn id="12" idx="0"/>
              </p:cNvCxnSpPr>
              <p:nvPr/>
            </p:nvCxnSpPr>
            <p:spPr>
              <a:xfrm>
                <a:off x="6629400" y="3200400"/>
                <a:ext cx="1219200" cy="1219200"/>
              </a:xfrm>
              <a:prstGeom prst="bentConnector2">
                <a:avLst/>
              </a:prstGeom>
              <a:ln>
                <a:solidFill>
                  <a:srgbClr val="009900"/>
                </a:solidFill>
                <a:tailEnd type="arrow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" name="Elbow Connector 22"/>
              <p:cNvCxnSpPr>
                <a:stCxn id="11" idx="1"/>
                <a:endCxn id="7" idx="1"/>
              </p:cNvCxnSpPr>
              <p:nvPr/>
            </p:nvCxnSpPr>
            <p:spPr>
              <a:xfrm rot="10800000" flipH="1">
                <a:off x="609600" y="1828800"/>
                <a:ext cx="3200400" cy="2819400"/>
              </a:xfrm>
              <a:prstGeom prst="bentConnector3">
                <a:avLst>
                  <a:gd name="adj1" fmla="val -7143"/>
                </a:avLst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Elbow Connector 23"/>
              <p:cNvCxnSpPr>
                <a:stCxn id="12" idx="3"/>
                <a:endCxn id="7" idx="3"/>
              </p:cNvCxnSpPr>
              <p:nvPr/>
            </p:nvCxnSpPr>
            <p:spPr>
              <a:xfrm flipH="1" flipV="1">
                <a:off x="5334000" y="1828800"/>
                <a:ext cx="3276600" cy="2819400"/>
              </a:xfrm>
              <a:prstGeom prst="bentConnector3">
                <a:avLst>
                  <a:gd name="adj1" fmla="val -6977"/>
                </a:avLst>
              </a:prstGeom>
              <a:ln>
                <a:solidFill>
                  <a:srgbClr val="009900"/>
                </a:solidFill>
                <a:tailEnd type="arrow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" name="Shape 24"/>
              <p:cNvCxnSpPr>
                <a:stCxn id="11" idx="2"/>
                <a:endCxn id="13" idx="1"/>
              </p:cNvCxnSpPr>
              <p:nvPr/>
            </p:nvCxnSpPr>
            <p:spPr>
              <a:xfrm rot="16200000" flipH="1">
                <a:off x="1066800" y="5181600"/>
                <a:ext cx="1295400" cy="685800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hape 25"/>
              <p:cNvCxnSpPr>
                <a:stCxn id="12" idx="2"/>
                <a:endCxn id="14" idx="3"/>
              </p:cNvCxnSpPr>
              <p:nvPr/>
            </p:nvCxnSpPr>
            <p:spPr>
              <a:xfrm rot="5400000">
                <a:off x="6934200" y="5257800"/>
                <a:ext cx="1295400" cy="533400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hape 26"/>
              <p:cNvCxnSpPr>
                <a:stCxn id="13" idx="3"/>
              </p:cNvCxnSpPr>
              <p:nvPr/>
            </p:nvCxnSpPr>
            <p:spPr>
              <a:xfrm flipV="1">
                <a:off x="3581400" y="3429000"/>
                <a:ext cx="2514600" cy="2743200"/>
              </a:xfrm>
              <a:prstGeom prst="curved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hape 27"/>
              <p:cNvCxnSpPr>
                <a:stCxn id="14" idx="1"/>
              </p:cNvCxnSpPr>
              <p:nvPr/>
            </p:nvCxnSpPr>
            <p:spPr>
              <a:xfrm rot="10800000">
                <a:off x="3048000" y="3429000"/>
                <a:ext cx="2743200" cy="2743200"/>
              </a:xfrm>
              <a:prstGeom prst="curved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9" name="TextBox 28"/>
              <p:cNvSpPr txBox="1"/>
              <p:nvPr/>
            </p:nvSpPr>
            <p:spPr>
              <a:xfrm>
                <a:off x="6226436" y="1447800"/>
                <a:ext cx="4791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err="1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rel</a:t>
                </a:r>
                <a:endPara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2752814" y="1447800"/>
                <a:ext cx="4791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err="1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rel</a:t>
                </a:r>
                <a:endPara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1259767" y="2852791"/>
                <a:ext cx="82416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enter</a:t>
                </a:r>
                <a:r>
                  <a:rPr lang="en-US" sz="1400" baseline="-25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6973145" y="2852791"/>
                <a:ext cx="82416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enter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5346914" y="2160496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3122229" y="2160496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1981670" y="5275818"/>
                <a:ext cx="82416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enter</a:t>
                </a:r>
                <a:r>
                  <a:rPr lang="en-US" sz="1400" baseline="-25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7810118" y="5189282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718654" y="5189282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6566172" y="5275818"/>
                <a:ext cx="82416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enter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3337381" y="3545084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5023392" y="3545084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2634874" y="3891231"/>
                <a:ext cx="4791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err="1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rel</a:t>
                </a:r>
                <a:endParaRPr lang="en-US" sz="1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5982710" y="3891231"/>
                <a:ext cx="4791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err="1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rel</a:t>
                </a:r>
                <a:endPara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p:grpSp>
        <p:cxnSp>
          <p:nvCxnSpPr>
            <p:cNvPr id="43" name="Straight Arrow Connector 26"/>
            <p:cNvCxnSpPr/>
            <p:nvPr/>
          </p:nvCxnSpPr>
          <p:spPr>
            <a:xfrm>
              <a:off x="5354861" y="4189716"/>
              <a:ext cx="1048436" cy="1140666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398584" y="5370682"/>
                <a:ext cx="8346832" cy="127682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כדי להתעלם גם מהדוגמה הנגדית הזאת נוסיף אילוצי הוֹגְנוּת חלשה:</a:t>
                </a:r>
              </a:p>
              <a:p>
                <a:pPr algn="l" rtl="0">
                  <a:spcBef>
                    <a:spcPts val="12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ℱ</m:t>
                      </m:r>
                      <m:r>
                        <a:rPr lang="en-US" sz="2400" b="0" i="0" smtClean="0">
                          <a:solidFill>
                            <a:srgbClr val="0000FF"/>
                          </a:solidFill>
                          <a:latin typeface="Cambria Math"/>
                        </a:rPr>
                        <m:t>′′</m:t>
                      </m:r>
                      <m:r>
                        <a:rPr lang="en-US" sz="24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∅</m:t>
                          </m:r>
                          <m:r>
                            <a:rPr lang="en-US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2400">
                                          <a:solidFill>
                                            <a:srgbClr val="0000FF"/>
                                          </a:solidFill>
                                          <a:latin typeface="Gisha" panose="020B0502040204020203" pitchFamily="34" charset="-79"/>
                                          <a:cs typeface="Gisha" panose="020B0502040204020203" pitchFamily="34" charset="-79"/>
                                        </a:rPr>
                                        <m:t>enter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2400">
                                          <a:solidFill>
                                            <a:srgbClr val="0000FF"/>
                                          </a:solidFill>
                                          <a:latin typeface="Gisha" panose="020B0502040204020203" pitchFamily="34" charset="-79"/>
                                          <a:cs typeface="Gisha" panose="020B0502040204020203" pitchFamily="34" charset="-79"/>
                                        </a:rPr>
                                        <m:t>enter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2400" b="0" i="0" smtClean="0">
                                          <a:solidFill>
                                            <a:srgbClr val="0000FF"/>
                                          </a:solidFill>
                                          <a:latin typeface="Gisha" panose="020B0502040204020203" pitchFamily="34" charset="-79"/>
                                          <a:cs typeface="Gisha" panose="020B0502040204020203" pitchFamily="34" charset="-79"/>
                                        </a:rPr>
                                        <m:t>req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,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2400" b="0" i="0" smtClean="0">
                                          <a:solidFill>
                                            <a:srgbClr val="0000FF"/>
                                          </a:solidFill>
                                          <a:latin typeface="Gisha" panose="020B0502040204020203" pitchFamily="34" charset="-79"/>
                                          <a:cs typeface="Gisha" panose="020B0502040204020203" pitchFamily="34" charset="-79"/>
                                        </a:rPr>
                                        <m:t>req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he-IL" sz="2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                                                           </a:t>
                </a:r>
                <a:r>
                  <a:rPr lang="he-IL" sz="2000">
                    <a:solidFill>
                      <a:srgbClr val="3366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עכשיו גם הריצה השנייה אינה הוֹגֶנֶת </a:t>
                </a:r>
                <a:r>
                  <a:rPr lang="he-IL" sz="2000">
                    <a:solidFill>
                      <a:srgbClr val="336600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Wingdings" panose="05000000000000000000" pitchFamily="2" charset="2"/>
                  </a:rPr>
                  <a:t></a:t>
                </a:r>
                <a:endParaRPr lang="en-US" sz="2000">
                  <a:solidFill>
                    <a:srgbClr val="3366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584" y="5370682"/>
                <a:ext cx="8346832" cy="1276824"/>
              </a:xfrm>
              <a:prstGeom prst="rect">
                <a:avLst/>
              </a:prstGeom>
              <a:blipFill>
                <a:blip r:embed="rId2"/>
                <a:stretch>
                  <a:fillRect t="-2392" r="-730" b="-7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3377584"/>
      </p:ext>
    </p:extLst>
  </p:cSld>
  <p:clrMapOvr>
    <a:masterClrMapping/>
  </p:clrMapOvr>
  <p:transition>
    <p:dissolv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011382" y="4267200"/>
            <a:ext cx="7827818" cy="1374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11382" y="2134410"/>
            <a:ext cx="7827818" cy="15401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z="3600">
                <a:latin typeface="Gisha" panose="020B0502040204020203" pitchFamily="34" charset="-79"/>
                <a:cs typeface="Gisha" panose="020B0502040204020203" pitchFamily="34" charset="-79"/>
              </a:rPr>
              <a:t>הגדרות: מסלולים ועקבות הוגנים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z="1200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z="1200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41</a:t>
            </a:fld>
            <a:endParaRPr lang="he-IL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600200"/>
                <a:ext cx="8610600" cy="4800600"/>
              </a:xfrm>
            </p:spPr>
            <p:txBody>
              <a:bodyPr>
                <a:noAutofit/>
              </a:bodyPr>
              <a:lstStyle/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he-IL" sz="20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עבור מערכת מעברים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𝑇𝑆</m:t>
                    </m:r>
                  </m:oMath>
                </a14:m>
                <a:r>
                  <a:rPr lang="he-IL" sz="20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מסויימת:</a:t>
                </a:r>
                <a:endParaRPr lang="en-US" sz="2000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מסלול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→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→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⋯</m:t>
                    </m:r>
                  </m:oMath>
                </a14:m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הוא </a:t>
                </a:r>
                <a:r>
                  <a:rPr lang="en-US" sz="20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ℱ</a:t>
                </a:r>
                <a:r>
                  <a:rPr lang="he-IL" sz="20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-הוגן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אם יש </a:t>
                </a:r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ריצה </a:t>
                </a:r>
                <a:r>
                  <a:rPr lang="en-US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he-IL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e-IL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groupCh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he-IL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e-IL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groupCh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he-IL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e-IL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e>
                    </m:groupChr>
                    <m:r>
                      <a:rPr lang="en-US" sz="2000" i="1">
                        <a:solidFill>
                          <a:schemeClr val="tx1"/>
                        </a:solidFill>
                        <a:latin typeface="Cambria Math"/>
                      </a:rPr>
                      <m:t>⋯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ℱ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-הוֹגֶנֶת</a:t>
                </a:r>
              </a:p>
              <a:p>
                <a:pPr marL="0" indent="0">
                  <a:spcBef>
                    <a:spcPts val="2400"/>
                  </a:spcBef>
                  <a:spcAft>
                    <a:spcPts val="600"/>
                  </a:spcAft>
                  <a:buNone/>
                </a:pPr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סימון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𝐹𝑎𝑖𝑟𝑃𝑎𝑡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ℱ</m:t>
                    </m:r>
                    <m:d>
                      <m:dPr>
                        <m:ctrlP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היא קבוצת המסלולים ה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-הוגנים המתחילים ב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he-IL" sz="2000" i="1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סימון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𝐹𝑎𝑖𝑟𝑃𝑎𝑡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ℱ</m:t>
                    </m:r>
                    <m:d>
                      <m:dPr>
                        <m:ctrlP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𝑇𝑆</m:t>
                        </m:r>
                      </m:e>
                    </m:d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היא קבוצת המסלולים ה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-הוגנים המתחילים ב-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spcBef>
                    <a:spcPts val="4200"/>
                  </a:spcBef>
                  <a:spcAft>
                    <a:spcPts val="600"/>
                  </a:spcAft>
                  <a:buNone/>
                </a:pPr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רצף עקבות </a:t>
                </a:r>
                <a14:m>
                  <m:oMath xmlns:m="http://schemas.openxmlformats.org/officeDocument/2006/math">
                    <m:r>
                      <a:rPr lang="he-IL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הוא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2E14F0"/>
                        </a:solidFill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he-IL" sz="20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-הוגן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אם קיימת ריצה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he-IL" sz="20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-הוֹגֶנֶת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sz="2000" b="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כך ש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𝑡𝑟𝑎𝑐𝑒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he-IL" sz="2000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r"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סימון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: </a:t>
                </a: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𝐹𝑎𝑖𝑟𝑇𝑟𝑎𝑐𝑒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ℱ</m:t>
                        </m:r>
                      </m:sub>
                    </m:sSub>
                    <m:d>
                      <m:dPr>
                        <m:ctrlP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𝑠</m:t>
                        </m:r>
                      </m:e>
                    </m:d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=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𝑡𝑟𝑎𝑐𝑒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𝐹𝑎𝑖𝑟𝑃𝑎𝑡</m:t>
                        </m:r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h</m:t>
                        </m:r>
                        <m:sSub>
                          <m:sSubPr>
                            <m:ctrlPr>
                              <a:rPr lang="he-IL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err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he-IL" sz="2000" b="0" i="1" dirty="0" smtClean="0">
                                <a:latin typeface="Cambria Math"/>
                              </a:rPr>
                              <m:t>ℱ</m:t>
                            </m:r>
                          </m:sub>
                        </m:sSub>
                        <m:d>
                          <m:d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/>
                              </a:rPr>
                              <m:t>𝑠</m:t>
                            </m:r>
                          </m:e>
                        </m:d>
                      </m:e>
                    </m:d>
                  </m:oMath>
                </a14:m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סימון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𝐹𝑎𝑖𝑟𝑇𝑟𝑎𝑐𝑒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ℱ</m:t>
                        </m:r>
                      </m:sub>
                    </m:sSub>
                    <m:d>
                      <m:d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𝑇𝑆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𝑡𝑟𝑎𝑐𝑒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𝐹𝑎𝑖𝑟𝑃𝑎𝑡</m:t>
                        </m:r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h</m:t>
                        </m:r>
                        <m:sSub>
                          <m:sSubPr>
                            <m:ctrlPr>
                              <a:rPr lang="he-I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he-IL" sz="2000" i="1" dirty="0">
                                <a:latin typeface="Cambria Math"/>
                              </a:rPr>
                              <m:t>ℱ</m:t>
                            </m:r>
                          </m:sub>
                        </m:sSub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/>
                              </a:rPr>
                              <m:t>𝑇𝑆</m:t>
                            </m:r>
                          </m:e>
                        </m:d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pPr marL="320040" lvl="1" indent="0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endParaRPr lang="he-IL" sz="1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600200"/>
                <a:ext cx="8610600" cy="4800600"/>
              </a:xfrm>
              <a:blipFill>
                <a:blip r:embed="rId2"/>
                <a:stretch>
                  <a:fillRect t="-762" r="-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dissolv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0318" y="4038600"/>
            <a:ext cx="7906096" cy="2438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793" y="1429195"/>
            <a:ext cx="7906096" cy="1832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הגדרה: קיום תכונה תחת הנחות הוֹגְנוּת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17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42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9125" y="1447800"/>
                <a:ext cx="8077200" cy="510540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תזכורת: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𝑇𝑆</m:t>
                    </m:r>
                  </m:oMath>
                </a14:m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מקיימת את תכונת הזמן הליניארי 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algn="ctr">
                  <a:spcBef>
                    <a:spcPts val="2400"/>
                  </a:spcBef>
                  <a:spcAft>
                    <a:spcPts val="24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𝑇𝑆</m:t>
                    </m:r>
                    <m:r>
                      <a:rPr lang="en-US" b="0" i="1" dirty="0" smtClean="0">
                        <a:latin typeface="Cambria Math"/>
                      </a:rPr>
                      <m:t>⊨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𝑃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      אם ורק אם  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𝑇𝑟𝑎𝑐𝑒𝑠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/>
                          </a:rPr>
                          <m:t>𝑇𝑆</m:t>
                        </m:r>
                      </m:e>
                    </m:d>
                    <m:r>
                      <a:rPr lang="en-US" b="0" i="1" dirty="0" smtClean="0">
                        <a:latin typeface="Cambria Math"/>
                      </a:rPr>
                      <m:t>⊆</m:t>
                    </m:r>
                    <m:r>
                      <a:rPr lang="en-US" i="1" dirty="0" smtClean="0">
                        <a:latin typeface="Cambria Math"/>
                      </a:rPr>
                      <m:t>𝑃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אם כל העקבות שאפשר לקבל הן "חוקיות"</a:t>
                </a:r>
              </a:p>
              <a:p>
                <a:pPr lvl="1"/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/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𝑇𝑆</m:t>
                    </m:r>
                  </m:oMath>
                </a14:m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מקיימת את תכונת הזמן הליניארי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𝑃</m:t>
                    </m:r>
                  </m:oMath>
                </a14:m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תחת הנחת הוֹגְנוּת </a:t>
                </a:r>
                <a14:m>
                  <m:oMath xmlns:m="http://schemas.openxmlformats.org/officeDocument/2006/math">
                    <m:r>
                      <a:rPr lang="he-IL" i="1" dirty="0" smtClean="0">
                        <a:solidFill>
                          <a:srgbClr val="0000FF"/>
                        </a:solidFill>
                        <a:latin typeface="Cambria Math"/>
                      </a:rPr>
                      <m:t>ℱ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:</a:t>
                </a:r>
              </a:p>
              <a:p>
                <a:pPr lvl="0" algn="ctr">
                  <a:spcBef>
                    <a:spcPts val="2400"/>
                  </a:spcBef>
                  <a:spcAft>
                    <a:spcPts val="2400"/>
                  </a:spcAft>
                  <a:buClr>
                    <a:srgbClr val="D34817"/>
                  </a:buClr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prstClr val="black"/>
                        </a:solidFill>
                        <a:latin typeface="Cambria Math"/>
                      </a:rPr>
                      <m:t>𝑇𝑆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⊨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ℱ</m:t>
                        </m:r>
                      </m:sub>
                    </m:sSub>
                    <m:r>
                      <a:rPr lang="en-US" i="1" dirty="0" smtClean="0">
                        <a:solidFill>
                          <a:prstClr val="black"/>
                        </a:solidFill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solidFill>
                          <a:prstClr val="black"/>
                        </a:solidFill>
                        <a:latin typeface="Cambria Math"/>
                      </a:rPr>
                      <m:t>𝑃</m:t>
                    </m:r>
                  </m:oMath>
                </a14:m>
                <a:r>
                  <a:rPr lang="he-IL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      אם ורק אם  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𝐹𝑎𝑖𝑟𝑇𝑟𝑎𝑐𝑒𝑠</m:t>
                    </m:r>
                    <m:r>
                      <a:rPr lang="en-US" i="1" baseline="-25000" dirty="0" err="1" smtClean="0">
                        <a:solidFill>
                          <a:srgbClr val="FF0000"/>
                        </a:solidFill>
                        <a:latin typeface="Cambria Math"/>
                      </a:rPr>
                      <m:t>ℱ</m:t>
                    </m:r>
                    <m:r>
                      <a:rPr lang="en-US" i="1" baseline="-25000" dirty="0" smtClean="0">
                        <a:latin typeface="Cambria Math"/>
                      </a:rPr>
                      <m:t> </m:t>
                    </m:r>
                    <m:d>
                      <m:dPr>
                        <m:ctrlPr>
                          <a:rPr lang="en-US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𝑇𝑆</m:t>
                        </m:r>
                      </m:e>
                    </m:d>
                    <m:r>
                      <a:rPr lang="en-US" b="0" i="1" dirty="0" smtClean="0">
                        <a:solidFill>
                          <a:prstClr val="black"/>
                        </a:solidFill>
                        <a:latin typeface="Cambria Math"/>
                      </a:rPr>
                      <m:t>⊆</m:t>
                    </m:r>
                    <m:r>
                      <a:rPr lang="en-US" i="1" dirty="0" smtClean="0">
                        <a:solidFill>
                          <a:prstClr val="black"/>
                        </a:solidFill>
                        <a:latin typeface="Cambria Math"/>
                      </a:rPr>
                      <m:t>𝑃</m:t>
                    </m:r>
                  </m:oMath>
                </a14:m>
                <a:endParaRPr lang="he-IL">
                  <a:solidFill>
                    <a:prstClr val="black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buClr>
                    <a:srgbClr val="9B2D1F"/>
                  </a:buClr>
                </a:pPr>
                <a:r>
                  <a:rPr lang="he-IL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אם כל הריצות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הוֹגְנוֹת</a:t>
                </a:r>
                <a:r>
                  <a:rPr lang="he-IL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אז 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prstClr val="black"/>
                        </a:solidFill>
                        <a:latin typeface="Cambria Math"/>
                      </a:rPr>
                      <m:t>𝑇𝑆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⊨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ℱ</m:t>
                        </m:r>
                      </m:sub>
                    </m:sSub>
                    <m:r>
                      <a:rPr lang="en-US" i="1" dirty="0" smtClean="0">
                        <a:solidFill>
                          <a:prstClr val="black"/>
                        </a:solidFill>
                        <a:latin typeface="Cambria Math"/>
                      </a:rPr>
                      <m:t>𝑃</m:t>
                    </m:r>
                  </m:oMath>
                </a14:m>
                <a:r>
                  <a:rPr lang="he-IL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 אם ורק אם</a:t>
                </a:r>
                <a:r>
                  <a:rPr lang="en-US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prstClr val="black"/>
                        </a:solidFill>
                        <a:latin typeface="Cambria Math"/>
                      </a:rPr>
                      <m:t>𝑇𝑆</m:t>
                    </m:r>
                    <m:r>
                      <a:rPr lang="en-US" b="0" i="1" dirty="0" smtClean="0">
                        <a:solidFill>
                          <a:prstClr val="black"/>
                        </a:solidFill>
                        <a:latin typeface="Cambria Math"/>
                      </a:rPr>
                      <m:t>⊨</m:t>
                    </m:r>
                    <m:r>
                      <a:rPr lang="en-US" i="1" dirty="0" smtClean="0">
                        <a:solidFill>
                          <a:prstClr val="black"/>
                        </a:solidFill>
                        <a:latin typeface="Cambria Math"/>
                      </a:rPr>
                      <m:t>𝑃</m:t>
                    </m:r>
                  </m:oMath>
                </a14:m>
                <a:endParaRPr lang="he-IL">
                  <a:solidFill>
                    <a:prstClr val="black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buClr>
                    <a:srgbClr val="9B2D1F"/>
                  </a:buClr>
                </a:pPr>
                <a:r>
                  <a:rPr lang="he-IL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אם יש ריצה לא הוֹגֶנֶת אז יכול להיות</a:t>
                </a:r>
                <a:r>
                  <a:rPr lang="en-US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prstClr val="black"/>
                        </a:solidFill>
                        <a:latin typeface="Cambria Math"/>
                      </a:rPr>
                      <m:t>𝑇𝑆</m:t>
                    </m:r>
                    <m:sSub>
                      <m:sSubPr>
                        <m:ctrlPr>
                          <a:rPr lang="en-US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prstClr val="black"/>
                            </a:solidFill>
                            <a:latin typeface="Cambria Math"/>
                          </a:rPr>
                          <m:t>⊨</m:t>
                        </m:r>
                      </m:e>
                      <m:sub>
                        <m:r>
                          <a:rPr lang="en-US" i="1" dirty="0">
                            <a:solidFill>
                              <a:prstClr val="black"/>
                            </a:solidFill>
                            <a:latin typeface="Cambria Math"/>
                          </a:rPr>
                          <m:t>ℱ</m:t>
                        </m:r>
                      </m:sub>
                    </m:sSub>
                    <m:r>
                      <a:rPr lang="en-US" i="1" dirty="0">
                        <a:solidFill>
                          <a:prstClr val="black"/>
                        </a:solidFill>
                        <a:latin typeface="Cambria Math"/>
                      </a:rPr>
                      <m:t>𝑃</m:t>
                    </m:r>
                  </m:oMath>
                </a14:m>
                <a:r>
                  <a:rPr lang="he-IL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en-US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אבל לא</a:t>
                </a:r>
                <a:r>
                  <a:rPr lang="en-US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prstClr val="black"/>
                        </a:solidFill>
                        <a:latin typeface="Cambria Math"/>
                      </a:rPr>
                      <m:t>𝑇𝑆</m:t>
                    </m:r>
                    <m:r>
                      <a:rPr lang="en-US" i="1" dirty="0">
                        <a:solidFill>
                          <a:prstClr val="black"/>
                        </a:solidFill>
                        <a:latin typeface="Cambria Math"/>
                      </a:rPr>
                      <m:t>⊨</m:t>
                    </m:r>
                    <m:r>
                      <a:rPr lang="en-US" i="1" dirty="0">
                        <a:solidFill>
                          <a:prstClr val="black"/>
                        </a:solidFill>
                        <a:latin typeface="Cambria Math"/>
                      </a:rPr>
                      <m:t>𝑃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9125" y="1447800"/>
                <a:ext cx="8077200" cy="5105400"/>
              </a:xfrm>
              <a:blipFill>
                <a:blip r:embed="rId2"/>
                <a:stretch>
                  <a:fillRect t="-1075" r="-1132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698E808-6CD2-55DE-9F69-9A5F91BFCCF7}"/>
                  </a:ext>
                </a:extLst>
              </p14:cNvPr>
              <p14:cNvContentPartPr/>
              <p14:nvPr/>
            </p14:nvContentPartPr>
            <p14:xfrm>
              <a:off x="3412075" y="2686411"/>
              <a:ext cx="6120" cy="5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698E808-6CD2-55DE-9F69-9A5F91BFCCF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03075" y="2677771"/>
                <a:ext cx="23760" cy="23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dissolv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6415578" y="6037505"/>
            <a:ext cx="1509222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133850" y="6037505"/>
            <a:ext cx="1429789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758646" y="6037505"/>
            <a:ext cx="1155385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הוֹגְנוּת למניעה הדדית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87714" y="6858000"/>
            <a:ext cx="2476500" cy="476250"/>
          </a:xfrm>
        </p:spPr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43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5" name="Group 52"/>
          <p:cNvGrpSpPr/>
          <p:nvPr/>
        </p:nvGrpSpPr>
        <p:grpSpPr>
          <a:xfrm>
            <a:off x="1363748" y="1371600"/>
            <a:ext cx="6416504" cy="3810000"/>
            <a:chOff x="1127296" y="1371600"/>
            <a:chExt cx="7102308" cy="4361370"/>
          </a:xfrm>
        </p:grpSpPr>
        <p:grpSp>
          <p:nvGrpSpPr>
            <p:cNvPr id="6" name="Group 32"/>
            <p:cNvGrpSpPr/>
            <p:nvPr/>
          </p:nvGrpSpPr>
          <p:grpSpPr>
            <a:xfrm>
              <a:off x="1127296" y="1371600"/>
              <a:ext cx="7102308" cy="4361370"/>
              <a:chOff x="609600" y="1447800"/>
              <a:chExt cx="8001000" cy="4953000"/>
            </a:xfrm>
          </p:grpSpPr>
          <p:sp>
            <p:nvSpPr>
              <p:cNvPr id="7" name="Rounded Rectangle 6"/>
              <p:cNvSpPr/>
              <p:nvPr/>
            </p:nvSpPr>
            <p:spPr>
              <a:xfrm>
                <a:off x="3810000" y="16002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y=1</a:t>
                </a:r>
              </a:p>
            </p:txBody>
          </p:sp>
          <p:sp>
            <p:nvSpPr>
              <p:cNvPr id="8" name="Rounded Rectangle 7"/>
              <p:cNvSpPr/>
              <p:nvPr/>
            </p:nvSpPr>
            <p:spPr>
              <a:xfrm>
                <a:off x="2514600" y="29718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y=1</a:t>
                </a:r>
              </a:p>
            </p:txBody>
          </p:sp>
          <p:sp>
            <p:nvSpPr>
              <p:cNvPr id="9" name="Rounded Rectangle 8"/>
              <p:cNvSpPr/>
              <p:nvPr/>
            </p:nvSpPr>
            <p:spPr>
              <a:xfrm>
                <a:off x="5105400" y="29718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0070C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rgbClr val="0070C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y=1</a:t>
                </a:r>
              </a:p>
            </p:txBody>
          </p:sp>
          <p:sp>
            <p:nvSpPr>
              <p:cNvPr id="10" name="Rounded Rectangle 9"/>
              <p:cNvSpPr/>
              <p:nvPr/>
            </p:nvSpPr>
            <p:spPr>
              <a:xfrm>
                <a:off x="3771900" y="4419600"/>
                <a:ext cx="16002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y=1</a:t>
                </a:r>
              </a:p>
            </p:txBody>
          </p:sp>
          <p:sp>
            <p:nvSpPr>
              <p:cNvPr id="11" name="Rounded Rectangle 10"/>
              <p:cNvSpPr/>
              <p:nvPr/>
            </p:nvSpPr>
            <p:spPr>
              <a:xfrm>
                <a:off x="609600" y="44196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c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y=0</a:t>
                </a:r>
              </a:p>
            </p:txBody>
          </p:sp>
          <p:sp>
            <p:nvSpPr>
              <p:cNvPr id="12" name="Rounded Rectangle 11"/>
              <p:cNvSpPr/>
              <p:nvPr/>
            </p:nvSpPr>
            <p:spPr>
              <a:xfrm>
                <a:off x="7086600" y="44196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c</a:t>
                </a:r>
                <a:r>
                  <a:rPr lang="en-US" sz="1400" baseline="-250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y=0</a:t>
                </a:r>
              </a:p>
            </p:txBody>
          </p:sp>
          <p:sp>
            <p:nvSpPr>
              <p:cNvPr id="13" name="Rounded Rectangle 12"/>
              <p:cNvSpPr/>
              <p:nvPr/>
            </p:nvSpPr>
            <p:spPr>
              <a:xfrm>
                <a:off x="2057400" y="59436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c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y=0</a:t>
                </a:r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5791200" y="5943600"/>
                <a:ext cx="1524000" cy="457200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en-US" sz="1400" baseline="-25000">
                    <a:solidFill>
                      <a:schemeClr val="accent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en-US" sz="14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c</a:t>
                </a:r>
                <a:r>
                  <a:rPr lang="en-US" sz="1400" baseline="-250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, y=0</a:t>
                </a:r>
              </a:p>
            </p:txBody>
          </p:sp>
          <p:cxnSp>
            <p:nvCxnSpPr>
              <p:cNvPr id="15" name="Elbow Connector 14"/>
              <p:cNvCxnSpPr>
                <a:stCxn id="7" idx="0"/>
                <a:endCxn id="7" idx="0"/>
              </p:cNvCxnSpPr>
              <p:nvPr/>
            </p:nvCxnSpPr>
            <p:spPr>
              <a:xfrm rot="5400000" flipH="1" flipV="1">
                <a:off x="4572000" y="1600200"/>
                <a:ext cx="1588" cy="1588"/>
              </a:xfrm>
              <a:prstGeom prst="bentConnector3">
                <a:avLst>
                  <a:gd name="adj1" fmla="val 14395466"/>
                </a:avLst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6"/>
              <p:cNvCxnSpPr>
                <a:endCxn id="8" idx="0"/>
              </p:cNvCxnSpPr>
              <p:nvPr/>
            </p:nvCxnSpPr>
            <p:spPr>
              <a:xfrm rot="5400000">
                <a:off x="3124200" y="2209800"/>
                <a:ext cx="914400" cy="609600"/>
              </a:xfrm>
              <a:prstGeom prst="bentConnector3">
                <a:avLst>
                  <a:gd name="adj1" fmla="val 50000"/>
                </a:avLst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8"/>
              <p:cNvCxnSpPr>
                <a:endCxn id="9" idx="0"/>
              </p:cNvCxnSpPr>
              <p:nvPr/>
            </p:nvCxnSpPr>
            <p:spPr>
              <a:xfrm rot="16200000" flipH="1">
                <a:off x="5067300" y="2171700"/>
                <a:ext cx="914400" cy="685800"/>
              </a:xfrm>
              <a:prstGeom prst="bentConnector3">
                <a:avLst>
                  <a:gd name="adj1" fmla="val 50000"/>
                </a:avLst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20"/>
              <p:cNvCxnSpPr>
                <a:stCxn id="8" idx="1"/>
                <a:endCxn id="11" idx="0"/>
              </p:cNvCxnSpPr>
              <p:nvPr/>
            </p:nvCxnSpPr>
            <p:spPr>
              <a:xfrm rot="10800000" flipV="1">
                <a:off x="1371600" y="3200400"/>
                <a:ext cx="1143000" cy="1219200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22"/>
              <p:cNvCxnSpPr>
                <a:stCxn id="8" idx="2"/>
              </p:cNvCxnSpPr>
              <p:nvPr/>
            </p:nvCxnSpPr>
            <p:spPr>
              <a:xfrm rot="16200000" flipH="1">
                <a:off x="3124200" y="3581400"/>
                <a:ext cx="990600" cy="685800"/>
              </a:xfrm>
              <a:prstGeom prst="bentConnector3">
                <a:avLst>
                  <a:gd name="adj1" fmla="val 50000"/>
                </a:avLst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26"/>
              <p:cNvCxnSpPr>
                <a:stCxn id="10" idx="1"/>
                <a:endCxn id="13" idx="0"/>
              </p:cNvCxnSpPr>
              <p:nvPr/>
            </p:nvCxnSpPr>
            <p:spPr>
              <a:xfrm rot="10800000" flipV="1">
                <a:off x="2819400" y="4648200"/>
                <a:ext cx="952500" cy="1295400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Elbow Connector 20"/>
              <p:cNvCxnSpPr>
                <a:stCxn id="9" idx="2"/>
              </p:cNvCxnSpPr>
              <p:nvPr/>
            </p:nvCxnSpPr>
            <p:spPr>
              <a:xfrm rot="5400000">
                <a:off x="5029200" y="3581400"/>
                <a:ext cx="990600" cy="685800"/>
              </a:xfrm>
              <a:prstGeom prst="bentConnector3">
                <a:avLst>
                  <a:gd name="adj1" fmla="val 50000"/>
                </a:avLst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Elbow Connector 30"/>
              <p:cNvCxnSpPr>
                <a:stCxn id="9" idx="3"/>
                <a:endCxn id="12" idx="0"/>
              </p:cNvCxnSpPr>
              <p:nvPr/>
            </p:nvCxnSpPr>
            <p:spPr>
              <a:xfrm>
                <a:off x="6629400" y="3200400"/>
                <a:ext cx="1219200" cy="1219200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Elbow Connector 22"/>
              <p:cNvCxnSpPr>
                <a:stCxn id="11" idx="1"/>
                <a:endCxn id="7" idx="1"/>
              </p:cNvCxnSpPr>
              <p:nvPr/>
            </p:nvCxnSpPr>
            <p:spPr>
              <a:xfrm rot="10800000" flipH="1">
                <a:off x="609600" y="1828800"/>
                <a:ext cx="3200400" cy="2819400"/>
              </a:xfrm>
              <a:prstGeom prst="bentConnector3">
                <a:avLst>
                  <a:gd name="adj1" fmla="val -7143"/>
                </a:avLst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Elbow Connector 23"/>
              <p:cNvCxnSpPr>
                <a:stCxn id="12" idx="3"/>
                <a:endCxn id="7" idx="3"/>
              </p:cNvCxnSpPr>
              <p:nvPr/>
            </p:nvCxnSpPr>
            <p:spPr>
              <a:xfrm flipH="1" flipV="1">
                <a:off x="5334000" y="1828800"/>
                <a:ext cx="3276600" cy="2819400"/>
              </a:xfrm>
              <a:prstGeom prst="bentConnector3">
                <a:avLst>
                  <a:gd name="adj1" fmla="val -6977"/>
                </a:avLst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hape 24"/>
              <p:cNvCxnSpPr>
                <a:stCxn id="11" idx="2"/>
                <a:endCxn id="13" idx="1"/>
              </p:cNvCxnSpPr>
              <p:nvPr/>
            </p:nvCxnSpPr>
            <p:spPr>
              <a:xfrm rot="16200000" flipH="1">
                <a:off x="1066800" y="5181600"/>
                <a:ext cx="1295400" cy="685800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hape 25"/>
              <p:cNvCxnSpPr>
                <a:stCxn id="12" idx="2"/>
                <a:endCxn id="14" idx="3"/>
              </p:cNvCxnSpPr>
              <p:nvPr/>
            </p:nvCxnSpPr>
            <p:spPr>
              <a:xfrm rot="5400000">
                <a:off x="6934200" y="5257800"/>
                <a:ext cx="1295400" cy="533400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hape 26"/>
              <p:cNvCxnSpPr>
                <a:stCxn id="13" idx="3"/>
              </p:cNvCxnSpPr>
              <p:nvPr/>
            </p:nvCxnSpPr>
            <p:spPr>
              <a:xfrm flipV="1">
                <a:off x="3581400" y="3429000"/>
                <a:ext cx="2514600" cy="2743200"/>
              </a:xfrm>
              <a:prstGeom prst="curved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hape 27"/>
              <p:cNvCxnSpPr>
                <a:stCxn id="14" idx="1"/>
              </p:cNvCxnSpPr>
              <p:nvPr/>
            </p:nvCxnSpPr>
            <p:spPr>
              <a:xfrm rot="10800000">
                <a:off x="3048000" y="3429000"/>
                <a:ext cx="2743200" cy="2743200"/>
              </a:xfrm>
              <a:prstGeom prst="curved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9" name="TextBox 28"/>
              <p:cNvSpPr txBox="1"/>
              <p:nvPr/>
            </p:nvSpPr>
            <p:spPr>
              <a:xfrm>
                <a:off x="6226436" y="1447800"/>
                <a:ext cx="4791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err="1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rel</a:t>
                </a:r>
                <a:endParaRPr lang="en-US" sz="1400">
                  <a:solidFill>
                    <a:srgbClr val="2E14F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2752814" y="1447800"/>
                <a:ext cx="4791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err="1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rel</a:t>
                </a:r>
                <a:endPara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1259767" y="2852791"/>
                <a:ext cx="82416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enter</a:t>
                </a:r>
                <a:r>
                  <a:rPr lang="en-US" sz="1400" baseline="-25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6973145" y="2852791"/>
                <a:ext cx="82416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enter</a:t>
                </a:r>
                <a:r>
                  <a:rPr lang="en-US" sz="1400" baseline="-250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5346914" y="2160496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3122229" y="2160496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1981670" y="5275818"/>
                <a:ext cx="82416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enter</a:t>
                </a:r>
                <a:r>
                  <a:rPr lang="en-US" sz="1400" baseline="-25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7810118" y="5189282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718654" y="5189282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6538110" y="5275818"/>
                <a:ext cx="82416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enter</a:t>
                </a:r>
                <a:r>
                  <a:rPr lang="en-US" sz="1400" baseline="-250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3337381" y="3545084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2</a:t>
                </a: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5023392" y="3545084"/>
                <a:ext cx="63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req</a:t>
                </a:r>
                <a:r>
                  <a:rPr lang="en-US" sz="1400" baseline="-25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1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2634874" y="3891231"/>
                <a:ext cx="4791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err="1">
                    <a:solidFill>
                      <a:srgbClr val="2E14F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rel</a:t>
                </a:r>
                <a:endParaRPr lang="en-US" sz="1400">
                  <a:solidFill>
                    <a:srgbClr val="2E14F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5982710" y="3891231"/>
                <a:ext cx="4791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err="1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rel</a:t>
                </a:r>
                <a:endPara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p:grpSp>
        <p:cxnSp>
          <p:nvCxnSpPr>
            <p:cNvPr id="43" name="Straight Arrow Connector 26"/>
            <p:cNvCxnSpPr/>
            <p:nvPr/>
          </p:nvCxnSpPr>
          <p:spPr>
            <a:xfrm>
              <a:off x="5354861" y="4189716"/>
              <a:ext cx="1048436" cy="1140666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874370" y="5370682"/>
                <a:ext cx="8001000" cy="120462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 rtl="0"/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= </a:t>
                </a: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"כל תהליך נכנס לקטע הקריטי שלו לעיתים תכופות"</a:t>
                </a:r>
                <a:endParaRPr lang="en-US" sz="2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 rtl="0"/>
                <a:endParaRPr lang="en-US" sz="2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 rtl="0"/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sz="24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⊭</m:t>
                    </m:r>
                    <m:r>
                      <a:rPr lang="en-US" sz="24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𝑇𝑆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⊭</m:t>
                        </m:r>
                      </m:e>
                      <m:sub>
                        <m:sSup>
                          <m:sSupPr>
                            <m:ctrlPr>
                              <a:rPr lang="en-US" sz="24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ℱ</m:t>
                            </m:r>
                          </m:e>
                          <m:sup>
                            <m:r>
                              <a:rPr lang="en-US" sz="24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sz="24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𝑇𝑆</m:t>
                    </m:r>
                    <m:sSub>
                      <m:sSub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⊨</m:t>
                        </m:r>
                      </m:e>
                      <m:sub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ℱ</m:t>
                            </m:r>
                          </m:e>
                          <m:sup>
                            <m:r>
                              <a:rPr 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  <m:r>
                              <a:rPr lang="en-US" sz="24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sz="24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2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370" y="5370682"/>
                <a:ext cx="8001000" cy="1204625"/>
              </a:xfrm>
              <a:prstGeom prst="rect">
                <a:avLst/>
              </a:prstGeom>
              <a:blipFill>
                <a:blip r:embed="rId3"/>
                <a:stretch>
                  <a:fillRect t="-4545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dissolv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888" y="-76200"/>
            <a:ext cx="7772400" cy="1143000"/>
          </a:xfrm>
        </p:spPr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תוכן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3E17-0086-42D2-82FC-3171BCDB0996}" type="datetime8">
              <a:rPr lang="he-IL" smtClean="0"/>
              <a:pPr/>
              <a:t>17 אוקטובר 25</a:t>
            </a:fld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44</a:t>
            </a:fld>
            <a:endParaRPr lang="he-IL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587825366"/>
              </p:ext>
            </p:extLst>
          </p:nvPr>
        </p:nvGraphicFramePr>
        <p:xfrm>
          <a:off x="457200" y="1600200"/>
          <a:ext cx="830580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dissolv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057525" y="3524250"/>
            <a:ext cx="3200401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048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הוֹגְנוּת בת מימוש </a:t>
            </a:r>
            <a:b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(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Realizable Fairness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574344" y="2098344"/>
                <a:ext cx="8153400" cy="2209800"/>
              </a:xfrm>
            </p:spPr>
            <p:txBody>
              <a:bodyPr>
                <a:normAutofit/>
              </a:bodyPr>
              <a:lstStyle/>
              <a:p>
                <a:pPr algn="ctr">
                  <a:buNone/>
                </a:pP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	עבור מערכת מעברים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𝑇𝑆</m:t>
                    </m:r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והנחת הוֹגְנוּת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ℱ</m:t>
                    </m:r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,</a:t>
                </a:r>
              </a:p>
              <a:p>
                <a:pPr algn="ctr">
                  <a:buNone/>
                </a:pPr>
                <a:r>
                  <a:rPr lang="he-IL" sz="28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ℱ</m:t>
                    </m:r>
                  </m:oMath>
                </a14:m>
                <a:r>
                  <a:rPr lang="he-IL" sz="28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בת מימוש ב-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𝑇𝑆</m:t>
                    </m:r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אם לכל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𝑠</m:t>
                    </m:r>
                    <m:r>
                      <a:rPr lang="en-US" sz="2800" b="0" i="1" dirty="0" smtClean="0">
                        <a:latin typeface="Cambria Math"/>
                      </a:rPr>
                      <m:t>∈</m:t>
                    </m:r>
                    <m:r>
                      <a:rPr lang="en-US" sz="2800" i="1" dirty="0" smtClean="0">
                        <a:latin typeface="Cambria Math"/>
                      </a:rPr>
                      <m:t>𝑅𝑒𝑎𝑐</m:t>
                    </m:r>
                    <m:r>
                      <a:rPr lang="en-US" sz="2800" i="1" dirty="0" smtClean="0">
                        <a:latin typeface="Cambria Math"/>
                      </a:rPr>
                      <m:t>h</m:t>
                    </m:r>
                    <m:r>
                      <a:rPr lang="en-US" sz="2800" i="1" dirty="0" smtClean="0">
                        <a:latin typeface="Cambria Math"/>
                      </a:rPr>
                      <m:t>(</m:t>
                    </m:r>
                    <m:r>
                      <a:rPr lang="en-US" sz="2800" i="1" dirty="0" smtClean="0">
                        <a:latin typeface="Cambria Math"/>
                      </a:rPr>
                      <m:t>𝑇𝑆</m:t>
                    </m:r>
                    <m:r>
                      <a:rPr lang="en-US" sz="28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מתקיים:</a:t>
                </a:r>
              </a:p>
              <a:p>
                <a:pPr>
                  <a:buNone/>
                </a:pPr>
                <a:endParaRPr lang="he-IL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/>
                        </a:rPr>
                        <m:t>𝐹𝑎𝑖𝑟𝑃𝑎𝑡</m:t>
                      </m:r>
                      <m:r>
                        <a:rPr lang="en-US" sz="2800" i="1" dirty="0" smtClean="0">
                          <a:latin typeface="Cambria Math"/>
                        </a:rPr>
                        <m:t>h</m:t>
                      </m:r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dirty="0" smtClean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ℱ</m:t>
                          </m:r>
                        </m:sub>
                      </m:sSub>
                      <m:d>
                        <m:d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dirty="0" smtClean="0">
                              <a:latin typeface="Cambria Math"/>
                            </a:rPr>
                            <m:t>𝑠</m:t>
                          </m:r>
                        </m:e>
                      </m:d>
                      <m:r>
                        <a:rPr lang="en-US" sz="2800" b="0" i="1" dirty="0" smtClean="0">
                          <a:latin typeface="Cambria Math"/>
                        </a:rPr>
                        <m:t>≠ </m:t>
                      </m:r>
                      <m:r>
                        <a:rPr lang="en-US" sz="2800" b="0" i="1" dirty="0" smtClean="0">
                          <a:latin typeface="Cambria Math"/>
                        </a:rPr>
                        <m:t>∅</m:t>
                      </m:r>
                    </m:oMath>
                  </m:oMathPara>
                </a14:m>
                <a:endParaRPr lang="en-US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574344" y="2098344"/>
                <a:ext cx="8153400" cy="2209800"/>
              </a:xfrm>
              <a:blipFill>
                <a:blip r:embed="rId2"/>
                <a:stretch>
                  <a:fillRect t="-3030" r="-1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447800" y="4895671"/>
                <a:ext cx="6019800" cy="9541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he-IL" sz="2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במקרה כזה, כל מקטע ריצה התחלתי של 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𝑇𝑆</m:t>
                    </m:r>
                  </m:oMath>
                </a14:m>
                <a:r>
                  <a:rPr lang="he-IL" sz="2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ניתן להשלים לריצה הוֹגֶנֶת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4895671"/>
                <a:ext cx="6019800" cy="954107"/>
              </a:xfrm>
              <a:prstGeom prst="rect">
                <a:avLst/>
              </a:prstGeom>
              <a:blipFill>
                <a:blip r:embed="rId3"/>
                <a:stretch>
                  <a:fillRect l="-4146" t="-6289" r="-708" b="-15094"/>
                </a:stretch>
              </a:blipFill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dissolv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76200" y="2971799"/>
            <a:ext cx="8991600" cy="1453407"/>
          </a:xfrm>
          <a:prstGeom prst="rect">
            <a:avLst/>
          </a:prstGeom>
          <a:solidFill>
            <a:srgbClr val="579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46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1450602"/>
            <a:ext cx="8839200" cy="6096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ctr">
              <a:buNone/>
            </a:pPr>
            <a:r>
              <a:rPr lang="he-IL" sz="3200">
                <a:latin typeface="Gisha" panose="020B0502040204020203" pitchFamily="34" charset="-79"/>
                <a:cs typeface="Gisha" panose="020B0502040204020203" pitchFamily="34" charset="-79"/>
              </a:rPr>
              <a:t>האם תכונות בטיחות מושפעות מהנחות הוֹגְנוּת ?</a:t>
            </a:r>
            <a:endParaRPr lang="en-US" sz="3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1028" name="Picture 4" descr="Image result for is there a connec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6263" y="2971800"/>
            <a:ext cx="3810000" cy="1453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6667500" y="3282971"/>
            <a:ext cx="24002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e-IL" sz="4800">
                <a:solidFill>
                  <a:srgbClr val="D8FF7E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הוֹגְנוּת</a:t>
            </a:r>
            <a:endParaRPr lang="en-US" sz="4800">
              <a:solidFill>
                <a:srgbClr val="D8FF7E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200" y="3271503"/>
            <a:ext cx="27700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e-IL" sz="4800">
                <a:solidFill>
                  <a:srgbClr val="FFE45B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בטיחות</a:t>
            </a:r>
            <a:endParaRPr lang="en-US" sz="4800">
              <a:solidFill>
                <a:srgbClr val="FFE45B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1030" name="Picture 6" descr="Image result for ?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2972" y="4637310"/>
            <a:ext cx="17526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תכונות הַסֵּיפָא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47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613647" y="1371600"/>
                <a:ext cx="5791200" cy="1066800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he-IL" sz="26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אם מקטע ריצה אינסופי </a:t>
                </a:r>
                <a14:m>
                  <m:oMath xmlns:m="http://schemas.openxmlformats.org/officeDocument/2006/math">
                    <m:r>
                      <a:rPr lang="en-US" sz="2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he-IL" sz="26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הוא הוגן</a:t>
                </a:r>
              </a:p>
              <a:p>
                <a:pPr algn="ctr"/>
                <a:r>
                  <a:rPr lang="he-IL" sz="26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אז כל </a:t>
                </a:r>
                <a:r>
                  <a:rPr lang="he-IL" sz="2600" err="1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הסיפות</a:t>
                </a:r>
                <a:r>
                  <a:rPr lang="he-IL" sz="26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(</a:t>
                </a:r>
                <a:r>
                  <a:rPr lang="en-US" sz="26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suffixes</a:t>
                </a:r>
                <a:r>
                  <a:rPr lang="he-IL" sz="26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) שלו הוֹגְנוֹת</a:t>
                </a:r>
                <a:endParaRPr lang="en-US" sz="2600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647" y="1371600"/>
                <a:ext cx="5791200" cy="1066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613647" y="2895600"/>
                <a:ext cx="5791200" cy="1371600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he-IL" sz="26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אם מקטע ריצה אינסופי </a:t>
                </a:r>
                <a14:m>
                  <m:oMath xmlns:m="http://schemas.openxmlformats.org/officeDocument/2006/math">
                    <m:r>
                      <a:rPr lang="en-US" sz="2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he-IL" sz="26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הוא הוגן אז שרשור של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he-IL" sz="26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אחרי כל מקטע ריצה סופי ייתן ריצה הוֹגֶנֶת</a:t>
                </a:r>
                <a:endParaRPr lang="en-US" sz="2600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647" y="2895600"/>
                <a:ext cx="5791200" cy="13716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Left Brace 11"/>
          <p:cNvSpPr/>
          <p:nvPr/>
        </p:nvSpPr>
        <p:spPr>
          <a:xfrm rot="16200000" flipV="1">
            <a:off x="2489947" y="3912012"/>
            <a:ext cx="228600" cy="33528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3" name="Left Brace 12"/>
          <p:cNvSpPr/>
          <p:nvPr/>
        </p:nvSpPr>
        <p:spPr>
          <a:xfrm rot="16200000" flipV="1">
            <a:off x="6395198" y="3816762"/>
            <a:ext cx="190500" cy="350519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53262" y="5664612"/>
            <a:ext cx="29177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מקטע התחלתי כלשהו</a:t>
            </a:r>
            <a:endParaRPr lang="en-US" sz="2400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5545157" y="5588411"/>
                <a:ext cx="172867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המשך הוגן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sz="2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5157" y="5588411"/>
                <a:ext cx="1728679" cy="461665"/>
              </a:xfrm>
              <a:prstGeom prst="rect">
                <a:avLst/>
              </a:prstGeom>
              <a:blipFill>
                <a:blip r:embed="rId4"/>
                <a:stretch>
                  <a:fillRect t="-12000" r="-53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27847" y="4993467"/>
                <a:ext cx="7431393" cy="4806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groupCh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groupCh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   ⋯     </m:t>
                          </m:r>
                        </m:e>
                      </m:groupCh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groupCh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</m:sub>
                          </m:sSub>
                        </m:e>
                      </m:groupCh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groupCh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groupCh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     ⋯       </m:t>
                          </m:r>
                        </m:e>
                      </m:groupChr>
                    </m:oMath>
                  </m:oMathPara>
                </a14:m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847" y="4993467"/>
                <a:ext cx="7431393" cy="4806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dissolv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601099" y="3886200"/>
            <a:ext cx="5715000" cy="50380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הוֹגְנוּת בת מימוש ובטיחות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17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48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76200" y="2022156"/>
                <a:ext cx="8839200" cy="2702243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עבור מערכת מעברים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𝑇𝑆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תכונת בטיחות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𝑠𝑎𝑓𝑒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(מעל אותה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𝐴𝑃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) והנחת 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הוֹגְנוּת בת מימוש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ℱ</m:t>
                    </m:r>
                  </m:oMath>
                </a14:m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עבור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𝑇𝑆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>
                  <a:buNone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𝑠𝑎𝑓𝑒</m:t>
                        </m:r>
                      </m:sub>
                    </m:sSub>
                  </m:oMath>
                </a14:m>
                <a:r>
                  <a:rPr lang="he-IL" baseline="-25000">
                    <a:latin typeface="Gisha" panose="020B0502040204020203" pitchFamily="34" charset="-79"/>
                    <a:cs typeface="Gisha" panose="020B0502040204020203" pitchFamily="34" charset="-79"/>
                  </a:rPr>
                  <a:t>      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אם ורק אם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𝑇𝑆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⊨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ℱ</m:t>
                        </m:r>
                      </m:sub>
                    </m:sSub>
                    <m:sSub>
                      <m:sSubPr>
                        <m:ctrlPr>
                          <a:rPr lang="he-IL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𝑠𝑎𝑓𝑒</m:t>
                        </m:r>
                      </m:sub>
                    </m:sSub>
                  </m:oMath>
                </a14:m>
                <a:endParaRPr lang="en-US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76200" y="2022156"/>
                <a:ext cx="8839200" cy="2702243"/>
              </a:xfrm>
              <a:blipFill>
                <a:blip r:embed="rId2"/>
                <a:stretch>
                  <a:fillRect t="-2483" r="-11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381000" y="5529589"/>
            <a:ext cx="8226931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he-IL" sz="28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תכונות בטיחות לא מושפעות מהנחות הוֹגְנוּת בנות מימוש</a:t>
            </a:r>
            <a:endParaRPr lang="en-US" sz="2000">
              <a:solidFill>
                <a:srgbClr val="0000FF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8" name="Graphic 7" descr="Owl">
            <a:extLst>
              <a:ext uri="{FF2B5EF4-FFF2-40B4-BE49-F238E27FC236}">
                <a16:creationId xmlns:a16="http://schemas.microsoft.com/office/drawing/2014/main" id="{E7935948-61AA-692E-9E51-DCE067E7FF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3782027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9217006-713E-963C-6629-379E08C3C262}"/>
              </a:ext>
            </a:extLst>
          </p:cNvPr>
          <p:cNvSpPr txBox="1"/>
          <p:nvPr/>
        </p:nvSpPr>
        <p:spPr>
          <a:xfrm>
            <a:off x="238217" y="4680871"/>
            <a:ext cx="12442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200">
                <a:latin typeface="Gisha" panose="020B0502040204020203" pitchFamily="34" charset="-79"/>
                <a:cs typeface="Gisha" panose="020B0502040204020203" pitchFamily="34" charset="-79"/>
              </a:rPr>
              <a:t>הוכיחו טענה זאת</a:t>
            </a:r>
            <a:endParaRPr lang="en-US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p:transition>
    <p:dissolv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971800" y="2312634"/>
            <a:ext cx="3158489" cy="3483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הוֹגְנוּת בת מימוש ובטיחות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49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81000" y="1524000"/>
                <a:ext cx="8404412" cy="4876800"/>
              </a:xfrm>
            </p:spPr>
            <p:txBody>
              <a:bodyPr>
                <a:normAutofit/>
              </a:bodyPr>
              <a:lstStyle/>
              <a:p>
                <a:pPr marL="744538" indent="-744538">
                  <a:spcAft>
                    <a:spcPts val="1200"/>
                  </a:spcAft>
                  <a:buNone/>
                </a:pPr>
                <a:r>
                  <a:rPr lang="he-IL" sz="1800" u="sng">
                    <a:latin typeface="Gisha" panose="020B0502040204020203" pitchFamily="34" charset="-79"/>
                    <a:cs typeface="Gisha" panose="020B0502040204020203" pitchFamily="34" charset="-79"/>
                  </a:rPr>
                  <a:t>משפט</a:t>
                </a:r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: 	עבור מערכת מעברים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he-IL" sz="18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תכונת בטיחות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 (שתיהן מעל אותה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𝐴𝑃</m:t>
                    </m:r>
                  </m:oMath>
                </a14:m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) </a:t>
                </a:r>
                <a:br>
                  <a:rPr lang="en-US" sz="180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ו</a:t>
                </a:r>
                <a:r>
                  <a:rPr lang="he-IL" sz="1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הנחת הוֹגְנוּת בת מימוש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sz="18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 עבור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marL="744538" indent="-744538" algn="ctr">
                  <a:buNone/>
                </a:pP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  אם ורק אם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𝑇𝑆</m:t>
                    </m:r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⊨</m:t>
                        </m:r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ℱ</m:t>
                        </m:r>
                      </m:sub>
                    </m:sSub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he-IL" sz="1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3000"/>
                  </a:spcBef>
                  <a:buNone/>
                </a:pPr>
                <a:r>
                  <a:rPr lang="he-IL" sz="1800" u="sng">
                    <a:latin typeface="Gisha" panose="020B0502040204020203" pitchFamily="34" charset="-79"/>
                    <a:cs typeface="Gisha" panose="020B0502040204020203" pitchFamily="34" charset="-79"/>
                  </a:rPr>
                  <a:t>הוכחה</a:t>
                </a:r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: כיוון אחד טריוויאלי - אם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 אז ברור ש-</a:t>
                </a:r>
                <a:r>
                  <a:rPr lang="en-US" sz="18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𝑇𝑆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⊨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ℱ</m:t>
                        </m:r>
                      </m:sub>
                    </m:sSub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pPr marL="0" indent="0">
                  <a:buNone/>
                </a:pPr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בכיוון השני – </a:t>
                </a:r>
              </a:p>
              <a:p>
                <a:pPr marL="274320" lvl="1" indent="0" algn="r">
                  <a:lnSpc>
                    <a:spcPct val="150000"/>
                  </a:lnSpc>
                  <a:buNone/>
                </a:pPr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אם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⊭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br>
                  <a:rPr lang="en-US" sz="180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אז קיימת ריצה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 שאיננה מקיימת את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 sz="1800" b="0">
                    <a:latin typeface="Gisha" panose="020B0502040204020203" pitchFamily="34" charset="-79"/>
                    <a:cs typeface="Gisha" panose="020B0502040204020203" pitchFamily="34" charset="-79"/>
                  </a:rPr>
                  <a:t>.</a:t>
                </a:r>
                <a:br>
                  <a:rPr lang="en-US" sz="1800" b="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1800" b="0">
                    <a:latin typeface="Gisha" panose="020B0502040204020203" pitchFamily="34" charset="-79"/>
                    <a:cs typeface="Gisha" panose="020B0502040204020203" pitchFamily="34" charset="-79"/>
                  </a:rPr>
                  <a:t>בגלל ש-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18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תכונת בטיחות</a:t>
                </a:r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, יש ל-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 רישא שרצף העקבות שלה הוא רישא רעה של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. </a:t>
                </a:r>
                <a:br>
                  <a:rPr lang="en-US" sz="180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כיוון </a:t>
                </a:r>
                <a:r>
                  <a:rPr lang="he-IL" sz="1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שהנחת ההוגנות בת-מימוש</a:t>
                </a:r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, ניתן להמשיך את הרישא הזאת לריצה הוגנת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. </a:t>
                </a:r>
                <a:br>
                  <a:rPr lang="en-US" sz="180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כיוון של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800">
                    <a:latin typeface="Gisha" panose="020B0502040204020203" pitchFamily="34" charset="-79"/>
                    <a:cs typeface="Gisha" panose="020B0502040204020203" pitchFamily="34" charset="-79"/>
                  </a:rPr>
                  <a:t>-</a:t>
                </a:r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 יש רישא רעה, רצף העקבות שלה איננו מקיים את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 ולכן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⊭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.</a:t>
                </a:r>
              </a:p>
              <a:p>
                <a:pPr>
                  <a:buNone/>
                </a:pPr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81000" y="1524000"/>
                <a:ext cx="8404412" cy="4876800"/>
              </a:xfrm>
              <a:blipFill>
                <a:blip r:embed="rId2"/>
                <a:stretch>
                  <a:fillRect t="-625" r="-1089" b="-8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1824723"/>
      </p:ext>
    </p:extLst>
  </p:cSld>
  <p:clrMapOvr>
    <a:masterClrMapping/>
  </p:clrMapOvr>
  <p:transition>
    <p:dissolv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/>
          <p:cNvSpPr/>
          <p:nvPr/>
        </p:nvSpPr>
        <p:spPr>
          <a:xfrm>
            <a:off x="762000" y="5902988"/>
            <a:ext cx="7711440" cy="3657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762000" y="5296973"/>
            <a:ext cx="7711440" cy="3657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2669" y="228600"/>
            <a:ext cx="8643269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הנחות הוֹגְנוּת שאינן בנות מימוש</a:t>
            </a:r>
            <a:b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עלולות לפגוע גם בתכונות בטיחות!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17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50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33400" y="4016276"/>
                <a:ext cx="8001000" cy="228492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תכונה:                           "אף פעם לא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𝑝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"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𝑃</m:t>
                    </m:r>
                  </m:oMath>
                </a14:m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 =</a:t>
                </a:r>
              </a:p>
              <a:p>
                <a:pPr algn="ctr"/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/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הנחת הוֹגְנוּת בלתי מותנית:	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en-US" sz="20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000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dirty="0" smtClean="0">
                                    <a:solidFill>
                                      <a:srgbClr val="0000FF"/>
                                    </a:solidFill>
                                    <a:latin typeface="Cambria Math"/>
                                  </a:rPr>
                                  <m:t>𝛼</m:t>
                                </m:r>
                              </m:e>
                            </m:d>
                          </m:e>
                        </m:d>
                        <m:r>
                          <a:rPr lang="en-US" sz="2000" i="1" dirty="0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2000" i="1" dirty="0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∅</m:t>
                        </m:r>
                        <m:r>
                          <a:rPr lang="en-US" sz="2000" b="0" i="1" dirty="0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2000" b="0" i="1" dirty="0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∅</m:t>
                        </m:r>
                      </m:e>
                    </m:d>
                  </m:oMath>
                </a14:m>
                <a:endParaRPr lang="he-IL" sz="2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/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/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הנחה זו אינה בת מימוש כיוון שהמצב הימני </a:t>
                </a:r>
                <a:r>
                  <a:rPr lang="he-IL" sz="2000" b="1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נגיש</a:t>
                </a:r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אבל </a:t>
                </a:r>
                <a:r>
                  <a:rPr lang="he-IL" sz="2000" b="1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חסר ריצות הוֹגְנוֹת</a:t>
                </a:r>
                <a:endParaRPr lang="en-US" sz="2000" b="1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/>
                <a:endParaRPr lang="en-US" sz="2000">
                  <a:solidFill>
                    <a:srgbClr val="2E14F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𝑇𝑆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⊨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ℱ</m:t>
                        </m:r>
                      </m:sub>
                    </m:sSub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𝑃</m:t>
                    </m:r>
                  </m:oMath>
                </a14:m>
                <a:r>
                  <a:rPr lang="en-US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      אבל        </a:t>
                </a:r>
                <a:r>
                  <a:rPr lang="en-US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𝑇𝑆</m:t>
                    </m:r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⊭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𝑃</m:t>
                    </m:r>
                  </m:oMath>
                </a14:m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4016276"/>
                <a:ext cx="8001000" cy="2284921"/>
              </a:xfrm>
              <a:prstGeom prst="rect">
                <a:avLst/>
              </a:prstGeom>
              <a:blipFill>
                <a:blip r:embed="rId2"/>
                <a:stretch>
                  <a:fillRect t="-1600" b="-37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43"/>
          <p:cNvGrpSpPr/>
          <p:nvPr/>
        </p:nvGrpSpPr>
        <p:grpSpPr>
          <a:xfrm>
            <a:off x="3060092" y="2438400"/>
            <a:ext cx="3709370" cy="1549182"/>
            <a:chOff x="2718671" y="2590800"/>
            <a:chExt cx="3709370" cy="1549182"/>
          </a:xfrm>
        </p:grpSpPr>
        <p:sp>
          <p:nvSpPr>
            <p:cNvPr id="6" name="Rectangle 5"/>
            <p:cNvSpPr/>
            <p:nvPr/>
          </p:nvSpPr>
          <p:spPr>
            <a:xfrm>
              <a:off x="2971800" y="2667000"/>
              <a:ext cx="838200" cy="609600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cmsy1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5181600" y="2667000"/>
              <a:ext cx="838200" cy="609600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cmmi10"/>
              </a:endParaRP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>
              <a:off x="3810000" y="2971800"/>
              <a:ext cx="1371600" cy="158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Elbow Connector 11"/>
            <p:cNvCxnSpPr/>
            <p:nvPr/>
          </p:nvCxnSpPr>
          <p:spPr>
            <a:xfrm rot="5400000" flipH="1" flipV="1">
              <a:off x="3390900" y="2667000"/>
              <a:ext cx="1588" cy="1588"/>
            </a:xfrm>
            <a:prstGeom prst="bentConnector3">
              <a:avLst>
                <a:gd name="adj1" fmla="val 25336028"/>
              </a:avLst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Shape 15"/>
            <p:cNvCxnSpPr/>
            <p:nvPr/>
          </p:nvCxnSpPr>
          <p:spPr>
            <a:xfrm rot="5400000" flipH="1" flipV="1">
              <a:off x="5657850" y="2914650"/>
              <a:ext cx="304800" cy="419100"/>
            </a:xfrm>
            <a:prstGeom prst="bentConnector4">
              <a:avLst>
                <a:gd name="adj1" fmla="val -160471"/>
                <a:gd name="adj2" fmla="val 215636"/>
              </a:avLst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Shape 26"/>
            <p:cNvCxnSpPr/>
            <p:nvPr/>
          </p:nvCxnSpPr>
          <p:spPr>
            <a:xfrm rot="5400000" flipH="1">
              <a:off x="3028950" y="2914650"/>
              <a:ext cx="304800" cy="419100"/>
            </a:xfrm>
            <a:prstGeom prst="bentConnector4">
              <a:avLst>
                <a:gd name="adj1" fmla="val -142647"/>
                <a:gd name="adj2" fmla="val 213454"/>
              </a:avLst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ctangle 37"/>
                <p:cNvSpPr/>
                <p:nvPr/>
              </p:nvSpPr>
              <p:spPr>
                <a:xfrm>
                  <a:off x="2718671" y="3695744"/>
                  <a:ext cx="23596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8" name="Rectangle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8671" y="3695744"/>
                  <a:ext cx="235962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2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3619500" y="3234760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∅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9500" y="3234760"/>
                  <a:ext cx="381000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6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5285041" y="3234760"/>
                  <a:ext cx="1143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{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en-US">
                    <a:latin typeface="cmsy10"/>
                  </a:endParaRPr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5041" y="3234760"/>
                  <a:ext cx="1143000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ctangle 42"/>
                <p:cNvSpPr/>
                <p:nvPr/>
              </p:nvSpPr>
              <p:spPr>
                <a:xfrm>
                  <a:off x="4304926" y="2590800"/>
                  <a:ext cx="39523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>
                    <a:latin typeface="cmmi10"/>
                  </a:endParaRPr>
                </a:p>
              </p:txBody>
            </p:sp>
          </mc:Choice>
          <mc:Fallback xmlns="">
            <p:sp>
              <p:nvSpPr>
                <p:cNvPr id="43" name="Rectangle 4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4926" y="2590800"/>
                  <a:ext cx="395236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/>
                <p:cNvSpPr/>
                <p:nvPr/>
              </p:nvSpPr>
              <p:spPr>
                <a:xfrm>
                  <a:off x="5906979" y="3770650"/>
                  <a:ext cx="39523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>
                    <a:latin typeface="cmmi10"/>
                  </a:endParaRPr>
                </a:p>
              </p:txBody>
            </p:sp>
          </mc:Choice>
          <mc:Fallback xmlns="">
            <p:sp>
              <p:nvSpPr>
                <p:cNvPr id="20" name="Rectangle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6979" y="3770650"/>
                  <a:ext cx="395236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ransition>
    <p:dissolv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סיכום נושא הוֹגְנוּת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51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81000" y="1295400"/>
                <a:ext cx="8382000" cy="5029200"/>
              </a:xfrm>
            </p:spPr>
            <p:txBody>
              <a:bodyPr>
                <a:normAutofit/>
              </a:bodyPr>
              <a:lstStyle/>
              <a:p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אילוצי הוֹגְנוּת פוסלים ריצות לא מציאותיות</a:t>
                </a:r>
              </a:p>
              <a:p>
                <a:pPr lvl="1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כלומר: מגבילות את רצפי הפעולות שיכולים לקרות</a:t>
                </a:r>
              </a:p>
              <a:p>
                <a:pPr lvl="1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נחוצות לאימות תכונות חַיּוּת</a:t>
                </a:r>
              </a:p>
              <a:p>
                <a:pPr lvl="1"/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אילוצי הוֹגְנוּת בלתי מותנית, חזקה וחלשה</a:t>
                </a:r>
              </a:p>
              <a:p>
                <a:pPr lvl="1"/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הוֹגְנוּת בלתי מותנית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⇐</m:t>
                    </m:r>
                  </m:oMath>
                </a14:m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הוֹגְנוּת חזקה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⇐</m:t>
                    </m:r>
                  </m:oMath>
                </a14:m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הוֹגְנוּת חלשה</a:t>
                </a:r>
              </a:p>
              <a:p>
                <a:pPr lvl="1"/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הנחות הוֹגְנוּת מאפשרות הגדרת אילוצים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על פעולות שונות</a:t>
                </a:r>
              </a:p>
              <a:p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תכונות הוֹגְנוּת בנות מימוש 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אינן נוגעות לתכונות בטיחות</a:t>
                </a:r>
                <a:endParaRPr lang="en-US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81000" y="1295400"/>
                <a:ext cx="8382000" cy="5029200"/>
              </a:xfrm>
              <a:blipFill>
                <a:blip r:embed="rId2"/>
                <a:stretch>
                  <a:fillRect t="-1333" r="-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dissolv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ADMINISTRATOR@3HZWZZR6INUPNVTI" val="3557"/>
  <p:tag name="FIRSTGERAW@YFUXXLKFUVWYY57I" val="3555"/>
  <p:tag name="DEFAULTDISPLAYSOURCE" val="\documentclass{article}\pagestyle{empty}&#10;&#10;\begin{document}&#10;&#10;\end{document}&#10;"/>
  <p:tag name="EMBEDFONTS" val="1"/>
  <p:tag name="FIRSTUSER@YFBVXUQFUVWYY57I" val="3590"/>
  <p:tag name="FIRSTGERAW@QQDGEKMFUVWYY57I" val="3978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1937</TotalTime>
  <Words>3442</Words>
  <Application>Microsoft Office PowerPoint</Application>
  <PresentationFormat>On-screen Show (4:3)</PresentationFormat>
  <Paragraphs>751</Paragraphs>
  <Slides>51</Slides>
  <Notes>2</Notes>
  <HiddenSlides>8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3" baseType="lpstr">
      <vt:lpstr>Aharoni</vt:lpstr>
      <vt:lpstr>Calibri</vt:lpstr>
      <vt:lpstr>Cambria Math</vt:lpstr>
      <vt:lpstr>cmmi10</vt:lpstr>
      <vt:lpstr>cmr10</vt:lpstr>
      <vt:lpstr>cmsy10</vt:lpstr>
      <vt:lpstr>Consolas</vt:lpstr>
      <vt:lpstr>Franklin Gothic Book</vt:lpstr>
      <vt:lpstr>Gisha</vt:lpstr>
      <vt:lpstr>Perpetua</vt:lpstr>
      <vt:lpstr>Wingdings 2</vt:lpstr>
      <vt:lpstr>Equity</vt:lpstr>
      <vt:lpstr>הוֹגְנוּת (Fairness)</vt:lpstr>
      <vt:lpstr>תוכן</vt:lpstr>
      <vt:lpstr>דוגמה לצורך בהנחות הוֹגְנוּת</vt:lpstr>
      <vt:lpstr>חוסר הוֹגְנוּת</vt:lpstr>
      <vt:lpstr>דוגמה: האם התוכנית תמיד עוצרת?</vt:lpstr>
      <vt:lpstr>דוגמא: שני רמזורים בלתי תלויים</vt:lpstr>
      <vt:lpstr>המשך הדוגמה...</vt:lpstr>
      <vt:lpstr>דוגמה: האם התוכנית עוצרת?</vt:lpstr>
      <vt:lpstr>מהי הוֹגְנוּת?</vt:lpstr>
      <vt:lpstr>למה הוֹגְנוּת?</vt:lpstr>
      <vt:lpstr>דוגמה שכבר ראינו: מניעה הדדית מבוססת אַתָּת (semaphore)</vt:lpstr>
      <vt:lpstr>דוגמה: מערכת המעברים למניעה ההדדית</vt:lpstr>
      <vt:lpstr>הרעבת תהליך 2</vt:lpstr>
      <vt:lpstr>הרעבת תהליך 2</vt:lpstr>
      <vt:lpstr>הוֹגְנוּת</vt:lpstr>
      <vt:lpstr>תוכן</vt:lpstr>
      <vt:lpstr>אילוצי הוֹגְנוּת Fairness Constraints</vt:lpstr>
      <vt:lpstr>אילוצי הוֹגְנוּת Fairness Constraints</vt:lpstr>
      <vt:lpstr>אילוצי הוֹגְנוּת Fairness Constraints</vt:lpstr>
      <vt:lpstr>סוגים שונים של אילוצי הוֹגְנוּת</vt:lpstr>
      <vt:lpstr>סוגים שונים של אילוצי הוֹגְנוּת</vt:lpstr>
      <vt:lpstr>יחסים בין אילוצי הוֹגְנוּת על ריצה</vt:lpstr>
      <vt:lpstr>דוגמאות לריצות בלתי הוֹגְנוּת</vt:lpstr>
      <vt:lpstr>דוגמאות לריצות בלתי הוֹגְנוּת</vt:lpstr>
      <vt:lpstr>דוגמאות לריצות בלתי הוֹגְנוּת</vt:lpstr>
      <vt:lpstr>באיזה מושג הוֹגְנוּת להשתמש?</vt:lpstr>
      <vt:lpstr>תוכן</vt:lpstr>
      <vt:lpstr>הנחות הוֹגְנוּת </vt:lpstr>
      <vt:lpstr>הגדרה: הנחות הוֹגְנוּת</vt:lpstr>
      <vt:lpstr>הגדרה: הנחות הוֹגְנוּת</vt:lpstr>
      <vt:lpstr>הגדרה: הנחות הוֹגְנוּת</vt:lpstr>
      <vt:lpstr>הגדרה: הנחות הוֹגְנוּת</vt:lpstr>
      <vt:lpstr>דוגמה: ריצה לא הוגנת</vt:lpstr>
      <vt:lpstr>דוגמה להנחת הוֹגְנוּת</vt:lpstr>
      <vt:lpstr>דוגמה להנחת הוֹגְנוּת</vt:lpstr>
      <vt:lpstr>הוֹגְנוּת למניעת הרעבה</vt:lpstr>
      <vt:lpstr>הוֹגְנוּת למניעת הרעבה</vt:lpstr>
      <vt:lpstr>הוֹגְנוּת למניעת הרעבה</vt:lpstr>
      <vt:lpstr>הוֹגְנוּת למניעת הרעבה</vt:lpstr>
      <vt:lpstr>הוֹגְנוּת למניעת הרעבה</vt:lpstr>
      <vt:lpstr>הגדרות: מסלולים ועקבות הוגנים</vt:lpstr>
      <vt:lpstr>הגדרה: קיום תכונה תחת הנחות הוֹגְנוּת</vt:lpstr>
      <vt:lpstr>הוֹגְנוּת למניעה הדדית</vt:lpstr>
      <vt:lpstr>תוכן</vt:lpstr>
      <vt:lpstr>הוֹגְנוּת בת מימוש  (Realizable Fairness)</vt:lpstr>
      <vt:lpstr>PowerPoint Presentation</vt:lpstr>
      <vt:lpstr>תכונות הַסֵּיפָא</vt:lpstr>
      <vt:lpstr>הוֹגְנוּת בת מימוש ובטיחות</vt:lpstr>
      <vt:lpstr>הוֹגְנוּת בת מימוש ובטיחות</vt:lpstr>
      <vt:lpstr>הנחות הוֹגְנוּת שאינן בנות מימוש עלולות לפגוע גם בתכונות בטיחות!</vt:lpstr>
      <vt:lpstr>סיכום נושא הוֹגְנוּת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מקביליות</dc:title>
  <dc:creator>John Doil</dc:creator>
  <cp:lastModifiedBy>Gera Weiss</cp:lastModifiedBy>
  <cp:revision>2</cp:revision>
  <dcterms:created xsi:type="dcterms:W3CDTF">2009-09-27T20:49:26Z</dcterms:created>
  <dcterms:modified xsi:type="dcterms:W3CDTF">2025-10-18T14:12:50Z</dcterms:modified>
</cp:coreProperties>
</file>