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708" r:id="rId1"/>
  </p:sldMasterIdLst>
  <p:notesMasterIdLst>
    <p:notesMasterId r:id="rId64"/>
  </p:notesMasterIdLst>
  <p:handoutMasterIdLst>
    <p:handoutMasterId r:id="rId65"/>
  </p:handoutMasterIdLst>
  <p:sldIdLst>
    <p:sldId id="256" r:id="rId2"/>
    <p:sldId id="375" r:id="rId3"/>
    <p:sldId id="327" r:id="rId4"/>
    <p:sldId id="388" r:id="rId5"/>
    <p:sldId id="293" r:id="rId6"/>
    <p:sldId id="400" r:id="rId7"/>
    <p:sldId id="333" r:id="rId8"/>
    <p:sldId id="349" r:id="rId9"/>
    <p:sldId id="334" r:id="rId10"/>
    <p:sldId id="366" r:id="rId11"/>
    <p:sldId id="367" r:id="rId12"/>
    <p:sldId id="382" r:id="rId13"/>
    <p:sldId id="383" r:id="rId14"/>
    <p:sldId id="414" r:id="rId15"/>
    <p:sldId id="332" r:id="rId16"/>
    <p:sldId id="336" r:id="rId17"/>
    <p:sldId id="365" r:id="rId18"/>
    <p:sldId id="369" r:id="rId19"/>
    <p:sldId id="335" r:id="rId20"/>
    <p:sldId id="337" r:id="rId21"/>
    <p:sldId id="410" r:id="rId22"/>
    <p:sldId id="390" r:id="rId23"/>
    <p:sldId id="398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39" r:id="rId32"/>
    <p:sldId id="379" r:id="rId33"/>
    <p:sldId id="338" r:id="rId34"/>
    <p:sldId id="340" r:id="rId35"/>
    <p:sldId id="341" r:id="rId36"/>
    <p:sldId id="342" r:id="rId37"/>
    <p:sldId id="413" r:id="rId38"/>
    <p:sldId id="343" r:id="rId39"/>
    <p:sldId id="370" r:id="rId40"/>
    <p:sldId id="371" r:id="rId41"/>
    <p:sldId id="373" r:id="rId42"/>
    <p:sldId id="374" r:id="rId43"/>
    <p:sldId id="345" r:id="rId44"/>
    <p:sldId id="376" r:id="rId45"/>
    <p:sldId id="346" r:id="rId46"/>
    <p:sldId id="377" r:id="rId47"/>
    <p:sldId id="406" r:id="rId48"/>
    <p:sldId id="347" r:id="rId49"/>
    <p:sldId id="348" r:id="rId50"/>
    <p:sldId id="350" r:id="rId51"/>
    <p:sldId id="378" r:id="rId52"/>
    <p:sldId id="380" r:id="rId53"/>
    <p:sldId id="353" r:id="rId54"/>
    <p:sldId id="404" r:id="rId55"/>
    <p:sldId id="355" r:id="rId56"/>
    <p:sldId id="356" r:id="rId57"/>
    <p:sldId id="416" r:id="rId58"/>
    <p:sldId id="357" r:id="rId59"/>
    <p:sldId id="359" r:id="rId60"/>
    <p:sldId id="360" r:id="rId61"/>
    <p:sldId id="361" r:id="rId62"/>
    <p:sldId id="363" r:id="rId63"/>
  </p:sldIdLst>
  <p:sldSz cx="9144000" cy="6858000" type="screen4x3"/>
  <p:notesSz cx="6858000" cy="9144000"/>
  <p:embeddedFontLst>
    <p:embeddedFont>
      <p:font typeface="Aharoni" panose="02010803020104030203" pitchFamily="2" charset="-79"/>
      <p:bold r:id="rId66"/>
    </p:embeddedFont>
    <p:embeddedFont>
      <p:font typeface="Aldhabi" panose="01000000000000000000" pitchFamily="2" charset="-78"/>
      <p:regular r:id="rId67"/>
    </p:embeddedFont>
    <p:embeddedFont>
      <p:font typeface="Arial Rounded MT Bold" panose="020F0704030504030204" pitchFamily="34" charset="0"/>
      <p:regular r:id="rId68"/>
    </p:embeddedFont>
    <p:embeddedFont>
      <p:font typeface="Cambria Math" panose="02040503050406030204" pitchFamily="18" charset="0"/>
      <p:regular r:id="rId69"/>
    </p:embeddedFont>
    <p:embeddedFont>
      <p:font typeface="cmmi10" panose="020B0500000000000000" pitchFamily="34" charset="0"/>
      <p:regular r:id="rId70"/>
    </p:embeddedFont>
    <p:embeddedFont>
      <p:font typeface="cmr10" panose="020B0500000000000000" pitchFamily="34" charset="0"/>
      <p:regular r:id="rId71"/>
    </p:embeddedFont>
    <p:embeddedFont>
      <p:font typeface="cmsy10" panose="020B0500000000000000" pitchFamily="34" charset="0"/>
      <p:regular r:id="rId72"/>
    </p:embeddedFont>
    <p:embeddedFont>
      <p:font typeface="Franklin Gothic Book" panose="020B0503020102020204" pitchFamily="34" charset="0"/>
      <p:regular r:id="rId73"/>
      <p:italic r:id="rId74"/>
    </p:embeddedFont>
    <p:embeddedFont>
      <p:font typeface="Gisha" panose="020B0502040204020203" pitchFamily="34" charset="-79"/>
      <p:regular r:id="rId75"/>
      <p:bold r:id="rId76"/>
    </p:embeddedFont>
    <p:embeddedFont>
      <p:font typeface="msam10" panose="020B0500000000000000" pitchFamily="34" charset="0"/>
      <p:regular r:id="rId77"/>
    </p:embeddedFont>
    <p:embeddedFont>
      <p:font typeface="msbm10" panose="020B0500000000000000" pitchFamily="34" charset="0"/>
      <p:regular r:id="rId78"/>
    </p:embeddedFont>
    <p:embeddedFont>
      <p:font typeface="Perpetua" panose="02020502060401020303" pitchFamily="18" charset="0"/>
      <p:regular r:id="rId79"/>
      <p:bold r:id="rId80"/>
      <p:italic r:id="rId81"/>
      <p:boldItalic r:id="rId82"/>
    </p:embeddedFont>
    <p:embeddedFont>
      <p:font typeface="Times" panose="02020603050405020304" pitchFamily="18" charset="0"/>
      <p:regular r:id="rId83"/>
      <p:bold r:id="rId84"/>
      <p:italic r:id="rId85"/>
      <p:boldItalic r:id="rId86"/>
    </p:embeddedFont>
    <p:embeddedFont>
      <p:font typeface="Wingdings 2" panose="05020102010507070707" pitchFamily="18" charset="2"/>
      <p:regular r:id="rId87"/>
    </p:embeddedFont>
  </p:embeddedFontLst>
  <p:custDataLst>
    <p:tags r:id="rId88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era Weiss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7B0FF"/>
    <a:srgbClr val="0000FF"/>
    <a:srgbClr val="0066CC"/>
    <a:srgbClr val="FFFF99"/>
    <a:srgbClr val="A4A000"/>
    <a:srgbClr val="0033CC"/>
    <a:srgbClr val="D7D200"/>
    <a:srgbClr val="336600"/>
    <a:srgbClr val="055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66DEA-60B2-4960-8842-19E14B514127}" v="12" dt="2025-07-27T10:48:52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48" d="100"/>
          <a:sy n="148" d="100"/>
        </p:scale>
        <p:origin x="207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84" Type="http://schemas.openxmlformats.org/officeDocument/2006/relationships/font" Target="fonts/font19.fntdata"/><Relationship Id="rId89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font" Target="fonts/font20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88" Type="http://schemas.openxmlformats.org/officeDocument/2006/relationships/tags" Target="tags/tag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font" Target="fonts/font21.fntdata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.fntdata"/><Relationship Id="rId87" Type="http://schemas.openxmlformats.org/officeDocument/2006/relationships/font" Target="fonts/font22.fntdata"/><Relationship Id="rId61" Type="http://schemas.openxmlformats.org/officeDocument/2006/relationships/slide" Target="slides/slide60.xml"/><Relationship Id="rId82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3DD90590-925B-4383-B9CE-3E0B0AC19A3C}"/>
    <pc:docChg chg="undo custSel addSld delSld modSld sldOrd">
      <pc:chgData name="Gera Weiss" userId="f0aa0173-552d-4808-9782-d425e6aaf8d9" providerId="ADAL" clId="{3DD90590-925B-4383-B9CE-3E0B0AC19A3C}" dt="2025-06-11T08:53:18.951" v="512"/>
      <pc:docMkLst>
        <pc:docMk/>
      </pc:docMkLst>
      <pc:sldChg chg="addSp modSp mod">
        <pc:chgData name="Gera Weiss" userId="f0aa0173-552d-4808-9782-d425e6aaf8d9" providerId="ADAL" clId="{3DD90590-925B-4383-B9CE-3E0B0AC19A3C}" dt="2025-06-09T08:57:54.063" v="66" actId="1076"/>
        <pc:sldMkLst>
          <pc:docMk/>
          <pc:sldMk cId="0" sldId="256"/>
        </pc:sldMkLst>
        <pc:spChg chg="add mod">
          <ac:chgData name="Gera Weiss" userId="f0aa0173-552d-4808-9782-d425e6aaf8d9" providerId="ADAL" clId="{3DD90590-925B-4383-B9CE-3E0B0AC19A3C}" dt="2025-06-09T08:57:54.063" v="66" actId="1076"/>
          <ac:spMkLst>
            <pc:docMk/>
            <pc:sldMk cId="0" sldId="256"/>
            <ac:spMk id="5" creationId="{1CD9321E-ABCD-44A3-E807-58B2F950D9A2}"/>
          </ac:spMkLst>
        </pc:spChg>
      </pc:sldChg>
      <pc:sldChg chg="modSp mod">
        <pc:chgData name="Gera Weiss" userId="f0aa0173-552d-4808-9782-d425e6aaf8d9" providerId="ADAL" clId="{3DD90590-925B-4383-B9CE-3E0B0AC19A3C}" dt="2025-06-11T07:13:19.120" v="76" actId="20577"/>
        <pc:sldMkLst>
          <pc:docMk/>
          <pc:sldMk cId="0" sldId="293"/>
        </pc:sldMkLst>
        <pc:spChg chg="mod">
          <ac:chgData name="Gera Weiss" userId="f0aa0173-552d-4808-9782-d425e6aaf8d9" providerId="ADAL" clId="{3DD90590-925B-4383-B9CE-3E0B0AC19A3C}" dt="2025-06-11T07:13:19.120" v="76" actId="20577"/>
          <ac:spMkLst>
            <pc:docMk/>
            <pc:sldMk cId="0" sldId="293"/>
            <ac:spMk id="6" creationId="{00000000-0000-0000-0000-000000000000}"/>
          </ac:spMkLst>
        </pc:spChg>
      </pc:sldChg>
      <pc:sldChg chg="mod modShow">
        <pc:chgData name="Gera Weiss" userId="f0aa0173-552d-4808-9782-d425e6aaf8d9" providerId="ADAL" clId="{3DD90590-925B-4383-B9CE-3E0B0AC19A3C}" dt="2025-06-09T08:59:14.677" v="70" actId="729"/>
        <pc:sldMkLst>
          <pc:docMk/>
          <pc:sldMk cId="0" sldId="332"/>
        </pc:sldMkLst>
      </pc:sldChg>
      <pc:sldChg chg="ord">
        <pc:chgData name="Gera Weiss" userId="f0aa0173-552d-4808-9782-d425e6aaf8d9" providerId="ADAL" clId="{3DD90590-925B-4383-B9CE-3E0B0AC19A3C}" dt="2025-06-11T07:37:39.999" v="79"/>
        <pc:sldMkLst>
          <pc:docMk/>
          <pc:sldMk cId="0" sldId="335"/>
        </pc:sldMkLst>
      </pc:sldChg>
      <pc:sldChg chg="addSp delSp modSp mod modShow">
        <pc:chgData name="Gera Weiss" userId="f0aa0173-552d-4808-9782-d425e6aaf8d9" providerId="ADAL" clId="{3DD90590-925B-4383-B9CE-3E0B0AC19A3C}" dt="2025-06-11T08:21:57.721" v="502" actId="1076"/>
        <pc:sldMkLst>
          <pc:docMk/>
          <pc:sldMk cId="0" sldId="336"/>
        </pc:sldMkLst>
        <pc:spChg chg="mod">
          <ac:chgData name="Gera Weiss" userId="f0aa0173-552d-4808-9782-d425e6aaf8d9" providerId="ADAL" clId="{3DD90590-925B-4383-B9CE-3E0B0AC19A3C}" dt="2025-06-11T07:36:58.046" v="77" actId="2711"/>
          <ac:spMkLst>
            <pc:docMk/>
            <pc:sldMk cId="0" sldId="336"/>
            <ac:spMk id="2" creationId="{00000000-0000-0000-0000-000000000000}"/>
          </ac:spMkLst>
        </pc:spChg>
        <pc:spChg chg="mod">
          <ac:chgData name="Gera Weiss" userId="f0aa0173-552d-4808-9782-d425e6aaf8d9" providerId="ADAL" clId="{3DD90590-925B-4383-B9CE-3E0B0AC19A3C}" dt="2025-06-11T08:20:55.821" v="475"/>
          <ac:spMkLst>
            <pc:docMk/>
            <pc:sldMk cId="0" sldId="336"/>
            <ac:spMk id="5" creationId="{00000000-0000-0000-0000-000000000000}"/>
          </ac:spMkLst>
        </pc:spChg>
        <pc:spChg chg="add del mod">
          <ac:chgData name="Gera Weiss" userId="f0aa0173-552d-4808-9782-d425e6aaf8d9" providerId="ADAL" clId="{3DD90590-925B-4383-B9CE-3E0B0AC19A3C}" dt="2025-06-11T08:21:57.721" v="502" actId="1076"/>
          <ac:spMkLst>
            <pc:docMk/>
            <pc:sldMk cId="0" sldId="336"/>
            <ac:spMk id="6" creationId="{542A74E6-852F-F182-F68C-E0667160FF5F}"/>
          </ac:spMkLst>
        </pc:spChg>
      </pc:sldChg>
      <pc:sldChg chg="addSp modSp mod">
        <pc:chgData name="Gera Weiss" userId="f0aa0173-552d-4808-9782-d425e6aaf8d9" providerId="ADAL" clId="{3DD90590-925B-4383-B9CE-3E0B0AC19A3C}" dt="2025-06-11T08:53:18.951" v="512"/>
        <pc:sldMkLst>
          <pc:docMk/>
          <pc:sldMk cId="0" sldId="337"/>
        </pc:sldMkLst>
        <pc:spChg chg="mod">
          <ac:chgData name="Gera Weiss" userId="f0aa0173-552d-4808-9782-d425e6aaf8d9" providerId="ADAL" clId="{3DD90590-925B-4383-B9CE-3E0B0AC19A3C}" dt="2025-06-11T08:47:28.958" v="510" actId="1076"/>
          <ac:spMkLst>
            <pc:docMk/>
            <pc:sldMk cId="0" sldId="337"/>
            <ac:spMk id="8" creationId="{00000000-0000-0000-0000-000000000000}"/>
          </ac:spMkLst>
        </pc:spChg>
        <pc:picChg chg="add mod">
          <ac:chgData name="Gera Weiss" userId="f0aa0173-552d-4808-9782-d425e6aaf8d9" providerId="ADAL" clId="{3DD90590-925B-4383-B9CE-3E0B0AC19A3C}" dt="2025-06-11T08:53:18.951" v="512"/>
          <ac:picMkLst>
            <pc:docMk/>
            <pc:sldMk cId="0" sldId="337"/>
            <ac:picMk id="9" creationId="{627BA6A2-3413-409A-A5DF-BD5D67758947}"/>
          </ac:picMkLst>
        </pc:picChg>
      </pc:sldChg>
      <pc:sldChg chg="mod modShow">
        <pc:chgData name="Gera Weiss" userId="f0aa0173-552d-4808-9782-d425e6aaf8d9" providerId="ADAL" clId="{3DD90590-925B-4383-B9CE-3E0B0AC19A3C}" dt="2025-06-09T08:59:25.542" v="71" actId="729"/>
        <pc:sldMkLst>
          <pc:docMk/>
          <pc:sldMk cId="0" sldId="365"/>
        </pc:sldMkLst>
      </pc:sldChg>
      <pc:sldChg chg="modSp mod">
        <pc:chgData name="Gera Weiss" userId="f0aa0173-552d-4808-9782-d425e6aaf8d9" providerId="ADAL" clId="{3DD90590-925B-4383-B9CE-3E0B0AC19A3C}" dt="2025-06-09T08:52:28.593" v="45" actId="1076"/>
        <pc:sldMkLst>
          <pc:docMk/>
          <pc:sldMk cId="0" sldId="366"/>
        </pc:sldMkLst>
        <pc:spChg chg="mod">
          <ac:chgData name="Gera Weiss" userId="f0aa0173-552d-4808-9782-d425e6aaf8d9" providerId="ADAL" clId="{3DD90590-925B-4383-B9CE-3E0B0AC19A3C}" dt="2025-06-09T08:52:28.593" v="45" actId="1076"/>
          <ac:spMkLst>
            <pc:docMk/>
            <pc:sldMk cId="0" sldId="366"/>
            <ac:spMk id="2" creationId="{00000000-0000-0000-0000-000000000000}"/>
          </ac:spMkLst>
        </pc:spChg>
      </pc:sldChg>
      <pc:sldChg chg="mod modShow">
        <pc:chgData name="Gera Weiss" userId="f0aa0173-552d-4808-9782-d425e6aaf8d9" providerId="ADAL" clId="{3DD90590-925B-4383-B9CE-3E0B0AC19A3C}" dt="2025-06-09T08:59:31.150" v="72" actId="729"/>
        <pc:sldMkLst>
          <pc:docMk/>
          <pc:sldMk cId="0" sldId="367"/>
        </pc:sldMkLst>
      </pc:sldChg>
      <pc:sldChg chg="mod modShow">
        <pc:chgData name="Gera Weiss" userId="f0aa0173-552d-4808-9782-d425e6aaf8d9" providerId="ADAL" clId="{3DD90590-925B-4383-B9CE-3E0B0AC19A3C}" dt="2025-06-09T08:58:47.974" v="67" actId="729"/>
        <pc:sldMkLst>
          <pc:docMk/>
          <pc:sldMk cId="3948340213" sldId="382"/>
        </pc:sldMkLst>
      </pc:sldChg>
      <pc:sldChg chg="mod ord modShow">
        <pc:chgData name="Gera Weiss" userId="f0aa0173-552d-4808-9782-d425e6aaf8d9" providerId="ADAL" clId="{3DD90590-925B-4383-B9CE-3E0B0AC19A3C}" dt="2025-06-11T08:19:10.088" v="454"/>
        <pc:sldMkLst>
          <pc:docMk/>
          <pc:sldMk cId="3082901996" sldId="383"/>
        </pc:sldMkLst>
      </pc:sldChg>
      <pc:sldChg chg="del">
        <pc:chgData name="Gera Weiss" userId="f0aa0173-552d-4808-9782-d425e6aaf8d9" providerId="ADAL" clId="{3DD90590-925B-4383-B9CE-3E0B0AC19A3C}" dt="2025-06-09T08:57:10.623" v="60" actId="47"/>
        <pc:sldMkLst>
          <pc:docMk/>
          <pc:sldMk cId="2675242831" sldId="403"/>
        </pc:sldMkLst>
      </pc:sldChg>
      <pc:sldChg chg="addSp delSp modSp add del mod">
        <pc:chgData name="Gera Weiss" userId="f0aa0173-552d-4808-9782-d425e6aaf8d9" providerId="ADAL" clId="{3DD90590-925B-4383-B9CE-3E0B0AC19A3C}" dt="2025-06-09T08:57:01.695" v="59" actId="47"/>
        <pc:sldMkLst>
          <pc:docMk/>
          <pc:sldMk cId="1884327623" sldId="414"/>
        </pc:sldMkLst>
      </pc:sldChg>
      <pc:sldChg chg="addSp delSp modSp add mod">
        <pc:chgData name="Gera Weiss" userId="f0aa0173-552d-4808-9782-d425e6aaf8d9" providerId="ADAL" clId="{3DD90590-925B-4383-B9CE-3E0B0AC19A3C}" dt="2025-06-11T08:18:20.155" v="452" actId="1038"/>
        <pc:sldMkLst>
          <pc:docMk/>
          <pc:sldMk cId="2249042110" sldId="414"/>
        </pc:sldMkLst>
        <pc:spChg chg="mod">
          <ac:chgData name="Gera Weiss" userId="f0aa0173-552d-4808-9782-d425e6aaf8d9" providerId="ADAL" clId="{3DD90590-925B-4383-B9CE-3E0B0AC19A3C}" dt="2025-06-11T08:15:10.956" v="348" actId="1076"/>
          <ac:spMkLst>
            <pc:docMk/>
            <pc:sldMk cId="2249042110" sldId="414"/>
            <ac:spMk id="2" creationId="{99A82D8A-E089-0FAB-2CF6-FF9D68D7CD25}"/>
          </ac:spMkLst>
        </pc:spChg>
        <pc:spChg chg="mod">
          <ac:chgData name="Gera Weiss" userId="f0aa0173-552d-4808-9782-d425e6aaf8d9" providerId="ADAL" clId="{3DD90590-925B-4383-B9CE-3E0B0AC19A3C}" dt="2025-06-11T08:15:07.656" v="347" actId="1076"/>
          <ac:spMkLst>
            <pc:docMk/>
            <pc:sldMk cId="2249042110" sldId="414"/>
            <ac:spMk id="7" creationId="{84399409-BD94-1246-6BC5-4E6BD9B1930F}"/>
          </ac:spMkLst>
        </pc:spChg>
        <pc:spChg chg="mod">
          <ac:chgData name="Gera Weiss" userId="f0aa0173-552d-4808-9782-d425e6aaf8d9" providerId="ADAL" clId="{3DD90590-925B-4383-B9CE-3E0B0AC19A3C}" dt="2025-06-11T07:59:42.282" v="136" actId="165"/>
          <ac:spMkLst>
            <pc:docMk/>
            <pc:sldMk cId="2249042110" sldId="414"/>
            <ac:spMk id="134" creationId="{4A1D3613-E87E-FF72-BD29-9BC1F1F6142A}"/>
          </ac:spMkLst>
        </pc:spChg>
        <pc:spChg chg="mod">
          <ac:chgData name="Gera Weiss" userId="f0aa0173-552d-4808-9782-d425e6aaf8d9" providerId="ADAL" clId="{3DD90590-925B-4383-B9CE-3E0B0AC19A3C}" dt="2025-06-11T08:18:01.482" v="440" actId="1038"/>
          <ac:spMkLst>
            <pc:docMk/>
            <pc:sldMk cId="2249042110" sldId="414"/>
            <ac:spMk id="135" creationId="{FD2FEE65-F754-06CB-4D41-17066BA37683}"/>
          </ac:spMkLst>
        </pc:spChg>
        <pc:spChg chg="mod">
          <ac:chgData name="Gera Weiss" userId="f0aa0173-552d-4808-9782-d425e6aaf8d9" providerId="ADAL" clId="{3DD90590-925B-4383-B9CE-3E0B0AC19A3C}" dt="2025-06-11T08:01:31.076" v="149" actId="692"/>
          <ac:spMkLst>
            <pc:docMk/>
            <pc:sldMk cId="2249042110" sldId="414"/>
            <ac:spMk id="137" creationId="{D93F7BC8-5B40-5C4B-5AAC-C4E8139A85EC}"/>
          </ac:spMkLst>
        </pc:spChg>
        <pc:spChg chg="mod">
          <ac:chgData name="Gera Weiss" userId="f0aa0173-552d-4808-9782-d425e6aaf8d9" providerId="ADAL" clId="{3DD90590-925B-4383-B9CE-3E0B0AC19A3C}" dt="2025-06-11T08:00:58.728" v="146" actId="208"/>
          <ac:spMkLst>
            <pc:docMk/>
            <pc:sldMk cId="2249042110" sldId="414"/>
            <ac:spMk id="138" creationId="{B4442CC2-4A69-9DE1-BF8E-6DE2CF1F5F0C}"/>
          </ac:spMkLst>
        </pc:spChg>
        <pc:spChg chg="mod topLvl">
          <ac:chgData name="Gera Weiss" userId="f0aa0173-552d-4808-9782-d425e6aaf8d9" providerId="ADAL" clId="{3DD90590-925B-4383-B9CE-3E0B0AC19A3C}" dt="2025-06-11T08:02:16.783" v="157" actId="208"/>
          <ac:spMkLst>
            <pc:docMk/>
            <pc:sldMk cId="2249042110" sldId="414"/>
            <ac:spMk id="144" creationId="{9BD9EB00-E392-0983-05D1-74302CD19A48}"/>
          </ac:spMkLst>
        </pc:spChg>
        <pc:spChg chg="mod topLvl">
          <ac:chgData name="Gera Weiss" userId="f0aa0173-552d-4808-9782-d425e6aaf8d9" providerId="ADAL" clId="{3DD90590-925B-4383-B9CE-3E0B0AC19A3C}" dt="2025-06-11T08:01:54.494" v="152" actId="165"/>
          <ac:spMkLst>
            <pc:docMk/>
            <pc:sldMk cId="2249042110" sldId="414"/>
            <ac:spMk id="145" creationId="{4C88335E-AEA2-CC37-910F-4FDCAA6F055B}"/>
          </ac:spMkLst>
        </pc:spChg>
        <pc:spChg chg="mod">
          <ac:chgData name="Gera Weiss" userId="f0aa0173-552d-4808-9782-d425e6aaf8d9" providerId="ADAL" clId="{3DD90590-925B-4383-B9CE-3E0B0AC19A3C}" dt="2025-06-11T08:18:14.081" v="449" actId="1038"/>
          <ac:spMkLst>
            <pc:docMk/>
            <pc:sldMk cId="2249042110" sldId="414"/>
            <ac:spMk id="153" creationId="{7DA43CF4-A450-1048-B8A3-7FD5C0CE2FA3}"/>
          </ac:spMkLst>
        </pc:spChg>
        <pc:spChg chg="mod topLvl">
          <ac:chgData name="Gera Weiss" userId="f0aa0173-552d-4808-9782-d425e6aaf8d9" providerId="ADAL" clId="{3DD90590-925B-4383-B9CE-3E0B0AC19A3C}" dt="2025-06-11T08:03:21.442" v="264" actId="108"/>
          <ac:spMkLst>
            <pc:docMk/>
            <pc:sldMk cId="2249042110" sldId="414"/>
            <ac:spMk id="155" creationId="{CB42541C-DE88-2724-960F-F2208A2442CF}"/>
          </ac:spMkLst>
        </pc:spChg>
        <pc:spChg chg="mod topLvl">
          <ac:chgData name="Gera Weiss" userId="f0aa0173-552d-4808-9782-d425e6aaf8d9" providerId="ADAL" clId="{3DD90590-925B-4383-B9CE-3E0B0AC19A3C}" dt="2025-06-11T08:03:08.760" v="263" actId="165"/>
          <ac:spMkLst>
            <pc:docMk/>
            <pc:sldMk cId="2249042110" sldId="414"/>
            <ac:spMk id="156" creationId="{05382486-36D2-E27F-9E06-AA8B66DFA725}"/>
          </ac:spMkLst>
        </pc:spChg>
        <pc:spChg chg="mod">
          <ac:chgData name="Gera Weiss" userId="f0aa0173-552d-4808-9782-d425e6aaf8d9" providerId="ADAL" clId="{3DD90590-925B-4383-B9CE-3E0B0AC19A3C}" dt="2025-06-11T08:18:07.914" v="445" actId="1038"/>
          <ac:spMkLst>
            <pc:docMk/>
            <pc:sldMk cId="2249042110" sldId="414"/>
            <ac:spMk id="164" creationId="{40A7A8F7-A0F7-B4AD-56A1-5F83F2B3FA57}"/>
          </ac:spMkLst>
        </pc:spChg>
        <pc:spChg chg="mod">
          <ac:chgData name="Gera Weiss" userId="f0aa0173-552d-4808-9782-d425e6aaf8d9" providerId="ADAL" clId="{3DD90590-925B-4383-B9CE-3E0B0AC19A3C}" dt="2025-06-11T08:18:20.155" v="452" actId="1038"/>
          <ac:spMkLst>
            <pc:docMk/>
            <pc:sldMk cId="2249042110" sldId="414"/>
            <ac:spMk id="172" creationId="{F4C80A19-782D-3F1C-3977-EA4E30DBC07D}"/>
          </ac:spMkLst>
        </pc:spChg>
        <pc:spChg chg="mod topLvl">
          <ac:chgData name="Gera Weiss" userId="f0aa0173-552d-4808-9782-d425e6aaf8d9" providerId="ADAL" clId="{3DD90590-925B-4383-B9CE-3E0B0AC19A3C}" dt="2025-06-11T08:04:03.396" v="267" actId="165"/>
          <ac:spMkLst>
            <pc:docMk/>
            <pc:sldMk cId="2249042110" sldId="414"/>
            <ac:spMk id="175" creationId="{A2737DAB-9BD9-8AC2-4CCD-6186D3DDA3FA}"/>
          </ac:spMkLst>
        </pc:spChg>
        <pc:spChg chg="mod">
          <ac:chgData name="Gera Weiss" userId="f0aa0173-552d-4808-9782-d425e6aaf8d9" providerId="ADAL" clId="{3DD90590-925B-4383-B9CE-3E0B0AC19A3C}" dt="2025-06-11T08:06:12.485" v="291" actId="1076"/>
          <ac:spMkLst>
            <pc:docMk/>
            <pc:sldMk cId="2249042110" sldId="414"/>
            <ac:spMk id="179" creationId="{0C6DC588-A5C6-84F1-3072-8C96A8CB7613}"/>
          </ac:spMkLst>
        </pc:spChg>
        <pc:spChg chg="mod topLvl">
          <ac:chgData name="Gera Weiss" userId="f0aa0173-552d-4808-9782-d425e6aaf8d9" providerId="ADAL" clId="{3DD90590-925B-4383-B9CE-3E0B0AC19A3C}" dt="2025-06-11T08:04:20.862" v="268" actId="108"/>
          <ac:spMkLst>
            <pc:docMk/>
            <pc:sldMk cId="2249042110" sldId="414"/>
            <ac:spMk id="181" creationId="{91F736D1-2E0D-9E68-4EA9-E341ADAE1591}"/>
          </ac:spMkLst>
        </pc:spChg>
        <pc:spChg chg="mod topLvl">
          <ac:chgData name="Gera Weiss" userId="f0aa0173-552d-4808-9782-d425e6aaf8d9" providerId="ADAL" clId="{3DD90590-925B-4383-B9CE-3E0B0AC19A3C}" dt="2025-06-11T08:03:50.965" v="265" actId="165"/>
          <ac:spMkLst>
            <pc:docMk/>
            <pc:sldMk cId="2249042110" sldId="414"/>
            <ac:spMk id="182" creationId="{00BBC463-0689-D2F9-7EB9-602671C14D67}"/>
          </ac:spMkLst>
        </pc:spChg>
        <pc:spChg chg="mod">
          <ac:chgData name="Gera Weiss" userId="f0aa0173-552d-4808-9782-d425e6aaf8d9" providerId="ADAL" clId="{3DD90590-925B-4383-B9CE-3E0B0AC19A3C}" dt="2025-06-11T07:59:42.282" v="136" actId="165"/>
          <ac:spMkLst>
            <pc:docMk/>
            <pc:sldMk cId="2249042110" sldId="414"/>
            <ac:spMk id="185" creationId="{1E570CA3-5BF5-1817-7BE6-6626194D9FF9}"/>
          </ac:spMkLst>
        </pc:spChg>
        <pc:spChg chg="mod topLvl">
          <ac:chgData name="Gera Weiss" userId="f0aa0173-552d-4808-9782-d425e6aaf8d9" providerId="ADAL" clId="{3DD90590-925B-4383-B9CE-3E0B0AC19A3C}" dt="2025-06-11T08:04:32.632" v="269" actId="108"/>
          <ac:spMkLst>
            <pc:docMk/>
            <pc:sldMk cId="2249042110" sldId="414"/>
            <ac:spMk id="188" creationId="{D7F414EB-2388-8505-135A-4D13E9069772}"/>
          </ac:spMkLst>
        </pc:spChg>
        <pc:spChg chg="mod topLvl">
          <ac:chgData name="Gera Weiss" userId="f0aa0173-552d-4808-9782-d425e6aaf8d9" providerId="ADAL" clId="{3DD90590-925B-4383-B9CE-3E0B0AC19A3C}" dt="2025-06-11T08:03:57.004" v="266" actId="165"/>
          <ac:spMkLst>
            <pc:docMk/>
            <pc:sldMk cId="2249042110" sldId="414"/>
            <ac:spMk id="189" creationId="{E10C5F26-F87A-E8C0-971C-8C5533384CAD}"/>
          </ac:spMkLst>
        </pc:spChg>
        <pc:spChg chg="mod">
          <ac:chgData name="Gera Weiss" userId="f0aa0173-552d-4808-9782-d425e6aaf8d9" providerId="ADAL" clId="{3DD90590-925B-4383-B9CE-3E0B0AC19A3C}" dt="2025-06-11T07:59:42.282" v="136" actId="165"/>
          <ac:spMkLst>
            <pc:docMk/>
            <pc:sldMk cId="2249042110" sldId="414"/>
            <ac:spMk id="191" creationId="{74EF9133-15F1-C18B-62FE-77370947400A}"/>
          </ac:spMkLst>
        </pc:spChg>
        <pc:spChg chg="mod">
          <ac:chgData name="Gera Weiss" userId="f0aa0173-552d-4808-9782-d425e6aaf8d9" providerId="ADAL" clId="{3DD90590-925B-4383-B9CE-3E0B0AC19A3C}" dt="2025-06-11T07:59:42.282" v="136" actId="165"/>
          <ac:spMkLst>
            <pc:docMk/>
            <pc:sldMk cId="2249042110" sldId="414"/>
            <ac:spMk id="195" creationId="{24F4BDCC-E68F-006E-E2C9-FF4D943AA87F}"/>
          </ac:spMkLst>
        </pc:spChg>
        <pc:spChg chg="mod">
          <ac:chgData name="Gera Weiss" userId="f0aa0173-552d-4808-9782-d425e6aaf8d9" providerId="ADAL" clId="{3DD90590-925B-4383-B9CE-3E0B0AC19A3C}" dt="2025-06-11T07:59:42.282" v="136" actId="165"/>
          <ac:spMkLst>
            <pc:docMk/>
            <pc:sldMk cId="2249042110" sldId="414"/>
            <ac:spMk id="199" creationId="{C1510EA5-8FF3-DFA0-2A5D-0E91C8A4A3C5}"/>
          </ac:spMkLst>
        </pc:spChg>
        <pc:spChg chg="mod">
          <ac:chgData name="Gera Weiss" userId="f0aa0173-552d-4808-9782-d425e6aaf8d9" providerId="ADAL" clId="{3DD90590-925B-4383-B9CE-3E0B0AC19A3C}" dt="2025-06-11T07:59:42.282" v="136" actId="165"/>
          <ac:spMkLst>
            <pc:docMk/>
            <pc:sldMk cId="2249042110" sldId="414"/>
            <ac:spMk id="211" creationId="{57A13F5F-A8F5-D001-4952-C0C3F91A6E84}"/>
          </ac:spMkLst>
        </pc:spChg>
        <pc:spChg chg="mod">
          <ac:chgData name="Gera Weiss" userId="f0aa0173-552d-4808-9782-d425e6aaf8d9" providerId="ADAL" clId="{3DD90590-925B-4383-B9CE-3E0B0AC19A3C}" dt="2025-06-11T08:06:03.957" v="289" actId="1076"/>
          <ac:spMkLst>
            <pc:docMk/>
            <pc:sldMk cId="2249042110" sldId="414"/>
            <ac:spMk id="228" creationId="{B48749BB-F430-7639-78F1-847056EA78CA}"/>
          </ac:spMkLst>
        </pc:spChg>
        <pc:spChg chg="mod">
          <ac:chgData name="Gera Weiss" userId="f0aa0173-552d-4808-9782-d425e6aaf8d9" providerId="ADAL" clId="{3DD90590-925B-4383-B9CE-3E0B0AC19A3C}" dt="2025-06-11T08:06:20.016" v="292" actId="1076"/>
          <ac:spMkLst>
            <pc:docMk/>
            <pc:sldMk cId="2249042110" sldId="414"/>
            <ac:spMk id="248" creationId="{E5FFA3B3-59BD-CDBD-8B51-769ED0BBC5ED}"/>
          </ac:spMkLst>
        </pc:spChg>
        <pc:spChg chg="mod topLvl">
          <ac:chgData name="Gera Weiss" userId="f0aa0173-552d-4808-9782-d425e6aaf8d9" providerId="ADAL" clId="{3DD90590-925B-4383-B9CE-3E0B0AC19A3C}" dt="2025-06-11T08:02:59.720" v="262" actId="108"/>
          <ac:spMkLst>
            <pc:docMk/>
            <pc:sldMk cId="2249042110" sldId="414"/>
            <ac:spMk id="330" creationId="{488A3224-25A9-0F3B-3288-512F59B5BD2F}"/>
          </ac:spMkLst>
        </pc:spChg>
        <pc:spChg chg="add mod">
          <ac:chgData name="Gera Weiss" userId="f0aa0173-552d-4808-9782-d425e6aaf8d9" providerId="ADAL" clId="{3DD90590-925B-4383-B9CE-3E0B0AC19A3C}" dt="2025-06-11T08:05:18.379" v="278" actId="1036"/>
          <ac:spMkLst>
            <pc:docMk/>
            <pc:sldMk cId="2249042110" sldId="414"/>
            <ac:spMk id="334" creationId="{444A3D05-B01F-BB2E-07C0-ECDA0AF0B6D9}"/>
          </ac:spMkLst>
        </pc:spChg>
        <pc:spChg chg="add mod">
          <ac:chgData name="Gera Weiss" userId="f0aa0173-552d-4808-9782-d425e6aaf8d9" providerId="ADAL" clId="{3DD90590-925B-4383-B9CE-3E0B0AC19A3C}" dt="2025-06-11T08:05:18.379" v="278" actId="1036"/>
          <ac:spMkLst>
            <pc:docMk/>
            <pc:sldMk cId="2249042110" sldId="414"/>
            <ac:spMk id="335" creationId="{461A94F8-9C58-0C2A-A5C5-F83667B91520}"/>
          </ac:spMkLst>
        </pc:spChg>
        <pc:spChg chg="mod">
          <ac:chgData name="Gera Weiss" userId="f0aa0173-552d-4808-9782-d425e6aaf8d9" providerId="ADAL" clId="{3DD90590-925B-4383-B9CE-3E0B0AC19A3C}" dt="2025-06-11T08:16:02.983" v="392" actId="108"/>
          <ac:spMkLst>
            <pc:docMk/>
            <pc:sldMk cId="2249042110" sldId="414"/>
            <ac:spMk id="341" creationId="{5AAA87BE-61BF-29E5-2E99-88BB577AAC7C}"/>
          </ac:spMkLst>
        </pc:spChg>
        <pc:spChg chg="mod">
          <ac:chgData name="Gera Weiss" userId="f0aa0173-552d-4808-9782-d425e6aaf8d9" providerId="ADAL" clId="{3DD90590-925B-4383-B9CE-3E0B0AC19A3C}" dt="2025-06-11T08:13:53.431" v="341" actId="207"/>
          <ac:spMkLst>
            <pc:docMk/>
            <pc:sldMk cId="2249042110" sldId="414"/>
            <ac:spMk id="343" creationId="{20D09FA3-4C78-9600-B057-610677057C28}"/>
          </ac:spMkLst>
        </pc:spChg>
        <pc:spChg chg="mod">
          <ac:chgData name="Gera Weiss" userId="f0aa0173-552d-4808-9782-d425e6aaf8d9" providerId="ADAL" clId="{3DD90590-925B-4383-B9CE-3E0B0AC19A3C}" dt="2025-06-11T08:12:00.131" v="318" actId="404"/>
          <ac:spMkLst>
            <pc:docMk/>
            <pc:sldMk cId="2249042110" sldId="414"/>
            <ac:spMk id="345" creationId="{27184945-8E89-F570-3591-95425EF98558}"/>
          </ac:spMkLst>
        </pc:spChg>
        <pc:spChg chg="mod">
          <ac:chgData name="Gera Weiss" userId="f0aa0173-552d-4808-9782-d425e6aaf8d9" providerId="ADAL" clId="{3DD90590-925B-4383-B9CE-3E0B0AC19A3C}" dt="2025-06-11T08:12:00.131" v="318" actId="404"/>
          <ac:spMkLst>
            <pc:docMk/>
            <pc:sldMk cId="2249042110" sldId="414"/>
            <ac:spMk id="348" creationId="{90158A87-0E8F-B0A6-0F4C-8EA860A9ED8F}"/>
          </ac:spMkLst>
        </pc:spChg>
        <pc:spChg chg="mod">
          <ac:chgData name="Gera Weiss" userId="f0aa0173-552d-4808-9782-d425e6aaf8d9" providerId="ADAL" clId="{3DD90590-925B-4383-B9CE-3E0B0AC19A3C}" dt="2025-06-11T08:12:00.131" v="318" actId="404"/>
          <ac:spMkLst>
            <pc:docMk/>
            <pc:sldMk cId="2249042110" sldId="414"/>
            <ac:spMk id="350" creationId="{67D1574D-0824-7CE6-B892-C4099219BE0E}"/>
          </ac:spMkLst>
        </pc:spChg>
        <pc:spChg chg="mod">
          <ac:chgData name="Gera Weiss" userId="f0aa0173-552d-4808-9782-d425e6aaf8d9" providerId="ADAL" clId="{3DD90590-925B-4383-B9CE-3E0B0AC19A3C}" dt="2025-06-11T08:15:30.776" v="388" actId="1076"/>
          <ac:spMkLst>
            <pc:docMk/>
            <pc:sldMk cId="2249042110" sldId="414"/>
            <ac:spMk id="351" creationId="{A0D91CD7-E1BD-3FC9-761D-1A51C35738EF}"/>
          </ac:spMkLst>
        </pc:spChg>
        <pc:spChg chg="mod">
          <ac:chgData name="Gera Weiss" userId="f0aa0173-552d-4808-9782-d425e6aaf8d9" providerId="ADAL" clId="{3DD90590-925B-4383-B9CE-3E0B0AC19A3C}" dt="2025-06-11T08:15:51.263" v="391" actId="108"/>
          <ac:spMkLst>
            <pc:docMk/>
            <pc:sldMk cId="2249042110" sldId="414"/>
            <ac:spMk id="352" creationId="{A360912F-AAF1-9651-4984-68C5481FC7B2}"/>
          </ac:spMkLst>
        </pc:spChg>
        <pc:spChg chg="mod">
          <ac:chgData name="Gera Weiss" userId="f0aa0173-552d-4808-9782-d425e6aaf8d9" providerId="ADAL" clId="{3DD90590-925B-4383-B9CE-3E0B0AC19A3C}" dt="2025-06-11T08:13:53.431" v="341" actId="207"/>
          <ac:spMkLst>
            <pc:docMk/>
            <pc:sldMk cId="2249042110" sldId="414"/>
            <ac:spMk id="354" creationId="{4F506E3C-DA14-407F-9310-A57C3AC72CF6}"/>
          </ac:spMkLst>
        </pc:spChg>
        <pc:spChg chg="mod">
          <ac:chgData name="Gera Weiss" userId="f0aa0173-552d-4808-9782-d425e6aaf8d9" providerId="ADAL" clId="{3DD90590-925B-4383-B9CE-3E0B0AC19A3C}" dt="2025-06-11T08:13:53.431" v="341" actId="207"/>
          <ac:spMkLst>
            <pc:docMk/>
            <pc:sldMk cId="2249042110" sldId="414"/>
            <ac:spMk id="356" creationId="{C0C09553-6477-21C6-69DE-B3EA7667993C}"/>
          </ac:spMkLst>
        </pc:spChg>
        <pc:spChg chg="mod">
          <ac:chgData name="Gera Weiss" userId="f0aa0173-552d-4808-9782-d425e6aaf8d9" providerId="ADAL" clId="{3DD90590-925B-4383-B9CE-3E0B0AC19A3C}" dt="2025-06-11T08:12:00.131" v="318" actId="404"/>
          <ac:spMkLst>
            <pc:docMk/>
            <pc:sldMk cId="2249042110" sldId="414"/>
            <ac:spMk id="360" creationId="{4BD1FBD6-F048-B8E6-2DF8-4751CFA5CAEC}"/>
          </ac:spMkLst>
        </pc:spChg>
        <pc:spChg chg="mod">
          <ac:chgData name="Gera Weiss" userId="f0aa0173-552d-4808-9782-d425e6aaf8d9" providerId="ADAL" clId="{3DD90590-925B-4383-B9CE-3E0B0AC19A3C}" dt="2025-06-11T08:12:00.131" v="318" actId="404"/>
          <ac:spMkLst>
            <pc:docMk/>
            <pc:sldMk cId="2249042110" sldId="414"/>
            <ac:spMk id="362" creationId="{CB8DDF76-501A-1044-3920-1F4633C9E5DF}"/>
          </ac:spMkLst>
        </pc:spChg>
        <pc:spChg chg="mod">
          <ac:chgData name="Gera Weiss" userId="f0aa0173-552d-4808-9782-d425e6aaf8d9" providerId="ADAL" clId="{3DD90590-925B-4383-B9CE-3E0B0AC19A3C}" dt="2025-06-11T08:13:53.431" v="341" actId="207"/>
          <ac:spMkLst>
            <pc:docMk/>
            <pc:sldMk cId="2249042110" sldId="414"/>
            <ac:spMk id="363" creationId="{B796162C-BC65-221F-B6E4-13BA01C0960F}"/>
          </ac:spMkLst>
        </pc:spChg>
        <pc:spChg chg="mod">
          <ac:chgData name="Gera Weiss" userId="f0aa0173-552d-4808-9782-d425e6aaf8d9" providerId="ADAL" clId="{3DD90590-925B-4383-B9CE-3E0B0AC19A3C}" dt="2025-06-11T08:14:17.958" v="342" actId="207"/>
          <ac:spMkLst>
            <pc:docMk/>
            <pc:sldMk cId="2249042110" sldId="414"/>
            <ac:spMk id="368" creationId="{241CA580-CD88-E806-62AB-9CDCA9D57942}"/>
          </ac:spMkLst>
        </pc:spChg>
        <pc:spChg chg="mod">
          <ac:chgData name="Gera Weiss" userId="f0aa0173-552d-4808-9782-d425e6aaf8d9" providerId="ADAL" clId="{3DD90590-925B-4383-B9CE-3E0B0AC19A3C}" dt="2025-06-11T08:14:17.958" v="342" actId="207"/>
          <ac:spMkLst>
            <pc:docMk/>
            <pc:sldMk cId="2249042110" sldId="414"/>
            <ac:spMk id="371" creationId="{A3E35CA0-20E7-126C-90D7-473A85E82D5A}"/>
          </ac:spMkLst>
        </pc:spChg>
        <pc:spChg chg="mod">
          <ac:chgData name="Gera Weiss" userId="f0aa0173-552d-4808-9782-d425e6aaf8d9" providerId="ADAL" clId="{3DD90590-925B-4383-B9CE-3E0B0AC19A3C}" dt="2025-06-11T08:14:17.958" v="342" actId="207"/>
          <ac:spMkLst>
            <pc:docMk/>
            <pc:sldMk cId="2249042110" sldId="414"/>
            <ac:spMk id="373" creationId="{B11897FF-E022-4965-75A5-D143EEFE602B}"/>
          </ac:spMkLst>
        </pc:spChg>
        <pc:spChg chg="mod">
          <ac:chgData name="Gera Weiss" userId="f0aa0173-552d-4808-9782-d425e6aaf8d9" providerId="ADAL" clId="{3DD90590-925B-4383-B9CE-3E0B0AC19A3C}" dt="2025-06-11T08:12:54.228" v="332" actId="20577"/>
          <ac:spMkLst>
            <pc:docMk/>
            <pc:sldMk cId="2249042110" sldId="414"/>
            <ac:spMk id="375" creationId="{C5751F20-8D46-9AFD-BF61-50B6F5C0D5A4}"/>
          </ac:spMkLst>
        </pc:spChg>
        <pc:spChg chg="mod">
          <ac:chgData name="Gera Weiss" userId="f0aa0173-552d-4808-9782-d425e6aaf8d9" providerId="ADAL" clId="{3DD90590-925B-4383-B9CE-3E0B0AC19A3C}" dt="2025-06-11T08:12:54.228" v="332" actId="20577"/>
          <ac:spMkLst>
            <pc:docMk/>
            <pc:sldMk cId="2249042110" sldId="414"/>
            <ac:spMk id="379" creationId="{D427E48F-D569-94B5-B897-B18C45FAF0CC}"/>
          </ac:spMkLst>
        </pc:spChg>
        <pc:spChg chg="mod">
          <ac:chgData name="Gera Weiss" userId="f0aa0173-552d-4808-9782-d425e6aaf8d9" providerId="ADAL" clId="{3DD90590-925B-4383-B9CE-3E0B0AC19A3C}" dt="2025-06-11T08:14:55.937" v="346" actId="207"/>
          <ac:spMkLst>
            <pc:docMk/>
            <pc:sldMk cId="2249042110" sldId="414"/>
            <ac:spMk id="380" creationId="{5E774941-2F86-8704-3560-CC030C882C81}"/>
          </ac:spMkLst>
        </pc:spChg>
        <pc:spChg chg="mod">
          <ac:chgData name="Gera Weiss" userId="f0aa0173-552d-4808-9782-d425e6aaf8d9" providerId="ADAL" clId="{3DD90590-925B-4383-B9CE-3E0B0AC19A3C}" dt="2025-06-11T08:14:17.958" v="342" actId="207"/>
          <ac:spMkLst>
            <pc:docMk/>
            <pc:sldMk cId="2249042110" sldId="414"/>
            <ac:spMk id="382" creationId="{A4FD2123-9834-D7A6-6193-BA723F3BD496}"/>
          </ac:spMkLst>
        </pc:spChg>
        <pc:spChg chg="mod">
          <ac:chgData name="Gera Weiss" userId="f0aa0173-552d-4808-9782-d425e6aaf8d9" providerId="ADAL" clId="{3DD90590-925B-4383-B9CE-3E0B0AC19A3C}" dt="2025-06-11T08:12:54.228" v="332" actId="20577"/>
          <ac:spMkLst>
            <pc:docMk/>
            <pc:sldMk cId="2249042110" sldId="414"/>
            <ac:spMk id="384" creationId="{1A262318-3FF4-D25C-4932-DAEDE74EF28E}"/>
          </ac:spMkLst>
        </pc:spChg>
        <pc:spChg chg="mod">
          <ac:chgData name="Gera Weiss" userId="f0aa0173-552d-4808-9782-d425e6aaf8d9" providerId="ADAL" clId="{3DD90590-925B-4383-B9CE-3E0B0AC19A3C}" dt="2025-06-11T08:12:54.228" v="332" actId="20577"/>
          <ac:spMkLst>
            <pc:docMk/>
            <pc:sldMk cId="2249042110" sldId="414"/>
            <ac:spMk id="387" creationId="{58807255-2C42-6579-B16E-2E7BD6B10D8D}"/>
          </ac:spMkLst>
        </pc:spChg>
        <pc:spChg chg="mod">
          <ac:chgData name="Gera Weiss" userId="f0aa0173-552d-4808-9782-d425e6aaf8d9" providerId="ADAL" clId="{3DD90590-925B-4383-B9CE-3E0B0AC19A3C}" dt="2025-06-11T08:15:37.394" v="390" actId="1076"/>
          <ac:spMkLst>
            <pc:docMk/>
            <pc:sldMk cId="2249042110" sldId="414"/>
            <ac:spMk id="390" creationId="{3316147C-E44C-9C1E-86D7-01DA557F8AEE}"/>
          </ac:spMkLst>
        </pc:spChg>
        <pc:spChg chg="mod">
          <ac:chgData name="Gera Weiss" userId="f0aa0173-552d-4808-9782-d425e6aaf8d9" providerId="ADAL" clId="{3DD90590-925B-4383-B9CE-3E0B0AC19A3C}" dt="2025-06-11T08:14:38.689" v="345" actId="108"/>
          <ac:spMkLst>
            <pc:docMk/>
            <pc:sldMk cId="2249042110" sldId="414"/>
            <ac:spMk id="391" creationId="{72887B5C-FF1E-B318-421A-255276D5EA6F}"/>
          </ac:spMkLst>
        </pc:spChg>
        <pc:spChg chg="add mod">
          <ac:chgData name="Gera Weiss" userId="f0aa0173-552d-4808-9782-d425e6aaf8d9" providerId="ADAL" clId="{3DD90590-925B-4383-B9CE-3E0B0AC19A3C}" dt="2025-06-11T08:17:26.847" v="432" actId="1076"/>
          <ac:spMkLst>
            <pc:docMk/>
            <pc:sldMk cId="2249042110" sldId="414"/>
            <ac:spMk id="395" creationId="{A4855529-B298-526C-D1A7-9E6BB87B80B2}"/>
          </ac:spMkLst>
        </pc:s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29" creationId="{C1734EEA-B8EE-BA97-29E0-053A8F4BF0A7}"/>
          </ac:grpSpMkLst>
        </pc:grpChg>
        <pc:grpChg chg="mod">
          <ac:chgData name="Gera Weiss" userId="f0aa0173-552d-4808-9782-d425e6aaf8d9" providerId="ADAL" clId="{3DD90590-925B-4383-B9CE-3E0B0AC19A3C}" dt="2025-06-11T08:17:54.013" v="434" actId="1076"/>
          <ac:grpSpMkLst>
            <pc:docMk/>
            <pc:sldMk cId="2249042110" sldId="414"/>
            <ac:grpSpMk id="132" creationId="{0719DA6F-3646-7944-173D-547D30BBDE5B}"/>
          </ac:grpSpMkLst>
        </pc:gr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36" creationId="{720E5003-5CED-00F6-AEEF-F07AED9C025F}"/>
          </ac:grpSpMkLst>
        </pc:gr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50" creationId="{1D5E202E-EBCE-8971-CD38-94B5042309A4}"/>
          </ac:grpSpMkLst>
        </pc:gr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57" creationId="{F23F6CD3-AEFF-4D86-FD4E-2430FF862896}"/>
          </ac:grpSpMkLst>
        </pc:gr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61" creationId="{D37BCAAC-EDC0-3597-BEC5-830EF795492A}"/>
          </ac:grpSpMkLst>
        </pc:gr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65" creationId="{9C2007B4-222C-B8F9-B437-CFEB8A2EB820}"/>
          </ac:grpSpMkLst>
        </pc:grpChg>
        <pc:grpChg chg="mod">
          <ac:chgData name="Gera Weiss" userId="f0aa0173-552d-4808-9782-d425e6aaf8d9" providerId="ADAL" clId="{3DD90590-925B-4383-B9CE-3E0B0AC19A3C}" dt="2025-06-11T08:00:13.751" v="142" actId="1076"/>
          <ac:grpSpMkLst>
            <pc:docMk/>
            <pc:sldMk cId="2249042110" sldId="414"/>
            <ac:grpSpMk id="169" creationId="{178F2794-89DE-98B0-A74F-0D0885F79DBC}"/>
          </ac:grpSpMkLst>
        </pc:grpChg>
        <pc:grpChg chg="mod">
          <ac:chgData name="Gera Weiss" userId="f0aa0173-552d-4808-9782-d425e6aaf8d9" providerId="ADAL" clId="{3DD90590-925B-4383-B9CE-3E0B0AC19A3C}" dt="2025-06-11T08:05:31.658" v="283" actId="1076"/>
          <ac:grpSpMkLst>
            <pc:docMk/>
            <pc:sldMk cId="2249042110" sldId="414"/>
            <ac:grpSpMk id="176" creationId="{13C38711-9755-C9F6-6B63-165C3A340BB6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183" creationId="{66FCEF55-1CC3-03F0-AD6C-4FD5F09DFC1F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190" creationId="{71B38919-1389-241B-1EC7-F246D42DD0FC}"/>
          </ac:grpSpMkLst>
        </pc:grpChg>
        <pc:grpChg chg="mod">
          <ac:chgData name="Gera Weiss" userId="f0aa0173-552d-4808-9782-d425e6aaf8d9" providerId="ADAL" clId="{3DD90590-925B-4383-B9CE-3E0B0AC19A3C}" dt="2025-06-11T08:00:00.022" v="140" actId="1076"/>
          <ac:grpSpMkLst>
            <pc:docMk/>
            <pc:sldMk cId="2249042110" sldId="414"/>
            <ac:grpSpMk id="197" creationId="{15126D83-40CA-7E81-93A1-822402D4703A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201" creationId="{2573C58D-6FA8-7C07-B731-7A64E4441538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205" creationId="{D3266F10-9249-7EA6-BB6F-1BAEF5DB1EE1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209" creationId="{87A3BE0D-27C5-3927-47BE-6B78C92DADCC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213" creationId="{B238C6A7-09ED-25CE-B613-028E9697F724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221" creationId="{0979C95F-F1C0-F5B4-B3EE-BB8217B44B34}"/>
          </ac:grpSpMkLst>
        </pc:grpChg>
        <pc:grpChg chg="mod">
          <ac:chgData name="Gera Weiss" userId="f0aa0173-552d-4808-9782-d425e6aaf8d9" providerId="ADAL" clId="{3DD90590-925B-4383-B9CE-3E0B0AC19A3C}" dt="2025-06-11T08:05:50.857" v="286" actId="1076"/>
          <ac:grpSpMkLst>
            <pc:docMk/>
            <pc:sldMk cId="2249042110" sldId="414"/>
            <ac:grpSpMk id="225" creationId="{ED67F2CA-36BE-67D0-6A99-41D8400DAEF7}"/>
          </ac:grpSpMkLst>
        </pc:grpChg>
        <pc:grpChg chg="mod">
          <ac:chgData name="Gera Weiss" userId="f0aa0173-552d-4808-9782-d425e6aaf8d9" providerId="ADAL" clId="{3DD90590-925B-4383-B9CE-3E0B0AC19A3C}" dt="2025-06-11T08:00:06.152" v="141" actId="1076"/>
          <ac:grpSpMkLst>
            <pc:docMk/>
            <pc:sldMk cId="2249042110" sldId="414"/>
            <ac:grpSpMk id="229" creationId="{8E185FD4-49A6-4B9C-A041-D4CB58747549}"/>
          </ac:grpSpMkLst>
        </pc:grpChg>
        <pc:grpChg chg="mod">
          <ac:chgData name="Gera Weiss" userId="f0aa0173-552d-4808-9782-d425e6aaf8d9" providerId="ADAL" clId="{3DD90590-925B-4383-B9CE-3E0B0AC19A3C}" dt="2025-06-11T08:00:00.022" v="140" actId="1076"/>
          <ac:grpSpMkLst>
            <pc:docMk/>
            <pc:sldMk cId="2249042110" sldId="414"/>
            <ac:grpSpMk id="233" creationId="{8540C615-4FCB-9027-296B-6CB33B89582E}"/>
          </ac:grpSpMkLst>
        </pc:grpChg>
        <pc:grpChg chg="mod">
          <ac:chgData name="Gera Weiss" userId="f0aa0173-552d-4808-9782-d425e6aaf8d9" providerId="ADAL" clId="{3DD90590-925B-4383-B9CE-3E0B0AC19A3C}" dt="2025-06-11T08:00:00.022" v="140" actId="1076"/>
          <ac:grpSpMkLst>
            <pc:docMk/>
            <pc:sldMk cId="2249042110" sldId="414"/>
            <ac:grpSpMk id="237" creationId="{6C82AF4F-4B4D-07D6-015A-9DC06D7ECE75}"/>
          </ac:grpSpMkLst>
        </pc:grpChg>
        <pc:grpChg chg="mod">
          <ac:chgData name="Gera Weiss" userId="f0aa0173-552d-4808-9782-d425e6aaf8d9" providerId="ADAL" clId="{3DD90590-925B-4383-B9CE-3E0B0AC19A3C}" dt="2025-06-11T08:00:00.022" v="140" actId="1076"/>
          <ac:grpSpMkLst>
            <pc:docMk/>
            <pc:sldMk cId="2249042110" sldId="414"/>
            <ac:grpSpMk id="241" creationId="{5F756647-7662-CF5D-6406-E1C45BE893D8}"/>
          </ac:grpSpMkLst>
        </pc:grpChg>
        <pc:grpChg chg="mod">
          <ac:chgData name="Gera Weiss" userId="f0aa0173-552d-4808-9782-d425e6aaf8d9" providerId="ADAL" clId="{3DD90590-925B-4383-B9CE-3E0B0AC19A3C}" dt="2025-06-11T08:11:42.572" v="309" actId="164"/>
          <ac:grpSpMkLst>
            <pc:docMk/>
            <pc:sldMk cId="2249042110" sldId="414"/>
            <ac:grpSpMk id="340" creationId="{FAD86B24-5721-2575-38AE-7B25908CB0E5}"/>
          </ac:grpSpMkLst>
        </pc:grpChg>
        <pc:grpChg chg="mod">
          <ac:chgData name="Gera Weiss" userId="f0aa0173-552d-4808-9782-d425e6aaf8d9" providerId="ADAL" clId="{3DD90590-925B-4383-B9CE-3E0B0AC19A3C}" dt="2025-06-11T08:11:42.572" v="309" actId="164"/>
          <ac:grpSpMkLst>
            <pc:docMk/>
            <pc:sldMk cId="2249042110" sldId="414"/>
            <ac:grpSpMk id="353" creationId="{4FC87690-B850-4D62-4354-37A60139C75C}"/>
          </ac:grpSpMkLst>
        </pc:grpChg>
        <pc:grpChg chg="add mod">
          <ac:chgData name="Gera Weiss" userId="f0aa0173-552d-4808-9782-d425e6aaf8d9" providerId="ADAL" clId="{3DD90590-925B-4383-B9CE-3E0B0AC19A3C}" dt="2025-06-11T08:11:50.519" v="312" actId="164"/>
          <ac:grpSpMkLst>
            <pc:docMk/>
            <pc:sldMk cId="2249042110" sldId="414"/>
            <ac:grpSpMk id="364" creationId="{6F0FEC96-8506-D125-15BF-145548D21704}"/>
          </ac:grpSpMkLst>
        </pc:grpChg>
        <pc:grpChg chg="add mod">
          <ac:chgData name="Gera Weiss" userId="f0aa0173-552d-4808-9782-d425e6aaf8d9" providerId="ADAL" clId="{3DD90590-925B-4383-B9CE-3E0B0AC19A3C}" dt="2025-06-11T08:15:20.896" v="386" actId="1035"/>
          <ac:grpSpMkLst>
            <pc:docMk/>
            <pc:sldMk cId="2249042110" sldId="414"/>
            <ac:grpSpMk id="365" creationId="{137A63EC-959D-C649-AEF5-4953AA600A64}"/>
          </ac:grpSpMkLst>
        </pc:grpChg>
        <pc:grpChg chg="mod">
          <ac:chgData name="Gera Weiss" userId="f0aa0173-552d-4808-9782-d425e6aaf8d9" providerId="ADAL" clId="{3DD90590-925B-4383-B9CE-3E0B0AC19A3C}" dt="2025-06-11T08:15:20.896" v="386" actId="1035"/>
          <ac:grpSpMkLst>
            <pc:docMk/>
            <pc:sldMk cId="2249042110" sldId="414"/>
            <ac:grpSpMk id="366" creationId="{C4370893-C174-B133-11AE-A18FA2050C1D}"/>
          </ac:grpSpMkLst>
        </pc:grpChg>
        <pc:picChg chg="add mod">
          <ac:chgData name="Gera Weiss" userId="f0aa0173-552d-4808-9782-d425e6aaf8d9" providerId="ADAL" clId="{3DD90590-925B-4383-B9CE-3E0B0AC19A3C}" dt="2025-06-11T08:16:57.778" v="394" actId="1076"/>
          <ac:picMkLst>
            <pc:docMk/>
            <pc:sldMk cId="2249042110" sldId="414"/>
            <ac:picMk id="394" creationId="{E0E1BF5C-C84C-8441-9B3A-4CEAC784A814}"/>
          </ac:picMkLst>
        </pc:picChg>
        <pc:cxnChg chg="add">
          <ac:chgData name="Gera Weiss" userId="f0aa0173-552d-4808-9782-d425e6aaf8d9" providerId="ADAL" clId="{3DD90590-925B-4383-B9CE-3E0B0AC19A3C}" dt="2025-06-11T08:08:18.368" v="293" actId="11529"/>
          <ac:cxnSpMkLst>
            <pc:docMk/>
            <pc:sldMk cId="2249042110" sldId="414"/>
            <ac:cxnSpMk id="337" creationId="{FBF0DC9C-CEEE-58E2-1FB6-B04427AC161E}"/>
          </ac:cxnSpMkLst>
        </pc:cxnChg>
        <pc:cxnChg chg="add">
          <ac:chgData name="Gera Weiss" userId="f0aa0173-552d-4808-9782-d425e6aaf8d9" providerId="ADAL" clId="{3DD90590-925B-4383-B9CE-3E0B0AC19A3C}" dt="2025-06-11T08:08:23.718" v="294" actId="11529"/>
          <ac:cxnSpMkLst>
            <pc:docMk/>
            <pc:sldMk cId="2249042110" sldId="414"/>
            <ac:cxnSpMk id="339" creationId="{A7939508-99B6-AD7E-1DA0-D36804193A53}"/>
          </ac:cxnSpMkLst>
        </pc:cxnChg>
        <pc:cxnChg chg="mod">
          <ac:chgData name="Gera Weiss" userId="f0aa0173-552d-4808-9782-d425e6aaf8d9" providerId="ADAL" clId="{3DD90590-925B-4383-B9CE-3E0B0AC19A3C}" dt="2025-06-11T08:15:27.915" v="387" actId="14100"/>
          <ac:cxnSpMkLst>
            <pc:docMk/>
            <pc:sldMk cId="2249042110" sldId="414"/>
            <ac:cxnSpMk id="346" creationId="{358B3DF3-AD80-E27C-73B0-9EA51E8073EF}"/>
          </ac:cxnSpMkLst>
        </pc:cxnChg>
        <pc:cxnChg chg="mod">
          <ac:chgData name="Gera Weiss" userId="f0aa0173-552d-4808-9782-d425e6aaf8d9" providerId="ADAL" clId="{3DD90590-925B-4383-B9CE-3E0B0AC19A3C}" dt="2025-06-11T08:15:34.065" v="389" actId="14100"/>
          <ac:cxnSpMkLst>
            <pc:docMk/>
            <pc:sldMk cId="2249042110" sldId="414"/>
            <ac:cxnSpMk id="385" creationId="{F3DAF8A8-E886-3E4D-B87C-8524E1C19CCF}"/>
          </ac:cxnSpMkLst>
        </pc:cxnChg>
      </pc:sldChg>
    </pc:docChg>
  </pc:docChgLst>
  <pc:docChgLst>
    <pc:chgData name="Gera Weiss" userId="f0aa0173-552d-4808-9782-d425e6aaf8d9" providerId="ADAL" clId="{98566DEA-60B2-4960-8842-19E14B514127}"/>
    <pc:docChg chg="undo custSel modSld">
      <pc:chgData name="Gera Weiss" userId="f0aa0173-552d-4808-9782-d425e6aaf8d9" providerId="ADAL" clId="{98566DEA-60B2-4960-8842-19E14B514127}" dt="2025-07-27T10:48:52.991" v="15"/>
      <pc:docMkLst>
        <pc:docMk/>
      </pc:docMkLst>
      <pc:sldChg chg="modSp mod">
        <pc:chgData name="Gera Weiss" userId="f0aa0173-552d-4808-9782-d425e6aaf8d9" providerId="ADAL" clId="{98566DEA-60B2-4960-8842-19E14B514127}" dt="2025-07-27T10:48:52.991" v="15"/>
        <pc:sldMkLst>
          <pc:docMk/>
          <pc:sldMk cId="0" sldId="359"/>
        </pc:sldMkLst>
        <pc:spChg chg="mod">
          <ac:chgData name="Gera Weiss" userId="f0aa0173-552d-4808-9782-d425e6aaf8d9" providerId="ADAL" clId="{98566DEA-60B2-4960-8842-19E14B514127}" dt="2025-07-27T09:48:31.843" v="11" actId="20577"/>
          <ac:spMkLst>
            <pc:docMk/>
            <pc:sldMk cId="0" sldId="359"/>
            <ac:spMk id="5" creationId="{00000000-0000-0000-0000-000000000000}"/>
          </ac:spMkLst>
        </pc:spChg>
        <pc:graphicFrameChg chg="mod modGraphic">
          <ac:chgData name="Gera Weiss" userId="f0aa0173-552d-4808-9782-d425e6aaf8d9" providerId="ADAL" clId="{98566DEA-60B2-4960-8842-19E14B514127}" dt="2025-07-27T10:48:52.991" v="15"/>
          <ac:graphicFrameMkLst>
            <pc:docMk/>
            <pc:sldMk cId="0" sldId="359"/>
            <ac:graphicFrameMk id="6" creationId="{00000000-0000-0000-0000-000000000000}"/>
          </ac:graphicFrameMkLst>
        </pc:graphicFrameChg>
      </pc:sldChg>
    </pc:docChg>
  </pc:docChgLst>
  <pc:docChgLst>
    <pc:chgData name="Gera Weiss" userId="f0aa0173-552d-4808-9782-d425e6aaf8d9" providerId="ADAL" clId="{BF319739-CFC5-4D56-915D-194772E2EBEB}"/>
    <pc:docChg chg="undo custSel addSld delSld modSld sldOrd">
      <pc:chgData name="Gera Weiss" userId="f0aa0173-552d-4808-9782-d425e6aaf8d9" providerId="ADAL" clId="{BF319739-CFC5-4D56-915D-194772E2EBEB}" dt="2025-06-18T14:04:07.501" v="1326" actId="47"/>
      <pc:docMkLst>
        <pc:docMk/>
      </pc:docMkLst>
      <pc:sldChg chg="modSp mod">
        <pc:chgData name="Gera Weiss" userId="f0aa0173-552d-4808-9782-d425e6aaf8d9" providerId="ADAL" clId="{BF319739-CFC5-4D56-915D-194772E2EBEB}" dt="2025-06-16T07:45:40.049" v="8" actId="2711"/>
        <pc:sldMkLst>
          <pc:docMk/>
          <pc:sldMk cId="0" sldId="345"/>
        </pc:sldMkLst>
        <pc:spChg chg="mod">
          <ac:chgData name="Gera Weiss" userId="f0aa0173-552d-4808-9782-d425e6aaf8d9" providerId="ADAL" clId="{BF319739-CFC5-4D56-915D-194772E2EBEB}" dt="2025-06-16T07:45:40.049" v="8" actId="2711"/>
          <ac:spMkLst>
            <pc:docMk/>
            <pc:sldMk cId="0" sldId="345"/>
            <ac:spMk id="3" creationId="{00000000-0000-0000-0000-000000000000}"/>
          </ac:spMkLst>
        </pc:spChg>
        <pc:picChg chg="mod">
          <ac:chgData name="Gera Weiss" userId="f0aa0173-552d-4808-9782-d425e6aaf8d9" providerId="ADAL" clId="{BF319739-CFC5-4D56-915D-194772E2EBEB}" dt="2025-06-16T07:45:33.933" v="7" actId="1076"/>
          <ac:picMkLst>
            <pc:docMk/>
            <pc:sldMk cId="0" sldId="345"/>
            <ac:picMk id="7" creationId="{8BEC6BD2-4031-18D0-92F9-DA41D1D03ED8}"/>
          </ac:picMkLst>
        </pc:picChg>
      </pc:sldChg>
      <pc:sldChg chg="addSp delSp modSp mod">
        <pc:chgData name="Gera Weiss" userId="f0aa0173-552d-4808-9782-d425e6aaf8d9" providerId="ADAL" clId="{BF319739-CFC5-4D56-915D-194772E2EBEB}" dt="2025-06-18T07:36:31.535" v="598" actId="1076"/>
        <pc:sldMkLst>
          <pc:docMk/>
          <pc:sldMk cId="0" sldId="346"/>
        </pc:sldMkLst>
        <pc:spChg chg="mod">
          <ac:chgData name="Gera Weiss" userId="f0aa0173-552d-4808-9782-d425e6aaf8d9" providerId="ADAL" clId="{BF319739-CFC5-4D56-915D-194772E2EBEB}" dt="2025-06-16T07:59:06.740" v="123" actId="108"/>
          <ac:spMkLst>
            <pc:docMk/>
            <pc:sldMk cId="0" sldId="346"/>
            <ac:spMk id="5" creationId="{00000000-0000-0000-0000-000000000000}"/>
          </ac:spMkLst>
        </pc:spChg>
        <pc:spChg chg="add mod">
          <ac:chgData name="Gera Weiss" userId="f0aa0173-552d-4808-9782-d425e6aaf8d9" providerId="ADAL" clId="{BF319739-CFC5-4D56-915D-194772E2EBEB}" dt="2025-06-16T08:03:47.659" v="228" actId="1076"/>
          <ac:spMkLst>
            <pc:docMk/>
            <pc:sldMk cId="0" sldId="346"/>
            <ac:spMk id="13" creationId="{12E9108B-261F-82A5-AC43-5C13132E617A}"/>
          </ac:spMkLst>
        </pc:spChg>
        <pc:spChg chg="add mod">
          <ac:chgData name="Gera Weiss" userId="f0aa0173-552d-4808-9782-d425e6aaf8d9" providerId="ADAL" clId="{BF319739-CFC5-4D56-915D-194772E2EBEB}" dt="2025-06-16T08:02:57.360" v="222" actId="14100"/>
          <ac:spMkLst>
            <pc:docMk/>
            <pc:sldMk cId="0" sldId="346"/>
            <ac:spMk id="14" creationId="{FB504023-5C32-C577-B2B0-68AC442BD196}"/>
          </ac:spMkLst>
        </pc:spChg>
        <pc:spChg chg="add mod">
          <ac:chgData name="Gera Weiss" userId="f0aa0173-552d-4808-9782-d425e6aaf8d9" providerId="ADAL" clId="{BF319739-CFC5-4D56-915D-194772E2EBEB}" dt="2025-06-16T08:03:28.797" v="226" actId="1076"/>
          <ac:spMkLst>
            <pc:docMk/>
            <pc:sldMk cId="0" sldId="346"/>
            <ac:spMk id="15" creationId="{0D87A9D4-F65C-E967-006D-9D2A128F9D75}"/>
          </ac:spMkLst>
        </pc:spChg>
        <pc:spChg chg="add mod">
          <ac:chgData name="Gera Weiss" userId="f0aa0173-552d-4808-9782-d425e6aaf8d9" providerId="ADAL" clId="{BF319739-CFC5-4D56-915D-194772E2EBEB}" dt="2025-06-16T08:03:20.899" v="225" actId="1076"/>
          <ac:spMkLst>
            <pc:docMk/>
            <pc:sldMk cId="0" sldId="346"/>
            <ac:spMk id="16" creationId="{D773E291-FD36-4F85-9CBC-792612046E07}"/>
          </ac:spMkLst>
        </pc:spChg>
        <pc:spChg chg="add mod">
          <ac:chgData name="Gera Weiss" userId="f0aa0173-552d-4808-9782-d425e6aaf8d9" providerId="ADAL" clId="{BF319739-CFC5-4D56-915D-194772E2EBEB}" dt="2025-06-18T07:36:25.611" v="596" actId="14100"/>
          <ac:spMkLst>
            <pc:docMk/>
            <pc:sldMk cId="0" sldId="346"/>
            <ac:spMk id="19" creationId="{9816CAFD-6A5C-4AC8-9D54-1BB565258590}"/>
          </ac:spMkLst>
        </pc:spChg>
        <pc:spChg chg="add mod">
          <ac:chgData name="Gera Weiss" userId="f0aa0173-552d-4808-9782-d425e6aaf8d9" providerId="ADAL" clId="{BF319739-CFC5-4D56-915D-194772E2EBEB}" dt="2025-06-18T07:36:31.535" v="598" actId="1076"/>
          <ac:spMkLst>
            <pc:docMk/>
            <pc:sldMk cId="0" sldId="346"/>
            <ac:spMk id="21" creationId="{8D1AE552-62DC-49F9-0CB1-112C517930A3}"/>
          </ac:spMkLst>
        </pc:spChg>
        <pc:picChg chg="add mod">
          <ac:chgData name="Gera Weiss" userId="f0aa0173-552d-4808-9782-d425e6aaf8d9" providerId="ADAL" clId="{BF319739-CFC5-4D56-915D-194772E2EBEB}" dt="2025-06-16T08:04:19.659" v="233" actId="208"/>
          <ac:picMkLst>
            <pc:docMk/>
            <pc:sldMk cId="0" sldId="346"/>
            <ac:picMk id="11" creationId="{82EAE9CB-F09A-1F64-C860-182DB54F3CCC}"/>
          </ac:picMkLst>
        </pc:picChg>
        <pc:picChg chg="add mod">
          <ac:chgData name="Gera Weiss" userId="f0aa0173-552d-4808-9782-d425e6aaf8d9" providerId="ADAL" clId="{BF319739-CFC5-4D56-915D-194772E2EBEB}" dt="2025-06-16T08:04:19.659" v="233" actId="208"/>
          <ac:picMkLst>
            <pc:docMk/>
            <pc:sldMk cId="0" sldId="346"/>
            <ac:picMk id="12" creationId="{89D56334-6B5C-5559-2C7B-FE50CCB5E865}"/>
          </ac:picMkLst>
        </pc:picChg>
        <pc:picChg chg="add mod">
          <ac:chgData name="Gera Weiss" userId="f0aa0173-552d-4808-9782-d425e6aaf8d9" providerId="ADAL" clId="{BF319739-CFC5-4D56-915D-194772E2EBEB}" dt="2025-06-16T08:23:05.998" v="238"/>
          <ac:picMkLst>
            <pc:docMk/>
            <pc:sldMk cId="0" sldId="346"/>
            <ac:picMk id="17" creationId="{255A7E78-8684-94D5-A605-8C7F3781401D}"/>
          </ac:picMkLst>
        </pc:picChg>
        <pc:picChg chg="add mod">
          <ac:chgData name="Gera Weiss" userId="f0aa0173-552d-4808-9782-d425e6aaf8d9" providerId="ADAL" clId="{BF319739-CFC5-4D56-915D-194772E2EBEB}" dt="2025-06-16T08:31:15.847" v="521"/>
          <ac:picMkLst>
            <pc:docMk/>
            <pc:sldMk cId="0" sldId="346"/>
            <ac:picMk id="20" creationId="{E8086608-7A5E-8070-31A1-7079F6F1564B}"/>
          </ac:picMkLst>
        </pc:picChg>
        <pc:picChg chg="add mod">
          <ac:chgData name="Gera Weiss" userId="f0aa0173-552d-4808-9782-d425e6aaf8d9" providerId="ADAL" clId="{BF319739-CFC5-4D56-915D-194772E2EBEB}" dt="2025-06-16T08:38:55.681" v="530" actId="1076"/>
          <ac:picMkLst>
            <pc:docMk/>
            <pc:sldMk cId="0" sldId="346"/>
            <ac:picMk id="22" creationId="{8DA91C41-7182-2835-03FE-C43F14D02B54}"/>
          </ac:picMkLst>
        </pc:picChg>
      </pc:sldChg>
      <pc:sldChg chg="mod modShow">
        <pc:chgData name="Gera Weiss" userId="f0aa0173-552d-4808-9782-d425e6aaf8d9" providerId="ADAL" clId="{BF319739-CFC5-4D56-915D-194772E2EBEB}" dt="2025-06-16T08:39:33.081" v="531" actId="729"/>
        <pc:sldMkLst>
          <pc:docMk/>
          <pc:sldMk cId="0" sldId="347"/>
        </pc:sldMkLst>
      </pc:sldChg>
      <pc:sldChg chg="mod modShow">
        <pc:chgData name="Gera Weiss" userId="f0aa0173-552d-4808-9782-d425e6aaf8d9" providerId="ADAL" clId="{BF319739-CFC5-4D56-915D-194772E2EBEB}" dt="2025-06-16T08:39:35.371" v="532" actId="729"/>
        <pc:sldMkLst>
          <pc:docMk/>
          <pc:sldMk cId="0" sldId="348"/>
        </pc:sldMkLst>
      </pc:sldChg>
      <pc:sldChg chg="addSp delSp modSp mod">
        <pc:chgData name="Gera Weiss" userId="f0aa0173-552d-4808-9782-d425e6aaf8d9" providerId="ADAL" clId="{BF319739-CFC5-4D56-915D-194772E2EBEB}" dt="2025-06-16T10:30:33.886" v="552" actId="478"/>
        <pc:sldMkLst>
          <pc:docMk/>
          <pc:sldMk cId="0" sldId="350"/>
        </pc:sldMkLst>
        <pc:graphicFrameChg chg="mod">
          <ac:chgData name="Gera Weiss" userId="f0aa0173-552d-4808-9782-d425e6aaf8d9" providerId="ADAL" clId="{BF319739-CFC5-4D56-915D-194772E2EBEB}" dt="2025-06-16T10:15:06.662" v="539"/>
          <ac:graphicFrameMkLst>
            <pc:docMk/>
            <pc:sldMk cId="0" sldId="350"/>
            <ac:graphicFrameMk id="8" creationId="{00000000-0000-0000-0000-000000000000}"/>
          </ac:graphicFrameMkLst>
        </pc:graphicFrameChg>
        <pc:picChg chg="add mod">
          <ac:chgData name="Gera Weiss" userId="f0aa0173-552d-4808-9782-d425e6aaf8d9" providerId="ADAL" clId="{BF319739-CFC5-4D56-915D-194772E2EBEB}" dt="2025-06-16T10:15:23.990" v="550" actId="1076"/>
          <ac:picMkLst>
            <pc:docMk/>
            <pc:sldMk cId="0" sldId="350"/>
            <ac:picMk id="2052" creationId="{E8BC8515-7945-AC83-7175-06395A44115A}"/>
          </ac:picMkLst>
        </pc:picChg>
      </pc:sldChg>
      <pc:sldChg chg="del">
        <pc:chgData name="Gera Weiss" userId="f0aa0173-552d-4808-9782-d425e6aaf8d9" providerId="ADAL" clId="{BF319739-CFC5-4D56-915D-194772E2EBEB}" dt="2025-06-16T08:50:37.858" v="535" actId="47"/>
        <pc:sldMkLst>
          <pc:docMk/>
          <pc:sldMk cId="0" sldId="351"/>
        </pc:sldMkLst>
      </pc:sldChg>
      <pc:sldChg chg="addSp delSp modSp mod">
        <pc:chgData name="Gera Weiss" userId="f0aa0173-552d-4808-9782-d425e6aaf8d9" providerId="ADAL" clId="{BF319739-CFC5-4D56-915D-194772E2EBEB}" dt="2025-06-18T08:11:42.371" v="1057"/>
        <pc:sldMkLst>
          <pc:docMk/>
          <pc:sldMk cId="0" sldId="353"/>
        </pc:sldMkLst>
        <pc:spChg chg="mod">
          <ac:chgData name="Gera Weiss" userId="f0aa0173-552d-4808-9782-d425e6aaf8d9" providerId="ADAL" clId="{BF319739-CFC5-4D56-915D-194772E2EBEB}" dt="2025-06-18T08:11:42.371" v="1057"/>
          <ac:spMkLst>
            <pc:docMk/>
            <pc:sldMk cId="0" sldId="353"/>
            <ac:spMk id="5" creationId="{00000000-0000-0000-0000-000000000000}"/>
          </ac:spMkLst>
        </pc:spChg>
        <pc:graphicFrameChg chg="mod">
          <ac:chgData name="Gera Weiss" userId="f0aa0173-552d-4808-9782-d425e6aaf8d9" providerId="ADAL" clId="{BF319739-CFC5-4D56-915D-194772E2EBEB}" dt="2025-06-18T08:10:37.921" v="1055" actId="1076"/>
          <ac:graphicFrameMkLst>
            <pc:docMk/>
            <pc:sldMk cId="0" sldId="353"/>
            <ac:graphicFrameMk id="6" creationId="{00000000-0000-0000-0000-000000000000}"/>
          </ac:graphicFrameMkLst>
        </pc:graphicFrameChg>
      </pc:sldChg>
      <pc:sldChg chg="addSp delSp modSp mod">
        <pc:chgData name="Gera Weiss" userId="f0aa0173-552d-4808-9782-d425e6aaf8d9" providerId="ADAL" clId="{BF319739-CFC5-4D56-915D-194772E2EBEB}" dt="2025-06-18T08:16:08.946" v="1061" actId="6549"/>
        <pc:sldMkLst>
          <pc:docMk/>
          <pc:sldMk cId="0" sldId="355"/>
        </pc:sldMkLst>
        <pc:spChg chg="mod">
          <ac:chgData name="Gera Weiss" userId="f0aa0173-552d-4808-9782-d425e6aaf8d9" providerId="ADAL" clId="{BF319739-CFC5-4D56-915D-194772E2EBEB}" dt="2025-06-18T08:16:08.946" v="1061" actId="6549"/>
          <ac:spMkLst>
            <pc:docMk/>
            <pc:sldMk cId="0" sldId="355"/>
            <ac:spMk id="5" creationId="{00000000-0000-0000-0000-000000000000}"/>
          </ac:spMkLst>
        </pc:spChg>
        <pc:spChg chg="add mod">
          <ac:chgData name="Gera Weiss" userId="f0aa0173-552d-4808-9782-d425e6aaf8d9" providerId="ADAL" clId="{BF319739-CFC5-4D56-915D-194772E2EBEB}" dt="2025-06-18T07:43:27.105" v="785" actId="1076"/>
          <ac:spMkLst>
            <pc:docMk/>
            <pc:sldMk cId="0" sldId="355"/>
            <ac:spMk id="7" creationId="{196D1604-8FA4-D876-B111-B87CCC31D5A2}"/>
          </ac:spMkLst>
        </pc:spChg>
        <pc:spChg chg="add mod">
          <ac:chgData name="Gera Weiss" userId="f0aa0173-552d-4808-9782-d425e6aaf8d9" providerId="ADAL" clId="{BF319739-CFC5-4D56-915D-194772E2EBEB}" dt="2025-06-18T07:44:10.844" v="793" actId="206"/>
          <ac:spMkLst>
            <pc:docMk/>
            <pc:sldMk cId="0" sldId="355"/>
            <ac:spMk id="8" creationId="{C64E5362-F258-2DE3-A0CE-DEA4B0054C8B}"/>
          </ac:spMkLst>
        </pc:spChg>
      </pc:sldChg>
      <pc:sldChg chg="addSp delSp modSp mod">
        <pc:chgData name="Gera Weiss" userId="f0aa0173-552d-4808-9782-d425e6aaf8d9" providerId="ADAL" clId="{BF319739-CFC5-4D56-915D-194772E2EBEB}" dt="2025-06-18T08:19:51.140" v="1080"/>
        <pc:sldMkLst>
          <pc:docMk/>
          <pc:sldMk cId="0" sldId="356"/>
        </pc:sldMkLst>
        <pc:spChg chg="add mod">
          <ac:chgData name="Gera Weiss" userId="f0aa0173-552d-4808-9782-d425e6aaf8d9" providerId="ADAL" clId="{BF319739-CFC5-4D56-915D-194772E2EBEB}" dt="2025-06-18T08:19:51.140" v="1080"/>
          <ac:spMkLst>
            <pc:docMk/>
            <pc:sldMk cId="0" sldId="356"/>
            <ac:spMk id="5" creationId="{71710E24-16FE-AE5C-5613-6B9F3ADEE267}"/>
          </ac:spMkLst>
        </pc:spChg>
        <pc:graphicFrameChg chg="mod">
          <ac:chgData name="Gera Weiss" userId="f0aa0173-552d-4808-9782-d425e6aaf8d9" providerId="ADAL" clId="{BF319739-CFC5-4D56-915D-194772E2EBEB}" dt="2025-06-18T07:54:41.245" v="802" actId="113"/>
          <ac:graphicFrameMkLst>
            <pc:docMk/>
            <pc:sldMk cId="0" sldId="356"/>
            <ac:graphicFrameMk id="10" creationId="{00000000-0000-0000-0000-000000000000}"/>
          </ac:graphicFrameMkLst>
        </pc:graphicFrameChg>
      </pc:sldChg>
      <pc:sldChg chg="addSp modSp mod">
        <pc:chgData name="Gera Weiss" userId="f0aa0173-552d-4808-9782-d425e6aaf8d9" providerId="ADAL" clId="{BF319739-CFC5-4D56-915D-194772E2EBEB}" dt="2025-06-18T08:29:36.107" v="1104" actId="20577"/>
        <pc:sldMkLst>
          <pc:docMk/>
          <pc:sldMk cId="0" sldId="359"/>
        </pc:sldMkLst>
        <pc:spChg chg="mod">
          <ac:chgData name="Gera Weiss" userId="f0aa0173-552d-4808-9782-d425e6aaf8d9" providerId="ADAL" clId="{BF319739-CFC5-4D56-915D-194772E2EBEB}" dt="2025-06-18T08:29:36.107" v="1104" actId="20577"/>
          <ac:spMkLst>
            <pc:docMk/>
            <pc:sldMk cId="0" sldId="359"/>
            <ac:spMk id="5" creationId="{00000000-0000-0000-0000-000000000000}"/>
          </ac:spMkLst>
        </pc:spChg>
        <pc:graphicFrameChg chg="modGraphic">
          <ac:chgData name="Gera Weiss" userId="f0aa0173-552d-4808-9782-d425e6aaf8d9" providerId="ADAL" clId="{BF319739-CFC5-4D56-915D-194772E2EBEB}" dt="2025-06-18T08:29:12.014" v="1102" actId="20577"/>
          <ac:graphicFrameMkLst>
            <pc:docMk/>
            <pc:sldMk cId="0" sldId="359"/>
            <ac:graphicFrameMk id="6" creationId="{00000000-0000-0000-0000-000000000000}"/>
          </ac:graphicFrameMkLst>
        </pc:graphicFrameChg>
        <pc:picChg chg="add mod">
          <ac:chgData name="Gera Weiss" userId="f0aa0173-552d-4808-9782-d425e6aaf8d9" providerId="ADAL" clId="{BF319739-CFC5-4D56-915D-194772E2EBEB}" dt="2025-06-16T08:59:08.386" v="538"/>
          <ac:picMkLst>
            <pc:docMk/>
            <pc:sldMk cId="0" sldId="359"/>
            <ac:picMk id="7" creationId="{8E1DB27C-483F-FA93-0ACC-B148036FAFB3}"/>
          </ac:picMkLst>
        </pc:picChg>
      </pc:sldChg>
      <pc:sldChg chg="addSp modSp mod">
        <pc:chgData name="Gera Weiss" userId="f0aa0173-552d-4808-9782-d425e6aaf8d9" providerId="ADAL" clId="{BF319739-CFC5-4D56-915D-194772E2EBEB}" dt="2025-06-18T08:34:27.385" v="1191" actId="1076"/>
        <pc:sldMkLst>
          <pc:docMk/>
          <pc:sldMk cId="0" sldId="360"/>
        </pc:sldMkLst>
        <pc:spChg chg="mod">
          <ac:chgData name="Gera Weiss" userId="f0aa0173-552d-4808-9782-d425e6aaf8d9" providerId="ADAL" clId="{BF319739-CFC5-4D56-915D-194772E2EBEB}" dt="2025-06-18T08:30:38.869" v="1108" actId="2711"/>
          <ac:spMkLst>
            <pc:docMk/>
            <pc:sldMk cId="0" sldId="360"/>
            <ac:spMk id="2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8T08:31:02.565" v="1109"/>
          <ac:spMkLst>
            <pc:docMk/>
            <pc:sldMk cId="0" sldId="360"/>
            <ac:spMk id="6" creationId="{00000000-0000-0000-0000-000000000000}"/>
          </ac:spMkLst>
        </pc:spChg>
        <pc:spChg chg="add mod">
          <ac:chgData name="Gera Weiss" userId="f0aa0173-552d-4808-9782-d425e6aaf8d9" providerId="ADAL" clId="{BF319739-CFC5-4D56-915D-194772E2EBEB}" dt="2025-06-18T08:34:27.385" v="1191" actId="1076"/>
          <ac:spMkLst>
            <pc:docMk/>
            <pc:sldMk cId="0" sldId="360"/>
            <ac:spMk id="7" creationId="{EFF0E5D6-DD3B-533C-BC3F-6AEB6115FCBB}"/>
          </ac:spMkLst>
        </pc:spChg>
      </pc:sldChg>
      <pc:sldChg chg="addSp modSp mod ord">
        <pc:chgData name="Gera Weiss" userId="f0aa0173-552d-4808-9782-d425e6aaf8d9" providerId="ADAL" clId="{BF319739-CFC5-4D56-915D-194772E2EBEB}" dt="2025-06-18T08:40:01.612" v="1236"/>
        <pc:sldMkLst>
          <pc:docMk/>
          <pc:sldMk cId="0" sldId="361"/>
        </pc:sldMkLst>
        <pc:spChg chg="mod">
          <ac:chgData name="Gera Weiss" userId="f0aa0173-552d-4808-9782-d425e6aaf8d9" providerId="ADAL" clId="{BF319739-CFC5-4D56-915D-194772E2EBEB}" dt="2025-06-18T08:36:23.984" v="1224" actId="2711"/>
          <ac:spMkLst>
            <pc:docMk/>
            <pc:sldMk cId="0" sldId="361"/>
            <ac:spMk id="2" creationId="{00000000-0000-0000-0000-000000000000}"/>
          </ac:spMkLst>
        </pc:spChg>
        <pc:spChg chg="add mod">
          <ac:chgData name="Gera Weiss" userId="f0aa0173-552d-4808-9782-d425e6aaf8d9" providerId="ADAL" clId="{BF319739-CFC5-4D56-915D-194772E2EBEB}" dt="2025-06-18T08:36:15.546" v="1223" actId="1076"/>
          <ac:spMkLst>
            <pc:docMk/>
            <pc:sldMk cId="0" sldId="361"/>
            <ac:spMk id="5" creationId="{79661AA6-BCA8-67EA-7CD0-A9DEB4C430EF}"/>
          </ac:spMkLst>
        </pc:spChg>
        <pc:spChg chg="mod">
          <ac:chgData name="Gera Weiss" userId="f0aa0173-552d-4808-9782-d425e6aaf8d9" providerId="ADAL" clId="{BF319739-CFC5-4D56-915D-194772E2EBEB}" dt="2025-06-18T08:34:53.055" v="1194" actId="2711"/>
          <ac:spMkLst>
            <pc:docMk/>
            <pc:sldMk cId="0" sldId="361"/>
            <ac:spMk id="6" creationId="{00000000-0000-0000-0000-000000000000}"/>
          </ac:spMkLst>
        </pc:spChg>
        <pc:spChg chg="add mod">
          <ac:chgData name="Gera Weiss" userId="f0aa0173-552d-4808-9782-d425e6aaf8d9" providerId="ADAL" clId="{BF319739-CFC5-4D56-915D-194772E2EBEB}" dt="2025-06-18T08:36:12.496" v="1222" actId="1076"/>
          <ac:spMkLst>
            <pc:docMk/>
            <pc:sldMk cId="0" sldId="361"/>
            <ac:spMk id="8" creationId="{C3602B55-348D-F4FB-3178-52ACAE20FF25}"/>
          </ac:spMkLst>
        </pc:spChg>
      </pc:sldChg>
      <pc:sldChg chg="addSp delSp modSp mod delAnim modAnim">
        <pc:chgData name="Gera Weiss" userId="f0aa0173-552d-4808-9782-d425e6aaf8d9" providerId="ADAL" clId="{BF319739-CFC5-4D56-915D-194772E2EBEB}" dt="2025-06-18T08:44:45.454" v="1275" actId="1076"/>
        <pc:sldMkLst>
          <pc:docMk/>
          <pc:sldMk cId="0" sldId="363"/>
        </pc:sldMkLst>
        <pc:graphicFrameChg chg="mod">
          <ac:chgData name="Gera Weiss" userId="f0aa0173-552d-4808-9782-d425e6aaf8d9" providerId="ADAL" clId="{BF319739-CFC5-4D56-915D-194772E2EBEB}" dt="2025-06-18T08:36:47.150" v="1226" actId="113"/>
          <ac:graphicFrameMkLst>
            <pc:docMk/>
            <pc:sldMk cId="0" sldId="363"/>
            <ac:graphicFrameMk id="9" creationId="{00000000-0000-0000-0000-000000000000}"/>
          </ac:graphicFrameMkLst>
        </pc:graphicFrameChg>
        <pc:picChg chg="add mod">
          <ac:chgData name="Gera Weiss" userId="f0aa0173-552d-4808-9782-d425e6aaf8d9" providerId="ADAL" clId="{BF319739-CFC5-4D56-915D-194772E2EBEB}" dt="2025-06-18T08:44:45.454" v="1275" actId="1076"/>
          <ac:picMkLst>
            <pc:docMk/>
            <pc:sldMk cId="0" sldId="363"/>
            <ac:picMk id="1026" creationId="{3B6D7873-EDED-83FA-BF39-A698A6B68E60}"/>
          </ac:picMkLst>
        </pc:picChg>
      </pc:sldChg>
      <pc:sldChg chg="del">
        <pc:chgData name="Gera Weiss" userId="f0aa0173-552d-4808-9782-d425e6aaf8d9" providerId="ADAL" clId="{BF319739-CFC5-4D56-915D-194772E2EBEB}" dt="2025-06-16T07:43:13.724" v="1" actId="2696"/>
        <pc:sldMkLst>
          <pc:docMk/>
          <pc:sldMk cId="0" sldId="369"/>
        </pc:sldMkLst>
      </pc:sldChg>
      <pc:sldChg chg="add mod modShow">
        <pc:chgData name="Gera Weiss" userId="f0aa0173-552d-4808-9782-d425e6aaf8d9" providerId="ADAL" clId="{BF319739-CFC5-4D56-915D-194772E2EBEB}" dt="2025-06-16T07:43:45.774" v="3" actId="729"/>
        <pc:sldMkLst>
          <pc:docMk/>
          <pc:sldMk cId="1026452323" sldId="369"/>
        </pc:sldMkLst>
      </pc:sldChg>
      <pc:sldChg chg="mod modShow">
        <pc:chgData name="Gera Weiss" userId="f0aa0173-552d-4808-9782-d425e6aaf8d9" providerId="ADAL" clId="{BF319739-CFC5-4D56-915D-194772E2EBEB}" dt="2025-06-16T07:44:28.494" v="4" actId="729"/>
        <pc:sldMkLst>
          <pc:docMk/>
          <pc:sldMk cId="0" sldId="371"/>
        </pc:sldMkLst>
      </pc:sldChg>
      <pc:sldChg chg="modSp mod modShow">
        <pc:chgData name="Gera Weiss" userId="f0aa0173-552d-4808-9782-d425e6aaf8d9" providerId="ADAL" clId="{BF319739-CFC5-4D56-915D-194772E2EBEB}" dt="2025-06-16T07:45:12.533" v="6" actId="2711"/>
        <pc:sldMkLst>
          <pc:docMk/>
          <pc:sldMk cId="94639342" sldId="373"/>
        </pc:sldMkLst>
        <pc:spChg chg="mod">
          <ac:chgData name="Gera Weiss" userId="f0aa0173-552d-4808-9782-d425e6aaf8d9" providerId="ADAL" clId="{BF319739-CFC5-4D56-915D-194772E2EBEB}" dt="2025-06-16T07:45:12.533" v="6" actId="2711"/>
          <ac:spMkLst>
            <pc:docMk/>
            <pc:sldMk cId="94639342" sldId="373"/>
            <ac:spMk id="2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6T07:45:12.533" v="6" actId="2711"/>
          <ac:spMkLst>
            <pc:docMk/>
            <pc:sldMk cId="94639342" sldId="373"/>
            <ac:spMk id="3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6T07:45:12.533" v="6" actId="2711"/>
          <ac:spMkLst>
            <pc:docMk/>
            <pc:sldMk cId="94639342" sldId="373"/>
            <ac:spMk id="4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6T07:45:12.533" v="6" actId="2711"/>
          <ac:spMkLst>
            <pc:docMk/>
            <pc:sldMk cId="94639342" sldId="373"/>
            <ac:spMk id="6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6T07:45:12.533" v="6" actId="2711"/>
          <ac:spMkLst>
            <pc:docMk/>
            <pc:sldMk cId="94639342" sldId="373"/>
            <ac:spMk id="7" creationId="{00000000-0000-0000-0000-000000000000}"/>
          </ac:spMkLst>
        </pc:spChg>
        <pc:picChg chg="mod">
          <ac:chgData name="Gera Weiss" userId="f0aa0173-552d-4808-9782-d425e6aaf8d9" providerId="ADAL" clId="{BF319739-CFC5-4D56-915D-194772E2EBEB}" dt="2025-06-16T07:45:12.533" v="6" actId="2711"/>
          <ac:picMkLst>
            <pc:docMk/>
            <pc:sldMk cId="94639342" sldId="373"/>
            <ac:picMk id="51202" creationId="{00000000-0000-0000-0000-000000000000}"/>
          </ac:picMkLst>
        </pc:picChg>
        <pc:picChg chg="mod">
          <ac:chgData name="Gera Weiss" userId="f0aa0173-552d-4808-9782-d425e6aaf8d9" providerId="ADAL" clId="{BF319739-CFC5-4D56-915D-194772E2EBEB}" dt="2025-06-16T07:45:12.533" v="6" actId="2711"/>
          <ac:picMkLst>
            <pc:docMk/>
            <pc:sldMk cId="94639342" sldId="373"/>
            <ac:picMk id="51203" creationId="{00000000-0000-0000-0000-000000000000}"/>
          </ac:picMkLst>
        </pc:picChg>
        <pc:picChg chg="mod">
          <ac:chgData name="Gera Weiss" userId="f0aa0173-552d-4808-9782-d425e6aaf8d9" providerId="ADAL" clId="{BF319739-CFC5-4D56-915D-194772E2EBEB}" dt="2025-06-16T07:45:12.533" v="6" actId="2711"/>
          <ac:picMkLst>
            <pc:docMk/>
            <pc:sldMk cId="94639342" sldId="373"/>
            <ac:picMk id="51204" creationId="{00000000-0000-0000-0000-000000000000}"/>
          </ac:picMkLst>
        </pc:picChg>
        <pc:picChg chg="mod">
          <ac:chgData name="Gera Weiss" userId="f0aa0173-552d-4808-9782-d425e6aaf8d9" providerId="ADAL" clId="{BF319739-CFC5-4D56-915D-194772E2EBEB}" dt="2025-06-16T07:45:12.533" v="6" actId="2711"/>
          <ac:picMkLst>
            <pc:docMk/>
            <pc:sldMk cId="94639342" sldId="373"/>
            <ac:picMk id="51206" creationId="{00000000-0000-0000-0000-000000000000}"/>
          </ac:picMkLst>
        </pc:picChg>
      </pc:sldChg>
      <pc:sldChg chg="modSp">
        <pc:chgData name="Gera Weiss" userId="f0aa0173-552d-4808-9782-d425e6aaf8d9" providerId="ADAL" clId="{BF319739-CFC5-4D56-915D-194772E2EBEB}" dt="2025-06-18T07:45:03.043" v="794" actId="2711"/>
        <pc:sldMkLst>
          <pc:docMk/>
          <pc:sldMk cId="1168069878" sldId="404"/>
        </pc:sldMkLst>
        <pc:spChg chg="mod">
          <ac:chgData name="Gera Weiss" userId="f0aa0173-552d-4808-9782-d425e6aaf8d9" providerId="ADAL" clId="{BF319739-CFC5-4D56-915D-194772E2EBEB}" dt="2025-06-18T07:45:03.043" v="794" actId="2711"/>
          <ac:spMkLst>
            <pc:docMk/>
            <pc:sldMk cId="1168069878" sldId="404"/>
            <ac:spMk id="2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8T07:45:03.043" v="794" actId="2711"/>
          <ac:spMkLst>
            <pc:docMk/>
            <pc:sldMk cId="1168069878" sldId="404"/>
            <ac:spMk id="3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8T07:45:03.043" v="794" actId="2711"/>
          <ac:spMkLst>
            <pc:docMk/>
            <pc:sldMk cId="1168069878" sldId="404"/>
            <ac:spMk id="4" creationId="{00000000-0000-0000-0000-000000000000}"/>
          </ac:spMkLst>
        </pc:spChg>
        <pc:spChg chg="mod">
          <ac:chgData name="Gera Weiss" userId="f0aa0173-552d-4808-9782-d425e6aaf8d9" providerId="ADAL" clId="{BF319739-CFC5-4D56-915D-194772E2EBEB}" dt="2025-06-18T07:45:03.043" v="794" actId="2711"/>
          <ac:spMkLst>
            <pc:docMk/>
            <pc:sldMk cId="1168069878" sldId="404"/>
            <ac:spMk id="5" creationId="{00000000-0000-0000-0000-000000000000}"/>
          </ac:spMkLst>
        </pc:spChg>
      </pc:sldChg>
      <pc:sldChg chg="del">
        <pc:chgData name="Gera Weiss" userId="f0aa0173-552d-4808-9782-d425e6aaf8d9" providerId="ADAL" clId="{BF319739-CFC5-4D56-915D-194772E2EBEB}" dt="2025-06-16T07:42:51.964" v="0" actId="47"/>
        <pc:sldMkLst>
          <pc:docMk/>
          <pc:sldMk cId="4265648940" sldId="412"/>
        </pc:sldMkLst>
      </pc:sldChg>
      <pc:sldChg chg="add del">
        <pc:chgData name="Gera Weiss" userId="f0aa0173-552d-4808-9782-d425e6aaf8d9" providerId="ADAL" clId="{BF319739-CFC5-4D56-915D-194772E2EBEB}" dt="2025-06-18T07:55:20.820" v="807" actId="47"/>
        <pc:sldMkLst>
          <pc:docMk/>
          <pc:sldMk cId="63375536" sldId="415"/>
        </pc:sldMkLst>
      </pc:sldChg>
      <pc:sldChg chg="addSp modSp add mod modAnim">
        <pc:chgData name="Gera Weiss" userId="f0aa0173-552d-4808-9782-d425e6aaf8d9" providerId="ADAL" clId="{BF319739-CFC5-4D56-915D-194772E2EBEB}" dt="2025-06-18T08:19:27.007" v="1078" actId="207"/>
        <pc:sldMkLst>
          <pc:docMk/>
          <pc:sldMk cId="737609635" sldId="416"/>
        </pc:sldMkLst>
        <pc:spChg chg="add mod">
          <ac:chgData name="Gera Weiss" userId="f0aa0173-552d-4808-9782-d425e6aaf8d9" providerId="ADAL" clId="{BF319739-CFC5-4D56-915D-194772E2EBEB}" dt="2025-06-18T07:55:04.072" v="804"/>
          <ac:spMkLst>
            <pc:docMk/>
            <pc:sldMk cId="737609635" sldId="416"/>
            <ac:spMk id="5" creationId="{E68D869B-0F7F-1FCA-53C1-73D4522907F4}"/>
          </ac:spMkLst>
        </pc:spChg>
        <pc:spChg chg="mod">
          <ac:chgData name="Gera Weiss" userId="f0aa0173-552d-4808-9782-d425e6aaf8d9" providerId="ADAL" clId="{BF319739-CFC5-4D56-915D-194772E2EBEB}" dt="2025-06-18T08:19:27.007" v="1078" actId="207"/>
          <ac:spMkLst>
            <pc:docMk/>
            <pc:sldMk cId="737609635" sldId="416"/>
            <ac:spMk id="6" creationId="{2C251C28-2BE2-9B0A-8BF9-A76011BC357F}"/>
          </ac:spMkLst>
        </pc:spChg>
        <pc:spChg chg="mod">
          <ac:chgData name="Gera Weiss" userId="f0aa0173-552d-4808-9782-d425e6aaf8d9" providerId="ADAL" clId="{BF319739-CFC5-4D56-915D-194772E2EBEB}" dt="2025-06-18T08:18:50.600" v="1068" actId="20577"/>
          <ac:spMkLst>
            <pc:docMk/>
            <pc:sldMk cId="737609635" sldId="416"/>
            <ac:spMk id="8" creationId="{40BE8ECE-F1C4-E954-74CF-2860ADCB4CFC}"/>
          </ac:spMkLst>
        </pc:spChg>
        <pc:graphicFrameChg chg="add mod modGraphic">
          <ac:chgData name="Gera Weiss" userId="f0aa0173-552d-4808-9782-d425e6aaf8d9" providerId="ADAL" clId="{BF319739-CFC5-4D56-915D-194772E2EBEB}" dt="2025-06-18T08:18:22.705" v="1067"/>
          <ac:graphicFrameMkLst>
            <pc:docMk/>
            <pc:sldMk cId="737609635" sldId="416"/>
            <ac:graphicFrameMk id="7" creationId="{98201120-F24C-DA90-FDB4-924FAF7FB328}"/>
          </ac:graphicFrameMkLst>
        </pc:graphicFrameChg>
        <pc:graphicFrameChg chg="mod">
          <ac:chgData name="Gera Weiss" userId="f0aa0173-552d-4808-9782-d425e6aaf8d9" providerId="ADAL" clId="{BF319739-CFC5-4D56-915D-194772E2EBEB}" dt="2025-06-18T07:55:13.270" v="806" actId="207"/>
          <ac:graphicFrameMkLst>
            <pc:docMk/>
            <pc:sldMk cId="737609635" sldId="416"/>
            <ac:graphicFrameMk id="10" creationId="{65DAAAA6-3710-2B27-AA1E-47A0D5C3980E}"/>
          </ac:graphicFrameMkLst>
        </pc:graphicFrameChg>
      </pc:sldChg>
      <pc:sldChg chg="addSp delSp modSp new del mod">
        <pc:chgData name="Gera Weiss" userId="f0aa0173-552d-4808-9782-d425e6aaf8d9" providerId="ADAL" clId="{BF319739-CFC5-4D56-915D-194772E2EBEB}" dt="2025-06-18T14:04:07.501" v="1326" actId="47"/>
        <pc:sldMkLst>
          <pc:docMk/>
          <pc:sldMk cId="1871679659" sldId="417"/>
        </pc:sldMkLst>
      </pc:sldChg>
    </pc:docChg>
  </pc:docChgLst>
  <pc:docChgLst>
    <pc:chgData name="גרא וייס" userId="f0aa0173-552d-4808-9782-d425e6aaf8d9" providerId="ADAL" clId="{6A3B3307-DE28-4724-A7F0-81997D8A9D0A}"/>
    <pc:docChg chg="undo custSel addSld delSld modSld sldOrd">
      <pc:chgData name="גרא וייס" userId="f0aa0173-552d-4808-9782-d425e6aaf8d9" providerId="ADAL" clId="{6A3B3307-DE28-4724-A7F0-81997D8A9D0A}" dt="2023-01-08T20:07:46.438" v="112" actId="2711"/>
      <pc:docMkLst>
        <pc:docMk/>
      </pc:docMkLst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256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29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27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2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4"/>
        </pc:sldMkLst>
      </pc:sldChg>
      <pc:sldChg chg="modSp mod 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5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6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7"/>
        </pc:sldMkLst>
      </pc:sldChg>
      <pc:sldChg chg="modSp mod 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8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39"/>
        </pc:sldMkLst>
      </pc:sldChg>
      <pc:sldChg chg="mod modTransition modShow">
        <pc:chgData name="גרא וייס" userId="f0aa0173-552d-4808-9782-d425e6aaf8d9" providerId="ADAL" clId="{6A3B3307-DE28-4724-A7F0-81997D8A9D0A}" dt="2023-01-01T21:04:01.427" v="64"/>
        <pc:sldMkLst>
          <pc:docMk/>
          <pc:sldMk cId="0" sldId="34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1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2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5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6"/>
        </pc:sldMkLst>
      </pc:sldChg>
      <pc:sldChg chg="modSp mod 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7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8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49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5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51"/>
        </pc:sldMkLst>
      </pc:sldChg>
      <pc:sldChg chg="modSp mod modTransition">
        <pc:chgData name="גרא וייס" userId="f0aa0173-552d-4808-9782-d425e6aaf8d9" providerId="ADAL" clId="{6A3B3307-DE28-4724-A7F0-81997D8A9D0A}" dt="2023-01-08T20:07:01.302" v="111" actId="2711"/>
        <pc:sldMkLst>
          <pc:docMk/>
          <pc:sldMk cId="0" sldId="353"/>
        </pc:sldMkLst>
      </pc:sldChg>
      <pc:sldChg chg="modSp mod modTransition">
        <pc:chgData name="גרא וייס" userId="f0aa0173-552d-4808-9782-d425e6aaf8d9" providerId="ADAL" clId="{6A3B3307-DE28-4724-A7F0-81997D8A9D0A}" dt="2023-01-08T19:52:35.811" v="72" actId="2711"/>
        <pc:sldMkLst>
          <pc:docMk/>
          <pc:sldMk cId="0" sldId="355"/>
        </pc:sldMkLst>
      </pc:sldChg>
      <pc:sldChg chg="modSp mod modTransition">
        <pc:chgData name="גרא וייס" userId="f0aa0173-552d-4808-9782-d425e6aaf8d9" providerId="ADAL" clId="{6A3B3307-DE28-4724-A7F0-81997D8A9D0A}" dt="2023-01-08T19:53:47.473" v="78" actId="1076"/>
        <pc:sldMkLst>
          <pc:docMk/>
          <pc:sldMk cId="0" sldId="356"/>
        </pc:sldMkLst>
      </pc:sldChg>
      <pc:sldChg chg="modSp mod modTransition">
        <pc:chgData name="גרא וייס" userId="f0aa0173-552d-4808-9782-d425e6aaf8d9" providerId="ADAL" clId="{6A3B3307-DE28-4724-A7F0-81997D8A9D0A}" dt="2023-01-08T20:07:46.438" v="112" actId="2711"/>
        <pc:sldMkLst>
          <pc:docMk/>
          <pc:sldMk cId="0" sldId="357"/>
        </pc:sldMkLst>
      </pc:sldChg>
      <pc:sldChg chg="modSp mod modTransition">
        <pc:chgData name="גרא וייס" userId="f0aa0173-552d-4808-9782-d425e6aaf8d9" providerId="ADAL" clId="{6A3B3307-DE28-4724-A7F0-81997D8A9D0A}" dt="2023-01-08T20:03:12.686" v="93" actId="2711"/>
        <pc:sldMkLst>
          <pc:docMk/>
          <pc:sldMk cId="0" sldId="359"/>
        </pc:sldMkLst>
      </pc:sldChg>
      <pc:sldChg chg="modSp mod modTransition">
        <pc:chgData name="גרא וייס" userId="f0aa0173-552d-4808-9782-d425e6aaf8d9" providerId="ADAL" clId="{6A3B3307-DE28-4724-A7F0-81997D8A9D0A}" dt="2023-01-08T20:03:43.823" v="96" actId="2711"/>
        <pc:sldMkLst>
          <pc:docMk/>
          <pc:sldMk cId="0" sldId="36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61"/>
        </pc:sldMkLst>
      </pc:sldChg>
      <pc:sldChg chg="addSp delSp modSp mod modTransition">
        <pc:chgData name="גרא וייס" userId="f0aa0173-552d-4808-9782-d425e6aaf8d9" providerId="ADAL" clId="{6A3B3307-DE28-4724-A7F0-81997D8A9D0A}" dt="2023-01-08T20:04:12.343" v="99" actId="2711"/>
        <pc:sldMkLst>
          <pc:docMk/>
          <pc:sldMk cId="0" sldId="36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65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66"/>
        </pc:sldMkLst>
      </pc:sldChg>
      <pc:sldChg chg="mod modTransition modShow">
        <pc:chgData name="גרא וייס" userId="f0aa0173-552d-4808-9782-d425e6aaf8d9" providerId="ADAL" clId="{6A3B3307-DE28-4724-A7F0-81997D8A9D0A}" dt="2023-01-01T21:04:01.427" v="64"/>
        <pc:sldMkLst>
          <pc:docMk/>
          <pc:sldMk cId="0" sldId="367"/>
        </pc:sldMkLst>
      </pc:sldChg>
      <pc:sldChg chg="modSp mod ord 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69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7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0" sldId="371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94639342" sldId="37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3780509507" sldId="374"/>
        </pc:sldMkLst>
      </pc:sldChg>
      <pc:sldChg chg="addSp delSp modSp mod modTransition delAnim">
        <pc:chgData name="גרא וייס" userId="f0aa0173-552d-4808-9782-d425e6aaf8d9" providerId="ADAL" clId="{6A3B3307-DE28-4724-A7F0-81997D8A9D0A}" dt="2023-01-01T21:04:01.427" v="64"/>
        <pc:sldMkLst>
          <pc:docMk/>
          <pc:sldMk cId="2500446524" sldId="375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4148098311" sldId="376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3208484843" sldId="377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3040245674" sldId="378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1869189173" sldId="379"/>
        </pc:sldMkLst>
      </pc:sldChg>
      <pc:sldChg chg="modSp mod modTransition">
        <pc:chgData name="גרא וייס" userId="f0aa0173-552d-4808-9782-d425e6aaf8d9" providerId="ADAL" clId="{6A3B3307-DE28-4724-A7F0-81997D8A9D0A}" dt="2023-01-08T19:50:56.363" v="65" actId="2711"/>
        <pc:sldMkLst>
          <pc:docMk/>
          <pc:sldMk cId="2031969227" sldId="38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3948340213" sldId="382"/>
        </pc:sldMkLst>
      </pc:sldChg>
      <pc:sldChg chg="mod modTransition modShow">
        <pc:chgData name="גרא וייס" userId="f0aa0173-552d-4808-9782-d425e6aaf8d9" providerId="ADAL" clId="{6A3B3307-DE28-4724-A7F0-81997D8A9D0A}" dt="2023-01-01T21:04:01.427" v="64"/>
        <pc:sldMkLst>
          <pc:docMk/>
          <pc:sldMk cId="3082901996" sldId="38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798221589" sldId="388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661889407" sldId="39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699219668" sldId="391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4112159191" sldId="392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030241798" sldId="39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982602002" sldId="394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3022064820" sldId="395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863377538" sldId="396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142924589" sldId="397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3695628829" sldId="398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611626462" sldId="399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16747860" sldId="400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675242831" sldId="403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1168069878" sldId="404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2728249277" sldId="406"/>
        </pc:sldMkLst>
      </pc:sldChg>
      <pc:sldChg chg="modTransition">
        <pc:chgData name="גרא וייס" userId="f0aa0173-552d-4808-9782-d425e6aaf8d9" providerId="ADAL" clId="{6A3B3307-DE28-4724-A7F0-81997D8A9D0A}" dt="2023-01-01T21:04:01.427" v="64"/>
        <pc:sldMkLst>
          <pc:docMk/>
          <pc:sldMk cId="713460285" sldId="410"/>
        </pc:sldMkLst>
      </pc:sldChg>
      <pc:sldChg chg="modSp add del mod">
        <pc:chgData name="גרא וייס" userId="f0aa0173-552d-4808-9782-d425e6aaf8d9" providerId="ADAL" clId="{6A3B3307-DE28-4724-A7F0-81997D8A9D0A}" dt="2023-01-08T20:03:17.869" v="94" actId="47"/>
        <pc:sldMkLst>
          <pc:docMk/>
          <pc:sldMk cId="292348682" sldId="413"/>
        </pc:sldMkLst>
      </pc:sldChg>
    </pc:docChg>
  </pc:docChgLst>
  <pc:docChgLst>
    <pc:chgData name="Gera Weiss" userId="f0aa0173-552d-4808-9782-d425e6aaf8d9" providerId="ADAL" clId="{1CB8C908-F243-4D7E-BFE6-0FB1C2E389C9}"/>
    <pc:docChg chg="undo custSel delSld modSld sldOrd modMainMaster">
      <pc:chgData name="Gera Weiss" userId="f0aa0173-552d-4808-9782-d425e6aaf8d9" providerId="ADAL" clId="{1CB8C908-F243-4D7E-BFE6-0FB1C2E389C9}" dt="2024-07-06T20:19:56.459" v="773" actId="1076"/>
      <pc:docMkLst>
        <pc:docMk/>
      </pc:docMkLst>
      <pc:sldChg chg="modSp mod">
        <pc:chgData name="Gera Weiss" userId="f0aa0173-552d-4808-9782-d425e6aaf8d9" providerId="ADAL" clId="{1CB8C908-F243-4D7E-BFE6-0FB1C2E389C9}" dt="2024-06-29T21:30:10.372" v="165" actId="1076"/>
        <pc:sldMkLst>
          <pc:docMk/>
          <pc:sldMk cId="0" sldId="332"/>
        </pc:sldMkLst>
      </pc:sldChg>
      <pc:sldChg chg="addSp delSp modSp">
        <pc:chgData name="Gera Weiss" userId="f0aa0173-552d-4808-9782-d425e6aaf8d9" providerId="ADAL" clId="{1CB8C908-F243-4D7E-BFE6-0FB1C2E389C9}" dt="2024-06-29T21:28:08.555" v="138" actId="165"/>
        <pc:sldMkLst>
          <pc:docMk/>
          <pc:sldMk cId="0" sldId="335"/>
        </pc:sldMkLst>
      </pc:sldChg>
      <pc:sldChg chg="modSp mod">
        <pc:chgData name="Gera Weiss" userId="f0aa0173-552d-4808-9782-d425e6aaf8d9" providerId="ADAL" clId="{1CB8C908-F243-4D7E-BFE6-0FB1C2E389C9}" dt="2024-06-29T21:31:41.871" v="180" actId="20577"/>
        <pc:sldMkLst>
          <pc:docMk/>
          <pc:sldMk cId="0" sldId="336"/>
        </pc:sldMkLst>
      </pc:sldChg>
      <pc:sldChg chg="addSp modSp">
        <pc:chgData name="Gera Weiss" userId="f0aa0173-552d-4808-9782-d425e6aaf8d9" providerId="ADAL" clId="{1CB8C908-F243-4D7E-BFE6-0FB1C2E389C9}" dt="2024-07-06T19:47:53.344" v="317"/>
        <pc:sldMkLst>
          <pc:docMk/>
          <pc:sldMk cId="0" sldId="337"/>
        </pc:sldMkLst>
      </pc:sldChg>
      <pc:sldChg chg="modSp mod">
        <pc:chgData name="Gera Weiss" userId="f0aa0173-552d-4808-9782-d425e6aaf8d9" providerId="ADAL" clId="{1CB8C908-F243-4D7E-BFE6-0FB1C2E389C9}" dt="2024-07-06T20:18:26.722" v="768" actId="6549"/>
        <pc:sldMkLst>
          <pc:docMk/>
          <pc:sldMk cId="0" sldId="338"/>
        </pc:sldMkLst>
      </pc:sldChg>
      <pc:sldChg chg="addSp delSp modSp mod">
        <pc:chgData name="Gera Weiss" userId="f0aa0173-552d-4808-9782-d425e6aaf8d9" providerId="ADAL" clId="{1CB8C908-F243-4D7E-BFE6-0FB1C2E389C9}" dt="2024-06-29T21:49:19.738" v="216" actId="1076"/>
        <pc:sldMkLst>
          <pc:docMk/>
          <pc:sldMk cId="0" sldId="339"/>
        </pc:sldMkLst>
      </pc:sldChg>
      <pc:sldChg chg="modSp mod">
        <pc:chgData name="Gera Weiss" userId="f0aa0173-552d-4808-9782-d425e6aaf8d9" providerId="ADAL" clId="{1CB8C908-F243-4D7E-BFE6-0FB1C2E389C9}" dt="2024-07-06T20:19:04.750" v="771" actId="21"/>
        <pc:sldMkLst>
          <pc:docMk/>
          <pc:sldMk cId="0" sldId="340"/>
        </pc:sldMkLst>
      </pc:sldChg>
      <pc:sldChg chg="addSp delSp modSp mod">
        <pc:chgData name="Gera Weiss" userId="f0aa0173-552d-4808-9782-d425e6aaf8d9" providerId="ADAL" clId="{1CB8C908-F243-4D7E-BFE6-0FB1C2E389C9}" dt="2024-07-06T20:19:56.459" v="773" actId="1076"/>
        <pc:sldMkLst>
          <pc:docMk/>
          <pc:sldMk cId="0" sldId="341"/>
        </pc:sldMkLst>
      </pc:sldChg>
      <pc:sldChg chg="modSp mod">
        <pc:chgData name="Gera Weiss" userId="f0aa0173-552d-4808-9782-d425e6aaf8d9" providerId="ADAL" clId="{1CB8C908-F243-4D7E-BFE6-0FB1C2E389C9}" dt="2024-07-06T19:55:53.386" v="340"/>
        <pc:sldMkLst>
          <pc:docMk/>
          <pc:sldMk cId="0" sldId="365"/>
        </pc:sldMkLst>
      </pc:sldChg>
      <pc:sldChg chg="ord">
        <pc:chgData name="Gera Weiss" userId="f0aa0173-552d-4808-9782-d425e6aaf8d9" providerId="ADAL" clId="{1CB8C908-F243-4D7E-BFE6-0FB1C2E389C9}" dt="2024-07-06T19:46:08.048" v="316"/>
        <pc:sldMkLst>
          <pc:docMk/>
          <pc:sldMk cId="0" sldId="367"/>
        </pc:sldMkLst>
      </pc:sldChg>
      <pc:sldChg chg="addSp delSp modSp mod">
        <pc:chgData name="Gera Weiss" userId="f0aa0173-552d-4808-9782-d425e6aaf8d9" providerId="ADAL" clId="{1CB8C908-F243-4D7E-BFE6-0FB1C2E389C9}" dt="2024-07-06T20:12:38.193" v="583" actId="113"/>
        <pc:sldMkLst>
          <pc:docMk/>
          <pc:sldMk cId="1869189173" sldId="379"/>
        </pc:sldMkLst>
      </pc:sldChg>
      <pc:sldChg chg="addSp delSp modSp mod">
        <pc:chgData name="Gera Weiss" userId="f0aa0173-552d-4808-9782-d425e6aaf8d9" providerId="ADAL" clId="{1CB8C908-F243-4D7E-BFE6-0FB1C2E389C9}" dt="2024-07-06T19:42:53.857" v="280" actId="20577"/>
        <pc:sldMkLst>
          <pc:docMk/>
          <pc:sldMk cId="3948340213" sldId="382"/>
        </pc:sldMkLst>
      </pc:sldChg>
      <pc:sldChg chg="modSp mod modShow">
        <pc:chgData name="Gera Weiss" userId="f0aa0173-552d-4808-9782-d425e6aaf8d9" providerId="ADAL" clId="{1CB8C908-F243-4D7E-BFE6-0FB1C2E389C9}" dt="2024-07-06T19:44:26.628" v="312" actId="20577"/>
        <pc:sldMkLst>
          <pc:docMk/>
          <pc:sldMk cId="3082901996" sldId="383"/>
        </pc:sldMkLst>
      </pc:sldChg>
      <pc:sldChg chg="addSp delSp modSp mod">
        <pc:chgData name="Gera Weiss" userId="f0aa0173-552d-4808-9782-d425e6aaf8d9" providerId="ADAL" clId="{1CB8C908-F243-4D7E-BFE6-0FB1C2E389C9}" dt="2024-07-06T19:38:12.363" v="236" actId="14861"/>
        <pc:sldMkLst>
          <pc:docMk/>
          <pc:sldMk cId="2798221589" sldId="388"/>
        </pc:sldMkLst>
      </pc:sldChg>
      <pc:sldChg chg="del">
        <pc:chgData name="Gera Weiss" userId="f0aa0173-552d-4808-9782-d425e6aaf8d9" providerId="ADAL" clId="{1CB8C908-F243-4D7E-BFE6-0FB1C2E389C9}" dt="2024-07-06T19:39:47.977" v="237" actId="47"/>
        <pc:sldMkLst>
          <pc:docMk/>
          <pc:sldMk cId="2611626462" sldId="399"/>
        </pc:sldMkLst>
      </pc:sldChg>
      <pc:sldChg chg="mod modShow">
        <pc:chgData name="Gera Weiss" userId="f0aa0173-552d-4808-9782-d425e6aaf8d9" providerId="ADAL" clId="{1CB8C908-F243-4D7E-BFE6-0FB1C2E389C9}" dt="2024-06-29T21:27:23.327" v="136" actId="729"/>
        <pc:sldMkLst>
          <pc:docMk/>
          <pc:sldMk cId="2675242831" sldId="403"/>
        </pc:sldMkLst>
      </pc:sldChg>
      <pc:sldChg chg="mod modShow">
        <pc:chgData name="Gera Weiss" userId="f0aa0173-552d-4808-9782-d425e6aaf8d9" providerId="ADAL" clId="{1CB8C908-F243-4D7E-BFE6-0FB1C2E389C9}" dt="2024-06-29T21:49:39.162" v="217" actId="729"/>
        <pc:sldMkLst>
          <pc:docMk/>
          <pc:sldMk cId="4265648940" sldId="412"/>
        </pc:sldMkLst>
      </pc:sldChg>
      <pc:sldMasterChg chg="modSldLayout">
        <pc:chgData name="Gera Weiss" userId="f0aa0173-552d-4808-9782-d425e6aaf8d9" providerId="ADAL" clId="{1CB8C908-F243-4D7E-BFE6-0FB1C2E389C9}" dt="2024-07-06T19:35:45.898" v="224"/>
        <pc:sldMasterMkLst>
          <pc:docMk/>
          <pc:sldMasterMk cId="0" sldId="2147483708"/>
        </pc:sldMasterMkLst>
        <pc:sldLayoutChg chg="addSp modSp">
          <pc:chgData name="Gera Weiss" userId="f0aa0173-552d-4808-9782-d425e6aaf8d9" providerId="ADAL" clId="{1CB8C908-F243-4D7E-BFE6-0FB1C2E389C9}" dt="2024-07-06T19:35:39.653" v="222"/>
          <pc:sldLayoutMkLst>
            <pc:docMk/>
            <pc:sldMasterMk cId="0" sldId="2147483708"/>
            <pc:sldLayoutMk cId="0" sldId="2147483709"/>
          </pc:sldLayoutMkLst>
        </pc:sldLayoutChg>
        <pc:sldLayoutChg chg="addSp delSp modSp mod">
          <pc:chgData name="Gera Weiss" userId="f0aa0173-552d-4808-9782-d425e6aaf8d9" providerId="ADAL" clId="{1CB8C908-F243-4D7E-BFE6-0FB1C2E389C9}" dt="2024-07-06T19:35:45.898" v="224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  <pc:docChgLst>
    <pc:chgData name="Gera Weiss" userId="f0aa0173-552d-4808-9782-d425e6aaf8d9" providerId="ADAL" clId="{733C2DE8-5B78-4124-922B-48997C035772}"/>
    <pc:docChg chg="modShowInfo">
      <pc:chgData name="Gera Weiss" userId="f0aa0173-552d-4808-9782-d425e6aaf8d9" providerId="ADAL" clId="{733C2DE8-5B78-4124-922B-48997C035772}" dt="2024-07-07T08:37:26.666" v="0" actId="2744"/>
      <pc:docMkLst>
        <pc:docMk/>
      </pc:docMkLst>
    </pc:docChg>
  </pc:docChgLst>
  <pc:docChgLst>
    <pc:chgData name="Gera Weiss" userId="f0aa0173-552d-4808-9782-d425e6aaf8d9" providerId="ADAL" clId="{1C646A69-BF32-4488-BBE5-BABAEAFD5710}"/>
    <pc:docChg chg="undo custSel addSld modSld sldOrd">
      <pc:chgData name="Gera Weiss" userId="f0aa0173-552d-4808-9782-d425e6aaf8d9" providerId="ADAL" clId="{1C646A69-BF32-4488-BBE5-BABAEAFD5710}" dt="2024-07-11T07:08:30.204" v="275" actId="2711"/>
      <pc:docMkLst>
        <pc:docMk/>
      </pc:docMkLst>
      <pc:sldChg chg="addSp modSp mod">
        <pc:chgData name="Gera Weiss" userId="f0aa0173-552d-4808-9782-d425e6aaf8d9" providerId="ADAL" clId="{1C646A69-BF32-4488-BBE5-BABAEAFD5710}" dt="2024-07-11T06:42:34.534" v="86" actId="1076"/>
        <pc:sldMkLst>
          <pc:docMk/>
          <pc:sldMk cId="0" sldId="340"/>
        </pc:sldMkLst>
      </pc:sldChg>
      <pc:sldChg chg="modSp mod">
        <pc:chgData name="Gera Weiss" userId="f0aa0173-552d-4808-9782-d425e6aaf8d9" providerId="ADAL" clId="{1C646A69-BF32-4488-BBE5-BABAEAFD5710}" dt="2024-07-11T06:45:39.012" v="108" actId="1076"/>
        <pc:sldMkLst>
          <pc:docMk/>
          <pc:sldMk cId="0" sldId="341"/>
        </pc:sldMkLst>
      </pc:sldChg>
      <pc:sldChg chg="addSp delSp modSp mod ord">
        <pc:chgData name="Gera Weiss" userId="f0aa0173-552d-4808-9782-d425e6aaf8d9" providerId="ADAL" clId="{1C646A69-BF32-4488-BBE5-BABAEAFD5710}" dt="2024-07-11T06:47:17.087" v="118" actId="1076"/>
        <pc:sldMkLst>
          <pc:docMk/>
          <pc:sldMk cId="0" sldId="342"/>
        </pc:sldMkLst>
      </pc:sldChg>
      <pc:sldChg chg="mod modShow">
        <pc:chgData name="Gera Weiss" userId="f0aa0173-552d-4808-9782-d425e6aaf8d9" providerId="ADAL" clId="{1C646A69-BF32-4488-BBE5-BABAEAFD5710}" dt="2024-07-11T06:48:33.875" v="177" actId="729"/>
        <pc:sldMkLst>
          <pc:docMk/>
          <pc:sldMk cId="0" sldId="343"/>
        </pc:sldMkLst>
      </pc:sldChg>
      <pc:sldChg chg="addSp modSp mod">
        <pc:chgData name="Gera Weiss" userId="f0aa0173-552d-4808-9782-d425e6aaf8d9" providerId="ADAL" clId="{1C646A69-BF32-4488-BBE5-BABAEAFD5710}" dt="2024-07-11T06:56:03.468" v="193" actId="1036"/>
        <pc:sldMkLst>
          <pc:docMk/>
          <pc:sldMk cId="0" sldId="345"/>
        </pc:sldMkLst>
      </pc:sldChg>
      <pc:sldChg chg="modSp mod">
        <pc:chgData name="Gera Weiss" userId="f0aa0173-552d-4808-9782-d425e6aaf8d9" providerId="ADAL" clId="{1C646A69-BF32-4488-BBE5-BABAEAFD5710}" dt="2024-07-11T07:04:00.329" v="247" actId="2711"/>
        <pc:sldMkLst>
          <pc:docMk/>
          <pc:sldMk cId="0" sldId="348"/>
        </pc:sldMkLst>
      </pc:sldChg>
      <pc:sldChg chg="modSp mod">
        <pc:chgData name="Gera Weiss" userId="f0aa0173-552d-4808-9782-d425e6aaf8d9" providerId="ADAL" clId="{1C646A69-BF32-4488-BBE5-BABAEAFD5710}" dt="2024-07-11T07:05:45.159" v="259" actId="948"/>
        <pc:sldMkLst>
          <pc:docMk/>
          <pc:sldMk cId="0" sldId="350"/>
        </pc:sldMkLst>
      </pc:sldChg>
      <pc:sldChg chg="modSp mod">
        <pc:chgData name="Gera Weiss" userId="f0aa0173-552d-4808-9782-d425e6aaf8d9" providerId="ADAL" clId="{1C646A69-BF32-4488-BBE5-BABAEAFD5710}" dt="2024-07-11T07:08:30.204" v="275" actId="2711"/>
        <pc:sldMkLst>
          <pc:docMk/>
          <pc:sldMk cId="0" sldId="351"/>
        </pc:sldMkLst>
      </pc:sldChg>
      <pc:sldChg chg="mod modShow">
        <pc:chgData name="Gera Weiss" userId="f0aa0173-552d-4808-9782-d425e6aaf8d9" providerId="ADAL" clId="{1C646A69-BF32-4488-BBE5-BABAEAFD5710}" dt="2024-07-11T06:34:56.712" v="0" actId="729"/>
        <pc:sldMkLst>
          <pc:docMk/>
          <pc:sldMk cId="0" sldId="367"/>
        </pc:sldMkLst>
      </pc:sldChg>
      <pc:sldChg chg="addSp delSp modSp mod">
        <pc:chgData name="Gera Weiss" userId="f0aa0173-552d-4808-9782-d425e6aaf8d9" providerId="ADAL" clId="{1C646A69-BF32-4488-BBE5-BABAEAFD5710}" dt="2024-07-11T07:00:43.163" v="237"/>
        <pc:sldMkLst>
          <pc:docMk/>
          <pc:sldMk cId="4148098311" sldId="376"/>
        </pc:sldMkLst>
      </pc:sldChg>
      <pc:sldChg chg="addSp modSp mod">
        <pc:chgData name="Gera Weiss" userId="f0aa0173-552d-4808-9782-d425e6aaf8d9" providerId="ADAL" clId="{1C646A69-BF32-4488-BBE5-BABAEAFD5710}" dt="2024-07-11T07:07:59.705" v="274" actId="20577"/>
        <pc:sldMkLst>
          <pc:docMk/>
          <pc:sldMk cId="3040245674" sldId="378"/>
        </pc:sldMkLst>
      </pc:sldChg>
      <pc:sldChg chg="mod modShow">
        <pc:chgData name="Gera Weiss" userId="f0aa0173-552d-4808-9782-d425e6aaf8d9" providerId="ADAL" clId="{1C646A69-BF32-4488-BBE5-BABAEAFD5710}" dt="2024-07-11T06:34:56.712" v="0" actId="729"/>
        <pc:sldMkLst>
          <pc:docMk/>
          <pc:sldMk cId="3948340213" sldId="382"/>
        </pc:sldMkLst>
      </pc:sldChg>
      <pc:sldChg chg="addSp modSp mod">
        <pc:chgData name="Gera Weiss" userId="f0aa0173-552d-4808-9782-d425e6aaf8d9" providerId="ADAL" clId="{1C646A69-BF32-4488-BBE5-BABAEAFD5710}" dt="2024-07-11T07:02:47.009" v="245" actId="6549"/>
        <pc:sldMkLst>
          <pc:docMk/>
          <pc:sldMk cId="2728249277" sldId="406"/>
        </pc:sldMkLst>
      </pc:sldChg>
      <pc:sldChg chg="modSp">
        <pc:chgData name="Gera Weiss" userId="f0aa0173-552d-4808-9782-d425e6aaf8d9" providerId="ADAL" clId="{1C646A69-BF32-4488-BBE5-BABAEAFD5710}" dt="2024-07-11T06:38:32.628" v="24"/>
        <pc:sldMkLst>
          <pc:docMk/>
          <pc:sldMk cId="713460285" sldId="410"/>
        </pc:sldMkLst>
      </pc:sldChg>
      <pc:sldChg chg="modSp add mod">
        <pc:chgData name="Gera Weiss" userId="f0aa0173-552d-4808-9782-d425e6aaf8d9" providerId="ADAL" clId="{1C646A69-BF32-4488-BBE5-BABAEAFD5710}" dt="2024-07-11T06:54:02.674" v="182"/>
        <pc:sldMkLst>
          <pc:docMk/>
          <pc:sldMk cId="965455589" sldId="41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8/layout/VerticalCurvedList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תחביר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7EF6208D-0F18-498F-A4FB-E9613A12DF07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סמנטיקה (משמעות)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B46719A2-0A43-4FD2-A103-3E7968AAEC2B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שקילות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0411A434-22E0-45E1-A6AA-D1BC1AEB7EDE}" type="pres">
      <dgm:prSet presAssocID="{268E5045-F80D-4251-9166-477E54A6FF0C}" presName="Name0" presStyleCnt="0">
        <dgm:presLayoutVars>
          <dgm:chMax val="7"/>
          <dgm:chPref val="7"/>
          <dgm:dir/>
        </dgm:presLayoutVars>
      </dgm:prSet>
      <dgm:spPr/>
    </dgm:pt>
    <dgm:pt modelId="{9887704C-BB6D-42AD-B090-8096B0E6D314}" type="pres">
      <dgm:prSet presAssocID="{268E5045-F80D-4251-9166-477E54A6FF0C}" presName="Name1" presStyleCnt="0"/>
      <dgm:spPr/>
    </dgm:pt>
    <dgm:pt modelId="{6369EA99-D974-438B-8570-731BA5284440}" type="pres">
      <dgm:prSet presAssocID="{268E5045-F80D-4251-9166-477E54A6FF0C}" presName="cycle" presStyleCnt="0"/>
      <dgm:spPr/>
    </dgm:pt>
    <dgm:pt modelId="{D0620E71-B7F4-4B34-B38C-AA1AA910D24B}" type="pres">
      <dgm:prSet presAssocID="{268E5045-F80D-4251-9166-477E54A6FF0C}" presName="srcNode" presStyleLbl="node1" presStyleIdx="0" presStyleCnt="3"/>
      <dgm:spPr/>
    </dgm:pt>
    <dgm:pt modelId="{E53CE6C9-C1E5-4087-91C0-79ED68B99ECA}" type="pres">
      <dgm:prSet presAssocID="{268E5045-F80D-4251-9166-477E54A6FF0C}" presName="conn" presStyleLbl="parChTrans1D2" presStyleIdx="0" presStyleCnt="1"/>
      <dgm:spPr/>
    </dgm:pt>
    <dgm:pt modelId="{160AD22B-5C43-4FBF-94A8-6EE12D44E5F9}" type="pres">
      <dgm:prSet presAssocID="{268E5045-F80D-4251-9166-477E54A6FF0C}" presName="extraNode" presStyleLbl="node1" presStyleIdx="0" presStyleCnt="3"/>
      <dgm:spPr/>
    </dgm:pt>
    <dgm:pt modelId="{11C048B2-E99A-45E2-90A0-180784B13EE2}" type="pres">
      <dgm:prSet presAssocID="{268E5045-F80D-4251-9166-477E54A6FF0C}" presName="dstNode" presStyleLbl="node1" presStyleIdx="0" presStyleCnt="3"/>
      <dgm:spPr/>
    </dgm:pt>
    <dgm:pt modelId="{A1C4C69A-E9A6-4429-8E7C-A402CC9FB787}" type="pres">
      <dgm:prSet presAssocID="{810C7596-5982-444A-A894-55C290CED637}" presName="text_1" presStyleLbl="node1" presStyleIdx="0" presStyleCnt="3" custLinFactNeighborX="464" custLinFactNeighborY="3571">
        <dgm:presLayoutVars>
          <dgm:bulletEnabled val="1"/>
        </dgm:presLayoutVars>
      </dgm:prSet>
      <dgm:spPr/>
    </dgm:pt>
    <dgm:pt modelId="{59C9D48A-FA60-4596-ABBE-73CF46F5901D}" type="pres">
      <dgm:prSet presAssocID="{810C7596-5982-444A-A894-55C290CED637}" presName="accent_1" presStyleCnt="0"/>
      <dgm:spPr/>
    </dgm:pt>
    <dgm:pt modelId="{713E0DD2-F744-4B94-995C-0B21A8E100D1}" type="pres">
      <dgm:prSet presAssocID="{810C7596-5982-444A-A894-55C290CED637}" presName="accentRepeatNode" presStyleLbl="solidFgAcc1" presStyleIdx="0" presStyleCnt="3"/>
      <dgm:spPr/>
    </dgm:pt>
    <dgm:pt modelId="{8BA0F015-E75D-47F0-8E5B-71E75B57527C}" type="pres">
      <dgm:prSet presAssocID="{7EF6208D-0F18-498F-A4FB-E9613A12DF07}" presName="text_2" presStyleLbl="node1" presStyleIdx="1" presStyleCnt="3">
        <dgm:presLayoutVars>
          <dgm:bulletEnabled val="1"/>
        </dgm:presLayoutVars>
      </dgm:prSet>
      <dgm:spPr/>
    </dgm:pt>
    <dgm:pt modelId="{8C43A45A-47BA-43A5-B718-AE2F012F2574}" type="pres">
      <dgm:prSet presAssocID="{7EF6208D-0F18-498F-A4FB-E9613A12DF07}" presName="accent_2" presStyleCnt="0"/>
      <dgm:spPr/>
    </dgm:pt>
    <dgm:pt modelId="{D8851E33-8DE2-4262-8B18-16394B76B18C}" type="pres">
      <dgm:prSet presAssocID="{7EF6208D-0F18-498F-A4FB-E9613A12DF07}" presName="accentRepeatNode" presStyleLbl="solidFgAcc1" presStyleIdx="1" presStyleCnt="3"/>
      <dgm:spPr/>
    </dgm:pt>
    <dgm:pt modelId="{1500CEE4-B0CC-4FAD-ACD1-B0D4D3E46C02}" type="pres">
      <dgm:prSet presAssocID="{B46719A2-0A43-4FD2-A103-3E7968AAEC2B}" presName="text_3" presStyleLbl="node1" presStyleIdx="2" presStyleCnt="3">
        <dgm:presLayoutVars>
          <dgm:bulletEnabled val="1"/>
        </dgm:presLayoutVars>
      </dgm:prSet>
      <dgm:spPr/>
    </dgm:pt>
    <dgm:pt modelId="{04A488A3-FDFA-4B30-8916-94C9937AC8A2}" type="pres">
      <dgm:prSet presAssocID="{B46719A2-0A43-4FD2-A103-3E7968AAEC2B}" presName="accent_3" presStyleCnt="0"/>
      <dgm:spPr/>
    </dgm:pt>
    <dgm:pt modelId="{3F7F65DB-DD83-448A-8D2E-DC3F41F4E2C1}" type="pres">
      <dgm:prSet presAssocID="{B46719A2-0A43-4FD2-A103-3E7968AAEC2B}" presName="accentRepeatNode" presStyleLbl="solidFgAcc1" presStyleIdx="2" presStyleCnt="3"/>
      <dgm:spPr/>
    </dgm:pt>
  </dgm:ptLst>
  <dgm:cxnLst>
    <dgm:cxn modelId="{9BEEAB02-311C-4843-BDF2-4DF8893F3ECA}" srcId="{268E5045-F80D-4251-9166-477E54A6FF0C}" destId="{B46719A2-0A43-4FD2-A103-3E7968AAEC2B}" srcOrd="2" destOrd="0" parTransId="{2B6FA85F-B050-4055-9B27-98FC1BA45F34}" sibTransId="{57CCC65A-85EB-466B-BB72-D8B969519594}"/>
    <dgm:cxn modelId="{B905681E-E11F-4B61-A98D-9E10027E3DF6}" type="presOf" srcId="{268E5045-F80D-4251-9166-477E54A6FF0C}" destId="{0411A434-22E0-45E1-A6AA-D1BC1AEB7EDE}" srcOrd="0" destOrd="0" presId="urn:microsoft.com/office/officeart/2008/layout/VerticalCurvedList"/>
    <dgm:cxn modelId="{CF34ED61-AD57-4BFE-A437-813F450DF30F}" srcId="{268E5045-F80D-4251-9166-477E54A6FF0C}" destId="{7EF6208D-0F18-498F-A4FB-E9613A12DF07}" srcOrd="1" destOrd="0" parTransId="{1E1EE52F-CF93-47B5-B6A9-29EF4AD0A959}" sibTransId="{C765E09D-412F-436F-9945-F3AEF17EF6B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AE1F86A-1B64-4C6A-97CC-E80875357ED1}" type="presOf" srcId="{810C7596-5982-444A-A894-55C290CED637}" destId="{A1C4C69A-E9A6-4429-8E7C-A402CC9FB787}" srcOrd="0" destOrd="0" presId="urn:microsoft.com/office/officeart/2008/layout/VerticalCurvedList"/>
    <dgm:cxn modelId="{1A70918A-E593-4672-A7E8-545487F1E719}" type="presOf" srcId="{47434C3C-211F-4BB7-9D35-8651158F09AD}" destId="{E53CE6C9-C1E5-4087-91C0-79ED68B99ECA}" srcOrd="0" destOrd="0" presId="urn:microsoft.com/office/officeart/2008/layout/VerticalCurvedList"/>
    <dgm:cxn modelId="{06D40CA0-E8AB-4C3E-9FFC-216708AF1FFB}" type="presOf" srcId="{7EF6208D-0F18-498F-A4FB-E9613A12DF07}" destId="{8BA0F015-E75D-47F0-8E5B-71E75B57527C}" srcOrd="0" destOrd="0" presId="urn:microsoft.com/office/officeart/2008/layout/VerticalCurvedList"/>
    <dgm:cxn modelId="{FF729CF6-571C-4EA2-8A0C-42FF34ABC42D}" type="presOf" srcId="{B46719A2-0A43-4FD2-A103-3E7968AAEC2B}" destId="{1500CEE4-B0CC-4FAD-ACD1-B0D4D3E46C02}" srcOrd="0" destOrd="0" presId="urn:microsoft.com/office/officeart/2008/layout/VerticalCurvedList"/>
    <dgm:cxn modelId="{1DCCC093-D343-499B-BCB4-4126BBC1C168}" type="presParOf" srcId="{0411A434-22E0-45E1-A6AA-D1BC1AEB7EDE}" destId="{9887704C-BB6D-42AD-B090-8096B0E6D314}" srcOrd="0" destOrd="0" presId="urn:microsoft.com/office/officeart/2008/layout/VerticalCurvedList"/>
    <dgm:cxn modelId="{5A44A4B8-3BE9-49B4-A4AB-A315DE09CDB4}" type="presParOf" srcId="{9887704C-BB6D-42AD-B090-8096B0E6D314}" destId="{6369EA99-D974-438B-8570-731BA5284440}" srcOrd="0" destOrd="0" presId="urn:microsoft.com/office/officeart/2008/layout/VerticalCurvedList"/>
    <dgm:cxn modelId="{E9B74A20-6190-4095-A507-B43CE7642BC7}" type="presParOf" srcId="{6369EA99-D974-438B-8570-731BA5284440}" destId="{D0620E71-B7F4-4B34-B38C-AA1AA910D24B}" srcOrd="0" destOrd="0" presId="urn:microsoft.com/office/officeart/2008/layout/VerticalCurvedList"/>
    <dgm:cxn modelId="{41324DED-2709-41E0-8173-410ABC9AA3BD}" type="presParOf" srcId="{6369EA99-D974-438B-8570-731BA5284440}" destId="{E53CE6C9-C1E5-4087-91C0-79ED68B99ECA}" srcOrd="1" destOrd="0" presId="urn:microsoft.com/office/officeart/2008/layout/VerticalCurvedList"/>
    <dgm:cxn modelId="{9E361113-E4CC-416C-B6F2-C195EB28807A}" type="presParOf" srcId="{6369EA99-D974-438B-8570-731BA5284440}" destId="{160AD22B-5C43-4FBF-94A8-6EE12D44E5F9}" srcOrd="2" destOrd="0" presId="urn:microsoft.com/office/officeart/2008/layout/VerticalCurvedList"/>
    <dgm:cxn modelId="{A5A21623-3328-4198-BB0F-233E6F7B01B9}" type="presParOf" srcId="{6369EA99-D974-438B-8570-731BA5284440}" destId="{11C048B2-E99A-45E2-90A0-180784B13EE2}" srcOrd="3" destOrd="0" presId="urn:microsoft.com/office/officeart/2008/layout/VerticalCurvedList"/>
    <dgm:cxn modelId="{82D28AF4-1B08-4795-A17C-2FADF367D2C3}" type="presParOf" srcId="{9887704C-BB6D-42AD-B090-8096B0E6D314}" destId="{A1C4C69A-E9A6-4429-8E7C-A402CC9FB787}" srcOrd="1" destOrd="0" presId="urn:microsoft.com/office/officeart/2008/layout/VerticalCurvedList"/>
    <dgm:cxn modelId="{237E7E94-E4D4-4A51-BA03-FE044EA87060}" type="presParOf" srcId="{9887704C-BB6D-42AD-B090-8096B0E6D314}" destId="{59C9D48A-FA60-4596-ABBE-73CF46F5901D}" srcOrd="2" destOrd="0" presId="urn:microsoft.com/office/officeart/2008/layout/VerticalCurvedList"/>
    <dgm:cxn modelId="{C36DF541-5011-4510-AF72-6A8F4F732FB9}" type="presParOf" srcId="{59C9D48A-FA60-4596-ABBE-73CF46F5901D}" destId="{713E0DD2-F744-4B94-995C-0B21A8E100D1}" srcOrd="0" destOrd="0" presId="urn:microsoft.com/office/officeart/2008/layout/VerticalCurvedList"/>
    <dgm:cxn modelId="{47613C1B-E8A8-4290-B4C2-04B03721F74F}" type="presParOf" srcId="{9887704C-BB6D-42AD-B090-8096B0E6D314}" destId="{8BA0F015-E75D-47F0-8E5B-71E75B57527C}" srcOrd="3" destOrd="0" presId="urn:microsoft.com/office/officeart/2008/layout/VerticalCurvedList"/>
    <dgm:cxn modelId="{C48CAC75-60BA-4C8A-9BC0-152E975ECA05}" type="presParOf" srcId="{9887704C-BB6D-42AD-B090-8096B0E6D314}" destId="{8C43A45A-47BA-43A5-B718-AE2F012F2574}" srcOrd="4" destOrd="0" presId="urn:microsoft.com/office/officeart/2008/layout/VerticalCurvedList"/>
    <dgm:cxn modelId="{7E9EC060-47C2-4F14-AC28-85CE84C1659A}" type="presParOf" srcId="{8C43A45A-47BA-43A5-B718-AE2F012F2574}" destId="{D8851E33-8DE2-4262-8B18-16394B76B18C}" srcOrd="0" destOrd="0" presId="urn:microsoft.com/office/officeart/2008/layout/VerticalCurvedList"/>
    <dgm:cxn modelId="{93CC0004-0C3F-40F2-9EF2-0223902854B5}" type="presParOf" srcId="{9887704C-BB6D-42AD-B090-8096B0E6D314}" destId="{1500CEE4-B0CC-4FAD-ACD1-B0D4D3E46C02}" srcOrd="5" destOrd="0" presId="urn:microsoft.com/office/officeart/2008/layout/VerticalCurvedList"/>
    <dgm:cxn modelId="{D218AA48-2604-4C6B-B796-8D45FFFFD811}" type="presParOf" srcId="{9887704C-BB6D-42AD-B090-8096B0E6D314}" destId="{04A488A3-FDFA-4B30-8916-94C9937AC8A2}" srcOrd="6" destOrd="0" presId="urn:microsoft.com/office/officeart/2008/layout/VerticalCurvedList"/>
    <dgm:cxn modelId="{1D3979CA-20CF-43F3-9D6A-2A237333E3ED}" type="presParOf" srcId="{04A488A3-FDFA-4B30-8916-94C9937AC8A2}" destId="{3F7F65DB-DD83-448A-8D2E-DC3F41F4E2C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CE6C9-C1E5-4087-91C0-79ED68B99ECA}">
      <dsp:nvSpPr>
        <dsp:cNvPr id="0" name=""/>
        <dsp:cNvSpPr/>
      </dsp:nvSpPr>
      <dsp:spPr>
        <a:xfrm>
          <a:off x="-5627944" y="-861684"/>
          <a:ext cx="6701769" cy="6701769"/>
        </a:xfrm>
        <a:prstGeom prst="blockArc">
          <a:avLst>
            <a:gd name="adj1" fmla="val 18900000"/>
            <a:gd name="adj2" fmla="val 2700000"/>
            <a:gd name="adj3" fmla="val 322"/>
          </a:avLst>
        </a:prstGeom>
        <a:noFill/>
        <a:ln w="425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C4C69A-E9A6-4429-8E7C-A402CC9FB787}">
      <dsp:nvSpPr>
        <dsp:cNvPr id="0" name=""/>
        <dsp:cNvSpPr/>
      </dsp:nvSpPr>
      <dsp:spPr>
        <a:xfrm>
          <a:off x="723894" y="533395"/>
          <a:ext cx="7088896" cy="9956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5000"/>
                <a:satMod val="155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shade val="95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0321" tIns="81280" rIns="81280" bIns="8128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תחביר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723894" y="533395"/>
        <a:ext cx="7088896" cy="995680"/>
      </dsp:txXfrm>
    </dsp:sp>
    <dsp:sp modelId="{713E0DD2-F744-4B94-995C-0B21A8E100D1}">
      <dsp:nvSpPr>
        <dsp:cNvPr id="0" name=""/>
        <dsp:cNvSpPr/>
      </dsp:nvSpPr>
      <dsp:spPr>
        <a:xfrm>
          <a:off x="68701" y="373380"/>
          <a:ext cx="1244600" cy="12446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BA0F015-E75D-47F0-8E5B-71E75B57527C}">
      <dsp:nvSpPr>
        <dsp:cNvPr id="0" name=""/>
        <dsp:cNvSpPr/>
      </dsp:nvSpPr>
      <dsp:spPr>
        <a:xfrm>
          <a:off x="1052931" y="1991360"/>
          <a:ext cx="6726966" cy="9956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5000"/>
                <a:satMod val="155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shade val="95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0321" tIns="81280" rIns="81280" bIns="8128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סמנטיקה (משמעות)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052931" y="1991360"/>
        <a:ext cx="6726966" cy="995680"/>
      </dsp:txXfrm>
    </dsp:sp>
    <dsp:sp modelId="{D8851E33-8DE2-4262-8B18-16394B76B18C}">
      <dsp:nvSpPr>
        <dsp:cNvPr id="0" name=""/>
        <dsp:cNvSpPr/>
      </dsp:nvSpPr>
      <dsp:spPr>
        <a:xfrm>
          <a:off x="430631" y="1866900"/>
          <a:ext cx="1244600" cy="12446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500CEE4-B0CC-4FAD-ACD1-B0D4D3E46C02}">
      <dsp:nvSpPr>
        <dsp:cNvPr id="0" name=""/>
        <dsp:cNvSpPr/>
      </dsp:nvSpPr>
      <dsp:spPr>
        <a:xfrm>
          <a:off x="691001" y="3484880"/>
          <a:ext cx="7088896" cy="9956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5000"/>
                <a:satMod val="155000"/>
              </a:schemeClr>
            </a:gs>
            <a:gs pos="60000">
              <a:schemeClr val="accent1">
                <a:hueOff val="0"/>
                <a:satOff val="0"/>
                <a:lumOff val="0"/>
                <a:alphaOff val="0"/>
                <a:shade val="95000"/>
                <a:satMod val="15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7000"/>
                <a:satMod val="250000"/>
              </a:schemeClr>
            </a:gs>
          </a:gsLst>
          <a:lin ang="16200000" scaled="0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90321" tIns="81280" rIns="81280" bIns="8128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שקילות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691001" y="3484880"/>
        <a:ext cx="7088896" cy="995680"/>
      </dsp:txXfrm>
    </dsp:sp>
    <dsp:sp modelId="{3F7F65DB-DD83-448A-8D2E-DC3F41F4E2C1}">
      <dsp:nvSpPr>
        <dsp:cNvPr id="0" name=""/>
        <dsp:cNvSpPr/>
      </dsp:nvSpPr>
      <dsp:spPr>
        <a:xfrm>
          <a:off x="68701" y="3360420"/>
          <a:ext cx="1244600" cy="12446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E06B-AB57-4294-8372-16948D4FAE2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312D5-B96B-4B48-8ADE-466FDF775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910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0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2" name="Picture 1" descr="סרט מודעות צהוב – ויקיפדיה">
            <a:extLst>
              <a:ext uri="{FF2B5EF4-FFF2-40B4-BE49-F238E27FC236}">
                <a16:creationId xmlns:a16="http://schemas.microsoft.com/office/drawing/2014/main" id="{9C6230D8-B8CF-6990-ABC3-7077F3098B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3FC75F2C-46C7-9D7B-70AE-93DC43F3FB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9.wmf"/><Relationship Id="rId7" Type="http://schemas.openxmlformats.org/officeDocument/2006/relationships/image" Target="../media/image12.jpeg"/><Relationship Id="rId12" Type="http://schemas.openxmlformats.org/officeDocument/2006/relationships/image" Target="../media/image25.png"/><Relationship Id="rId2" Type="http://schemas.openxmlformats.org/officeDocument/2006/relationships/oleObject" Target="../embeddings/oleObject2.bin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24.png"/><Relationship Id="rId5" Type="http://schemas.openxmlformats.org/officeDocument/2006/relationships/image" Target="../media/image10.jpe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18.png"/><Relationship Id="rId21" Type="http://schemas.openxmlformats.org/officeDocument/2006/relationships/image" Target="../media/image71.png"/><Relationship Id="rId7" Type="http://schemas.openxmlformats.org/officeDocument/2006/relationships/image" Target="../media/image3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16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61.png"/><Relationship Id="rId24" Type="http://schemas.openxmlformats.org/officeDocument/2006/relationships/image" Target="../media/image15.svg"/><Relationship Id="rId5" Type="http://schemas.openxmlformats.org/officeDocument/2006/relationships/image" Target="../media/image20.png"/><Relationship Id="rId15" Type="http://schemas.openxmlformats.org/officeDocument/2006/relationships/image" Target="../media/image65.png"/><Relationship Id="rId23" Type="http://schemas.openxmlformats.org/officeDocument/2006/relationships/image" Target="../media/image14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19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image" Target="../media/image600.png"/><Relationship Id="rId7" Type="http://schemas.openxmlformats.org/officeDocument/2006/relationships/image" Target="../media/image640.png"/><Relationship Id="rId12" Type="http://schemas.openxmlformats.org/officeDocument/2006/relationships/image" Target="../media/image51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11" Type="http://schemas.openxmlformats.org/officeDocument/2006/relationships/image" Target="../media/image680.png"/><Relationship Id="rId5" Type="http://schemas.openxmlformats.org/officeDocument/2006/relationships/image" Target="../media/image620.png"/><Relationship Id="rId10" Type="http://schemas.openxmlformats.org/officeDocument/2006/relationships/image" Target="../media/image670.png"/><Relationship Id="rId4" Type="http://schemas.openxmlformats.org/officeDocument/2006/relationships/image" Target="../media/image610.png"/><Relationship Id="rId9" Type="http://schemas.openxmlformats.org/officeDocument/2006/relationships/image" Target="../media/image66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hyperlink" Target="https://quickstrom.github.io/ltl-visualizer/?formulae=until%28A%2C+B%29%7Cuntil%28until%28A%2C+B%29%2C+C%29&amp;trace=%7C%7C%7C%7C%7C%7C%7C%7C%7C%7C%7C%7C%7C%7C%7C%7C%7C%7C%7C%7C%7C%7C%7C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0.png"/><Relationship Id="rId7" Type="http://schemas.openxmlformats.org/officeDocument/2006/relationships/image" Target="../media/image76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0.png"/><Relationship Id="rId5" Type="http://schemas.openxmlformats.org/officeDocument/2006/relationships/image" Target="../media/image740.png"/><Relationship Id="rId4" Type="http://schemas.openxmlformats.org/officeDocument/2006/relationships/image" Target="../media/image730.png"/><Relationship Id="rId9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8.png"/><Relationship Id="rId7" Type="http://schemas.openxmlformats.org/officeDocument/2006/relationships/image" Target="../media/image83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8.png"/><Relationship Id="rId7" Type="http://schemas.openxmlformats.org/officeDocument/2006/relationships/image" Target="../media/image8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8.png"/><Relationship Id="rId7" Type="http://schemas.openxmlformats.org/officeDocument/2006/relationships/image" Target="../media/image8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92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8.png"/><Relationship Id="rId7" Type="http://schemas.openxmlformats.org/officeDocument/2006/relationships/image" Target="../media/image8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86.png"/><Relationship Id="rId5" Type="http://schemas.openxmlformats.org/officeDocument/2006/relationships/image" Target="../media/image92.png"/><Relationship Id="rId10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8.png"/><Relationship Id="rId7" Type="http://schemas.openxmlformats.org/officeDocument/2006/relationships/image" Target="../media/image8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9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8.png"/><Relationship Id="rId7" Type="http://schemas.openxmlformats.org/officeDocument/2006/relationships/image" Target="../media/image8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86.png"/><Relationship Id="rId4" Type="http://schemas.openxmlformats.org/officeDocument/2006/relationships/image" Target="../media/image97.png"/><Relationship Id="rId9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8.png"/><Relationship Id="rId7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10" Type="http://schemas.openxmlformats.org/officeDocument/2006/relationships/image" Target="../media/image86.png"/><Relationship Id="rId4" Type="http://schemas.openxmlformats.org/officeDocument/2006/relationships/image" Target="../media/image97.png"/><Relationship Id="rId9" Type="http://schemas.openxmlformats.org/officeDocument/2006/relationships/image" Target="../media/image9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8.png"/><Relationship Id="rId7" Type="http://schemas.openxmlformats.org/officeDocument/2006/relationships/image" Target="../media/image9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4" Type="http://schemas.openxmlformats.org/officeDocument/2006/relationships/image" Target="../media/image97.png"/><Relationship Id="rId9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5.svg"/><Relationship Id="rId4" Type="http://schemas.openxmlformats.org/officeDocument/2006/relationships/image" Target="../media/image111.png"/><Relationship Id="rId9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6.png"/><Relationship Id="rId7" Type="http://schemas.openxmlformats.org/officeDocument/2006/relationships/image" Target="../media/image124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2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3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2.png"/><Relationship Id="rId3" Type="http://schemas.openxmlformats.org/officeDocument/2006/relationships/image" Target="../media/image133.png"/><Relationship Id="rId7" Type="http://schemas.openxmlformats.org/officeDocument/2006/relationships/image" Target="../media/image138.png"/><Relationship Id="rId12" Type="http://schemas.openxmlformats.org/officeDocument/2006/relationships/hyperlink" Target="https://quickstrom.github.io/ltl-visualizer/?formulae=eventually%28A%29%7Ceventually%28eventually%28A%29%29&amp;trace=%7C%7CA%7C%7C%7CA%7C%7C%7C%7C%7C%7C" TargetMode="External"/><Relationship Id="rId2" Type="http://schemas.openxmlformats.org/officeDocument/2006/relationships/hyperlink" Target="https://quickstrom.github.io/ltl-visualizer/?formulae=always%28A%29%7Cnot%28always%28A%29%29%7Cnot%28A%29%7Ceventually%28not%28A%29%29&amp;trace=A%7CA%7CA%7CA%7C%7CA%7CA%7CA%7CA%7CA%7CA%7C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1.png"/><Relationship Id="rId5" Type="http://schemas.openxmlformats.org/officeDocument/2006/relationships/hyperlink" Target="https://quickstrom.github.io/ltl-visualizer/?formulae=eventually%28A%29%7Cnot%28eventually%28A%29%29%7Cnot%28A%29%7Calways%28not%28A%29%29&amp;trace=%7C%7C%7C%7CA%7C%7C%7C%7C%7C%7C%7C" TargetMode="External"/><Relationship Id="rId10" Type="http://schemas.openxmlformats.org/officeDocument/2006/relationships/hyperlink" Target="https://quickstrom.github.io/ltl-visualizer/?formulae=always%28A%29%7Calways%28always%28A%29%29&amp;trace=%7C%7C%7CA%7C%7CA%7C%7CA%7CA%7CA%7CA%7CA" TargetMode="External"/><Relationship Id="rId4" Type="http://schemas.openxmlformats.org/officeDocument/2006/relationships/image" Target="../media/image134.svg"/><Relationship Id="rId9" Type="http://schemas.openxmlformats.org/officeDocument/2006/relationships/image" Target="../media/image140.png"/><Relationship Id="rId14" Type="http://schemas.openxmlformats.org/officeDocument/2006/relationships/hyperlink" Target="https://quickstrom.github.io/ltl-visualizer/?formulae=until%28A%2C+B%29%7Cuntil%28A%2C+until%28A%2C+B%29%29%7Cuntil%28until%28A%2C+B%29%2C+B%29&amp;trace=A%7CA%7CB%7CA%7CAB%7CA%7CB%7C%7C%7C%7C%7C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0.png"/><Relationship Id="rId4" Type="http://schemas.openxmlformats.org/officeDocument/2006/relationships/image" Target="../media/image141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9" Type="http://schemas.openxmlformats.org/officeDocument/2006/relationships/image" Target="../media/image15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2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strom.github.io/ltl-visualizer/?formulae=not%28until%28not%28A%29%2C+not%28B%29%29%29&amp;trace=B%7CB%7CB%7CAB%7C%7C%7CB%7CAB%7C%7C%7C%7C" TargetMode="External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4.svg"/><Relationship Id="rId4" Type="http://schemas.openxmlformats.org/officeDocument/2006/relationships/image" Target="../media/image1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3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>
                <a:latin typeface="Gisha" panose="020B0502040204020203" pitchFamily="34" charset="-79"/>
                <a:cs typeface="Gisha" panose="020B0502040204020203" pitchFamily="34" charset="-79"/>
              </a:rPr>
              <a:t>Linear Temporal Logic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לוגיקת זמנים ליניארית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TMARY10"/>
              </a:rPr>
              <a:t>AAAAAAAAAA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AAAAAA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9321E-ABCD-44A3-E807-58B2F950D9A2}"/>
              </a:ext>
            </a:extLst>
          </p:cNvPr>
          <p:cNvSpPr/>
          <p:nvPr/>
        </p:nvSpPr>
        <p:spPr>
          <a:xfrm>
            <a:off x="7555204" y="-34330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611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708712" y="2884509"/>
            <a:ext cx="1706880" cy="51636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>
            <a:defPPr>
              <a:defRPr lang="he-IL"/>
            </a:defPPr>
            <a:lvl1pPr algn="ctr">
              <a:defRPr>
                <a:solidFill>
                  <a:schemeClr val="dk1"/>
                </a:solidFill>
                <a:latin typeface="Arial Rounded MT Bold" panose="020F070403050403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/>
          </a:bodyPr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בדיקות מודל (</a:t>
            </a:r>
            <a:r>
              <a:rPr lang="en-US" sz="3600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0" name="Oval 29"/>
          <p:cNvSpPr/>
          <p:nvPr/>
        </p:nvSpPr>
        <p:spPr>
          <a:xfrm>
            <a:off x="5410200" y="1676400"/>
            <a:ext cx="12192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0" y="293370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7980" y="3962400"/>
            <a:ext cx="1905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4" name="Oval 33"/>
          <p:cNvSpPr/>
          <p:nvPr/>
        </p:nvSpPr>
        <p:spPr>
          <a:xfrm>
            <a:off x="834390" y="1828800"/>
            <a:ext cx="1447800" cy="45719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36" name="Oval 35"/>
          <p:cNvSpPr/>
          <p:nvPr/>
        </p:nvSpPr>
        <p:spPr>
          <a:xfrm>
            <a:off x="685800" y="4038600"/>
            <a:ext cx="1752600" cy="762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37" name="Oval 36"/>
          <p:cNvSpPr/>
          <p:nvPr/>
        </p:nvSpPr>
        <p:spPr>
          <a:xfrm>
            <a:off x="5257800" y="4038600"/>
            <a:ext cx="1524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5745480"/>
            <a:ext cx="1371600" cy="5486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39" name="Oval 38"/>
          <p:cNvSpPr/>
          <p:nvPr/>
        </p:nvSpPr>
        <p:spPr>
          <a:xfrm>
            <a:off x="1737360" y="5638800"/>
            <a:ext cx="146304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התכונה הוכחה</a:t>
            </a:r>
          </a:p>
        </p:txBody>
      </p:sp>
      <p:cxnSp>
        <p:nvCxnSpPr>
          <p:cNvPr id="40" name="Straight Arrow Connector 39"/>
          <p:cNvCxnSpPr>
            <a:stCxn id="34" idx="4"/>
            <a:endCxn id="52" idx="0"/>
          </p:cNvCxnSpPr>
          <p:nvPr/>
        </p:nvCxnSpPr>
        <p:spPr>
          <a:xfrm flipH="1">
            <a:off x="1557528" y="2285999"/>
            <a:ext cx="762" cy="575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52" idx="2"/>
            <a:endCxn id="36" idx="0"/>
          </p:cNvCxnSpPr>
          <p:nvPr/>
        </p:nvCxnSpPr>
        <p:spPr>
          <a:xfrm>
            <a:off x="1557528" y="3446188"/>
            <a:ext cx="4572" cy="5924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31" idx="0"/>
          </p:cNvCxnSpPr>
          <p:nvPr/>
        </p:nvCxnSpPr>
        <p:spPr>
          <a:xfrm rot="5400000">
            <a:off x="5772150" y="2686050"/>
            <a:ext cx="4953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1" idx="2"/>
            <a:endCxn id="37" idx="0"/>
          </p:cNvCxnSpPr>
          <p:nvPr/>
        </p:nvCxnSpPr>
        <p:spPr>
          <a:xfrm rot="5400000">
            <a:off x="5741670" y="3760470"/>
            <a:ext cx="55626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7" idx="2"/>
            <a:endCxn id="33" idx="3"/>
          </p:cNvCxnSpPr>
          <p:nvPr/>
        </p:nvCxnSpPr>
        <p:spPr>
          <a:xfrm rot="10800000">
            <a:off x="4792980" y="4419600"/>
            <a:ext cx="46482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6" idx="6"/>
            <a:endCxn id="33" idx="1"/>
          </p:cNvCxnSpPr>
          <p:nvPr/>
        </p:nvCxnSpPr>
        <p:spPr>
          <a:xfrm>
            <a:off x="2438400" y="4419600"/>
            <a:ext cx="44958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3" idx="2"/>
            <a:endCxn id="39" idx="7"/>
          </p:cNvCxnSpPr>
          <p:nvPr/>
        </p:nvCxnSpPr>
        <p:spPr>
          <a:xfrm rot="5400000">
            <a:off x="2976516" y="4886428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3" idx="2"/>
            <a:endCxn id="32" idx="1"/>
          </p:cNvCxnSpPr>
          <p:nvPr/>
        </p:nvCxnSpPr>
        <p:spPr>
          <a:xfrm rot="16200000" flipH="1">
            <a:off x="3830852" y="4886427"/>
            <a:ext cx="873592" cy="8543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2" idx="6"/>
            <a:endCxn id="38" idx="1"/>
          </p:cNvCxnSpPr>
          <p:nvPr/>
        </p:nvCxnSpPr>
        <p:spPr>
          <a:xfrm>
            <a:off x="5943600" y="60198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hape 48"/>
          <p:cNvCxnSpPr>
            <a:stCxn id="37" idx="6"/>
            <a:endCxn id="38" idx="0"/>
          </p:cNvCxnSpPr>
          <p:nvPr/>
        </p:nvCxnSpPr>
        <p:spPr>
          <a:xfrm>
            <a:off x="6781800" y="4419600"/>
            <a:ext cx="533400" cy="13258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38" idx="3"/>
            <a:endCxn id="31" idx="3"/>
          </p:cNvCxnSpPr>
          <p:nvPr/>
        </p:nvCxnSpPr>
        <p:spPr>
          <a:xfrm flipH="1" flipV="1">
            <a:off x="6705600" y="3208020"/>
            <a:ext cx="1295400" cy="2811780"/>
          </a:xfrm>
          <a:prstGeom prst="bentConnector3">
            <a:avLst>
              <a:gd name="adj1" fmla="val -17647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38" idx="3"/>
            <a:endCxn id="30" idx="6"/>
          </p:cNvCxnSpPr>
          <p:nvPr/>
        </p:nvCxnSpPr>
        <p:spPr>
          <a:xfrm flipH="1" flipV="1">
            <a:off x="6629400" y="2057400"/>
            <a:ext cx="1371600" cy="3962400"/>
          </a:xfrm>
          <a:prstGeom prst="bentConnector3">
            <a:avLst>
              <a:gd name="adj1" fmla="val -46203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38" idx="2"/>
            <a:endCxn id="52" idx="1"/>
          </p:cNvCxnSpPr>
          <p:nvPr/>
        </p:nvCxnSpPr>
        <p:spPr>
          <a:xfrm rot="5400000" flipH="1">
            <a:off x="2439484" y="1418405"/>
            <a:ext cx="3140319" cy="6611112"/>
          </a:xfrm>
          <a:prstGeom prst="bentConnector4">
            <a:avLst>
              <a:gd name="adj1" fmla="val -7280"/>
              <a:gd name="adj2" fmla="val 105533"/>
            </a:avLst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04088" y="2861413"/>
            <a:ext cx="1706880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 rtlCol="1">
            <a:spAutoFit/>
          </a:bodyPr>
          <a:lstStyle>
            <a:defPPr>
              <a:defRPr lang="he-IL"/>
            </a:defPPr>
            <a:lvl1pPr algn="ctr">
              <a:defRPr>
                <a:solidFill>
                  <a:srgbClr val="002060"/>
                </a:solidFill>
              </a:defRPr>
            </a:lvl1pPr>
          </a:lstStyle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לוגיקת זמנים</a:t>
            </a:r>
          </a:p>
          <a:p>
            <a:r>
              <a:rPr lang="en-US" sz="1600">
                <a:latin typeface="Gisha" panose="020B0502040204020203" pitchFamily="34" charset="-79"/>
                <a:cs typeface="Gisha" panose="020B0502040204020203" pitchFamily="34" charset="-79"/>
              </a:rPr>
              <a:t>Temporal Logic</a:t>
            </a:r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83491" y="4038601"/>
            <a:ext cx="1752600" cy="76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 rtlCol="1" anchor="ctr">
            <a:noAutofit/>
          </a:bodyPr>
          <a:lstStyle/>
          <a:p>
            <a:pPr algn="ctr"/>
            <a:r>
              <a:rPr lang="he-IL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אוטומטי</a:t>
            </a:r>
          </a:p>
          <a:p>
            <a:pPr algn="ctr"/>
            <a:r>
              <a:rPr lang="en-US" err="1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he-IL">
              <a:solidFill>
                <a:srgbClr val="00206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0044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207">
        <p14:flythrough/>
      </p:transition>
    </mc:Choice>
    <mc:Fallback xmlns="">
      <p:transition spd="slow" advTm="20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598740397"/>
              </p:ext>
            </p:extLst>
          </p:nvPr>
        </p:nvGraphicFramePr>
        <p:xfrm>
          <a:off x="6477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5600" y="5269867"/>
            <a:ext cx="84534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...בשנת 1996 קיבל את פרס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טיורינג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, על מאמרו משנת 1977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The Temporal Logic of Programs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", </a:t>
            </a: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שבו הציג את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לוגיקת הזמן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לוגיקה טמפורלית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) לתחום מדעי המחשב.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219200"/>
            <a:ext cx="77152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אמיר </a:t>
            </a:r>
            <a:r>
              <a:rPr lang="he-IL" sz="2800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פנואלי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(1941-2009) מדען ישראלי, היה פרופסור בתחומי המתמטיקה ומדעי המחשב, חתן פרס ישראל ופרס </a:t>
            </a:r>
            <a:r>
              <a:rPr lang="he-IL" sz="2800" err="1">
                <a:latin typeface="Gisha" panose="020B0502040204020203" pitchFamily="34" charset="-79"/>
                <a:cs typeface="Gisha" panose="020B0502040204020203" pitchFamily="34" charset="-79"/>
              </a:rPr>
              <a:t>טיורינג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9583" y="304086"/>
            <a:ext cx="5586786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מתוך הערך על אמיר </a:t>
            </a:r>
            <a:r>
              <a:rPr lang="he-IL" sz="2800" err="1">
                <a:latin typeface="Gisha" panose="020B0502040204020203" pitchFamily="34" charset="-79"/>
                <a:cs typeface="Gisha" panose="020B0502040204020203" pitchFamily="34" charset="-79"/>
              </a:rPr>
              <a:t>פנואלי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800" err="1">
                <a:latin typeface="Gisha" panose="020B0502040204020203" pitchFamily="34" charset="-79"/>
                <a:cs typeface="Gisha" panose="020B0502040204020203" pitchFamily="34" charset="-79"/>
              </a:rPr>
              <a:t>בויקיפדיה</a:t>
            </a:r>
            <a:endParaRPr lang="he-IL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5" name="Picture 4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68664083-DF66-20A5-822C-F72D4CD06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432" y="2731318"/>
            <a:ext cx="1675516" cy="2289085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79822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תכונות זמן-לינארי כפסוקים לוגיים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306575"/>
                <a:ext cx="8763000" cy="5105400"/>
              </a:xfrm>
            </p:spPr>
            <p:txBody>
              <a:bodyPr anchor="ctr">
                <a:noAutofit/>
              </a:bodyPr>
              <a:lstStyle/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המניעה ההדדית (תכונת </a:t>
                </a:r>
                <a:r>
                  <a:rPr lang="he-IL" sz="22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שמורה</a:t>
                </a: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):</a:t>
                </a:r>
              </a:p>
              <a:p>
                <a:pPr marL="320040" lvl="1" indent="0"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: ∀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⊭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200" b="0" i="0" dirty="0" smtClean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 </m:t>
                      </m:r>
                      <m:d>
                        <m:dPr>
                          <m:ctrlP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¬</m:t>
                          </m:r>
                          <m:d>
                            <m:dPr>
                              <m:ctrlPr>
                                <a:rPr lang="en-US" sz="22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sz="22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𝑐𝑟𝑖</m:t>
                              </m:r>
                              <m:sSub>
                                <m:sSubPr>
                                  <m:ctrlPr>
                                    <a:rPr lang="en-US" sz="22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2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2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𝑐𝑟𝑖</m:t>
                              </m:r>
                              <m:sSub>
                                <m:sSubPr>
                                  <m:ctrlPr>
                                    <a:rPr lang="en-US" sz="22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2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b="1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האתחול יסתיים:</a:t>
                </a:r>
              </a:p>
              <a:p>
                <a:pPr marL="320040" lvl="1" indent="0"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⊭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e>
                      </m:d>
                    </m:oMath>
                  </m:oMathPara>
                </a14:m>
                <a:endParaRPr lang="en-US" sz="2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FF0000"/>
                          </a:solidFill>
                          <a:latin typeface="cmsy10"/>
                        </a:rPr>
                        <m:t>}</m:t>
                      </m:r>
                      <m:d>
                        <m:dPr>
                          <m:ctrlP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sz="22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¬</m:t>
                          </m:r>
                          <m: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𝑖𝑛𝑖𝑡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האתחול יסתיים ולא יחזור (תכונת </a:t>
                </a:r>
                <a:r>
                  <a:rPr lang="he-IL" sz="22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הַתְמָדָה</a:t>
                </a: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): </a:t>
                </a:r>
              </a:p>
              <a:p>
                <a:pPr marL="320040" lvl="1" indent="0"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: ∃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such</m:t>
                          </m:r>
                          <m:r>
                            <m:rPr>
                              <m:nor/>
                            </m:rPr>
                            <a:rPr lang="en-US" sz="22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that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∀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.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⊭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𝑖𝑛𝑖𝑡</m:t>
                          </m:r>
                        </m:e>
                      </m:d>
                    </m:oMath>
                  </m:oMathPara>
                </a14:m>
                <a:endParaRPr lang="en-US" sz="2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rgbClr val="FF0000"/>
                          </a:solidFill>
                          <a:latin typeface="cmsy10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200" b="1" dirty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</m:t>
                      </m:r>
                      <m:d>
                        <m:dPr>
                          <m:ctrlPr>
                            <a:rPr lang="en-US" sz="2200" b="1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¬</m:t>
                          </m:r>
                          <m:r>
                            <a:rPr lang="en-US" sz="22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𝑖𝑛𝑖𝑡</m:t>
                          </m:r>
                        </m:e>
                      </m:d>
                    </m:oMath>
                  </m:oMathPara>
                </a14:m>
                <a:endParaRPr lang="he-IL" sz="22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  <a:buClr>
                    <a:srgbClr val="D34817"/>
                  </a:buClr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מניעת הרעבה:</a:t>
                </a:r>
              </a:p>
              <a:p>
                <a:pPr marL="320040" lvl="1" indent="0" algn="l" rtl="0">
                  <a:spcBef>
                    <a:spcPts val="600"/>
                  </a:spcBef>
                  <a:spcAft>
                    <a:spcPts val="600"/>
                  </a:spcAft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: </m:t>
                          </m:r>
                          <m:func>
                            <m:func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∃</m:t>
                                  </m:r>
                                </m:e>
                                <m:lim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</m:e>
                          </m:func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⊭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: </m:t>
                          </m:r>
                          <m:func>
                            <m:func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∃</m:t>
                                  </m:r>
                                </m:e>
                                <m:lim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</m:e>
                          </m:func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⊭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 algn="l" rtl="0">
                  <a:spcBef>
                    <a:spcPts val="600"/>
                  </a:spcBef>
                  <a:spcAft>
                    <a:spcPts val="600"/>
                  </a:spcAft>
                  <a:buClr>
                    <a:srgbClr val="D3481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000" b="1" dirty="0">
                          <a:solidFill>
                            <a:srgbClr val="FF0000"/>
                          </a:solidFill>
                          <a:latin typeface="cmsy10"/>
                        </a:rPr>
                        <m:t>}</m:t>
                      </m:r>
                      <m:r>
                        <a:rPr lang="en-US" sz="22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m:rPr>
                          <m:nor/>
                        </m:rPr>
                        <a:rPr lang="en-US" sz="2200" b="0" i="0" dirty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000" b="1" dirty="0">
                          <a:solidFill>
                            <a:srgbClr val="FF0000"/>
                          </a:solidFill>
                          <a:latin typeface="cmsy10"/>
                        </a:rPr>
                        <m:t>}</m:t>
                      </m:r>
                      <m:r>
                        <a:rPr lang="en-US" sz="2200" b="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sz="22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200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306575"/>
                <a:ext cx="8763000" cy="5105400"/>
              </a:xfrm>
              <a:blipFill>
                <a:blip r:embed="rId2"/>
                <a:stretch>
                  <a:fillRect t="-4893" b="-5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52337" y="2212110"/>
            <a:ext cx="88517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Always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0529" y="3537405"/>
            <a:ext cx="121405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Eventually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" y="4876800"/>
            <a:ext cx="19450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Eventually always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730" y="6318128"/>
            <a:ext cx="19802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Always eventually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461247" y="3576713"/>
            <a:ext cx="2590800" cy="161590"/>
          </a:xfrm>
          <a:custGeom>
            <a:avLst/>
            <a:gdLst>
              <a:gd name="connsiteX0" fmla="*/ 2590800 w 2590800"/>
              <a:gd name="connsiteY0" fmla="*/ 9169 h 161590"/>
              <a:gd name="connsiteX1" fmla="*/ 1972235 w 2590800"/>
              <a:gd name="connsiteY1" fmla="*/ 161569 h 161590"/>
              <a:gd name="connsiteX2" fmla="*/ 1219200 w 2590800"/>
              <a:gd name="connsiteY2" fmla="*/ 205 h 161590"/>
              <a:gd name="connsiteX3" fmla="*/ 0 w 2590800"/>
              <a:gd name="connsiteY3" fmla="*/ 134675 h 161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0800" h="161590">
                <a:moveTo>
                  <a:pt x="2590800" y="9169"/>
                </a:moveTo>
                <a:cubicBezTo>
                  <a:pt x="2395817" y="86116"/>
                  <a:pt x="2200835" y="163063"/>
                  <a:pt x="1972235" y="161569"/>
                </a:cubicBezTo>
                <a:cubicBezTo>
                  <a:pt x="1743635" y="160075"/>
                  <a:pt x="1547906" y="4687"/>
                  <a:pt x="1219200" y="205"/>
                </a:cubicBezTo>
                <a:cubicBezTo>
                  <a:pt x="890494" y="-4277"/>
                  <a:pt x="445247" y="65199"/>
                  <a:pt x="0" y="13467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277035" y="6418729"/>
            <a:ext cx="923365" cy="80683"/>
          </a:xfrm>
          <a:custGeom>
            <a:avLst/>
            <a:gdLst>
              <a:gd name="connsiteX0" fmla="*/ 923365 w 923365"/>
              <a:gd name="connsiteY0" fmla="*/ 0 h 80683"/>
              <a:gd name="connsiteX1" fmla="*/ 591671 w 923365"/>
              <a:gd name="connsiteY1" fmla="*/ 44824 h 80683"/>
              <a:gd name="connsiteX2" fmla="*/ 0 w 923365"/>
              <a:gd name="connsiteY2" fmla="*/ 80683 h 80683"/>
              <a:gd name="connsiteX3" fmla="*/ 0 w 923365"/>
              <a:gd name="connsiteY3" fmla="*/ 80683 h 80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365" h="80683">
                <a:moveTo>
                  <a:pt x="923365" y="0"/>
                </a:moveTo>
                <a:cubicBezTo>
                  <a:pt x="834465" y="15688"/>
                  <a:pt x="745565" y="31377"/>
                  <a:pt x="591671" y="44824"/>
                </a:cubicBezTo>
                <a:cubicBezTo>
                  <a:pt x="437777" y="58271"/>
                  <a:pt x="0" y="80683"/>
                  <a:pt x="0" y="80683"/>
                </a:cubicBezTo>
                <a:lnTo>
                  <a:pt x="0" y="80683"/>
                </a:lnTo>
              </a:path>
            </a:pathLst>
          </a:custGeom>
          <a:noFill/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312894" y="4810299"/>
            <a:ext cx="1586753" cy="272688"/>
          </a:xfrm>
          <a:custGeom>
            <a:avLst/>
            <a:gdLst>
              <a:gd name="connsiteX0" fmla="*/ 1524000 w 1524000"/>
              <a:gd name="connsiteY0" fmla="*/ 40432 h 300408"/>
              <a:gd name="connsiteX1" fmla="*/ 1219200 w 1524000"/>
              <a:gd name="connsiteY1" fmla="*/ 13538 h 300408"/>
              <a:gd name="connsiteX2" fmla="*/ 887506 w 1524000"/>
              <a:gd name="connsiteY2" fmla="*/ 228691 h 300408"/>
              <a:gd name="connsiteX3" fmla="*/ 0 w 1524000"/>
              <a:gd name="connsiteY3" fmla="*/ 300408 h 300408"/>
              <a:gd name="connsiteX0" fmla="*/ 1586753 w 1586753"/>
              <a:gd name="connsiteY0" fmla="*/ 14985 h 328749"/>
              <a:gd name="connsiteX1" fmla="*/ 1219200 w 1586753"/>
              <a:gd name="connsiteY1" fmla="*/ 41879 h 328749"/>
              <a:gd name="connsiteX2" fmla="*/ 887506 w 1586753"/>
              <a:gd name="connsiteY2" fmla="*/ 257032 h 328749"/>
              <a:gd name="connsiteX3" fmla="*/ 0 w 1586753"/>
              <a:gd name="connsiteY3" fmla="*/ 328749 h 3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6753" h="328749">
                <a:moveTo>
                  <a:pt x="1586753" y="14985"/>
                </a:moveTo>
                <a:cubicBezTo>
                  <a:pt x="1487394" y="-14150"/>
                  <a:pt x="1335741" y="1538"/>
                  <a:pt x="1219200" y="41879"/>
                </a:cubicBezTo>
                <a:cubicBezTo>
                  <a:pt x="1102659" y="82220"/>
                  <a:pt x="1090706" y="209220"/>
                  <a:pt x="887506" y="257032"/>
                </a:cubicBezTo>
                <a:cubicBezTo>
                  <a:pt x="684306" y="304844"/>
                  <a:pt x="342153" y="316796"/>
                  <a:pt x="0" y="328749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1129553" y="2259106"/>
            <a:ext cx="2178423" cy="209157"/>
          </a:xfrm>
          <a:custGeom>
            <a:avLst/>
            <a:gdLst>
              <a:gd name="connsiteX0" fmla="*/ 2178423 w 2178423"/>
              <a:gd name="connsiteY0" fmla="*/ 0 h 209157"/>
              <a:gd name="connsiteX1" fmla="*/ 1138518 w 2178423"/>
              <a:gd name="connsiteY1" fmla="*/ 197223 h 209157"/>
              <a:gd name="connsiteX2" fmla="*/ 0 w 2178423"/>
              <a:gd name="connsiteY2" fmla="*/ 170329 h 20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8423" h="209157">
                <a:moveTo>
                  <a:pt x="2178423" y="0"/>
                </a:moveTo>
                <a:cubicBezTo>
                  <a:pt x="1840005" y="84417"/>
                  <a:pt x="1501588" y="168835"/>
                  <a:pt x="1138518" y="197223"/>
                </a:cubicBezTo>
                <a:cubicBezTo>
                  <a:pt x="775448" y="225611"/>
                  <a:pt x="387724" y="197970"/>
                  <a:pt x="0" y="170329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תכונות זמן-לינארי כפסוקים לוגיים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3057" y="1498295"/>
                <a:ext cx="8763000" cy="5105400"/>
              </a:xfrm>
            </p:spPr>
            <p:txBody>
              <a:bodyPr anchor="ctr">
                <a:noAutofit/>
              </a:bodyPr>
              <a:lstStyle/>
              <a:p>
                <a:pPr lvl="1">
                  <a:spcBef>
                    <a:spcPts val="600"/>
                  </a:spcBef>
                  <a:spcAft>
                    <a:spcPts val="2400"/>
                  </a:spcAft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האור הצהוב ברמזור:</a:t>
                </a:r>
              </a:p>
              <a:p>
                <a:pPr marL="320040" lvl="1" indent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: ∀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⊭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⊭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2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dirty="0" smtClean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200" dirty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¬</m:t>
                      </m:r>
                      <m:r>
                        <a:rPr lang="en-US" sz="22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𝑦𝑒𝑙𝑙𝑜𝑤</m:t>
                      </m:r>
                      <m:r>
                        <a:rPr lang="en-US" sz="22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⇒¬</m:t>
                      </m:r>
                      <m:r>
                        <m:rPr>
                          <m:nor/>
                        </m:rPr>
                        <a:rPr lang="en-US" sz="2000" b="1" dirty="0">
                          <a:solidFill>
                            <a:srgbClr val="FF0000"/>
                          </a:solidFill>
                          <a:latin typeface="cmsy10"/>
                        </a:rPr>
                        <m:t>°</m:t>
                      </m:r>
                      <m:r>
                        <a:rPr lang="en-US" sz="22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sz="2200" b="1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b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:endParaRPr lang="en-US" sz="2200" b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  <a:spcAft>
                    <a:spcPts val="2400"/>
                  </a:spcAft>
                </a:pP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נגיע למצב "מוכן" ועד אז נהיה במצב "אתחול":</a:t>
                </a:r>
              </a:p>
              <a:p>
                <a:pPr marL="320040" lvl="1" indent="0" algn="l" rtl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𝑟𝑒𝑎𝑑𝑦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∧∀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.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𝑖𝑛𝑖𝑡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𝑖𝑛𝑖𝑡</m:t>
                      </m:r>
                      <m:r>
                        <m:rPr>
                          <m:nor/>
                        </m:rPr>
                        <a:rPr lang="en-US" sz="1800" b="0" i="0" dirty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U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sz="18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𝑟𝑒𝑎𝑑𝑦</m:t>
                      </m:r>
                    </m:oMath>
                  </m:oMathPara>
                </a14:m>
                <a:endParaRPr lang="en-US" sz="22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  <a:spcAft>
                    <a:spcPts val="2400"/>
                  </a:spcAft>
                </a:pPr>
                <a:endParaRPr lang="he-IL" sz="22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3057" y="1498295"/>
                <a:ext cx="8763000" cy="5105400"/>
              </a:xfrm>
              <a:blipFill>
                <a:blip r:embed="rId2"/>
                <a:stretch>
                  <a:fillRect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11549" y="3066472"/>
            <a:ext cx="66236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Next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472" y="5791200"/>
            <a:ext cx="66717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Until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434640" y="3118454"/>
            <a:ext cx="3371272" cy="240288"/>
          </a:xfrm>
          <a:custGeom>
            <a:avLst/>
            <a:gdLst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443346 w 2355273"/>
              <a:gd name="connsiteY3" fmla="*/ 138545 h 265366"/>
              <a:gd name="connsiteX4" fmla="*/ 535709 w 2355273"/>
              <a:gd name="connsiteY4" fmla="*/ 166254 h 265366"/>
              <a:gd name="connsiteX5" fmla="*/ 609600 w 2355273"/>
              <a:gd name="connsiteY5" fmla="*/ 175491 h 265366"/>
              <a:gd name="connsiteX6" fmla="*/ 665019 w 2355273"/>
              <a:gd name="connsiteY6" fmla="*/ 193963 h 265366"/>
              <a:gd name="connsiteX7" fmla="*/ 785091 w 2355273"/>
              <a:gd name="connsiteY7" fmla="*/ 212436 h 265366"/>
              <a:gd name="connsiteX8" fmla="*/ 886691 w 2355273"/>
              <a:gd name="connsiteY8" fmla="*/ 230909 h 265366"/>
              <a:gd name="connsiteX9" fmla="*/ 1052946 w 2355273"/>
              <a:gd name="connsiteY9" fmla="*/ 240145 h 265366"/>
              <a:gd name="connsiteX10" fmla="*/ 1810328 w 2355273"/>
              <a:gd name="connsiteY10" fmla="*/ 240145 h 265366"/>
              <a:gd name="connsiteX11" fmla="*/ 1847273 w 2355273"/>
              <a:gd name="connsiteY11" fmla="*/ 230909 h 265366"/>
              <a:gd name="connsiteX12" fmla="*/ 1948873 w 2355273"/>
              <a:gd name="connsiteY12" fmla="*/ 221672 h 265366"/>
              <a:gd name="connsiteX13" fmla="*/ 2032000 w 2355273"/>
              <a:gd name="connsiteY13" fmla="*/ 193963 h 265366"/>
              <a:gd name="connsiteX14" fmla="*/ 2059709 w 2355273"/>
              <a:gd name="connsiteY14" fmla="*/ 184727 h 265366"/>
              <a:gd name="connsiteX15" fmla="*/ 2087419 w 2355273"/>
              <a:gd name="connsiteY15" fmla="*/ 175491 h 265366"/>
              <a:gd name="connsiteX16" fmla="*/ 2115128 w 2355273"/>
              <a:gd name="connsiteY16" fmla="*/ 157018 h 265366"/>
              <a:gd name="connsiteX17" fmla="*/ 2142837 w 2355273"/>
              <a:gd name="connsiteY17" fmla="*/ 147781 h 265366"/>
              <a:gd name="connsiteX18" fmla="*/ 2170546 w 2355273"/>
              <a:gd name="connsiteY18" fmla="*/ 120072 h 265366"/>
              <a:gd name="connsiteX19" fmla="*/ 2225964 w 2355273"/>
              <a:gd name="connsiteY19" fmla="*/ 101600 h 265366"/>
              <a:gd name="connsiteX20" fmla="*/ 2290619 w 2355273"/>
              <a:gd name="connsiteY20" fmla="*/ 64654 h 265366"/>
              <a:gd name="connsiteX21" fmla="*/ 2355273 w 2355273"/>
              <a:gd name="connsiteY21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535709 w 2355273"/>
              <a:gd name="connsiteY3" fmla="*/ 166254 h 265366"/>
              <a:gd name="connsiteX4" fmla="*/ 609600 w 2355273"/>
              <a:gd name="connsiteY4" fmla="*/ 175491 h 265366"/>
              <a:gd name="connsiteX5" fmla="*/ 665019 w 2355273"/>
              <a:gd name="connsiteY5" fmla="*/ 193963 h 265366"/>
              <a:gd name="connsiteX6" fmla="*/ 785091 w 2355273"/>
              <a:gd name="connsiteY6" fmla="*/ 212436 h 265366"/>
              <a:gd name="connsiteX7" fmla="*/ 886691 w 2355273"/>
              <a:gd name="connsiteY7" fmla="*/ 230909 h 265366"/>
              <a:gd name="connsiteX8" fmla="*/ 1052946 w 2355273"/>
              <a:gd name="connsiteY8" fmla="*/ 240145 h 265366"/>
              <a:gd name="connsiteX9" fmla="*/ 1810328 w 2355273"/>
              <a:gd name="connsiteY9" fmla="*/ 240145 h 265366"/>
              <a:gd name="connsiteX10" fmla="*/ 1847273 w 2355273"/>
              <a:gd name="connsiteY10" fmla="*/ 230909 h 265366"/>
              <a:gd name="connsiteX11" fmla="*/ 1948873 w 2355273"/>
              <a:gd name="connsiteY11" fmla="*/ 221672 h 265366"/>
              <a:gd name="connsiteX12" fmla="*/ 2032000 w 2355273"/>
              <a:gd name="connsiteY12" fmla="*/ 193963 h 265366"/>
              <a:gd name="connsiteX13" fmla="*/ 2059709 w 2355273"/>
              <a:gd name="connsiteY13" fmla="*/ 184727 h 265366"/>
              <a:gd name="connsiteX14" fmla="*/ 2087419 w 2355273"/>
              <a:gd name="connsiteY14" fmla="*/ 175491 h 265366"/>
              <a:gd name="connsiteX15" fmla="*/ 2115128 w 2355273"/>
              <a:gd name="connsiteY15" fmla="*/ 157018 h 265366"/>
              <a:gd name="connsiteX16" fmla="*/ 2142837 w 2355273"/>
              <a:gd name="connsiteY16" fmla="*/ 147781 h 265366"/>
              <a:gd name="connsiteX17" fmla="*/ 2170546 w 2355273"/>
              <a:gd name="connsiteY17" fmla="*/ 120072 h 265366"/>
              <a:gd name="connsiteX18" fmla="*/ 2225964 w 2355273"/>
              <a:gd name="connsiteY18" fmla="*/ 101600 h 265366"/>
              <a:gd name="connsiteX19" fmla="*/ 2290619 w 2355273"/>
              <a:gd name="connsiteY19" fmla="*/ 64654 h 265366"/>
              <a:gd name="connsiteX20" fmla="*/ 2355273 w 2355273"/>
              <a:gd name="connsiteY20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609600 w 2355273"/>
              <a:gd name="connsiteY3" fmla="*/ 175491 h 265366"/>
              <a:gd name="connsiteX4" fmla="*/ 665019 w 2355273"/>
              <a:gd name="connsiteY4" fmla="*/ 193963 h 265366"/>
              <a:gd name="connsiteX5" fmla="*/ 785091 w 2355273"/>
              <a:gd name="connsiteY5" fmla="*/ 212436 h 265366"/>
              <a:gd name="connsiteX6" fmla="*/ 886691 w 2355273"/>
              <a:gd name="connsiteY6" fmla="*/ 230909 h 265366"/>
              <a:gd name="connsiteX7" fmla="*/ 1052946 w 2355273"/>
              <a:gd name="connsiteY7" fmla="*/ 240145 h 265366"/>
              <a:gd name="connsiteX8" fmla="*/ 1810328 w 2355273"/>
              <a:gd name="connsiteY8" fmla="*/ 240145 h 265366"/>
              <a:gd name="connsiteX9" fmla="*/ 1847273 w 2355273"/>
              <a:gd name="connsiteY9" fmla="*/ 230909 h 265366"/>
              <a:gd name="connsiteX10" fmla="*/ 1948873 w 2355273"/>
              <a:gd name="connsiteY10" fmla="*/ 221672 h 265366"/>
              <a:gd name="connsiteX11" fmla="*/ 2032000 w 2355273"/>
              <a:gd name="connsiteY11" fmla="*/ 193963 h 265366"/>
              <a:gd name="connsiteX12" fmla="*/ 2059709 w 2355273"/>
              <a:gd name="connsiteY12" fmla="*/ 184727 h 265366"/>
              <a:gd name="connsiteX13" fmla="*/ 2087419 w 2355273"/>
              <a:gd name="connsiteY13" fmla="*/ 175491 h 265366"/>
              <a:gd name="connsiteX14" fmla="*/ 2115128 w 2355273"/>
              <a:gd name="connsiteY14" fmla="*/ 157018 h 265366"/>
              <a:gd name="connsiteX15" fmla="*/ 2142837 w 2355273"/>
              <a:gd name="connsiteY15" fmla="*/ 147781 h 265366"/>
              <a:gd name="connsiteX16" fmla="*/ 2170546 w 2355273"/>
              <a:gd name="connsiteY16" fmla="*/ 120072 h 265366"/>
              <a:gd name="connsiteX17" fmla="*/ 2225964 w 2355273"/>
              <a:gd name="connsiteY17" fmla="*/ 101600 h 265366"/>
              <a:gd name="connsiteX18" fmla="*/ 2290619 w 2355273"/>
              <a:gd name="connsiteY18" fmla="*/ 64654 h 265366"/>
              <a:gd name="connsiteX19" fmla="*/ 2355273 w 2355273"/>
              <a:gd name="connsiteY19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609600 w 2355273"/>
              <a:gd name="connsiteY3" fmla="*/ 175491 h 265366"/>
              <a:gd name="connsiteX4" fmla="*/ 785091 w 2355273"/>
              <a:gd name="connsiteY4" fmla="*/ 212436 h 265366"/>
              <a:gd name="connsiteX5" fmla="*/ 886691 w 2355273"/>
              <a:gd name="connsiteY5" fmla="*/ 230909 h 265366"/>
              <a:gd name="connsiteX6" fmla="*/ 1052946 w 2355273"/>
              <a:gd name="connsiteY6" fmla="*/ 240145 h 265366"/>
              <a:gd name="connsiteX7" fmla="*/ 1810328 w 2355273"/>
              <a:gd name="connsiteY7" fmla="*/ 240145 h 265366"/>
              <a:gd name="connsiteX8" fmla="*/ 1847273 w 2355273"/>
              <a:gd name="connsiteY8" fmla="*/ 230909 h 265366"/>
              <a:gd name="connsiteX9" fmla="*/ 1948873 w 2355273"/>
              <a:gd name="connsiteY9" fmla="*/ 221672 h 265366"/>
              <a:gd name="connsiteX10" fmla="*/ 2032000 w 2355273"/>
              <a:gd name="connsiteY10" fmla="*/ 193963 h 265366"/>
              <a:gd name="connsiteX11" fmla="*/ 2059709 w 2355273"/>
              <a:gd name="connsiteY11" fmla="*/ 184727 h 265366"/>
              <a:gd name="connsiteX12" fmla="*/ 2087419 w 2355273"/>
              <a:gd name="connsiteY12" fmla="*/ 175491 h 265366"/>
              <a:gd name="connsiteX13" fmla="*/ 2115128 w 2355273"/>
              <a:gd name="connsiteY13" fmla="*/ 157018 h 265366"/>
              <a:gd name="connsiteX14" fmla="*/ 2142837 w 2355273"/>
              <a:gd name="connsiteY14" fmla="*/ 147781 h 265366"/>
              <a:gd name="connsiteX15" fmla="*/ 2170546 w 2355273"/>
              <a:gd name="connsiteY15" fmla="*/ 120072 h 265366"/>
              <a:gd name="connsiteX16" fmla="*/ 2225964 w 2355273"/>
              <a:gd name="connsiteY16" fmla="*/ 101600 h 265366"/>
              <a:gd name="connsiteX17" fmla="*/ 2290619 w 2355273"/>
              <a:gd name="connsiteY17" fmla="*/ 64654 h 265366"/>
              <a:gd name="connsiteX18" fmla="*/ 2355273 w 2355273"/>
              <a:gd name="connsiteY18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785091 w 2355273"/>
              <a:gd name="connsiteY3" fmla="*/ 212436 h 265366"/>
              <a:gd name="connsiteX4" fmla="*/ 886691 w 2355273"/>
              <a:gd name="connsiteY4" fmla="*/ 230909 h 265366"/>
              <a:gd name="connsiteX5" fmla="*/ 1052946 w 2355273"/>
              <a:gd name="connsiteY5" fmla="*/ 240145 h 265366"/>
              <a:gd name="connsiteX6" fmla="*/ 1810328 w 2355273"/>
              <a:gd name="connsiteY6" fmla="*/ 240145 h 265366"/>
              <a:gd name="connsiteX7" fmla="*/ 1847273 w 2355273"/>
              <a:gd name="connsiteY7" fmla="*/ 230909 h 265366"/>
              <a:gd name="connsiteX8" fmla="*/ 1948873 w 2355273"/>
              <a:gd name="connsiteY8" fmla="*/ 221672 h 265366"/>
              <a:gd name="connsiteX9" fmla="*/ 2032000 w 2355273"/>
              <a:gd name="connsiteY9" fmla="*/ 193963 h 265366"/>
              <a:gd name="connsiteX10" fmla="*/ 2059709 w 2355273"/>
              <a:gd name="connsiteY10" fmla="*/ 184727 h 265366"/>
              <a:gd name="connsiteX11" fmla="*/ 2087419 w 2355273"/>
              <a:gd name="connsiteY11" fmla="*/ 175491 h 265366"/>
              <a:gd name="connsiteX12" fmla="*/ 2115128 w 2355273"/>
              <a:gd name="connsiteY12" fmla="*/ 157018 h 265366"/>
              <a:gd name="connsiteX13" fmla="*/ 2142837 w 2355273"/>
              <a:gd name="connsiteY13" fmla="*/ 147781 h 265366"/>
              <a:gd name="connsiteX14" fmla="*/ 2170546 w 2355273"/>
              <a:gd name="connsiteY14" fmla="*/ 120072 h 265366"/>
              <a:gd name="connsiteX15" fmla="*/ 2225964 w 2355273"/>
              <a:gd name="connsiteY15" fmla="*/ 101600 h 265366"/>
              <a:gd name="connsiteX16" fmla="*/ 2290619 w 2355273"/>
              <a:gd name="connsiteY16" fmla="*/ 64654 h 265366"/>
              <a:gd name="connsiteX17" fmla="*/ 2355273 w 2355273"/>
              <a:gd name="connsiteY17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886691 w 2355273"/>
              <a:gd name="connsiteY3" fmla="*/ 230909 h 265366"/>
              <a:gd name="connsiteX4" fmla="*/ 1052946 w 2355273"/>
              <a:gd name="connsiteY4" fmla="*/ 240145 h 265366"/>
              <a:gd name="connsiteX5" fmla="*/ 1810328 w 2355273"/>
              <a:gd name="connsiteY5" fmla="*/ 240145 h 265366"/>
              <a:gd name="connsiteX6" fmla="*/ 1847273 w 2355273"/>
              <a:gd name="connsiteY6" fmla="*/ 230909 h 265366"/>
              <a:gd name="connsiteX7" fmla="*/ 1948873 w 2355273"/>
              <a:gd name="connsiteY7" fmla="*/ 221672 h 265366"/>
              <a:gd name="connsiteX8" fmla="*/ 2032000 w 2355273"/>
              <a:gd name="connsiteY8" fmla="*/ 193963 h 265366"/>
              <a:gd name="connsiteX9" fmla="*/ 2059709 w 2355273"/>
              <a:gd name="connsiteY9" fmla="*/ 184727 h 265366"/>
              <a:gd name="connsiteX10" fmla="*/ 2087419 w 2355273"/>
              <a:gd name="connsiteY10" fmla="*/ 175491 h 265366"/>
              <a:gd name="connsiteX11" fmla="*/ 2115128 w 2355273"/>
              <a:gd name="connsiteY11" fmla="*/ 157018 h 265366"/>
              <a:gd name="connsiteX12" fmla="*/ 2142837 w 2355273"/>
              <a:gd name="connsiteY12" fmla="*/ 147781 h 265366"/>
              <a:gd name="connsiteX13" fmla="*/ 2170546 w 2355273"/>
              <a:gd name="connsiteY13" fmla="*/ 120072 h 265366"/>
              <a:gd name="connsiteX14" fmla="*/ 2225964 w 2355273"/>
              <a:gd name="connsiteY14" fmla="*/ 101600 h 265366"/>
              <a:gd name="connsiteX15" fmla="*/ 2290619 w 2355273"/>
              <a:gd name="connsiteY15" fmla="*/ 64654 h 265366"/>
              <a:gd name="connsiteX16" fmla="*/ 2355273 w 2355273"/>
              <a:gd name="connsiteY16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1052946 w 2355273"/>
              <a:gd name="connsiteY3" fmla="*/ 240145 h 265366"/>
              <a:gd name="connsiteX4" fmla="*/ 1810328 w 2355273"/>
              <a:gd name="connsiteY4" fmla="*/ 240145 h 265366"/>
              <a:gd name="connsiteX5" fmla="*/ 1847273 w 2355273"/>
              <a:gd name="connsiteY5" fmla="*/ 230909 h 265366"/>
              <a:gd name="connsiteX6" fmla="*/ 1948873 w 2355273"/>
              <a:gd name="connsiteY6" fmla="*/ 221672 h 265366"/>
              <a:gd name="connsiteX7" fmla="*/ 2032000 w 2355273"/>
              <a:gd name="connsiteY7" fmla="*/ 193963 h 265366"/>
              <a:gd name="connsiteX8" fmla="*/ 2059709 w 2355273"/>
              <a:gd name="connsiteY8" fmla="*/ 184727 h 265366"/>
              <a:gd name="connsiteX9" fmla="*/ 2087419 w 2355273"/>
              <a:gd name="connsiteY9" fmla="*/ 175491 h 265366"/>
              <a:gd name="connsiteX10" fmla="*/ 2115128 w 2355273"/>
              <a:gd name="connsiteY10" fmla="*/ 157018 h 265366"/>
              <a:gd name="connsiteX11" fmla="*/ 2142837 w 2355273"/>
              <a:gd name="connsiteY11" fmla="*/ 147781 h 265366"/>
              <a:gd name="connsiteX12" fmla="*/ 2170546 w 2355273"/>
              <a:gd name="connsiteY12" fmla="*/ 120072 h 265366"/>
              <a:gd name="connsiteX13" fmla="*/ 2225964 w 2355273"/>
              <a:gd name="connsiteY13" fmla="*/ 101600 h 265366"/>
              <a:gd name="connsiteX14" fmla="*/ 2290619 w 2355273"/>
              <a:gd name="connsiteY14" fmla="*/ 64654 h 265366"/>
              <a:gd name="connsiteX15" fmla="*/ 2355273 w 2355273"/>
              <a:gd name="connsiteY15" fmla="*/ 0 h 265366"/>
              <a:gd name="connsiteX0" fmla="*/ 0 w 2355273"/>
              <a:gd name="connsiteY0" fmla="*/ 110836 h 246738"/>
              <a:gd name="connsiteX1" fmla="*/ 55419 w 2355273"/>
              <a:gd name="connsiteY1" fmla="*/ 101600 h 246738"/>
              <a:gd name="connsiteX2" fmla="*/ 406400 w 2355273"/>
              <a:gd name="connsiteY2" fmla="*/ 120072 h 246738"/>
              <a:gd name="connsiteX3" fmla="*/ 1810328 w 2355273"/>
              <a:gd name="connsiteY3" fmla="*/ 240145 h 246738"/>
              <a:gd name="connsiteX4" fmla="*/ 1847273 w 2355273"/>
              <a:gd name="connsiteY4" fmla="*/ 230909 h 246738"/>
              <a:gd name="connsiteX5" fmla="*/ 1948873 w 2355273"/>
              <a:gd name="connsiteY5" fmla="*/ 221672 h 246738"/>
              <a:gd name="connsiteX6" fmla="*/ 2032000 w 2355273"/>
              <a:gd name="connsiteY6" fmla="*/ 193963 h 246738"/>
              <a:gd name="connsiteX7" fmla="*/ 2059709 w 2355273"/>
              <a:gd name="connsiteY7" fmla="*/ 184727 h 246738"/>
              <a:gd name="connsiteX8" fmla="*/ 2087419 w 2355273"/>
              <a:gd name="connsiteY8" fmla="*/ 175491 h 246738"/>
              <a:gd name="connsiteX9" fmla="*/ 2115128 w 2355273"/>
              <a:gd name="connsiteY9" fmla="*/ 157018 h 246738"/>
              <a:gd name="connsiteX10" fmla="*/ 2142837 w 2355273"/>
              <a:gd name="connsiteY10" fmla="*/ 147781 h 246738"/>
              <a:gd name="connsiteX11" fmla="*/ 2170546 w 2355273"/>
              <a:gd name="connsiteY11" fmla="*/ 120072 h 246738"/>
              <a:gd name="connsiteX12" fmla="*/ 2225964 w 2355273"/>
              <a:gd name="connsiteY12" fmla="*/ 101600 h 246738"/>
              <a:gd name="connsiteX13" fmla="*/ 2290619 w 2355273"/>
              <a:gd name="connsiteY13" fmla="*/ 64654 h 246738"/>
              <a:gd name="connsiteX14" fmla="*/ 2355273 w 2355273"/>
              <a:gd name="connsiteY14" fmla="*/ 0 h 246738"/>
              <a:gd name="connsiteX0" fmla="*/ 0 w 2355273"/>
              <a:gd name="connsiteY0" fmla="*/ 110836 h 245531"/>
              <a:gd name="connsiteX1" fmla="*/ 55419 w 2355273"/>
              <a:gd name="connsiteY1" fmla="*/ 101600 h 245531"/>
              <a:gd name="connsiteX2" fmla="*/ 406400 w 2355273"/>
              <a:gd name="connsiteY2" fmla="*/ 120072 h 245531"/>
              <a:gd name="connsiteX3" fmla="*/ 1810328 w 2355273"/>
              <a:gd name="connsiteY3" fmla="*/ 240145 h 245531"/>
              <a:gd name="connsiteX4" fmla="*/ 1948873 w 2355273"/>
              <a:gd name="connsiteY4" fmla="*/ 221672 h 245531"/>
              <a:gd name="connsiteX5" fmla="*/ 2032000 w 2355273"/>
              <a:gd name="connsiteY5" fmla="*/ 193963 h 245531"/>
              <a:gd name="connsiteX6" fmla="*/ 2059709 w 2355273"/>
              <a:gd name="connsiteY6" fmla="*/ 184727 h 245531"/>
              <a:gd name="connsiteX7" fmla="*/ 2087419 w 2355273"/>
              <a:gd name="connsiteY7" fmla="*/ 175491 h 245531"/>
              <a:gd name="connsiteX8" fmla="*/ 2115128 w 2355273"/>
              <a:gd name="connsiteY8" fmla="*/ 157018 h 245531"/>
              <a:gd name="connsiteX9" fmla="*/ 2142837 w 2355273"/>
              <a:gd name="connsiteY9" fmla="*/ 147781 h 245531"/>
              <a:gd name="connsiteX10" fmla="*/ 2170546 w 2355273"/>
              <a:gd name="connsiteY10" fmla="*/ 120072 h 245531"/>
              <a:gd name="connsiteX11" fmla="*/ 2225964 w 2355273"/>
              <a:gd name="connsiteY11" fmla="*/ 101600 h 245531"/>
              <a:gd name="connsiteX12" fmla="*/ 2290619 w 2355273"/>
              <a:gd name="connsiteY12" fmla="*/ 64654 h 245531"/>
              <a:gd name="connsiteX13" fmla="*/ 2355273 w 2355273"/>
              <a:gd name="connsiteY13" fmla="*/ 0 h 24553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115128 w 2355273"/>
              <a:gd name="connsiteY8" fmla="*/ 157018 h 241511"/>
              <a:gd name="connsiteX9" fmla="*/ 2142837 w 2355273"/>
              <a:gd name="connsiteY9" fmla="*/ 147781 h 241511"/>
              <a:gd name="connsiteX10" fmla="*/ 2170546 w 2355273"/>
              <a:gd name="connsiteY10" fmla="*/ 120072 h 241511"/>
              <a:gd name="connsiteX11" fmla="*/ 2225964 w 2355273"/>
              <a:gd name="connsiteY11" fmla="*/ 101600 h 241511"/>
              <a:gd name="connsiteX12" fmla="*/ 2290619 w 2355273"/>
              <a:gd name="connsiteY12" fmla="*/ 64654 h 241511"/>
              <a:gd name="connsiteX13" fmla="*/ 2355273 w 2355273"/>
              <a:gd name="connsiteY13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115128 w 2355273"/>
              <a:gd name="connsiteY8" fmla="*/ 157018 h 241511"/>
              <a:gd name="connsiteX9" fmla="*/ 2142837 w 2355273"/>
              <a:gd name="connsiteY9" fmla="*/ 147781 h 241511"/>
              <a:gd name="connsiteX10" fmla="*/ 2225964 w 2355273"/>
              <a:gd name="connsiteY10" fmla="*/ 101600 h 241511"/>
              <a:gd name="connsiteX11" fmla="*/ 2290619 w 2355273"/>
              <a:gd name="connsiteY11" fmla="*/ 64654 h 241511"/>
              <a:gd name="connsiteX12" fmla="*/ 2355273 w 2355273"/>
              <a:gd name="connsiteY12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115128 w 2355273"/>
              <a:gd name="connsiteY8" fmla="*/ 157018 h 241511"/>
              <a:gd name="connsiteX9" fmla="*/ 2225964 w 2355273"/>
              <a:gd name="connsiteY9" fmla="*/ 101600 h 241511"/>
              <a:gd name="connsiteX10" fmla="*/ 2290619 w 2355273"/>
              <a:gd name="connsiteY10" fmla="*/ 64654 h 241511"/>
              <a:gd name="connsiteX11" fmla="*/ 2355273 w 2355273"/>
              <a:gd name="connsiteY11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225964 w 2355273"/>
              <a:gd name="connsiteY8" fmla="*/ 101600 h 241511"/>
              <a:gd name="connsiteX9" fmla="*/ 2290619 w 2355273"/>
              <a:gd name="connsiteY9" fmla="*/ 64654 h 241511"/>
              <a:gd name="connsiteX10" fmla="*/ 2355273 w 2355273"/>
              <a:gd name="connsiteY10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87419 w 2355273"/>
              <a:gd name="connsiteY6" fmla="*/ 175491 h 241511"/>
              <a:gd name="connsiteX7" fmla="*/ 2225964 w 2355273"/>
              <a:gd name="connsiteY7" fmla="*/ 101600 h 241511"/>
              <a:gd name="connsiteX8" fmla="*/ 2290619 w 2355273"/>
              <a:gd name="connsiteY8" fmla="*/ 64654 h 241511"/>
              <a:gd name="connsiteX9" fmla="*/ 2355273 w 2355273"/>
              <a:gd name="connsiteY9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87419 w 2355273"/>
              <a:gd name="connsiteY5" fmla="*/ 175491 h 241511"/>
              <a:gd name="connsiteX6" fmla="*/ 2225964 w 2355273"/>
              <a:gd name="connsiteY6" fmla="*/ 101600 h 241511"/>
              <a:gd name="connsiteX7" fmla="*/ 2290619 w 2355273"/>
              <a:gd name="connsiteY7" fmla="*/ 64654 h 241511"/>
              <a:gd name="connsiteX8" fmla="*/ 2355273 w 2355273"/>
              <a:gd name="connsiteY8" fmla="*/ 0 h 241511"/>
              <a:gd name="connsiteX0" fmla="*/ 0 w 2355273"/>
              <a:gd name="connsiteY0" fmla="*/ 110836 h 242122"/>
              <a:gd name="connsiteX1" fmla="*/ 55419 w 2355273"/>
              <a:gd name="connsiteY1" fmla="*/ 101600 h 242122"/>
              <a:gd name="connsiteX2" fmla="*/ 406400 w 2355273"/>
              <a:gd name="connsiteY2" fmla="*/ 120072 h 242122"/>
              <a:gd name="connsiteX3" fmla="*/ 1810328 w 2355273"/>
              <a:gd name="connsiteY3" fmla="*/ 240145 h 242122"/>
              <a:gd name="connsiteX4" fmla="*/ 1992715 w 2355273"/>
              <a:gd name="connsiteY4" fmla="*/ 194778 h 242122"/>
              <a:gd name="connsiteX5" fmla="*/ 2087419 w 2355273"/>
              <a:gd name="connsiteY5" fmla="*/ 175491 h 242122"/>
              <a:gd name="connsiteX6" fmla="*/ 2225964 w 2355273"/>
              <a:gd name="connsiteY6" fmla="*/ 101600 h 242122"/>
              <a:gd name="connsiteX7" fmla="*/ 2290619 w 2355273"/>
              <a:gd name="connsiteY7" fmla="*/ 64654 h 242122"/>
              <a:gd name="connsiteX8" fmla="*/ 2355273 w 2355273"/>
              <a:gd name="connsiteY8" fmla="*/ 0 h 242122"/>
              <a:gd name="connsiteX0" fmla="*/ 0 w 2355273"/>
              <a:gd name="connsiteY0" fmla="*/ 110836 h 241254"/>
              <a:gd name="connsiteX1" fmla="*/ 55419 w 2355273"/>
              <a:gd name="connsiteY1" fmla="*/ 101600 h 241254"/>
              <a:gd name="connsiteX2" fmla="*/ 406400 w 2355273"/>
              <a:gd name="connsiteY2" fmla="*/ 120072 h 241254"/>
              <a:gd name="connsiteX3" fmla="*/ 1810328 w 2355273"/>
              <a:gd name="connsiteY3" fmla="*/ 240145 h 241254"/>
              <a:gd name="connsiteX4" fmla="*/ 2087419 w 2355273"/>
              <a:gd name="connsiteY4" fmla="*/ 175491 h 241254"/>
              <a:gd name="connsiteX5" fmla="*/ 2225964 w 2355273"/>
              <a:gd name="connsiteY5" fmla="*/ 101600 h 241254"/>
              <a:gd name="connsiteX6" fmla="*/ 2290619 w 2355273"/>
              <a:gd name="connsiteY6" fmla="*/ 64654 h 241254"/>
              <a:gd name="connsiteX7" fmla="*/ 2355273 w 2355273"/>
              <a:gd name="connsiteY7" fmla="*/ 0 h 241254"/>
              <a:gd name="connsiteX0" fmla="*/ 0 w 2355273"/>
              <a:gd name="connsiteY0" fmla="*/ 110836 h 241712"/>
              <a:gd name="connsiteX1" fmla="*/ 55419 w 2355273"/>
              <a:gd name="connsiteY1" fmla="*/ 101600 h 241712"/>
              <a:gd name="connsiteX2" fmla="*/ 406400 w 2355273"/>
              <a:gd name="connsiteY2" fmla="*/ 120072 h 241712"/>
              <a:gd name="connsiteX3" fmla="*/ 1810328 w 2355273"/>
              <a:gd name="connsiteY3" fmla="*/ 240145 h 241712"/>
              <a:gd name="connsiteX4" fmla="*/ 2087419 w 2355273"/>
              <a:gd name="connsiteY4" fmla="*/ 175491 h 241712"/>
              <a:gd name="connsiteX5" fmla="*/ 2225964 w 2355273"/>
              <a:gd name="connsiteY5" fmla="*/ 101600 h 241712"/>
              <a:gd name="connsiteX6" fmla="*/ 2290619 w 2355273"/>
              <a:gd name="connsiteY6" fmla="*/ 64654 h 241712"/>
              <a:gd name="connsiteX7" fmla="*/ 2355273 w 2355273"/>
              <a:gd name="connsiteY7" fmla="*/ 0 h 241712"/>
              <a:gd name="connsiteX0" fmla="*/ 0 w 2355273"/>
              <a:gd name="connsiteY0" fmla="*/ 110836 h 241712"/>
              <a:gd name="connsiteX1" fmla="*/ 55419 w 2355273"/>
              <a:gd name="connsiteY1" fmla="*/ 101600 h 241712"/>
              <a:gd name="connsiteX2" fmla="*/ 406400 w 2355273"/>
              <a:gd name="connsiteY2" fmla="*/ 120072 h 241712"/>
              <a:gd name="connsiteX3" fmla="*/ 1810328 w 2355273"/>
              <a:gd name="connsiteY3" fmla="*/ 240145 h 241712"/>
              <a:gd name="connsiteX4" fmla="*/ 2087419 w 2355273"/>
              <a:gd name="connsiteY4" fmla="*/ 175491 h 241712"/>
              <a:gd name="connsiteX5" fmla="*/ 2225964 w 2355273"/>
              <a:gd name="connsiteY5" fmla="*/ 101600 h 241712"/>
              <a:gd name="connsiteX6" fmla="*/ 2290619 w 2355273"/>
              <a:gd name="connsiteY6" fmla="*/ 64654 h 241712"/>
              <a:gd name="connsiteX7" fmla="*/ 2355273 w 2355273"/>
              <a:gd name="connsiteY7" fmla="*/ 0 h 241712"/>
              <a:gd name="connsiteX0" fmla="*/ 0 w 2355273"/>
              <a:gd name="connsiteY0" fmla="*/ 110836 h 246564"/>
              <a:gd name="connsiteX1" fmla="*/ 55419 w 2355273"/>
              <a:gd name="connsiteY1" fmla="*/ 101600 h 246564"/>
              <a:gd name="connsiteX2" fmla="*/ 406400 w 2355273"/>
              <a:gd name="connsiteY2" fmla="*/ 120072 h 246564"/>
              <a:gd name="connsiteX3" fmla="*/ 1810328 w 2355273"/>
              <a:gd name="connsiteY3" fmla="*/ 240145 h 246564"/>
              <a:gd name="connsiteX4" fmla="*/ 2087419 w 2355273"/>
              <a:gd name="connsiteY4" fmla="*/ 175491 h 246564"/>
              <a:gd name="connsiteX5" fmla="*/ 2225964 w 2355273"/>
              <a:gd name="connsiteY5" fmla="*/ 101600 h 246564"/>
              <a:gd name="connsiteX6" fmla="*/ 2290619 w 2355273"/>
              <a:gd name="connsiteY6" fmla="*/ 64654 h 246564"/>
              <a:gd name="connsiteX7" fmla="*/ 2355273 w 2355273"/>
              <a:gd name="connsiteY7" fmla="*/ 0 h 246564"/>
              <a:gd name="connsiteX0" fmla="*/ 0 w 2355273"/>
              <a:gd name="connsiteY0" fmla="*/ 110836 h 244183"/>
              <a:gd name="connsiteX1" fmla="*/ 55419 w 2355273"/>
              <a:gd name="connsiteY1" fmla="*/ 101600 h 244183"/>
              <a:gd name="connsiteX2" fmla="*/ 406400 w 2355273"/>
              <a:gd name="connsiteY2" fmla="*/ 120072 h 244183"/>
              <a:gd name="connsiteX3" fmla="*/ 1810328 w 2355273"/>
              <a:gd name="connsiteY3" fmla="*/ 240145 h 244183"/>
              <a:gd name="connsiteX4" fmla="*/ 2087419 w 2355273"/>
              <a:gd name="connsiteY4" fmla="*/ 175491 h 244183"/>
              <a:gd name="connsiteX5" fmla="*/ 2225964 w 2355273"/>
              <a:gd name="connsiteY5" fmla="*/ 101600 h 244183"/>
              <a:gd name="connsiteX6" fmla="*/ 2290619 w 2355273"/>
              <a:gd name="connsiteY6" fmla="*/ 64654 h 244183"/>
              <a:gd name="connsiteX7" fmla="*/ 2355273 w 2355273"/>
              <a:gd name="connsiteY7" fmla="*/ 0 h 244183"/>
              <a:gd name="connsiteX0" fmla="*/ 0 w 2355273"/>
              <a:gd name="connsiteY0" fmla="*/ 110836 h 244183"/>
              <a:gd name="connsiteX1" fmla="*/ 55419 w 2355273"/>
              <a:gd name="connsiteY1" fmla="*/ 101600 h 244183"/>
              <a:gd name="connsiteX2" fmla="*/ 406400 w 2355273"/>
              <a:gd name="connsiteY2" fmla="*/ 120072 h 244183"/>
              <a:gd name="connsiteX3" fmla="*/ 1810328 w 2355273"/>
              <a:gd name="connsiteY3" fmla="*/ 240145 h 244183"/>
              <a:gd name="connsiteX4" fmla="*/ 2087419 w 2355273"/>
              <a:gd name="connsiteY4" fmla="*/ 175491 h 244183"/>
              <a:gd name="connsiteX5" fmla="*/ 2225964 w 2355273"/>
              <a:gd name="connsiteY5" fmla="*/ 101600 h 244183"/>
              <a:gd name="connsiteX6" fmla="*/ 2355273 w 2355273"/>
              <a:gd name="connsiteY6" fmla="*/ 0 h 244183"/>
              <a:gd name="connsiteX0" fmla="*/ 0 w 2355273"/>
              <a:gd name="connsiteY0" fmla="*/ 110836 h 240228"/>
              <a:gd name="connsiteX1" fmla="*/ 55419 w 2355273"/>
              <a:gd name="connsiteY1" fmla="*/ 101600 h 240228"/>
              <a:gd name="connsiteX2" fmla="*/ 406400 w 2355273"/>
              <a:gd name="connsiteY2" fmla="*/ 120072 h 240228"/>
              <a:gd name="connsiteX3" fmla="*/ 1810328 w 2355273"/>
              <a:gd name="connsiteY3" fmla="*/ 240145 h 240228"/>
              <a:gd name="connsiteX4" fmla="*/ 2225964 w 2355273"/>
              <a:gd name="connsiteY4" fmla="*/ 101600 h 240228"/>
              <a:gd name="connsiteX5" fmla="*/ 2355273 w 2355273"/>
              <a:gd name="connsiteY5" fmla="*/ 0 h 240228"/>
              <a:gd name="connsiteX0" fmla="*/ 0 w 2355273"/>
              <a:gd name="connsiteY0" fmla="*/ 110836 h 240213"/>
              <a:gd name="connsiteX1" fmla="*/ 406400 w 2355273"/>
              <a:gd name="connsiteY1" fmla="*/ 120072 h 240213"/>
              <a:gd name="connsiteX2" fmla="*/ 1810328 w 2355273"/>
              <a:gd name="connsiteY2" fmla="*/ 240145 h 240213"/>
              <a:gd name="connsiteX3" fmla="*/ 2225964 w 2355273"/>
              <a:gd name="connsiteY3" fmla="*/ 101600 h 240213"/>
              <a:gd name="connsiteX4" fmla="*/ 2355273 w 2355273"/>
              <a:gd name="connsiteY4" fmla="*/ 0 h 240213"/>
              <a:gd name="connsiteX0" fmla="*/ 0 w 2355273"/>
              <a:gd name="connsiteY0" fmla="*/ 110836 h 240161"/>
              <a:gd name="connsiteX1" fmla="*/ 1810328 w 2355273"/>
              <a:gd name="connsiteY1" fmla="*/ 240145 h 240161"/>
              <a:gd name="connsiteX2" fmla="*/ 2225964 w 2355273"/>
              <a:gd name="connsiteY2" fmla="*/ 101600 h 240161"/>
              <a:gd name="connsiteX3" fmla="*/ 2355273 w 2355273"/>
              <a:gd name="connsiteY3" fmla="*/ 0 h 240161"/>
              <a:gd name="connsiteX0" fmla="*/ 0 w 2355273"/>
              <a:gd name="connsiteY0" fmla="*/ 110836 h 240229"/>
              <a:gd name="connsiteX1" fmla="*/ 1810328 w 2355273"/>
              <a:gd name="connsiteY1" fmla="*/ 240145 h 240229"/>
              <a:gd name="connsiteX2" fmla="*/ 2244753 w 2355273"/>
              <a:gd name="connsiteY2" fmla="*/ 128494 h 240229"/>
              <a:gd name="connsiteX3" fmla="*/ 2355273 w 2355273"/>
              <a:gd name="connsiteY3" fmla="*/ 0 h 240229"/>
              <a:gd name="connsiteX0" fmla="*/ 0 w 2355273"/>
              <a:gd name="connsiteY0" fmla="*/ 110836 h 240288"/>
              <a:gd name="connsiteX1" fmla="*/ 1810328 w 2355273"/>
              <a:gd name="connsiteY1" fmla="*/ 240145 h 240288"/>
              <a:gd name="connsiteX2" fmla="*/ 2244753 w 2355273"/>
              <a:gd name="connsiteY2" fmla="*/ 128494 h 240288"/>
              <a:gd name="connsiteX3" fmla="*/ 2355273 w 2355273"/>
              <a:gd name="connsiteY3" fmla="*/ 0 h 24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5273" h="240288">
                <a:moveTo>
                  <a:pt x="0" y="110836"/>
                </a:moveTo>
                <a:cubicBezTo>
                  <a:pt x="377152" y="137776"/>
                  <a:pt x="1436203" y="237202"/>
                  <a:pt x="1810328" y="240145"/>
                </a:cubicBezTo>
                <a:cubicBezTo>
                  <a:pt x="2184453" y="243088"/>
                  <a:pt x="2176420" y="200477"/>
                  <a:pt x="2244753" y="128494"/>
                </a:cubicBezTo>
                <a:cubicBezTo>
                  <a:pt x="2316788" y="52611"/>
                  <a:pt x="2328334" y="21167"/>
                  <a:pt x="2355273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1434640" y="5855722"/>
            <a:ext cx="2851032" cy="240288"/>
          </a:xfrm>
          <a:custGeom>
            <a:avLst/>
            <a:gdLst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443346 w 2355273"/>
              <a:gd name="connsiteY3" fmla="*/ 138545 h 265366"/>
              <a:gd name="connsiteX4" fmla="*/ 535709 w 2355273"/>
              <a:gd name="connsiteY4" fmla="*/ 166254 h 265366"/>
              <a:gd name="connsiteX5" fmla="*/ 609600 w 2355273"/>
              <a:gd name="connsiteY5" fmla="*/ 175491 h 265366"/>
              <a:gd name="connsiteX6" fmla="*/ 665019 w 2355273"/>
              <a:gd name="connsiteY6" fmla="*/ 193963 h 265366"/>
              <a:gd name="connsiteX7" fmla="*/ 785091 w 2355273"/>
              <a:gd name="connsiteY7" fmla="*/ 212436 h 265366"/>
              <a:gd name="connsiteX8" fmla="*/ 886691 w 2355273"/>
              <a:gd name="connsiteY8" fmla="*/ 230909 h 265366"/>
              <a:gd name="connsiteX9" fmla="*/ 1052946 w 2355273"/>
              <a:gd name="connsiteY9" fmla="*/ 240145 h 265366"/>
              <a:gd name="connsiteX10" fmla="*/ 1810328 w 2355273"/>
              <a:gd name="connsiteY10" fmla="*/ 240145 h 265366"/>
              <a:gd name="connsiteX11" fmla="*/ 1847273 w 2355273"/>
              <a:gd name="connsiteY11" fmla="*/ 230909 h 265366"/>
              <a:gd name="connsiteX12" fmla="*/ 1948873 w 2355273"/>
              <a:gd name="connsiteY12" fmla="*/ 221672 h 265366"/>
              <a:gd name="connsiteX13" fmla="*/ 2032000 w 2355273"/>
              <a:gd name="connsiteY13" fmla="*/ 193963 h 265366"/>
              <a:gd name="connsiteX14" fmla="*/ 2059709 w 2355273"/>
              <a:gd name="connsiteY14" fmla="*/ 184727 h 265366"/>
              <a:gd name="connsiteX15" fmla="*/ 2087419 w 2355273"/>
              <a:gd name="connsiteY15" fmla="*/ 175491 h 265366"/>
              <a:gd name="connsiteX16" fmla="*/ 2115128 w 2355273"/>
              <a:gd name="connsiteY16" fmla="*/ 157018 h 265366"/>
              <a:gd name="connsiteX17" fmla="*/ 2142837 w 2355273"/>
              <a:gd name="connsiteY17" fmla="*/ 147781 h 265366"/>
              <a:gd name="connsiteX18" fmla="*/ 2170546 w 2355273"/>
              <a:gd name="connsiteY18" fmla="*/ 120072 h 265366"/>
              <a:gd name="connsiteX19" fmla="*/ 2225964 w 2355273"/>
              <a:gd name="connsiteY19" fmla="*/ 101600 h 265366"/>
              <a:gd name="connsiteX20" fmla="*/ 2290619 w 2355273"/>
              <a:gd name="connsiteY20" fmla="*/ 64654 h 265366"/>
              <a:gd name="connsiteX21" fmla="*/ 2355273 w 2355273"/>
              <a:gd name="connsiteY21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535709 w 2355273"/>
              <a:gd name="connsiteY3" fmla="*/ 166254 h 265366"/>
              <a:gd name="connsiteX4" fmla="*/ 609600 w 2355273"/>
              <a:gd name="connsiteY4" fmla="*/ 175491 h 265366"/>
              <a:gd name="connsiteX5" fmla="*/ 665019 w 2355273"/>
              <a:gd name="connsiteY5" fmla="*/ 193963 h 265366"/>
              <a:gd name="connsiteX6" fmla="*/ 785091 w 2355273"/>
              <a:gd name="connsiteY6" fmla="*/ 212436 h 265366"/>
              <a:gd name="connsiteX7" fmla="*/ 886691 w 2355273"/>
              <a:gd name="connsiteY7" fmla="*/ 230909 h 265366"/>
              <a:gd name="connsiteX8" fmla="*/ 1052946 w 2355273"/>
              <a:gd name="connsiteY8" fmla="*/ 240145 h 265366"/>
              <a:gd name="connsiteX9" fmla="*/ 1810328 w 2355273"/>
              <a:gd name="connsiteY9" fmla="*/ 240145 h 265366"/>
              <a:gd name="connsiteX10" fmla="*/ 1847273 w 2355273"/>
              <a:gd name="connsiteY10" fmla="*/ 230909 h 265366"/>
              <a:gd name="connsiteX11" fmla="*/ 1948873 w 2355273"/>
              <a:gd name="connsiteY11" fmla="*/ 221672 h 265366"/>
              <a:gd name="connsiteX12" fmla="*/ 2032000 w 2355273"/>
              <a:gd name="connsiteY12" fmla="*/ 193963 h 265366"/>
              <a:gd name="connsiteX13" fmla="*/ 2059709 w 2355273"/>
              <a:gd name="connsiteY13" fmla="*/ 184727 h 265366"/>
              <a:gd name="connsiteX14" fmla="*/ 2087419 w 2355273"/>
              <a:gd name="connsiteY14" fmla="*/ 175491 h 265366"/>
              <a:gd name="connsiteX15" fmla="*/ 2115128 w 2355273"/>
              <a:gd name="connsiteY15" fmla="*/ 157018 h 265366"/>
              <a:gd name="connsiteX16" fmla="*/ 2142837 w 2355273"/>
              <a:gd name="connsiteY16" fmla="*/ 147781 h 265366"/>
              <a:gd name="connsiteX17" fmla="*/ 2170546 w 2355273"/>
              <a:gd name="connsiteY17" fmla="*/ 120072 h 265366"/>
              <a:gd name="connsiteX18" fmla="*/ 2225964 w 2355273"/>
              <a:gd name="connsiteY18" fmla="*/ 101600 h 265366"/>
              <a:gd name="connsiteX19" fmla="*/ 2290619 w 2355273"/>
              <a:gd name="connsiteY19" fmla="*/ 64654 h 265366"/>
              <a:gd name="connsiteX20" fmla="*/ 2355273 w 2355273"/>
              <a:gd name="connsiteY20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609600 w 2355273"/>
              <a:gd name="connsiteY3" fmla="*/ 175491 h 265366"/>
              <a:gd name="connsiteX4" fmla="*/ 665019 w 2355273"/>
              <a:gd name="connsiteY4" fmla="*/ 193963 h 265366"/>
              <a:gd name="connsiteX5" fmla="*/ 785091 w 2355273"/>
              <a:gd name="connsiteY5" fmla="*/ 212436 h 265366"/>
              <a:gd name="connsiteX6" fmla="*/ 886691 w 2355273"/>
              <a:gd name="connsiteY6" fmla="*/ 230909 h 265366"/>
              <a:gd name="connsiteX7" fmla="*/ 1052946 w 2355273"/>
              <a:gd name="connsiteY7" fmla="*/ 240145 h 265366"/>
              <a:gd name="connsiteX8" fmla="*/ 1810328 w 2355273"/>
              <a:gd name="connsiteY8" fmla="*/ 240145 h 265366"/>
              <a:gd name="connsiteX9" fmla="*/ 1847273 w 2355273"/>
              <a:gd name="connsiteY9" fmla="*/ 230909 h 265366"/>
              <a:gd name="connsiteX10" fmla="*/ 1948873 w 2355273"/>
              <a:gd name="connsiteY10" fmla="*/ 221672 h 265366"/>
              <a:gd name="connsiteX11" fmla="*/ 2032000 w 2355273"/>
              <a:gd name="connsiteY11" fmla="*/ 193963 h 265366"/>
              <a:gd name="connsiteX12" fmla="*/ 2059709 w 2355273"/>
              <a:gd name="connsiteY12" fmla="*/ 184727 h 265366"/>
              <a:gd name="connsiteX13" fmla="*/ 2087419 w 2355273"/>
              <a:gd name="connsiteY13" fmla="*/ 175491 h 265366"/>
              <a:gd name="connsiteX14" fmla="*/ 2115128 w 2355273"/>
              <a:gd name="connsiteY14" fmla="*/ 157018 h 265366"/>
              <a:gd name="connsiteX15" fmla="*/ 2142837 w 2355273"/>
              <a:gd name="connsiteY15" fmla="*/ 147781 h 265366"/>
              <a:gd name="connsiteX16" fmla="*/ 2170546 w 2355273"/>
              <a:gd name="connsiteY16" fmla="*/ 120072 h 265366"/>
              <a:gd name="connsiteX17" fmla="*/ 2225964 w 2355273"/>
              <a:gd name="connsiteY17" fmla="*/ 101600 h 265366"/>
              <a:gd name="connsiteX18" fmla="*/ 2290619 w 2355273"/>
              <a:gd name="connsiteY18" fmla="*/ 64654 h 265366"/>
              <a:gd name="connsiteX19" fmla="*/ 2355273 w 2355273"/>
              <a:gd name="connsiteY19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609600 w 2355273"/>
              <a:gd name="connsiteY3" fmla="*/ 175491 h 265366"/>
              <a:gd name="connsiteX4" fmla="*/ 785091 w 2355273"/>
              <a:gd name="connsiteY4" fmla="*/ 212436 h 265366"/>
              <a:gd name="connsiteX5" fmla="*/ 886691 w 2355273"/>
              <a:gd name="connsiteY5" fmla="*/ 230909 h 265366"/>
              <a:gd name="connsiteX6" fmla="*/ 1052946 w 2355273"/>
              <a:gd name="connsiteY6" fmla="*/ 240145 h 265366"/>
              <a:gd name="connsiteX7" fmla="*/ 1810328 w 2355273"/>
              <a:gd name="connsiteY7" fmla="*/ 240145 h 265366"/>
              <a:gd name="connsiteX8" fmla="*/ 1847273 w 2355273"/>
              <a:gd name="connsiteY8" fmla="*/ 230909 h 265366"/>
              <a:gd name="connsiteX9" fmla="*/ 1948873 w 2355273"/>
              <a:gd name="connsiteY9" fmla="*/ 221672 h 265366"/>
              <a:gd name="connsiteX10" fmla="*/ 2032000 w 2355273"/>
              <a:gd name="connsiteY10" fmla="*/ 193963 h 265366"/>
              <a:gd name="connsiteX11" fmla="*/ 2059709 w 2355273"/>
              <a:gd name="connsiteY11" fmla="*/ 184727 h 265366"/>
              <a:gd name="connsiteX12" fmla="*/ 2087419 w 2355273"/>
              <a:gd name="connsiteY12" fmla="*/ 175491 h 265366"/>
              <a:gd name="connsiteX13" fmla="*/ 2115128 w 2355273"/>
              <a:gd name="connsiteY13" fmla="*/ 157018 h 265366"/>
              <a:gd name="connsiteX14" fmla="*/ 2142837 w 2355273"/>
              <a:gd name="connsiteY14" fmla="*/ 147781 h 265366"/>
              <a:gd name="connsiteX15" fmla="*/ 2170546 w 2355273"/>
              <a:gd name="connsiteY15" fmla="*/ 120072 h 265366"/>
              <a:gd name="connsiteX16" fmla="*/ 2225964 w 2355273"/>
              <a:gd name="connsiteY16" fmla="*/ 101600 h 265366"/>
              <a:gd name="connsiteX17" fmla="*/ 2290619 w 2355273"/>
              <a:gd name="connsiteY17" fmla="*/ 64654 h 265366"/>
              <a:gd name="connsiteX18" fmla="*/ 2355273 w 2355273"/>
              <a:gd name="connsiteY18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785091 w 2355273"/>
              <a:gd name="connsiteY3" fmla="*/ 212436 h 265366"/>
              <a:gd name="connsiteX4" fmla="*/ 886691 w 2355273"/>
              <a:gd name="connsiteY4" fmla="*/ 230909 h 265366"/>
              <a:gd name="connsiteX5" fmla="*/ 1052946 w 2355273"/>
              <a:gd name="connsiteY5" fmla="*/ 240145 h 265366"/>
              <a:gd name="connsiteX6" fmla="*/ 1810328 w 2355273"/>
              <a:gd name="connsiteY6" fmla="*/ 240145 h 265366"/>
              <a:gd name="connsiteX7" fmla="*/ 1847273 w 2355273"/>
              <a:gd name="connsiteY7" fmla="*/ 230909 h 265366"/>
              <a:gd name="connsiteX8" fmla="*/ 1948873 w 2355273"/>
              <a:gd name="connsiteY8" fmla="*/ 221672 h 265366"/>
              <a:gd name="connsiteX9" fmla="*/ 2032000 w 2355273"/>
              <a:gd name="connsiteY9" fmla="*/ 193963 h 265366"/>
              <a:gd name="connsiteX10" fmla="*/ 2059709 w 2355273"/>
              <a:gd name="connsiteY10" fmla="*/ 184727 h 265366"/>
              <a:gd name="connsiteX11" fmla="*/ 2087419 w 2355273"/>
              <a:gd name="connsiteY11" fmla="*/ 175491 h 265366"/>
              <a:gd name="connsiteX12" fmla="*/ 2115128 w 2355273"/>
              <a:gd name="connsiteY12" fmla="*/ 157018 h 265366"/>
              <a:gd name="connsiteX13" fmla="*/ 2142837 w 2355273"/>
              <a:gd name="connsiteY13" fmla="*/ 147781 h 265366"/>
              <a:gd name="connsiteX14" fmla="*/ 2170546 w 2355273"/>
              <a:gd name="connsiteY14" fmla="*/ 120072 h 265366"/>
              <a:gd name="connsiteX15" fmla="*/ 2225964 w 2355273"/>
              <a:gd name="connsiteY15" fmla="*/ 101600 h 265366"/>
              <a:gd name="connsiteX16" fmla="*/ 2290619 w 2355273"/>
              <a:gd name="connsiteY16" fmla="*/ 64654 h 265366"/>
              <a:gd name="connsiteX17" fmla="*/ 2355273 w 2355273"/>
              <a:gd name="connsiteY17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886691 w 2355273"/>
              <a:gd name="connsiteY3" fmla="*/ 230909 h 265366"/>
              <a:gd name="connsiteX4" fmla="*/ 1052946 w 2355273"/>
              <a:gd name="connsiteY4" fmla="*/ 240145 h 265366"/>
              <a:gd name="connsiteX5" fmla="*/ 1810328 w 2355273"/>
              <a:gd name="connsiteY5" fmla="*/ 240145 h 265366"/>
              <a:gd name="connsiteX6" fmla="*/ 1847273 w 2355273"/>
              <a:gd name="connsiteY6" fmla="*/ 230909 h 265366"/>
              <a:gd name="connsiteX7" fmla="*/ 1948873 w 2355273"/>
              <a:gd name="connsiteY7" fmla="*/ 221672 h 265366"/>
              <a:gd name="connsiteX8" fmla="*/ 2032000 w 2355273"/>
              <a:gd name="connsiteY8" fmla="*/ 193963 h 265366"/>
              <a:gd name="connsiteX9" fmla="*/ 2059709 w 2355273"/>
              <a:gd name="connsiteY9" fmla="*/ 184727 h 265366"/>
              <a:gd name="connsiteX10" fmla="*/ 2087419 w 2355273"/>
              <a:gd name="connsiteY10" fmla="*/ 175491 h 265366"/>
              <a:gd name="connsiteX11" fmla="*/ 2115128 w 2355273"/>
              <a:gd name="connsiteY11" fmla="*/ 157018 h 265366"/>
              <a:gd name="connsiteX12" fmla="*/ 2142837 w 2355273"/>
              <a:gd name="connsiteY12" fmla="*/ 147781 h 265366"/>
              <a:gd name="connsiteX13" fmla="*/ 2170546 w 2355273"/>
              <a:gd name="connsiteY13" fmla="*/ 120072 h 265366"/>
              <a:gd name="connsiteX14" fmla="*/ 2225964 w 2355273"/>
              <a:gd name="connsiteY14" fmla="*/ 101600 h 265366"/>
              <a:gd name="connsiteX15" fmla="*/ 2290619 w 2355273"/>
              <a:gd name="connsiteY15" fmla="*/ 64654 h 265366"/>
              <a:gd name="connsiteX16" fmla="*/ 2355273 w 2355273"/>
              <a:gd name="connsiteY16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1052946 w 2355273"/>
              <a:gd name="connsiteY3" fmla="*/ 240145 h 265366"/>
              <a:gd name="connsiteX4" fmla="*/ 1810328 w 2355273"/>
              <a:gd name="connsiteY4" fmla="*/ 240145 h 265366"/>
              <a:gd name="connsiteX5" fmla="*/ 1847273 w 2355273"/>
              <a:gd name="connsiteY5" fmla="*/ 230909 h 265366"/>
              <a:gd name="connsiteX6" fmla="*/ 1948873 w 2355273"/>
              <a:gd name="connsiteY6" fmla="*/ 221672 h 265366"/>
              <a:gd name="connsiteX7" fmla="*/ 2032000 w 2355273"/>
              <a:gd name="connsiteY7" fmla="*/ 193963 h 265366"/>
              <a:gd name="connsiteX8" fmla="*/ 2059709 w 2355273"/>
              <a:gd name="connsiteY8" fmla="*/ 184727 h 265366"/>
              <a:gd name="connsiteX9" fmla="*/ 2087419 w 2355273"/>
              <a:gd name="connsiteY9" fmla="*/ 175491 h 265366"/>
              <a:gd name="connsiteX10" fmla="*/ 2115128 w 2355273"/>
              <a:gd name="connsiteY10" fmla="*/ 157018 h 265366"/>
              <a:gd name="connsiteX11" fmla="*/ 2142837 w 2355273"/>
              <a:gd name="connsiteY11" fmla="*/ 147781 h 265366"/>
              <a:gd name="connsiteX12" fmla="*/ 2170546 w 2355273"/>
              <a:gd name="connsiteY12" fmla="*/ 120072 h 265366"/>
              <a:gd name="connsiteX13" fmla="*/ 2225964 w 2355273"/>
              <a:gd name="connsiteY13" fmla="*/ 101600 h 265366"/>
              <a:gd name="connsiteX14" fmla="*/ 2290619 w 2355273"/>
              <a:gd name="connsiteY14" fmla="*/ 64654 h 265366"/>
              <a:gd name="connsiteX15" fmla="*/ 2355273 w 2355273"/>
              <a:gd name="connsiteY15" fmla="*/ 0 h 265366"/>
              <a:gd name="connsiteX0" fmla="*/ 0 w 2355273"/>
              <a:gd name="connsiteY0" fmla="*/ 110836 h 246738"/>
              <a:gd name="connsiteX1" fmla="*/ 55419 w 2355273"/>
              <a:gd name="connsiteY1" fmla="*/ 101600 h 246738"/>
              <a:gd name="connsiteX2" fmla="*/ 406400 w 2355273"/>
              <a:gd name="connsiteY2" fmla="*/ 120072 h 246738"/>
              <a:gd name="connsiteX3" fmla="*/ 1810328 w 2355273"/>
              <a:gd name="connsiteY3" fmla="*/ 240145 h 246738"/>
              <a:gd name="connsiteX4" fmla="*/ 1847273 w 2355273"/>
              <a:gd name="connsiteY4" fmla="*/ 230909 h 246738"/>
              <a:gd name="connsiteX5" fmla="*/ 1948873 w 2355273"/>
              <a:gd name="connsiteY5" fmla="*/ 221672 h 246738"/>
              <a:gd name="connsiteX6" fmla="*/ 2032000 w 2355273"/>
              <a:gd name="connsiteY6" fmla="*/ 193963 h 246738"/>
              <a:gd name="connsiteX7" fmla="*/ 2059709 w 2355273"/>
              <a:gd name="connsiteY7" fmla="*/ 184727 h 246738"/>
              <a:gd name="connsiteX8" fmla="*/ 2087419 w 2355273"/>
              <a:gd name="connsiteY8" fmla="*/ 175491 h 246738"/>
              <a:gd name="connsiteX9" fmla="*/ 2115128 w 2355273"/>
              <a:gd name="connsiteY9" fmla="*/ 157018 h 246738"/>
              <a:gd name="connsiteX10" fmla="*/ 2142837 w 2355273"/>
              <a:gd name="connsiteY10" fmla="*/ 147781 h 246738"/>
              <a:gd name="connsiteX11" fmla="*/ 2170546 w 2355273"/>
              <a:gd name="connsiteY11" fmla="*/ 120072 h 246738"/>
              <a:gd name="connsiteX12" fmla="*/ 2225964 w 2355273"/>
              <a:gd name="connsiteY12" fmla="*/ 101600 h 246738"/>
              <a:gd name="connsiteX13" fmla="*/ 2290619 w 2355273"/>
              <a:gd name="connsiteY13" fmla="*/ 64654 h 246738"/>
              <a:gd name="connsiteX14" fmla="*/ 2355273 w 2355273"/>
              <a:gd name="connsiteY14" fmla="*/ 0 h 246738"/>
              <a:gd name="connsiteX0" fmla="*/ 0 w 2355273"/>
              <a:gd name="connsiteY0" fmla="*/ 110836 h 245531"/>
              <a:gd name="connsiteX1" fmla="*/ 55419 w 2355273"/>
              <a:gd name="connsiteY1" fmla="*/ 101600 h 245531"/>
              <a:gd name="connsiteX2" fmla="*/ 406400 w 2355273"/>
              <a:gd name="connsiteY2" fmla="*/ 120072 h 245531"/>
              <a:gd name="connsiteX3" fmla="*/ 1810328 w 2355273"/>
              <a:gd name="connsiteY3" fmla="*/ 240145 h 245531"/>
              <a:gd name="connsiteX4" fmla="*/ 1948873 w 2355273"/>
              <a:gd name="connsiteY4" fmla="*/ 221672 h 245531"/>
              <a:gd name="connsiteX5" fmla="*/ 2032000 w 2355273"/>
              <a:gd name="connsiteY5" fmla="*/ 193963 h 245531"/>
              <a:gd name="connsiteX6" fmla="*/ 2059709 w 2355273"/>
              <a:gd name="connsiteY6" fmla="*/ 184727 h 245531"/>
              <a:gd name="connsiteX7" fmla="*/ 2087419 w 2355273"/>
              <a:gd name="connsiteY7" fmla="*/ 175491 h 245531"/>
              <a:gd name="connsiteX8" fmla="*/ 2115128 w 2355273"/>
              <a:gd name="connsiteY8" fmla="*/ 157018 h 245531"/>
              <a:gd name="connsiteX9" fmla="*/ 2142837 w 2355273"/>
              <a:gd name="connsiteY9" fmla="*/ 147781 h 245531"/>
              <a:gd name="connsiteX10" fmla="*/ 2170546 w 2355273"/>
              <a:gd name="connsiteY10" fmla="*/ 120072 h 245531"/>
              <a:gd name="connsiteX11" fmla="*/ 2225964 w 2355273"/>
              <a:gd name="connsiteY11" fmla="*/ 101600 h 245531"/>
              <a:gd name="connsiteX12" fmla="*/ 2290619 w 2355273"/>
              <a:gd name="connsiteY12" fmla="*/ 64654 h 245531"/>
              <a:gd name="connsiteX13" fmla="*/ 2355273 w 2355273"/>
              <a:gd name="connsiteY13" fmla="*/ 0 h 24553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115128 w 2355273"/>
              <a:gd name="connsiteY8" fmla="*/ 157018 h 241511"/>
              <a:gd name="connsiteX9" fmla="*/ 2142837 w 2355273"/>
              <a:gd name="connsiteY9" fmla="*/ 147781 h 241511"/>
              <a:gd name="connsiteX10" fmla="*/ 2170546 w 2355273"/>
              <a:gd name="connsiteY10" fmla="*/ 120072 h 241511"/>
              <a:gd name="connsiteX11" fmla="*/ 2225964 w 2355273"/>
              <a:gd name="connsiteY11" fmla="*/ 101600 h 241511"/>
              <a:gd name="connsiteX12" fmla="*/ 2290619 w 2355273"/>
              <a:gd name="connsiteY12" fmla="*/ 64654 h 241511"/>
              <a:gd name="connsiteX13" fmla="*/ 2355273 w 2355273"/>
              <a:gd name="connsiteY13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115128 w 2355273"/>
              <a:gd name="connsiteY8" fmla="*/ 157018 h 241511"/>
              <a:gd name="connsiteX9" fmla="*/ 2142837 w 2355273"/>
              <a:gd name="connsiteY9" fmla="*/ 147781 h 241511"/>
              <a:gd name="connsiteX10" fmla="*/ 2225964 w 2355273"/>
              <a:gd name="connsiteY10" fmla="*/ 101600 h 241511"/>
              <a:gd name="connsiteX11" fmla="*/ 2290619 w 2355273"/>
              <a:gd name="connsiteY11" fmla="*/ 64654 h 241511"/>
              <a:gd name="connsiteX12" fmla="*/ 2355273 w 2355273"/>
              <a:gd name="connsiteY12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115128 w 2355273"/>
              <a:gd name="connsiteY8" fmla="*/ 157018 h 241511"/>
              <a:gd name="connsiteX9" fmla="*/ 2225964 w 2355273"/>
              <a:gd name="connsiteY9" fmla="*/ 101600 h 241511"/>
              <a:gd name="connsiteX10" fmla="*/ 2290619 w 2355273"/>
              <a:gd name="connsiteY10" fmla="*/ 64654 h 241511"/>
              <a:gd name="connsiteX11" fmla="*/ 2355273 w 2355273"/>
              <a:gd name="connsiteY11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59709 w 2355273"/>
              <a:gd name="connsiteY6" fmla="*/ 184727 h 241511"/>
              <a:gd name="connsiteX7" fmla="*/ 2087419 w 2355273"/>
              <a:gd name="connsiteY7" fmla="*/ 175491 h 241511"/>
              <a:gd name="connsiteX8" fmla="*/ 2225964 w 2355273"/>
              <a:gd name="connsiteY8" fmla="*/ 101600 h 241511"/>
              <a:gd name="connsiteX9" fmla="*/ 2290619 w 2355273"/>
              <a:gd name="connsiteY9" fmla="*/ 64654 h 241511"/>
              <a:gd name="connsiteX10" fmla="*/ 2355273 w 2355273"/>
              <a:gd name="connsiteY10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32000 w 2355273"/>
              <a:gd name="connsiteY5" fmla="*/ 193963 h 241511"/>
              <a:gd name="connsiteX6" fmla="*/ 2087419 w 2355273"/>
              <a:gd name="connsiteY6" fmla="*/ 175491 h 241511"/>
              <a:gd name="connsiteX7" fmla="*/ 2225964 w 2355273"/>
              <a:gd name="connsiteY7" fmla="*/ 101600 h 241511"/>
              <a:gd name="connsiteX8" fmla="*/ 2290619 w 2355273"/>
              <a:gd name="connsiteY8" fmla="*/ 64654 h 241511"/>
              <a:gd name="connsiteX9" fmla="*/ 2355273 w 2355273"/>
              <a:gd name="connsiteY9" fmla="*/ 0 h 241511"/>
              <a:gd name="connsiteX0" fmla="*/ 0 w 2355273"/>
              <a:gd name="connsiteY0" fmla="*/ 110836 h 241511"/>
              <a:gd name="connsiteX1" fmla="*/ 55419 w 2355273"/>
              <a:gd name="connsiteY1" fmla="*/ 101600 h 241511"/>
              <a:gd name="connsiteX2" fmla="*/ 406400 w 2355273"/>
              <a:gd name="connsiteY2" fmla="*/ 120072 h 241511"/>
              <a:gd name="connsiteX3" fmla="*/ 1810328 w 2355273"/>
              <a:gd name="connsiteY3" fmla="*/ 240145 h 241511"/>
              <a:gd name="connsiteX4" fmla="*/ 1948873 w 2355273"/>
              <a:gd name="connsiteY4" fmla="*/ 221672 h 241511"/>
              <a:gd name="connsiteX5" fmla="*/ 2087419 w 2355273"/>
              <a:gd name="connsiteY5" fmla="*/ 175491 h 241511"/>
              <a:gd name="connsiteX6" fmla="*/ 2225964 w 2355273"/>
              <a:gd name="connsiteY6" fmla="*/ 101600 h 241511"/>
              <a:gd name="connsiteX7" fmla="*/ 2290619 w 2355273"/>
              <a:gd name="connsiteY7" fmla="*/ 64654 h 241511"/>
              <a:gd name="connsiteX8" fmla="*/ 2355273 w 2355273"/>
              <a:gd name="connsiteY8" fmla="*/ 0 h 241511"/>
              <a:gd name="connsiteX0" fmla="*/ 0 w 2355273"/>
              <a:gd name="connsiteY0" fmla="*/ 110836 h 242122"/>
              <a:gd name="connsiteX1" fmla="*/ 55419 w 2355273"/>
              <a:gd name="connsiteY1" fmla="*/ 101600 h 242122"/>
              <a:gd name="connsiteX2" fmla="*/ 406400 w 2355273"/>
              <a:gd name="connsiteY2" fmla="*/ 120072 h 242122"/>
              <a:gd name="connsiteX3" fmla="*/ 1810328 w 2355273"/>
              <a:gd name="connsiteY3" fmla="*/ 240145 h 242122"/>
              <a:gd name="connsiteX4" fmla="*/ 1992715 w 2355273"/>
              <a:gd name="connsiteY4" fmla="*/ 194778 h 242122"/>
              <a:gd name="connsiteX5" fmla="*/ 2087419 w 2355273"/>
              <a:gd name="connsiteY5" fmla="*/ 175491 h 242122"/>
              <a:gd name="connsiteX6" fmla="*/ 2225964 w 2355273"/>
              <a:gd name="connsiteY6" fmla="*/ 101600 h 242122"/>
              <a:gd name="connsiteX7" fmla="*/ 2290619 w 2355273"/>
              <a:gd name="connsiteY7" fmla="*/ 64654 h 242122"/>
              <a:gd name="connsiteX8" fmla="*/ 2355273 w 2355273"/>
              <a:gd name="connsiteY8" fmla="*/ 0 h 242122"/>
              <a:gd name="connsiteX0" fmla="*/ 0 w 2355273"/>
              <a:gd name="connsiteY0" fmla="*/ 110836 h 241254"/>
              <a:gd name="connsiteX1" fmla="*/ 55419 w 2355273"/>
              <a:gd name="connsiteY1" fmla="*/ 101600 h 241254"/>
              <a:gd name="connsiteX2" fmla="*/ 406400 w 2355273"/>
              <a:gd name="connsiteY2" fmla="*/ 120072 h 241254"/>
              <a:gd name="connsiteX3" fmla="*/ 1810328 w 2355273"/>
              <a:gd name="connsiteY3" fmla="*/ 240145 h 241254"/>
              <a:gd name="connsiteX4" fmla="*/ 2087419 w 2355273"/>
              <a:gd name="connsiteY4" fmla="*/ 175491 h 241254"/>
              <a:gd name="connsiteX5" fmla="*/ 2225964 w 2355273"/>
              <a:gd name="connsiteY5" fmla="*/ 101600 h 241254"/>
              <a:gd name="connsiteX6" fmla="*/ 2290619 w 2355273"/>
              <a:gd name="connsiteY6" fmla="*/ 64654 h 241254"/>
              <a:gd name="connsiteX7" fmla="*/ 2355273 w 2355273"/>
              <a:gd name="connsiteY7" fmla="*/ 0 h 241254"/>
              <a:gd name="connsiteX0" fmla="*/ 0 w 2355273"/>
              <a:gd name="connsiteY0" fmla="*/ 110836 h 241712"/>
              <a:gd name="connsiteX1" fmla="*/ 55419 w 2355273"/>
              <a:gd name="connsiteY1" fmla="*/ 101600 h 241712"/>
              <a:gd name="connsiteX2" fmla="*/ 406400 w 2355273"/>
              <a:gd name="connsiteY2" fmla="*/ 120072 h 241712"/>
              <a:gd name="connsiteX3" fmla="*/ 1810328 w 2355273"/>
              <a:gd name="connsiteY3" fmla="*/ 240145 h 241712"/>
              <a:gd name="connsiteX4" fmla="*/ 2087419 w 2355273"/>
              <a:gd name="connsiteY4" fmla="*/ 175491 h 241712"/>
              <a:gd name="connsiteX5" fmla="*/ 2225964 w 2355273"/>
              <a:gd name="connsiteY5" fmla="*/ 101600 h 241712"/>
              <a:gd name="connsiteX6" fmla="*/ 2290619 w 2355273"/>
              <a:gd name="connsiteY6" fmla="*/ 64654 h 241712"/>
              <a:gd name="connsiteX7" fmla="*/ 2355273 w 2355273"/>
              <a:gd name="connsiteY7" fmla="*/ 0 h 241712"/>
              <a:gd name="connsiteX0" fmla="*/ 0 w 2355273"/>
              <a:gd name="connsiteY0" fmla="*/ 110836 h 241712"/>
              <a:gd name="connsiteX1" fmla="*/ 55419 w 2355273"/>
              <a:gd name="connsiteY1" fmla="*/ 101600 h 241712"/>
              <a:gd name="connsiteX2" fmla="*/ 406400 w 2355273"/>
              <a:gd name="connsiteY2" fmla="*/ 120072 h 241712"/>
              <a:gd name="connsiteX3" fmla="*/ 1810328 w 2355273"/>
              <a:gd name="connsiteY3" fmla="*/ 240145 h 241712"/>
              <a:gd name="connsiteX4" fmla="*/ 2087419 w 2355273"/>
              <a:gd name="connsiteY4" fmla="*/ 175491 h 241712"/>
              <a:gd name="connsiteX5" fmla="*/ 2225964 w 2355273"/>
              <a:gd name="connsiteY5" fmla="*/ 101600 h 241712"/>
              <a:gd name="connsiteX6" fmla="*/ 2290619 w 2355273"/>
              <a:gd name="connsiteY6" fmla="*/ 64654 h 241712"/>
              <a:gd name="connsiteX7" fmla="*/ 2355273 w 2355273"/>
              <a:gd name="connsiteY7" fmla="*/ 0 h 241712"/>
              <a:gd name="connsiteX0" fmla="*/ 0 w 2355273"/>
              <a:gd name="connsiteY0" fmla="*/ 110836 h 246564"/>
              <a:gd name="connsiteX1" fmla="*/ 55419 w 2355273"/>
              <a:gd name="connsiteY1" fmla="*/ 101600 h 246564"/>
              <a:gd name="connsiteX2" fmla="*/ 406400 w 2355273"/>
              <a:gd name="connsiteY2" fmla="*/ 120072 h 246564"/>
              <a:gd name="connsiteX3" fmla="*/ 1810328 w 2355273"/>
              <a:gd name="connsiteY3" fmla="*/ 240145 h 246564"/>
              <a:gd name="connsiteX4" fmla="*/ 2087419 w 2355273"/>
              <a:gd name="connsiteY4" fmla="*/ 175491 h 246564"/>
              <a:gd name="connsiteX5" fmla="*/ 2225964 w 2355273"/>
              <a:gd name="connsiteY5" fmla="*/ 101600 h 246564"/>
              <a:gd name="connsiteX6" fmla="*/ 2290619 w 2355273"/>
              <a:gd name="connsiteY6" fmla="*/ 64654 h 246564"/>
              <a:gd name="connsiteX7" fmla="*/ 2355273 w 2355273"/>
              <a:gd name="connsiteY7" fmla="*/ 0 h 246564"/>
              <a:gd name="connsiteX0" fmla="*/ 0 w 2355273"/>
              <a:gd name="connsiteY0" fmla="*/ 110836 h 244183"/>
              <a:gd name="connsiteX1" fmla="*/ 55419 w 2355273"/>
              <a:gd name="connsiteY1" fmla="*/ 101600 h 244183"/>
              <a:gd name="connsiteX2" fmla="*/ 406400 w 2355273"/>
              <a:gd name="connsiteY2" fmla="*/ 120072 h 244183"/>
              <a:gd name="connsiteX3" fmla="*/ 1810328 w 2355273"/>
              <a:gd name="connsiteY3" fmla="*/ 240145 h 244183"/>
              <a:gd name="connsiteX4" fmla="*/ 2087419 w 2355273"/>
              <a:gd name="connsiteY4" fmla="*/ 175491 h 244183"/>
              <a:gd name="connsiteX5" fmla="*/ 2225964 w 2355273"/>
              <a:gd name="connsiteY5" fmla="*/ 101600 h 244183"/>
              <a:gd name="connsiteX6" fmla="*/ 2290619 w 2355273"/>
              <a:gd name="connsiteY6" fmla="*/ 64654 h 244183"/>
              <a:gd name="connsiteX7" fmla="*/ 2355273 w 2355273"/>
              <a:gd name="connsiteY7" fmla="*/ 0 h 244183"/>
              <a:gd name="connsiteX0" fmla="*/ 0 w 2355273"/>
              <a:gd name="connsiteY0" fmla="*/ 110836 h 244183"/>
              <a:gd name="connsiteX1" fmla="*/ 55419 w 2355273"/>
              <a:gd name="connsiteY1" fmla="*/ 101600 h 244183"/>
              <a:gd name="connsiteX2" fmla="*/ 406400 w 2355273"/>
              <a:gd name="connsiteY2" fmla="*/ 120072 h 244183"/>
              <a:gd name="connsiteX3" fmla="*/ 1810328 w 2355273"/>
              <a:gd name="connsiteY3" fmla="*/ 240145 h 244183"/>
              <a:gd name="connsiteX4" fmla="*/ 2087419 w 2355273"/>
              <a:gd name="connsiteY4" fmla="*/ 175491 h 244183"/>
              <a:gd name="connsiteX5" fmla="*/ 2225964 w 2355273"/>
              <a:gd name="connsiteY5" fmla="*/ 101600 h 244183"/>
              <a:gd name="connsiteX6" fmla="*/ 2355273 w 2355273"/>
              <a:gd name="connsiteY6" fmla="*/ 0 h 244183"/>
              <a:gd name="connsiteX0" fmla="*/ 0 w 2355273"/>
              <a:gd name="connsiteY0" fmla="*/ 110836 h 240228"/>
              <a:gd name="connsiteX1" fmla="*/ 55419 w 2355273"/>
              <a:gd name="connsiteY1" fmla="*/ 101600 h 240228"/>
              <a:gd name="connsiteX2" fmla="*/ 406400 w 2355273"/>
              <a:gd name="connsiteY2" fmla="*/ 120072 h 240228"/>
              <a:gd name="connsiteX3" fmla="*/ 1810328 w 2355273"/>
              <a:gd name="connsiteY3" fmla="*/ 240145 h 240228"/>
              <a:gd name="connsiteX4" fmla="*/ 2225964 w 2355273"/>
              <a:gd name="connsiteY4" fmla="*/ 101600 h 240228"/>
              <a:gd name="connsiteX5" fmla="*/ 2355273 w 2355273"/>
              <a:gd name="connsiteY5" fmla="*/ 0 h 240228"/>
              <a:gd name="connsiteX0" fmla="*/ 0 w 2355273"/>
              <a:gd name="connsiteY0" fmla="*/ 110836 h 240213"/>
              <a:gd name="connsiteX1" fmla="*/ 406400 w 2355273"/>
              <a:gd name="connsiteY1" fmla="*/ 120072 h 240213"/>
              <a:gd name="connsiteX2" fmla="*/ 1810328 w 2355273"/>
              <a:gd name="connsiteY2" fmla="*/ 240145 h 240213"/>
              <a:gd name="connsiteX3" fmla="*/ 2225964 w 2355273"/>
              <a:gd name="connsiteY3" fmla="*/ 101600 h 240213"/>
              <a:gd name="connsiteX4" fmla="*/ 2355273 w 2355273"/>
              <a:gd name="connsiteY4" fmla="*/ 0 h 240213"/>
              <a:gd name="connsiteX0" fmla="*/ 0 w 2355273"/>
              <a:gd name="connsiteY0" fmla="*/ 110836 h 240161"/>
              <a:gd name="connsiteX1" fmla="*/ 1810328 w 2355273"/>
              <a:gd name="connsiteY1" fmla="*/ 240145 h 240161"/>
              <a:gd name="connsiteX2" fmla="*/ 2225964 w 2355273"/>
              <a:gd name="connsiteY2" fmla="*/ 101600 h 240161"/>
              <a:gd name="connsiteX3" fmla="*/ 2355273 w 2355273"/>
              <a:gd name="connsiteY3" fmla="*/ 0 h 240161"/>
              <a:gd name="connsiteX0" fmla="*/ 0 w 2355273"/>
              <a:gd name="connsiteY0" fmla="*/ 110836 h 240229"/>
              <a:gd name="connsiteX1" fmla="*/ 1810328 w 2355273"/>
              <a:gd name="connsiteY1" fmla="*/ 240145 h 240229"/>
              <a:gd name="connsiteX2" fmla="*/ 2244753 w 2355273"/>
              <a:gd name="connsiteY2" fmla="*/ 128494 h 240229"/>
              <a:gd name="connsiteX3" fmla="*/ 2355273 w 2355273"/>
              <a:gd name="connsiteY3" fmla="*/ 0 h 240229"/>
              <a:gd name="connsiteX0" fmla="*/ 0 w 2355273"/>
              <a:gd name="connsiteY0" fmla="*/ 110836 h 240288"/>
              <a:gd name="connsiteX1" fmla="*/ 1810328 w 2355273"/>
              <a:gd name="connsiteY1" fmla="*/ 240145 h 240288"/>
              <a:gd name="connsiteX2" fmla="*/ 2244753 w 2355273"/>
              <a:gd name="connsiteY2" fmla="*/ 128494 h 240288"/>
              <a:gd name="connsiteX3" fmla="*/ 2355273 w 2355273"/>
              <a:gd name="connsiteY3" fmla="*/ 0 h 24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5273" h="240288">
                <a:moveTo>
                  <a:pt x="0" y="110836"/>
                </a:moveTo>
                <a:cubicBezTo>
                  <a:pt x="377152" y="137776"/>
                  <a:pt x="1436203" y="237202"/>
                  <a:pt x="1810328" y="240145"/>
                </a:cubicBezTo>
                <a:cubicBezTo>
                  <a:pt x="2184453" y="243088"/>
                  <a:pt x="2176420" y="200477"/>
                  <a:pt x="2244753" y="128494"/>
                </a:cubicBezTo>
                <a:cubicBezTo>
                  <a:pt x="2316788" y="52611"/>
                  <a:pt x="2328334" y="21167"/>
                  <a:pt x="2355273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74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לוגיקת זמן לינארי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902624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55948" y="1752600"/>
            <a:ext cx="8001000" cy="5334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נגדיר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לוגיקת זמן ליניארי (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לתיאור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זמן ליניארי</a:t>
            </a:r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50178" name="Picture 2" descr="http://theory.stanford.edu/~matteo/ltlfonts/p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91" y="83101"/>
            <a:ext cx="2059709" cy="205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312718" y="2800441"/>
            <a:ext cx="6553200" cy="12003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כשמגדירים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לוגיקה פסוקית:</a:t>
            </a:r>
            <a:b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נוח יותר להגדיר רק את הַקַּשָּׁרִים </a:t>
            </a:r>
            <a:r>
              <a:rPr lang="en-US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And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ו-</a:t>
            </a:r>
            <a:r>
              <a:rPr lang="en-US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Not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ולהחשיב את כל שאר הַקַּשָּׁרִים כ "סוכר תחבירי"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077" y="4833059"/>
            <a:ext cx="7526482" cy="120032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נשתמש באותו הטריק להגדרת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לוגיקת זמן ליניארי (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נגדיר רק את הַקַּשָּׁרִים  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And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, 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Next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, 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Until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, 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Not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endParaRPr lang="he-IL" sz="2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ונחשיב את כל שאר הַקַּשָּׁרִים כ "סוכר תחבירי"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נוסחה ב-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p:grpSp>
        <p:nvGrpSpPr>
          <p:cNvPr id="41" name="Group 40"/>
          <p:cNvGrpSpPr/>
          <p:nvPr/>
        </p:nvGrpSpPr>
        <p:grpSpPr>
          <a:xfrm>
            <a:off x="780354" y="3048000"/>
            <a:ext cx="7754046" cy="646986"/>
            <a:chOff x="780354" y="3048000"/>
            <a:chExt cx="7754046" cy="646986"/>
          </a:xfrm>
        </p:grpSpPr>
        <p:sp>
          <p:nvSpPr>
            <p:cNvPr id="39" name="Oval 38"/>
            <p:cNvSpPr/>
            <p:nvPr/>
          </p:nvSpPr>
          <p:spPr>
            <a:xfrm>
              <a:off x="6263640" y="3493189"/>
              <a:ext cx="152400" cy="17408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4" name="Oval 33"/>
            <p:cNvSpPr/>
            <p:nvPr/>
          </p:nvSpPr>
          <p:spPr>
            <a:xfrm>
              <a:off x="7695460" y="3514078"/>
              <a:ext cx="152400" cy="17408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80354" y="3048000"/>
              <a:ext cx="7754046" cy="646986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1">
              <a:spAutoFit/>
            </a:bodyPr>
            <a:lstStyle/>
            <a:p>
              <a:r>
                <a:rPr lang="en-US" sz="3200">
                  <a:latin typeface="cmmi10"/>
                </a:rPr>
                <a:t>Á</a:t>
              </a:r>
              <a:r>
                <a:rPr lang="en-US" sz="3200"/>
                <a:t> </a:t>
              </a:r>
              <a:r>
                <a:rPr lang="en-US" sz="3200">
                  <a:latin typeface="cmr10"/>
                </a:rPr>
                <a:t>::= </a:t>
              </a:r>
              <a:r>
                <a:rPr lang="en-US" sz="3200">
                  <a:latin typeface="Franklin Gothic Book"/>
                </a:rPr>
                <a:t>true </a:t>
              </a:r>
              <a:r>
                <a:rPr lang="en-US" sz="3200" b="1">
                  <a:latin typeface="cmsy10"/>
                </a:rPr>
                <a:t>j </a:t>
              </a:r>
              <a:r>
                <a:rPr lang="en-US" sz="3200">
                  <a:latin typeface="cmmi10"/>
                </a:rPr>
                <a:t>a </a:t>
              </a:r>
              <a:r>
                <a:rPr lang="en-US" sz="3200" b="1">
                  <a:latin typeface="cmsy10"/>
                </a:rPr>
                <a:t>j </a:t>
              </a:r>
              <a:r>
                <a:rPr lang="en-US" sz="3200">
                  <a:latin typeface="cmmi10"/>
                </a:rPr>
                <a:t>Á</a:t>
              </a:r>
              <a:r>
                <a:rPr lang="en-US" sz="3200" baseline="-25000">
                  <a:latin typeface="cmr10"/>
                  <a:sym typeface="Symbol"/>
                </a:rPr>
                <a:t>1 </a:t>
              </a:r>
              <a:r>
                <a:rPr lang="en-US" sz="3200">
                  <a:latin typeface="cmsy10"/>
                  <a:sym typeface="Symbol"/>
                </a:rPr>
                <a:t>Æ</a:t>
              </a:r>
              <a:r>
                <a:rPr lang="en-US" sz="3200" b="1">
                  <a:latin typeface="cmsy10"/>
                </a:rPr>
                <a:t> </a:t>
              </a:r>
              <a:r>
                <a:rPr lang="en-US" sz="3200">
                  <a:latin typeface="cmmi10"/>
                </a:rPr>
                <a:t>Á</a:t>
              </a:r>
              <a:r>
                <a:rPr lang="en-US" sz="3200" baseline="-25000">
                  <a:latin typeface="cmr10"/>
                  <a:sym typeface="Symbol"/>
                </a:rPr>
                <a:t>2</a:t>
              </a:r>
              <a:r>
                <a:rPr lang="en-US" sz="3200" b="1">
                  <a:latin typeface="cmsy10"/>
                </a:rPr>
                <a:t> j :</a:t>
              </a:r>
              <a:r>
                <a:rPr lang="en-US" sz="3200">
                  <a:latin typeface="cmmi10"/>
                </a:rPr>
                <a:t>Á</a:t>
              </a:r>
              <a:r>
                <a:rPr lang="en-US" sz="3200" b="1">
                  <a:latin typeface="cmsy10"/>
                </a:rPr>
                <a:t> j </a:t>
              </a:r>
              <a:r>
                <a:rPr lang="en-US" sz="3200" b="1">
                  <a:solidFill>
                    <a:srgbClr val="0000FF"/>
                  </a:solidFill>
                  <a:latin typeface="cmsy10"/>
                </a:rPr>
                <a:t>°</a:t>
              </a:r>
              <a:r>
                <a:rPr lang="en-US" sz="3200">
                  <a:solidFill>
                    <a:srgbClr val="0000FF"/>
                  </a:solidFill>
                  <a:latin typeface="cmmi10"/>
                </a:rPr>
                <a:t>Á</a:t>
              </a:r>
              <a:r>
                <a:rPr lang="en-US" sz="3200" b="1">
                  <a:latin typeface="cmsy10"/>
                </a:rPr>
                <a:t> j </a:t>
              </a:r>
              <a:r>
                <a:rPr lang="en-US" sz="3200">
                  <a:solidFill>
                    <a:srgbClr val="FF0000"/>
                  </a:solidFill>
                  <a:latin typeface="cmmi10"/>
                </a:rPr>
                <a:t>Á</a:t>
              </a:r>
              <a:r>
                <a:rPr lang="en-US" sz="3200" baseline="-25000">
                  <a:solidFill>
                    <a:srgbClr val="FF0000"/>
                  </a:solidFill>
                  <a:latin typeface="cmr10"/>
                  <a:sym typeface="Symbol"/>
                </a:rPr>
                <a:t>1 </a:t>
              </a:r>
              <a:r>
                <a:rPr lang="en-US" sz="3200">
                  <a:solidFill>
                    <a:srgbClr val="FF0000"/>
                  </a:solidFill>
                  <a:latin typeface="Franklin Gothic Book"/>
                  <a:sym typeface="Symbol"/>
                </a:rPr>
                <a:t>U</a:t>
              </a:r>
              <a:r>
                <a:rPr lang="en-US" sz="3200" b="1">
                  <a:solidFill>
                    <a:srgbClr val="FF0000"/>
                  </a:solidFill>
                  <a:latin typeface="cmsy10"/>
                </a:rPr>
                <a:t> </a:t>
              </a:r>
              <a:r>
                <a:rPr lang="en-US" sz="3200">
                  <a:solidFill>
                    <a:srgbClr val="FF0000"/>
                  </a:solidFill>
                  <a:latin typeface="cmmi10"/>
                </a:rPr>
                <a:t>Á</a:t>
              </a:r>
              <a:r>
                <a:rPr lang="en-US" sz="3200" baseline="-25000">
                  <a:solidFill>
                    <a:srgbClr val="FF0000"/>
                  </a:solidFill>
                  <a:latin typeface="cmr10"/>
                  <a:sym typeface="Symbol"/>
                </a:rPr>
                <a:t>2</a:t>
              </a:r>
              <a:endParaRPr lang="he-IL" sz="3200">
                <a:solidFill>
                  <a:srgbClr val="FF0000"/>
                </a:solidFill>
                <a:latin typeface="cmmi1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600" y="2133600"/>
                <a:ext cx="838200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דקדוק ל-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באשר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b="0" i="1" dirty="0" smtClean="0">
                        <a:latin typeface="Cambria Math"/>
                      </a:rPr>
                      <m:t>∈</m:t>
                    </m:r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יכול להיות כל פסוק אטומי: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33600"/>
                <a:ext cx="8382000" cy="461665"/>
              </a:xfrm>
              <a:prstGeom prst="rect">
                <a:avLst/>
              </a:prstGeom>
              <a:blipFill>
                <a:blip r:embed="rId2"/>
                <a:stretch>
                  <a:fillRect t="-9211" r="-109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388616" y="7052556"/>
            <a:ext cx="647700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he-IL" sz="2400"/>
              <a:t>נסמן ב-</a:t>
            </a:r>
            <a:r>
              <a:rPr lang="en-US" sz="2400" err="1">
                <a:latin typeface="cmsy10"/>
              </a:rPr>
              <a:t>j</a:t>
            </a:r>
            <a:r>
              <a:rPr lang="en-US" sz="2400" err="1">
                <a:latin typeface="cmmi10"/>
              </a:rPr>
              <a:t>Á</a:t>
            </a:r>
            <a:r>
              <a:rPr lang="en-US" sz="2400" err="1">
                <a:latin typeface="cmsy10"/>
              </a:rPr>
              <a:t>j</a:t>
            </a:r>
            <a:r>
              <a:rPr lang="en-US" sz="2400"/>
              <a:t> </a:t>
            </a:r>
            <a:r>
              <a:rPr lang="he-IL" sz="2400"/>
              <a:t> את אורך הנוסחה</a:t>
            </a:r>
            <a:r>
              <a:rPr lang="he-IL" sz="2400">
                <a:latin typeface="Symbol"/>
                <a:sym typeface="Symbol"/>
              </a:rPr>
              <a:t> שהוא מספר הקָשַרים ב-</a:t>
            </a:r>
            <a:r>
              <a:rPr lang="he-IL" sz="2400"/>
              <a:t> </a:t>
            </a:r>
            <a:r>
              <a:rPr lang="en-US" sz="2400">
                <a:latin typeface="cmmi10"/>
              </a:rPr>
              <a:t>Á</a:t>
            </a:r>
            <a:endParaRPr lang="en-US" sz="2400">
              <a:latin typeface="Symbol"/>
            </a:endParaRPr>
          </a:p>
        </p:txBody>
      </p:sp>
      <p:cxnSp>
        <p:nvCxnSpPr>
          <p:cNvPr id="10" name="Elbow Connector 9"/>
          <p:cNvCxnSpPr>
            <a:stCxn id="17" idx="3"/>
            <a:endCxn id="39" idx="4"/>
          </p:cNvCxnSpPr>
          <p:nvPr/>
        </p:nvCxnSpPr>
        <p:spPr>
          <a:xfrm flipV="1">
            <a:off x="5452329" y="3667277"/>
            <a:ext cx="887511" cy="673891"/>
          </a:xfrm>
          <a:prstGeom prst="bentConnector2">
            <a:avLst/>
          </a:prstGeom>
          <a:ln>
            <a:solidFill>
              <a:srgbClr val="0033CC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96593" y="4110335"/>
                <a:ext cx="3855736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הנוסחה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תתקיים בצעד הבא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93" y="4110335"/>
                <a:ext cx="3855736" cy="461665"/>
              </a:xfrm>
              <a:prstGeom prst="rect">
                <a:avLst/>
              </a:prstGeom>
              <a:blipFill>
                <a:blip r:embed="rId3"/>
                <a:stretch>
                  <a:fillRect t="-9211" r="-2373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/>
          <p:cNvCxnSpPr>
            <a:stCxn id="24" idx="3"/>
            <a:endCxn id="34" idx="4"/>
          </p:cNvCxnSpPr>
          <p:nvPr/>
        </p:nvCxnSpPr>
        <p:spPr>
          <a:xfrm flipV="1">
            <a:off x="7315200" y="3688166"/>
            <a:ext cx="456460" cy="1269805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47800" y="4727138"/>
                <a:ext cx="586740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הנוסחה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תתקיים עד שהנוסחה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תתקיים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4727138"/>
                <a:ext cx="5867400" cy="461665"/>
              </a:xfrm>
              <a:prstGeom prst="rect">
                <a:avLst/>
              </a:prstGeom>
              <a:blipFill>
                <a:blip r:embed="rId4"/>
                <a:stretch>
                  <a:fillRect t="-9211" r="-1559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29311" y="5761214"/>
                <a:ext cx="8157489" cy="46262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sz="2400">
                    <a:solidFill>
                      <a:srgbClr val="0033CC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TL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מגדירה תכונות זמן לינארי = המודל הוא מילים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he-IL" sz="2400">
                  <a:solidFill>
                    <a:srgbClr val="0033CC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11" y="5761214"/>
                <a:ext cx="8157489" cy="462627"/>
              </a:xfrm>
              <a:prstGeom prst="rect">
                <a:avLst/>
              </a:prstGeom>
              <a:blipFill>
                <a:blip r:embed="rId5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אופרטורים נגזרים (סוכר תחבירי)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9</a:t>
            </a:fld>
            <a:endParaRPr lang="he-IL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886075" y="1524000"/>
          <a:ext cx="3590925" cy="386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933560" imgH="2216880" progId="Equation.Ribbit">
                  <p:embed/>
                </p:oleObj>
              </mc:Choice>
              <mc:Fallback>
                <p:oleObj name="Formula" r:id="rId2" imgW="1933560" imgH="2216880" progId="Equation.Ribbit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1524000"/>
                        <a:ext cx="3590925" cy="3865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5715000"/>
            <a:ext cx="8001000" cy="83099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538163" indent="-538163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סדר: האופרטורים </a:t>
            </a:r>
            <a:r>
              <a:rPr lang="he-IL" sz="2400" err="1">
                <a:latin typeface="Gisha" panose="020B0502040204020203" pitchFamily="34" charset="-79"/>
                <a:cs typeface="Gisha" panose="020B0502040204020203" pitchFamily="34" charset="-79"/>
              </a:rPr>
              <a:t>האוּנָרִים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חזקים מהאופרטורים הבינאריים</a:t>
            </a:r>
            <a:r>
              <a:rPr lang="he-IL" sz="2400"/>
              <a:t>.</a:t>
            </a:r>
            <a:br>
              <a:rPr lang="he-IL" sz="2400"/>
            </a:br>
            <a:r>
              <a:rPr lang="he-IL" sz="2400"/>
              <a:t> </a:t>
            </a:r>
            <a:r>
              <a:rPr lang="en-US" sz="2400" b="1">
                <a:latin typeface="cmsy10"/>
              </a:rPr>
              <a:t>:</a:t>
            </a:r>
            <a:r>
              <a:rPr lang="he-IL" sz="2400"/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ו</a:t>
            </a:r>
            <a:r>
              <a:rPr lang="he-IL" sz="2400"/>
              <a:t>-</a:t>
            </a:r>
            <a:r>
              <a:rPr lang="en-US" sz="2400" b="1">
                <a:latin typeface="cmsy10"/>
              </a:rPr>
              <a:t>°</a:t>
            </a:r>
            <a:r>
              <a:rPr lang="he-IL" sz="2400">
                <a:latin typeface="cmsy10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מתחברים בכוח זהה</a:t>
            </a:r>
            <a:r>
              <a:rPr lang="he-IL" sz="2400">
                <a:latin typeface="cmsy10"/>
              </a:rPr>
              <a:t>. </a:t>
            </a:r>
            <a:r>
              <a:rPr lang="en-US" sz="2400">
                <a:latin typeface="Franklin Gothic Book"/>
              </a:rPr>
              <a:t>U</a:t>
            </a:r>
            <a:r>
              <a:rPr lang="he-IL" sz="2400">
                <a:latin typeface="Franklin Gothic Book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בקדימות גבוהה מ:</a:t>
            </a:r>
            <a:r>
              <a:rPr lang="en-US" sz="2400" b="1">
                <a:latin typeface="cmsy10"/>
              </a:rPr>
              <a:t>Æ</a:t>
            </a:r>
            <a:r>
              <a:rPr lang="en-US" sz="2400" b="1">
                <a:latin typeface="Franklin Gothic Book"/>
              </a:rPr>
              <a:t>,</a:t>
            </a:r>
            <a:r>
              <a:rPr lang="en-US" sz="2400" b="1">
                <a:latin typeface="cmsy10"/>
              </a:rPr>
              <a:t>Ç</a:t>
            </a:r>
            <a:r>
              <a:rPr lang="en-US" sz="2400" b="1">
                <a:latin typeface="Franklin Gothic Book"/>
              </a:rPr>
              <a:t>, </a:t>
            </a:r>
            <a:r>
              <a:rPr lang="en-US" sz="2400" b="1">
                <a:latin typeface="cmsy10"/>
              </a:rPr>
              <a:t>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544" y="258778"/>
            <a:ext cx="7772400" cy="11430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Temporal Modalities</a:t>
            </a:r>
            <a:b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כמתי זמן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2286000"/>
                <a:ext cx="7848600" cy="35394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l" rtl="0"/>
                <a:r>
                  <a:rPr lang="en-US" sz="3200" b="1">
                    <a:latin typeface="cmsy10"/>
                  </a:rPr>
                  <a:t>}</a:t>
                </a:r>
                <a:r>
                  <a:rPr lang="en-US" sz="3200"/>
                  <a:t>   “</a:t>
                </a:r>
                <a:r>
                  <a:rPr lang="en-US" sz="32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eventually</a:t>
                </a:r>
                <a:r>
                  <a:rPr lang="en-US" sz="3200"/>
                  <a:t>”</a:t>
                </a:r>
                <a:r>
                  <a:rPr lang="he-IL" sz="3200"/>
                  <a:t>		</a:t>
                </a:r>
                <a:r>
                  <a:rPr lang="en-US" sz="3200"/>
                  <a:t>           </a:t>
                </a:r>
                <a:r>
                  <a:rPr lang="en-US" sz="3200">
                    <a:latin typeface="cmsy10"/>
                  </a:rPr>
                  <a:t>Ã</a:t>
                </a:r>
                <a:r>
                  <a:rPr lang="en-US" sz="3200"/>
                  <a:t> </a:t>
                </a:r>
                <a:r>
                  <a:rPr lang="he-IL" sz="32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מתישהו בעתיד</a:t>
                </a:r>
              </a:p>
              <a:p>
                <a:pPr algn="l" rtl="0"/>
                <a:endParaRPr lang="he-IL" sz="3200">
                  <a:solidFill>
                    <a:srgbClr val="0000FF"/>
                  </a:solidFill>
                </a:endParaRPr>
              </a:p>
              <a:p>
                <a:pPr algn="l" rtl="0"/>
                <a:r>
                  <a:rPr lang="en-US" sz="3200" b="1">
                    <a:latin typeface="Symbol"/>
                    <a:sym typeface="Symbol"/>
                  </a:rPr>
                  <a:t></a:t>
                </a:r>
                <a:r>
                  <a:rPr lang="en-US" sz="3200"/>
                  <a:t>    “</a:t>
                </a:r>
                <a:r>
                  <a:rPr lang="en-US" sz="3200">
                    <a:solidFill>
                      <a:srgbClr val="FB6305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always</a:t>
                </a:r>
                <a:r>
                  <a:rPr lang="en-US" sz="3200"/>
                  <a:t>”</a:t>
                </a:r>
                <a:r>
                  <a:rPr lang="he-IL" sz="3200"/>
                  <a:t>			</a:t>
                </a:r>
                <a:r>
                  <a:rPr lang="en-US" sz="3200"/>
                  <a:t> </a:t>
                </a:r>
                <a:r>
                  <a:rPr lang="en-US" sz="3200">
                    <a:latin typeface="cmsy10"/>
                  </a:rPr>
                  <a:t>Ã</a:t>
                </a:r>
                <a:r>
                  <a:rPr lang="en-US" sz="3200"/>
                  <a:t> </a:t>
                </a:r>
                <a:r>
                  <a:rPr lang="he-IL" sz="3200">
                    <a:solidFill>
                      <a:srgbClr val="FB6305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עכשיו ולתמיד</a:t>
                </a:r>
              </a:p>
              <a:p>
                <a:pPr algn="l" rtl="0"/>
                <a:endParaRPr lang="he-IL" sz="3200">
                  <a:solidFill>
                    <a:srgbClr val="CD7933"/>
                  </a:solidFill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latin typeface="Symbol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sz="3200" b="1" dirty="0">
                        <a:latin typeface="cmsy10"/>
                      </a:rPr>
                      <m:t>}</m:t>
                    </m:r>
                  </m:oMath>
                </a14:m>
                <a:r>
                  <a:rPr lang="en-US" sz="3200" b="1">
                    <a:solidFill>
                      <a:prstClr val="black"/>
                    </a:solidFill>
                  </a:rPr>
                  <a:t>  </a:t>
                </a:r>
                <a:r>
                  <a:rPr lang="en-US" sz="3200">
                    <a:solidFill>
                      <a:prstClr val="black"/>
                    </a:solidFill>
                  </a:rPr>
                  <a:t>“</a:t>
                </a:r>
                <a: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  <a:t>infinitely often</a:t>
                </a:r>
                <a:r>
                  <a:rPr lang="en-US" sz="3200">
                    <a:solidFill>
                      <a:prstClr val="black"/>
                    </a:solidFill>
                  </a:rPr>
                  <a:t>” </a:t>
                </a:r>
                <a:r>
                  <a:rPr lang="he-IL" sz="3200">
                    <a:solidFill>
                      <a:prstClr val="black"/>
                    </a:solidFill>
                  </a:rPr>
                  <a:t>	</a:t>
                </a:r>
                <a:r>
                  <a:rPr lang="en-US" sz="3200">
                    <a:solidFill>
                      <a:prstClr val="black"/>
                    </a:solidFill>
                  </a:rPr>
                  <a:t> </a:t>
                </a:r>
                <a:r>
                  <a:rPr lang="en-US" sz="3200">
                    <a:latin typeface="cmsy10"/>
                  </a:rPr>
                  <a:t>Ã</a:t>
                </a:r>
                <a:r>
                  <a:rPr lang="en-US" sz="3200"/>
                  <a:t> 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חוזר ונשנה</a:t>
                </a:r>
              </a:p>
              <a:p>
                <a:pPr algn="l" rtl="0"/>
                <a:endParaRPr lang="he-IL" sz="3200">
                  <a:latin typeface="cmr10"/>
                </a:endParaRPr>
              </a:p>
              <a:p>
                <a:pPr algn="l" rt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200" b="1" dirty="0">
                        <a:latin typeface="cmsy10"/>
                      </a:rPr>
                      <m:t>}</m:t>
                    </m:r>
                    <m:r>
                      <m:rPr>
                        <m:nor/>
                      </m:rPr>
                      <a:rPr lang="en-US" sz="3200" b="1" dirty="0">
                        <a:latin typeface="Symbol"/>
                        <a:sym typeface="Symbol"/>
                      </a:rPr>
                      <m:t></m:t>
                    </m:r>
                  </m:oMath>
                </a14:m>
                <a:r>
                  <a:rPr lang="en-US" sz="3200" b="1">
                    <a:solidFill>
                      <a:prstClr val="black"/>
                    </a:solidFill>
                  </a:rPr>
                  <a:t> </a:t>
                </a:r>
                <a:r>
                  <a:rPr lang="he-IL" sz="3200" b="1">
                    <a:solidFill>
                      <a:prstClr val="black"/>
                    </a:solidFill>
                  </a:rPr>
                  <a:t> </a:t>
                </a:r>
                <a:r>
                  <a:rPr lang="en-US" sz="3200">
                    <a:solidFill>
                      <a:prstClr val="black"/>
                    </a:solidFill>
                  </a:rPr>
                  <a:t>“</a:t>
                </a:r>
                <a: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  <a:t>eventually forever</a:t>
                </a:r>
                <a:r>
                  <a:rPr lang="en-US" sz="3200">
                    <a:solidFill>
                      <a:prstClr val="black"/>
                    </a:solidFill>
                  </a:rPr>
                  <a:t>” </a:t>
                </a:r>
                <a:r>
                  <a:rPr lang="he-IL" sz="3200">
                    <a:solidFill>
                      <a:prstClr val="black"/>
                    </a:solidFill>
                  </a:rPr>
                  <a:t> </a:t>
                </a:r>
                <a:r>
                  <a:rPr lang="en-US" sz="3200">
                    <a:solidFill>
                      <a:prstClr val="black"/>
                    </a:solidFill>
                  </a:rPr>
                  <a:t>   </a:t>
                </a:r>
                <a:r>
                  <a:rPr lang="en-US" sz="3200">
                    <a:latin typeface="cmsy10"/>
                  </a:rPr>
                  <a:t>Ã</a:t>
                </a:r>
                <a:r>
                  <a:rPr lang="en-US" sz="3200"/>
                  <a:t> </a:t>
                </a:r>
                <a:r>
                  <a:rPr lang="he-IL" sz="3200"/>
                  <a:t> 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הַתְמָדָה</a:t>
                </a:r>
                <a:endParaRPr lang="en-US" sz="3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86000"/>
                <a:ext cx="7848600" cy="35394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תכונת תוכנית הפילוסופים הסועדים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69260" y="3971801"/>
            <a:ext cx="6057900" cy="1464547"/>
            <a:chOff x="1308847" y="2299447"/>
            <a:chExt cx="6934200" cy="1676400"/>
          </a:xfrm>
        </p:grpSpPr>
        <p:sp>
          <p:nvSpPr>
            <p:cNvPr id="12" name="Rectangle 11"/>
            <p:cNvSpPr/>
            <p:nvPr/>
          </p:nvSpPr>
          <p:spPr>
            <a:xfrm>
              <a:off x="1308847" y="2299447"/>
              <a:ext cx="6934200" cy="167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/>
          </p:nvGraphicFramePr>
          <p:xfrm>
            <a:off x="1677147" y="2531222"/>
            <a:ext cx="6205538" cy="1220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ula" r:id="rId2" imgW="2455200" imgH="482760" progId="Equation.Ribbit">
                    <p:embed/>
                  </p:oleObj>
                </mc:Choice>
                <mc:Fallback>
                  <p:oleObj name="Formula" r:id="rId2" imgW="2455200" imgH="482760" progId="Equation.Ribbit">
                    <p:embed/>
                    <p:pic>
                      <p:nvPicPr>
                        <p:cNvPr id="1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7147" y="2531222"/>
                          <a:ext cx="6205538" cy="1220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7200" y="5547009"/>
                <a:ext cx="8534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הפסוק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𝑤𝑎𝑖</m:t>
                    </m:r>
                    <m:sSub>
                      <m:sSubPr>
                        <m:ctrlPr>
                          <a:rPr lang="he-IL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מתקיים כאשר הפילוסוף ה-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ממתין לאחד המקלות שלו והפסוק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𝑜𝑐𝑐𝑢𝑝𝑖𝑒𝑑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מתקיים כאשר המקל ה-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בשימוש</a:t>
                </a:r>
                <a:endParaRPr lang="en-US" sz="24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547009"/>
                <a:ext cx="8534400" cy="1200329"/>
              </a:xfrm>
              <a:prstGeom prst="rect">
                <a:avLst/>
              </a:prstGeom>
              <a:blipFill>
                <a:blip r:embed="rId4"/>
                <a:stretch>
                  <a:fillRect b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4" descr="http://www.ehponline.org/docs/2001/109-12/rice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6334" y="2485879"/>
            <a:ext cx="457200" cy="463475"/>
          </a:xfrm>
          <a:prstGeom prst="rect">
            <a:avLst/>
          </a:prstGeom>
          <a:noFill/>
        </p:spPr>
      </p:pic>
      <p:grpSp>
        <p:nvGrpSpPr>
          <p:cNvPr id="52" name="Group 51"/>
          <p:cNvGrpSpPr/>
          <p:nvPr/>
        </p:nvGrpSpPr>
        <p:grpSpPr>
          <a:xfrm>
            <a:off x="3733800" y="1688992"/>
            <a:ext cx="1981200" cy="1981200"/>
            <a:chOff x="2514600" y="1371600"/>
            <a:chExt cx="3200400" cy="3200400"/>
          </a:xfrm>
          <a:blipFill>
            <a:blip r:embed="rId6"/>
            <a:tile tx="0" ty="0" sx="100000" sy="100000" flip="none" algn="tl"/>
          </a:blipFill>
        </p:grpSpPr>
        <p:sp>
          <p:nvSpPr>
            <p:cNvPr id="53" name="Donut 52"/>
            <p:cNvSpPr/>
            <p:nvPr/>
          </p:nvSpPr>
          <p:spPr>
            <a:xfrm>
              <a:off x="2514600" y="1371600"/>
              <a:ext cx="3200400" cy="3200400"/>
            </a:xfrm>
            <a:prstGeom prst="donut">
              <a:avLst>
                <a:gd name="adj" fmla="val 39283"/>
              </a:avLst>
            </a:prstGeom>
            <a:grpFill/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3834444" y="1437740"/>
              <a:ext cx="533400" cy="533400"/>
            </a:xfrm>
            <a:prstGeom prst="ellipse">
              <a:avLst/>
            </a:prstGeom>
            <a:blipFill>
              <a:blip r:embed="rId7" cstate="print"/>
              <a:tile tx="0" ty="0" sx="100000" sy="100000" flip="none" algn="tl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5020574" y="2244304"/>
              <a:ext cx="533400" cy="533400"/>
            </a:xfrm>
            <a:prstGeom prst="ellipse">
              <a:avLst/>
            </a:prstGeom>
            <a:blipFill>
              <a:blip r:embed="rId7" cstate="print"/>
              <a:tile tx="0" ty="0" sx="100000" sy="100000" flip="none" algn="tl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4573434" y="3742426"/>
              <a:ext cx="533400" cy="533400"/>
            </a:xfrm>
            <a:prstGeom prst="ellipse">
              <a:avLst/>
            </a:prstGeom>
            <a:blipFill>
              <a:blip r:embed="rId7" cstate="print"/>
              <a:tile tx="0" ty="0" sx="100000" sy="100000" flip="none" algn="tl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3071010" y="3699296"/>
              <a:ext cx="533400" cy="533400"/>
            </a:xfrm>
            <a:prstGeom prst="ellipse">
              <a:avLst/>
            </a:prstGeom>
            <a:blipFill>
              <a:blip r:embed="rId7" cstate="print"/>
              <a:tile tx="0" ty="0" sx="100000" sy="100000" flip="none" algn="tl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2675626" y="2248628"/>
              <a:ext cx="533400" cy="533400"/>
            </a:xfrm>
            <a:prstGeom prst="ellipse">
              <a:avLst/>
            </a:prstGeom>
            <a:blipFill>
              <a:blip r:embed="rId7" cstate="print"/>
              <a:tile tx="0" ty="0" sx="100000" sy="100000" flip="none" algn="tl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59" name="Straight Connector 58"/>
            <p:cNvCxnSpPr/>
            <p:nvPr/>
          </p:nvCxnSpPr>
          <p:spPr>
            <a:xfrm rot="5400000" flipH="1" flipV="1">
              <a:off x="4343400" y="1828800"/>
              <a:ext cx="685800" cy="533400"/>
            </a:xfrm>
            <a:prstGeom prst="line">
              <a:avLst/>
            </a:prstGeom>
            <a:grp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4648200" y="3124200"/>
              <a:ext cx="838200" cy="381000"/>
            </a:xfrm>
            <a:prstGeom prst="line">
              <a:avLst/>
            </a:prstGeom>
            <a:grp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5400000" flipH="1" flipV="1">
              <a:off x="3620217" y="4025661"/>
              <a:ext cx="940278" cy="0"/>
            </a:xfrm>
            <a:prstGeom prst="line">
              <a:avLst/>
            </a:prstGeom>
            <a:grp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V="1">
              <a:off x="2631057" y="3124200"/>
              <a:ext cx="874143" cy="171091"/>
            </a:xfrm>
            <a:prstGeom prst="line">
              <a:avLst/>
            </a:prstGeom>
            <a:grp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16200000" flipH="1">
              <a:off x="3148642" y="1794294"/>
              <a:ext cx="690113" cy="552090"/>
            </a:xfrm>
            <a:prstGeom prst="line">
              <a:avLst/>
            </a:prstGeom>
            <a:grp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444901" y="1307992"/>
                <a:ext cx="52873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901" y="1307992"/>
                <a:ext cx="528734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314043" y="1504326"/>
                <a:ext cx="86626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:r>
                  <a:rPr lang="en-US" b="0">
                    <a:latin typeface="Gisha" panose="020B0502040204020203" pitchFamily="34" charset="-79"/>
                    <a:cs typeface="Gisha" panose="020B0502040204020203" pitchFamily="34" charset="-79"/>
                  </a:rPr>
                  <a:t>S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𝑡𝑖𝑐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043" y="1504326"/>
                <a:ext cx="866263" cy="369332"/>
              </a:xfrm>
              <a:prstGeom prst="rect">
                <a:avLst/>
              </a:prstGeom>
              <a:blipFill>
                <a:blip r:embed="rId9"/>
                <a:stretch>
                  <a:fillRect l="-633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701145" y="3009792"/>
                <a:ext cx="87158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:r>
                  <a:rPr lang="en-US" b="0">
                    <a:latin typeface="Gisha" panose="020B0502040204020203" pitchFamily="34" charset="-79"/>
                    <a:cs typeface="Gisha" panose="020B0502040204020203" pitchFamily="34" charset="-79"/>
                  </a:rPr>
                  <a:t>S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𝑡𝑖𝑐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145" y="3009792"/>
                <a:ext cx="871585" cy="369332"/>
              </a:xfrm>
              <a:prstGeom prst="rect">
                <a:avLst/>
              </a:prstGeom>
              <a:blipFill>
                <a:blip r:embed="rId10"/>
                <a:stretch>
                  <a:fillRect l="-559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2913808" y="2764688"/>
                <a:ext cx="93410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𝑆𝑡𝑖𝑐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808" y="2764688"/>
                <a:ext cx="934102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3273962" y="1538606"/>
                <a:ext cx="93410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𝑆𝑡𝑖𝑐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962" y="1538606"/>
                <a:ext cx="9341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638800" y="2060136"/>
                <a:ext cx="52873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060136"/>
                <a:ext cx="52873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5257800" y="3365392"/>
                <a:ext cx="52527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3365392"/>
                <a:ext cx="52527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3751802" y="3365392"/>
                <a:ext cx="51539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802" y="3365392"/>
                <a:ext cx="51539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352800" y="2121545"/>
                <a:ext cx="52527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121545"/>
                <a:ext cx="52527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208775" y="5532449"/>
                <a:ext cx="443230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 sz="32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3200" b="1" dirty="0">
                            <a:latin typeface="Symbol"/>
                            <a:sym typeface="Symbol"/>
                          </a:rPr>
                          <m:t></m:t>
                        </m:r>
                        <m:r>
                          <m:rPr>
                            <m:nor/>
                          </m:rPr>
                          <a:rPr lang="en-US" sz="3200" b="1" dirty="0">
                            <a:latin typeface="cmsy10"/>
                            <a:sym typeface="Symbol"/>
                          </a:rPr>
                          <m:t>}</m:t>
                        </m:r>
                        <m:r>
                          <a:rPr lang="en-US" sz="32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32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3200" i="1" dirty="0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sz="3200" b="0" i="1" dirty="0" smtClean="0">
                        <a:latin typeface="Cambria Math"/>
                      </a:rPr>
                      <m:t>∧</m:t>
                    </m:r>
                    <m:r>
                      <a:rPr lang="en-US" sz="3200" i="1" dirty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3200" b="1" dirty="0">
                            <a:latin typeface="Symbol"/>
                            <a:sym typeface="Symbol"/>
                          </a:rPr>
                          <m:t></m:t>
                        </m:r>
                        <m:r>
                          <m:rPr>
                            <m:nor/>
                          </m:rPr>
                          <a:rPr lang="en-US" sz="3200" b="1" dirty="0">
                            <a:latin typeface="cmsy10"/>
                            <a:sym typeface="Symbol"/>
                          </a:rPr>
                          <m:t>}</m:t>
                        </m:r>
                        <m: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</m:t>
                        </m:r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𝑟𝑖</m:t>
                        </m:r>
                        <m:sSub>
                          <m:sSubPr>
                            <m:ctrlP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3200">
                  <a:latin typeface="cmr1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775" y="5532449"/>
                <a:ext cx="443230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1905000" y="1371600"/>
            <a:ext cx="4971808" cy="2362200"/>
            <a:chOff x="1733792" y="3384272"/>
            <a:chExt cx="4971808" cy="2483128"/>
          </a:xfrm>
        </p:grpSpPr>
        <p:sp>
          <p:nvSpPr>
            <p:cNvPr id="47" name="Oval 46"/>
            <p:cNvSpPr/>
            <p:nvPr/>
          </p:nvSpPr>
          <p:spPr>
            <a:xfrm>
              <a:off x="2221765" y="4097978"/>
              <a:ext cx="575643" cy="658208"/>
            </a:xfrm>
            <a:prstGeom prst="ellipse">
              <a:avLst/>
            </a:prstGeom>
            <a:solidFill>
              <a:srgbClr val="FFFF99"/>
            </a:solidFill>
            <a:ln>
              <a:tailEnd type="stealth" w="lg" len="lg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2400"/>
            </a:p>
          </p:txBody>
        </p:sp>
        <p:cxnSp>
          <p:nvCxnSpPr>
            <p:cNvPr id="50" name="Straight Arrow Connector 49"/>
            <p:cNvCxnSpPr>
              <a:endCxn id="47" idx="2"/>
            </p:cNvCxnSpPr>
            <p:nvPr/>
          </p:nvCxnSpPr>
          <p:spPr>
            <a:xfrm flipV="1">
              <a:off x="1733792" y="4427082"/>
              <a:ext cx="487973" cy="1272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5" name="Oval 84"/>
            <p:cNvSpPr/>
            <p:nvPr/>
          </p:nvSpPr>
          <p:spPr>
            <a:xfrm>
              <a:off x="4172579" y="4097978"/>
              <a:ext cx="575643" cy="658208"/>
            </a:xfrm>
            <a:prstGeom prst="ellipse">
              <a:avLst/>
            </a:prstGeom>
            <a:solidFill>
              <a:srgbClr val="FFFF99"/>
            </a:solidFill>
            <a:ln>
              <a:tailEnd type="stealth" w="lg" len="lg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2400"/>
            </a:p>
          </p:txBody>
        </p:sp>
        <p:cxnSp>
          <p:nvCxnSpPr>
            <p:cNvPr id="52" name="Straight Arrow Connector 51"/>
            <p:cNvCxnSpPr>
              <a:stCxn id="47" idx="6"/>
              <a:endCxn id="85" idx="2"/>
            </p:cNvCxnSpPr>
            <p:nvPr/>
          </p:nvCxnSpPr>
          <p:spPr>
            <a:xfrm>
              <a:off x="2797408" y="4427082"/>
              <a:ext cx="1375171" cy="0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/>
                <p:cNvSpPr/>
                <p:nvPr/>
              </p:nvSpPr>
              <p:spPr>
                <a:xfrm>
                  <a:off x="3119298" y="3940009"/>
                  <a:ext cx="50451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9298" y="3940009"/>
                  <a:ext cx="504511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3614" r="-56627"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5051300" y="3940009"/>
                  <a:ext cx="50451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1300" y="3940009"/>
                  <a:ext cx="504511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3659" r="-59756" b="-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Oval 90"/>
            <p:cNvSpPr/>
            <p:nvPr/>
          </p:nvSpPr>
          <p:spPr>
            <a:xfrm>
              <a:off x="6129957" y="4097978"/>
              <a:ext cx="575643" cy="658208"/>
            </a:xfrm>
            <a:prstGeom prst="ellipse">
              <a:avLst/>
            </a:prstGeom>
            <a:solidFill>
              <a:srgbClr val="FFFF99"/>
            </a:solidFill>
            <a:ln w="69850" cmpd="dbl">
              <a:tailEnd type="stealth" w="lg" len="lg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2400"/>
            </a:p>
          </p:txBody>
        </p:sp>
        <p:cxnSp>
          <p:nvCxnSpPr>
            <p:cNvPr id="92" name="Straight Arrow Connector 91"/>
            <p:cNvCxnSpPr>
              <a:stCxn id="85" idx="6"/>
              <a:endCxn id="91" idx="2"/>
            </p:cNvCxnSpPr>
            <p:nvPr/>
          </p:nvCxnSpPr>
          <p:spPr>
            <a:xfrm>
              <a:off x="4748222" y="4427082"/>
              <a:ext cx="1381735" cy="0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Curved Connector 57"/>
            <p:cNvCxnSpPr>
              <a:stCxn id="91" idx="4"/>
              <a:endCxn id="47" idx="4"/>
            </p:cNvCxnSpPr>
            <p:nvPr/>
          </p:nvCxnSpPr>
          <p:spPr>
            <a:xfrm rot="5400000">
              <a:off x="4463683" y="2802090"/>
              <a:ext cx="12700" cy="3908192"/>
            </a:xfrm>
            <a:prstGeom prst="curvedConnector3">
              <a:avLst>
                <a:gd name="adj1" fmla="val 5290913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Curved Connector 60"/>
            <p:cNvCxnSpPr>
              <a:cxnSpLocks/>
            </p:cNvCxnSpPr>
            <p:nvPr/>
          </p:nvCxnSpPr>
          <p:spPr>
            <a:xfrm rot="5400000" flipH="1" flipV="1">
              <a:off x="2498837" y="4038406"/>
              <a:ext cx="15344" cy="252471"/>
            </a:xfrm>
            <a:prstGeom prst="curvedConnector3">
              <a:avLst>
                <a:gd name="adj1" fmla="val 2558992"/>
              </a:avLst>
            </a:prstGeom>
            <a:ln w="19050"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Rectangle 101"/>
                <p:cNvSpPr/>
                <p:nvPr/>
              </p:nvSpPr>
              <p:spPr>
                <a:xfrm>
                  <a:off x="2169842" y="3384272"/>
                  <a:ext cx="48148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𝑡𝑟𝑢𝑒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102" name="Rectangle 1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9842" y="3384272"/>
                  <a:ext cx="481480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632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Curved Connector 102"/>
            <p:cNvCxnSpPr>
              <a:cxnSpLocks/>
            </p:cNvCxnSpPr>
            <p:nvPr/>
          </p:nvCxnSpPr>
          <p:spPr>
            <a:xfrm rot="5400000" flipH="1" flipV="1">
              <a:off x="4449651" y="4038406"/>
              <a:ext cx="15344" cy="252471"/>
            </a:xfrm>
            <a:prstGeom prst="curvedConnector3">
              <a:avLst>
                <a:gd name="adj1" fmla="val 2558992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/>
                <p:cNvSpPr/>
                <p:nvPr/>
              </p:nvSpPr>
              <p:spPr>
                <a:xfrm>
                  <a:off x="4145254" y="3384272"/>
                  <a:ext cx="48148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𝑡𝑟𝑢𝑒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107" name="Rectangle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254" y="3384272"/>
                  <a:ext cx="481480" cy="461665"/>
                </a:xfrm>
                <a:prstGeom prst="rect">
                  <a:avLst/>
                </a:prstGeom>
                <a:blipFill>
                  <a:blip r:embed="rId5"/>
                  <a:stretch>
                    <a:fillRect r="-632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Rectangle 107"/>
                <p:cNvSpPr/>
                <p:nvPr/>
              </p:nvSpPr>
              <p:spPr>
                <a:xfrm>
                  <a:off x="4012979" y="5405735"/>
                  <a:ext cx="481480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𝑡𝑟𝑢𝑒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108" name="Rectangle 1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2979" y="5405735"/>
                  <a:ext cx="481480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632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/>
          <p:cNvSpPr txBox="1"/>
          <p:nvPr/>
        </p:nvSpPr>
        <p:spPr>
          <a:xfrm>
            <a:off x="693608" y="389300"/>
            <a:ext cx="7888699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>
                <a:solidFill>
                  <a:schemeClr val="accent5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שלוש דרכים להביע את אותה הדרישה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771433" y="4105309"/>
                <a:ext cx="5867632" cy="6509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rtl="0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 sz="2800"/>
                  <a:t>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  <a:sym typeface="Symbol"/>
                      </a:rPr>
                      <m:t>{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sym typeface="Symbol"/>
                      </a:rPr>
                      <m:t>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sym typeface="Symbol"/>
                      </a:rPr>
                      <m:t>:</m:t>
                    </m:r>
                    <m:limLow>
                      <m:limLowPr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limLow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∃</m:t>
                        </m:r>
                      </m:e>
                      <m:lim>
                        <m:r>
                          <a:rPr lang="en-US" sz="28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∞</m:t>
                        </m:r>
                      </m:lim>
                    </m:limLow>
                    <m:r>
                      <a:rPr lang="en-US" sz="2800" b="0" i="1" dirty="0" smtClean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sym typeface="Symbol"/>
                      </a:rPr>
                      <m:t>. 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𝑐𝑟𝑖</m:t>
                    </m:r>
                    <m:sSub>
                      <m:sSubPr>
                        <m:ctrlP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8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limLow>
                      <m:limLowPr>
                        <m:ctrlPr>
                          <a:rPr lang="en-US" sz="2800" i="1" dirty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limLow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sym typeface="Symbol"/>
                          </a:rPr>
                          <m:t>∃</m:t>
                        </m:r>
                      </m:e>
                      <m:lim>
                        <m:r>
                          <a:rPr lang="en-US" sz="2800" i="1" dirty="0">
                            <a:latin typeface="Cambria Math" panose="02040503050406030204" pitchFamily="18" charset="0"/>
                            <a:sym typeface="Symbol"/>
                          </a:rPr>
                          <m:t>∞</m:t>
                        </m:r>
                      </m:lim>
                    </m:limLow>
                    <m:r>
                      <a:rPr lang="en-US" sz="2800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sym typeface="Symbol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  <a:sym typeface="Symbol"/>
                      </a:rPr>
                      <m:t>. 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𝑐𝑟𝑖</m:t>
                    </m:r>
                    <m:sSub>
                      <m:sSubPr>
                        <m:ctrlPr>
                          <a:rPr 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sz="2800">
                  <a:latin typeface="cmr1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433" y="4105309"/>
                <a:ext cx="5867632" cy="6509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Owl">
            <a:extLst>
              <a:ext uri="{FF2B5EF4-FFF2-40B4-BE49-F238E27FC236}">
                <a16:creationId xmlns:a16="http://schemas.microsoft.com/office/drawing/2014/main" id="{B6BCE3F9-9845-BF47-C055-58ADF2BA2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226" y="2784264"/>
            <a:ext cx="569204" cy="569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5EAAB-67A0-8A8D-B2C7-F6F069A7A64D}"/>
              </a:ext>
            </a:extLst>
          </p:cNvPr>
          <p:cNvSpPr txBox="1"/>
          <p:nvPr/>
        </p:nvSpPr>
        <p:spPr>
          <a:xfrm>
            <a:off x="256655" y="3313074"/>
            <a:ext cx="164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הוכיחו שזאת השפה</a:t>
            </a:r>
            <a:br>
              <a:rPr lang="en-US" sz="12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של האוטומט</a:t>
            </a:r>
          </a:p>
        </p:txBody>
      </p:sp>
    </p:spTree>
    <p:extLst>
      <p:ext uri="{BB962C8B-B14F-4D97-AF65-F5344CB8AC3E}">
        <p14:creationId xmlns:p14="http://schemas.microsoft.com/office/powerpoint/2010/main" val="394834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תרגום נוסחה לאוטומט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41186" y="1157859"/>
                <a:ext cx="6495240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tx1"/>
                          </a:solidFill>
                          <a:latin typeface="Cambria Math"/>
                          <a:sym typeface="Symbol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)∧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Cambria Math"/>
                          <a:sym typeface="Symbol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86" y="1157859"/>
                <a:ext cx="64952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/>
          <p:cNvSpPr/>
          <p:nvPr/>
        </p:nvSpPr>
        <p:spPr>
          <a:xfrm>
            <a:off x="3196568" y="7704796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57" name="Straight Arrow Connector 56"/>
          <p:cNvCxnSpPr>
            <a:endCxn id="56" idx="1"/>
          </p:cNvCxnSpPr>
          <p:nvPr/>
        </p:nvCxnSpPr>
        <p:spPr>
          <a:xfrm>
            <a:off x="2781257" y="7694776"/>
            <a:ext cx="504873" cy="97895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8" name="Oval 67"/>
          <p:cNvSpPr/>
          <p:nvPr/>
        </p:nvSpPr>
        <p:spPr>
          <a:xfrm>
            <a:off x="3184543" y="9153552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69" name="Oval 68"/>
          <p:cNvSpPr/>
          <p:nvPr/>
        </p:nvSpPr>
        <p:spPr>
          <a:xfrm>
            <a:off x="5731145" y="7694776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70" name="Oval 69"/>
          <p:cNvSpPr/>
          <p:nvPr/>
        </p:nvSpPr>
        <p:spPr>
          <a:xfrm>
            <a:off x="5745944" y="9153552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71" name="Curved Connector 70"/>
          <p:cNvCxnSpPr>
            <a:stCxn id="56" idx="1"/>
            <a:endCxn id="56" idx="7"/>
          </p:cNvCxnSpPr>
          <p:nvPr/>
        </p:nvCxnSpPr>
        <p:spPr>
          <a:xfrm rot="5400000" flipH="1" flipV="1">
            <a:off x="3502351" y="7576450"/>
            <a:ext cx="12700" cy="432443"/>
          </a:xfrm>
          <a:prstGeom prst="curvedConnector3">
            <a:avLst>
              <a:gd name="adj1" fmla="val 2995929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2551118" y="7086600"/>
                <a:ext cx="178119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∧¬</m:t>
                      </m:r>
                      <m:r>
                        <a:rPr lang="en-US" sz="1600" b="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118" y="7086600"/>
                <a:ext cx="178119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/>
          <p:cNvCxnSpPr>
            <a:stCxn id="56" idx="6"/>
            <a:endCxn id="69" idx="2"/>
          </p:cNvCxnSpPr>
          <p:nvPr/>
        </p:nvCxnSpPr>
        <p:spPr>
          <a:xfrm flipV="1">
            <a:off x="3808135" y="7994800"/>
            <a:ext cx="1923010" cy="10020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3952185" y="7607024"/>
                <a:ext cx="162730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r>
                        <a:rPr lang="en-US" sz="1600" b="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185" y="7607024"/>
                <a:ext cx="162730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>
            <a:stCxn id="56" idx="4"/>
            <a:endCxn id="68" idx="0"/>
          </p:cNvCxnSpPr>
          <p:nvPr/>
        </p:nvCxnSpPr>
        <p:spPr>
          <a:xfrm flipH="1">
            <a:off x="3490327" y="8304844"/>
            <a:ext cx="12025" cy="848708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2617489" y="8436530"/>
                <a:ext cx="90685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¬</m:t>
                      </m:r>
                      <m:r>
                        <a:rPr lang="en-US" sz="1600" b="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489" y="8436530"/>
                <a:ext cx="90685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Curved Connector 84"/>
          <p:cNvCxnSpPr>
            <a:stCxn id="69" idx="1"/>
            <a:endCxn id="69" idx="7"/>
          </p:cNvCxnSpPr>
          <p:nvPr/>
        </p:nvCxnSpPr>
        <p:spPr>
          <a:xfrm rot="5400000" flipH="1" flipV="1">
            <a:off x="6036928" y="7566430"/>
            <a:ext cx="12700" cy="432443"/>
          </a:xfrm>
          <a:prstGeom prst="curvedConnector3">
            <a:avLst>
              <a:gd name="adj1" fmla="val 2491929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5223275" y="7086600"/>
                <a:ext cx="26131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275" y="7086600"/>
                <a:ext cx="261315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urved Connector 89"/>
          <p:cNvCxnSpPr>
            <a:stCxn id="69" idx="3"/>
            <a:endCxn id="56" idx="5"/>
          </p:cNvCxnSpPr>
          <p:nvPr/>
        </p:nvCxnSpPr>
        <p:spPr>
          <a:xfrm rot="5400000">
            <a:off x="4764630" y="7160892"/>
            <a:ext cx="10020" cy="2102134"/>
          </a:xfrm>
          <a:prstGeom prst="curvedConnector3">
            <a:avLst>
              <a:gd name="adj1" fmla="val 3258433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3601182" y="8517738"/>
                <a:ext cx="237532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∧¬</m:t>
                          </m:r>
                          <m:r>
                            <a:rPr lang="en-US" sz="1600" i="1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r>
                        <a:rPr lang="en-US" sz="1600" b="0" i="1" smtClean="0"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182" y="8517738"/>
                <a:ext cx="237532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Curved Connector 106"/>
          <p:cNvCxnSpPr>
            <a:stCxn id="68" idx="3"/>
            <a:endCxn id="68" idx="5"/>
          </p:cNvCxnSpPr>
          <p:nvPr/>
        </p:nvCxnSpPr>
        <p:spPr>
          <a:xfrm rot="16200000" flipH="1">
            <a:off x="3490326" y="9449503"/>
            <a:ext cx="12700" cy="432443"/>
          </a:xfrm>
          <a:prstGeom prst="curvedConnector3">
            <a:avLst>
              <a:gd name="adj1" fmla="val 2491929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/>
              <p:cNvSpPr/>
              <p:nvPr/>
            </p:nvSpPr>
            <p:spPr>
              <a:xfrm>
                <a:off x="2476457" y="9982200"/>
                <a:ext cx="26131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10" name="Rectangle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57" y="9982200"/>
                <a:ext cx="261315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Curved Connector 111"/>
          <p:cNvCxnSpPr>
            <a:stCxn id="68" idx="2"/>
            <a:endCxn id="56" idx="2"/>
          </p:cNvCxnSpPr>
          <p:nvPr/>
        </p:nvCxnSpPr>
        <p:spPr>
          <a:xfrm rot="10800000" flipH="1">
            <a:off x="3184542" y="8004820"/>
            <a:ext cx="12025" cy="1448756"/>
          </a:xfrm>
          <a:prstGeom prst="curvedConnector3">
            <a:avLst>
              <a:gd name="adj1" fmla="val -9277073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378064" y="8436810"/>
                <a:ext cx="171739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∧¬</m:t>
                          </m:r>
                          <m:r>
                            <a:rPr lang="en-US" sz="1600" i="1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b="0" i="1">
                  <a:latin typeface="Cambria Math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r>
                        <a:rPr lang="en-US" sz="1600" b="0" i="1" smtClean="0"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64" y="8436810"/>
                <a:ext cx="171739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/>
          <p:cNvCxnSpPr>
            <a:stCxn id="68" idx="6"/>
            <a:endCxn id="70" idx="2"/>
          </p:cNvCxnSpPr>
          <p:nvPr/>
        </p:nvCxnSpPr>
        <p:spPr>
          <a:xfrm>
            <a:off x="3796110" y="9453576"/>
            <a:ext cx="1949834" cy="0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3881532" y="9153811"/>
                <a:ext cx="1719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</m:oMath>
                  </m:oMathPara>
                </a14:m>
                <a:endParaRPr lang="en-US" sz="1600" b="0" i="1">
                  <a:latin typeface="Cambria Math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532" y="9153811"/>
                <a:ext cx="171912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/>
          <p:cNvSpPr txBox="1"/>
          <p:nvPr/>
        </p:nvSpPr>
        <p:spPr>
          <a:xfrm>
            <a:off x="625236" y="6211259"/>
            <a:ext cx="7680564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תרגיל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: איך נבנה אוטומט לביטוי ה-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למעלה מתוך האוטומטים הנתונים?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533400" y="3886200"/>
            <a:ext cx="2709099" cy="2099272"/>
            <a:chOff x="2819400" y="3280194"/>
            <a:chExt cx="3373675" cy="2664435"/>
          </a:xfrm>
        </p:grpSpPr>
        <p:sp>
          <p:nvSpPr>
            <p:cNvPr id="55" name="Oval 54"/>
            <p:cNvSpPr/>
            <p:nvPr/>
          </p:nvSpPr>
          <p:spPr>
            <a:xfrm>
              <a:off x="3307373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58" name="Straight Arrow Connector 57"/>
            <p:cNvCxnSpPr>
              <a:endCxn id="55" idx="2"/>
            </p:cNvCxnSpPr>
            <p:nvPr/>
          </p:nvCxnSpPr>
          <p:spPr>
            <a:xfrm>
              <a:off x="2819400" y="4458482"/>
              <a:ext cx="487973" cy="13996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5258187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60" name="Straight Arrow Connector 59"/>
            <p:cNvCxnSpPr>
              <a:stCxn id="55" idx="6"/>
              <a:endCxn id="59" idx="2"/>
            </p:cNvCxnSpPr>
            <p:nvPr/>
          </p:nvCxnSpPr>
          <p:spPr>
            <a:xfrm>
              <a:off x="4145573" y="4472478"/>
              <a:ext cx="1112614" cy="0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4120297" y="4008803"/>
                  <a:ext cx="991493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cri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297" y="4008803"/>
                  <a:ext cx="991493" cy="4296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Curved Connector 61"/>
            <p:cNvCxnSpPr>
              <a:stCxn id="59" idx="4"/>
              <a:endCxn id="55" idx="4"/>
            </p:cNvCxnSpPr>
            <p:nvPr/>
          </p:nvCxnSpPr>
          <p:spPr>
            <a:xfrm rot="5400000">
              <a:off x="4701880" y="3916171"/>
              <a:ext cx="12700" cy="1950814"/>
            </a:xfrm>
            <a:prstGeom prst="curvedConnector3">
              <a:avLst>
                <a:gd name="adj1" fmla="val 5112000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Curved Connector 62"/>
            <p:cNvCxnSpPr>
              <a:stCxn id="55" idx="1"/>
              <a:endCxn id="55" idx="7"/>
            </p:cNvCxnSpPr>
            <p:nvPr/>
          </p:nvCxnSpPr>
          <p:spPr>
            <a:xfrm rot="5400000" flipH="1" flipV="1">
              <a:off x="3726473" y="3879782"/>
              <a:ext cx="12700" cy="592696"/>
            </a:xfrm>
            <a:prstGeom prst="curvedConnector3">
              <a:avLst>
                <a:gd name="adj1" fmla="val 3501244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/>
                <p:cNvSpPr/>
                <p:nvPr/>
              </p:nvSpPr>
              <p:spPr>
                <a:xfrm>
                  <a:off x="3236907" y="3280194"/>
                  <a:ext cx="839938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907" y="3280194"/>
                  <a:ext cx="839938" cy="4296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Curved Connector 64"/>
            <p:cNvCxnSpPr>
              <a:stCxn id="59" idx="1"/>
              <a:endCxn id="59" idx="7"/>
            </p:cNvCxnSpPr>
            <p:nvPr/>
          </p:nvCxnSpPr>
          <p:spPr>
            <a:xfrm rot="5400000" flipH="1" flipV="1">
              <a:off x="5677287" y="3879782"/>
              <a:ext cx="12700" cy="592696"/>
            </a:xfrm>
            <a:prstGeom prst="curvedConnector3">
              <a:avLst>
                <a:gd name="adj1" fmla="val 3648181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5161498" y="3286483"/>
                  <a:ext cx="1031577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/>
                          </a:rPr>
                          <m:t>¬</m:t>
                        </m:r>
                        <m:r>
                          <a:rPr lang="en-US" sz="1600" i="1" dirty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1498" y="3286483"/>
                  <a:ext cx="1031577" cy="4296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4222237" y="5514930"/>
                  <a:ext cx="839938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237" y="5514930"/>
                  <a:ext cx="839938" cy="4296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Oval 71"/>
            <p:cNvSpPr/>
            <p:nvPr/>
          </p:nvSpPr>
          <p:spPr>
            <a:xfrm>
              <a:off x="3373446" y="4116178"/>
              <a:ext cx="714902" cy="714901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536008" y="2088168"/>
            <a:ext cx="2782837" cy="1264632"/>
            <a:chOff x="2819400" y="3286483"/>
            <a:chExt cx="3465502" cy="1605095"/>
          </a:xfrm>
        </p:grpSpPr>
        <p:sp>
          <p:nvSpPr>
            <p:cNvPr id="74" name="Oval 73"/>
            <p:cNvSpPr/>
            <p:nvPr/>
          </p:nvSpPr>
          <p:spPr>
            <a:xfrm>
              <a:off x="3307373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77" name="Straight Arrow Connector 76"/>
            <p:cNvCxnSpPr>
              <a:endCxn id="74" idx="2"/>
            </p:cNvCxnSpPr>
            <p:nvPr/>
          </p:nvCxnSpPr>
          <p:spPr>
            <a:xfrm>
              <a:off x="2819400" y="4458482"/>
              <a:ext cx="487973" cy="13996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8" name="Oval 77"/>
            <p:cNvSpPr/>
            <p:nvPr/>
          </p:nvSpPr>
          <p:spPr>
            <a:xfrm>
              <a:off x="5258187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81" name="Straight Arrow Connector 80"/>
            <p:cNvCxnSpPr>
              <a:stCxn id="74" idx="6"/>
              <a:endCxn id="78" idx="2"/>
            </p:cNvCxnSpPr>
            <p:nvPr/>
          </p:nvCxnSpPr>
          <p:spPr>
            <a:xfrm>
              <a:off x="4145573" y="4472478"/>
              <a:ext cx="1112614" cy="0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/>
                <p:cNvSpPr/>
                <p:nvPr/>
              </p:nvSpPr>
              <p:spPr>
                <a:xfrm>
                  <a:off x="4223812" y="4032248"/>
                  <a:ext cx="802488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812" y="4032248"/>
                  <a:ext cx="802488" cy="4296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Curved Connector 85"/>
            <p:cNvCxnSpPr>
              <a:stCxn id="74" idx="1"/>
              <a:endCxn id="74" idx="7"/>
            </p:cNvCxnSpPr>
            <p:nvPr/>
          </p:nvCxnSpPr>
          <p:spPr>
            <a:xfrm rot="5400000" flipH="1" flipV="1">
              <a:off x="3726473" y="3879782"/>
              <a:ext cx="12700" cy="592696"/>
            </a:xfrm>
            <a:prstGeom prst="curvedConnector3">
              <a:avLst>
                <a:gd name="adj1" fmla="val 3501244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3305917" y="3338807"/>
                  <a:ext cx="786518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60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𝑟𝑢𝑒</m:t>
                        </m:r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5917" y="3338807"/>
                  <a:ext cx="786518" cy="4296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Curved Connector 88"/>
            <p:cNvCxnSpPr>
              <a:stCxn id="78" idx="1"/>
              <a:endCxn id="78" idx="7"/>
            </p:cNvCxnSpPr>
            <p:nvPr/>
          </p:nvCxnSpPr>
          <p:spPr>
            <a:xfrm rot="5400000" flipH="1" flipV="1">
              <a:off x="5677287" y="3879782"/>
              <a:ext cx="12700" cy="592696"/>
            </a:xfrm>
            <a:prstGeom prst="curvedConnector3">
              <a:avLst>
                <a:gd name="adj1" fmla="val 3648181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91"/>
                <p:cNvSpPr/>
                <p:nvPr/>
              </p:nvSpPr>
              <p:spPr>
                <a:xfrm>
                  <a:off x="5161498" y="3286483"/>
                  <a:ext cx="1123404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/>
                          </a:rPr>
                          <m:t>¬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𝑤𝑎𝑖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600" dirty="0"/>
                </a:p>
              </p:txBody>
            </p:sp>
          </mc:Choice>
          <mc:Fallback xmlns="">
            <p:sp>
              <p:nvSpPr>
                <p:cNvPr id="92" name="Rectangle 9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1498" y="3286483"/>
                  <a:ext cx="1123404" cy="4296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6" name="Oval 95"/>
          <p:cNvSpPr>
            <a:spLocks noChangeAspect="1"/>
          </p:cNvSpPr>
          <p:nvPr/>
        </p:nvSpPr>
        <p:spPr>
          <a:xfrm>
            <a:off x="2551542" y="2743199"/>
            <a:ext cx="572122" cy="561345"/>
          </a:xfrm>
          <a:prstGeom prst="ellipse">
            <a:avLst/>
          </a:prstGeom>
          <a:solidFill>
            <a:srgbClr val="FFFF99"/>
          </a:solidFill>
          <a:ln w="19050">
            <a:tailEnd type="stealth" w="lg" len="lg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grpSp>
        <p:nvGrpSpPr>
          <p:cNvPr id="97" name="Group 96"/>
          <p:cNvGrpSpPr/>
          <p:nvPr/>
        </p:nvGrpSpPr>
        <p:grpSpPr>
          <a:xfrm>
            <a:off x="5515611" y="3866372"/>
            <a:ext cx="2713844" cy="2099272"/>
            <a:chOff x="2819400" y="3280194"/>
            <a:chExt cx="3379584" cy="2664435"/>
          </a:xfrm>
        </p:grpSpPr>
        <p:sp>
          <p:nvSpPr>
            <p:cNvPr id="98" name="Oval 97"/>
            <p:cNvSpPr/>
            <p:nvPr/>
          </p:nvSpPr>
          <p:spPr>
            <a:xfrm>
              <a:off x="3307373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99" name="Straight Arrow Connector 98"/>
            <p:cNvCxnSpPr>
              <a:endCxn id="98" idx="2"/>
            </p:cNvCxnSpPr>
            <p:nvPr/>
          </p:nvCxnSpPr>
          <p:spPr>
            <a:xfrm>
              <a:off x="2819400" y="4458482"/>
              <a:ext cx="487973" cy="13996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0" name="Oval 99"/>
            <p:cNvSpPr/>
            <p:nvPr/>
          </p:nvSpPr>
          <p:spPr>
            <a:xfrm>
              <a:off x="5258187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101" name="Straight Arrow Connector 100"/>
            <p:cNvCxnSpPr>
              <a:stCxn id="98" idx="6"/>
              <a:endCxn id="100" idx="2"/>
            </p:cNvCxnSpPr>
            <p:nvPr/>
          </p:nvCxnSpPr>
          <p:spPr>
            <a:xfrm>
              <a:off x="4145573" y="4472478"/>
              <a:ext cx="1112614" cy="0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Rectangle 101"/>
                <p:cNvSpPr/>
                <p:nvPr/>
              </p:nvSpPr>
              <p:spPr>
                <a:xfrm>
                  <a:off x="4120297" y="4008803"/>
                  <a:ext cx="997401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cri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02" name="Rectangle 1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297" y="4008803"/>
                  <a:ext cx="997401" cy="4296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Curved Connector 102"/>
            <p:cNvCxnSpPr>
              <a:stCxn id="100" idx="4"/>
              <a:endCxn id="98" idx="4"/>
            </p:cNvCxnSpPr>
            <p:nvPr/>
          </p:nvCxnSpPr>
          <p:spPr>
            <a:xfrm rot="5400000">
              <a:off x="4701880" y="3916171"/>
              <a:ext cx="12700" cy="1950814"/>
            </a:xfrm>
            <a:prstGeom prst="curvedConnector3">
              <a:avLst>
                <a:gd name="adj1" fmla="val 5112000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4" name="Curved Connector 103"/>
            <p:cNvCxnSpPr>
              <a:stCxn id="98" idx="1"/>
              <a:endCxn id="98" idx="7"/>
            </p:cNvCxnSpPr>
            <p:nvPr/>
          </p:nvCxnSpPr>
          <p:spPr>
            <a:xfrm rot="5400000" flipH="1" flipV="1">
              <a:off x="3726473" y="3879782"/>
              <a:ext cx="12700" cy="592696"/>
            </a:xfrm>
            <a:prstGeom prst="curvedConnector3">
              <a:avLst>
                <a:gd name="adj1" fmla="val 3501244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104"/>
                <p:cNvSpPr/>
                <p:nvPr/>
              </p:nvSpPr>
              <p:spPr>
                <a:xfrm>
                  <a:off x="3236907" y="3280194"/>
                  <a:ext cx="845847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05" name="Rectangle 10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907" y="3280194"/>
                  <a:ext cx="845847" cy="4296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Curved Connector 105"/>
            <p:cNvCxnSpPr>
              <a:stCxn id="100" idx="1"/>
              <a:endCxn id="100" idx="7"/>
            </p:cNvCxnSpPr>
            <p:nvPr/>
          </p:nvCxnSpPr>
          <p:spPr>
            <a:xfrm rot="5400000" flipH="1" flipV="1">
              <a:off x="5677287" y="3879782"/>
              <a:ext cx="12700" cy="592696"/>
            </a:xfrm>
            <a:prstGeom prst="curvedConnector3">
              <a:avLst>
                <a:gd name="adj1" fmla="val 3648181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Rectangle 107"/>
                <p:cNvSpPr/>
                <p:nvPr/>
              </p:nvSpPr>
              <p:spPr>
                <a:xfrm>
                  <a:off x="5161498" y="3286483"/>
                  <a:ext cx="1037486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/>
                          </a:rPr>
                          <m:t>¬</m:t>
                        </m:r>
                        <m:r>
                          <a:rPr lang="en-US" sz="1600" i="1" dirty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08" name="Rectangle 1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1498" y="3286483"/>
                  <a:ext cx="1037486" cy="4296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8"/>
                <p:cNvSpPr/>
                <p:nvPr/>
              </p:nvSpPr>
              <p:spPr>
                <a:xfrm>
                  <a:off x="4222237" y="5514930"/>
                  <a:ext cx="845847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09" name="Rectangle 10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2237" y="5514930"/>
                  <a:ext cx="845847" cy="4296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Oval 110"/>
            <p:cNvSpPr/>
            <p:nvPr/>
          </p:nvSpPr>
          <p:spPr>
            <a:xfrm>
              <a:off x="3373446" y="4116178"/>
              <a:ext cx="714902" cy="714901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5518219" y="2068340"/>
            <a:ext cx="2787581" cy="1264632"/>
            <a:chOff x="2819400" y="3286483"/>
            <a:chExt cx="3471410" cy="1605095"/>
          </a:xfrm>
        </p:grpSpPr>
        <p:sp>
          <p:nvSpPr>
            <p:cNvPr id="114" name="Oval 113"/>
            <p:cNvSpPr/>
            <p:nvPr/>
          </p:nvSpPr>
          <p:spPr>
            <a:xfrm>
              <a:off x="3307373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115" name="Straight Arrow Connector 114"/>
            <p:cNvCxnSpPr>
              <a:endCxn id="114" idx="2"/>
            </p:cNvCxnSpPr>
            <p:nvPr/>
          </p:nvCxnSpPr>
          <p:spPr>
            <a:xfrm>
              <a:off x="2819400" y="4458482"/>
              <a:ext cx="487973" cy="13996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Oval 115"/>
            <p:cNvSpPr/>
            <p:nvPr/>
          </p:nvSpPr>
          <p:spPr>
            <a:xfrm>
              <a:off x="5258187" y="4053378"/>
              <a:ext cx="838200" cy="838200"/>
            </a:xfrm>
            <a:prstGeom prst="ellipse">
              <a:avLst/>
            </a:prstGeom>
            <a:solidFill>
              <a:srgbClr val="FFFF99"/>
            </a:solidFill>
            <a:ln w="19050"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/>
            </a:p>
          </p:txBody>
        </p:sp>
        <p:cxnSp>
          <p:nvCxnSpPr>
            <p:cNvPr id="117" name="Straight Arrow Connector 116"/>
            <p:cNvCxnSpPr>
              <a:stCxn id="114" idx="6"/>
              <a:endCxn id="116" idx="2"/>
            </p:cNvCxnSpPr>
            <p:nvPr/>
          </p:nvCxnSpPr>
          <p:spPr>
            <a:xfrm>
              <a:off x="4145573" y="4472478"/>
              <a:ext cx="1112614" cy="0"/>
            </a:xfrm>
            <a:prstGeom prst="straightConnector1">
              <a:avLst/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/>
                <p:cNvSpPr/>
                <p:nvPr/>
              </p:nvSpPr>
              <p:spPr>
                <a:xfrm>
                  <a:off x="4223812" y="4032248"/>
                  <a:ext cx="802488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18" name="Rectangle 1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812" y="4032248"/>
                  <a:ext cx="802488" cy="4296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Curved Connector 118"/>
            <p:cNvCxnSpPr>
              <a:stCxn id="114" idx="1"/>
              <a:endCxn id="114" idx="7"/>
            </p:cNvCxnSpPr>
            <p:nvPr/>
          </p:nvCxnSpPr>
          <p:spPr>
            <a:xfrm rot="5400000" flipH="1" flipV="1">
              <a:off x="3726473" y="3879782"/>
              <a:ext cx="12700" cy="592696"/>
            </a:xfrm>
            <a:prstGeom prst="curvedConnector3">
              <a:avLst>
                <a:gd name="adj1" fmla="val 3501244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119"/>
                <p:cNvSpPr/>
                <p:nvPr/>
              </p:nvSpPr>
              <p:spPr>
                <a:xfrm>
                  <a:off x="3305917" y="3338807"/>
                  <a:ext cx="786518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60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𝑟𝑢𝑒</m:t>
                        </m:r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20" name="Rectangle 1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5917" y="3338807"/>
                  <a:ext cx="786518" cy="4296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Curved Connector 120"/>
            <p:cNvCxnSpPr>
              <a:stCxn id="116" idx="1"/>
              <a:endCxn id="116" idx="7"/>
            </p:cNvCxnSpPr>
            <p:nvPr/>
          </p:nvCxnSpPr>
          <p:spPr>
            <a:xfrm rot="5400000" flipH="1" flipV="1">
              <a:off x="5677287" y="3879782"/>
              <a:ext cx="12700" cy="592696"/>
            </a:xfrm>
            <a:prstGeom prst="curvedConnector3">
              <a:avLst>
                <a:gd name="adj1" fmla="val 3648181"/>
              </a:avLst>
            </a:prstGeom>
            <a:ln w="19050"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tangle 121"/>
                <p:cNvSpPr/>
                <p:nvPr/>
              </p:nvSpPr>
              <p:spPr>
                <a:xfrm>
                  <a:off x="5161498" y="3286483"/>
                  <a:ext cx="1129312" cy="4296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latin typeface="Cambria Math"/>
                          </a:rPr>
                          <m:t>¬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𝑤𝑎𝑖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600"/>
                </a:p>
              </p:txBody>
            </p:sp>
          </mc:Choice>
          <mc:Fallback xmlns="">
            <p:sp>
              <p:nvSpPr>
                <p:cNvPr id="122" name="Rectangle 1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1498" y="3286483"/>
                  <a:ext cx="1129312" cy="4296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4" name="Oval 123"/>
          <p:cNvSpPr>
            <a:spLocks noChangeAspect="1"/>
          </p:cNvSpPr>
          <p:nvPr/>
        </p:nvSpPr>
        <p:spPr>
          <a:xfrm>
            <a:off x="7524517" y="2723371"/>
            <a:ext cx="572122" cy="561345"/>
          </a:xfrm>
          <a:prstGeom prst="ellipse">
            <a:avLst/>
          </a:prstGeom>
          <a:solidFill>
            <a:srgbClr val="FFFF99"/>
          </a:solidFill>
          <a:ln w="19050">
            <a:tailEnd type="stealth" w="lg" len="lg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</p:spTree>
    <p:extLst>
      <p:ext uri="{BB962C8B-B14F-4D97-AF65-F5344CB8AC3E}">
        <p14:creationId xmlns:p14="http://schemas.microsoft.com/office/powerpoint/2010/main" val="308290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A2862-62A7-8A5D-4083-DF61CE40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2D8A-E089-0FAB-2CF6-FF9D68D7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49" y="-377521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דוגמא: תרגום נוסחה לאוטומט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B08712-6872-C80F-CCBC-50AE8DB7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50E55-7213-54D9-0953-886E5C29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399409-BD94-1246-6BC5-4E6BD9B1930F}"/>
                  </a:ext>
                </a:extLst>
              </p:cNvPr>
              <p:cNvSpPr txBox="1"/>
              <p:nvPr/>
            </p:nvSpPr>
            <p:spPr>
              <a:xfrm>
                <a:off x="1319085" y="850703"/>
                <a:ext cx="6324424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tx1"/>
                          </a:solidFill>
                          <a:latin typeface="Cambria Math"/>
                          <a:sym typeface="Symbol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400" b="1" dirty="0" smtClean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∨ 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)∧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  <a:latin typeface="Cambria Math"/>
                          <a:sym typeface="Symbol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∨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400" b="1" dirty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399409-BD94-1246-6BC5-4E6BD9B19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085" y="850703"/>
                <a:ext cx="632442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2F7C3A1C-022B-C1B7-B933-EFA4EF825455}"/>
              </a:ext>
            </a:extLst>
          </p:cNvPr>
          <p:cNvSpPr/>
          <p:nvPr/>
        </p:nvSpPr>
        <p:spPr>
          <a:xfrm>
            <a:off x="3196568" y="7704796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D7CEAF0-DD2B-5F5D-4656-00C281D53909}"/>
              </a:ext>
            </a:extLst>
          </p:cNvPr>
          <p:cNvCxnSpPr>
            <a:endCxn id="56" idx="1"/>
          </p:cNvCxnSpPr>
          <p:nvPr/>
        </p:nvCxnSpPr>
        <p:spPr>
          <a:xfrm>
            <a:off x="2781257" y="7694776"/>
            <a:ext cx="504873" cy="97895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F97FB426-F88E-2CD9-4D2A-4DA56EAD062B}"/>
              </a:ext>
            </a:extLst>
          </p:cNvPr>
          <p:cNvSpPr/>
          <p:nvPr/>
        </p:nvSpPr>
        <p:spPr>
          <a:xfrm>
            <a:off x="3184543" y="9153552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4A2F928-8379-803D-CF20-671E8539A677}"/>
              </a:ext>
            </a:extLst>
          </p:cNvPr>
          <p:cNvSpPr/>
          <p:nvPr/>
        </p:nvSpPr>
        <p:spPr>
          <a:xfrm>
            <a:off x="5731145" y="7694776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665B0F6-7267-C3C7-AA8B-091F620D4464}"/>
              </a:ext>
            </a:extLst>
          </p:cNvPr>
          <p:cNvSpPr/>
          <p:nvPr/>
        </p:nvSpPr>
        <p:spPr>
          <a:xfrm>
            <a:off x="5745944" y="9153552"/>
            <a:ext cx="611567" cy="600048"/>
          </a:xfrm>
          <a:prstGeom prst="ellipse">
            <a:avLst/>
          </a:prstGeom>
          <a:noFill/>
          <a:ln w="1905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6A2EF301-DD4F-7183-E3CA-F896AA2A2237}"/>
              </a:ext>
            </a:extLst>
          </p:cNvPr>
          <p:cNvCxnSpPr>
            <a:stCxn id="56" idx="1"/>
            <a:endCxn id="56" idx="7"/>
          </p:cNvCxnSpPr>
          <p:nvPr/>
        </p:nvCxnSpPr>
        <p:spPr>
          <a:xfrm rot="5400000" flipH="1" flipV="1">
            <a:off x="3502351" y="7576450"/>
            <a:ext cx="12700" cy="432443"/>
          </a:xfrm>
          <a:prstGeom prst="curvedConnector3">
            <a:avLst>
              <a:gd name="adj1" fmla="val 2995929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97AFF9C-46E6-673F-0A2E-FA309B63189B}"/>
                  </a:ext>
                </a:extLst>
              </p:cNvPr>
              <p:cNvSpPr/>
              <p:nvPr/>
            </p:nvSpPr>
            <p:spPr>
              <a:xfrm>
                <a:off x="2551118" y="7086600"/>
                <a:ext cx="178119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∧¬</m:t>
                      </m:r>
                      <m:r>
                        <a:rPr lang="en-US" sz="1600" b="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97AFF9C-46E6-673F-0A2E-FA309B6318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118" y="7086600"/>
                <a:ext cx="178119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0DBE70F-35F4-4C80-8FBE-516FDABE5613}"/>
              </a:ext>
            </a:extLst>
          </p:cNvPr>
          <p:cNvCxnSpPr>
            <a:stCxn id="56" idx="6"/>
            <a:endCxn id="69" idx="2"/>
          </p:cNvCxnSpPr>
          <p:nvPr/>
        </p:nvCxnSpPr>
        <p:spPr>
          <a:xfrm flipV="1">
            <a:off x="3808135" y="7994800"/>
            <a:ext cx="1923010" cy="10020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14D0831-9D01-1782-5944-0786DDB7560D}"/>
                  </a:ext>
                </a:extLst>
              </p:cNvPr>
              <p:cNvSpPr/>
              <p:nvPr/>
            </p:nvSpPr>
            <p:spPr>
              <a:xfrm>
                <a:off x="3952185" y="7607024"/>
                <a:ext cx="162730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r>
                        <a:rPr lang="en-US" sz="1600" b="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14D0831-9D01-1782-5944-0786DDB75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185" y="7607024"/>
                <a:ext cx="162730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46966E7-93E4-C6C4-EF6A-9BF30BAEEAA9}"/>
              </a:ext>
            </a:extLst>
          </p:cNvPr>
          <p:cNvCxnSpPr>
            <a:stCxn id="56" idx="4"/>
            <a:endCxn id="68" idx="0"/>
          </p:cNvCxnSpPr>
          <p:nvPr/>
        </p:nvCxnSpPr>
        <p:spPr>
          <a:xfrm flipH="1">
            <a:off x="3490327" y="8304844"/>
            <a:ext cx="12025" cy="848708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78DAD23-5A0A-4CA4-2B40-626D2D6629DB}"/>
                  </a:ext>
                </a:extLst>
              </p:cNvPr>
              <p:cNvSpPr/>
              <p:nvPr/>
            </p:nvSpPr>
            <p:spPr>
              <a:xfrm>
                <a:off x="2617489" y="8436530"/>
                <a:ext cx="90685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</m:oMath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¬</m:t>
                      </m:r>
                      <m:r>
                        <a:rPr lang="en-US" sz="1600" b="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E78DAD23-5A0A-4CA4-2B40-626D2D662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489" y="8436530"/>
                <a:ext cx="90685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Curved Connector 84">
            <a:extLst>
              <a:ext uri="{FF2B5EF4-FFF2-40B4-BE49-F238E27FC236}">
                <a16:creationId xmlns:a16="http://schemas.microsoft.com/office/drawing/2014/main" id="{09C8406A-0426-88FC-627A-A29F33B4CFA0}"/>
              </a:ext>
            </a:extLst>
          </p:cNvPr>
          <p:cNvCxnSpPr>
            <a:stCxn id="69" idx="1"/>
            <a:endCxn id="69" idx="7"/>
          </p:cNvCxnSpPr>
          <p:nvPr/>
        </p:nvCxnSpPr>
        <p:spPr>
          <a:xfrm rot="5400000" flipH="1" flipV="1">
            <a:off x="6036928" y="7566430"/>
            <a:ext cx="12700" cy="432443"/>
          </a:xfrm>
          <a:prstGeom prst="curvedConnector3">
            <a:avLst>
              <a:gd name="adj1" fmla="val 2491929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BCCAB69-2B87-B161-E475-16AB8467428D}"/>
                  </a:ext>
                </a:extLst>
              </p:cNvPr>
              <p:cNvSpPr/>
              <p:nvPr/>
            </p:nvSpPr>
            <p:spPr>
              <a:xfrm>
                <a:off x="5223275" y="7086600"/>
                <a:ext cx="26131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BCCAB69-2B87-B161-E475-16AB846742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275" y="7086600"/>
                <a:ext cx="261315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urved Connector 89">
            <a:extLst>
              <a:ext uri="{FF2B5EF4-FFF2-40B4-BE49-F238E27FC236}">
                <a16:creationId xmlns:a16="http://schemas.microsoft.com/office/drawing/2014/main" id="{025BF334-99F6-5326-A584-A83DD8690D09}"/>
              </a:ext>
            </a:extLst>
          </p:cNvPr>
          <p:cNvCxnSpPr>
            <a:stCxn id="69" idx="3"/>
            <a:endCxn id="56" idx="5"/>
          </p:cNvCxnSpPr>
          <p:nvPr/>
        </p:nvCxnSpPr>
        <p:spPr>
          <a:xfrm rot="5400000">
            <a:off x="4764630" y="7160892"/>
            <a:ext cx="10020" cy="2102134"/>
          </a:xfrm>
          <a:prstGeom prst="curvedConnector3">
            <a:avLst>
              <a:gd name="adj1" fmla="val 3258433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9BB45EC-4D3A-FD22-2EA7-39D2CFCA52A1}"/>
                  </a:ext>
                </a:extLst>
              </p:cNvPr>
              <p:cNvSpPr/>
              <p:nvPr/>
            </p:nvSpPr>
            <p:spPr>
              <a:xfrm>
                <a:off x="3601182" y="8517738"/>
                <a:ext cx="237532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∧¬</m:t>
                          </m:r>
                          <m:r>
                            <a:rPr lang="en-US" sz="1600" i="1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r>
                        <a:rPr lang="en-US" sz="1600" b="0" i="1" smtClean="0"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9BB45EC-4D3A-FD22-2EA7-39D2CFCA5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182" y="8517738"/>
                <a:ext cx="237532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Curved Connector 106">
            <a:extLst>
              <a:ext uri="{FF2B5EF4-FFF2-40B4-BE49-F238E27FC236}">
                <a16:creationId xmlns:a16="http://schemas.microsoft.com/office/drawing/2014/main" id="{91DF9418-9806-5668-2B02-7360C0F8648E}"/>
              </a:ext>
            </a:extLst>
          </p:cNvPr>
          <p:cNvCxnSpPr>
            <a:stCxn id="68" idx="3"/>
            <a:endCxn id="68" idx="5"/>
          </p:cNvCxnSpPr>
          <p:nvPr/>
        </p:nvCxnSpPr>
        <p:spPr>
          <a:xfrm rot="16200000" flipH="1">
            <a:off x="3490326" y="9449503"/>
            <a:ext cx="12700" cy="432443"/>
          </a:xfrm>
          <a:prstGeom prst="curvedConnector3">
            <a:avLst>
              <a:gd name="adj1" fmla="val 2491929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752C2409-9589-83FA-1AF9-52EBE2A28E43}"/>
                  </a:ext>
                </a:extLst>
              </p:cNvPr>
              <p:cNvSpPr/>
              <p:nvPr/>
            </p:nvSpPr>
            <p:spPr>
              <a:xfrm>
                <a:off x="2476457" y="9982200"/>
                <a:ext cx="261315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¬</m:t>
                      </m:r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752C2409-9589-83FA-1AF9-52EBE2A28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57" y="9982200"/>
                <a:ext cx="2613151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Curved Connector 111">
            <a:extLst>
              <a:ext uri="{FF2B5EF4-FFF2-40B4-BE49-F238E27FC236}">
                <a16:creationId xmlns:a16="http://schemas.microsoft.com/office/drawing/2014/main" id="{FB962573-DAD8-FDA8-E919-1E7FAEAFC994}"/>
              </a:ext>
            </a:extLst>
          </p:cNvPr>
          <p:cNvCxnSpPr>
            <a:stCxn id="68" idx="2"/>
            <a:endCxn id="56" idx="2"/>
          </p:cNvCxnSpPr>
          <p:nvPr/>
        </p:nvCxnSpPr>
        <p:spPr>
          <a:xfrm rot="10800000" flipH="1">
            <a:off x="3184542" y="8004820"/>
            <a:ext cx="12025" cy="1448756"/>
          </a:xfrm>
          <a:prstGeom prst="curvedConnector3">
            <a:avLst>
              <a:gd name="adj1" fmla="val -9277073"/>
            </a:avLst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A2C42DD-8546-B46B-5534-02ECD084D976}"/>
                  </a:ext>
                </a:extLst>
              </p:cNvPr>
              <p:cNvSpPr/>
              <p:nvPr/>
            </p:nvSpPr>
            <p:spPr>
              <a:xfrm>
                <a:off x="378064" y="8436810"/>
                <a:ext cx="171739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∧¬</m:t>
                          </m:r>
                          <m:r>
                            <a:rPr lang="en-US" sz="1600" i="1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b="0" i="1">
                  <a:latin typeface="Cambria Math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  <m:r>
                        <a:rPr lang="en-US" sz="1600" b="0" i="1" smtClean="0"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A2C42DD-8546-B46B-5534-02ECD084D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64" y="8436810"/>
                <a:ext cx="171739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3595185-3153-D8D3-54F0-5B3D51B1F7CC}"/>
              </a:ext>
            </a:extLst>
          </p:cNvPr>
          <p:cNvCxnSpPr>
            <a:stCxn id="68" idx="6"/>
            <a:endCxn id="70" idx="2"/>
          </p:cNvCxnSpPr>
          <p:nvPr/>
        </p:nvCxnSpPr>
        <p:spPr>
          <a:xfrm>
            <a:off x="3796110" y="9453576"/>
            <a:ext cx="1949834" cy="0"/>
          </a:xfrm>
          <a:prstGeom prst="straightConnector1">
            <a:avLst/>
          </a:prstGeom>
          <a:ln w="1905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9BC7E8FE-0F98-1586-F04C-E3B54560F028}"/>
                  </a:ext>
                </a:extLst>
              </p:cNvPr>
              <p:cNvSpPr/>
              <p:nvPr/>
            </p:nvSpPr>
            <p:spPr>
              <a:xfrm>
                <a:off x="3881532" y="9153811"/>
                <a:ext cx="171912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∧</m:t>
                      </m:r>
                    </m:oMath>
                  </m:oMathPara>
                </a14:m>
                <a:endParaRPr lang="en-US" sz="1600" b="0" i="1">
                  <a:latin typeface="Cambria Math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¬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𝑤𝑎𝑖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9BC7E8FE-0F98-1586-F04C-E3B54560F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532" y="9153811"/>
                <a:ext cx="171912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9" name="Graphic 93">
            <a:extLst>
              <a:ext uri="{FF2B5EF4-FFF2-40B4-BE49-F238E27FC236}">
                <a16:creationId xmlns:a16="http://schemas.microsoft.com/office/drawing/2014/main" id="{C1734EEA-B8EE-BA97-29E0-053A8F4BF0A7}"/>
              </a:ext>
            </a:extLst>
          </p:cNvPr>
          <p:cNvGrpSpPr/>
          <p:nvPr/>
        </p:nvGrpSpPr>
        <p:grpSpPr>
          <a:xfrm>
            <a:off x="1159327" y="2330619"/>
            <a:ext cx="534389" cy="355972"/>
            <a:chOff x="1109353" y="4394207"/>
            <a:chExt cx="534389" cy="355972"/>
          </a:xfrm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9594B96-957C-7738-A381-BE5FFBF8042C}"/>
                </a:ext>
              </a:extLst>
            </p:cNvPr>
            <p:cNvSpPr/>
            <p:nvPr/>
          </p:nvSpPr>
          <p:spPr>
            <a:xfrm>
              <a:off x="1109353" y="4394207"/>
              <a:ext cx="534389" cy="355972"/>
            </a:xfrm>
            <a:custGeom>
              <a:avLst/>
              <a:gdLst>
                <a:gd name="connsiteX0" fmla="*/ 534394 w 534389"/>
                <a:gd name="connsiteY0" fmla="*/ 178293 h 355972"/>
                <a:gd name="connsiteX1" fmla="*/ 267199 w 534389"/>
                <a:gd name="connsiteY1" fmla="*/ 356279 h 355972"/>
                <a:gd name="connsiteX2" fmla="*/ 4 w 534389"/>
                <a:gd name="connsiteY2" fmla="*/ 178293 h 355972"/>
                <a:gd name="connsiteX3" fmla="*/ 267199 w 534389"/>
                <a:gd name="connsiteY3" fmla="*/ 306 h 355972"/>
                <a:gd name="connsiteX4" fmla="*/ 534394 w 534389"/>
                <a:gd name="connsiteY4" fmla="*/ 178293 h 355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89" h="355972">
                  <a:moveTo>
                    <a:pt x="534394" y="178293"/>
                  </a:moveTo>
                  <a:cubicBezTo>
                    <a:pt x="534394" y="276592"/>
                    <a:pt x="414766" y="356279"/>
                    <a:pt x="267199" y="356279"/>
                  </a:cubicBezTo>
                  <a:cubicBezTo>
                    <a:pt x="119631" y="356279"/>
                    <a:pt x="4" y="276592"/>
                    <a:pt x="4" y="178293"/>
                  </a:cubicBezTo>
                  <a:cubicBezTo>
                    <a:pt x="4" y="79994"/>
                    <a:pt x="119631" y="306"/>
                    <a:pt x="267199" y="306"/>
                  </a:cubicBezTo>
                  <a:cubicBezTo>
                    <a:pt x="414766" y="306"/>
                    <a:pt x="534394" y="79994"/>
                    <a:pt x="534394" y="178293"/>
                  </a:cubicBezTo>
                  <a:close/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07B4433-1F24-ADD5-E73E-BDB5F4769D5F}"/>
                </a:ext>
              </a:extLst>
            </p:cNvPr>
            <p:cNvSpPr txBox="1"/>
            <p:nvPr/>
          </p:nvSpPr>
          <p:spPr>
            <a:xfrm>
              <a:off x="1220783" y="4439458"/>
              <a:ext cx="311529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11</a:t>
              </a:r>
            </a:p>
          </p:txBody>
        </p:sp>
      </p:grpSp>
      <p:grpSp>
        <p:nvGrpSpPr>
          <p:cNvPr id="132" name="Graphic 93">
            <a:extLst>
              <a:ext uri="{FF2B5EF4-FFF2-40B4-BE49-F238E27FC236}">
                <a16:creationId xmlns:a16="http://schemas.microsoft.com/office/drawing/2014/main" id="{0719DA6F-3646-7944-173D-547D30BBDE5B}"/>
              </a:ext>
            </a:extLst>
          </p:cNvPr>
          <p:cNvGrpSpPr/>
          <p:nvPr/>
        </p:nvGrpSpPr>
        <p:grpSpPr>
          <a:xfrm>
            <a:off x="1669273" y="2375870"/>
            <a:ext cx="564858" cy="249649"/>
            <a:chOff x="1619299" y="4439458"/>
            <a:chExt cx="564858" cy="249649"/>
          </a:xfrm>
        </p:grpSpPr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F9E2F37-8D49-C3A7-C918-557C78E9A00E}"/>
                </a:ext>
              </a:extLst>
            </p:cNvPr>
            <p:cNvSpPr/>
            <p:nvPr/>
          </p:nvSpPr>
          <p:spPr>
            <a:xfrm>
              <a:off x="1619299" y="4489898"/>
              <a:ext cx="202573" cy="157346"/>
            </a:xfrm>
            <a:custGeom>
              <a:avLst/>
              <a:gdLst>
                <a:gd name="connsiteX0" fmla="*/ 4 w 202573"/>
                <a:gd name="connsiteY0" fmla="*/ 1618 h 157346"/>
                <a:gd name="connsiteX1" fmla="*/ 202577 w 202573"/>
                <a:gd name="connsiteY1" fmla="*/ 82602 h 157346"/>
                <a:gd name="connsiteX2" fmla="*/ 111830 w 202573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3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3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A1D3613-E87E-FF72-BD29-9BC1F1F6142A}"/>
                </a:ext>
              </a:extLst>
            </p:cNvPr>
            <p:cNvSpPr/>
            <p:nvPr/>
          </p:nvSpPr>
          <p:spPr>
            <a:xfrm>
              <a:off x="1634242" y="4612636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FD2FEE65-F754-06CB-4D41-17066BA37683}"/>
                </a:ext>
              </a:extLst>
            </p:cNvPr>
            <p:cNvSpPr txBox="1"/>
            <p:nvPr/>
          </p:nvSpPr>
          <p:spPr>
            <a:xfrm>
              <a:off x="1783563" y="4439458"/>
              <a:ext cx="400594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true</a:t>
              </a:r>
            </a:p>
          </p:txBody>
        </p:sp>
      </p:grpSp>
      <p:grpSp>
        <p:nvGrpSpPr>
          <p:cNvPr id="136" name="Graphic 93">
            <a:extLst>
              <a:ext uri="{FF2B5EF4-FFF2-40B4-BE49-F238E27FC236}">
                <a16:creationId xmlns:a16="http://schemas.microsoft.com/office/drawing/2014/main" id="{720E5003-5CED-00F6-AEEF-F07AED9C025F}"/>
              </a:ext>
            </a:extLst>
          </p:cNvPr>
          <p:cNvGrpSpPr/>
          <p:nvPr/>
        </p:nvGrpSpPr>
        <p:grpSpPr>
          <a:xfrm>
            <a:off x="318158" y="3208684"/>
            <a:ext cx="534389" cy="355972"/>
            <a:chOff x="268184" y="5272272"/>
            <a:chExt cx="534389" cy="355972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93F7BC8-5B40-5C4B-5AAC-C4E8139A85EC}"/>
                </a:ext>
              </a:extLst>
            </p:cNvPr>
            <p:cNvSpPr/>
            <p:nvPr/>
          </p:nvSpPr>
          <p:spPr>
            <a:xfrm>
              <a:off x="268184" y="5272272"/>
              <a:ext cx="534389" cy="355972"/>
            </a:xfrm>
            <a:custGeom>
              <a:avLst/>
              <a:gdLst>
                <a:gd name="connsiteX0" fmla="*/ 534394 w 534389"/>
                <a:gd name="connsiteY0" fmla="*/ 178293 h 355972"/>
                <a:gd name="connsiteX1" fmla="*/ 267199 w 534389"/>
                <a:gd name="connsiteY1" fmla="*/ 356279 h 355972"/>
                <a:gd name="connsiteX2" fmla="*/ 4 w 534389"/>
                <a:gd name="connsiteY2" fmla="*/ 178293 h 355972"/>
                <a:gd name="connsiteX3" fmla="*/ 267199 w 534389"/>
                <a:gd name="connsiteY3" fmla="*/ 306 h 355972"/>
                <a:gd name="connsiteX4" fmla="*/ 534394 w 534389"/>
                <a:gd name="connsiteY4" fmla="*/ 178293 h 355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89" h="355972">
                  <a:moveTo>
                    <a:pt x="534394" y="178293"/>
                  </a:moveTo>
                  <a:cubicBezTo>
                    <a:pt x="534394" y="276592"/>
                    <a:pt x="414766" y="356279"/>
                    <a:pt x="267199" y="356279"/>
                  </a:cubicBezTo>
                  <a:cubicBezTo>
                    <a:pt x="119631" y="356279"/>
                    <a:pt x="4" y="276592"/>
                    <a:pt x="4" y="178293"/>
                  </a:cubicBezTo>
                  <a:cubicBezTo>
                    <a:pt x="4" y="79993"/>
                    <a:pt x="119631" y="306"/>
                    <a:pt x="267199" y="306"/>
                  </a:cubicBezTo>
                  <a:cubicBezTo>
                    <a:pt x="414766" y="306"/>
                    <a:pt x="534394" y="79993"/>
                    <a:pt x="534394" y="178293"/>
                  </a:cubicBezTo>
                  <a:close/>
                </a:path>
              </a:pathLst>
            </a:custGeom>
            <a:noFill/>
            <a:ln w="57150" cap="flat" cmpd="dbl">
              <a:solidFill>
                <a:srgbClr val="FF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B4442CC2-4A69-9DE1-BF8E-6DE2CF1F5F0C}"/>
                </a:ext>
              </a:extLst>
            </p:cNvPr>
            <p:cNvSpPr txBox="1"/>
            <p:nvPr/>
          </p:nvSpPr>
          <p:spPr>
            <a:xfrm>
              <a:off x="374666" y="5317523"/>
              <a:ext cx="321425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12</a:t>
              </a:r>
            </a:p>
          </p:txBody>
        </p:sp>
      </p:grpSp>
      <p:grpSp>
        <p:nvGrpSpPr>
          <p:cNvPr id="139" name="Graphic 93">
            <a:extLst>
              <a:ext uri="{FF2B5EF4-FFF2-40B4-BE49-F238E27FC236}">
                <a16:creationId xmlns:a16="http://schemas.microsoft.com/office/drawing/2014/main" id="{02E1934D-B3EA-C2A4-11D4-E32AEEE6FBDD}"/>
              </a:ext>
            </a:extLst>
          </p:cNvPr>
          <p:cNvGrpSpPr/>
          <p:nvPr/>
        </p:nvGrpSpPr>
        <p:grpSpPr>
          <a:xfrm>
            <a:off x="736466" y="2664047"/>
            <a:ext cx="561405" cy="558579"/>
            <a:chOff x="686492" y="4727635"/>
            <a:chExt cx="561405" cy="558579"/>
          </a:xfrm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69DFB95-8F24-56E8-F518-D7FA39A55E6F}"/>
                </a:ext>
              </a:extLst>
            </p:cNvPr>
            <p:cNvSpPr/>
            <p:nvPr/>
          </p:nvSpPr>
          <p:spPr>
            <a:xfrm>
              <a:off x="754577" y="4727635"/>
              <a:ext cx="479268" cy="489066"/>
            </a:xfrm>
            <a:custGeom>
              <a:avLst/>
              <a:gdLst>
                <a:gd name="connsiteX0" fmla="*/ 479272 w 479268"/>
                <a:gd name="connsiteY0" fmla="*/ 306 h 489066"/>
                <a:gd name="connsiteX1" fmla="*/ 4 w 479268"/>
                <a:gd name="connsiteY1" fmla="*/ 489373 h 48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9268" h="489066">
                  <a:moveTo>
                    <a:pt x="479272" y="306"/>
                  </a:moveTo>
                  <a:cubicBezTo>
                    <a:pt x="347951" y="134290"/>
                    <a:pt x="151315" y="335019"/>
                    <a:pt x="4" y="48937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B0133AA-C82E-4078-B872-C6BF058D0A2F}"/>
                </a:ext>
              </a:extLst>
            </p:cNvPr>
            <p:cNvSpPr/>
            <p:nvPr/>
          </p:nvSpPr>
          <p:spPr>
            <a:xfrm>
              <a:off x="686492" y="5191387"/>
              <a:ext cx="93914" cy="94827"/>
            </a:xfrm>
            <a:custGeom>
              <a:avLst/>
              <a:gdLst>
                <a:gd name="connsiteX0" fmla="*/ 93918 w 93914"/>
                <a:gd name="connsiteY0" fmla="*/ 48758 h 94827"/>
                <a:gd name="connsiteX1" fmla="*/ 4 w 93914"/>
                <a:gd name="connsiteY1" fmla="*/ 95133 h 94827"/>
                <a:gd name="connsiteX2" fmla="*/ 44437 w 93914"/>
                <a:gd name="connsiteY2" fmla="*/ 306 h 94827"/>
                <a:gd name="connsiteX3" fmla="*/ 93918 w 93914"/>
                <a:gd name="connsiteY3" fmla="*/ 48758 h 94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914" h="94827">
                  <a:moveTo>
                    <a:pt x="93918" y="48758"/>
                  </a:moveTo>
                  <a:lnTo>
                    <a:pt x="4" y="95133"/>
                  </a:lnTo>
                  <a:lnTo>
                    <a:pt x="44437" y="306"/>
                  </a:lnTo>
                  <a:lnTo>
                    <a:pt x="93918" y="48758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342AA0BD-9B64-C81F-D70A-6AE5F2C31C4E}"/>
                </a:ext>
              </a:extLst>
            </p:cNvPr>
            <p:cNvSpPr txBox="1"/>
            <p:nvPr/>
          </p:nvSpPr>
          <p:spPr>
            <a:xfrm>
              <a:off x="938744" y="4878490"/>
              <a:ext cx="400594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true</a:t>
              </a:r>
            </a:p>
          </p:txBody>
        </p:sp>
      </p:grp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9BD9EB00-E392-0983-05D1-74302CD19A48}"/>
              </a:ext>
            </a:extLst>
          </p:cNvPr>
          <p:cNvSpPr/>
          <p:nvPr/>
        </p:nvSpPr>
        <p:spPr>
          <a:xfrm>
            <a:off x="1584859" y="3208684"/>
            <a:ext cx="534389" cy="355972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3"/>
                  <a:pt x="119631" y="306"/>
                  <a:pt x="267199" y="306"/>
                </a:cubicBezTo>
                <a:cubicBezTo>
                  <a:pt x="414766" y="306"/>
                  <a:pt x="534394" y="79993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0000F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C88335E-AEA2-CC37-910F-4FDCAA6F055B}"/>
              </a:ext>
            </a:extLst>
          </p:cNvPr>
          <p:cNvSpPr txBox="1"/>
          <p:nvPr/>
        </p:nvSpPr>
        <p:spPr>
          <a:xfrm>
            <a:off x="1691341" y="3253935"/>
            <a:ext cx="321425" cy="249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"/>
                <a:cs typeface="Times"/>
                <a:sym typeface="Times"/>
                <a:rtl val="0"/>
              </a:rPr>
              <a:t>21</a:t>
            </a:r>
          </a:p>
        </p:txBody>
      </p:sp>
      <p:grpSp>
        <p:nvGrpSpPr>
          <p:cNvPr id="146" name="Graphic 93">
            <a:extLst>
              <a:ext uri="{FF2B5EF4-FFF2-40B4-BE49-F238E27FC236}">
                <a16:creationId xmlns:a16="http://schemas.microsoft.com/office/drawing/2014/main" id="{FAC30C78-0E2E-C871-5114-08902A741682}"/>
              </a:ext>
            </a:extLst>
          </p:cNvPr>
          <p:cNvGrpSpPr/>
          <p:nvPr/>
        </p:nvGrpSpPr>
        <p:grpSpPr>
          <a:xfrm>
            <a:off x="1506581" y="2679966"/>
            <a:ext cx="387333" cy="519818"/>
            <a:chOff x="1456607" y="4743554"/>
            <a:chExt cx="387333" cy="519818"/>
          </a:xfrm>
        </p:grpSpPr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A0A3FEF-4503-EC43-51D4-395CEE73C56D}"/>
                </a:ext>
              </a:extLst>
            </p:cNvPr>
            <p:cNvSpPr/>
            <p:nvPr/>
          </p:nvSpPr>
          <p:spPr>
            <a:xfrm>
              <a:off x="1456607" y="4743554"/>
              <a:ext cx="214151" cy="431913"/>
            </a:xfrm>
            <a:custGeom>
              <a:avLst/>
              <a:gdLst>
                <a:gd name="connsiteX0" fmla="*/ 4 w 214151"/>
                <a:gd name="connsiteY0" fmla="*/ 306 h 431913"/>
                <a:gd name="connsiteX1" fmla="*/ 214156 w 214151"/>
                <a:gd name="connsiteY1" fmla="*/ 432220 h 431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151" h="431913">
                  <a:moveTo>
                    <a:pt x="4" y="306"/>
                  </a:moveTo>
                  <a:cubicBezTo>
                    <a:pt x="60271" y="121733"/>
                    <a:pt x="144091" y="290918"/>
                    <a:pt x="214156" y="432220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E90D68B9-CF11-E152-140E-77FCC1B15DA8}"/>
                </a:ext>
              </a:extLst>
            </p:cNvPr>
            <p:cNvSpPr/>
            <p:nvPr/>
          </p:nvSpPr>
          <p:spPr>
            <a:xfrm>
              <a:off x="1639289" y="5159350"/>
              <a:ext cx="75012" cy="104023"/>
            </a:xfrm>
            <a:custGeom>
              <a:avLst/>
              <a:gdLst>
                <a:gd name="connsiteX0" fmla="*/ 62152 w 75012"/>
                <a:gd name="connsiteY0" fmla="*/ 306 h 104023"/>
                <a:gd name="connsiteX1" fmla="*/ 75016 w 75012"/>
                <a:gd name="connsiteY1" fmla="*/ 104329 h 104023"/>
                <a:gd name="connsiteX2" fmla="*/ 4 w 75012"/>
                <a:gd name="connsiteY2" fmla="*/ 31058 h 104023"/>
                <a:gd name="connsiteX3" fmla="*/ 62152 w 75012"/>
                <a:gd name="connsiteY3" fmla="*/ 306 h 10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012" h="104023">
                  <a:moveTo>
                    <a:pt x="62152" y="306"/>
                  </a:moveTo>
                  <a:lnTo>
                    <a:pt x="75016" y="104329"/>
                  </a:lnTo>
                  <a:lnTo>
                    <a:pt x="4" y="31058"/>
                  </a:lnTo>
                  <a:lnTo>
                    <a:pt x="62152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B0B5D7AE-9681-5C8A-B361-720D080CF3EA}"/>
                </a:ext>
              </a:extLst>
            </p:cNvPr>
            <p:cNvSpPr txBox="1"/>
            <p:nvPr/>
          </p:nvSpPr>
          <p:spPr>
            <a:xfrm>
              <a:off x="1534786" y="4878490"/>
              <a:ext cx="400594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true</a:t>
              </a:r>
            </a:p>
          </p:txBody>
        </p:sp>
      </p:grpSp>
      <p:grpSp>
        <p:nvGrpSpPr>
          <p:cNvPr id="150" name="Graphic 93">
            <a:extLst>
              <a:ext uri="{FF2B5EF4-FFF2-40B4-BE49-F238E27FC236}">
                <a16:creationId xmlns:a16="http://schemas.microsoft.com/office/drawing/2014/main" id="{1D5E202E-EBCE-8971-CD38-94B5042309A4}"/>
              </a:ext>
            </a:extLst>
          </p:cNvPr>
          <p:cNvGrpSpPr/>
          <p:nvPr/>
        </p:nvGrpSpPr>
        <p:grpSpPr>
          <a:xfrm>
            <a:off x="828104" y="3253935"/>
            <a:ext cx="711720" cy="249649"/>
            <a:chOff x="778130" y="5317523"/>
            <a:chExt cx="711720" cy="249649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C4DE59A-BDD6-8A7A-0144-F39834C9EE2B}"/>
                </a:ext>
              </a:extLst>
            </p:cNvPr>
            <p:cNvSpPr/>
            <p:nvPr/>
          </p:nvSpPr>
          <p:spPr>
            <a:xfrm>
              <a:off x="778130" y="5367963"/>
              <a:ext cx="202573" cy="157346"/>
            </a:xfrm>
            <a:custGeom>
              <a:avLst/>
              <a:gdLst>
                <a:gd name="connsiteX0" fmla="*/ 4 w 202573"/>
                <a:gd name="connsiteY0" fmla="*/ 1618 h 157346"/>
                <a:gd name="connsiteX1" fmla="*/ 202577 w 202573"/>
                <a:gd name="connsiteY1" fmla="*/ 82602 h 157346"/>
                <a:gd name="connsiteX2" fmla="*/ 111830 w 202573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3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3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4CF71F5-222D-8BED-2BF1-21F66AFF070F}"/>
                </a:ext>
              </a:extLst>
            </p:cNvPr>
            <p:cNvSpPr/>
            <p:nvPr/>
          </p:nvSpPr>
          <p:spPr>
            <a:xfrm>
              <a:off x="793073" y="5490701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7DA43CF4-A450-1048-B8A3-7FD5C0CE2FA3}"/>
                </a:ext>
              </a:extLst>
            </p:cNvPr>
            <p:cNvSpPr txBox="1"/>
            <p:nvPr/>
          </p:nvSpPr>
          <p:spPr>
            <a:xfrm>
              <a:off x="921022" y="5317523"/>
              <a:ext cx="568828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¬wait2</a:t>
              </a:r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CB42541C-DE88-2724-960F-F2208A2442CF}"/>
              </a:ext>
            </a:extLst>
          </p:cNvPr>
          <p:cNvSpPr/>
          <p:nvPr/>
        </p:nvSpPr>
        <p:spPr>
          <a:xfrm>
            <a:off x="357742" y="4086750"/>
            <a:ext cx="534389" cy="355972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4"/>
                  <a:pt x="119631" y="306"/>
                  <a:pt x="267199" y="306"/>
                </a:cubicBezTo>
                <a:cubicBezTo>
                  <a:pt x="414766" y="306"/>
                  <a:pt x="534394" y="79994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5382486-36D2-E27F-9E06-AA8B66DFA725}"/>
              </a:ext>
            </a:extLst>
          </p:cNvPr>
          <p:cNvSpPr txBox="1"/>
          <p:nvPr/>
        </p:nvSpPr>
        <p:spPr>
          <a:xfrm>
            <a:off x="464224" y="4132000"/>
            <a:ext cx="321425" cy="249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"/>
                <a:cs typeface="Times"/>
                <a:sym typeface="Times"/>
                <a:rtl val="0"/>
              </a:rPr>
              <a:t>22</a:t>
            </a:r>
          </a:p>
        </p:txBody>
      </p:sp>
      <p:grpSp>
        <p:nvGrpSpPr>
          <p:cNvPr id="157" name="Graphic 93">
            <a:extLst>
              <a:ext uri="{FF2B5EF4-FFF2-40B4-BE49-F238E27FC236}">
                <a16:creationId xmlns:a16="http://schemas.microsoft.com/office/drawing/2014/main" id="{F23F6CD3-AEFF-4D86-FD4E-2430FF862896}"/>
              </a:ext>
            </a:extLst>
          </p:cNvPr>
          <p:cNvGrpSpPr/>
          <p:nvPr/>
        </p:nvGrpSpPr>
        <p:grpSpPr>
          <a:xfrm>
            <a:off x="577139" y="3566140"/>
            <a:ext cx="413063" cy="501624"/>
            <a:chOff x="527165" y="5629728"/>
            <a:chExt cx="413063" cy="501624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524C082-53A0-543B-1042-91E52A0BBF26}"/>
                </a:ext>
              </a:extLst>
            </p:cNvPr>
            <p:cNvSpPr/>
            <p:nvPr/>
          </p:nvSpPr>
          <p:spPr>
            <a:xfrm>
              <a:off x="543197" y="5629728"/>
              <a:ext cx="18703" cy="405709"/>
            </a:xfrm>
            <a:custGeom>
              <a:avLst/>
              <a:gdLst>
                <a:gd name="connsiteX0" fmla="*/ 4 w 18703"/>
                <a:gd name="connsiteY0" fmla="*/ 306 h 405709"/>
                <a:gd name="connsiteX1" fmla="*/ 18708 w 18703"/>
                <a:gd name="connsiteY1" fmla="*/ 406016 h 40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3" h="405709">
                  <a:moveTo>
                    <a:pt x="4" y="306"/>
                  </a:moveTo>
                  <a:cubicBezTo>
                    <a:pt x="5348" y="115899"/>
                    <a:pt x="12572" y="271834"/>
                    <a:pt x="18708" y="40601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F619BA8-8A29-292B-D5EB-503C0B478549}"/>
                </a:ext>
              </a:extLst>
            </p:cNvPr>
            <p:cNvSpPr/>
            <p:nvPr/>
          </p:nvSpPr>
          <p:spPr>
            <a:xfrm>
              <a:off x="527165" y="6030988"/>
              <a:ext cx="69173" cy="100364"/>
            </a:xfrm>
            <a:custGeom>
              <a:avLst/>
              <a:gdLst>
                <a:gd name="connsiteX0" fmla="*/ 69178 w 69173"/>
                <a:gd name="connsiteY0" fmla="*/ 306 h 100364"/>
                <a:gd name="connsiteX1" fmla="*/ 39193 w 69173"/>
                <a:gd name="connsiteY1" fmla="*/ 100671 h 100364"/>
                <a:gd name="connsiteX2" fmla="*/ 4 w 69173"/>
                <a:gd name="connsiteY2" fmla="*/ 3471 h 100364"/>
                <a:gd name="connsiteX3" fmla="*/ 69178 w 69173"/>
                <a:gd name="connsiteY3" fmla="*/ 306 h 10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173" h="100364">
                  <a:moveTo>
                    <a:pt x="69178" y="306"/>
                  </a:moveTo>
                  <a:lnTo>
                    <a:pt x="39193" y="100671"/>
                  </a:lnTo>
                  <a:lnTo>
                    <a:pt x="4" y="3471"/>
                  </a:lnTo>
                  <a:lnTo>
                    <a:pt x="69178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1DCBA4E-290F-4B51-57CC-A27C06F554C7}"/>
                </a:ext>
              </a:extLst>
            </p:cNvPr>
            <p:cNvSpPr txBox="1"/>
            <p:nvPr/>
          </p:nvSpPr>
          <p:spPr>
            <a:xfrm>
              <a:off x="462840" y="5756556"/>
              <a:ext cx="568828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¬wait2</a:t>
              </a:r>
            </a:p>
          </p:txBody>
        </p:sp>
      </p:grpSp>
      <p:grpSp>
        <p:nvGrpSpPr>
          <p:cNvPr id="161" name="Graphic 93">
            <a:extLst>
              <a:ext uri="{FF2B5EF4-FFF2-40B4-BE49-F238E27FC236}">
                <a16:creationId xmlns:a16="http://schemas.microsoft.com/office/drawing/2014/main" id="{D37BCAAC-EDC0-3597-BEC5-830EF795492A}"/>
              </a:ext>
            </a:extLst>
          </p:cNvPr>
          <p:cNvGrpSpPr/>
          <p:nvPr/>
        </p:nvGrpSpPr>
        <p:grpSpPr>
          <a:xfrm>
            <a:off x="2094805" y="3253935"/>
            <a:ext cx="720773" cy="249649"/>
            <a:chOff x="2044831" y="5317523"/>
            <a:chExt cx="720773" cy="249649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180F4FE-AAA2-6845-E990-5208D851977A}"/>
                </a:ext>
              </a:extLst>
            </p:cNvPr>
            <p:cNvSpPr/>
            <p:nvPr/>
          </p:nvSpPr>
          <p:spPr>
            <a:xfrm>
              <a:off x="2044831" y="5367963"/>
              <a:ext cx="202573" cy="157346"/>
            </a:xfrm>
            <a:custGeom>
              <a:avLst/>
              <a:gdLst>
                <a:gd name="connsiteX0" fmla="*/ 4 w 202573"/>
                <a:gd name="connsiteY0" fmla="*/ 1618 h 157346"/>
                <a:gd name="connsiteX1" fmla="*/ 202577 w 202573"/>
                <a:gd name="connsiteY1" fmla="*/ 82602 h 157346"/>
                <a:gd name="connsiteX2" fmla="*/ 111830 w 202573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3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3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2A9073D-5346-5834-B6C6-C373285951F6}"/>
                </a:ext>
              </a:extLst>
            </p:cNvPr>
            <p:cNvSpPr/>
            <p:nvPr/>
          </p:nvSpPr>
          <p:spPr>
            <a:xfrm>
              <a:off x="2059774" y="5490701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0A7A8F7-A0F7-B4AD-56A1-5F83F2B3FA57}"/>
                </a:ext>
              </a:extLst>
            </p:cNvPr>
            <p:cNvSpPr txBox="1"/>
            <p:nvPr/>
          </p:nvSpPr>
          <p:spPr>
            <a:xfrm>
              <a:off x="2196776" y="5317523"/>
              <a:ext cx="568828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¬wait1</a:t>
              </a:r>
            </a:p>
          </p:txBody>
        </p:sp>
      </p:grpSp>
      <p:grpSp>
        <p:nvGrpSpPr>
          <p:cNvPr id="165" name="Graphic 93">
            <a:extLst>
              <a:ext uri="{FF2B5EF4-FFF2-40B4-BE49-F238E27FC236}">
                <a16:creationId xmlns:a16="http://schemas.microsoft.com/office/drawing/2014/main" id="{9C2007B4-222C-B8F9-B437-CFEB8A2EB820}"/>
              </a:ext>
            </a:extLst>
          </p:cNvPr>
          <p:cNvGrpSpPr/>
          <p:nvPr/>
        </p:nvGrpSpPr>
        <p:grpSpPr>
          <a:xfrm>
            <a:off x="815041" y="3523226"/>
            <a:ext cx="914894" cy="598626"/>
            <a:chOff x="765067" y="5586814"/>
            <a:chExt cx="914894" cy="598626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7797E9B-5905-A4DB-7047-2F6D79618E20}"/>
                </a:ext>
              </a:extLst>
            </p:cNvPr>
            <p:cNvSpPr/>
            <p:nvPr/>
          </p:nvSpPr>
          <p:spPr>
            <a:xfrm>
              <a:off x="843939" y="5586814"/>
              <a:ext cx="777042" cy="543550"/>
            </a:xfrm>
            <a:custGeom>
              <a:avLst/>
              <a:gdLst>
                <a:gd name="connsiteX0" fmla="*/ 777046 w 777042"/>
                <a:gd name="connsiteY0" fmla="*/ 306 h 543550"/>
                <a:gd name="connsiteX1" fmla="*/ 4 w 777042"/>
                <a:gd name="connsiteY1" fmla="*/ 543856 h 54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7042" h="543550">
                  <a:moveTo>
                    <a:pt x="777046" y="306"/>
                  </a:moveTo>
                  <a:cubicBezTo>
                    <a:pt x="571999" y="143684"/>
                    <a:pt x="235729" y="378923"/>
                    <a:pt x="4" y="54385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3B8EB2C0-7E70-7F4B-5EF0-6630FA070995}"/>
                </a:ext>
              </a:extLst>
            </p:cNvPr>
            <p:cNvSpPr/>
            <p:nvPr/>
          </p:nvSpPr>
          <p:spPr>
            <a:xfrm>
              <a:off x="765067" y="6100402"/>
              <a:ext cx="100940" cy="85037"/>
            </a:xfrm>
            <a:custGeom>
              <a:avLst/>
              <a:gdLst>
                <a:gd name="connsiteX0" fmla="*/ 100944 w 100940"/>
                <a:gd name="connsiteY0" fmla="*/ 57064 h 85037"/>
                <a:gd name="connsiteX1" fmla="*/ 4 w 100940"/>
                <a:gd name="connsiteY1" fmla="*/ 85344 h 85037"/>
                <a:gd name="connsiteX2" fmla="*/ 61162 w 100940"/>
                <a:gd name="connsiteY2" fmla="*/ 306 h 85037"/>
                <a:gd name="connsiteX3" fmla="*/ 100944 w 100940"/>
                <a:gd name="connsiteY3" fmla="*/ 57064 h 8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940" h="85037">
                  <a:moveTo>
                    <a:pt x="100944" y="57064"/>
                  </a:moveTo>
                  <a:lnTo>
                    <a:pt x="4" y="85344"/>
                  </a:lnTo>
                  <a:lnTo>
                    <a:pt x="61162" y="306"/>
                  </a:lnTo>
                  <a:lnTo>
                    <a:pt x="100944" y="5706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E34AA49-F10B-78F9-CD4E-5B3D45CD908B}"/>
                </a:ext>
              </a:extLst>
            </p:cNvPr>
            <p:cNvSpPr txBox="1"/>
            <p:nvPr/>
          </p:nvSpPr>
          <p:spPr>
            <a:xfrm>
              <a:off x="1202574" y="5756556"/>
              <a:ext cx="568828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¬wait1</a:t>
              </a:r>
            </a:p>
          </p:txBody>
        </p:sp>
      </p:grpSp>
      <p:grpSp>
        <p:nvGrpSpPr>
          <p:cNvPr id="169" name="Graphic 93">
            <a:extLst>
              <a:ext uri="{FF2B5EF4-FFF2-40B4-BE49-F238E27FC236}">
                <a16:creationId xmlns:a16="http://schemas.microsoft.com/office/drawing/2014/main" id="{178F2794-89DE-98B0-A74F-0D0885F79DBC}"/>
              </a:ext>
            </a:extLst>
          </p:cNvPr>
          <p:cNvGrpSpPr/>
          <p:nvPr/>
        </p:nvGrpSpPr>
        <p:grpSpPr>
          <a:xfrm>
            <a:off x="867689" y="4129007"/>
            <a:ext cx="1251197" cy="253734"/>
            <a:chOff x="817715" y="6192595"/>
            <a:chExt cx="1251197" cy="253734"/>
          </a:xfrm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DCC63AA-831F-A894-9B84-98C6CC271349}"/>
                </a:ext>
              </a:extLst>
            </p:cNvPr>
            <p:cNvSpPr/>
            <p:nvPr/>
          </p:nvSpPr>
          <p:spPr>
            <a:xfrm>
              <a:off x="817715" y="6246028"/>
              <a:ext cx="202573" cy="157346"/>
            </a:xfrm>
            <a:custGeom>
              <a:avLst/>
              <a:gdLst>
                <a:gd name="connsiteX0" fmla="*/ 4 w 202573"/>
                <a:gd name="connsiteY0" fmla="*/ 1618 h 157346"/>
                <a:gd name="connsiteX1" fmla="*/ 202577 w 202573"/>
                <a:gd name="connsiteY1" fmla="*/ 82602 h 157346"/>
                <a:gd name="connsiteX2" fmla="*/ 111830 w 202573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3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3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BB92A09-0A2A-8B3E-86FE-A59BC591507D}"/>
                </a:ext>
              </a:extLst>
            </p:cNvPr>
            <p:cNvSpPr/>
            <p:nvPr/>
          </p:nvSpPr>
          <p:spPr>
            <a:xfrm>
              <a:off x="832658" y="6368766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4C80A19-782D-3F1C-3977-EA4E30DBC07D}"/>
                </a:ext>
              </a:extLst>
            </p:cNvPr>
            <p:cNvSpPr txBox="1"/>
            <p:nvPr/>
          </p:nvSpPr>
          <p:spPr>
            <a:xfrm>
              <a:off x="953247" y="6192595"/>
              <a:ext cx="111566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¬wait1 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¬wait2</a:t>
              </a:r>
            </a:p>
          </p:txBody>
        </p: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A2737DAB-9BD9-8AC2-4CCD-6186D3DDA3FA}"/>
              </a:ext>
            </a:extLst>
          </p:cNvPr>
          <p:cNvSpPr txBox="1"/>
          <p:nvPr/>
        </p:nvSpPr>
        <p:spPr>
          <a:xfrm>
            <a:off x="5458636" y="3698655"/>
            <a:ext cx="321425" cy="249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"/>
                <a:cs typeface="Times"/>
                <a:sym typeface="Times"/>
                <a:rtl val="0"/>
              </a:rPr>
              <a:t>33</a:t>
            </a:r>
          </a:p>
        </p:txBody>
      </p:sp>
      <p:grpSp>
        <p:nvGrpSpPr>
          <p:cNvPr id="176" name="Graphic 93">
            <a:extLst>
              <a:ext uri="{FF2B5EF4-FFF2-40B4-BE49-F238E27FC236}">
                <a16:creationId xmlns:a16="http://schemas.microsoft.com/office/drawing/2014/main" id="{13C38711-9755-C9F6-6B63-165C3A340BB6}"/>
              </a:ext>
            </a:extLst>
          </p:cNvPr>
          <p:cNvGrpSpPr/>
          <p:nvPr/>
        </p:nvGrpSpPr>
        <p:grpSpPr>
          <a:xfrm rot="19524544">
            <a:off x="5792199" y="3297526"/>
            <a:ext cx="1001740" cy="442598"/>
            <a:chOff x="6478286" y="4489898"/>
            <a:chExt cx="1001740" cy="442598"/>
          </a:xfrm>
        </p:grpSpPr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F5E74FE-6C59-3797-6629-9436BAEBAD32}"/>
                </a:ext>
              </a:extLst>
            </p:cNvPr>
            <p:cNvSpPr/>
            <p:nvPr/>
          </p:nvSpPr>
          <p:spPr>
            <a:xfrm>
              <a:off x="6478286" y="4489898"/>
              <a:ext cx="202572" cy="157346"/>
            </a:xfrm>
            <a:custGeom>
              <a:avLst/>
              <a:gdLst>
                <a:gd name="connsiteX0" fmla="*/ 4 w 202572"/>
                <a:gd name="connsiteY0" fmla="*/ 1618 h 157346"/>
                <a:gd name="connsiteX1" fmla="*/ 202577 w 202572"/>
                <a:gd name="connsiteY1" fmla="*/ 82602 h 157346"/>
                <a:gd name="connsiteX2" fmla="*/ 111830 w 202572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2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2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51B663DA-9230-F09A-AD3B-52BC597055D1}"/>
                </a:ext>
              </a:extLst>
            </p:cNvPr>
            <p:cNvSpPr/>
            <p:nvPr/>
          </p:nvSpPr>
          <p:spPr>
            <a:xfrm>
              <a:off x="6493229" y="4612636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C6DC588-A5C6-84F1-3072-8C96A8CB7613}"/>
                </a:ext>
              </a:extLst>
            </p:cNvPr>
            <p:cNvSpPr txBox="1"/>
            <p:nvPr/>
          </p:nvSpPr>
          <p:spPr>
            <a:xfrm rot="2075456">
              <a:off x="6621660" y="4678762"/>
              <a:ext cx="858366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91F736D1-2E0D-9E68-4EA9-E341ADAE1591}"/>
              </a:ext>
            </a:extLst>
          </p:cNvPr>
          <p:cNvSpPr/>
          <p:nvPr/>
        </p:nvSpPr>
        <p:spPr>
          <a:xfrm>
            <a:off x="3026569" y="4531469"/>
            <a:ext cx="534389" cy="355972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3"/>
                  <a:pt x="119631" y="306"/>
                  <a:pt x="267199" y="306"/>
                </a:cubicBezTo>
                <a:cubicBezTo>
                  <a:pt x="414766" y="306"/>
                  <a:pt x="534394" y="79993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0BBC463-0689-D2F9-7EB9-602671C14D67}"/>
              </a:ext>
            </a:extLst>
          </p:cNvPr>
          <p:cNvSpPr txBox="1"/>
          <p:nvPr/>
        </p:nvSpPr>
        <p:spPr>
          <a:xfrm>
            <a:off x="3133051" y="4576720"/>
            <a:ext cx="321425" cy="249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"/>
                <a:cs typeface="Times"/>
                <a:sym typeface="Times"/>
                <a:rtl val="0"/>
              </a:rPr>
              <a:t>43</a:t>
            </a:r>
          </a:p>
        </p:txBody>
      </p:sp>
      <p:grpSp>
        <p:nvGrpSpPr>
          <p:cNvPr id="183" name="Graphic 93">
            <a:extLst>
              <a:ext uri="{FF2B5EF4-FFF2-40B4-BE49-F238E27FC236}">
                <a16:creationId xmlns:a16="http://schemas.microsoft.com/office/drawing/2014/main" id="{66FCEF55-1CC3-03F0-AD6C-4FD5F09DFC1F}"/>
              </a:ext>
            </a:extLst>
          </p:cNvPr>
          <p:cNvGrpSpPr/>
          <p:nvPr/>
        </p:nvGrpSpPr>
        <p:grpSpPr>
          <a:xfrm>
            <a:off x="3174615" y="3838905"/>
            <a:ext cx="2173976" cy="679116"/>
            <a:chOff x="3790801" y="4579708"/>
            <a:chExt cx="2173976" cy="679116"/>
          </a:xfrm>
        </p:grpSpPr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8D8866D-2B8A-5CA7-C46C-ACDA6AFCD2F1}"/>
                </a:ext>
              </a:extLst>
            </p:cNvPr>
            <p:cNvSpPr/>
            <p:nvPr/>
          </p:nvSpPr>
          <p:spPr>
            <a:xfrm>
              <a:off x="3822363" y="4579708"/>
              <a:ext cx="2142414" cy="583399"/>
            </a:xfrm>
            <a:custGeom>
              <a:avLst/>
              <a:gdLst>
                <a:gd name="connsiteX0" fmla="*/ 2142418 w 2142414"/>
                <a:gd name="connsiteY0" fmla="*/ 306 h 583399"/>
                <a:gd name="connsiteX1" fmla="*/ 59783 w 2142414"/>
                <a:gd name="connsiteY1" fmla="*/ 348764 h 583399"/>
                <a:gd name="connsiteX2" fmla="*/ 2682 w 2142414"/>
                <a:gd name="connsiteY2" fmla="*/ 583706 h 58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2414" h="583399">
                  <a:moveTo>
                    <a:pt x="2142418" y="306"/>
                  </a:moveTo>
                  <a:cubicBezTo>
                    <a:pt x="1582298" y="1790"/>
                    <a:pt x="326285" y="40353"/>
                    <a:pt x="59783" y="348764"/>
                  </a:cubicBezTo>
                  <a:cubicBezTo>
                    <a:pt x="4464" y="412740"/>
                    <a:pt x="-5927" y="499657"/>
                    <a:pt x="2682" y="5837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E570CA3-5BF5-1817-7BE6-6626194D9FF9}"/>
                </a:ext>
              </a:extLst>
            </p:cNvPr>
            <p:cNvSpPr/>
            <p:nvPr/>
          </p:nvSpPr>
          <p:spPr>
            <a:xfrm>
              <a:off x="3790801" y="5155197"/>
              <a:ext cx="67986" cy="103627"/>
            </a:xfrm>
            <a:custGeom>
              <a:avLst/>
              <a:gdLst>
                <a:gd name="connsiteX0" fmla="*/ 67990 w 67986"/>
                <a:gd name="connsiteY0" fmla="*/ 306 h 103627"/>
                <a:gd name="connsiteX1" fmla="*/ 52750 w 67986"/>
                <a:gd name="connsiteY1" fmla="*/ 103934 h 103627"/>
                <a:gd name="connsiteX2" fmla="*/ 4 w 67986"/>
                <a:gd name="connsiteY2" fmla="*/ 13359 h 103627"/>
                <a:gd name="connsiteX3" fmla="*/ 67990 w 67986"/>
                <a:gd name="connsiteY3" fmla="*/ 306 h 103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986" h="103627">
                  <a:moveTo>
                    <a:pt x="67990" y="306"/>
                  </a:moveTo>
                  <a:lnTo>
                    <a:pt x="52750" y="103934"/>
                  </a:lnTo>
                  <a:lnTo>
                    <a:pt x="4" y="13359"/>
                  </a:lnTo>
                  <a:lnTo>
                    <a:pt x="67990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72604F99-C13A-D1DB-BE66-1A14261D4657}"/>
                </a:ext>
              </a:extLst>
            </p:cNvPr>
            <p:cNvSpPr txBox="1"/>
            <p:nvPr/>
          </p:nvSpPr>
          <p:spPr>
            <a:xfrm>
              <a:off x="3788437" y="4875497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D7F414EB-2388-8505-135A-4D13E9069772}"/>
              </a:ext>
            </a:extLst>
          </p:cNvPr>
          <p:cNvSpPr/>
          <p:nvPr/>
        </p:nvSpPr>
        <p:spPr>
          <a:xfrm>
            <a:off x="4481297" y="6287600"/>
            <a:ext cx="534389" cy="355972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4"/>
                  <a:pt x="119631" y="306"/>
                  <a:pt x="267199" y="306"/>
                </a:cubicBezTo>
                <a:cubicBezTo>
                  <a:pt x="414766" y="306"/>
                  <a:pt x="534394" y="79994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0000F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10C5F26-F87A-E8C0-971C-8C5533384CAD}"/>
              </a:ext>
            </a:extLst>
          </p:cNvPr>
          <p:cNvSpPr txBox="1"/>
          <p:nvPr/>
        </p:nvSpPr>
        <p:spPr>
          <a:xfrm>
            <a:off x="4587779" y="6332851"/>
            <a:ext cx="321425" cy="249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"/>
                <a:cs typeface="Times"/>
                <a:sym typeface="Times"/>
                <a:rtl val="0"/>
              </a:rPr>
              <a:t>34</a:t>
            </a:r>
          </a:p>
        </p:txBody>
      </p:sp>
      <p:grpSp>
        <p:nvGrpSpPr>
          <p:cNvPr id="190" name="Graphic 93">
            <a:extLst>
              <a:ext uri="{FF2B5EF4-FFF2-40B4-BE49-F238E27FC236}">
                <a16:creationId xmlns:a16="http://schemas.microsoft.com/office/drawing/2014/main" id="{71B38919-1389-241B-1EC7-F246D42DD0FC}"/>
              </a:ext>
            </a:extLst>
          </p:cNvPr>
          <p:cNvGrpSpPr/>
          <p:nvPr/>
        </p:nvGrpSpPr>
        <p:grpSpPr>
          <a:xfrm>
            <a:off x="5027067" y="3901200"/>
            <a:ext cx="2507166" cy="2537094"/>
            <a:chOff x="5643253" y="4642003"/>
            <a:chExt cx="2507166" cy="2537094"/>
          </a:xfrm>
        </p:grpSpPr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4EF9133-15F1-C18B-62FE-77370947400A}"/>
                </a:ext>
              </a:extLst>
            </p:cNvPr>
            <p:cNvSpPr/>
            <p:nvPr/>
          </p:nvSpPr>
          <p:spPr>
            <a:xfrm>
              <a:off x="5740235" y="4642003"/>
              <a:ext cx="1772101" cy="2503178"/>
            </a:xfrm>
            <a:custGeom>
              <a:avLst/>
              <a:gdLst>
                <a:gd name="connsiteX0" fmla="*/ 746665 w 1772101"/>
                <a:gd name="connsiteY0" fmla="*/ 306 h 2503178"/>
                <a:gd name="connsiteX1" fmla="*/ 1722421 w 1772101"/>
                <a:gd name="connsiteY1" fmla="*/ 630575 h 2503178"/>
                <a:gd name="connsiteX2" fmla="*/ 1722421 w 1772101"/>
                <a:gd name="connsiteY2" fmla="*/ 986548 h 2503178"/>
                <a:gd name="connsiteX3" fmla="*/ 782291 w 1772101"/>
                <a:gd name="connsiteY3" fmla="*/ 2208720 h 2503178"/>
                <a:gd name="connsiteX4" fmla="*/ 4 w 1772101"/>
                <a:gd name="connsiteY4" fmla="*/ 2503485 h 250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2101" h="2503178">
                  <a:moveTo>
                    <a:pt x="746665" y="306"/>
                  </a:moveTo>
                  <a:cubicBezTo>
                    <a:pt x="1040381" y="85344"/>
                    <a:pt x="1512623" y="272032"/>
                    <a:pt x="1722421" y="630575"/>
                  </a:cubicBezTo>
                  <a:cubicBezTo>
                    <a:pt x="1802382" y="767130"/>
                    <a:pt x="1773386" y="836743"/>
                    <a:pt x="1722421" y="986548"/>
                  </a:cubicBezTo>
                  <a:cubicBezTo>
                    <a:pt x="1501738" y="1635209"/>
                    <a:pt x="1346963" y="1820116"/>
                    <a:pt x="782291" y="2208720"/>
                  </a:cubicBezTo>
                  <a:cubicBezTo>
                    <a:pt x="549139" y="2369105"/>
                    <a:pt x="240182" y="2456615"/>
                    <a:pt x="4" y="2503485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C9E3A703-B34B-8BFB-81B4-DD99E7AF3E47}"/>
                </a:ext>
              </a:extLst>
            </p:cNvPr>
            <p:cNvSpPr/>
            <p:nvPr/>
          </p:nvSpPr>
          <p:spPr>
            <a:xfrm>
              <a:off x="5643253" y="7110969"/>
              <a:ext cx="103512" cy="68129"/>
            </a:xfrm>
            <a:custGeom>
              <a:avLst/>
              <a:gdLst>
                <a:gd name="connsiteX0" fmla="*/ 103517 w 103512"/>
                <a:gd name="connsiteY0" fmla="*/ 68436 h 68129"/>
                <a:gd name="connsiteX1" fmla="*/ 4 w 103512"/>
                <a:gd name="connsiteY1" fmla="*/ 51725 h 68129"/>
                <a:gd name="connsiteX2" fmla="*/ 91345 w 103512"/>
                <a:gd name="connsiteY2" fmla="*/ 306 h 68129"/>
                <a:gd name="connsiteX3" fmla="*/ 103517 w 103512"/>
                <a:gd name="connsiteY3" fmla="*/ 68436 h 6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512" h="68129">
                  <a:moveTo>
                    <a:pt x="103517" y="68436"/>
                  </a:moveTo>
                  <a:lnTo>
                    <a:pt x="4" y="51725"/>
                  </a:lnTo>
                  <a:lnTo>
                    <a:pt x="91345" y="306"/>
                  </a:lnTo>
                  <a:lnTo>
                    <a:pt x="103517" y="6843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F4B583AC-D5FB-EFC5-849B-5077242DE05A}"/>
                </a:ext>
              </a:extLst>
            </p:cNvPr>
            <p:cNvSpPr txBox="1"/>
            <p:nvPr/>
          </p:nvSpPr>
          <p:spPr>
            <a:xfrm>
              <a:off x="7304325" y="5753562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194" name="Graphic 93">
            <a:extLst>
              <a:ext uri="{FF2B5EF4-FFF2-40B4-BE49-F238E27FC236}">
                <a16:creationId xmlns:a16="http://schemas.microsoft.com/office/drawing/2014/main" id="{12EF772A-0E57-8B1A-B682-5522C0DE9B42}"/>
              </a:ext>
            </a:extLst>
          </p:cNvPr>
          <p:cNvGrpSpPr/>
          <p:nvPr/>
        </p:nvGrpSpPr>
        <p:grpSpPr>
          <a:xfrm>
            <a:off x="4491193" y="5409535"/>
            <a:ext cx="534389" cy="355972"/>
            <a:chOff x="5107379" y="6150338"/>
            <a:chExt cx="534389" cy="355972"/>
          </a:xfrm>
        </p:grpSpPr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4F4BDCC-E68F-006E-E2C9-FF4D943AA87F}"/>
                </a:ext>
              </a:extLst>
            </p:cNvPr>
            <p:cNvSpPr/>
            <p:nvPr/>
          </p:nvSpPr>
          <p:spPr>
            <a:xfrm>
              <a:off x="5107379" y="6150338"/>
              <a:ext cx="534389" cy="355972"/>
            </a:xfrm>
            <a:custGeom>
              <a:avLst/>
              <a:gdLst>
                <a:gd name="connsiteX0" fmla="*/ 534394 w 534389"/>
                <a:gd name="connsiteY0" fmla="*/ 178293 h 355972"/>
                <a:gd name="connsiteX1" fmla="*/ 267199 w 534389"/>
                <a:gd name="connsiteY1" fmla="*/ 356279 h 355972"/>
                <a:gd name="connsiteX2" fmla="*/ 4 w 534389"/>
                <a:gd name="connsiteY2" fmla="*/ 178293 h 355972"/>
                <a:gd name="connsiteX3" fmla="*/ 267199 w 534389"/>
                <a:gd name="connsiteY3" fmla="*/ 306 h 355972"/>
                <a:gd name="connsiteX4" fmla="*/ 534394 w 534389"/>
                <a:gd name="connsiteY4" fmla="*/ 178293 h 355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89" h="355972">
                  <a:moveTo>
                    <a:pt x="534394" y="178293"/>
                  </a:moveTo>
                  <a:cubicBezTo>
                    <a:pt x="534394" y="276592"/>
                    <a:pt x="414766" y="356279"/>
                    <a:pt x="267199" y="356279"/>
                  </a:cubicBezTo>
                  <a:cubicBezTo>
                    <a:pt x="119631" y="356279"/>
                    <a:pt x="4" y="276592"/>
                    <a:pt x="4" y="178293"/>
                  </a:cubicBezTo>
                  <a:cubicBezTo>
                    <a:pt x="4" y="79994"/>
                    <a:pt x="119631" y="306"/>
                    <a:pt x="267199" y="306"/>
                  </a:cubicBezTo>
                  <a:cubicBezTo>
                    <a:pt x="414766" y="306"/>
                    <a:pt x="534394" y="79994"/>
                    <a:pt x="534394" y="178293"/>
                  </a:cubicBezTo>
                  <a:close/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9A94C5B-78AD-EE54-D610-D3658D3C3D4E}"/>
                </a:ext>
              </a:extLst>
            </p:cNvPr>
            <p:cNvSpPr txBox="1"/>
            <p:nvPr/>
          </p:nvSpPr>
          <p:spPr>
            <a:xfrm>
              <a:off x="5213861" y="6195588"/>
              <a:ext cx="321425" cy="2496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44</a:t>
              </a:r>
            </a:p>
          </p:txBody>
        </p:sp>
      </p:grpSp>
      <p:grpSp>
        <p:nvGrpSpPr>
          <p:cNvPr id="197" name="Graphic 93">
            <a:extLst>
              <a:ext uri="{FF2B5EF4-FFF2-40B4-BE49-F238E27FC236}">
                <a16:creationId xmlns:a16="http://schemas.microsoft.com/office/drawing/2014/main" id="{15126D83-40CA-7E81-93A1-822402D4703A}"/>
              </a:ext>
            </a:extLst>
          </p:cNvPr>
          <p:cNvGrpSpPr/>
          <p:nvPr/>
        </p:nvGrpSpPr>
        <p:grpSpPr>
          <a:xfrm>
            <a:off x="5019645" y="3995533"/>
            <a:ext cx="1794152" cy="1511992"/>
            <a:chOff x="5635831" y="4736336"/>
            <a:chExt cx="1794152" cy="1511992"/>
          </a:xfrm>
        </p:grpSpPr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056CA52-23D8-D3BD-C307-72CBAE5A0708}"/>
                </a:ext>
              </a:extLst>
            </p:cNvPr>
            <p:cNvSpPr/>
            <p:nvPr/>
          </p:nvSpPr>
          <p:spPr>
            <a:xfrm>
              <a:off x="5726281" y="4736336"/>
              <a:ext cx="877002" cy="1480350"/>
            </a:xfrm>
            <a:custGeom>
              <a:avLst/>
              <a:gdLst>
                <a:gd name="connsiteX0" fmla="*/ 626329 w 877002"/>
                <a:gd name="connsiteY0" fmla="*/ 306 h 1480350"/>
                <a:gd name="connsiteX1" fmla="*/ 816037 w 877002"/>
                <a:gd name="connsiteY1" fmla="*/ 892215 h 1480350"/>
                <a:gd name="connsiteX2" fmla="*/ 4 w 877002"/>
                <a:gd name="connsiteY2" fmla="*/ 1480657 h 1480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7002" h="1480350">
                  <a:moveTo>
                    <a:pt x="626329" y="306"/>
                  </a:moveTo>
                  <a:cubicBezTo>
                    <a:pt x="771900" y="212505"/>
                    <a:pt x="982094" y="601208"/>
                    <a:pt x="816037" y="892215"/>
                  </a:cubicBezTo>
                  <a:cubicBezTo>
                    <a:pt x="642460" y="1196374"/>
                    <a:pt x="276304" y="1380095"/>
                    <a:pt x="4" y="1480657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1510EA5-8FF3-DFA0-2A5D-0E91C8A4A3C5}"/>
                </a:ext>
              </a:extLst>
            </p:cNvPr>
            <p:cNvSpPr/>
            <p:nvPr/>
          </p:nvSpPr>
          <p:spPr>
            <a:xfrm>
              <a:off x="5635831" y="6182771"/>
              <a:ext cx="104898" cy="65558"/>
            </a:xfrm>
            <a:custGeom>
              <a:avLst/>
              <a:gdLst>
                <a:gd name="connsiteX0" fmla="*/ 104902 w 104898"/>
                <a:gd name="connsiteY0" fmla="*/ 65865 h 65558"/>
                <a:gd name="connsiteX1" fmla="*/ 4 w 104898"/>
                <a:gd name="connsiteY1" fmla="*/ 65074 h 65558"/>
                <a:gd name="connsiteX2" fmla="*/ 82438 w 104898"/>
                <a:gd name="connsiteY2" fmla="*/ 306 h 65558"/>
                <a:gd name="connsiteX3" fmla="*/ 104902 w 104898"/>
                <a:gd name="connsiteY3" fmla="*/ 65865 h 65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898" h="65558">
                  <a:moveTo>
                    <a:pt x="104902" y="65865"/>
                  </a:moveTo>
                  <a:lnTo>
                    <a:pt x="4" y="65074"/>
                  </a:lnTo>
                  <a:lnTo>
                    <a:pt x="82438" y="306"/>
                  </a:lnTo>
                  <a:lnTo>
                    <a:pt x="104902" y="65865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04BC84E0-B0FD-B6C0-52A0-28653BDF29BB}"/>
                </a:ext>
              </a:extLst>
            </p:cNvPr>
            <p:cNvSpPr txBox="1"/>
            <p:nvPr/>
          </p:nvSpPr>
          <p:spPr>
            <a:xfrm>
              <a:off x="6504719" y="5314530"/>
              <a:ext cx="1016704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201" name="Graphic 93">
            <a:extLst>
              <a:ext uri="{FF2B5EF4-FFF2-40B4-BE49-F238E27FC236}">
                <a16:creationId xmlns:a16="http://schemas.microsoft.com/office/drawing/2014/main" id="{2573C58D-6FA8-7C07-B731-7A64E4441538}"/>
              </a:ext>
            </a:extLst>
          </p:cNvPr>
          <p:cNvGrpSpPr/>
          <p:nvPr/>
        </p:nvGrpSpPr>
        <p:grpSpPr>
          <a:xfrm>
            <a:off x="3519692" y="3865405"/>
            <a:ext cx="1824346" cy="745564"/>
            <a:chOff x="4135878" y="4606208"/>
            <a:chExt cx="1824346" cy="745564"/>
          </a:xfrm>
        </p:grpSpPr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EA32FD46-2CAB-4FB7-5C54-E34923E13F71}"/>
                </a:ext>
              </a:extLst>
            </p:cNvPr>
            <p:cNvSpPr/>
            <p:nvPr/>
          </p:nvSpPr>
          <p:spPr>
            <a:xfrm>
              <a:off x="4135878" y="4640026"/>
              <a:ext cx="1728057" cy="711747"/>
            </a:xfrm>
            <a:custGeom>
              <a:avLst/>
              <a:gdLst>
                <a:gd name="connsiteX0" fmla="*/ 4 w 1728057"/>
                <a:gd name="connsiteY0" fmla="*/ 712054 h 711747"/>
                <a:gd name="connsiteX1" fmla="*/ 536076 w 1728057"/>
                <a:gd name="connsiteY1" fmla="*/ 454567 h 711747"/>
                <a:gd name="connsiteX2" fmla="*/ 765567 w 1728057"/>
                <a:gd name="connsiteY2" fmla="*/ 288446 h 711747"/>
                <a:gd name="connsiteX3" fmla="*/ 1728062 w 1728057"/>
                <a:gd name="connsiteY3" fmla="*/ 306 h 711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8057" h="711747">
                  <a:moveTo>
                    <a:pt x="4" y="712054"/>
                  </a:moveTo>
                  <a:cubicBezTo>
                    <a:pt x="154878" y="647979"/>
                    <a:pt x="362696" y="555327"/>
                    <a:pt x="536076" y="454567"/>
                  </a:cubicBezTo>
                  <a:cubicBezTo>
                    <a:pt x="644933" y="391283"/>
                    <a:pt x="651663" y="342139"/>
                    <a:pt x="765567" y="288446"/>
                  </a:cubicBezTo>
                  <a:cubicBezTo>
                    <a:pt x="1074226" y="143091"/>
                    <a:pt x="1453049" y="52219"/>
                    <a:pt x="1728062" y="3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4BBE4F2F-30FE-77FA-424B-A3A7BE5A7DA5}"/>
                </a:ext>
              </a:extLst>
            </p:cNvPr>
            <p:cNvSpPr/>
            <p:nvPr/>
          </p:nvSpPr>
          <p:spPr>
            <a:xfrm>
              <a:off x="5856711" y="4606208"/>
              <a:ext cx="103513" cy="68129"/>
            </a:xfrm>
            <a:custGeom>
              <a:avLst/>
              <a:gdLst>
                <a:gd name="connsiteX0" fmla="*/ 4 w 103513"/>
                <a:gd name="connsiteY0" fmla="*/ 306 h 68129"/>
                <a:gd name="connsiteX1" fmla="*/ 103517 w 103513"/>
                <a:gd name="connsiteY1" fmla="*/ 16918 h 68129"/>
                <a:gd name="connsiteX2" fmla="*/ 12177 w 103513"/>
                <a:gd name="connsiteY2" fmla="*/ 68435 h 68129"/>
                <a:gd name="connsiteX3" fmla="*/ 4 w 103513"/>
                <a:gd name="connsiteY3" fmla="*/ 306 h 6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513" h="68129">
                  <a:moveTo>
                    <a:pt x="4" y="306"/>
                  </a:moveTo>
                  <a:lnTo>
                    <a:pt x="103517" y="16918"/>
                  </a:lnTo>
                  <a:lnTo>
                    <a:pt x="12177" y="68435"/>
                  </a:lnTo>
                  <a:lnTo>
                    <a:pt x="4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1C2BF3F4-1D42-B493-B024-2DD6483A3C0E}"/>
                </a:ext>
              </a:extLst>
            </p:cNvPr>
            <p:cNvSpPr txBox="1"/>
            <p:nvPr/>
          </p:nvSpPr>
          <p:spPr>
            <a:xfrm>
              <a:off x="4812684" y="4875497"/>
              <a:ext cx="858366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grpSp>
        <p:nvGrpSpPr>
          <p:cNvPr id="205" name="Graphic 93">
            <a:extLst>
              <a:ext uri="{FF2B5EF4-FFF2-40B4-BE49-F238E27FC236}">
                <a16:creationId xmlns:a16="http://schemas.microsoft.com/office/drawing/2014/main" id="{D3266F10-9249-7EA6-BB6F-1BAEF5DB1EE1}"/>
              </a:ext>
            </a:extLst>
          </p:cNvPr>
          <p:cNvGrpSpPr/>
          <p:nvPr/>
        </p:nvGrpSpPr>
        <p:grpSpPr>
          <a:xfrm>
            <a:off x="3536516" y="4619447"/>
            <a:ext cx="955062" cy="199569"/>
            <a:chOff x="4152702" y="5360250"/>
            <a:chExt cx="955062" cy="199569"/>
          </a:xfrm>
        </p:grpSpPr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7F35398-46FA-25A9-864D-34000156E81F}"/>
                </a:ext>
              </a:extLst>
            </p:cNvPr>
            <p:cNvSpPr/>
            <p:nvPr/>
          </p:nvSpPr>
          <p:spPr>
            <a:xfrm>
              <a:off x="4152702" y="5367963"/>
              <a:ext cx="202573" cy="157346"/>
            </a:xfrm>
            <a:custGeom>
              <a:avLst/>
              <a:gdLst>
                <a:gd name="connsiteX0" fmla="*/ 4 w 202573"/>
                <a:gd name="connsiteY0" fmla="*/ 1618 h 157346"/>
                <a:gd name="connsiteX1" fmla="*/ 202577 w 202573"/>
                <a:gd name="connsiteY1" fmla="*/ 82602 h 157346"/>
                <a:gd name="connsiteX2" fmla="*/ 111830 w 202573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3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3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56A08BEE-45E6-2C6F-431F-A530025C2A4C}"/>
                </a:ext>
              </a:extLst>
            </p:cNvPr>
            <p:cNvSpPr/>
            <p:nvPr/>
          </p:nvSpPr>
          <p:spPr>
            <a:xfrm>
              <a:off x="4167645" y="5490701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CD40B37D-E883-A66F-9FB2-75497BE92921}"/>
                </a:ext>
              </a:extLst>
            </p:cNvPr>
            <p:cNvSpPr txBox="1"/>
            <p:nvPr/>
          </p:nvSpPr>
          <p:spPr>
            <a:xfrm>
              <a:off x="4261669" y="5314530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grpSp>
        <p:nvGrpSpPr>
          <p:cNvPr id="209" name="Graphic 93">
            <a:extLst>
              <a:ext uri="{FF2B5EF4-FFF2-40B4-BE49-F238E27FC236}">
                <a16:creationId xmlns:a16="http://schemas.microsoft.com/office/drawing/2014/main" id="{87A3BE0D-27C5-3927-47BE-6B78C92DADCC}"/>
              </a:ext>
            </a:extLst>
          </p:cNvPr>
          <p:cNvGrpSpPr/>
          <p:nvPr/>
        </p:nvGrpSpPr>
        <p:grpSpPr>
          <a:xfrm>
            <a:off x="1935381" y="4790538"/>
            <a:ext cx="2533842" cy="1665654"/>
            <a:chOff x="2551567" y="5531341"/>
            <a:chExt cx="2533842" cy="1665654"/>
          </a:xfrm>
        </p:grpSpPr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DD36B19-5679-B96C-8B09-7BC500EF7C6E}"/>
                </a:ext>
              </a:extLst>
            </p:cNvPr>
            <p:cNvSpPr/>
            <p:nvPr/>
          </p:nvSpPr>
          <p:spPr>
            <a:xfrm>
              <a:off x="2551567" y="5531341"/>
              <a:ext cx="2436761" cy="1631342"/>
            </a:xfrm>
            <a:custGeom>
              <a:avLst/>
              <a:gdLst>
                <a:gd name="connsiteX0" fmla="*/ 1116131 w 2436761"/>
                <a:gd name="connsiteY0" fmla="*/ 306 h 1631342"/>
                <a:gd name="connsiteX1" fmla="*/ 63878 w 2436761"/>
                <a:gd name="connsiteY1" fmla="*/ 975275 h 1631342"/>
                <a:gd name="connsiteX2" fmla="*/ 2436766 w 2436761"/>
                <a:gd name="connsiteY2" fmla="*/ 1631649 h 163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6761" h="1631342">
                  <a:moveTo>
                    <a:pt x="1116131" y="306"/>
                  </a:moveTo>
                  <a:cubicBezTo>
                    <a:pt x="661108" y="146947"/>
                    <a:pt x="-248245" y="508061"/>
                    <a:pt x="63878" y="975275"/>
                  </a:cubicBezTo>
                  <a:cubicBezTo>
                    <a:pt x="326719" y="1368625"/>
                    <a:pt x="1746909" y="1560553"/>
                    <a:pt x="2436766" y="1631649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7A13F5F-A8F5-D001-4952-C0C3F91A6E84}"/>
                </a:ext>
              </a:extLst>
            </p:cNvPr>
            <p:cNvSpPr/>
            <p:nvPr/>
          </p:nvSpPr>
          <p:spPr>
            <a:xfrm>
              <a:off x="4983480" y="7128075"/>
              <a:ext cx="101929" cy="68920"/>
            </a:xfrm>
            <a:custGeom>
              <a:avLst/>
              <a:gdLst>
                <a:gd name="connsiteX0" fmla="*/ 6832 w 101929"/>
                <a:gd name="connsiteY0" fmla="*/ 306 h 68920"/>
                <a:gd name="connsiteX1" fmla="*/ 101934 w 101929"/>
                <a:gd name="connsiteY1" fmla="*/ 44605 h 68920"/>
                <a:gd name="connsiteX2" fmla="*/ 4 w 101929"/>
                <a:gd name="connsiteY2" fmla="*/ 69227 h 68920"/>
                <a:gd name="connsiteX3" fmla="*/ 6832 w 101929"/>
                <a:gd name="connsiteY3" fmla="*/ 306 h 6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929" h="68920">
                  <a:moveTo>
                    <a:pt x="6832" y="306"/>
                  </a:moveTo>
                  <a:lnTo>
                    <a:pt x="101934" y="44605"/>
                  </a:lnTo>
                  <a:lnTo>
                    <a:pt x="4" y="69227"/>
                  </a:lnTo>
                  <a:lnTo>
                    <a:pt x="6832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D7BEF116-0CD0-586B-D00C-98BFD9A22940}"/>
                </a:ext>
              </a:extLst>
            </p:cNvPr>
            <p:cNvSpPr txBox="1"/>
            <p:nvPr/>
          </p:nvSpPr>
          <p:spPr>
            <a:xfrm>
              <a:off x="2521735" y="6192595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213" name="Graphic 93">
            <a:extLst>
              <a:ext uri="{FF2B5EF4-FFF2-40B4-BE49-F238E27FC236}">
                <a16:creationId xmlns:a16="http://schemas.microsoft.com/office/drawing/2014/main" id="{B238C6A7-09ED-25CE-B613-028E9697F724}"/>
              </a:ext>
            </a:extLst>
          </p:cNvPr>
          <p:cNvGrpSpPr/>
          <p:nvPr/>
        </p:nvGrpSpPr>
        <p:grpSpPr>
          <a:xfrm>
            <a:off x="3519791" y="4807743"/>
            <a:ext cx="1579506" cy="631851"/>
            <a:chOff x="4135977" y="5548546"/>
            <a:chExt cx="1579506" cy="631851"/>
          </a:xfrm>
        </p:grpSpPr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A1F0B1D-C211-9193-B110-948370C63B90}"/>
                </a:ext>
              </a:extLst>
            </p:cNvPr>
            <p:cNvSpPr/>
            <p:nvPr/>
          </p:nvSpPr>
          <p:spPr>
            <a:xfrm>
              <a:off x="4135977" y="5548546"/>
              <a:ext cx="971302" cy="574104"/>
            </a:xfrm>
            <a:custGeom>
              <a:avLst/>
              <a:gdLst>
                <a:gd name="connsiteX0" fmla="*/ 4 w 971302"/>
                <a:gd name="connsiteY0" fmla="*/ 306 h 574104"/>
                <a:gd name="connsiteX1" fmla="*/ 535977 w 971302"/>
                <a:gd name="connsiteY1" fmla="*/ 257991 h 574104"/>
                <a:gd name="connsiteX2" fmla="*/ 971307 w 971302"/>
                <a:gd name="connsiteY2" fmla="*/ 574411 h 57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1302" h="574104">
                  <a:moveTo>
                    <a:pt x="4" y="306"/>
                  </a:moveTo>
                  <a:cubicBezTo>
                    <a:pt x="154878" y="64283"/>
                    <a:pt x="362795" y="156934"/>
                    <a:pt x="535977" y="257991"/>
                  </a:cubicBezTo>
                  <a:cubicBezTo>
                    <a:pt x="547951" y="265011"/>
                    <a:pt x="777739" y="432714"/>
                    <a:pt x="971307" y="574411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9C09D74-36D5-75A7-7EF1-E414CC08A5A9}"/>
                </a:ext>
              </a:extLst>
            </p:cNvPr>
            <p:cNvSpPr/>
            <p:nvPr/>
          </p:nvSpPr>
          <p:spPr>
            <a:xfrm>
              <a:off x="5085904" y="6093975"/>
              <a:ext cx="100247" cy="86422"/>
            </a:xfrm>
            <a:custGeom>
              <a:avLst/>
              <a:gdLst>
                <a:gd name="connsiteX0" fmla="*/ 40875 w 100247"/>
                <a:gd name="connsiteY0" fmla="*/ 306 h 86422"/>
                <a:gd name="connsiteX1" fmla="*/ 100252 w 100247"/>
                <a:gd name="connsiteY1" fmla="*/ 86729 h 86422"/>
                <a:gd name="connsiteX2" fmla="*/ 4 w 100247"/>
                <a:gd name="connsiteY2" fmla="*/ 56174 h 86422"/>
                <a:gd name="connsiteX3" fmla="*/ 40875 w 100247"/>
                <a:gd name="connsiteY3" fmla="*/ 306 h 86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247" h="86422">
                  <a:moveTo>
                    <a:pt x="40875" y="306"/>
                  </a:moveTo>
                  <a:lnTo>
                    <a:pt x="100252" y="86729"/>
                  </a:lnTo>
                  <a:lnTo>
                    <a:pt x="4" y="56174"/>
                  </a:lnTo>
                  <a:lnTo>
                    <a:pt x="40875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3400934-6914-9FFB-5DC6-0BE0DC186554}"/>
                </a:ext>
              </a:extLst>
            </p:cNvPr>
            <p:cNvSpPr txBox="1"/>
            <p:nvPr/>
          </p:nvSpPr>
          <p:spPr>
            <a:xfrm>
              <a:off x="4790219" y="5753562"/>
              <a:ext cx="1016704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217" name="Graphic 93">
            <a:extLst>
              <a:ext uri="{FF2B5EF4-FFF2-40B4-BE49-F238E27FC236}">
                <a16:creationId xmlns:a16="http://schemas.microsoft.com/office/drawing/2014/main" id="{92DF73E0-17EF-72FE-127C-92E1F861AD81}"/>
              </a:ext>
            </a:extLst>
          </p:cNvPr>
          <p:cNvGrpSpPr/>
          <p:nvPr/>
        </p:nvGrpSpPr>
        <p:grpSpPr>
          <a:xfrm>
            <a:off x="5019051" y="3802121"/>
            <a:ext cx="3699647" cy="2645072"/>
            <a:chOff x="5635237" y="4542924"/>
            <a:chExt cx="3699647" cy="2645072"/>
          </a:xfrm>
        </p:grpSpPr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3EF75E4-C7AE-ADF1-6AA4-5594ACA0D444}"/>
                </a:ext>
              </a:extLst>
            </p:cNvPr>
            <p:cNvSpPr/>
            <p:nvPr/>
          </p:nvSpPr>
          <p:spPr>
            <a:xfrm>
              <a:off x="5635237" y="4577434"/>
              <a:ext cx="3027752" cy="2610563"/>
            </a:xfrm>
            <a:custGeom>
              <a:avLst/>
              <a:gdLst>
                <a:gd name="connsiteX0" fmla="*/ 4 w 3027752"/>
                <a:gd name="connsiteY0" fmla="*/ 2610870 h 2610563"/>
                <a:gd name="connsiteX1" fmla="*/ 2361808 w 3027752"/>
                <a:gd name="connsiteY1" fmla="*/ 2273289 h 2610563"/>
                <a:gd name="connsiteX2" fmla="*/ 2985263 w 3027752"/>
                <a:gd name="connsiteY2" fmla="*/ 1395224 h 2610563"/>
                <a:gd name="connsiteX3" fmla="*/ 2361808 w 3027752"/>
                <a:gd name="connsiteY3" fmla="*/ 351038 h 2610563"/>
                <a:gd name="connsiteX4" fmla="*/ 981301 w 3027752"/>
                <a:gd name="connsiteY4" fmla="*/ 306 h 2610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7752" h="2610563">
                  <a:moveTo>
                    <a:pt x="4" y="2610870"/>
                  </a:moveTo>
                  <a:cubicBezTo>
                    <a:pt x="589317" y="2588127"/>
                    <a:pt x="1967943" y="2510406"/>
                    <a:pt x="2361808" y="2273289"/>
                  </a:cubicBezTo>
                  <a:cubicBezTo>
                    <a:pt x="2772002" y="2026383"/>
                    <a:pt x="2839889" y="1851165"/>
                    <a:pt x="2985263" y="1395224"/>
                  </a:cubicBezTo>
                  <a:cubicBezTo>
                    <a:pt x="3149439" y="880349"/>
                    <a:pt x="2815940" y="644419"/>
                    <a:pt x="2361808" y="351038"/>
                  </a:cubicBezTo>
                  <a:cubicBezTo>
                    <a:pt x="1943203" y="80598"/>
                    <a:pt x="1360026" y="12963"/>
                    <a:pt x="981301" y="3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772FDE6-8479-E05A-9925-A4F9A0D4D01B}"/>
                </a:ext>
              </a:extLst>
            </p:cNvPr>
            <p:cNvSpPr/>
            <p:nvPr/>
          </p:nvSpPr>
          <p:spPr>
            <a:xfrm>
              <a:off x="6520938" y="4542924"/>
              <a:ext cx="99752" cy="69216"/>
            </a:xfrm>
            <a:custGeom>
              <a:avLst/>
              <a:gdLst>
                <a:gd name="connsiteX0" fmla="*/ 98272 w 99752"/>
                <a:gd name="connsiteY0" fmla="*/ 69523 h 69216"/>
                <a:gd name="connsiteX1" fmla="*/ 4 w 99752"/>
                <a:gd name="connsiteY1" fmla="*/ 32838 h 69216"/>
                <a:gd name="connsiteX2" fmla="*/ 99756 w 99752"/>
                <a:gd name="connsiteY2" fmla="*/ 306 h 69216"/>
                <a:gd name="connsiteX3" fmla="*/ 98272 w 99752"/>
                <a:gd name="connsiteY3" fmla="*/ 69523 h 6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752" h="69216">
                  <a:moveTo>
                    <a:pt x="98272" y="69523"/>
                  </a:moveTo>
                  <a:lnTo>
                    <a:pt x="4" y="32838"/>
                  </a:lnTo>
                  <a:lnTo>
                    <a:pt x="99756" y="306"/>
                  </a:lnTo>
                  <a:lnTo>
                    <a:pt x="98272" y="69523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A3E6482C-0B9D-8BC2-C524-5FD9287575FF}"/>
                </a:ext>
              </a:extLst>
            </p:cNvPr>
            <p:cNvSpPr txBox="1"/>
            <p:nvPr/>
          </p:nvSpPr>
          <p:spPr>
            <a:xfrm>
              <a:off x="8567958" y="5753562"/>
              <a:ext cx="858366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grpSp>
        <p:nvGrpSpPr>
          <p:cNvPr id="221" name="Graphic 93">
            <a:extLst>
              <a:ext uri="{FF2B5EF4-FFF2-40B4-BE49-F238E27FC236}">
                <a16:creationId xmlns:a16="http://schemas.microsoft.com/office/drawing/2014/main" id="{0979C95F-F1C0-F5B4-B3EE-BB8217B44B34}"/>
              </a:ext>
            </a:extLst>
          </p:cNvPr>
          <p:cNvGrpSpPr/>
          <p:nvPr/>
        </p:nvGrpSpPr>
        <p:grpSpPr>
          <a:xfrm>
            <a:off x="3160365" y="4899110"/>
            <a:ext cx="1359724" cy="1468682"/>
            <a:chOff x="3776551" y="5639913"/>
            <a:chExt cx="1359724" cy="1468682"/>
          </a:xfrm>
        </p:grpSpPr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EDBA98A4-5FFE-6222-6BC1-9368EB0AE1C1}"/>
                </a:ext>
              </a:extLst>
            </p:cNvPr>
            <p:cNvSpPr/>
            <p:nvPr/>
          </p:nvSpPr>
          <p:spPr>
            <a:xfrm>
              <a:off x="3799806" y="5734146"/>
              <a:ext cx="1336469" cy="1374449"/>
            </a:xfrm>
            <a:custGeom>
              <a:avLst/>
              <a:gdLst>
                <a:gd name="connsiteX0" fmla="*/ 1336474 w 1336469"/>
                <a:gd name="connsiteY0" fmla="*/ 1374756 h 1374449"/>
                <a:gd name="connsiteX1" fmla="*/ 21083 w 1336469"/>
                <a:gd name="connsiteY1" fmla="*/ 238511 h 1374449"/>
                <a:gd name="connsiteX2" fmla="*/ 10693 w 1336469"/>
                <a:gd name="connsiteY2" fmla="*/ 306 h 1374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6469" h="1374449">
                  <a:moveTo>
                    <a:pt x="1336474" y="1374756"/>
                  </a:moveTo>
                  <a:cubicBezTo>
                    <a:pt x="962599" y="1215656"/>
                    <a:pt x="239490" y="839413"/>
                    <a:pt x="21083" y="238511"/>
                  </a:cubicBezTo>
                  <a:cubicBezTo>
                    <a:pt x="-6230" y="163263"/>
                    <a:pt x="-3954" y="78719"/>
                    <a:pt x="10693" y="3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C5F7B1B2-889F-511C-1139-5A13C7F3FD3C}"/>
                </a:ext>
              </a:extLst>
            </p:cNvPr>
            <p:cNvSpPr/>
            <p:nvPr/>
          </p:nvSpPr>
          <p:spPr>
            <a:xfrm>
              <a:off x="3776551" y="5639913"/>
              <a:ext cx="67095" cy="104418"/>
            </a:xfrm>
            <a:custGeom>
              <a:avLst/>
              <a:gdLst>
                <a:gd name="connsiteX0" fmla="*/ 4 w 67095"/>
                <a:gd name="connsiteY0" fmla="*/ 87223 h 104418"/>
                <a:gd name="connsiteX1" fmla="*/ 58490 w 67095"/>
                <a:gd name="connsiteY1" fmla="*/ 306 h 104418"/>
                <a:gd name="connsiteX2" fmla="*/ 67100 w 67095"/>
                <a:gd name="connsiteY2" fmla="*/ 104725 h 104418"/>
                <a:gd name="connsiteX3" fmla="*/ 4 w 67095"/>
                <a:gd name="connsiteY3" fmla="*/ 87223 h 10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95" h="104418">
                  <a:moveTo>
                    <a:pt x="4" y="87223"/>
                  </a:moveTo>
                  <a:lnTo>
                    <a:pt x="58490" y="306"/>
                  </a:lnTo>
                  <a:lnTo>
                    <a:pt x="67100" y="104725"/>
                  </a:lnTo>
                  <a:lnTo>
                    <a:pt x="4" y="87223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3279FEF-DFBB-EC89-B979-91580293B469}"/>
                </a:ext>
              </a:extLst>
            </p:cNvPr>
            <p:cNvSpPr txBox="1"/>
            <p:nvPr/>
          </p:nvSpPr>
          <p:spPr>
            <a:xfrm>
              <a:off x="4084033" y="6192595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grpSp>
        <p:nvGrpSpPr>
          <p:cNvPr id="225" name="Graphic 93">
            <a:extLst>
              <a:ext uri="{FF2B5EF4-FFF2-40B4-BE49-F238E27FC236}">
                <a16:creationId xmlns:a16="http://schemas.microsoft.com/office/drawing/2014/main" id="{ED67F2CA-36BE-67D0-6A99-41D8400DAEF7}"/>
              </a:ext>
            </a:extLst>
          </p:cNvPr>
          <p:cNvGrpSpPr/>
          <p:nvPr/>
        </p:nvGrpSpPr>
        <p:grpSpPr>
          <a:xfrm rot="920171">
            <a:off x="5003765" y="6448983"/>
            <a:ext cx="1068999" cy="387517"/>
            <a:chOff x="5607429" y="6928431"/>
            <a:chExt cx="1068999" cy="387517"/>
          </a:xfrm>
        </p:grpSpPr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E8F6ACC5-74AD-4BE1-BF5B-099E7B1E96E3}"/>
                </a:ext>
              </a:extLst>
            </p:cNvPr>
            <p:cNvSpPr/>
            <p:nvPr/>
          </p:nvSpPr>
          <p:spPr>
            <a:xfrm>
              <a:off x="5607429" y="7124094"/>
              <a:ext cx="202572" cy="157346"/>
            </a:xfrm>
            <a:custGeom>
              <a:avLst/>
              <a:gdLst>
                <a:gd name="connsiteX0" fmla="*/ 4 w 202572"/>
                <a:gd name="connsiteY0" fmla="*/ 1618 h 157346"/>
                <a:gd name="connsiteX1" fmla="*/ 202577 w 202572"/>
                <a:gd name="connsiteY1" fmla="*/ 82602 h 157346"/>
                <a:gd name="connsiteX2" fmla="*/ 111830 w 202572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2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2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60BB5D96-ECB5-3E6D-736A-3681AF215C50}"/>
                </a:ext>
              </a:extLst>
            </p:cNvPr>
            <p:cNvSpPr/>
            <p:nvPr/>
          </p:nvSpPr>
          <p:spPr>
            <a:xfrm>
              <a:off x="5622372" y="7246831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B48749BB-F430-7639-78F1-847056EA78CA}"/>
                </a:ext>
              </a:extLst>
            </p:cNvPr>
            <p:cNvSpPr txBox="1"/>
            <p:nvPr/>
          </p:nvSpPr>
          <p:spPr>
            <a:xfrm rot="20679829">
              <a:off x="5738893" y="6928431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229" name="Graphic 93">
            <a:extLst>
              <a:ext uri="{FF2B5EF4-FFF2-40B4-BE49-F238E27FC236}">
                <a16:creationId xmlns:a16="http://schemas.microsoft.com/office/drawing/2014/main" id="{8E185FD4-49A6-4B9C-A041-D4CB58747549}"/>
              </a:ext>
            </a:extLst>
          </p:cNvPr>
          <p:cNvGrpSpPr/>
          <p:nvPr/>
        </p:nvGrpSpPr>
        <p:grpSpPr>
          <a:xfrm>
            <a:off x="4897527" y="5751565"/>
            <a:ext cx="972875" cy="562831"/>
            <a:chOff x="5513713" y="6492368"/>
            <a:chExt cx="972875" cy="562831"/>
          </a:xfrm>
        </p:grpSpPr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0268134-15ED-0E01-8731-ABD1AEA4C969}"/>
                </a:ext>
              </a:extLst>
            </p:cNvPr>
            <p:cNvSpPr/>
            <p:nvPr/>
          </p:nvSpPr>
          <p:spPr>
            <a:xfrm>
              <a:off x="5513713" y="6569693"/>
              <a:ext cx="146165" cy="485506"/>
            </a:xfrm>
            <a:custGeom>
              <a:avLst/>
              <a:gdLst>
                <a:gd name="connsiteX0" fmla="*/ 4 w 146165"/>
                <a:gd name="connsiteY0" fmla="*/ 485813 h 485506"/>
                <a:gd name="connsiteX1" fmla="*/ 128060 w 146165"/>
                <a:gd name="connsiteY1" fmla="*/ 281030 h 485506"/>
                <a:gd name="connsiteX2" fmla="*/ 128060 w 146165"/>
                <a:gd name="connsiteY2" fmla="*/ 114910 h 485506"/>
                <a:gd name="connsiteX3" fmla="*/ 71157 w 146165"/>
                <a:gd name="connsiteY3" fmla="*/ 306 h 48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165" h="485506">
                  <a:moveTo>
                    <a:pt x="4" y="485813"/>
                  </a:moveTo>
                  <a:cubicBezTo>
                    <a:pt x="50870" y="427770"/>
                    <a:pt x="101538" y="356575"/>
                    <a:pt x="128060" y="281030"/>
                  </a:cubicBezTo>
                  <a:cubicBezTo>
                    <a:pt x="152503" y="211319"/>
                    <a:pt x="151909" y="184819"/>
                    <a:pt x="128060" y="114910"/>
                  </a:cubicBezTo>
                  <a:cubicBezTo>
                    <a:pt x="114502" y="75258"/>
                    <a:pt x="94413" y="36596"/>
                    <a:pt x="71157" y="3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2402DBEE-A9D4-4BD9-CA39-B5E5E49CABC4}"/>
                </a:ext>
              </a:extLst>
            </p:cNvPr>
            <p:cNvSpPr/>
            <p:nvPr/>
          </p:nvSpPr>
          <p:spPr>
            <a:xfrm>
              <a:off x="5527270" y="6492368"/>
              <a:ext cx="86888" cy="99968"/>
            </a:xfrm>
            <a:custGeom>
              <a:avLst/>
              <a:gdLst>
                <a:gd name="connsiteX0" fmla="*/ 31276 w 86888"/>
                <a:gd name="connsiteY0" fmla="*/ 100275 h 99968"/>
                <a:gd name="connsiteX1" fmla="*/ 4 w 86888"/>
                <a:gd name="connsiteY1" fmla="*/ 306 h 99968"/>
                <a:gd name="connsiteX2" fmla="*/ 86892 w 86888"/>
                <a:gd name="connsiteY2" fmla="*/ 59042 h 99968"/>
                <a:gd name="connsiteX3" fmla="*/ 31276 w 86888"/>
                <a:gd name="connsiteY3" fmla="*/ 100275 h 9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88" h="99968">
                  <a:moveTo>
                    <a:pt x="31276" y="100275"/>
                  </a:moveTo>
                  <a:lnTo>
                    <a:pt x="4" y="306"/>
                  </a:lnTo>
                  <a:lnTo>
                    <a:pt x="86892" y="59042"/>
                  </a:lnTo>
                  <a:lnTo>
                    <a:pt x="31276" y="100275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B6933B1-DE92-985C-140B-B163EEB243D3}"/>
                </a:ext>
              </a:extLst>
            </p:cNvPr>
            <p:cNvSpPr txBox="1"/>
            <p:nvPr/>
          </p:nvSpPr>
          <p:spPr>
            <a:xfrm>
              <a:off x="5561324" y="6631627"/>
              <a:ext cx="1016704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233" name="Graphic 93">
            <a:extLst>
              <a:ext uri="{FF2B5EF4-FFF2-40B4-BE49-F238E27FC236}">
                <a16:creationId xmlns:a16="http://schemas.microsoft.com/office/drawing/2014/main" id="{8540C615-4FCB-9027-296B-6CB33B89582E}"/>
              </a:ext>
            </a:extLst>
          </p:cNvPr>
          <p:cNvGrpSpPr/>
          <p:nvPr/>
        </p:nvGrpSpPr>
        <p:grpSpPr>
          <a:xfrm>
            <a:off x="4928403" y="4012244"/>
            <a:ext cx="994943" cy="1433283"/>
            <a:chOff x="5544589" y="4753047"/>
            <a:chExt cx="994943" cy="1433283"/>
          </a:xfrm>
        </p:grpSpPr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B393B224-AB59-3503-AE6E-70E8A3C69B35}"/>
                </a:ext>
              </a:extLst>
            </p:cNvPr>
            <p:cNvSpPr/>
            <p:nvPr/>
          </p:nvSpPr>
          <p:spPr>
            <a:xfrm>
              <a:off x="5544589" y="4834525"/>
              <a:ext cx="530431" cy="1351805"/>
            </a:xfrm>
            <a:custGeom>
              <a:avLst/>
              <a:gdLst>
                <a:gd name="connsiteX0" fmla="*/ 4 w 530431"/>
                <a:gd name="connsiteY0" fmla="*/ 1352112 h 1351805"/>
                <a:gd name="connsiteX1" fmla="*/ 176353 w 530431"/>
                <a:gd name="connsiteY1" fmla="*/ 1138133 h 1351805"/>
                <a:gd name="connsiteX2" fmla="*/ 316778 w 530431"/>
                <a:gd name="connsiteY2" fmla="*/ 438053 h 1351805"/>
                <a:gd name="connsiteX3" fmla="*/ 530436 w 530431"/>
                <a:gd name="connsiteY3" fmla="*/ 306 h 135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0431" h="1351805">
                  <a:moveTo>
                    <a:pt x="4" y="1352112"/>
                  </a:moveTo>
                  <a:cubicBezTo>
                    <a:pt x="64626" y="1293277"/>
                    <a:pt x="133008" y="1219018"/>
                    <a:pt x="176353" y="1138133"/>
                  </a:cubicBezTo>
                  <a:cubicBezTo>
                    <a:pt x="326279" y="858398"/>
                    <a:pt x="208713" y="736477"/>
                    <a:pt x="316778" y="438053"/>
                  </a:cubicBezTo>
                  <a:cubicBezTo>
                    <a:pt x="371702" y="286370"/>
                    <a:pt x="455819" y="127468"/>
                    <a:pt x="530436" y="3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5F061DF8-7C39-2F9C-A249-8EFA2DA5B1F7}"/>
                </a:ext>
              </a:extLst>
            </p:cNvPr>
            <p:cNvSpPr/>
            <p:nvPr/>
          </p:nvSpPr>
          <p:spPr>
            <a:xfrm>
              <a:off x="6043451" y="4753047"/>
              <a:ext cx="80850" cy="102539"/>
            </a:xfrm>
            <a:custGeom>
              <a:avLst/>
              <a:gdLst>
                <a:gd name="connsiteX0" fmla="*/ 4 w 80850"/>
                <a:gd name="connsiteY0" fmla="*/ 67051 h 102539"/>
                <a:gd name="connsiteX1" fmla="*/ 80855 w 80850"/>
                <a:gd name="connsiteY1" fmla="*/ 306 h 102539"/>
                <a:gd name="connsiteX2" fmla="*/ 59282 w 80850"/>
                <a:gd name="connsiteY2" fmla="*/ 102846 h 102539"/>
                <a:gd name="connsiteX3" fmla="*/ 4 w 80850"/>
                <a:gd name="connsiteY3" fmla="*/ 67051 h 102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50" h="102539">
                  <a:moveTo>
                    <a:pt x="4" y="67051"/>
                  </a:moveTo>
                  <a:lnTo>
                    <a:pt x="80855" y="306"/>
                  </a:lnTo>
                  <a:lnTo>
                    <a:pt x="59282" y="102846"/>
                  </a:lnTo>
                  <a:lnTo>
                    <a:pt x="4" y="67051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CDEA2553-6F86-9214-C77A-3F7078259377}"/>
                </a:ext>
              </a:extLst>
            </p:cNvPr>
            <p:cNvSpPr txBox="1"/>
            <p:nvPr/>
          </p:nvSpPr>
          <p:spPr>
            <a:xfrm>
              <a:off x="5772606" y="5314530"/>
              <a:ext cx="858366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grpSp>
        <p:nvGrpSpPr>
          <p:cNvPr id="237" name="Graphic 93">
            <a:extLst>
              <a:ext uri="{FF2B5EF4-FFF2-40B4-BE49-F238E27FC236}">
                <a16:creationId xmlns:a16="http://schemas.microsoft.com/office/drawing/2014/main" id="{6C82AF4F-4B4D-07D6-015A-9DC06D7ECE75}"/>
              </a:ext>
            </a:extLst>
          </p:cNvPr>
          <p:cNvGrpSpPr/>
          <p:nvPr/>
        </p:nvGrpSpPr>
        <p:grpSpPr>
          <a:xfrm>
            <a:off x="3204006" y="4904350"/>
            <a:ext cx="1295301" cy="629082"/>
            <a:chOff x="3820192" y="5645153"/>
            <a:chExt cx="1295301" cy="629082"/>
          </a:xfrm>
        </p:grpSpPr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9132E180-F254-031E-6797-A7F8164F3087}"/>
                </a:ext>
              </a:extLst>
            </p:cNvPr>
            <p:cNvSpPr/>
            <p:nvPr/>
          </p:nvSpPr>
          <p:spPr>
            <a:xfrm>
              <a:off x="3854801" y="5741958"/>
              <a:ext cx="1260692" cy="532277"/>
            </a:xfrm>
            <a:custGeom>
              <a:avLst/>
              <a:gdLst>
                <a:gd name="connsiteX0" fmla="*/ 1260697 w 1260692"/>
                <a:gd name="connsiteY0" fmla="*/ 532584 h 532277"/>
                <a:gd name="connsiteX1" fmla="*/ 66930 w 1260692"/>
                <a:gd name="connsiteY1" fmla="*/ 230700 h 532277"/>
                <a:gd name="connsiteX2" fmla="*/ 32 w 1260692"/>
                <a:gd name="connsiteY2" fmla="*/ 306 h 532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0692" h="532277">
                  <a:moveTo>
                    <a:pt x="1260697" y="532584"/>
                  </a:moveTo>
                  <a:cubicBezTo>
                    <a:pt x="863566" y="462378"/>
                    <a:pt x="142140" y="323648"/>
                    <a:pt x="66930" y="230700"/>
                  </a:cubicBezTo>
                  <a:cubicBezTo>
                    <a:pt x="15173" y="166724"/>
                    <a:pt x="-760" y="82180"/>
                    <a:pt x="32" y="306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7434E338-B79E-95F3-F8F8-065F3245E97D}"/>
                </a:ext>
              </a:extLst>
            </p:cNvPr>
            <p:cNvSpPr/>
            <p:nvPr/>
          </p:nvSpPr>
          <p:spPr>
            <a:xfrm>
              <a:off x="3820192" y="5645153"/>
              <a:ext cx="68975" cy="101649"/>
            </a:xfrm>
            <a:custGeom>
              <a:avLst/>
              <a:gdLst>
                <a:gd name="connsiteX0" fmla="*/ 4 w 68975"/>
                <a:gd name="connsiteY0" fmla="*/ 95628 h 101649"/>
                <a:gd name="connsiteX1" fmla="*/ 43547 w 68975"/>
                <a:gd name="connsiteY1" fmla="*/ 306 h 101649"/>
                <a:gd name="connsiteX2" fmla="*/ 68980 w 68975"/>
                <a:gd name="connsiteY2" fmla="*/ 101956 h 101649"/>
                <a:gd name="connsiteX3" fmla="*/ 4 w 68975"/>
                <a:gd name="connsiteY3" fmla="*/ 95628 h 1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75" h="101649">
                  <a:moveTo>
                    <a:pt x="4" y="95628"/>
                  </a:moveTo>
                  <a:lnTo>
                    <a:pt x="43547" y="306"/>
                  </a:lnTo>
                  <a:lnTo>
                    <a:pt x="68980" y="101956"/>
                  </a:lnTo>
                  <a:lnTo>
                    <a:pt x="4" y="95628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FA4653A0-FE49-2162-4357-BADEC8BB146B}"/>
                </a:ext>
              </a:extLst>
            </p:cNvPr>
            <p:cNvSpPr txBox="1"/>
            <p:nvPr/>
          </p:nvSpPr>
          <p:spPr>
            <a:xfrm>
              <a:off x="3828021" y="5753562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crit2</a:t>
              </a:r>
            </a:p>
          </p:txBody>
        </p:sp>
      </p:grpSp>
      <p:grpSp>
        <p:nvGrpSpPr>
          <p:cNvPr id="241" name="Graphic 93">
            <a:extLst>
              <a:ext uri="{FF2B5EF4-FFF2-40B4-BE49-F238E27FC236}">
                <a16:creationId xmlns:a16="http://schemas.microsoft.com/office/drawing/2014/main" id="{5F756647-7662-CF5D-6406-E1C45BE893D8}"/>
              </a:ext>
            </a:extLst>
          </p:cNvPr>
          <p:cNvGrpSpPr/>
          <p:nvPr/>
        </p:nvGrpSpPr>
        <p:grpSpPr>
          <a:xfrm>
            <a:off x="4254160" y="5694906"/>
            <a:ext cx="773589" cy="648759"/>
            <a:chOff x="4870346" y="6435709"/>
            <a:chExt cx="773589" cy="648759"/>
          </a:xfrm>
        </p:grpSpPr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8A1BD39E-FBBF-4D69-C646-FDFD55EC11C8}"/>
                </a:ext>
              </a:extLst>
            </p:cNvPr>
            <p:cNvSpPr/>
            <p:nvPr/>
          </p:nvSpPr>
          <p:spPr>
            <a:xfrm>
              <a:off x="4870346" y="6435709"/>
              <a:ext cx="285425" cy="595363"/>
            </a:xfrm>
            <a:custGeom>
              <a:avLst/>
              <a:gdLst>
                <a:gd name="connsiteX0" fmla="*/ 285429 w 285425"/>
                <a:gd name="connsiteY0" fmla="*/ 306 h 595363"/>
                <a:gd name="connsiteX1" fmla="*/ 21203 w 285425"/>
                <a:gd name="connsiteY1" fmla="*/ 248894 h 595363"/>
                <a:gd name="connsiteX2" fmla="*/ 186666 w 285425"/>
                <a:gd name="connsiteY2" fmla="*/ 595670 h 595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425" h="595363">
                  <a:moveTo>
                    <a:pt x="285429" y="306"/>
                  </a:moveTo>
                  <a:cubicBezTo>
                    <a:pt x="185577" y="57262"/>
                    <a:pt x="77314" y="139729"/>
                    <a:pt x="21203" y="248894"/>
                  </a:cubicBezTo>
                  <a:cubicBezTo>
                    <a:pt x="-46486" y="380604"/>
                    <a:pt x="58511" y="503315"/>
                    <a:pt x="186666" y="595670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D7F2E975-88D0-04B1-3967-2D28A23D2BDA}"/>
                </a:ext>
              </a:extLst>
            </p:cNvPr>
            <p:cNvSpPr/>
            <p:nvPr/>
          </p:nvSpPr>
          <p:spPr>
            <a:xfrm>
              <a:off x="5037710" y="7001705"/>
              <a:ext cx="101930" cy="82763"/>
            </a:xfrm>
            <a:custGeom>
              <a:avLst/>
              <a:gdLst>
                <a:gd name="connsiteX0" fmla="*/ 37609 w 101930"/>
                <a:gd name="connsiteY0" fmla="*/ 306 h 82763"/>
                <a:gd name="connsiteX1" fmla="*/ 101934 w 101930"/>
                <a:gd name="connsiteY1" fmla="*/ 83070 h 82763"/>
                <a:gd name="connsiteX2" fmla="*/ 4 w 101930"/>
                <a:gd name="connsiteY2" fmla="*/ 58449 h 82763"/>
                <a:gd name="connsiteX3" fmla="*/ 37609 w 101930"/>
                <a:gd name="connsiteY3" fmla="*/ 306 h 8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930" h="82763">
                  <a:moveTo>
                    <a:pt x="37609" y="306"/>
                  </a:moveTo>
                  <a:lnTo>
                    <a:pt x="101934" y="83070"/>
                  </a:lnTo>
                  <a:lnTo>
                    <a:pt x="4" y="58449"/>
                  </a:lnTo>
                  <a:lnTo>
                    <a:pt x="37609" y="306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A17AD21D-9823-FF2A-4FF4-F6C4179F24F2}"/>
                </a:ext>
              </a:extLst>
            </p:cNvPr>
            <p:cNvSpPr txBox="1"/>
            <p:nvPr/>
          </p:nvSpPr>
          <p:spPr>
            <a:xfrm>
              <a:off x="4797839" y="6631627"/>
              <a:ext cx="937535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crit1 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grpSp>
        <p:nvGrpSpPr>
          <p:cNvPr id="245" name="Graphic 93">
            <a:extLst>
              <a:ext uri="{FF2B5EF4-FFF2-40B4-BE49-F238E27FC236}">
                <a16:creationId xmlns:a16="http://schemas.microsoft.com/office/drawing/2014/main" id="{6DF1B1FE-2C13-A6C9-BAF6-0EEC8AF6E414}"/>
              </a:ext>
            </a:extLst>
          </p:cNvPr>
          <p:cNvGrpSpPr/>
          <p:nvPr/>
        </p:nvGrpSpPr>
        <p:grpSpPr>
          <a:xfrm>
            <a:off x="5001139" y="5465442"/>
            <a:ext cx="1238840" cy="253734"/>
            <a:chOff x="5617325" y="6206245"/>
            <a:chExt cx="1238840" cy="253734"/>
          </a:xfrm>
        </p:grpSpPr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681AC01E-8E81-A941-6FBE-37E1BFC29DB1}"/>
                </a:ext>
              </a:extLst>
            </p:cNvPr>
            <p:cNvSpPr/>
            <p:nvPr/>
          </p:nvSpPr>
          <p:spPr>
            <a:xfrm>
              <a:off x="5617325" y="6246028"/>
              <a:ext cx="202572" cy="157346"/>
            </a:xfrm>
            <a:custGeom>
              <a:avLst/>
              <a:gdLst>
                <a:gd name="connsiteX0" fmla="*/ 4 w 202572"/>
                <a:gd name="connsiteY0" fmla="*/ 1618 h 157346"/>
                <a:gd name="connsiteX1" fmla="*/ 202577 w 202572"/>
                <a:gd name="connsiteY1" fmla="*/ 82602 h 157346"/>
                <a:gd name="connsiteX2" fmla="*/ 111830 w 202572"/>
                <a:gd name="connsiteY2" fmla="*/ 157653 h 15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572" h="157346">
                  <a:moveTo>
                    <a:pt x="4" y="1618"/>
                  </a:moveTo>
                  <a:cubicBezTo>
                    <a:pt x="108663" y="-6194"/>
                    <a:pt x="202577" y="20900"/>
                    <a:pt x="202577" y="82602"/>
                  </a:cubicBezTo>
                  <a:cubicBezTo>
                    <a:pt x="202577" y="121165"/>
                    <a:pt x="165862" y="146182"/>
                    <a:pt x="111830" y="157653"/>
                  </a:cubicBezTo>
                </a:path>
              </a:pathLst>
            </a:custGeom>
            <a:noFill/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8527B50A-B7F5-3C51-80BF-D503D9A6C722}"/>
                </a:ext>
              </a:extLst>
            </p:cNvPr>
            <p:cNvSpPr/>
            <p:nvPr/>
          </p:nvSpPr>
          <p:spPr>
            <a:xfrm>
              <a:off x="5632268" y="6368766"/>
              <a:ext cx="100742" cy="69117"/>
            </a:xfrm>
            <a:custGeom>
              <a:avLst/>
              <a:gdLst>
                <a:gd name="connsiteX0" fmla="*/ 100746 w 100742"/>
                <a:gd name="connsiteY0" fmla="*/ 69424 h 69117"/>
                <a:gd name="connsiteX1" fmla="*/ 4 w 100742"/>
                <a:gd name="connsiteY1" fmla="*/ 40057 h 69117"/>
                <a:gd name="connsiteX2" fmla="*/ 96986 w 100742"/>
                <a:gd name="connsiteY2" fmla="*/ 306 h 69117"/>
                <a:gd name="connsiteX3" fmla="*/ 100746 w 100742"/>
                <a:gd name="connsiteY3" fmla="*/ 69424 h 6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742" h="69117">
                  <a:moveTo>
                    <a:pt x="100746" y="69424"/>
                  </a:moveTo>
                  <a:lnTo>
                    <a:pt x="4" y="40057"/>
                  </a:lnTo>
                  <a:lnTo>
                    <a:pt x="96986" y="306"/>
                  </a:lnTo>
                  <a:lnTo>
                    <a:pt x="100746" y="69424"/>
                  </a:lnTo>
                  <a:close/>
                </a:path>
              </a:pathLst>
            </a:custGeom>
            <a:solidFill>
              <a:srgbClr val="000000"/>
            </a:solidFill>
            <a:ln w="989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E5FFA3B3-59BD-CDBD-8B51-769ED0BBC5ED}"/>
                </a:ext>
              </a:extLst>
            </p:cNvPr>
            <p:cNvSpPr txBox="1"/>
            <p:nvPr/>
          </p:nvSpPr>
          <p:spPr>
            <a:xfrm>
              <a:off x="5839461" y="6206245"/>
              <a:ext cx="1016704" cy="253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cs typeface="Times"/>
                  <a:sym typeface="Times"/>
                  <a:rtl val="0"/>
                </a:rPr>
                <a:t>¬crit1 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Cambria Math"/>
                  <a:ea typeface="Cambria Math"/>
                  <a:cs typeface="Times"/>
                  <a:sym typeface="Cambria Math"/>
                  <a:rtl val="0"/>
                </a:rPr>
                <a:t>∧</a:t>
              </a:r>
              <a:r>
                <a:rPr lang="en-US" sz="1050" spc="0" baseline="0" dirty="0">
                  <a:ln/>
                  <a:solidFill>
                    <a:srgbClr val="000000"/>
                  </a:solidFill>
                  <a:latin typeface="Times"/>
                  <a:ea typeface="Cambria Math"/>
                  <a:cs typeface="Times"/>
                  <a:sym typeface="Times"/>
                  <a:rtl val="0"/>
                </a:rPr>
                <a:t> ¬crit2</a:t>
              </a:r>
            </a:p>
          </p:txBody>
        </p:sp>
      </p:grpSp>
      <p:sp>
        <p:nvSpPr>
          <p:cNvPr id="330" name="Freeform: Shape 329">
            <a:extLst>
              <a:ext uri="{FF2B5EF4-FFF2-40B4-BE49-F238E27FC236}">
                <a16:creationId xmlns:a16="http://schemas.microsoft.com/office/drawing/2014/main" id="{488A3224-25A9-0F3B-3288-512F59B5BD2F}"/>
              </a:ext>
            </a:extLst>
          </p:cNvPr>
          <p:cNvSpPr/>
          <p:nvPr/>
        </p:nvSpPr>
        <p:spPr>
          <a:xfrm>
            <a:off x="422441" y="4121103"/>
            <a:ext cx="392550" cy="274826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4"/>
                  <a:pt x="119631" y="306"/>
                  <a:pt x="267199" y="306"/>
                </a:cubicBezTo>
                <a:cubicBezTo>
                  <a:pt x="414766" y="306"/>
                  <a:pt x="534394" y="79994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0000F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4" name="Freeform: Shape 333">
            <a:extLst>
              <a:ext uri="{FF2B5EF4-FFF2-40B4-BE49-F238E27FC236}">
                <a16:creationId xmlns:a16="http://schemas.microsoft.com/office/drawing/2014/main" id="{444A3D05-B01F-BB2E-07C0-ECDA0AF0B6D9}"/>
              </a:ext>
            </a:extLst>
          </p:cNvPr>
          <p:cNvSpPr/>
          <p:nvPr/>
        </p:nvSpPr>
        <p:spPr>
          <a:xfrm>
            <a:off x="5340288" y="3652102"/>
            <a:ext cx="534389" cy="355972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4"/>
                  <a:pt x="119631" y="306"/>
                  <a:pt x="267199" y="306"/>
                </a:cubicBezTo>
                <a:cubicBezTo>
                  <a:pt x="414766" y="306"/>
                  <a:pt x="534394" y="79994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35" name="Freeform: Shape 334">
            <a:extLst>
              <a:ext uri="{FF2B5EF4-FFF2-40B4-BE49-F238E27FC236}">
                <a16:creationId xmlns:a16="http://schemas.microsoft.com/office/drawing/2014/main" id="{461A94F8-9C58-0C2A-A5C5-F83667B91520}"/>
              </a:ext>
            </a:extLst>
          </p:cNvPr>
          <p:cNvSpPr/>
          <p:nvPr/>
        </p:nvSpPr>
        <p:spPr>
          <a:xfrm>
            <a:off x="5404987" y="3686455"/>
            <a:ext cx="392550" cy="274826"/>
          </a:xfrm>
          <a:custGeom>
            <a:avLst/>
            <a:gdLst>
              <a:gd name="connsiteX0" fmla="*/ 534394 w 534389"/>
              <a:gd name="connsiteY0" fmla="*/ 178293 h 355972"/>
              <a:gd name="connsiteX1" fmla="*/ 267199 w 534389"/>
              <a:gd name="connsiteY1" fmla="*/ 356279 h 355972"/>
              <a:gd name="connsiteX2" fmla="*/ 4 w 534389"/>
              <a:gd name="connsiteY2" fmla="*/ 178293 h 355972"/>
              <a:gd name="connsiteX3" fmla="*/ 267199 w 534389"/>
              <a:gd name="connsiteY3" fmla="*/ 306 h 355972"/>
              <a:gd name="connsiteX4" fmla="*/ 534394 w 534389"/>
              <a:gd name="connsiteY4" fmla="*/ 178293 h 355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4389" h="355972">
                <a:moveTo>
                  <a:pt x="534394" y="178293"/>
                </a:moveTo>
                <a:cubicBezTo>
                  <a:pt x="534394" y="276592"/>
                  <a:pt x="414766" y="356279"/>
                  <a:pt x="267199" y="356279"/>
                </a:cubicBezTo>
                <a:cubicBezTo>
                  <a:pt x="119631" y="356279"/>
                  <a:pt x="4" y="276592"/>
                  <a:pt x="4" y="178293"/>
                </a:cubicBezTo>
                <a:cubicBezTo>
                  <a:pt x="4" y="79994"/>
                  <a:pt x="119631" y="306"/>
                  <a:pt x="267199" y="306"/>
                </a:cubicBezTo>
                <a:cubicBezTo>
                  <a:pt x="414766" y="306"/>
                  <a:pt x="534394" y="79994"/>
                  <a:pt x="534394" y="178293"/>
                </a:cubicBezTo>
                <a:close/>
              </a:path>
            </a:pathLst>
          </a:custGeom>
          <a:noFill/>
          <a:ln w="57150" cap="flat" cmpd="dbl">
            <a:solidFill>
              <a:srgbClr val="0000FF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FBF0DC9C-CEEE-58E2-1FB6-B04427AC161E}"/>
              </a:ext>
            </a:extLst>
          </p:cNvPr>
          <p:cNvCxnSpPr/>
          <p:nvPr/>
        </p:nvCxnSpPr>
        <p:spPr>
          <a:xfrm>
            <a:off x="1045029" y="2211355"/>
            <a:ext cx="191731" cy="17728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A7939508-99B6-AD7E-1DA0-D36804193A53}"/>
              </a:ext>
            </a:extLst>
          </p:cNvPr>
          <p:cNvCxnSpPr/>
          <p:nvPr/>
        </p:nvCxnSpPr>
        <p:spPr>
          <a:xfrm>
            <a:off x="5340288" y="3429000"/>
            <a:ext cx="118348" cy="22310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137A63EC-959D-C649-AEF5-4953AA600A64}"/>
              </a:ext>
            </a:extLst>
          </p:cNvPr>
          <p:cNvGrpSpPr/>
          <p:nvPr/>
        </p:nvGrpSpPr>
        <p:grpSpPr>
          <a:xfrm>
            <a:off x="6945775" y="1424566"/>
            <a:ext cx="1919949" cy="2030008"/>
            <a:chOff x="464224" y="2088168"/>
            <a:chExt cx="3015946" cy="3448078"/>
          </a:xfrm>
        </p:grpSpPr>
        <p:grpSp>
          <p:nvGrpSpPr>
            <p:cNvPr id="364" name="Group 363">
              <a:extLst>
                <a:ext uri="{FF2B5EF4-FFF2-40B4-BE49-F238E27FC236}">
                  <a16:creationId xmlns:a16="http://schemas.microsoft.com/office/drawing/2014/main" id="{6F0FEC96-8506-D125-15BF-145548D21704}"/>
                </a:ext>
              </a:extLst>
            </p:cNvPr>
            <p:cNvGrpSpPr/>
            <p:nvPr/>
          </p:nvGrpSpPr>
          <p:grpSpPr>
            <a:xfrm>
              <a:off x="464224" y="2088168"/>
              <a:ext cx="3015946" cy="3448078"/>
              <a:chOff x="464224" y="2088168"/>
              <a:chExt cx="3015946" cy="3448078"/>
            </a:xfrm>
          </p:grpSpPr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FAD86B24-5721-2575-38AE-7B25908CB0E5}"/>
                  </a:ext>
                </a:extLst>
              </p:cNvPr>
              <p:cNvGrpSpPr/>
              <p:nvPr/>
            </p:nvGrpSpPr>
            <p:grpSpPr>
              <a:xfrm>
                <a:off x="464224" y="3540551"/>
                <a:ext cx="2863586" cy="1995695"/>
                <a:chOff x="2819400" y="3280194"/>
                <a:chExt cx="3566059" cy="2532973"/>
              </a:xfrm>
            </p:grpSpPr>
            <p:sp>
              <p:nvSpPr>
                <p:cNvPr id="341" name="Oval 340">
                  <a:extLst>
                    <a:ext uri="{FF2B5EF4-FFF2-40B4-BE49-F238E27FC236}">
                      <a16:creationId xmlns:a16="http://schemas.microsoft.com/office/drawing/2014/main" id="{5AAA87BE-61BF-29E5-2E99-88BB577AAC7C}"/>
                    </a:ext>
                  </a:extLst>
                </p:cNvPr>
                <p:cNvSpPr/>
                <p:nvPr/>
              </p:nvSpPr>
              <p:spPr>
                <a:xfrm>
                  <a:off x="3307373" y="4053378"/>
                  <a:ext cx="838200" cy="838200"/>
                </a:xfrm>
                <a:prstGeom prst="ellipse">
                  <a:avLst/>
                </a:prstGeom>
                <a:solidFill>
                  <a:srgbClr val="47B0FF"/>
                </a:solidFill>
                <a:ln w="19050">
                  <a:tailEnd type="stealth" w="lg" len="lg"/>
                </a:ln>
                <a:effectLst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 sz="1050"/>
                </a:p>
              </p:txBody>
            </p:sp>
            <p:cxnSp>
              <p:nvCxnSpPr>
                <p:cNvPr id="342" name="Straight Arrow Connector 341">
                  <a:extLst>
                    <a:ext uri="{FF2B5EF4-FFF2-40B4-BE49-F238E27FC236}">
                      <a16:creationId xmlns:a16="http://schemas.microsoft.com/office/drawing/2014/main" id="{CD7E7E01-D0DE-C0DB-A5BC-54F3124A4EF1}"/>
                    </a:ext>
                  </a:extLst>
                </p:cNvPr>
                <p:cNvCxnSpPr>
                  <a:endCxn id="341" idx="2"/>
                </p:cNvCxnSpPr>
                <p:nvPr/>
              </p:nvCxnSpPr>
              <p:spPr>
                <a:xfrm>
                  <a:off x="2819400" y="4458482"/>
                  <a:ext cx="487973" cy="13996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343" name="Oval 342">
                  <a:extLst>
                    <a:ext uri="{FF2B5EF4-FFF2-40B4-BE49-F238E27FC236}">
                      <a16:creationId xmlns:a16="http://schemas.microsoft.com/office/drawing/2014/main" id="{20D09FA3-4C78-9600-B057-610677057C28}"/>
                    </a:ext>
                  </a:extLst>
                </p:cNvPr>
                <p:cNvSpPr/>
                <p:nvPr/>
              </p:nvSpPr>
              <p:spPr>
                <a:xfrm>
                  <a:off x="5258187" y="4053378"/>
                  <a:ext cx="838200" cy="838200"/>
                </a:xfrm>
                <a:prstGeom prst="ellipse">
                  <a:avLst/>
                </a:prstGeom>
                <a:solidFill>
                  <a:srgbClr val="47B0FF"/>
                </a:solidFill>
                <a:ln w="19050"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050" dirty="0"/>
                    <a:t>4</a:t>
                  </a:r>
                  <a:endParaRPr lang="he-IL" sz="1050" dirty="0"/>
                </a:p>
              </p:txBody>
            </p:sp>
            <p:cxnSp>
              <p:nvCxnSpPr>
                <p:cNvPr id="344" name="Straight Arrow Connector 343">
                  <a:extLst>
                    <a:ext uri="{FF2B5EF4-FFF2-40B4-BE49-F238E27FC236}">
                      <a16:creationId xmlns:a16="http://schemas.microsoft.com/office/drawing/2014/main" id="{F93E304E-B81E-D57A-D0DB-3BE9B329EF8E}"/>
                    </a:ext>
                  </a:extLst>
                </p:cNvPr>
                <p:cNvCxnSpPr>
                  <a:stCxn id="341" idx="6"/>
                  <a:endCxn id="343" idx="2"/>
                </p:cNvCxnSpPr>
                <p:nvPr/>
              </p:nvCxnSpPr>
              <p:spPr>
                <a:xfrm>
                  <a:off x="4145573" y="4472478"/>
                  <a:ext cx="1112614" cy="0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5" name="Rectangle 344">
                      <a:extLst>
                        <a:ext uri="{FF2B5EF4-FFF2-40B4-BE49-F238E27FC236}">
                          <a16:creationId xmlns:a16="http://schemas.microsoft.com/office/drawing/2014/main" id="{27184945-8E89-F570-3591-95425EF98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0297" y="4008802"/>
                      <a:ext cx="1180685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m:rPr>
                                <m:sty m:val="p"/>
                              </m:rP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cri</m:t>
                            </m:r>
                            <m:sSub>
                              <m:sSubPr>
                                <m:ctrlPr>
                                  <a:rPr lang="en-US" sz="105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 dirty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dirty="0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/>
                    </a:p>
                  </p:txBody>
                </p:sp>
              </mc:Choice>
              <mc:Fallback xmlns="">
                <p:sp>
                  <p:nvSpPr>
                    <p:cNvPr id="345" name="Rectangle 344">
                      <a:extLst>
                        <a:ext uri="{FF2B5EF4-FFF2-40B4-BE49-F238E27FC236}">
                          <a16:creationId xmlns:a16="http://schemas.microsoft.com/office/drawing/2014/main" id="{27184945-8E89-F570-3591-95425EF9855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0297" y="4008802"/>
                      <a:ext cx="1180685" cy="5639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6" name="Curved Connector 61">
                  <a:extLst>
                    <a:ext uri="{FF2B5EF4-FFF2-40B4-BE49-F238E27FC236}">
                      <a16:creationId xmlns:a16="http://schemas.microsoft.com/office/drawing/2014/main" id="{358B3DF3-AD80-E27C-73B0-9EA51E8073EF}"/>
                    </a:ext>
                  </a:extLst>
                </p:cNvPr>
                <p:cNvCxnSpPr>
                  <a:stCxn id="343" idx="4"/>
                  <a:endCxn id="341" idx="4"/>
                </p:cNvCxnSpPr>
                <p:nvPr/>
              </p:nvCxnSpPr>
              <p:spPr>
                <a:xfrm rot="5400000">
                  <a:off x="4701880" y="3916171"/>
                  <a:ext cx="12700" cy="1950814"/>
                </a:xfrm>
                <a:prstGeom prst="curvedConnector3">
                  <a:avLst>
                    <a:gd name="adj1" fmla="val 2192022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47" name="Curved Connector 62">
                  <a:extLst>
                    <a:ext uri="{FF2B5EF4-FFF2-40B4-BE49-F238E27FC236}">
                      <a16:creationId xmlns:a16="http://schemas.microsoft.com/office/drawing/2014/main" id="{23D46341-2855-6BB6-DC83-412D3821B710}"/>
                    </a:ext>
                  </a:extLst>
                </p:cNvPr>
                <p:cNvCxnSpPr>
                  <a:stCxn id="341" idx="1"/>
                  <a:endCxn id="341" idx="7"/>
                </p:cNvCxnSpPr>
                <p:nvPr/>
              </p:nvCxnSpPr>
              <p:spPr>
                <a:xfrm rot="5400000" flipH="1" flipV="1">
                  <a:off x="3726473" y="3879782"/>
                  <a:ext cx="12700" cy="592696"/>
                </a:xfrm>
                <a:prstGeom prst="curvedConnector3">
                  <a:avLst>
                    <a:gd name="adj1" fmla="val 3501244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8" name="Rectangle 347">
                      <a:extLst>
                        <a:ext uri="{FF2B5EF4-FFF2-40B4-BE49-F238E27FC236}">
                          <a16:creationId xmlns:a16="http://schemas.microsoft.com/office/drawing/2014/main" id="{90158A87-0E8F-B0A6-0F4C-8EA860A9ED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6907" y="3280194"/>
                      <a:ext cx="1016998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/>
                    </a:p>
                  </p:txBody>
                </p:sp>
              </mc:Choice>
              <mc:Fallback xmlns="">
                <p:sp>
                  <p:nvSpPr>
                    <p:cNvPr id="348" name="Rectangle 347">
                      <a:extLst>
                        <a:ext uri="{FF2B5EF4-FFF2-40B4-BE49-F238E27FC236}">
                          <a16:creationId xmlns:a16="http://schemas.microsoft.com/office/drawing/2014/main" id="{90158A87-0E8F-B0A6-0F4C-8EA860A9ED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6907" y="3280194"/>
                      <a:ext cx="1016998" cy="5639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9" name="Curved Connector 64">
                  <a:extLst>
                    <a:ext uri="{FF2B5EF4-FFF2-40B4-BE49-F238E27FC236}">
                      <a16:creationId xmlns:a16="http://schemas.microsoft.com/office/drawing/2014/main" id="{DC9F5443-1BDA-C9A6-8CC7-FCCF9FA832DE}"/>
                    </a:ext>
                  </a:extLst>
                </p:cNvPr>
                <p:cNvCxnSpPr>
                  <a:stCxn id="343" idx="1"/>
                  <a:endCxn id="343" idx="7"/>
                </p:cNvCxnSpPr>
                <p:nvPr/>
              </p:nvCxnSpPr>
              <p:spPr>
                <a:xfrm rot="5400000" flipH="1" flipV="1">
                  <a:off x="5677287" y="3879782"/>
                  <a:ext cx="12700" cy="592696"/>
                </a:xfrm>
                <a:prstGeom prst="curvedConnector3">
                  <a:avLst>
                    <a:gd name="adj1" fmla="val 3648181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0" name="Rectangle 349">
                      <a:extLst>
                        <a:ext uri="{FF2B5EF4-FFF2-40B4-BE49-F238E27FC236}">
                          <a16:creationId xmlns:a16="http://schemas.microsoft.com/office/drawing/2014/main" id="{67D1574D-0824-7CE6-B892-C4099219BE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1499" y="3286483"/>
                      <a:ext cx="1223960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dirty="0" smtClean="0">
                                <a:latin typeface="Cambria Math"/>
                              </a:rPr>
                              <m:t>¬</m:t>
                            </m:r>
                            <m:r>
                              <a:rPr lang="en-US" sz="1050" i="1" dirty="0">
                                <a:latin typeface="Cambria Math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05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 dirty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i="1" dirty="0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50" name="Rectangle 349">
                      <a:extLst>
                        <a:ext uri="{FF2B5EF4-FFF2-40B4-BE49-F238E27FC236}">
                          <a16:creationId xmlns:a16="http://schemas.microsoft.com/office/drawing/2014/main" id="{67D1574D-0824-7CE6-B892-C4099219BE0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61499" y="3286483"/>
                      <a:ext cx="1223960" cy="5639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1" name="Rectangle 350">
                      <a:extLst>
                        <a:ext uri="{FF2B5EF4-FFF2-40B4-BE49-F238E27FC236}">
                          <a16:creationId xmlns:a16="http://schemas.microsoft.com/office/drawing/2014/main" id="{A0D91CD7-E1BD-3FC9-761D-1A51C35738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4304" y="5249179"/>
                      <a:ext cx="1016998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latin typeface="Cambria Math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51" name="Rectangle 350">
                      <a:extLst>
                        <a:ext uri="{FF2B5EF4-FFF2-40B4-BE49-F238E27FC236}">
                          <a16:creationId xmlns:a16="http://schemas.microsoft.com/office/drawing/2014/main" id="{A0D91CD7-E1BD-3FC9-761D-1A51C35738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84304" y="5249179"/>
                      <a:ext cx="1016998" cy="5639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52" name="Oval 351">
                  <a:extLst>
                    <a:ext uri="{FF2B5EF4-FFF2-40B4-BE49-F238E27FC236}">
                      <a16:creationId xmlns:a16="http://schemas.microsoft.com/office/drawing/2014/main" id="{A360912F-AAF1-9651-4984-68C5481FC7B2}"/>
                    </a:ext>
                  </a:extLst>
                </p:cNvPr>
                <p:cNvSpPr/>
                <p:nvPr/>
              </p:nvSpPr>
              <p:spPr>
                <a:xfrm>
                  <a:off x="3373446" y="4116178"/>
                  <a:ext cx="714902" cy="714901"/>
                </a:xfrm>
                <a:prstGeom prst="ellipse">
                  <a:avLst/>
                </a:prstGeom>
                <a:solidFill>
                  <a:srgbClr val="47B0FF"/>
                </a:solidFill>
                <a:ln w="19050">
                  <a:tailEnd type="stealth" w="lg" len="lg"/>
                </a:ln>
                <a:effectLst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050"/>
                    <a:t>3</a:t>
                  </a:r>
                  <a:endParaRPr lang="he-IL" sz="1050" dirty="0"/>
                </a:p>
              </p:txBody>
            </p:sp>
          </p:grpSp>
          <p:grpSp>
            <p:nvGrpSpPr>
              <p:cNvPr id="353" name="Group 352">
                <a:extLst>
                  <a:ext uri="{FF2B5EF4-FFF2-40B4-BE49-F238E27FC236}">
                    <a16:creationId xmlns:a16="http://schemas.microsoft.com/office/drawing/2014/main" id="{4FC87690-B850-4D62-4354-37A60139C75C}"/>
                  </a:ext>
                </a:extLst>
              </p:cNvPr>
              <p:cNvGrpSpPr/>
              <p:nvPr/>
            </p:nvGrpSpPr>
            <p:grpSpPr>
              <a:xfrm>
                <a:off x="536008" y="2088168"/>
                <a:ext cx="2944162" cy="1264632"/>
                <a:chOff x="2819400" y="3286483"/>
                <a:chExt cx="3666403" cy="1605095"/>
              </a:xfrm>
            </p:grpSpPr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4F506E3C-DA14-407F-9310-A57C3AC72CF6}"/>
                    </a:ext>
                  </a:extLst>
                </p:cNvPr>
                <p:cNvSpPr/>
                <p:nvPr/>
              </p:nvSpPr>
              <p:spPr>
                <a:xfrm>
                  <a:off x="3307373" y="4053378"/>
                  <a:ext cx="838200" cy="838200"/>
                </a:xfrm>
                <a:prstGeom prst="ellipse">
                  <a:avLst/>
                </a:prstGeom>
                <a:solidFill>
                  <a:srgbClr val="47B0FF"/>
                </a:solidFill>
                <a:ln w="19050"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050" dirty="0"/>
                    <a:t>1</a:t>
                  </a:r>
                  <a:endParaRPr lang="he-IL" sz="1050" dirty="0"/>
                </a:p>
              </p:txBody>
            </p:sp>
            <p:cxnSp>
              <p:nvCxnSpPr>
                <p:cNvPr id="355" name="Straight Arrow Connector 354">
                  <a:extLst>
                    <a:ext uri="{FF2B5EF4-FFF2-40B4-BE49-F238E27FC236}">
                      <a16:creationId xmlns:a16="http://schemas.microsoft.com/office/drawing/2014/main" id="{605153DB-DFEB-F36E-7EA5-9D4C59500AE5}"/>
                    </a:ext>
                  </a:extLst>
                </p:cNvPr>
                <p:cNvCxnSpPr>
                  <a:endCxn id="354" idx="2"/>
                </p:cNvCxnSpPr>
                <p:nvPr/>
              </p:nvCxnSpPr>
              <p:spPr>
                <a:xfrm>
                  <a:off x="2819400" y="4458482"/>
                  <a:ext cx="487973" cy="13996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C0C09553-6477-21C6-69DE-B3EA7667993C}"/>
                    </a:ext>
                  </a:extLst>
                </p:cNvPr>
                <p:cNvSpPr/>
                <p:nvPr/>
              </p:nvSpPr>
              <p:spPr>
                <a:xfrm>
                  <a:off x="5258187" y="4053378"/>
                  <a:ext cx="838200" cy="838200"/>
                </a:xfrm>
                <a:prstGeom prst="ellipse">
                  <a:avLst/>
                </a:prstGeom>
                <a:solidFill>
                  <a:srgbClr val="47B0FF"/>
                </a:solidFill>
                <a:ln w="19050"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 sz="1050"/>
                </a:p>
              </p:txBody>
            </p:sp>
            <p:cxnSp>
              <p:nvCxnSpPr>
                <p:cNvPr id="357" name="Straight Arrow Connector 356">
                  <a:extLst>
                    <a:ext uri="{FF2B5EF4-FFF2-40B4-BE49-F238E27FC236}">
                      <a16:creationId xmlns:a16="http://schemas.microsoft.com/office/drawing/2014/main" id="{8F624B9F-2D65-38A9-79F9-126989D3F479}"/>
                    </a:ext>
                  </a:extLst>
                </p:cNvPr>
                <p:cNvCxnSpPr>
                  <a:stCxn id="354" idx="6"/>
                  <a:endCxn id="356" idx="2"/>
                </p:cNvCxnSpPr>
                <p:nvPr/>
              </p:nvCxnSpPr>
              <p:spPr>
                <a:xfrm>
                  <a:off x="4145573" y="4472478"/>
                  <a:ext cx="1112614" cy="0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8" name="Rectangle 357">
                      <a:extLst>
                        <a:ext uri="{FF2B5EF4-FFF2-40B4-BE49-F238E27FC236}">
                          <a16:creationId xmlns:a16="http://schemas.microsoft.com/office/drawing/2014/main" id="{9B8EE17D-67CB-CC24-5238-B392DCF7EC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23812" y="4032249"/>
                      <a:ext cx="978744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</m:oMath>
                        </m:oMathPara>
                      </a14:m>
                      <a:endParaRPr lang="he-IL" sz="1050"/>
                    </a:p>
                  </p:txBody>
                </p:sp>
              </mc:Choice>
              <mc:Fallback xmlns="">
                <p:sp>
                  <p:nvSpPr>
                    <p:cNvPr id="358" name="Rectangle 357">
                      <a:extLst>
                        <a:ext uri="{FF2B5EF4-FFF2-40B4-BE49-F238E27FC236}">
                          <a16:creationId xmlns:a16="http://schemas.microsoft.com/office/drawing/2014/main" id="{9B8EE17D-67CB-CC24-5238-B392DCF7EC3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23812" y="4032249"/>
                      <a:ext cx="978744" cy="5639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9" name="Curved Connector 85">
                  <a:extLst>
                    <a:ext uri="{FF2B5EF4-FFF2-40B4-BE49-F238E27FC236}">
                      <a16:creationId xmlns:a16="http://schemas.microsoft.com/office/drawing/2014/main" id="{A939F904-9214-EFDB-B0E1-E51E1A580F4A}"/>
                    </a:ext>
                  </a:extLst>
                </p:cNvPr>
                <p:cNvCxnSpPr>
                  <a:stCxn id="354" idx="1"/>
                  <a:endCxn id="354" idx="7"/>
                </p:cNvCxnSpPr>
                <p:nvPr/>
              </p:nvCxnSpPr>
              <p:spPr>
                <a:xfrm rot="5400000" flipH="1" flipV="1">
                  <a:off x="3726473" y="3879782"/>
                  <a:ext cx="12700" cy="592696"/>
                </a:xfrm>
                <a:prstGeom prst="curvedConnector3">
                  <a:avLst>
                    <a:gd name="adj1" fmla="val 3501244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0" name="Rectangle 359">
                      <a:extLst>
                        <a:ext uri="{FF2B5EF4-FFF2-40B4-BE49-F238E27FC236}">
                          <a16:creationId xmlns:a16="http://schemas.microsoft.com/office/drawing/2014/main" id="{4BD1FBD6-F048-B8E6-2DF8-4751CFA5CA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05918" y="3338807"/>
                      <a:ext cx="963063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sz="105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𝑟𝑢𝑒</m:t>
                            </m:r>
                          </m:oMath>
                        </m:oMathPara>
                      </a14:m>
                      <a:endParaRPr lang="he-IL" sz="1050"/>
                    </a:p>
                  </p:txBody>
                </p:sp>
              </mc:Choice>
              <mc:Fallback xmlns="">
                <p:sp>
                  <p:nvSpPr>
                    <p:cNvPr id="360" name="Rectangle 359">
                      <a:extLst>
                        <a:ext uri="{FF2B5EF4-FFF2-40B4-BE49-F238E27FC236}">
                          <a16:creationId xmlns:a16="http://schemas.microsoft.com/office/drawing/2014/main" id="{4BD1FBD6-F048-B8E6-2DF8-4751CFA5CAE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5918" y="3338807"/>
                      <a:ext cx="963063" cy="5639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61" name="Curved Connector 88">
                  <a:extLst>
                    <a:ext uri="{FF2B5EF4-FFF2-40B4-BE49-F238E27FC236}">
                      <a16:creationId xmlns:a16="http://schemas.microsoft.com/office/drawing/2014/main" id="{8D35550C-FE22-75C4-0D1F-A0B975CBF1D8}"/>
                    </a:ext>
                  </a:extLst>
                </p:cNvPr>
                <p:cNvCxnSpPr>
                  <a:stCxn id="356" idx="1"/>
                  <a:endCxn id="356" idx="7"/>
                </p:cNvCxnSpPr>
                <p:nvPr/>
              </p:nvCxnSpPr>
              <p:spPr>
                <a:xfrm rot="5400000" flipH="1" flipV="1">
                  <a:off x="5677287" y="3879782"/>
                  <a:ext cx="12700" cy="592696"/>
                </a:xfrm>
                <a:prstGeom prst="curvedConnector3">
                  <a:avLst>
                    <a:gd name="adj1" fmla="val 3648181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2" name="Rectangle 361">
                      <a:extLst>
                        <a:ext uri="{FF2B5EF4-FFF2-40B4-BE49-F238E27FC236}">
                          <a16:creationId xmlns:a16="http://schemas.microsoft.com/office/drawing/2014/main" id="{CB8DDF76-501A-1044-3920-1F4633C9E5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1497" y="3286483"/>
                      <a:ext cx="1324306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dirty="0" smtClean="0">
                                <a:latin typeface="Cambria Math"/>
                              </a:rPr>
                              <m:t>¬</m:t>
                            </m:r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𝑤𝑎𝑖</m:t>
                            </m:r>
                            <m:sSub>
                              <m:sSubPr>
                                <m:ctrlPr>
                                  <a:rPr lang="en-US" sz="105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 dirty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i="1" dirty="0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62" name="Rectangle 361">
                      <a:extLst>
                        <a:ext uri="{FF2B5EF4-FFF2-40B4-BE49-F238E27FC236}">
                          <a16:creationId xmlns:a16="http://schemas.microsoft.com/office/drawing/2014/main" id="{CB8DDF76-501A-1044-3920-1F4633C9E5D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61497" y="3286483"/>
                      <a:ext cx="1324306" cy="5639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B796162C-BC65-221F-B6E4-13BA01C096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1542" y="2743199"/>
              <a:ext cx="572122" cy="561345"/>
            </a:xfrm>
            <a:prstGeom prst="ellipse">
              <a:avLst/>
            </a:prstGeom>
            <a:solidFill>
              <a:srgbClr val="47B0FF"/>
            </a:solidFill>
            <a:ln w="19050">
              <a:tailEnd type="stealth" w="lg" len="lg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050" dirty="0"/>
                <a:t>2</a:t>
              </a:r>
              <a:endParaRPr lang="he-IL" sz="1050" dirty="0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4370893-C174-B133-11AE-A18FA2050C1D}"/>
              </a:ext>
            </a:extLst>
          </p:cNvPr>
          <p:cNvGrpSpPr/>
          <p:nvPr/>
        </p:nvGrpSpPr>
        <p:grpSpPr>
          <a:xfrm>
            <a:off x="4741094" y="1381773"/>
            <a:ext cx="1900392" cy="2000557"/>
            <a:chOff x="464224" y="2088168"/>
            <a:chExt cx="2985225" cy="3398053"/>
          </a:xfrm>
        </p:grpSpPr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10165751-A6D3-7DA6-A345-B9FBFD6119AE}"/>
                </a:ext>
              </a:extLst>
            </p:cNvPr>
            <p:cNvGrpSpPr/>
            <p:nvPr/>
          </p:nvGrpSpPr>
          <p:grpSpPr>
            <a:xfrm>
              <a:off x="464224" y="2088168"/>
              <a:ext cx="2985225" cy="3398053"/>
              <a:chOff x="464224" y="2088168"/>
              <a:chExt cx="2985225" cy="3398053"/>
            </a:xfrm>
          </p:grpSpPr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8DEFA584-91B2-11C9-8196-880E935581B3}"/>
                  </a:ext>
                </a:extLst>
              </p:cNvPr>
              <p:cNvGrpSpPr/>
              <p:nvPr/>
            </p:nvGrpSpPr>
            <p:grpSpPr>
              <a:xfrm>
                <a:off x="464224" y="3540551"/>
                <a:ext cx="2837900" cy="1945670"/>
                <a:chOff x="2819400" y="3280194"/>
                <a:chExt cx="3534071" cy="2469481"/>
              </a:xfrm>
            </p:grpSpPr>
            <p:sp>
              <p:nvSpPr>
                <p:cNvPr id="380" name="Oval 379">
                  <a:extLst>
                    <a:ext uri="{FF2B5EF4-FFF2-40B4-BE49-F238E27FC236}">
                      <a16:creationId xmlns:a16="http://schemas.microsoft.com/office/drawing/2014/main" id="{5E774941-2F86-8704-3560-CC030C882C81}"/>
                    </a:ext>
                  </a:extLst>
                </p:cNvPr>
                <p:cNvSpPr/>
                <p:nvPr/>
              </p:nvSpPr>
              <p:spPr>
                <a:xfrm>
                  <a:off x="3307373" y="4053378"/>
                  <a:ext cx="838200" cy="838200"/>
                </a:xfrm>
                <a:prstGeom prst="ellipse">
                  <a:avLst/>
                </a:prstGeom>
                <a:solidFill>
                  <a:srgbClr val="FF0000">
                    <a:alpha val="14118"/>
                  </a:srgbClr>
                </a:solidFill>
                <a:ln w="19050"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 sz="1050"/>
                </a:p>
              </p:txBody>
            </p:sp>
            <p:cxnSp>
              <p:nvCxnSpPr>
                <p:cNvPr id="381" name="Straight Arrow Connector 380">
                  <a:extLst>
                    <a:ext uri="{FF2B5EF4-FFF2-40B4-BE49-F238E27FC236}">
                      <a16:creationId xmlns:a16="http://schemas.microsoft.com/office/drawing/2014/main" id="{5BEF8C56-FAA2-BA49-095B-970CFEB1B845}"/>
                    </a:ext>
                  </a:extLst>
                </p:cNvPr>
                <p:cNvCxnSpPr>
                  <a:endCxn id="380" idx="2"/>
                </p:cNvCxnSpPr>
                <p:nvPr/>
              </p:nvCxnSpPr>
              <p:spPr>
                <a:xfrm>
                  <a:off x="2819400" y="4458482"/>
                  <a:ext cx="487973" cy="13996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382" name="Oval 381">
                  <a:extLst>
                    <a:ext uri="{FF2B5EF4-FFF2-40B4-BE49-F238E27FC236}">
                      <a16:creationId xmlns:a16="http://schemas.microsoft.com/office/drawing/2014/main" id="{A4FD2123-9834-D7A6-6193-BA723F3BD496}"/>
                    </a:ext>
                  </a:extLst>
                </p:cNvPr>
                <p:cNvSpPr/>
                <p:nvPr/>
              </p:nvSpPr>
              <p:spPr>
                <a:xfrm>
                  <a:off x="5258187" y="4053378"/>
                  <a:ext cx="838200" cy="838200"/>
                </a:xfrm>
                <a:prstGeom prst="ellipse">
                  <a:avLst/>
                </a:prstGeom>
                <a:solidFill>
                  <a:srgbClr val="FF0000">
                    <a:alpha val="21961"/>
                  </a:srgbClr>
                </a:solidFill>
                <a:ln w="19050"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050" dirty="0"/>
                    <a:t>4</a:t>
                  </a:r>
                  <a:endParaRPr lang="he-IL" sz="1050" dirty="0"/>
                </a:p>
              </p:txBody>
            </p:sp>
            <p:cxnSp>
              <p:nvCxnSpPr>
                <p:cNvPr id="383" name="Straight Arrow Connector 382">
                  <a:extLst>
                    <a:ext uri="{FF2B5EF4-FFF2-40B4-BE49-F238E27FC236}">
                      <a16:creationId xmlns:a16="http://schemas.microsoft.com/office/drawing/2014/main" id="{A15BE2DC-E26C-5893-1130-4E154352294D}"/>
                    </a:ext>
                  </a:extLst>
                </p:cNvPr>
                <p:cNvCxnSpPr>
                  <a:stCxn id="380" idx="6"/>
                  <a:endCxn id="382" idx="2"/>
                </p:cNvCxnSpPr>
                <p:nvPr/>
              </p:nvCxnSpPr>
              <p:spPr>
                <a:xfrm>
                  <a:off x="4145573" y="4472478"/>
                  <a:ext cx="1112614" cy="0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4" name="Rectangle 383">
                      <a:extLst>
                        <a:ext uri="{FF2B5EF4-FFF2-40B4-BE49-F238E27FC236}">
                          <a16:creationId xmlns:a16="http://schemas.microsoft.com/office/drawing/2014/main" id="{1A262318-3FF4-D25C-4932-DAEDE74EF2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0297" y="4008802"/>
                      <a:ext cx="1149077" cy="5474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m:rPr>
                                <m:sty m:val="p"/>
                              </m:rP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cri</m:t>
                            </m:r>
                            <m:sSub>
                              <m:sSubPr>
                                <m:ctrlPr>
                                  <a:rPr lang="en-US" sz="105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 dirty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84" name="Rectangle 383">
                      <a:extLst>
                        <a:ext uri="{FF2B5EF4-FFF2-40B4-BE49-F238E27FC236}">
                          <a16:creationId xmlns:a16="http://schemas.microsoft.com/office/drawing/2014/main" id="{1A262318-3FF4-D25C-4932-DAEDE74EF28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20297" y="4008802"/>
                      <a:ext cx="1149077" cy="54740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85" name="Curved Connector 61">
                  <a:extLst>
                    <a:ext uri="{FF2B5EF4-FFF2-40B4-BE49-F238E27FC236}">
                      <a16:creationId xmlns:a16="http://schemas.microsoft.com/office/drawing/2014/main" id="{F3DAF8A8-E886-3E4D-B87C-8524E1C19CCF}"/>
                    </a:ext>
                  </a:extLst>
                </p:cNvPr>
                <p:cNvCxnSpPr>
                  <a:stCxn id="382" idx="4"/>
                  <a:endCxn id="380" idx="4"/>
                </p:cNvCxnSpPr>
                <p:nvPr/>
              </p:nvCxnSpPr>
              <p:spPr>
                <a:xfrm rot="5400000">
                  <a:off x="4701880" y="3916171"/>
                  <a:ext cx="12700" cy="1950814"/>
                </a:xfrm>
                <a:prstGeom prst="curvedConnector3">
                  <a:avLst>
                    <a:gd name="adj1" fmla="val 3114123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86" name="Curved Connector 62">
                  <a:extLst>
                    <a:ext uri="{FF2B5EF4-FFF2-40B4-BE49-F238E27FC236}">
                      <a16:creationId xmlns:a16="http://schemas.microsoft.com/office/drawing/2014/main" id="{0A43F1EE-CE89-1F30-ED56-E28960B6C2E8}"/>
                    </a:ext>
                  </a:extLst>
                </p:cNvPr>
                <p:cNvCxnSpPr>
                  <a:stCxn id="380" idx="1"/>
                  <a:endCxn id="380" idx="7"/>
                </p:cNvCxnSpPr>
                <p:nvPr/>
              </p:nvCxnSpPr>
              <p:spPr>
                <a:xfrm rot="5400000" flipH="1" flipV="1">
                  <a:off x="3726473" y="3879782"/>
                  <a:ext cx="12700" cy="592696"/>
                </a:xfrm>
                <a:prstGeom prst="curvedConnector3">
                  <a:avLst>
                    <a:gd name="adj1" fmla="val 3501244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7" name="Rectangle 386">
                      <a:extLst>
                        <a:ext uri="{FF2B5EF4-FFF2-40B4-BE49-F238E27FC236}">
                          <a16:creationId xmlns:a16="http://schemas.microsoft.com/office/drawing/2014/main" id="{58807255-2C42-6579-B16E-2E7BD6B10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6907" y="3280194"/>
                      <a:ext cx="994420" cy="5474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87" name="Rectangle 386">
                      <a:extLst>
                        <a:ext uri="{FF2B5EF4-FFF2-40B4-BE49-F238E27FC236}">
                          <a16:creationId xmlns:a16="http://schemas.microsoft.com/office/drawing/2014/main" id="{58807255-2C42-6579-B16E-2E7BD6B10D8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6907" y="3280194"/>
                      <a:ext cx="994420" cy="547401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88" name="Curved Connector 64">
                  <a:extLst>
                    <a:ext uri="{FF2B5EF4-FFF2-40B4-BE49-F238E27FC236}">
                      <a16:creationId xmlns:a16="http://schemas.microsoft.com/office/drawing/2014/main" id="{40064695-AE3E-6793-D434-362137183140}"/>
                    </a:ext>
                  </a:extLst>
                </p:cNvPr>
                <p:cNvCxnSpPr>
                  <a:stCxn id="382" idx="1"/>
                  <a:endCxn id="382" idx="7"/>
                </p:cNvCxnSpPr>
                <p:nvPr/>
              </p:nvCxnSpPr>
              <p:spPr>
                <a:xfrm rot="5400000" flipH="1" flipV="1">
                  <a:off x="5677287" y="3879782"/>
                  <a:ext cx="12700" cy="592696"/>
                </a:xfrm>
                <a:prstGeom prst="curvedConnector3">
                  <a:avLst>
                    <a:gd name="adj1" fmla="val 3648181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9" name="Rectangle 388">
                      <a:extLst>
                        <a:ext uri="{FF2B5EF4-FFF2-40B4-BE49-F238E27FC236}">
                          <a16:creationId xmlns:a16="http://schemas.microsoft.com/office/drawing/2014/main" id="{BFD6AB23-7EF5-BFA6-A8D7-2E35E4EB07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1497" y="3286483"/>
                      <a:ext cx="1191974" cy="5474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dirty="0" smtClean="0">
                                <a:latin typeface="Cambria Math"/>
                              </a:rPr>
                              <m:t>¬</m:t>
                            </m:r>
                            <m:r>
                              <a:rPr lang="en-US" sz="1050" i="1" dirty="0">
                                <a:latin typeface="Cambria Math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05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 dirty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89" name="Rectangle 388">
                      <a:extLst>
                        <a:ext uri="{FF2B5EF4-FFF2-40B4-BE49-F238E27FC236}">
                          <a16:creationId xmlns:a16="http://schemas.microsoft.com/office/drawing/2014/main" id="{BFD6AB23-7EF5-BFA6-A8D7-2E35E4EB073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61497" y="3286483"/>
                      <a:ext cx="1191974" cy="547401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0" name="Rectangle 389">
                      <a:extLst>
                        <a:ext uri="{FF2B5EF4-FFF2-40B4-BE49-F238E27FC236}">
                          <a16:creationId xmlns:a16="http://schemas.microsoft.com/office/drawing/2014/main" id="{3316147C-E44C-9C1E-86D7-01DA557F8A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40718" y="5185687"/>
                      <a:ext cx="1016998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latin typeface="Cambria Math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90" name="Rectangle 389">
                      <a:extLst>
                        <a:ext uri="{FF2B5EF4-FFF2-40B4-BE49-F238E27FC236}">
                          <a16:creationId xmlns:a16="http://schemas.microsoft.com/office/drawing/2014/main" id="{3316147C-E44C-9C1E-86D7-01DA557F8AE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40718" y="5185687"/>
                      <a:ext cx="1016998" cy="5639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72887B5C-FF1E-B318-421A-255276D5EA6F}"/>
                    </a:ext>
                  </a:extLst>
                </p:cNvPr>
                <p:cNvSpPr/>
                <p:nvPr/>
              </p:nvSpPr>
              <p:spPr>
                <a:xfrm>
                  <a:off x="3373446" y="4116178"/>
                  <a:ext cx="714902" cy="714901"/>
                </a:xfrm>
                <a:prstGeom prst="ellipse">
                  <a:avLst/>
                </a:prstGeom>
                <a:solidFill>
                  <a:srgbClr val="FF0000">
                    <a:alpha val="21961"/>
                  </a:srgbClr>
                </a:solidFill>
                <a:ln w="19050"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050"/>
                    <a:t>3</a:t>
                  </a:r>
                  <a:endParaRPr lang="he-IL" sz="1050" dirty="0"/>
                </a:p>
              </p:txBody>
            </p: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2A4F21FB-8BB6-08F0-4B7D-007BA1E611AB}"/>
                  </a:ext>
                </a:extLst>
              </p:cNvPr>
              <p:cNvGrpSpPr/>
              <p:nvPr/>
            </p:nvGrpSpPr>
            <p:grpSpPr>
              <a:xfrm>
                <a:off x="536008" y="2088168"/>
                <a:ext cx="2913441" cy="1264632"/>
                <a:chOff x="2819400" y="3286483"/>
                <a:chExt cx="3628145" cy="1605095"/>
              </a:xfrm>
            </p:grpSpPr>
            <p:sp>
              <p:nvSpPr>
                <p:cNvPr id="371" name="Oval 370">
                  <a:extLst>
                    <a:ext uri="{FF2B5EF4-FFF2-40B4-BE49-F238E27FC236}">
                      <a16:creationId xmlns:a16="http://schemas.microsoft.com/office/drawing/2014/main" id="{A3E35CA0-20E7-126C-90D7-473A85E82D5A}"/>
                    </a:ext>
                  </a:extLst>
                </p:cNvPr>
                <p:cNvSpPr/>
                <p:nvPr/>
              </p:nvSpPr>
              <p:spPr>
                <a:xfrm>
                  <a:off x="3307373" y="4053378"/>
                  <a:ext cx="838200" cy="838200"/>
                </a:xfrm>
                <a:prstGeom prst="ellipse">
                  <a:avLst/>
                </a:prstGeom>
                <a:solidFill>
                  <a:srgbClr val="FF0000">
                    <a:alpha val="21961"/>
                  </a:srgbClr>
                </a:solidFill>
                <a:ln w="19050"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en-US" sz="1050" dirty="0"/>
                    <a:t>1</a:t>
                  </a:r>
                  <a:endParaRPr lang="he-IL" sz="1050" dirty="0"/>
                </a:p>
              </p:txBody>
            </p:sp>
            <p:cxnSp>
              <p:nvCxnSpPr>
                <p:cNvPr id="372" name="Straight Arrow Connector 371">
                  <a:extLst>
                    <a:ext uri="{FF2B5EF4-FFF2-40B4-BE49-F238E27FC236}">
                      <a16:creationId xmlns:a16="http://schemas.microsoft.com/office/drawing/2014/main" id="{7ECB0DDB-488C-B61D-24EF-4F5849EBF3DF}"/>
                    </a:ext>
                  </a:extLst>
                </p:cNvPr>
                <p:cNvCxnSpPr>
                  <a:endCxn id="371" idx="2"/>
                </p:cNvCxnSpPr>
                <p:nvPr/>
              </p:nvCxnSpPr>
              <p:spPr>
                <a:xfrm>
                  <a:off x="2819400" y="4458482"/>
                  <a:ext cx="487973" cy="13996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B11897FF-E022-4965-75A5-D143EEFE602B}"/>
                    </a:ext>
                  </a:extLst>
                </p:cNvPr>
                <p:cNvSpPr/>
                <p:nvPr/>
              </p:nvSpPr>
              <p:spPr>
                <a:xfrm>
                  <a:off x="5258187" y="4053378"/>
                  <a:ext cx="838200" cy="838200"/>
                </a:xfrm>
                <a:prstGeom prst="ellipse">
                  <a:avLst/>
                </a:prstGeom>
                <a:solidFill>
                  <a:srgbClr val="FF0000">
                    <a:alpha val="21961"/>
                  </a:srgbClr>
                </a:solidFill>
                <a:ln w="19050"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 sz="1050"/>
                </a:p>
              </p:txBody>
            </p:sp>
            <p:cxnSp>
              <p:nvCxnSpPr>
                <p:cNvPr id="374" name="Straight Arrow Connector 373">
                  <a:extLst>
                    <a:ext uri="{FF2B5EF4-FFF2-40B4-BE49-F238E27FC236}">
                      <a16:creationId xmlns:a16="http://schemas.microsoft.com/office/drawing/2014/main" id="{AC23191A-63F0-A0C8-2881-7FD553A9EED1}"/>
                    </a:ext>
                  </a:extLst>
                </p:cNvPr>
                <p:cNvCxnSpPr>
                  <a:stCxn id="371" idx="6"/>
                  <a:endCxn id="373" idx="2"/>
                </p:cNvCxnSpPr>
                <p:nvPr/>
              </p:nvCxnSpPr>
              <p:spPr>
                <a:xfrm>
                  <a:off x="4145573" y="4472478"/>
                  <a:ext cx="1112614" cy="0"/>
                </a:xfrm>
                <a:prstGeom prst="straightConnector1">
                  <a:avLst/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5" name="Rectangle 374">
                      <a:extLst>
                        <a:ext uri="{FF2B5EF4-FFF2-40B4-BE49-F238E27FC236}">
                          <a16:creationId xmlns:a16="http://schemas.microsoft.com/office/drawing/2014/main" id="{C5751F20-8D46-9AFD-BF61-50B6F5C0D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23812" y="4032249"/>
                      <a:ext cx="978744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𝑡𝑟𝑢𝑒</m:t>
                            </m:r>
                          </m:oMath>
                        </m:oMathPara>
                      </a14:m>
                      <a:endParaRPr lang="he-IL" sz="1050"/>
                    </a:p>
                  </p:txBody>
                </p:sp>
              </mc:Choice>
              <mc:Fallback xmlns="">
                <p:sp>
                  <p:nvSpPr>
                    <p:cNvPr id="375" name="Rectangle 374">
                      <a:extLst>
                        <a:ext uri="{FF2B5EF4-FFF2-40B4-BE49-F238E27FC236}">
                          <a16:creationId xmlns:a16="http://schemas.microsoft.com/office/drawing/2014/main" id="{C5751F20-8D46-9AFD-BF61-50B6F5C0D5A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23812" y="4032249"/>
                      <a:ext cx="978744" cy="5639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76" name="Curved Connector 85">
                  <a:extLst>
                    <a:ext uri="{FF2B5EF4-FFF2-40B4-BE49-F238E27FC236}">
                      <a16:creationId xmlns:a16="http://schemas.microsoft.com/office/drawing/2014/main" id="{96CFB7E9-7FC2-3901-3B43-4BB0B9334D3F}"/>
                    </a:ext>
                  </a:extLst>
                </p:cNvPr>
                <p:cNvCxnSpPr>
                  <a:stCxn id="371" idx="1"/>
                  <a:endCxn id="371" idx="7"/>
                </p:cNvCxnSpPr>
                <p:nvPr/>
              </p:nvCxnSpPr>
              <p:spPr>
                <a:xfrm rot="5400000" flipH="1" flipV="1">
                  <a:off x="3726473" y="3879782"/>
                  <a:ext cx="12700" cy="592696"/>
                </a:xfrm>
                <a:prstGeom prst="curvedConnector3">
                  <a:avLst>
                    <a:gd name="adj1" fmla="val 3501244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7" name="Rectangle 376">
                      <a:extLst>
                        <a:ext uri="{FF2B5EF4-FFF2-40B4-BE49-F238E27FC236}">
                          <a16:creationId xmlns:a16="http://schemas.microsoft.com/office/drawing/2014/main" id="{955C713C-27AE-3232-C6A5-4566490BD3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05918" y="3338807"/>
                      <a:ext cx="963063" cy="5639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sz="105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050" b="0" i="1" smtClean="0">
                                <a:latin typeface="Cambria Math" panose="02040503050406030204" pitchFamily="18" charset="0"/>
                              </a:rPr>
                              <m:t>𝑟𝑢𝑒</m:t>
                            </m:r>
                          </m:oMath>
                        </m:oMathPara>
                      </a14:m>
                      <a:endParaRPr lang="he-IL" sz="1050"/>
                    </a:p>
                  </p:txBody>
                </p:sp>
              </mc:Choice>
              <mc:Fallback xmlns="">
                <p:sp>
                  <p:nvSpPr>
                    <p:cNvPr id="377" name="Rectangle 376">
                      <a:extLst>
                        <a:ext uri="{FF2B5EF4-FFF2-40B4-BE49-F238E27FC236}">
                          <a16:creationId xmlns:a16="http://schemas.microsoft.com/office/drawing/2014/main" id="{955C713C-27AE-3232-C6A5-4566490BD3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05918" y="3338807"/>
                      <a:ext cx="963063" cy="5639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78" name="Curved Connector 88">
                  <a:extLst>
                    <a:ext uri="{FF2B5EF4-FFF2-40B4-BE49-F238E27FC236}">
                      <a16:creationId xmlns:a16="http://schemas.microsoft.com/office/drawing/2014/main" id="{887D6D4A-902B-959F-FFE5-D1EA06F05875}"/>
                    </a:ext>
                  </a:extLst>
                </p:cNvPr>
                <p:cNvCxnSpPr>
                  <a:stCxn id="373" idx="1"/>
                  <a:endCxn id="373" idx="7"/>
                </p:cNvCxnSpPr>
                <p:nvPr/>
              </p:nvCxnSpPr>
              <p:spPr>
                <a:xfrm rot="5400000" flipH="1" flipV="1">
                  <a:off x="5677287" y="3879782"/>
                  <a:ext cx="12700" cy="592696"/>
                </a:xfrm>
                <a:prstGeom prst="curvedConnector3">
                  <a:avLst>
                    <a:gd name="adj1" fmla="val 3648181"/>
                  </a:avLst>
                </a:prstGeom>
                <a:ln w="19050">
                  <a:headEnd type="none" w="med" len="med"/>
                  <a:tailEnd type="stealth" w="lg" len="lg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9" name="Rectangle 378">
                      <a:extLst>
                        <a:ext uri="{FF2B5EF4-FFF2-40B4-BE49-F238E27FC236}">
                          <a16:creationId xmlns:a16="http://schemas.microsoft.com/office/drawing/2014/main" id="{D427E48F-D569-94B5-B897-B18C45FAF0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61497" y="3286483"/>
                      <a:ext cx="1286048" cy="54740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>
                      <a:spAutoFit/>
                    </a:bodyPr>
                    <a:lstStyle/>
                    <a:p>
                      <a:pPr algn="l" rtl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050" b="0" i="1" dirty="0" smtClean="0">
                                <a:latin typeface="Cambria Math"/>
                              </a:rPr>
                              <m:t>¬</m:t>
                            </m:r>
                            <m:r>
                              <a:rPr lang="en-US" sz="1050" b="0" i="1" dirty="0" smtClean="0">
                                <a:latin typeface="Cambria Math" panose="02040503050406030204" pitchFamily="18" charset="0"/>
                              </a:rPr>
                              <m:t>𝑤𝑎𝑖</m:t>
                            </m:r>
                            <m:sSub>
                              <m:sSubPr>
                                <m:ctrlPr>
                                  <a:rPr lang="en-US" sz="105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50" i="1" dirty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05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he-IL" sz="1050" dirty="0"/>
                    </a:p>
                  </p:txBody>
                </p:sp>
              </mc:Choice>
              <mc:Fallback xmlns="">
                <p:sp>
                  <p:nvSpPr>
                    <p:cNvPr id="379" name="Rectangle 378">
                      <a:extLst>
                        <a:ext uri="{FF2B5EF4-FFF2-40B4-BE49-F238E27FC236}">
                          <a16:creationId xmlns:a16="http://schemas.microsoft.com/office/drawing/2014/main" id="{D427E48F-D569-94B5-B897-B18C45FAF0C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61497" y="3286483"/>
                      <a:ext cx="1286048" cy="547401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241CA580-CD88-E806-62AB-9CDCA9D579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1542" y="2743199"/>
              <a:ext cx="572122" cy="561345"/>
            </a:xfrm>
            <a:prstGeom prst="ellipse">
              <a:avLst/>
            </a:prstGeom>
            <a:solidFill>
              <a:srgbClr val="FF0000">
                <a:alpha val="21961"/>
              </a:srgbClr>
            </a:solidFill>
            <a:ln w="19050">
              <a:tailEnd type="stealth" w="lg" len="lg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050" dirty="0"/>
                <a:t>2</a:t>
              </a:r>
              <a:endParaRPr lang="he-IL" sz="1050" dirty="0"/>
            </a:p>
          </p:txBody>
        </p:sp>
      </p:grpSp>
      <p:pic>
        <p:nvPicPr>
          <p:cNvPr id="394" name="Graphic 393" descr="Owl">
            <a:extLst>
              <a:ext uri="{FF2B5EF4-FFF2-40B4-BE49-F238E27FC236}">
                <a16:creationId xmlns:a16="http://schemas.microsoft.com/office/drawing/2014/main" id="{E0E1BF5C-C84C-8441-9B3A-4CEAC784A81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0239" y="5211154"/>
            <a:ext cx="789579" cy="789579"/>
          </a:xfrm>
          <a:prstGeom prst="rect">
            <a:avLst/>
          </a:prstGeom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A4855529-B298-526C-D1A7-9E6BB87B80B2}"/>
              </a:ext>
            </a:extLst>
          </p:cNvPr>
          <p:cNvSpPr txBox="1"/>
          <p:nvPr/>
        </p:nvSpPr>
        <p:spPr>
          <a:xfrm>
            <a:off x="152400" y="6101151"/>
            <a:ext cx="2140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 dirty="0">
                <a:latin typeface="Gisha" panose="020B0502040204020203" pitchFamily="34" charset="-79"/>
                <a:cs typeface="Gisha" panose="020B0502040204020203" pitchFamily="34" charset="-79"/>
              </a:rPr>
              <a:t>השלימו את שאר מצבי האוטומט</a:t>
            </a:r>
            <a:endParaRPr lang="en-US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904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12104" y="5696712"/>
            <a:ext cx="7543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3161256" y="4410456"/>
            <a:ext cx="2971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3161256" y="3191256"/>
            <a:ext cx="2971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3161256" y="1905000"/>
            <a:ext cx="2971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דוגמה: שימוש </a:t>
            </a:r>
            <a:r>
              <a:rPr lang="he-IL" sz="3200" err="1">
                <a:latin typeface="Gisha" panose="020B0502040204020203" pitchFamily="34" charset="-79"/>
                <a:cs typeface="Gisha" panose="020B0502040204020203" pitchFamily="34" charset="-79"/>
              </a:rPr>
              <a:t>באופרוטור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 sz="3200">
                <a:latin typeface="cmsy10"/>
              </a:rPr>
              <a:t>°</a:t>
            </a:r>
            <a:r>
              <a:rPr lang="he-IL" sz="3200"/>
              <a:t> 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לתכונות הרמזור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04348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15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534400" cy="4953000"/>
          </a:xfrm>
        </p:spPr>
        <p:txBody>
          <a:bodyPr>
            <a:normAutofit lnSpcReduction="1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הרמזור לא יכול להפוך לירוק מיד לאחר שהפך לאדום:</a:t>
            </a:r>
          </a:p>
          <a:p>
            <a:pPr algn="ctr">
              <a:spcBef>
                <a:spcPts val="1800"/>
              </a:spcBef>
              <a:buNone/>
            </a:pPr>
            <a:r>
              <a:rPr lang="en-US"/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FF0000"/>
                </a:solidFill>
                <a:latin typeface="cmmi10"/>
              </a:rPr>
              <a:t>red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latin typeface="cmsy10"/>
              </a:rPr>
              <a:t>)</a:t>
            </a:r>
            <a:r>
              <a:rPr lang="en-US"/>
              <a:t> </a:t>
            </a:r>
            <a:r>
              <a:rPr lang="en-US">
                <a:latin typeface="cmsy10"/>
              </a:rPr>
              <a:t>:°</a:t>
            </a:r>
            <a:r>
              <a:rPr lang="en-US">
                <a:solidFill>
                  <a:srgbClr val="336600"/>
                </a:solidFill>
                <a:latin typeface="cmmi10"/>
              </a:rPr>
              <a:t>green</a:t>
            </a:r>
            <a:r>
              <a:rPr lang="en-US">
                <a:latin typeface="cmr10"/>
              </a:rPr>
              <a:t>)</a:t>
            </a:r>
            <a:endParaRPr lang="he-IL">
              <a:latin typeface="cmr10"/>
            </a:endParaRPr>
          </a:p>
          <a:p>
            <a:pPr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בסופו של דבר יידלק הפנס הירוק:</a:t>
            </a:r>
          </a:p>
          <a:p>
            <a:pPr algn="ctr">
              <a:spcBef>
                <a:spcPts val="1800"/>
              </a:spcBef>
              <a:buNone/>
            </a:pPr>
            <a:r>
              <a:rPr lang="en-US"/>
              <a:t> </a:t>
            </a:r>
            <a:r>
              <a:rPr lang="en-US">
                <a:latin typeface="cmsy10"/>
              </a:rPr>
              <a:t>}</a:t>
            </a:r>
            <a:r>
              <a:rPr lang="en-US">
                <a:solidFill>
                  <a:srgbClr val="336600"/>
                </a:solidFill>
                <a:latin typeface="cmmi10"/>
              </a:rPr>
              <a:t>green</a:t>
            </a:r>
            <a:endParaRPr lang="he-IL">
              <a:solidFill>
                <a:srgbClr val="336600"/>
              </a:solidFill>
              <a:latin typeface="cmmi10"/>
            </a:endParaRPr>
          </a:p>
          <a:p>
            <a:pPr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לאחר שנדלק הפנס האדום, בסופו של דבר יידלק הירוק:</a:t>
            </a:r>
          </a:p>
          <a:p>
            <a:pPr algn="ctr">
              <a:spcBef>
                <a:spcPts val="1800"/>
              </a:spcBef>
              <a:buNone/>
            </a:pPr>
            <a:r>
              <a:rPr lang="en-US"/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FF0000"/>
                </a:solidFill>
                <a:latin typeface="cmmi10"/>
              </a:rPr>
              <a:t>red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latin typeface="cmsy10"/>
              </a:rPr>
              <a:t>)</a:t>
            </a:r>
            <a:r>
              <a:rPr lang="en-US"/>
              <a:t> </a:t>
            </a:r>
            <a:r>
              <a:rPr lang="en-US">
                <a:latin typeface="cmsy10"/>
              </a:rPr>
              <a:t>}</a:t>
            </a:r>
            <a:r>
              <a:rPr lang="en-US">
                <a:solidFill>
                  <a:srgbClr val="336600"/>
                </a:solidFill>
                <a:latin typeface="cmmi10"/>
              </a:rPr>
              <a:t>green</a:t>
            </a:r>
            <a:r>
              <a:rPr lang="en-US">
                <a:latin typeface="cmr10"/>
              </a:rPr>
              <a:t>)</a:t>
            </a:r>
            <a:endParaRPr lang="he-IL">
              <a:latin typeface="cmr10"/>
            </a:endParaRPr>
          </a:p>
          <a:p>
            <a:pPr>
              <a:spcBef>
                <a:spcPts val="24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תכונה יותר מורכבת:</a:t>
            </a:r>
          </a:p>
          <a:p>
            <a:pPr algn="ctr">
              <a:spcBef>
                <a:spcPts val="1800"/>
              </a:spcBef>
              <a:buNone/>
            </a:pPr>
            <a:r>
              <a:rPr lang="en-US"/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FF0000"/>
                </a:solidFill>
                <a:latin typeface="cmmi10"/>
              </a:rPr>
              <a:t>red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latin typeface="cmsy10"/>
              </a:rPr>
              <a:t>) °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FF0000"/>
                </a:solidFill>
                <a:latin typeface="cmmi10"/>
              </a:rPr>
              <a:t>red</a:t>
            </a:r>
            <a:r>
              <a:rPr lang="en-US">
                <a:solidFill>
                  <a:srgbClr val="FF0000"/>
                </a:solidFill>
                <a:latin typeface="cmr10"/>
              </a:rPr>
              <a:t> </a:t>
            </a:r>
            <a:r>
              <a:rPr lang="en-US">
                <a:latin typeface="Franklin Gothic Book"/>
              </a:rPr>
              <a:t>U 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A4A000"/>
                </a:solidFill>
                <a:latin typeface="cmmi10"/>
              </a:rPr>
              <a:t>yellow</a:t>
            </a:r>
            <a:r>
              <a:rPr lang="en-US">
                <a:solidFill>
                  <a:srgbClr val="D7D200"/>
                </a:solidFill>
              </a:rPr>
              <a:t> </a:t>
            </a:r>
            <a:r>
              <a:rPr lang="en-US">
                <a:latin typeface="cmsy10"/>
              </a:rPr>
              <a:t>Æ</a:t>
            </a:r>
            <a:r>
              <a:rPr lang="en-US"/>
              <a:t>  </a:t>
            </a:r>
            <a:r>
              <a:rPr lang="en-US">
                <a:latin typeface="cmsy10"/>
              </a:rPr>
              <a:t>°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A4A000"/>
                </a:solidFill>
                <a:latin typeface="cmmi10"/>
              </a:rPr>
              <a:t>yellow</a:t>
            </a:r>
            <a:r>
              <a:rPr lang="en-US">
                <a:solidFill>
                  <a:srgbClr val="D7D200"/>
                </a:solidFill>
                <a:latin typeface="cmr10"/>
              </a:rPr>
              <a:t> </a:t>
            </a:r>
            <a:r>
              <a:rPr lang="en-US">
                <a:latin typeface="Franklin Gothic Book"/>
              </a:rPr>
              <a:t>U</a:t>
            </a:r>
            <a:r>
              <a:rPr lang="en-US">
                <a:latin typeface="cmr10"/>
              </a:rPr>
              <a:t> </a:t>
            </a:r>
            <a:r>
              <a:rPr lang="en-US">
                <a:solidFill>
                  <a:srgbClr val="336600"/>
                </a:solidFill>
                <a:latin typeface="cmmi10"/>
              </a:rPr>
              <a:t>green</a:t>
            </a:r>
            <a:r>
              <a:rPr lang="en-US">
                <a:latin typeface="cmr10"/>
              </a:rPr>
              <a:t>))))</a:t>
            </a:r>
            <a:endParaRPr lang="he-IL">
              <a:latin typeface="cmr10"/>
            </a:endParaRPr>
          </a:p>
          <a:p>
            <a:pPr algn="ctr">
              <a:buNone/>
            </a:pPr>
            <a:endParaRPr lang="he-IL">
              <a:latin typeface="cmr10"/>
            </a:endParaRPr>
          </a:p>
          <a:p>
            <a:pPr algn="ctr">
              <a:buNone/>
            </a:pPr>
            <a:endParaRPr lang="he-IL">
              <a:latin typeface="cmr10"/>
            </a:endParaRPr>
          </a:p>
          <a:p>
            <a:pPr algn="ctr">
              <a:buNone/>
            </a:pPr>
            <a:endParaRPr lang="he-IL">
              <a:latin typeface="cmr10"/>
            </a:endParaRPr>
          </a:p>
          <a:p>
            <a:pPr algn="ctr">
              <a:buNone/>
            </a:pPr>
            <a:endParaRPr lang="he-IL">
              <a:latin typeface="cmr1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52862" y="2342755"/>
            <a:ext cx="6962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Arial Rounded MT Bold" panose="020F0704030504030204" pitchFamily="34" charset="0"/>
              </a:rPr>
              <a:t>Next</a:t>
            </a:r>
            <a:endParaRPr lang="he-IL">
              <a:solidFill>
                <a:srgbClr val="0000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449079" y="2396990"/>
            <a:ext cx="2284429" cy="369332"/>
          </a:xfrm>
          <a:custGeom>
            <a:avLst/>
            <a:gdLst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443346 w 2355273"/>
              <a:gd name="connsiteY3" fmla="*/ 138545 h 265366"/>
              <a:gd name="connsiteX4" fmla="*/ 535709 w 2355273"/>
              <a:gd name="connsiteY4" fmla="*/ 166254 h 265366"/>
              <a:gd name="connsiteX5" fmla="*/ 609600 w 2355273"/>
              <a:gd name="connsiteY5" fmla="*/ 175491 h 265366"/>
              <a:gd name="connsiteX6" fmla="*/ 665019 w 2355273"/>
              <a:gd name="connsiteY6" fmla="*/ 193963 h 265366"/>
              <a:gd name="connsiteX7" fmla="*/ 785091 w 2355273"/>
              <a:gd name="connsiteY7" fmla="*/ 212436 h 265366"/>
              <a:gd name="connsiteX8" fmla="*/ 886691 w 2355273"/>
              <a:gd name="connsiteY8" fmla="*/ 230909 h 265366"/>
              <a:gd name="connsiteX9" fmla="*/ 1052946 w 2355273"/>
              <a:gd name="connsiteY9" fmla="*/ 240145 h 265366"/>
              <a:gd name="connsiteX10" fmla="*/ 1810328 w 2355273"/>
              <a:gd name="connsiteY10" fmla="*/ 240145 h 265366"/>
              <a:gd name="connsiteX11" fmla="*/ 1847273 w 2355273"/>
              <a:gd name="connsiteY11" fmla="*/ 230909 h 265366"/>
              <a:gd name="connsiteX12" fmla="*/ 1948873 w 2355273"/>
              <a:gd name="connsiteY12" fmla="*/ 221672 h 265366"/>
              <a:gd name="connsiteX13" fmla="*/ 2032000 w 2355273"/>
              <a:gd name="connsiteY13" fmla="*/ 193963 h 265366"/>
              <a:gd name="connsiteX14" fmla="*/ 2059709 w 2355273"/>
              <a:gd name="connsiteY14" fmla="*/ 184727 h 265366"/>
              <a:gd name="connsiteX15" fmla="*/ 2087419 w 2355273"/>
              <a:gd name="connsiteY15" fmla="*/ 175491 h 265366"/>
              <a:gd name="connsiteX16" fmla="*/ 2115128 w 2355273"/>
              <a:gd name="connsiteY16" fmla="*/ 157018 h 265366"/>
              <a:gd name="connsiteX17" fmla="*/ 2142837 w 2355273"/>
              <a:gd name="connsiteY17" fmla="*/ 147781 h 265366"/>
              <a:gd name="connsiteX18" fmla="*/ 2170546 w 2355273"/>
              <a:gd name="connsiteY18" fmla="*/ 120072 h 265366"/>
              <a:gd name="connsiteX19" fmla="*/ 2225964 w 2355273"/>
              <a:gd name="connsiteY19" fmla="*/ 101600 h 265366"/>
              <a:gd name="connsiteX20" fmla="*/ 2290619 w 2355273"/>
              <a:gd name="connsiteY20" fmla="*/ 64654 h 265366"/>
              <a:gd name="connsiteX21" fmla="*/ 2355273 w 2355273"/>
              <a:gd name="connsiteY21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443346 w 2355273"/>
              <a:gd name="connsiteY3" fmla="*/ 138545 h 265366"/>
              <a:gd name="connsiteX4" fmla="*/ 535709 w 2355273"/>
              <a:gd name="connsiteY4" fmla="*/ 166254 h 265366"/>
              <a:gd name="connsiteX5" fmla="*/ 609600 w 2355273"/>
              <a:gd name="connsiteY5" fmla="*/ 175491 h 265366"/>
              <a:gd name="connsiteX6" fmla="*/ 785091 w 2355273"/>
              <a:gd name="connsiteY6" fmla="*/ 212436 h 265366"/>
              <a:gd name="connsiteX7" fmla="*/ 886691 w 2355273"/>
              <a:gd name="connsiteY7" fmla="*/ 230909 h 265366"/>
              <a:gd name="connsiteX8" fmla="*/ 1052946 w 2355273"/>
              <a:gd name="connsiteY8" fmla="*/ 240145 h 265366"/>
              <a:gd name="connsiteX9" fmla="*/ 1810328 w 2355273"/>
              <a:gd name="connsiteY9" fmla="*/ 240145 h 265366"/>
              <a:gd name="connsiteX10" fmla="*/ 1847273 w 2355273"/>
              <a:gd name="connsiteY10" fmla="*/ 230909 h 265366"/>
              <a:gd name="connsiteX11" fmla="*/ 1948873 w 2355273"/>
              <a:gd name="connsiteY11" fmla="*/ 221672 h 265366"/>
              <a:gd name="connsiteX12" fmla="*/ 2032000 w 2355273"/>
              <a:gd name="connsiteY12" fmla="*/ 193963 h 265366"/>
              <a:gd name="connsiteX13" fmla="*/ 2059709 w 2355273"/>
              <a:gd name="connsiteY13" fmla="*/ 184727 h 265366"/>
              <a:gd name="connsiteX14" fmla="*/ 2087419 w 2355273"/>
              <a:gd name="connsiteY14" fmla="*/ 175491 h 265366"/>
              <a:gd name="connsiteX15" fmla="*/ 2115128 w 2355273"/>
              <a:gd name="connsiteY15" fmla="*/ 157018 h 265366"/>
              <a:gd name="connsiteX16" fmla="*/ 2142837 w 2355273"/>
              <a:gd name="connsiteY16" fmla="*/ 147781 h 265366"/>
              <a:gd name="connsiteX17" fmla="*/ 2170546 w 2355273"/>
              <a:gd name="connsiteY17" fmla="*/ 120072 h 265366"/>
              <a:gd name="connsiteX18" fmla="*/ 2225964 w 2355273"/>
              <a:gd name="connsiteY18" fmla="*/ 101600 h 265366"/>
              <a:gd name="connsiteX19" fmla="*/ 2290619 w 2355273"/>
              <a:gd name="connsiteY19" fmla="*/ 64654 h 265366"/>
              <a:gd name="connsiteX20" fmla="*/ 2355273 w 2355273"/>
              <a:gd name="connsiteY20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443346 w 2355273"/>
              <a:gd name="connsiteY3" fmla="*/ 138545 h 265366"/>
              <a:gd name="connsiteX4" fmla="*/ 535709 w 2355273"/>
              <a:gd name="connsiteY4" fmla="*/ 166254 h 265366"/>
              <a:gd name="connsiteX5" fmla="*/ 785091 w 2355273"/>
              <a:gd name="connsiteY5" fmla="*/ 212436 h 265366"/>
              <a:gd name="connsiteX6" fmla="*/ 886691 w 2355273"/>
              <a:gd name="connsiteY6" fmla="*/ 230909 h 265366"/>
              <a:gd name="connsiteX7" fmla="*/ 1052946 w 2355273"/>
              <a:gd name="connsiteY7" fmla="*/ 240145 h 265366"/>
              <a:gd name="connsiteX8" fmla="*/ 1810328 w 2355273"/>
              <a:gd name="connsiteY8" fmla="*/ 240145 h 265366"/>
              <a:gd name="connsiteX9" fmla="*/ 1847273 w 2355273"/>
              <a:gd name="connsiteY9" fmla="*/ 230909 h 265366"/>
              <a:gd name="connsiteX10" fmla="*/ 1948873 w 2355273"/>
              <a:gd name="connsiteY10" fmla="*/ 221672 h 265366"/>
              <a:gd name="connsiteX11" fmla="*/ 2032000 w 2355273"/>
              <a:gd name="connsiteY11" fmla="*/ 193963 h 265366"/>
              <a:gd name="connsiteX12" fmla="*/ 2059709 w 2355273"/>
              <a:gd name="connsiteY12" fmla="*/ 184727 h 265366"/>
              <a:gd name="connsiteX13" fmla="*/ 2087419 w 2355273"/>
              <a:gd name="connsiteY13" fmla="*/ 175491 h 265366"/>
              <a:gd name="connsiteX14" fmla="*/ 2115128 w 2355273"/>
              <a:gd name="connsiteY14" fmla="*/ 157018 h 265366"/>
              <a:gd name="connsiteX15" fmla="*/ 2142837 w 2355273"/>
              <a:gd name="connsiteY15" fmla="*/ 147781 h 265366"/>
              <a:gd name="connsiteX16" fmla="*/ 2170546 w 2355273"/>
              <a:gd name="connsiteY16" fmla="*/ 120072 h 265366"/>
              <a:gd name="connsiteX17" fmla="*/ 2225964 w 2355273"/>
              <a:gd name="connsiteY17" fmla="*/ 101600 h 265366"/>
              <a:gd name="connsiteX18" fmla="*/ 2290619 w 2355273"/>
              <a:gd name="connsiteY18" fmla="*/ 64654 h 265366"/>
              <a:gd name="connsiteX19" fmla="*/ 2355273 w 2355273"/>
              <a:gd name="connsiteY19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443346 w 2355273"/>
              <a:gd name="connsiteY3" fmla="*/ 138545 h 265366"/>
              <a:gd name="connsiteX4" fmla="*/ 785091 w 2355273"/>
              <a:gd name="connsiteY4" fmla="*/ 212436 h 265366"/>
              <a:gd name="connsiteX5" fmla="*/ 886691 w 2355273"/>
              <a:gd name="connsiteY5" fmla="*/ 230909 h 265366"/>
              <a:gd name="connsiteX6" fmla="*/ 1052946 w 2355273"/>
              <a:gd name="connsiteY6" fmla="*/ 240145 h 265366"/>
              <a:gd name="connsiteX7" fmla="*/ 1810328 w 2355273"/>
              <a:gd name="connsiteY7" fmla="*/ 240145 h 265366"/>
              <a:gd name="connsiteX8" fmla="*/ 1847273 w 2355273"/>
              <a:gd name="connsiteY8" fmla="*/ 230909 h 265366"/>
              <a:gd name="connsiteX9" fmla="*/ 1948873 w 2355273"/>
              <a:gd name="connsiteY9" fmla="*/ 221672 h 265366"/>
              <a:gd name="connsiteX10" fmla="*/ 2032000 w 2355273"/>
              <a:gd name="connsiteY10" fmla="*/ 193963 h 265366"/>
              <a:gd name="connsiteX11" fmla="*/ 2059709 w 2355273"/>
              <a:gd name="connsiteY11" fmla="*/ 184727 h 265366"/>
              <a:gd name="connsiteX12" fmla="*/ 2087419 w 2355273"/>
              <a:gd name="connsiteY12" fmla="*/ 175491 h 265366"/>
              <a:gd name="connsiteX13" fmla="*/ 2115128 w 2355273"/>
              <a:gd name="connsiteY13" fmla="*/ 157018 h 265366"/>
              <a:gd name="connsiteX14" fmla="*/ 2142837 w 2355273"/>
              <a:gd name="connsiteY14" fmla="*/ 147781 h 265366"/>
              <a:gd name="connsiteX15" fmla="*/ 2170546 w 2355273"/>
              <a:gd name="connsiteY15" fmla="*/ 120072 h 265366"/>
              <a:gd name="connsiteX16" fmla="*/ 2225964 w 2355273"/>
              <a:gd name="connsiteY16" fmla="*/ 101600 h 265366"/>
              <a:gd name="connsiteX17" fmla="*/ 2290619 w 2355273"/>
              <a:gd name="connsiteY17" fmla="*/ 64654 h 265366"/>
              <a:gd name="connsiteX18" fmla="*/ 2355273 w 2355273"/>
              <a:gd name="connsiteY18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785091 w 2355273"/>
              <a:gd name="connsiteY3" fmla="*/ 212436 h 265366"/>
              <a:gd name="connsiteX4" fmla="*/ 886691 w 2355273"/>
              <a:gd name="connsiteY4" fmla="*/ 230909 h 265366"/>
              <a:gd name="connsiteX5" fmla="*/ 1052946 w 2355273"/>
              <a:gd name="connsiteY5" fmla="*/ 240145 h 265366"/>
              <a:gd name="connsiteX6" fmla="*/ 1810328 w 2355273"/>
              <a:gd name="connsiteY6" fmla="*/ 240145 h 265366"/>
              <a:gd name="connsiteX7" fmla="*/ 1847273 w 2355273"/>
              <a:gd name="connsiteY7" fmla="*/ 230909 h 265366"/>
              <a:gd name="connsiteX8" fmla="*/ 1948873 w 2355273"/>
              <a:gd name="connsiteY8" fmla="*/ 221672 h 265366"/>
              <a:gd name="connsiteX9" fmla="*/ 2032000 w 2355273"/>
              <a:gd name="connsiteY9" fmla="*/ 193963 h 265366"/>
              <a:gd name="connsiteX10" fmla="*/ 2059709 w 2355273"/>
              <a:gd name="connsiteY10" fmla="*/ 184727 h 265366"/>
              <a:gd name="connsiteX11" fmla="*/ 2087419 w 2355273"/>
              <a:gd name="connsiteY11" fmla="*/ 175491 h 265366"/>
              <a:gd name="connsiteX12" fmla="*/ 2115128 w 2355273"/>
              <a:gd name="connsiteY12" fmla="*/ 157018 h 265366"/>
              <a:gd name="connsiteX13" fmla="*/ 2142837 w 2355273"/>
              <a:gd name="connsiteY13" fmla="*/ 147781 h 265366"/>
              <a:gd name="connsiteX14" fmla="*/ 2170546 w 2355273"/>
              <a:gd name="connsiteY14" fmla="*/ 120072 h 265366"/>
              <a:gd name="connsiteX15" fmla="*/ 2225964 w 2355273"/>
              <a:gd name="connsiteY15" fmla="*/ 101600 h 265366"/>
              <a:gd name="connsiteX16" fmla="*/ 2290619 w 2355273"/>
              <a:gd name="connsiteY16" fmla="*/ 64654 h 265366"/>
              <a:gd name="connsiteX17" fmla="*/ 2355273 w 2355273"/>
              <a:gd name="connsiteY17" fmla="*/ 0 h 265366"/>
              <a:gd name="connsiteX0" fmla="*/ 0 w 2355273"/>
              <a:gd name="connsiteY0" fmla="*/ 110836 h 265366"/>
              <a:gd name="connsiteX1" fmla="*/ 55419 w 2355273"/>
              <a:gd name="connsiteY1" fmla="*/ 101600 h 265366"/>
              <a:gd name="connsiteX2" fmla="*/ 406400 w 2355273"/>
              <a:gd name="connsiteY2" fmla="*/ 120072 h 265366"/>
              <a:gd name="connsiteX3" fmla="*/ 785091 w 2355273"/>
              <a:gd name="connsiteY3" fmla="*/ 212436 h 265366"/>
              <a:gd name="connsiteX4" fmla="*/ 1052946 w 2355273"/>
              <a:gd name="connsiteY4" fmla="*/ 240145 h 265366"/>
              <a:gd name="connsiteX5" fmla="*/ 1810328 w 2355273"/>
              <a:gd name="connsiteY5" fmla="*/ 240145 h 265366"/>
              <a:gd name="connsiteX6" fmla="*/ 1847273 w 2355273"/>
              <a:gd name="connsiteY6" fmla="*/ 230909 h 265366"/>
              <a:gd name="connsiteX7" fmla="*/ 1948873 w 2355273"/>
              <a:gd name="connsiteY7" fmla="*/ 221672 h 265366"/>
              <a:gd name="connsiteX8" fmla="*/ 2032000 w 2355273"/>
              <a:gd name="connsiteY8" fmla="*/ 193963 h 265366"/>
              <a:gd name="connsiteX9" fmla="*/ 2059709 w 2355273"/>
              <a:gd name="connsiteY9" fmla="*/ 184727 h 265366"/>
              <a:gd name="connsiteX10" fmla="*/ 2087419 w 2355273"/>
              <a:gd name="connsiteY10" fmla="*/ 175491 h 265366"/>
              <a:gd name="connsiteX11" fmla="*/ 2115128 w 2355273"/>
              <a:gd name="connsiteY11" fmla="*/ 157018 h 265366"/>
              <a:gd name="connsiteX12" fmla="*/ 2142837 w 2355273"/>
              <a:gd name="connsiteY12" fmla="*/ 147781 h 265366"/>
              <a:gd name="connsiteX13" fmla="*/ 2170546 w 2355273"/>
              <a:gd name="connsiteY13" fmla="*/ 120072 h 265366"/>
              <a:gd name="connsiteX14" fmla="*/ 2225964 w 2355273"/>
              <a:gd name="connsiteY14" fmla="*/ 101600 h 265366"/>
              <a:gd name="connsiteX15" fmla="*/ 2290619 w 2355273"/>
              <a:gd name="connsiteY15" fmla="*/ 64654 h 265366"/>
              <a:gd name="connsiteX16" fmla="*/ 2355273 w 2355273"/>
              <a:gd name="connsiteY16" fmla="*/ 0 h 265366"/>
              <a:gd name="connsiteX0" fmla="*/ 0 w 2355273"/>
              <a:gd name="connsiteY0" fmla="*/ 110836 h 240700"/>
              <a:gd name="connsiteX1" fmla="*/ 55419 w 2355273"/>
              <a:gd name="connsiteY1" fmla="*/ 101600 h 240700"/>
              <a:gd name="connsiteX2" fmla="*/ 406400 w 2355273"/>
              <a:gd name="connsiteY2" fmla="*/ 120072 h 240700"/>
              <a:gd name="connsiteX3" fmla="*/ 785091 w 2355273"/>
              <a:gd name="connsiteY3" fmla="*/ 212436 h 240700"/>
              <a:gd name="connsiteX4" fmla="*/ 1810328 w 2355273"/>
              <a:gd name="connsiteY4" fmla="*/ 240145 h 240700"/>
              <a:gd name="connsiteX5" fmla="*/ 1847273 w 2355273"/>
              <a:gd name="connsiteY5" fmla="*/ 230909 h 240700"/>
              <a:gd name="connsiteX6" fmla="*/ 1948873 w 2355273"/>
              <a:gd name="connsiteY6" fmla="*/ 221672 h 240700"/>
              <a:gd name="connsiteX7" fmla="*/ 2032000 w 2355273"/>
              <a:gd name="connsiteY7" fmla="*/ 193963 h 240700"/>
              <a:gd name="connsiteX8" fmla="*/ 2059709 w 2355273"/>
              <a:gd name="connsiteY8" fmla="*/ 184727 h 240700"/>
              <a:gd name="connsiteX9" fmla="*/ 2087419 w 2355273"/>
              <a:gd name="connsiteY9" fmla="*/ 175491 h 240700"/>
              <a:gd name="connsiteX10" fmla="*/ 2115128 w 2355273"/>
              <a:gd name="connsiteY10" fmla="*/ 157018 h 240700"/>
              <a:gd name="connsiteX11" fmla="*/ 2142837 w 2355273"/>
              <a:gd name="connsiteY11" fmla="*/ 147781 h 240700"/>
              <a:gd name="connsiteX12" fmla="*/ 2170546 w 2355273"/>
              <a:gd name="connsiteY12" fmla="*/ 120072 h 240700"/>
              <a:gd name="connsiteX13" fmla="*/ 2225964 w 2355273"/>
              <a:gd name="connsiteY13" fmla="*/ 101600 h 240700"/>
              <a:gd name="connsiteX14" fmla="*/ 2290619 w 2355273"/>
              <a:gd name="connsiteY14" fmla="*/ 64654 h 240700"/>
              <a:gd name="connsiteX15" fmla="*/ 2355273 w 2355273"/>
              <a:gd name="connsiteY15" fmla="*/ 0 h 240700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59709 w 2355273"/>
              <a:gd name="connsiteY7" fmla="*/ 184727 h 241109"/>
              <a:gd name="connsiteX8" fmla="*/ 2087419 w 2355273"/>
              <a:gd name="connsiteY8" fmla="*/ 175491 h 241109"/>
              <a:gd name="connsiteX9" fmla="*/ 2115128 w 2355273"/>
              <a:gd name="connsiteY9" fmla="*/ 157018 h 241109"/>
              <a:gd name="connsiteX10" fmla="*/ 2142837 w 2355273"/>
              <a:gd name="connsiteY10" fmla="*/ 147781 h 241109"/>
              <a:gd name="connsiteX11" fmla="*/ 2170546 w 2355273"/>
              <a:gd name="connsiteY11" fmla="*/ 120072 h 241109"/>
              <a:gd name="connsiteX12" fmla="*/ 2225964 w 2355273"/>
              <a:gd name="connsiteY12" fmla="*/ 101600 h 241109"/>
              <a:gd name="connsiteX13" fmla="*/ 2290619 w 2355273"/>
              <a:gd name="connsiteY13" fmla="*/ 64654 h 241109"/>
              <a:gd name="connsiteX14" fmla="*/ 2355273 w 2355273"/>
              <a:gd name="connsiteY14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59709 w 2355273"/>
              <a:gd name="connsiteY7" fmla="*/ 184727 h 241109"/>
              <a:gd name="connsiteX8" fmla="*/ 2087419 w 2355273"/>
              <a:gd name="connsiteY8" fmla="*/ 175491 h 241109"/>
              <a:gd name="connsiteX9" fmla="*/ 2142837 w 2355273"/>
              <a:gd name="connsiteY9" fmla="*/ 147781 h 241109"/>
              <a:gd name="connsiteX10" fmla="*/ 2170546 w 2355273"/>
              <a:gd name="connsiteY10" fmla="*/ 120072 h 241109"/>
              <a:gd name="connsiteX11" fmla="*/ 2225964 w 2355273"/>
              <a:gd name="connsiteY11" fmla="*/ 101600 h 241109"/>
              <a:gd name="connsiteX12" fmla="*/ 2290619 w 2355273"/>
              <a:gd name="connsiteY12" fmla="*/ 64654 h 241109"/>
              <a:gd name="connsiteX13" fmla="*/ 2355273 w 2355273"/>
              <a:gd name="connsiteY13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59709 w 2355273"/>
              <a:gd name="connsiteY7" fmla="*/ 184727 h 241109"/>
              <a:gd name="connsiteX8" fmla="*/ 2087419 w 2355273"/>
              <a:gd name="connsiteY8" fmla="*/ 175491 h 241109"/>
              <a:gd name="connsiteX9" fmla="*/ 2142837 w 2355273"/>
              <a:gd name="connsiteY9" fmla="*/ 147781 h 241109"/>
              <a:gd name="connsiteX10" fmla="*/ 2170546 w 2355273"/>
              <a:gd name="connsiteY10" fmla="*/ 120072 h 241109"/>
              <a:gd name="connsiteX11" fmla="*/ 2290619 w 2355273"/>
              <a:gd name="connsiteY11" fmla="*/ 64654 h 241109"/>
              <a:gd name="connsiteX12" fmla="*/ 2355273 w 2355273"/>
              <a:gd name="connsiteY12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59709 w 2355273"/>
              <a:gd name="connsiteY7" fmla="*/ 184727 h 241109"/>
              <a:gd name="connsiteX8" fmla="*/ 2087419 w 2355273"/>
              <a:gd name="connsiteY8" fmla="*/ 175491 h 241109"/>
              <a:gd name="connsiteX9" fmla="*/ 2142837 w 2355273"/>
              <a:gd name="connsiteY9" fmla="*/ 147781 h 241109"/>
              <a:gd name="connsiteX10" fmla="*/ 2170546 w 2355273"/>
              <a:gd name="connsiteY10" fmla="*/ 120072 h 241109"/>
              <a:gd name="connsiteX11" fmla="*/ 2355273 w 2355273"/>
              <a:gd name="connsiteY11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59709 w 2355273"/>
              <a:gd name="connsiteY7" fmla="*/ 184727 h 241109"/>
              <a:gd name="connsiteX8" fmla="*/ 2087419 w 2355273"/>
              <a:gd name="connsiteY8" fmla="*/ 175491 h 241109"/>
              <a:gd name="connsiteX9" fmla="*/ 2142837 w 2355273"/>
              <a:gd name="connsiteY9" fmla="*/ 147781 h 241109"/>
              <a:gd name="connsiteX10" fmla="*/ 2355273 w 2355273"/>
              <a:gd name="connsiteY10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59709 w 2355273"/>
              <a:gd name="connsiteY7" fmla="*/ 184727 h 241109"/>
              <a:gd name="connsiteX8" fmla="*/ 2087419 w 2355273"/>
              <a:gd name="connsiteY8" fmla="*/ 175491 h 241109"/>
              <a:gd name="connsiteX9" fmla="*/ 2355273 w 2355273"/>
              <a:gd name="connsiteY9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32000 w 2355273"/>
              <a:gd name="connsiteY6" fmla="*/ 193963 h 241109"/>
              <a:gd name="connsiteX7" fmla="*/ 2087419 w 2355273"/>
              <a:gd name="connsiteY7" fmla="*/ 175491 h 241109"/>
              <a:gd name="connsiteX8" fmla="*/ 2355273 w 2355273"/>
              <a:gd name="connsiteY8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087419 w 2355273"/>
              <a:gd name="connsiteY6" fmla="*/ 175491 h 241109"/>
              <a:gd name="connsiteX7" fmla="*/ 2355273 w 2355273"/>
              <a:gd name="connsiteY7" fmla="*/ 0 h 241109"/>
              <a:gd name="connsiteX0" fmla="*/ 0 w 2355273"/>
              <a:gd name="connsiteY0" fmla="*/ 110836 h 241109"/>
              <a:gd name="connsiteX1" fmla="*/ 55419 w 2355273"/>
              <a:gd name="connsiteY1" fmla="*/ 101600 h 241109"/>
              <a:gd name="connsiteX2" fmla="*/ 406400 w 2355273"/>
              <a:gd name="connsiteY2" fmla="*/ 120072 h 241109"/>
              <a:gd name="connsiteX3" fmla="*/ 785091 w 2355273"/>
              <a:gd name="connsiteY3" fmla="*/ 212436 h 241109"/>
              <a:gd name="connsiteX4" fmla="*/ 1810328 w 2355273"/>
              <a:gd name="connsiteY4" fmla="*/ 240145 h 241109"/>
              <a:gd name="connsiteX5" fmla="*/ 1847273 w 2355273"/>
              <a:gd name="connsiteY5" fmla="*/ 230909 h 241109"/>
              <a:gd name="connsiteX6" fmla="*/ 2355273 w 2355273"/>
              <a:gd name="connsiteY6" fmla="*/ 0 h 241109"/>
              <a:gd name="connsiteX0" fmla="*/ 0 w 2355273"/>
              <a:gd name="connsiteY0" fmla="*/ 110836 h 253656"/>
              <a:gd name="connsiteX1" fmla="*/ 55419 w 2355273"/>
              <a:gd name="connsiteY1" fmla="*/ 101600 h 253656"/>
              <a:gd name="connsiteX2" fmla="*/ 406400 w 2355273"/>
              <a:gd name="connsiteY2" fmla="*/ 120072 h 253656"/>
              <a:gd name="connsiteX3" fmla="*/ 785091 w 2355273"/>
              <a:gd name="connsiteY3" fmla="*/ 212436 h 253656"/>
              <a:gd name="connsiteX4" fmla="*/ 1810328 w 2355273"/>
              <a:gd name="connsiteY4" fmla="*/ 240145 h 253656"/>
              <a:gd name="connsiteX5" fmla="*/ 2355273 w 2355273"/>
              <a:gd name="connsiteY5" fmla="*/ 0 h 253656"/>
              <a:gd name="connsiteX0" fmla="*/ 0 w 2355273"/>
              <a:gd name="connsiteY0" fmla="*/ 110836 h 253656"/>
              <a:gd name="connsiteX1" fmla="*/ 406400 w 2355273"/>
              <a:gd name="connsiteY1" fmla="*/ 120072 h 253656"/>
              <a:gd name="connsiteX2" fmla="*/ 785091 w 2355273"/>
              <a:gd name="connsiteY2" fmla="*/ 212436 h 253656"/>
              <a:gd name="connsiteX3" fmla="*/ 1810328 w 2355273"/>
              <a:gd name="connsiteY3" fmla="*/ 240145 h 253656"/>
              <a:gd name="connsiteX4" fmla="*/ 2355273 w 2355273"/>
              <a:gd name="connsiteY4" fmla="*/ 0 h 253656"/>
              <a:gd name="connsiteX0" fmla="*/ 0 w 2355273"/>
              <a:gd name="connsiteY0" fmla="*/ 110836 h 253656"/>
              <a:gd name="connsiteX1" fmla="*/ 406400 w 2355273"/>
              <a:gd name="connsiteY1" fmla="*/ 120072 h 253656"/>
              <a:gd name="connsiteX2" fmla="*/ 785091 w 2355273"/>
              <a:gd name="connsiteY2" fmla="*/ 212436 h 253656"/>
              <a:gd name="connsiteX3" fmla="*/ 1810328 w 2355273"/>
              <a:gd name="connsiteY3" fmla="*/ 240145 h 253656"/>
              <a:gd name="connsiteX4" fmla="*/ 2355273 w 2355273"/>
              <a:gd name="connsiteY4" fmla="*/ 0 h 253656"/>
              <a:gd name="connsiteX0" fmla="*/ 0 w 2355273"/>
              <a:gd name="connsiteY0" fmla="*/ 110836 h 253656"/>
              <a:gd name="connsiteX1" fmla="*/ 785091 w 2355273"/>
              <a:gd name="connsiteY1" fmla="*/ 212436 h 253656"/>
              <a:gd name="connsiteX2" fmla="*/ 1810328 w 2355273"/>
              <a:gd name="connsiteY2" fmla="*/ 240145 h 253656"/>
              <a:gd name="connsiteX3" fmla="*/ 2355273 w 2355273"/>
              <a:gd name="connsiteY3" fmla="*/ 0 h 25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5273" h="253656">
                <a:moveTo>
                  <a:pt x="0" y="110836"/>
                </a:moveTo>
                <a:lnTo>
                  <a:pt x="785091" y="212436"/>
                </a:lnTo>
                <a:cubicBezTo>
                  <a:pt x="1019079" y="232448"/>
                  <a:pt x="1548631" y="275551"/>
                  <a:pt x="1810328" y="240145"/>
                </a:cubicBezTo>
                <a:cubicBezTo>
                  <a:pt x="2072025" y="204739"/>
                  <a:pt x="2241743" y="50030"/>
                  <a:pt x="2355273" y="0"/>
                </a:cubicBezTo>
              </a:path>
            </a:pathLst>
          </a:custGeom>
          <a:noFill/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פרקטיות ב-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73380" y="1371600"/>
                <a:ext cx="6553200" cy="52578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נגישות</a:t>
                </a:r>
                <a:r>
                  <a:rPr lang="he-IL" dirty="0"/>
                  <a:t>:</a:t>
                </a:r>
                <a:endParaRPr lang="he-IL" sz="2800" dirty="0"/>
              </a:p>
              <a:p>
                <a:pPr lvl="1">
                  <a:spcBef>
                    <a:spcPts val="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נגישות השלילה</a:t>
                </a:r>
                <a:r>
                  <a:rPr lang="he-IL" dirty="0"/>
                  <a:t>: </a:t>
                </a:r>
                <a:r>
                  <a:rPr lang="en-US" dirty="0"/>
                  <a:t> </a:t>
                </a:r>
                <a:r>
                  <a:rPr lang="en-US" dirty="0">
                    <a:latin typeface="cmsy10"/>
                  </a:rPr>
                  <a:t>} :</a:t>
                </a:r>
                <a:r>
                  <a:rPr lang="en-US" dirty="0">
                    <a:solidFill>
                      <a:srgbClr val="FF0000"/>
                    </a:solidFill>
                    <a:latin typeface="cmmi10"/>
                  </a:rPr>
                  <a:t>Ã  </a:t>
                </a:r>
                <a:r>
                  <a:rPr lang="en-US" dirty="0">
                    <a:latin typeface="cmmi10"/>
                  </a:rPr>
                  <a:t>  </a:t>
                </a:r>
                <a:endParaRPr lang="he-IL" dirty="0">
                  <a:latin typeface="cmmi1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נגישות מותנית</a:t>
                </a:r>
                <a:r>
                  <a:rPr lang="he-IL" dirty="0">
                    <a:latin typeface="cmmi10"/>
                  </a:rPr>
                  <a:t>: </a:t>
                </a:r>
                <a:r>
                  <a:rPr lang="en-US" dirty="0">
                    <a:solidFill>
                      <a:srgbClr val="0000FF"/>
                    </a:solidFill>
                    <a:latin typeface="cmmi10"/>
                  </a:rPr>
                  <a:t>Á</a:t>
                </a:r>
                <a:r>
                  <a:rPr lang="en-US" dirty="0">
                    <a:latin typeface="cmmi10"/>
                  </a:rPr>
                  <a:t> </a:t>
                </a:r>
                <a:r>
                  <a:rPr lang="en-US" dirty="0">
                    <a:latin typeface="Franklin Gothic Book"/>
                  </a:rPr>
                  <a:t>U</a:t>
                </a:r>
                <a:r>
                  <a:rPr lang="en-US" dirty="0">
                    <a:latin typeface="cmmi10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cmmi10"/>
                  </a:rPr>
                  <a:t>Ã	</a:t>
                </a:r>
                <a:endParaRPr lang="he-IL" dirty="0">
                  <a:solidFill>
                    <a:srgbClr val="FF0000"/>
                  </a:solidFill>
                  <a:latin typeface="cmmi10"/>
                </a:endParaRPr>
              </a:p>
              <a:p>
                <a:pPr>
                  <a:spcBef>
                    <a:spcPts val="600"/>
                  </a:spcBef>
                </a:pPr>
                <a:endParaRPr lang="he-IL" dirty="0">
                  <a:solidFill>
                    <a:srgbClr val="0000FF"/>
                  </a:solidFill>
                  <a:latin typeface="cmmi1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בטיחות</a:t>
                </a:r>
                <a:r>
                  <a:rPr lang="he-IL" dirty="0">
                    <a:latin typeface="cmmi10"/>
                  </a:rPr>
                  <a:t>:</a:t>
                </a:r>
                <a:endParaRPr lang="he-IL" sz="2800" dirty="0">
                  <a:latin typeface="cmmi1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שמורה</a:t>
                </a:r>
                <a:r>
                  <a:rPr lang="he-IL" dirty="0">
                    <a:latin typeface="cmmi1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e-IL" b="1" dirty="0">
                        <a:latin typeface="Symbol"/>
                        <a:sym typeface="Symbol"/>
                      </a:rPr>
                      <m:t>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he-IL" dirty="0">
                  <a:solidFill>
                    <a:srgbClr val="FF0000"/>
                  </a:solidFill>
                  <a:latin typeface="cmmi1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בטיחות מותנית</a:t>
                </a:r>
                <a:r>
                  <a:rPr lang="he-IL" dirty="0">
                    <a:latin typeface="cmmi10"/>
                  </a:rPr>
                  <a:t>: </a:t>
                </a:r>
                <a:r>
                  <a:rPr lang="en-US" dirty="0">
                    <a:solidFill>
                      <a:srgbClr val="0000FF"/>
                    </a:solidFill>
                    <a:latin typeface="cmmi1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Franklin Gothic Book"/>
                          </a:rPr>
                          <m:t>U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nor/>
                      </m:rPr>
                      <a:rPr lang="he-IL" b="1" dirty="0">
                        <a:latin typeface="Symbol"/>
                        <a:sym typeface="Symbol"/>
                      </a:rPr>
                      <m:t>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𝜙</m:t>
                    </m:r>
                  </m:oMath>
                </a14:m>
                <a:endParaRPr lang="he-IL" b="0" dirty="0">
                  <a:solidFill>
                    <a:srgbClr val="0000FF"/>
                  </a:solidFill>
                  <a:latin typeface="cmmi10"/>
                  <a:sym typeface="Symbol"/>
                </a:endParaRPr>
              </a:p>
              <a:p>
                <a:pPr lvl="1">
                  <a:spcBef>
                    <a:spcPts val="600"/>
                  </a:spcBef>
                </a:pPr>
                <a:endParaRPr lang="he-IL" dirty="0">
                  <a:solidFill>
                    <a:srgbClr val="0000FF"/>
                  </a:solidFill>
                  <a:latin typeface="cmmi1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חיות</a:t>
                </a:r>
                <a:r>
                  <a:rPr lang="he-IL" dirty="0">
                    <a:latin typeface="cmmi10"/>
                  </a:rPr>
                  <a:t>:</a:t>
                </a:r>
                <a:endParaRPr lang="he-IL" sz="2800" dirty="0">
                  <a:latin typeface="cmmi1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he-IL" dirty="0">
                    <a:latin typeface="cmmi10"/>
                  </a:rPr>
                  <a:t>: </a:t>
                </a:r>
                <a:r>
                  <a:rPr lang="en-US" dirty="0">
                    <a:latin typeface="cmr10"/>
                  </a:rPr>
                  <a:t>(</a:t>
                </a:r>
                <a:r>
                  <a:rPr lang="en-US" dirty="0">
                    <a:solidFill>
                      <a:srgbClr val="0000FF"/>
                    </a:solidFill>
                    <a:latin typeface="cmmi10"/>
                  </a:rPr>
                  <a:t>Á</a:t>
                </a:r>
                <a:r>
                  <a:rPr lang="en-US" dirty="0">
                    <a:latin typeface="cmr10"/>
                  </a:rPr>
                  <a:t> </a:t>
                </a:r>
                <a:r>
                  <a:rPr lang="en-US" dirty="0">
                    <a:latin typeface="cmsy10"/>
                  </a:rPr>
                  <a:t>)</a:t>
                </a:r>
                <a:r>
                  <a:rPr lang="en-US" dirty="0">
                    <a:latin typeface="cmr10"/>
                  </a:rPr>
                  <a:t> </a:t>
                </a:r>
                <a:r>
                  <a:rPr lang="en-US" b="1" dirty="0">
                    <a:latin typeface="cmsy10"/>
                  </a:rPr>
                  <a:t>}</a:t>
                </a:r>
                <a:r>
                  <a:rPr lang="en-US" dirty="0">
                    <a:solidFill>
                      <a:srgbClr val="FF0000"/>
                    </a:solidFill>
                    <a:latin typeface="cmmi10"/>
                  </a:rPr>
                  <a:t>Ã</a:t>
                </a:r>
                <a:r>
                  <a:rPr lang="en-US" dirty="0">
                    <a:latin typeface="cmr10"/>
                  </a:rPr>
                  <a:t>)</a:t>
                </a:r>
                <a:r>
                  <a:rPr lang="he-IL" dirty="0">
                    <a:latin typeface="Symbol"/>
                    <a:sym typeface="Symbol"/>
                  </a:rPr>
                  <a:t> </a:t>
                </a:r>
                <a:r>
                  <a:rPr lang="he-IL" b="1" dirty="0">
                    <a:latin typeface="Symbol"/>
                    <a:sym typeface="Symbol"/>
                  </a:rPr>
                  <a:t></a:t>
                </a:r>
                <a:br>
                  <a:rPr lang="en-US" dirty="0">
                    <a:latin typeface="cmr10"/>
                  </a:rPr>
                </a:br>
                <a:endParaRPr lang="he-IL" dirty="0">
                  <a:latin typeface="cmr1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הוגנות</a:t>
                </a:r>
                <a:r>
                  <a:rPr lang="he-IL" dirty="0">
                    <a:latin typeface="cmr10"/>
                  </a:rPr>
                  <a:t>:</a:t>
                </a:r>
                <a:endParaRPr lang="he-IL" sz="2800" dirty="0">
                  <a:latin typeface="cmr10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he-IL" dirty="0">
                    <a:latin typeface="cmr10"/>
                  </a:rPr>
                  <a:t>: </a:t>
                </a:r>
                <a:r>
                  <a:rPr lang="en-US" b="1" dirty="0">
                    <a:latin typeface="Symbol"/>
                    <a:sym typeface="Symbol"/>
                  </a:rPr>
                  <a:t></a:t>
                </a:r>
                <a:r>
                  <a:rPr lang="en-US" b="1" dirty="0">
                    <a:latin typeface="cmsy10"/>
                    <a:sym typeface="Symbol"/>
                  </a:rPr>
                  <a:t>}</a:t>
                </a:r>
                <a:r>
                  <a:rPr lang="en-US" dirty="0">
                    <a:solidFill>
                      <a:srgbClr val="0000FF"/>
                    </a:solidFill>
                    <a:latin typeface="cmmi10"/>
                    <a:sym typeface="Symbol"/>
                  </a:rPr>
                  <a:t>Á</a:t>
                </a:r>
                <a:endParaRPr lang="he-IL" dirty="0">
                  <a:solidFill>
                    <a:srgbClr val="0000FF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73380" y="1371600"/>
                <a:ext cx="6553200" cy="5257800"/>
              </a:xfrm>
              <a:blipFill>
                <a:blip r:embed="rId2"/>
                <a:stretch>
                  <a:fillRect t="-1506" r="-1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/>
          <p:cNvSpPr/>
          <p:nvPr/>
        </p:nvSpPr>
        <p:spPr>
          <a:xfrm>
            <a:off x="7453372" y="5586323"/>
            <a:ext cx="368231" cy="446212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8" name="Straight Arrow Connector 7"/>
          <p:cNvCxnSpPr>
            <a:endCxn id="7" idx="2"/>
          </p:cNvCxnSpPr>
          <p:nvPr/>
        </p:nvCxnSpPr>
        <p:spPr>
          <a:xfrm>
            <a:off x="7239000" y="5801978"/>
            <a:ext cx="214372" cy="7450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" name="Oval 8"/>
          <p:cNvSpPr/>
          <p:nvPr/>
        </p:nvSpPr>
        <p:spPr>
          <a:xfrm>
            <a:off x="8310389" y="5586323"/>
            <a:ext cx="368232" cy="446212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10" name="Straight Arrow Connector 9"/>
          <p:cNvCxnSpPr>
            <a:stCxn id="7" idx="6"/>
            <a:endCxn id="9" idx="2"/>
          </p:cNvCxnSpPr>
          <p:nvPr/>
        </p:nvCxnSpPr>
        <p:spPr>
          <a:xfrm>
            <a:off x="7821604" y="5809429"/>
            <a:ext cx="488785" cy="0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914214" y="5494199"/>
                <a:ext cx="207864" cy="225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214" y="5494199"/>
                <a:ext cx="207864" cy="225950"/>
              </a:xfrm>
              <a:prstGeom prst="rect">
                <a:avLst/>
              </a:prstGeom>
              <a:blipFill>
                <a:blip r:embed="rId3"/>
                <a:stretch>
                  <a:fillRect r="-58824" b="-67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/>
          <p:cNvCxnSpPr>
            <a:stCxn id="9" idx="4"/>
            <a:endCxn id="7" idx="4"/>
          </p:cNvCxnSpPr>
          <p:nvPr/>
        </p:nvCxnSpPr>
        <p:spPr>
          <a:xfrm rot="5400000">
            <a:off x="8065406" y="5604026"/>
            <a:ext cx="6761" cy="857017"/>
          </a:xfrm>
          <a:prstGeom prst="curvedConnector3">
            <a:avLst>
              <a:gd name="adj1" fmla="val 5112000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Curved Connector 12"/>
          <p:cNvCxnSpPr>
            <a:stCxn id="7" idx="1"/>
            <a:endCxn id="7" idx="7"/>
          </p:cNvCxnSpPr>
          <p:nvPr/>
        </p:nvCxnSpPr>
        <p:spPr>
          <a:xfrm rot="5400000" flipH="1" flipV="1">
            <a:off x="7636898" y="5521480"/>
            <a:ext cx="6761" cy="260379"/>
          </a:xfrm>
          <a:prstGeom prst="curvedConnector3">
            <a:avLst>
              <a:gd name="adj1" fmla="val 3501244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348185" y="5125479"/>
                <a:ext cx="291024" cy="2259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¬</m:t>
                      </m:r>
                      <m:r>
                        <a:rPr lang="he-IL" sz="1600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185" y="5125479"/>
                <a:ext cx="291024" cy="225951"/>
              </a:xfrm>
              <a:prstGeom prst="rect">
                <a:avLst/>
              </a:prstGeom>
              <a:blipFill>
                <a:blip r:embed="rId4"/>
                <a:stretch>
                  <a:fillRect r="-64583" b="-67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/>
          <p:cNvCxnSpPr>
            <a:stCxn id="9" idx="1"/>
            <a:endCxn id="9" idx="7"/>
          </p:cNvCxnSpPr>
          <p:nvPr/>
        </p:nvCxnSpPr>
        <p:spPr>
          <a:xfrm rot="5400000" flipH="1" flipV="1">
            <a:off x="8493914" y="5521480"/>
            <a:ext cx="6761" cy="260379"/>
          </a:xfrm>
          <a:prstGeom prst="curvedConnector3">
            <a:avLst>
              <a:gd name="adj1" fmla="val 3648181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356788" y="5108536"/>
                <a:ext cx="207864" cy="2259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788" y="5108536"/>
                <a:ext cx="207864" cy="225951"/>
              </a:xfrm>
              <a:prstGeom prst="rect">
                <a:avLst/>
              </a:prstGeom>
              <a:blipFill>
                <a:blip r:embed="rId5"/>
                <a:stretch>
                  <a:fillRect l="-2941" r="-55882" b="-67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737793" y="6344192"/>
                <a:ext cx="291024" cy="2259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¬</m:t>
                      </m:r>
                      <m:r>
                        <a:rPr lang="en-US" sz="1600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793" y="6344192"/>
                <a:ext cx="291024" cy="225951"/>
              </a:xfrm>
              <a:prstGeom prst="rect">
                <a:avLst/>
              </a:prstGeom>
              <a:blipFill>
                <a:blip r:embed="rId4"/>
                <a:stretch>
                  <a:fillRect r="-64583" b="-67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8340263" y="5618586"/>
            <a:ext cx="314065" cy="380574"/>
          </a:xfrm>
          <a:prstGeom prst="ellipse">
            <a:avLst/>
          </a:prstGeom>
          <a:noFill/>
          <a:ln w="1270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22" name="Oval 21"/>
          <p:cNvSpPr/>
          <p:nvPr/>
        </p:nvSpPr>
        <p:spPr>
          <a:xfrm>
            <a:off x="797302" y="5228612"/>
            <a:ext cx="368231" cy="446212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23" name="Straight Arrow Connector 22"/>
          <p:cNvCxnSpPr>
            <a:endCxn id="22" idx="2"/>
          </p:cNvCxnSpPr>
          <p:nvPr/>
        </p:nvCxnSpPr>
        <p:spPr>
          <a:xfrm>
            <a:off x="582930" y="5444267"/>
            <a:ext cx="214372" cy="7450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/>
          <p:cNvSpPr/>
          <p:nvPr/>
        </p:nvSpPr>
        <p:spPr>
          <a:xfrm>
            <a:off x="1942234" y="5228612"/>
            <a:ext cx="368232" cy="446212"/>
          </a:xfrm>
          <a:prstGeom prst="ellipse">
            <a:avLst/>
          </a:prstGeom>
          <a:noFill/>
          <a:ln w="1270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25" name="Straight Arrow Connector 24"/>
          <p:cNvCxnSpPr>
            <a:stCxn id="22" idx="6"/>
            <a:endCxn id="24" idx="2"/>
          </p:cNvCxnSpPr>
          <p:nvPr/>
        </p:nvCxnSpPr>
        <p:spPr>
          <a:xfrm>
            <a:off x="1165533" y="5451718"/>
            <a:ext cx="776701" cy="0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093812" y="5148771"/>
                <a:ext cx="911854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𝜙</m:t>
                      </m:r>
                      <m:r>
                        <a:rPr lang="en-US" sz="1600" b="0" i="1" dirty="0" smtClean="0">
                          <a:latin typeface="Cambria Math"/>
                        </a:rPr>
                        <m:t>∧¬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latin typeface="Cambria Math"/>
                        </a:rPr>
                        <m:t>Ψ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812" y="5148771"/>
                <a:ext cx="911854" cy="338554"/>
              </a:xfrm>
              <a:prstGeom prst="rect">
                <a:avLst/>
              </a:prstGeom>
              <a:blipFill>
                <a:blip r:embed="rId6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/>
          <p:cNvCxnSpPr>
            <a:stCxn id="24" idx="4"/>
            <a:endCxn id="22" idx="4"/>
          </p:cNvCxnSpPr>
          <p:nvPr/>
        </p:nvCxnSpPr>
        <p:spPr>
          <a:xfrm rot="5400000">
            <a:off x="1553884" y="5102358"/>
            <a:ext cx="12700" cy="1144932"/>
          </a:xfrm>
          <a:prstGeom prst="curvedConnector3">
            <a:avLst>
              <a:gd name="adj1" fmla="val 2520000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Curved Connector 27"/>
          <p:cNvCxnSpPr>
            <a:stCxn id="22" idx="1"/>
            <a:endCxn id="22" idx="7"/>
          </p:cNvCxnSpPr>
          <p:nvPr/>
        </p:nvCxnSpPr>
        <p:spPr>
          <a:xfrm rot="5400000" flipH="1" flipV="1">
            <a:off x="980827" y="5163769"/>
            <a:ext cx="6761" cy="260379"/>
          </a:xfrm>
          <a:prstGeom prst="curvedConnector3">
            <a:avLst>
              <a:gd name="adj1" fmla="val 3501244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57200" y="4750825"/>
                <a:ext cx="89883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¬</m:t>
                      </m:r>
                      <m:r>
                        <a:rPr lang="he-IL" sz="1600" b="0" i="1" smtClean="0">
                          <a:latin typeface="Cambria Math"/>
                        </a:rPr>
                        <m:t>𝜙</m:t>
                      </m:r>
                      <m:r>
                        <a:rPr lang="he-IL" sz="1600" b="0" i="1" smtClean="0">
                          <a:latin typeface="Cambria Math"/>
                        </a:rPr>
                        <m:t>∨</m:t>
                      </m:r>
                      <m:r>
                        <a:rPr lang="en-US" sz="1600" b="0" i="1" smtClean="0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50825"/>
                <a:ext cx="898837" cy="338554"/>
              </a:xfrm>
              <a:prstGeom prst="rect">
                <a:avLst/>
              </a:prstGeom>
              <a:blipFill>
                <a:blip r:embed="rId7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urved Connector 29"/>
          <p:cNvCxnSpPr>
            <a:stCxn id="24" idx="1"/>
            <a:endCxn id="24" idx="7"/>
          </p:cNvCxnSpPr>
          <p:nvPr/>
        </p:nvCxnSpPr>
        <p:spPr>
          <a:xfrm rot="5400000" flipH="1" flipV="1">
            <a:off x="2126350" y="5163768"/>
            <a:ext cx="12700" cy="260380"/>
          </a:xfrm>
          <a:prstGeom prst="curvedConnector3">
            <a:avLst>
              <a:gd name="adj1" fmla="val 2314535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828800" y="4701461"/>
                <a:ext cx="541943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¬</m:t>
                      </m:r>
                      <m:r>
                        <a:rPr lang="en-US" sz="1600" b="0" i="1" smtClean="0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701461"/>
                <a:ext cx="541943" cy="338554"/>
              </a:xfrm>
              <a:prstGeom prst="rect">
                <a:avLst/>
              </a:prstGeom>
              <a:blipFill>
                <a:blip r:embed="rId8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323214" y="5948382"/>
                <a:ext cx="388055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214" y="5948382"/>
                <a:ext cx="388055" cy="338554"/>
              </a:xfrm>
              <a:prstGeom prst="rect">
                <a:avLst/>
              </a:prstGeom>
              <a:blipFill>
                <a:blip r:embed="rId9"/>
                <a:stretch>
                  <a:fillRect b="-127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/>
          <p:cNvSpPr/>
          <p:nvPr/>
        </p:nvSpPr>
        <p:spPr>
          <a:xfrm>
            <a:off x="1972107" y="5260875"/>
            <a:ext cx="314064" cy="380574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36" name="Oval 35"/>
          <p:cNvSpPr/>
          <p:nvPr/>
        </p:nvSpPr>
        <p:spPr>
          <a:xfrm>
            <a:off x="7332576" y="3518267"/>
            <a:ext cx="368231" cy="446211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37" name="Straight Arrow Connector 36"/>
          <p:cNvCxnSpPr>
            <a:endCxn id="36" idx="2"/>
          </p:cNvCxnSpPr>
          <p:nvPr/>
        </p:nvCxnSpPr>
        <p:spPr>
          <a:xfrm>
            <a:off x="7118203" y="3733922"/>
            <a:ext cx="214373" cy="7451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" name="Oval 37"/>
          <p:cNvSpPr/>
          <p:nvPr/>
        </p:nvSpPr>
        <p:spPr>
          <a:xfrm>
            <a:off x="8189593" y="3518267"/>
            <a:ext cx="368232" cy="446211"/>
          </a:xfrm>
          <a:prstGeom prst="ellipse">
            <a:avLst/>
          </a:prstGeom>
          <a:noFill/>
          <a:ln w="1270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39" name="Straight Arrow Connector 38"/>
          <p:cNvCxnSpPr>
            <a:stCxn id="36" idx="6"/>
            <a:endCxn id="38" idx="2"/>
          </p:cNvCxnSpPr>
          <p:nvPr/>
        </p:nvCxnSpPr>
        <p:spPr>
          <a:xfrm>
            <a:off x="7700807" y="3741372"/>
            <a:ext cx="488786" cy="0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765345" y="3426143"/>
                <a:ext cx="388055" cy="3385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345" y="3426143"/>
                <a:ext cx="388055" cy="338553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urved Connector 41"/>
          <p:cNvCxnSpPr>
            <a:stCxn id="36" idx="1"/>
            <a:endCxn id="36" idx="7"/>
          </p:cNvCxnSpPr>
          <p:nvPr/>
        </p:nvCxnSpPr>
        <p:spPr>
          <a:xfrm rot="5400000" flipH="1" flipV="1">
            <a:off x="7516691" y="3453424"/>
            <a:ext cx="12700" cy="260379"/>
          </a:xfrm>
          <a:prstGeom prst="curvedConnector3">
            <a:avLst>
              <a:gd name="adj1" fmla="val 2314535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7353300" y="2971800"/>
                <a:ext cx="38465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600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300" y="2971800"/>
                <a:ext cx="384657" cy="338554"/>
              </a:xfrm>
              <a:prstGeom prst="rect">
                <a:avLst/>
              </a:prstGeom>
              <a:blipFill>
                <a:blip r:embed="rId11"/>
                <a:stretch>
                  <a:fillRect b="-1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urved Connector 43"/>
          <p:cNvCxnSpPr>
            <a:stCxn id="38" idx="1"/>
            <a:endCxn id="38" idx="7"/>
          </p:cNvCxnSpPr>
          <p:nvPr/>
        </p:nvCxnSpPr>
        <p:spPr>
          <a:xfrm rot="5400000" flipH="1" flipV="1">
            <a:off x="8373118" y="3453424"/>
            <a:ext cx="6761" cy="260379"/>
          </a:xfrm>
          <a:prstGeom prst="curvedConnector3">
            <a:avLst>
              <a:gd name="adj1" fmla="val 3648181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8042393" y="3040481"/>
                <a:ext cx="644407" cy="3385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𝑡𝑟𝑢𝑒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393" y="3040481"/>
                <a:ext cx="644407" cy="338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/>
          <p:cNvSpPr/>
          <p:nvPr/>
        </p:nvSpPr>
        <p:spPr>
          <a:xfrm>
            <a:off x="8219467" y="3550530"/>
            <a:ext cx="314065" cy="380573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48" name="Oval 47"/>
          <p:cNvSpPr/>
          <p:nvPr/>
        </p:nvSpPr>
        <p:spPr>
          <a:xfrm>
            <a:off x="7359659" y="3551086"/>
            <a:ext cx="314065" cy="380573"/>
          </a:xfrm>
          <a:prstGeom prst="ellipse">
            <a:avLst/>
          </a:prstGeom>
          <a:noFill/>
          <a:ln w="1270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50" name="Oval 49"/>
          <p:cNvSpPr/>
          <p:nvPr/>
        </p:nvSpPr>
        <p:spPr>
          <a:xfrm>
            <a:off x="7332576" y="1994267"/>
            <a:ext cx="368231" cy="446211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51" name="Straight Arrow Connector 50"/>
          <p:cNvCxnSpPr>
            <a:endCxn id="50" idx="2"/>
          </p:cNvCxnSpPr>
          <p:nvPr/>
        </p:nvCxnSpPr>
        <p:spPr>
          <a:xfrm>
            <a:off x="7118203" y="2209922"/>
            <a:ext cx="214373" cy="7451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2" name="Oval 51"/>
          <p:cNvSpPr/>
          <p:nvPr/>
        </p:nvSpPr>
        <p:spPr>
          <a:xfrm>
            <a:off x="8189593" y="1994267"/>
            <a:ext cx="368232" cy="446211"/>
          </a:xfrm>
          <a:prstGeom prst="ellipse">
            <a:avLst/>
          </a:prstGeom>
          <a:noFill/>
          <a:ln w="12700"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cxnSp>
        <p:nvCxnSpPr>
          <p:cNvPr id="53" name="Straight Arrow Connector 52"/>
          <p:cNvCxnSpPr>
            <a:stCxn id="50" idx="6"/>
            <a:endCxn id="52" idx="2"/>
          </p:cNvCxnSpPr>
          <p:nvPr/>
        </p:nvCxnSpPr>
        <p:spPr>
          <a:xfrm>
            <a:off x="7700807" y="2217372"/>
            <a:ext cx="488786" cy="0"/>
          </a:xfrm>
          <a:prstGeom prst="straightConnector1">
            <a:avLst/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7765345" y="1902143"/>
                <a:ext cx="388055" cy="3385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345" y="1902143"/>
                <a:ext cx="388055" cy="338553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urved Connector 54"/>
          <p:cNvCxnSpPr>
            <a:stCxn id="50" idx="1"/>
            <a:endCxn id="50" idx="7"/>
          </p:cNvCxnSpPr>
          <p:nvPr/>
        </p:nvCxnSpPr>
        <p:spPr>
          <a:xfrm rot="5400000" flipH="1" flipV="1">
            <a:off x="7516691" y="1929424"/>
            <a:ext cx="12700" cy="260379"/>
          </a:xfrm>
          <a:prstGeom prst="curvedConnector3">
            <a:avLst>
              <a:gd name="adj1" fmla="val 2314535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353300" y="1447800"/>
                <a:ext cx="384657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600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300" y="1447800"/>
                <a:ext cx="384657" cy="338554"/>
              </a:xfrm>
              <a:prstGeom prst="rect">
                <a:avLst/>
              </a:prstGeom>
              <a:blipFill>
                <a:blip r:embed="rId11"/>
                <a:stretch>
                  <a:fillRect b="-1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urved Connector 56"/>
          <p:cNvCxnSpPr>
            <a:stCxn id="52" idx="1"/>
            <a:endCxn id="52" idx="7"/>
          </p:cNvCxnSpPr>
          <p:nvPr/>
        </p:nvCxnSpPr>
        <p:spPr>
          <a:xfrm rot="5400000" flipH="1" flipV="1">
            <a:off x="8373118" y="1929424"/>
            <a:ext cx="6761" cy="260379"/>
          </a:xfrm>
          <a:prstGeom prst="curvedConnector3">
            <a:avLst>
              <a:gd name="adj1" fmla="val 3648181"/>
            </a:avLst>
          </a:prstGeom>
          <a:ln w="127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8042393" y="1516481"/>
                <a:ext cx="644407" cy="3385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𝑡𝑟𝑢𝑒</m:t>
                      </m:r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393" y="1516481"/>
                <a:ext cx="644407" cy="338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/>
          <p:cNvSpPr/>
          <p:nvPr/>
        </p:nvSpPr>
        <p:spPr>
          <a:xfrm>
            <a:off x="8219467" y="2026530"/>
            <a:ext cx="314065" cy="380573"/>
          </a:xfrm>
          <a:prstGeom prst="ellipse">
            <a:avLst/>
          </a:prstGeom>
          <a:solidFill>
            <a:srgbClr val="FFFF00"/>
          </a:solidFill>
          <a:ln w="12700"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A74E6-852F-F182-F68C-E0667160FF5F}"/>
              </a:ext>
            </a:extLst>
          </p:cNvPr>
          <p:cNvSpPr txBox="1"/>
          <p:nvPr/>
        </p:nvSpPr>
        <p:spPr>
          <a:xfrm rot="20551919">
            <a:off x="281197" y="1588506"/>
            <a:ext cx="30604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בשקף זה </a:t>
            </a:r>
            <a:r>
              <a:rPr lang="en-US" dirty="0">
                <a:solidFill>
                  <a:srgbClr val="FF0000"/>
                </a:solidFill>
                <a:latin typeface="cmmi10"/>
              </a:rPr>
              <a:t>Ã</a:t>
            </a:r>
            <a:r>
              <a:rPr lang="he-IL" dirty="0"/>
              <a:t> 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ו-</a:t>
            </a:r>
            <a:r>
              <a:rPr lang="en-US" dirty="0">
                <a:solidFill>
                  <a:srgbClr val="0000FF"/>
                </a:solidFill>
                <a:latin typeface="cmmi10"/>
              </a:rPr>
              <a:t> Á</a:t>
            </a:r>
            <a:r>
              <a:rPr lang="he-IL" dirty="0">
                <a:solidFill>
                  <a:srgbClr val="0000FF"/>
                </a:solidFill>
                <a:latin typeface="cmmi10"/>
              </a:rPr>
              <a:t>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הן תכונות מצב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של תוכניות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066800" y="1371600"/>
            <a:ext cx="7010400" cy="5105400"/>
          </a:xfr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>
              <a:spcBef>
                <a:spcPts val="30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עצירה:</a:t>
            </a:r>
          </a:p>
          <a:p>
            <a:pPr algn="ctr">
              <a:spcBef>
                <a:spcPts val="1800"/>
              </a:spcBef>
              <a:buNone/>
            </a:pPr>
            <a:r>
              <a:rPr lang="en-US">
                <a:latin typeface="cmsy10"/>
              </a:rPr>
              <a:t>}</a:t>
            </a:r>
            <a:r>
              <a:rPr lang="en-US">
                <a:solidFill>
                  <a:srgbClr val="0000FF"/>
                </a:solidFill>
                <a:latin typeface="cmmi10"/>
              </a:rPr>
              <a:t>terminated</a:t>
            </a:r>
            <a:endParaRPr lang="he-IL">
              <a:solidFill>
                <a:srgbClr val="0000FF"/>
              </a:solidFill>
              <a:latin typeface="cmmi10"/>
            </a:endParaRPr>
          </a:p>
          <a:p>
            <a:pPr>
              <a:spcBef>
                <a:spcPts val="30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שירות חי:</a:t>
            </a:r>
          </a:p>
          <a:p>
            <a:pPr algn="ctr">
              <a:spcBef>
                <a:spcPts val="1800"/>
              </a:spcBef>
              <a:buNone/>
            </a:pPr>
            <a:r>
              <a:rPr lang="he-IL"/>
              <a:t>   </a:t>
            </a:r>
            <a:r>
              <a:rPr lang="en-US">
                <a:latin typeface="cmr10"/>
              </a:rPr>
              <a:t>(</a:t>
            </a:r>
            <a:r>
              <a:rPr lang="en-US">
                <a:solidFill>
                  <a:srgbClr val="FF0000"/>
                </a:solidFill>
                <a:latin typeface="cmmi10"/>
              </a:rPr>
              <a:t>requested</a:t>
            </a:r>
            <a:r>
              <a:rPr lang="en-US">
                <a:solidFill>
                  <a:srgbClr val="FF0000"/>
                </a:solidFill>
                <a:latin typeface="cmr10"/>
              </a:rPr>
              <a:t> </a:t>
            </a:r>
            <a:r>
              <a:rPr lang="en-US">
                <a:latin typeface="cmsy10"/>
              </a:rPr>
              <a:t>)</a:t>
            </a:r>
            <a:r>
              <a:rPr lang="en-US">
                <a:latin typeface="cmr10"/>
              </a:rPr>
              <a:t> </a:t>
            </a:r>
            <a:r>
              <a:rPr lang="en-US" b="1">
                <a:latin typeface="cmsy10"/>
              </a:rPr>
              <a:t>}</a:t>
            </a:r>
            <a:r>
              <a:rPr lang="en-US">
                <a:solidFill>
                  <a:srgbClr val="0000FF"/>
                </a:solidFill>
                <a:latin typeface="cmmi10"/>
              </a:rPr>
              <a:t>served</a:t>
            </a:r>
            <a:r>
              <a:rPr lang="en-US">
                <a:latin typeface="cmr10"/>
              </a:rPr>
              <a:t>) </a:t>
            </a:r>
            <a:r>
              <a:rPr lang="he-IL" b="1">
                <a:latin typeface="Symbol"/>
                <a:sym typeface="Symbol"/>
              </a:rPr>
              <a:t></a:t>
            </a:r>
            <a:endParaRPr lang="he-IL" b="1">
              <a:latin typeface="cmr10"/>
            </a:endParaRPr>
          </a:p>
          <a:p>
            <a:pPr>
              <a:spcBef>
                <a:spcPts val="30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העברת הודעות הוגנת:</a:t>
            </a:r>
          </a:p>
          <a:p>
            <a:pPr algn="ctr">
              <a:spcBef>
                <a:spcPts val="1800"/>
              </a:spcBef>
              <a:buNone/>
            </a:pPr>
            <a:r>
              <a:rPr lang="en-US" b="1">
                <a:latin typeface="Symbol"/>
                <a:sym typeface="Symbol"/>
              </a:rPr>
              <a:t></a:t>
            </a:r>
            <a:r>
              <a:rPr lang="en-US" b="1">
                <a:latin typeface="cmsy10"/>
                <a:sym typeface="Symbol"/>
              </a:rPr>
              <a:t>}</a:t>
            </a:r>
            <a:r>
              <a:rPr lang="en-US">
                <a:solidFill>
                  <a:srgbClr val="FF0000"/>
                </a:solidFill>
                <a:latin typeface="cmmi10"/>
              </a:rPr>
              <a:t>sent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sy10"/>
              </a:rPr>
              <a:t>) 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 b="1">
                <a:latin typeface="cmsy10"/>
              </a:rPr>
              <a:t>}</a:t>
            </a:r>
            <a:r>
              <a:rPr lang="en-US">
                <a:solidFill>
                  <a:srgbClr val="0000FF"/>
                </a:solidFill>
                <a:latin typeface="cmmi10"/>
              </a:rPr>
              <a:t>delivered</a:t>
            </a:r>
            <a:endParaRPr lang="he-IL">
              <a:solidFill>
                <a:srgbClr val="0000FF"/>
              </a:solidFill>
              <a:latin typeface="cmr10"/>
            </a:endParaRPr>
          </a:p>
          <a:p>
            <a:pPr>
              <a:spcBef>
                <a:spcPts val="30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אין פלט לפני הקלט:</a:t>
            </a:r>
          </a:p>
          <a:p>
            <a:pPr algn="ctr">
              <a:spcBef>
                <a:spcPts val="1800"/>
              </a:spcBef>
              <a:buNone/>
            </a:pP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sy10"/>
                <a:sym typeface="Symbol"/>
              </a:rPr>
              <a:t>:</a:t>
            </a:r>
            <a:r>
              <a:rPr lang="en-US">
                <a:solidFill>
                  <a:srgbClr val="0000FF"/>
                </a:solidFill>
                <a:latin typeface="cmmi10"/>
              </a:rPr>
              <a:t>output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sy10"/>
              </a:rPr>
              <a:t>:</a:t>
            </a:r>
            <a:r>
              <a:rPr lang="en-US" err="1">
                <a:solidFill>
                  <a:srgbClr val="0000FF"/>
                </a:solidFill>
                <a:latin typeface="cmmi10"/>
              </a:rPr>
              <a:t>outpu</a:t>
            </a:r>
            <a:r>
              <a:rPr lang="en-US">
                <a:solidFill>
                  <a:srgbClr val="0000FF"/>
                </a:solidFill>
                <a:latin typeface="cmmi10"/>
              </a:rPr>
              <a:t>  t</a:t>
            </a:r>
            <a:r>
              <a:rPr lang="en-US">
                <a:latin typeface="cmmi10"/>
              </a:rPr>
              <a:t>       </a:t>
            </a:r>
            <a:r>
              <a:rPr lang="en-US" b="1">
                <a:latin typeface="Franklin Gothic Book"/>
              </a:rPr>
              <a:t>U </a:t>
            </a:r>
            <a:r>
              <a:rPr lang="en-US">
                <a:latin typeface="cmmi10"/>
              </a:rPr>
              <a:t> </a:t>
            </a:r>
            <a:r>
              <a:rPr lang="en-US">
                <a:solidFill>
                  <a:srgbClr val="FF0000"/>
                </a:solidFill>
                <a:latin typeface="cmmi10"/>
              </a:rPr>
              <a:t>input</a:t>
            </a:r>
            <a:r>
              <a:rPr lang="en-US">
                <a:latin typeface="cmr10"/>
              </a:rPr>
              <a:t>)</a:t>
            </a:r>
            <a:endParaRPr lang="he-IL">
              <a:latin typeface="cmr10"/>
            </a:endParaRPr>
          </a:p>
          <a:p>
            <a:pPr>
              <a:spcBef>
                <a:spcPts val="3000"/>
              </a:spcBef>
            </a:pPr>
            <a:endParaRPr lang="he-IL">
              <a:latin typeface="cmr10"/>
            </a:endParaRPr>
          </a:p>
          <a:p>
            <a:pPr>
              <a:spcBef>
                <a:spcPts val="3000"/>
              </a:spcBef>
              <a:buNone/>
            </a:pPr>
            <a:endParaRPr lang="he-IL">
              <a:latin typeface="cmr10"/>
            </a:endParaRPr>
          </a:p>
          <a:p>
            <a:pPr>
              <a:spcBef>
                <a:spcPts val="3000"/>
              </a:spcBef>
            </a:pPr>
            <a:endParaRPr lang="he-IL">
              <a:latin typeface="cmr10"/>
            </a:endParaRPr>
          </a:p>
          <a:p>
            <a:pPr>
              <a:spcBef>
                <a:spcPts val="3000"/>
              </a:spcBef>
              <a:buNone/>
            </a:pPr>
            <a:endParaRPr lang="he-IL">
              <a:latin typeface="cmr1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85800" y="5447144"/>
            <a:ext cx="7620000" cy="447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88894" y="1935020"/>
            <a:ext cx="7620000" cy="548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3146313"/>
            <a:ext cx="7620000" cy="548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35106" y="4313380"/>
            <a:ext cx="7620000" cy="548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תוכנית המניעה ההדדית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447800"/>
                <a:ext cx="8305800" cy="45720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התהליכים לא נכנסים ביחד לקטע הקריטי:</a:t>
                </a:r>
              </a:p>
              <a:p>
                <a:pPr algn="ctr">
                  <a:lnSpc>
                    <a:spcPct val="110000"/>
                  </a:lnSpc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𝑐𝑟𝑖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𝑐𝑟𝑖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latin typeface="cmr1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כל תהליך נכנס לקטע הקריטי איסוף פעמים:</a:t>
                </a:r>
              </a:p>
              <a:p>
                <a:pPr algn="ctr" rtl="0">
                  <a:lnSpc>
                    <a:spcPct val="110000"/>
                  </a:lnSpc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FF0000"/>
                        </a:solidFill>
                        <a:latin typeface="cmsy10"/>
                        <a:sym typeface="Symbol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FF0000"/>
                        </a:solidFill>
                        <a:latin typeface="cmsy10"/>
                        <a:sym typeface="Symbol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>
                  <a:latin typeface="cmr1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מניעת הרעבה:</a:t>
                </a:r>
              </a:p>
              <a:p>
                <a:pPr algn="ctr" rtl="0">
                  <a:lnSpc>
                    <a:spcPct val="110000"/>
                  </a:lnSpc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FF0000"/>
                        </a:solidFill>
                        <a:latin typeface="cmsy10"/>
                        <a:sym typeface="Symbol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𝑤𝑎𝑖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FF0000"/>
                        </a:solidFill>
                        <a:latin typeface="cmsy10"/>
                        <a:sym typeface="Symbol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𝑐𝑟𝑖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FF0000"/>
                        </a:solidFill>
                        <a:latin typeface="cmsy10"/>
                        <a:sym typeface="Symbol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𝑤𝑎𝑖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FF0000"/>
                        </a:solidFill>
                        <a:latin typeface="cmsy10"/>
                        <a:sym typeface="Symbol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𝑐𝑟𝑖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>
                  <a:latin typeface="cmr1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כאשר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y=0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אחד מהתהליכים נמצא בקטע הקריטי:</a:t>
                </a:r>
              </a:p>
              <a:p>
                <a:pPr algn="ctr">
                  <a:lnSpc>
                    <a:spcPct val="110000"/>
                  </a:lnSpc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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⇒ 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𝑐𝑟𝑖𝑡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𝑐𝑟𝑖𝑡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cmr10"/>
                </a:endParaRPr>
              </a:p>
              <a:p>
                <a:pPr algn="ctr">
                  <a:lnSpc>
                    <a:spcPct val="110000"/>
                  </a:lnSpc>
                  <a:buNone/>
                </a:pP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447800"/>
                <a:ext cx="8305800" cy="4572000"/>
              </a:xfrm>
              <a:blipFill>
                <a:blip r:embed="rId2"/>
                <a:stretch>
                  <a:fillRect t="-1733" r="-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45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 לאופרטורים הטמפורליים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עבור תכונות מצב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p:grpSp>
        <p:nvGrpSpPr>
          <p:cNvPr id="6" name="Group 5"/>
          <p:cNvGrpSpPr/>
          <p:nvPr/>
        </p:nvGrpSpPr>
        <p:grpSpPr>
          <a:xfrm>
            <a:off x="761999" y="1905000"/>
            <a:ext cx="7666729" cy="4267200"/>
            <a:chOff x="761999" y="1752600"/>
            <a:chExt cx="7666729" cy="42672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999" y="1752600"/>
              <a:ext cx="7666729" cy="426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Oval 11"/>
            <p:cNvSpPr/>
            <p:nvPr/>
          </p:nvSpPr>
          <p:spPr>
            <a:xfrm>
              <a:off x="2712317" y="2352964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Oval 12"/>
            <p:cNvSpPr/>
            <p:nvPr/>
          </p:nvSpPr>
          <p:spPr>
            <a:xfrm>
              <a:off x="3702050" y="315595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Oval 13"/>
            <p:cNvSpPr/>
            <p:nvPr/>
          </p:nvSpPr>
          <p:spPr>
            <a:xfrm>
              <a:off x="2733675" y="3952875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Oval 21"/>
            <p:cNvSpPr/>
            <p:nvPr/>
          </p:nvSpPr>
          <p:spPr>
            <a:xfrm>
              <a:off x="3702050" y="3946525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Oval 22"/>
            <p:cNvSpPr/>
            <p:nvPr/>
          </p:nvSpPr>
          <p:spPr>
            <a:xfrm>
              <a:off x="4692650" y="3944844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Oval 23"/>
            <p:cNvSpPr/>
            <p:nvPr/>
          </p:nvSpPr>
          <p:spPr>
            <a:xfrm>
              <a:off x="5683250" y="3946525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33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Oval 24"/>
            <p:cNvSpPr/>
            <p:nvPr/>
          </p:nvSpPr>
          <p:spPr>
            <a:xfrm>
              <a:off x="5686425" y="4740275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Oval 25"/>
            <p:cNvSpPr/>
            <p:nvPr/>
          </p:nvSpPr>
          <p:spPr>
            <a:xfrm>
              <a:off x="2736850" y="552450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5" name="Oval 26"/>
            <p:cNvSpPr/>
            <p:nvPr/>
          </p:nvSpPr>
          <p:spPr>
            <a:xfrm>
              <a:off x="3698875" y="5534025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Oval 27"/>
            <p:cNvSpPr/>
            <p:nvPr/>
          </p:nvSpPr>
          <p:spPr>
            <a:xfrm>
              <a:off x="4692650" y="553085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Oval 28"/>
            <p:cNvSpPr/>
            <p:nvPr/>
          </p:nvSpPr>
          <p:spPr>
            <a:xfrm>
              <a:off x="5683250" y="5530850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Oval 29"/>
            <p:cNvSpPr/>
            <p:nvPr/>
          </p:nvSpPr>
          <p:spPr>
            <a:xfrm>
              <a:off x="6677025" y="5534025"/>
              <a:ext cx="1524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01634" y="1842245"/>
            <a:ext cx="55626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68508" y="990600"/>
                <a:ext cx="8458200" cy="58674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הזמן הליניארי 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המוגדרת ע"י נוסחת 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מעל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𝐴𝑃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היא: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𝑊𝑜𝑟𝑑𝑠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באשר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הוא היחס הקטן ביותר המקיים: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he-IL" sz="2800" dirty="0">
                  <a:latin typeface="cmmi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68508" y="990600"/>
                <a:ext cx="8458200" cy="5867400"/>
              </a:xfrm>
              <a:blipFill>
                <a:blip r:embed="rId2"/>
                <a:stretch>
                  <a:fillRect l="-504" r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4800" y="3276600"/>
                <a:ext cx="8629650" cy="31317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l" defTabSz="2247900" rtl="0">
                  <a:spcAft>
                    <a:spcPts val="12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l" defTabSz="2247900" rtl="0">
                  <a:spcAft>
                    <a:spcPts val="12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	</a:t>
                </a:r>
                <a:r>
                  <a:rPr lang="en-US" sz="2400" b="0" dirty="0" err="1">
                    <a:solidFill>
                      <a:schemeClr val="tx1"/>
                    </a:solidFill>
                  </a:rPr>
                  <a:t>iff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algn="l" defTabSz="2247900" rtl="0">
                  <a:spcAft>
                    <a:spcPts val="12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	</a:t>
                </a:r>
                <a:r>
                  <a:rPr lang="en-US" sz="2400" b="0" dirty="0" err="1">
                    <a:solidFill>
                      <a:schemeClr val="tx1"/>
                    </a:solidFill>
                  </a:rPr>
                  <a:t>iff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algn="l" defTabSz="2247900" rtl="0">
                  <a:spcAft>
                    <a:spcPts val="12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	</a:t>
                </a:r>
                <a:r>
                  <a:rPr lang="en-US" sz="2400" b="0" dirty="0" err="1">
                    <a:solidFill>
                      <a:schemeClr val="tx1"/>
                    </a:solidFill>
                  </a:rPr>
                  <a:t>iff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l" defTabSz="2247900" rtl="0">
                  <a:spcAft>
                    <a:spcPts val="12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3200" dirty="0">
                        <a:solidFill>
                          <a:prstClr val="black"/>
                        </a:solidFill>
                        <a:latin typeface="cmsy10"/>
                      </a:rPr>
                      <m:t>°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	</a:t>
                </a:r>
                <a:r>
                  <a:rPr lang="en-US" sz="2400" b="0" dirty="0" err="1">
                    <a:solidFill>
                      <a:schemeClr val="tx1"/>
                    </a:solidFill>
                  </a:rPr>
                  <a:t>iff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algn="l" defTabSz="2247900" rtl="0">
                  <a:spcAft>
                    <a:spcPts val="12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3200" dirty="0" smtClean="0">
                        <a:solidFill>
                          <a:schemeClr val="tx1"/>
                        </a:solidFill>
                        <a:latin typeface="Franklin Gothic Book"/>
                      </a:rPr>
                      <m:t>U</m:t>
                    </m:r>
                    <m:sSub>
                      <m:sSubPr>
                        <m:ctrlPr>
                          <a:rPr lang="en-US" sz="3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	</a:t>
                </a:r>
                <a:r>
                  <a:rPr lang="en-US" sz="2400" b="0" dirty="0" err="1">
                    <a:solidFill>
                      <a:schemeClr val="tx1"/>
                    </a:solidFill>
                  </a:rPr>
                  <a:t>iff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. 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 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m:rPr>
                        <m:nor/>
                      </m:rPr>
                      <a:rPr 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276600"/>
                <a:ext cx="8629650" cy="31317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79748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סמנטיקה כקבוצות מילים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20</a:t>
            </a:fld>
            <a:endParaRPr lang="he-IL"/>
          </a:p>
        </p:txBody>
      </p:sp>
      <p:pic>
        <p:nvPicPr>
          <p:cNvPr id="9" name="Graphic 8" descr="Banjo with solid fill">
            <a:hlinkClick r:id="rId4"/>
            <a:extLst>
              <a:ext uri="{FF2B5EF4-FFF2-40B4-BE49-F238E27FC236}">
                <a16:creationId xmlns:a16="http://schemas.microsoft.com/office/drawing/2014/main" id="{627BA6A2-3413-409A-A5DF-BD5D67758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8076" y="5571643"/>
            <a:ext cx="699380" cy="699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72347" y="-33018"/>
                <a:ext cx="8153400" cy="1143000"/>
              </a:xfrm>
            </p:spPr>
            <p:txBody>
              <a:bodyPr>
                <a:normAutofit/>
              </a:bodyPr>
              <a:lstStyle/>
              <a:p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:r>
                  <a:rPr lang="en-US" sz="3200">
                    <a:latin typeface="Gisha" panose="020B0502040204020203" pitchFamily="34" charset="-79"/>
                    <a:cs typeface="Gisha" panose="020B0502040204020203" pitchFamily="34" charset="-79"/>
                  </a:rPr>
                  <a:t>Until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כש-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אינן תכונות מצב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72347" y="-33018"/>
                <a:ext cx="8153400" cy="1143000"/>
              </a:xfrm>
              <a:blipFill>
                <a:blip r:embed="rId2"/>
                <a:stretch>
                  <a:fillRect b="-1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4982" y="1447800"/>
                <a:ext cx="6350135" cy="505387"/>
              </a:xfrm>
              <a:prstGeom prst="round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>
                          <a:latin typeface="Franklin Gothic Book"/>
                        </a:rPr>
                        <m:t>U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dirty="0"/>
                        <m:t>	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latin typeface="Arial Rounded MT Bold" panose="020F0704030504030204" pitchFamily="34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sz="2000" dirty="0" err="1">
                          <a:latin typeface="Arial Rounded MT Bold" panose="020F0704030504030204" pitchFamily="34" charset="0"/>
                        </a:rPr>
                        <m:t>iff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latin typeface="Arial Rounded MT Bold" panose="020F0704030504030204" pitchFamily="34" charset="0"/>
                        </a:rPr>
                        <m:t>     </m:t>
                      </m:r>
                      <m:r>
                        <m:rPr>
                          <m:nor/>
                        </m:rPr>
                        <a:rPr lang="en-US" sz="2000" dirty="0">
                          <a:latin typeface="Arial Rounded MT Bold" panose="020F07040305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dirty="0"/>
                        <m:t>	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. ∀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∧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82" y="1447800"/>
                <a:ext cx="6350135" cy="5053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9" name="Group 318"/>
          <p:cNvGrpSpPr/>
          <p:nvPr/>
        </p:nvGrpSpPr>
        <p:grpSpPr>
          <a:xfrm>
            <a:off x="734289" y="2819400"/>
            <a:ext cx="8409711" cy="228600"/>
            <a:chOff x="838200" y="2819400"/>
            <a:chExt cx="8409711" cy="228600"/>
          </a:xfrm>
        </p:grpSpPr>
        <p:sp>
          <p:nvSpPr>
            <p:cNvPr id="7" name="Rectangle 6"/>
            <p:cNvSpPr/>
            <p:nvPr/>
          </p:nvSpPr>
          <p:spPr>
            <a:xfrm>
              <a:off x="838200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065453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92706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19959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747212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74465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01718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28971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56224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83477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110730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37983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65236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792489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19742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246995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74248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701501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928754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56007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383260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610513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837766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065019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92272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519525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746778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974031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201284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428537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655790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883043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8110296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337549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564802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792055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019311" y="2819400"/>
              <a:ext cx="228600" cy="2286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318" name="Group 317"/>
          <p:cNvGrpSpPr/>
          <p:nvPr/>
        </p:nvGrpSpPr>
        <p:grpSpPr>
          <a:xfrm>
            <a:off x="734289" y="6172200"/>
            <a:ext cx="8409711" cy="228600"/>
            <a:chOff x="838200" y="5532279"/>
            <a:chExt cx="8409711" cy="228600"/>
          </a:xfrm>
        </p:grpSpPr>
        <p:sp>
          <p:nvSpPr>
            <p:cNvPr id="135" name="Rectangle 134"/>
            <p:cNvSpPr/>
            <p:nvPr/>
          </p:nvSpPr>
          <p:spPr>
            <a:xfrm>
              <a:off x="838200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1065453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1292706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1519959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747212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974465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2201718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2428971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2656224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883477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3110730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3337983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565236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792489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4019742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4246995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4474248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4701501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4928754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5156007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5383260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5610513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5837766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6065019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6292272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6519525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6746778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6974031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201284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428537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655790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7883043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8110296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337549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564802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8792055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9019311" y="5532279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</p:grpSp>
      <p:grpSp>
        <p:nvGrpSpPr>
          <p:cNvPr id="317" name="Group 316"/>
          <p:cNvGrpSpPr/>
          <p:nvPr/>
        </p:nvGrpSpPr>
        <p:grpSpPr>
          <a:xfrm>
            <a:off x="945378" y="5501640"/>
            <a:ext cx="8182458" cy="228600"/>
            <a:chOff x="1049289" y="4953000"/>
            <a:chExt cx="8182458" cy="228600"/>
          </a:xfrm>
        </p:grpSpPr>
        <p:sp>
          <p:nvSpPr>
            <p:cNvPr id="173" name="Rectangle 172"/>
            <p:cNvSpPr/>
            <p:nvPr/>
          </p:nvSpPr>
          <p:spPr>
            <a:xfrm>
              <a:off x="1049289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1276542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1503795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1731048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1958301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2185554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2412807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2640060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2867313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3094566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3321819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549072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776325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003578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230831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4458084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4685337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4912590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5139843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5367096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5594349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5821602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6048855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6276108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6503361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6730614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6957867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7185120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7412373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7639626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7866879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8094132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8321385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8548638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8775891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003147" y="495300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</p:grpSp>
      <p:grpSp>
        <p:nvGrpSpPr>
          <p:cNvPr id="316" name="Group 315"/>
          <p:cNvGrpSpPr/>
          <p:nvPr/>
        </p:nvGrpSpPr>
        <p:grpSpPr>
          <a:xfrm>
            <a:off x="1171284" y="4831080"/>
            <a:ext cx="7955205" cy="228600"/>
            <a:chOff x="1275195" y="4290140"/>
            <a:chExt cx="7955205" cy="228600"/>
          </a:xfrm>
        </p:grpSpPr>
        <p:sp>
          <p:nvSpPr>
            <p:cNvPr id="210" name="Rectangle 209"/>
            <p:cNvSpPr/>
            <p:nvPr/>
          </p:nvSpPr>
          <p:spPr>
            <a:xfrm>
              <a:off x="1275195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1502448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1729701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1956954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2184207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2411460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2638713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2865966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3093219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3320472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3547725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3774978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4002231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4229484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4456737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4683990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4911243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5138496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5365749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5593002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820255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047508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274761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502014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729267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6956520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7183773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7411026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7638279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7865532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8092785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8320038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8547291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8774544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9001800" y="4290140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</p:grpSp>
      <p:grpSp>
        <p:nvGrpSpPr>
          <p:cNvPr id="315" name="Group 314"/>
          <p:cNvGrpSpPr/>
          <p:nvPr/>
        </p:nvGrpSpPr>
        <p:grpSpPr>
          <a:xfrm>
            <a:off x="1416048" y="4160520"/>
            <a:ext cx="7727952" cy="228600"/>
            <a:chOff x="1519959" y="3792077"/>
            <a:chExt cx="7727952" cy="228600"/>
          </a:xfrm>
        </p:grpSpPr>
        <p:sp>
          <p:nvSpPr>
            <p:cNvPr id="246" name="Rectangle 245"/>
            <p:cNvSpPr/>
            <p:nvPr/>
          </p:nvSpPr>
          <p:spPr>
            <a:xfrm>
              <a:off x="1519959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1747212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974465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2201718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2428971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2656224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2883477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3110730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3337983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3565236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3792489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4019742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4246995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4474248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4701501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4928754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5156007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5383260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5610513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5837766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6065019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6292272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6519525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6746778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6974031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7201284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7428537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655790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83043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8110296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8337549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8564802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8792055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9019311" y="3792077"/>
              <a:ext cx="228600" cy="2286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</p:grpSp>
      <p:grpSp>
        <p:nvGrpSpPr>
          <p:cNvPr id="314" name="Group 313"/>
          <p:cNvGrpSpPr/>
          <p:nvPr/>
        </p:nvGrpSpPr>
        <p:grpSpPr>
          <a:xfrm>
            <a:off x="1643301" y="3489960"/>
            <a:ext cx="7500699" cy="228600"/>
            <a:chOff x="1747212" y="3333401"/>
            <a:chExt cx="7500699" cy="228600"/>
          </a:xfrm>
          <a:gradFill flip="none" rotWithShape="1">
            <a:gsLst>
              <a:gs pos="0">
                <a:srgbClr val="0066CC">
                  <a:tint val="66000"/>
                  <a:satMod val="160000"/>
                </a:srgbClr>
              </a:gs>
              <a:gs pos="50000">
                <a:srgbClr val="0066CC">
                  <a:tint val="44500"/>
                  <a:satMod val="160000"/>
                </a:srgbClr>
              </a:gs>
              <a:gs pos="100000">
                <a:srgbClr val="0066CC">
                  <a:tint val="23500"/>
                  <a:satMod val="160000"/>
                </a:srgbClr>
              </a:gs>
            </a:gsLst>
            <a:lin ang="0" scaled="1"/>
            <a:tileRect/>
          </a:gradFill>
        </p:grpSpPr>
        <p:sp>
          <p:nvSpPr>
            <p:cNvPr id="281" name="Rectangle 280"/>
            <p:cNvSpPr/>
            <p:nvPr/>
          </p:nvSpPr>
          <p:spPr>
            <a:xfrm>
              <a:off x="1747212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1974465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2201718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2428971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2656224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2883477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3110730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3337983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3565236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3792489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4019742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4246995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4474248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4701501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4928754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5156007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5383260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5610513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5837766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6065019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6292272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6519525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6746778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6974031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7201284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7428537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55790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7883043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110296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8337549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8564802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12" name="Rectangle 311"/>
            <p:cNvSpPr/>
            <p:nvPr/>
          </p:nvSpPr>
          <p:spPr>
            <a:xfrm>
              <a:off x="8792055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9019311" y="3333401"/>
              <a:ext cx="228600" cy="228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TextBox 319"/>
              <p:cNvSpPr txBox="1"/>
              <p:nvPr/>
            </p:nvSpPr>
            <p:spPr>
              <a:xfrm>
                <a:off x="963229" y="5802868"/>
                <a:ext cx="141089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20" name="TextBox 3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29" y="5802868"/>
                <a:ext cx="1410899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TextBox 320"/>
              <p:cNvSpPr txBox="1"/>
              <p:nvPr/>
            </p:nvSpPr>
            <p:spPr>
              <a:xfrm>
                <a:off x="1199718" y="5133201"/>
                <a:ext cx="141089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21" name="TextBox 3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18" y="5133201"/>
                <a:ext cx="1410899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3" name="Straight Arrow Connector 322"/>
          <p:cNvCxnSpPr>
            <a:stCxn id="7" idx="2"/>
            <a:endCxn id="135" idx="0"/>
          </p:cNvCxnSpPr>
          <p:nvPr/>
        </p:nvCxnSpPr>
        <p:spPr>
          <a:xfrm>
            <a:off x="848589" y="3048000"/>
            <a:ext cx="0" cy="31242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Arrow Connector 324"/>
          <p:cNvCxnSpPr>
            <a:stCxn id="8" idx="2"/>
            <a:endCxn id="173" idx="0"/>
          </p:cNvCxnSpPr>
          <p:nvPr/>
        </p:nvCxnSpPr>
        <p:spPr>
          <a:xfrm flipH="1">
            <a:off x="1059678" y="3048000"/>
            <a:ext cx="16164" cy="245364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/>
          <p:cNvCxnSpPr>
            <a:stCxn id="9" idx="2"/>
            <a:endCxn id="210" idx="0"/>
          </p:cNvCxnSpPr>
          <p:nvPr/>
        </p:nvCxnSpPr>
        <p:spPr>
          <a:xfrm flipH="1">
            <a:off x="1285584" y="3048000"/>
            <a:ext cx="17511" cy="178308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10" idx="2"/>
            <a:endCxn id="246" idx="0"/>
          </p:cNvCxnSpPr>
          <p:nvPr/>
        </p:nvCxnSpPr>
        <p:spPr>
          <a:xfrm>
            <a:off x="1530348" y="3048000"/>
            <a:ext cx="0" cy="111252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/>
          <p:cNvCxnSpPr>
            <a:stCxn id="11" idx="2"/>
            <a:endCxn id="281" idx="0"/>
          </p:cNvCxnSpPr>
          <p:nvPr/>
        </p:nvCxnSpPr>
        <p:spPr>
          <a:xfrm>
            <a:off x="1757601" y="3048000"/>
            <a:ext cx="0" cy="44196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/>
              <p:cNvSpPr txBox="1"/>
              <p:nvPr/>
            </p:nvSpPr>
            <p:spPr>
              <a:xfrm>
                <a:off x="1436207" y="4463534"/>
                <a:ext cx="141089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33" name="TextBox 3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207" y="4463534"/>
                <a:ext cx="141089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TextBox 333"/>
              <p:cNvSpPr txBox="1"/>
              <p:nvPr/>
            </p:nvSpPr>
            <p:spPr>
              <a:xfrm>
                <a:off x="1672696" y="3793867"/>
                <a:ext cx="141089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34" name="TextBox 3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696" y="3793867"/>
                <a:ext cx="1410899" cy="369332"/>
              </a:xfrm>
              <a:prstGeom prst="rect">
                <a:avLst/>
              </a:prstGeom>
              <a:blipFill>
                <a:blip r:embed="rId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TextBox 334"/>
              <p:cNvSpPr txBox="1"/>
              <p:nvPr/>
            </p:nvSpPr>
            <p:spPr>
              <a:xfrm>
                <a:off x="1909185" y="3124200"/>
                <a:ext cx="141622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35" name="TextBox 3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185" y="3124200"/>
                <a:ext cx="1416221" cy="369332"/>
              </a:xfrm>
              <a:prstGeom prst="rect">
                <a:avLst/>
              </a:prstGeom>
              <a:blipFill>
                <a:blip r:embed="rId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/>
              <p:cNvSpPr txBox="1"/>
              <p:nvPr/>
            </p:nvSpPr>
            <p:spPr>
              <a:xfrm>
                <a:off x="663882" y="2336802"/>
                <a:ext cx="140795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latin typeface="Franklin Gothic Book"/>
                        </a:rPr>
                        <m:t>U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36" name="TextBox 3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82" y="2336802"/>
                <a:ext cx="1407950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46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88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404983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4049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62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404983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4049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21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369332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∪¬</m:t>
                          </m:r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15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391646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⊨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∪¬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3916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24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400110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b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60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403893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he-I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4038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0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403893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⊭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he-I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4038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37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52400" y="1197213"/>
                <a:ext cx="8839199" cy="403893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∧∃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∉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he-IL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∧∀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97213"/>
                <a:ext cx="8839199" cy="4038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0" y="24384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4977220"/>
                <a:ext cx="4953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276599"/>
                <a:ext cx="4953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0" y="4114800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114800"/>
                <a:ext cx="495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4977220"/>
                <a:ext cx="49530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5915377"/>
                <a:ext cx="4953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242962"/>
                <a:ext cx="49530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15" idx="0"/>
            <a:endCxn id="8" idx="1"/>
          </p:cNvCxnSpPr>
          <p:nvPr/>
        </p:nvCxnSpPr>
        <p:spPr>
          <a:xfrm rot="5400000" flipH="1" flipV="1">
            <a:off x="3065936" y="2594148"/>
            <a:ext cx="573729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6"/>
          <p:cNvCxnSpPr>
            <a:stCxn id="10" idx="0"/>
            <a:endCxn id="8" idx="3"/>
          </p:cNvCxnSpPr>
          <p:nvPr/>
        </p:nvCxnSpPr>
        <p:spPr>
          <a:xfrm rot="16200000" flipV="1">
            <a:off x="4268317" y="2610966"/>
            <a:ext cx="607366" cy="72390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16"/>
          <p:cNvCxnSpPr>
            <a:stCxn id="11" idx="0"/>
            <a:endCxn id="10" idx="1"/>
          </p:cNvCxnSpPr>
          <p:nvPr/>
        </p:nvCxnSpPr>
        <p:spPr>
          <a:xfrm rot="5400000" flipH="1" flipV="1">
            <a:off x="416354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16"/>
          <p:cNvCxnSpPr>
            <a:stCxn id="12" idx="0"/>
            <a:endCxn id="10" idx="3"/>
          </p:cNvCxnSpPr>
          <p:nvPr/>
        </p:nvCxnSpPr>
        <p:spPr>
          <a:xfrm rot="16200000" flipV="1">
            <a:off x="5096991" y="3592041"/>
            <a:ext cx="607368" cy="438150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16"/>
          <p:cNvCxnSpPr>
            <a:stCxn id="12" idx="1"/>
            <a:endCxn id="9" idx="0"/>
          </p:cNvCxnSpPr>
          <p:nvPr/>
        </p:nvCxnSpPr>
        <p:spPr>
          <a:xfrm rot="10800000" flipV="1">
            <a:off x="5010150" y="4345632"/>
            <a:ext cx="361950" cy="631587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4" name="Straight Connector 16"/>
          <p:cNvCxnSpPr>
            <a:stCxn id="13" idx="2"/>
            <a:endCxn id="14" idx="0"/>
          </p:cNvCxnSpPr>
          <p:nvPr/>
        </p:nvCxnSpPr>
        <p:spPr>
          <a:xfrm>
            <a:off x="6229350" y="5438885"/>
            <a:ext cx="0" cy="476492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Connector 16"/>
          <p:cNvCxnSpPr>
            <a:stCxn id="12" idx="3"/>
          </p:cNvCxnSpPr>
          <p:nvPr/>
        </p:nvCxnSpPr>
        <p:spPr>
          <a:xfrm>
            <a:off x="5867400" y="4345633"/>
            <a:ext cx="366713" cy="613362"/>
          </a:xfrm>
          <a:prstGeom prst="bentConnector2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solidFill>
                <a:srgbClr val="F8F8F8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∪¬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81000"/>
                <a:ext cx="3810000" cy="5091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2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43000" y="1752600"/>
            <a:ext cx="7239000" cy="381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 של </a:t>
            </a:r>
            <a:r>
              <a:rPr lang="he-IL" b="1">
                <a:latin typeface="Symbol"/>
                <a:sym typeface="Symbol"/>
              </a:rPr>
              <a:t>,</a:t>
            </a:r>
            <a:r>
              <a:rPr lang="en-US" b="1">
                <a:latin typeface="cmsy10"/>
              </a:rPr>
              <a:t>}</a:t>
            </a:r>
            <a:r>
              <a:rPr lang="en-US" b="1"/>
              <a:t>, 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 b="1">
                <a:latin typeface="cmsy10"/>
                <a:sym typeface="Symbol"/>
              </a:rPr>
              <a:t>}</a:t>
            </a:r>
            <a:r>
              <a:rPr lang="en-US" b="1"/>
              <a:t>, </a:t>
            </a:r>
            <a:r>
              <a:rPr lang="en-US" b="1">
                <a:latin typeface="cmsy10"/>
              </a:rPr>
              <a:t>}</a:t>
            </a:r>
            <a:r>
              <a:rPr lang="en-US" b="1">
                <a:latin typeface="Symbol"/>
                <a:sym typeface="Symbol"/>
              </a:rPr>
              <a:t> </a:t>
            </a:r>
            <a:endParaRPr lang="he-IL" b="1">
              <a:latin typeface="Symbo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31</a:t>
            </a:fld>
            <a:endParaRPr lang="he-IL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128466"/>
              </p:ext>
            </p:extLst>
          </p:nvPr>
        </p:nvGraphicFramePr>
        <p:xfrm>
          <a:off x="1413062" y="1981200"/>
          <a:ext cx="6462907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579400" imgH="1279800" progId="Equation.Ribbit">
                  <p:embed/>
                </p:oleObj>
              </mc:Choice>
              <mc:Fallback>
                <p:oleObj name="Formula" r:id="rId2" imgW="2579400" imgH="1279800" progId="Equation.Ribbit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062" y="1981200"/>
                        <a:ext cx="6462907" cy="327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23014" y="6019800"/>
            <a:ext cx="4297972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תרגיל: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הוכיחו את הטענות למעלה</a:t>
            </a:r>
          </a:p>
        </p:txBody>
      </p:sp>
      <p:pic>
        <p:nvPicPr>
          <p:cNvPr id="9" name="Graphic 8" descr="Owl">
            <a:extLst>
              <a:ext uri="{FF2B5EF4-FFF2-40B4-BE49-F238E27FC236}">
                <a16:creationId xmlns:a16="http://schemas.microsoft.com/office/drawing/2014/main" id="{921F65AD-4EB3-C314-278C-60ED6698B7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3746" y="5691886"/>
            <a:ext cx="789579" cy="789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תשובה לחלק מהתרגיל בשקף הקודם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20133" y="1744911"/>
                <a:ext cx="7772400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l" rtl="0">
                  <a:tabLst>
                    <a:tab pos="1198563" algn="l"/>
                    <a:tab pos="1768475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2400" b="1" dirty="0">
                        <a:latin typeface="cmsy10"/>
                      </a:rPr>
                      <m:t>}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b="0" i="1">
                    <a:latin typeface="Aldhabi" panose="020F0502020204030204" pitchFamily="2" charset="-78"/>
                    <a:cs typeface="Aldhabi" panose="020F0502020204030204" pitchFamily="2" charset="-78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⇔</m:t>
                    </m:r>
                  </m:oMath>
                </a14:m>
                <a:r>
                  <a:rPr lang="en-US" sz="2400" b="0" i="1">
                    <a:latin typeface="Aldhabi" panose="020F0502020204030204" pitchFamily="2" charset="-78"/>
                    <a:cs typeface="Aldhabi" panose="020F0502020204030204" pitchFamily="2" charset="-78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m:rPr>
                        <m:nor/>
                      </m:rPr>
                      <a:rPr lang="en-US" sz="2400" b="0" i="1" smtClean="0">
                        <a:latin typeface="Aldhabi" panose="020F0502020204030204" pitchFamily="2" charset="-78"/>
                        <a:cs typeface="Aldhabi" panose="020F0502020204030204" pitchFamily="2" charset="-78"/>
                      </a:rPr>
                      <m:t> </m:t>
                    </m:r>
                  </m:oMath>
                </a14:m>
                <a:r>
                  <a:rPr lang="en-US" sz="2400" i="0">
                    <a:latin typeface="+mj-lt"/>
                    <a:cs typeface="Aldhabi" panose="020F0502020204030204" pitchFamily="2" charset="-78"/>
                  </a:rPr>
                  <a:t>U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1" dirty="0" smtClean="0">
                        <a:latin typeface="Aldhabi" panose="020F0502020204030204" pitchFamily="2" charset="-78"/>
                        <a:cs typeface="Aldhabi" panose="020F0502020204030204" pitchFamily="2" charset="-78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>
                  <a:latin typeface="Aldhabi" panose="020F0502020204030204" pitchFamily="2" charset="-78"/>
                  <a:cs typeface="Aldhabi" panose="020F0502020204030204" pitchFamily="2" charset="-78"/>
                </a:endParaRPr>
              </a:p>
              <a:p>
                <a:pPr algn="l" rtl="0">
                  <a:tabLst>
                    <a:tab pos="1198563" algn="l"/>
                    <a:tab pos="1768475" algn="l"/>
                  </a:tabLst>
                </a:pPr>
                <a:r>
                  <a:rPr lang="en-US" sz="2400" i="1">
                    <a:latin typeface="Aldhabi" panose="020F0502020204030204" pitchFamily="2" charset="-78"/>
                    <a:cs typeface="Aldhabi" panose="020F0502020204030204" pitchFamily="2" charset="-78"/>
                  </a:rPr>
                  <a:t>                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⇔ </m:t>
                    </m:r>
                  </m:oMath>
                </a14:m>
                <a:r>
                  <a:rPr lang="en-US" sz="2400" i="1">
                    <a:solidFill>
                      <a:prstClr val="black"/>
                    </a:solidFill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m:rPr>
                        <m:nor/>
                      </m:rPr>
                      <a:rPr lang="en-US" sz="2400" i="1">
                        <a:latin typeface="Aldhabi" panose="020F0502020204030204" pitchFamily="2" charset="-78"/>
                        <a:cs typeface="Aldhabi" panose="020F0502020204030204" pitchFamily="2" charset="-78"/>
                      </a:rPr>
                      <m:t>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 i="1">
                  <a:latin typeface="Aldhabi" panose="020F0502020204030204" pitchFamily="2" charset="-78"/>
                  <a:cs typeface="Aldhabi" panose="020F0502020204030204" pitchFamily="2" charset="-78"/>
                </a:endParaRPr>
              </a:p>
              <a:p>
                <a:pPr algn="l" rtl="0">
                  <a:tabLst>
                    <a:tab pos="1198563" algn="l"/>
                    <a:tab pos="1768475" algn="l"/>
                  </a:tabLst>
                </a:pPr>
                <a:r>
                  <a:rPr lang="en-US" sz="2400" i="1">
                    <a:solidFill>
                      <a:prstClr val="black"/>
                    </a:solidFill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⇔ </m:t>
                    </m:r>
                  </m:oMath>
                </a14:m>
                <a:r>
                  <a:rPr lang="en-US" sz="2400" i="1">
                    <a:solidFill>
                      <a:prstClr val="black"/>
                    </a:solidFill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Aldhabi" panose="020F0502020204030204" pitchFamily="2" charset="-78"/>
                        <a:cs typeface="Aldhabi" panose="020F0502020204030204" pitchFamily="2" charset="-78"/>
                      </a:rPr>
                      <m:t>⊨</m:t>
                    </m:r>
                    <m:r>
                      <m:rPr>
                        <m:nor/>
                      </m:rPr>
                      <a:rPr lang="en-US" sz="2400" b="0" i="0" smtClean="0">
                        <a:latin typeface="Aldhabi" panose="020F0502020204030204" pitchFamily="2" charset="-78"/>
                        <a:cs typeface="Aldhabi" panose="020F0502020204030204" pitchFamily="2" charset="-78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 i="1">
                  <a:latin typeface="Aldhabi" panose="020F0502020204030204" pitchFamily="2" charset="-78"/>
                  <a:cs typeface="Aldhabi" panose="020F0502020204030204" pitchFamily="2" charset="-78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3" y="1744911"/>
                <a:ext cx="7772400" cy="1200329"/>
              </a:xfrm>
              <a:prstGeom prst="rect">
                <a:avLst/>
              </a:prstGeom>
              <a:blipFill>
                <a:blip r:embed="rId2"/>
                <a:stretch>
                  <a:fillRect t="-4061" b="-37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C4236B-DA9B-A21B-B814-981379CB089F}"/>
                  </a:ext>
                </a:extLst>
              </p:cNvPr>
              <p:cNvSpPr txBox="1"/>
              <p:nvPr/>
            </p:nvSpPr>
            <p:spPr>
              <a:xfrm>
                <a:off x="820132" y="3546901"/>
                <a:ext cx="7772400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>
                <a:defPPr>
                  <a:defRPr lang="he-IL"/>
                </a:defPPr>
                <a:lvl1pPr algn="l" rtl="0">
                  <a:tabLst>
                    <a:tab pos="1198563" algn="l"/>
                    <a:tab pos="1768475" algn="l"/>
                  </a:tabLst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2400" b="1" i="0" dirty="0">
                        <a:latin typeface="Aldhabi" panose="020F0502020204030204" pitchFamily="2" charset="-78"/>
                        <a:cs typeface="Aldhabi" panose="020F0502020204030204" pitchFamily="2" charset="-78"/>
                        <a:sym typeface="Symbol"/>
                      </a:rPr>
                      <m:t>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⇔ </m:t>
                    </m:r>
                  </m:oMath>
                </a14:m>
                <a:r>
                  <a:rPr lang="en-US" sz="2400"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⊨¬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>
                  <a:latin typeface="Aldhabi" panose="020F0502020204030204" pitchFamily="2" charset="-78"/>
                  <a:cs typeface="Aldhabi" panose="020F0502020204030204" pitchFamily="2" charset="-78"/>
                </a:endParaRPr>
              </a:p>
              <a:p>
                <a:r>
                  <a:rPr lang="en-US" sz="2400"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⇔ </m:t>
                    </m:r>
                  </m:oMath>
                </a14:m>
                <a:r>
                  <a:rPr lang="en-US" sz="2400"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¬∃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 ⊭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>
                  <a:latin typeface="Aldhabi" panose="020F0502020204030204" pitchFamily="2" charset="-78"/>
                  <a:cs typeface="Aldhabi" panose="020F0502020204030204" pitchFamily="2" charset="-78"/>
                </a:endParaRPr>
              </a:p>
              <a:p>
                <a:r>
                  <a:rPr lang="en-US" sz="2400"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  <a:cs typeface="Aldhabi" panose="020F0502020204030204" pitchFamily="2" charset="-78"/>
                      </a:rPr>
                      <m:t>⇔ </m:t>
                    </m:r>
                  </m:oMath>
                </a14:m>
                <a:r>
                  <a:rPr lang="en-US" sz="2400">
                    <a:latin typeface="Aldhabi" panose="020F0502020204030204" pitchFamily="2" charset="-78"/>
                    <a:cs typeface="Aldhabi" panose="020F0502020204030204" pitchFamily="2" charset="-78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>
                  <a:latin typeface="Aldhabi" panose="020F0502020204030204" pitchFamily="2" charset="-78"/>
                  <a:cs typeface="Aldhabi" panose="020F0502020204030204" pitchFamily="2" charset="-7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C4236B-DA9B-A21B-B814-981379CB0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3546901"/>
                <a:ext cx="7772400" cy="1200329"/>
              </a:xfrm>
              <a:prstGeom prst="rect">
                <a:avLst/>
              </a:prstGeom>
              <a:blipFill>
                <a:blip r:embed="rId3"/>
                <a:stretch>
                  <a:fillRect b="-6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47D79F-0A5F-6F2D-9344-05AA769F3747}"/>
                  </a:ext>
                </a:extLst>
              </p:cNvPr>
              <p:cNvSpPr txBox="1"/>
              <p:nvPr/>
            </p:nvSpPr>
            <p:spPr>
              <a:xfrm>
                <a:off x="820132" y="5348892"/>
                <a:ext cx="7772399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>
                <a:defPPr>
                  <a:defRPr lang="he-IL"/>
                </a:defPPr>
                <a:lvl1pPr algn="l" rtl="0">
                  <a:tabLst>
                    <a:tab pos="1198563" algn="l"/>
                    <a:tab pos="1768475" algn="l"/>
                  </a:tabLst>
                  <a:defRPr sz="2000" b="0" i="1">
                    <a:latin typeface="Cambria Math" panose="02040503050406030204" pitchFamily="18" charset="0"/>
                  </a:defRPr>
                </a:lvl1pPr>
              </a:lstStyle>
              <a:p>
                <a:pPr>
                  <a:tabLst>
                    <a:tab pos="1309688" algn="l"/>
                    <a:tab pos="1771650" algn="l"/>
                  </a:tabLst>
                </a:pPr>
                <a14:m>
                  <m:oMath xmlns:m="http://schemas.openxmlformats.org/officeDocument/2006/math">
                    <m:r>
                      <a:rPr lang="sv-SE" sz="2400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sv-SE" sz="2400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2400" b="1" i="0">
                        <a:sym typeface="Symbol" panose="05050102010706020507" pitchFamily="18" charset="2"/>
                      </a:rPr>
                      <m:t></m:t>
                    </m:r>
                    <m:r>
                      <m:rPr>
                        <m:nor/>
                      </m:rPr>
                      <a:rPr lang="en-US" sz="2400" b="1" i="0" dirty="0">
                        <a:latin typeface="cmsy10"/>
                      </a:rPr>
                      <m:t>}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sv-SE" sz="240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sv-SE" sz="2400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sv-SE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sv-SE" sz="2400" dirty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2400" b="1" i="0" dirty="0">
                        <a:latin typeface="cmsy10"/>
                      </a:rPr>
                      <m:t>}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/>
              </a:p>
              <a:p>
                <a:pPr>
                  <a:tabLst>
                    <a:tab pos="1309688" algn="l"/>
                    <a:tab pos="1771650" algn="l"/>
                  </a:tabLst>
                </a:pPr>
                <a:r>
                  <a:rPr lang="en-US" sz="2400"/>
                  <a:t>	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sv-SE" sz="2400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sv-SE" sz="240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sv-SE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sv-SE" sz="2400" dirty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47D79F-0A5F-6F2D-9344-05AA769F3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" y="5348892"/>
                <a:ext cx="7772399" cy="830997"/>
              </a:xfrm>
              <a:prstGeom prst="rect">
                <a:avLst/>
              </a:prstGeom>
              <a:blipFill>
                <a:blip r:embed="rId4"/>
                <a:stretch>
                  <a:fillRect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18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49890" y="5994826"/>
            <a:ext cx="7265096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244252" y="4521974"/>
            <a:ext cx="6629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1676400" y="3061648"/>
            <a:ext cx="55626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סמנטיקה מעל מסלולים ומצבים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447800"/>
                <a:ext cx="8229600" cy="5410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תהי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→,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〉 </m:t>
                    </m:r>
                  </m:oMath>
                </a14:m>
                <a:r>
                  <a:rPr lang="he-IL">
                    <a:latin typeface="cmsy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ללא מצבים סופיים</a:t>
                </a:r>
                <a:r>
                  <a:rPr lang="he-IL">
                    <a:latin typeface="cmsy10"/>
                  </a:rPr>
                  <a:t> </a:t>
                </a:r>
                <a:br>
                  <a:rPr lang="en-US">
                    <a:latin typeface="cmsy10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</m:t>
                    </m:r>
                  </m:oMath>
                </a14:m>
                <a:r>
                  <a:rPr lang="he-IL">
                    <a:latin typeface="Franklin Gothic Book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פסוק</a:t>
                </a:r>
                <a:r>
                  <a:rPr lang="he-IL">
                    <a:latin typeface="Franklin Gothic Book"/>
                    <a:sym typeface="Symbol"/>
                  </a:rPr>
                  <a:t>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LTL</a:t>
                </a:r>
                <a:r>
                  <a:rPr lang="he-IL">
                    <a:latin typeface="Franklin Gothic Book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מעל</a:t>
                </a:r>
                <a:r>
                  <a:rPr lang="he-IL">
                    <a:latin typeface="Franklin Gothic Book"/>
                    <a:sym typeface="Symbol"/>
                  </a:rPr>
                  <a:t>  </a:t>
                </a:r>
                <a:r>
                  <a:rPr lang="en-US">
                    <a:latin typeface="cmmi10"/>
                    <a:sym typeface="Symbol"/>
                  </a:rPr>
                  <a:t>AP</a:t>
                </a:r>
                <a:endParaRPr lang="he-IL">
                  <a:latin typeface="cmmi10"/>
                  <a:sym typeface="Symbol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עבור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מקטע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מסלול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אינסופי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cmmi10"/>
                    <a:sym typeface="Symbol"/>
                  </a:rPr>
                  <a:t>¼ </a:t>
                </a:r>
                <a:r>
                  <a:rPr lang="en-US">
                    <a:solidFill>
                      <a:srgbClr val="FF0000"/>
                    </a:solidFill>
                    <a:latin typeface="cmmi10"/>
                    <a:sym typeface="Symbol"/>
                  </a:rPr>
                  <a:t>   </a:t>
                </a:r>
                <a:r>
                  <a:rPr lang="he-IL">
                    <a:solidFill>
                      <a:srgbClr val="FF0000"/>
                    </a:solidFill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של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en-US">
                    <a:latin typeface="cmr10"/>
                    <a:sym typeface="Symbol"/>
                  </a:rPr>
                  <a:t>:</a:t>
                </a:r>
                <a:r>
                  <a:rPr lang="en-US">
                    <a:latin typeface="cmmi10"/>
                    <a:sym typeface="Symbol"/>
                  </a:rPr>
                  <a:t>TS</a:t>
                </a:r>
                <a:endParaRPr lang="he-IL">
                  <a:latin typeface="cmmi10"/>
                  <a:sym typeface="Symbol"/>
                </a:endParaRPr>
              </a:p>
              <a:p>
                <a:pPr algn="ctr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>
                    <a:latin typeface="cmmi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𝜋</m:t>
                    </m:r>
                  </m:oMath>
                </a14:m>
                <a:r>
                  <a:rPr lang="en-US" i="0">
                    <a:latin typeface="+mj-lt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⊨</m:t>
                    </m:r>
                  </m:oMath>
                </a14:m>
                <a:r>
                  <a:rPr lang="en-US" i="0">
                    <a:latin typeface="+mj-lt"/>
                    <a:sym typeface="Symbol"/>
                  </a:rPr>
                  <a:t> </a:t>
                </a:r>
                <a:r>
                  <a:rPr lang="he-IL" i="0">
                    <a:latin typeface="+mj-lt"/>
                    <a:sym typeface="Symbol"/>
                  </a:rPr>
                  <a:t>  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>
                    <a:latin typeface="Symbol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ורק</a:t>
                </a:r>
                <a:r>
                  <a:rPr lang="he-IL">
                    <a:latin typeface="Symbol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>
                    <a:latin typeface="Symbol"/>
                    <a:sym typeface="Symbol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𝑡𝑟𝑎𝑐𝑒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𝜋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⊨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</m:t>
                    </m:r>
                  </m:oMath>
                </a14:m>
                <a:endParaRPr lang="he-IL">
                  <a:latin typeface="Symbol"/>
                  <a:sym typeface="Symbol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עבור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מצב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𝑆</m:t>
                    </m:r>
                    <m:r>
                      <a:rPr lang="he-IL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he-IL">
                    <a:latin typeface="cmmi10"/>
                    <a:sym typeface="Symbol"/>
                  </a:rPr>
                  <a:t>:</a:t>
                </a:r>
              </a:p>
              <a:p>
                <a:pPr algn="ctr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>
                    <a:latin typeface="cmmi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𝑠</m:t>
                    </m:r>
                  </m:oMath>
                </a14:m>
                <a:r>
                  <a:rPr lang="en-US" i="0">
                    <a:latin typeface="+mj-lt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⊨</m:t>
                    </m:r>
                  </m:oMath>
                </a14:m>
                <a:r>
                  <a:rPr lang="en-US" i="0">
                    <a:latin typeface="+mj-lt"/>
                    <a:sym typeface="Symbol"/>
                  </a:rPr>
                  <a:t> 	</a:t>
                </a:r>
                <a:r>
                  <a:rPr lang="he-IL" i="0">
                    <a:latin typeface="+mj-lt"/>
                    <a:sym typeface="Symbol"/>
                  </a:rPr>
                  <a:t> </a:t>
                </a:r>
                <a:r>
                  <a:rPr lang="en-US" i="0">
                    <a:latin typeface="+mj-lt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>
                    <a:latin typeface="Symbol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ורק</a:t>
                </a:r>
                <a:r>
                  <a:rPr lang="he-IL">
                    <a:latin typeface="Symbol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   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∀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𝜋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𝑃𝑎𝑡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en-US">
                    <a:latin typeface="cmr10"/>
                    <a:sym typeface="Symbol"/>
                  </a:rPr>
                  <a:t> .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𝜋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⊨</m:t>
                    </m:r>
                  </m:oMath>
                </a14:m>
                <a:endParaRPr lang="he-IL">
                  <a:latin typeface="Symbol"/>
                  <a:sym typeface="Symbol"/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>
                    <a:solidFill>
                      <a:srgbClr val="FF0000"/>
                    </a:solidFill>
                    <a:latin typeface="cmmi10"/>
                    <a:sym typeface="Symbol"/>
                  </a:rPr>
                  <a:t>TS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מקיים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את</a:t>
                </a:r>
                <a:r>
                  <a:rPr lang="he-IL">
                    <a:latin typeface="cmmi10"/>
                    <a:sym typeface="Symbol"/>
                  </a:rPr>
                  <a:t> </a:t>
                </a:r>
                <a:r>
                  <a:rPr lang="he-IL">
                    <a:latin typeface="Symbol"/>
                    <a:sym typeface="Symbol"/>
                  </a:rPr>
                  <a:t> :</a:t>
                </a:r>
                <a:endParaRPr lang="he-IL">
                  <a:latin typeface="cmmi10"/>
                  <a:sym typeface="Symbol"/>
                </a:endParaRPr>
              </a:p>
              <a:p>
                <a:pPr algn="ctr"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en-US">
                    <a:latin typeface="cmmi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𝑇𝑆</m:t>
                    </m:r>
                    <m:r>
                      <a:rPr lang="he-IL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⊨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</m:t>
                    </m:r>
                    <m:r>
                      <a:rPr lang="he-IL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    אם</a:t>
                </a:r>
                <a:r>
                  <a:rPr lang="he-IL">
                    <a:latin typeface="Symbol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ורק</a:t>
                </a:r>
                <a:r>
                  <a:rPr lang="he-IL">
                    <a:latin typeface="Symbol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>
                    <a:latin typeface="Symbol"/>
                    <a:sym typeface="Symbol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𝑇𝑟𝑎𝑐𝑒𝑠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𝑇𝑆</m:t>
                        </m:r>
                      </m:e>
                    </m:d>
                    <m:r>
                      <a:rPr lang="he-IL" b="0" i="1" dirty="0" smtClean="0">
                        <a:latin typeface="Cambria Math" panose="02040503050406030204" pitchFamily="18" charset="0"/>
                        <a:sym typeface="Symbol"/>
                      </a:rPr>
                      <m:t>⊆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𝑊𝑜𝑟𝑑𝑠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()</m:t>
                    </m:r>
                  </m:oMath>
                </a14:m>
                <a:endParaRPr lang="he-IL">
                  <a:latin typeface="Symbol"/>
                  <a:sym typeface="Symbol"/>
                </a:endParaRPr>
              </a:p>
              <a:p>
                <a:pPr algn="ctr">
                  <a:buNone/>
                </a:pPr>
                <a:endParaRPr lang="he-IL">
                  <a:latin typeface="Symbol"/>
                  <a:sym typeface="Symbol"/>
                </a:endParaRPr>
              </a:p>
              <a:p>
                <a:pPr algn="ctr">
                  <a:buNone/>
                </a:pPr>
                <a:endParaRPr lang="he-IL">
                  <a:latin typeface="Symbol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447800"/>
                <a:ext cx="8229600" cy="5410200"/>
              </a:xfrm>
              <a:blipFill>
                <a:blip r:embed="rId2"/>
                <a:stretch>
                  <a:fillRect t="-1353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899" y="304800"/>
            <a:ext cx="6173177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הגדרות שקולות לסמנטיקה למערכות מעברים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82575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399" y="152400"/>
            <a:ext cx="521677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34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600200" y="1600200"/>
            <a:ext cx="6781800" cy="4724400"/>
          </a:xfrm>
          <a:solidFill>
            <a:schemeClr val="bg1"/>
          </a:solidFill>
          <a:ln>
            <a:noFill/>
          </a:ln>
        </p:spPr>
        <p:txBody>
          <a:bodyPr>
            <a:normAutofit fontScale="92500" lnSpcReduction="10000"/>
          </a:bodyPr>
          <a:lstStyle/>
          <a:p>
            <a:pPr algn="l" rtl="0">
              <a:buNone/>
            </a:pPr>
            <a:r>
              <a:rPr lang="en-US">
                <a:latin typeface="cmmi10"/>
              </a:rPr>
              <a:t>	TS</a:t>
            </a:r>
            <a:r>
              <a:rPr lang="en-US"/>
              <a:t> </a:t>
            </a:r>
            <a:r>
              <a:rPr lang="en-US">
                <a:latin typeface="msam10"/>
              </a:rPr>
              <a:t>²</a:t>
            </a:r>
            <a:r>
              <a:rPr lang="en-US"/>
              <a:t> </a:t>
            </a:r>
            <a:r>
              <a:rPr lang="en-US">
                <a:latin typeface="Symbol"/>
                <a:sym typeface="Symbol"/>
              </a:rPr>
              <a:t>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  <a:r>
              <a:rPr lang="en-US" err="1">
                <a:solidFill>
                  <a:srgbClr val="0000FF"/>
                </a:solidFill>
                <a:latin typeface="Franklin Gothic Book"/>
                <a:sym typeface="Symbol"/>
              </a:rPr>
              <a:t>iff</a:t>
            </a:r>
            <a:r>
              <a:rPr lang="en-US">
                <a:latin typeface="Franklin Gothic Book"/>
                <a:sym typeface="Symbol"/>
              </a:rPr>
              <a:t>           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Ã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הגדרה מעל מסלולים ומצבים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</a:p>
          <a:p>
            <a:pPr algn="l" rtl="0">
              <a:buNone/>
            </a:pPr>
            <a:r>
              <a:rPr lang="en-US">
                <a:latin typeface="Franklin Gothic Book"/>
                <a:sym typeface="Symbol"/>
              </a:rPr>
              <a:t>	Traces</a:t>
            </a:r>
            <a:r>
              <a:rPr lang="en-US">
                <a:latin typeface="cmr10"/>
                <a:sym typeface="Symbol"/>
              </a:rPr>
              <a:t>(</a:t>
            </a:r>
            <a:r>
              <a:rPr lang="en-US">
                <a:latin typeface="cmmi10"/>
                <a:sym typeface="Symbol"/>
              </a:rPr>
              <a:t>TS</a:t>
            </a:r>
            <a:r>
              <a:rPr lang="en-US">
                <a:latin typeface="cmr10"/>
                <a:sym typeface="Symbol"/>
              </a:rPr>
              <a:t>) </a:t>
            </a:r>
            <a:r>
              <a:rPr lang="en-US">
                <a:latin typeface="cmsy10"/>
                <a:sym typeface="Symbol"/>
              </a:rPr>
              <a:t>µ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Franklin Gothic Book"/>
                <a:sym typeface="Symbol"/>
              </a:rPr>
              <a:t>Words</a:t>
            </a:r>
            <a:r>
              <a:rPr lang="en-US">
                <a:latin typeface="cmr10"/>
                <a:sym typeface="Symbol"/>
              </a:rPr>
              <a:t>(</a:t>
            </a:r>
            <a:r>
              <a:rPr lang="en-US">
                <a:latin typeface="Symbol"/>
                <a:sym typeface="Symbol"/>
              </a:rPr>
              <a:t></a:t>
            </a:r>
            <a:r>
              <a:rPr lang="en-US">
                <a:latin typeface="cmr10"/>
                <a:sym typeface="Symbol"/>
              </a:rPr>
              <a:t>)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  <a:r>
              <a:rPr lang="en-US" err="1">
                <a:solidFill>
                  <a:srgbClr val="0000FF"/>
                </a:solidFill>
                <a:latin typeface="Franklin Gothic Book"/>
                <a:sym typeface="Symbol"/>
              </a:rPr>
              <a:t>iff</a:t>
            </a:r>
            <a:r>
              <a:rPr lang="en-US">
                <a:latin typeface="Franklin Gothic Book"/>
                <a:sym typeface="Symbol"/>
              </a:rPr>
              <a:t>           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Ã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עבור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תכונות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זמן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ליניארי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en-US">
                <a:solidFill>
                  <a:srgbClr val="0000FF"/>
                </a:solidFill>
                <a:latin typeface="msam10"/>
                <a:sym typeface="Symbol"/>
              </a:rPr>
              <a:t>²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הגדרה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של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 </a:t>
            </a: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</a:p>
          <a:p>
            <a:pPr algn="l" rtl="0">
              <a:buNone/>
            </a:pPr>
            <a:r>
              <a:rPr lang="en-US">
                <a:latin typeface="cmmi10"/>
                <a:sym typeface="Symbol"/>
              </a:rPr>
              <a:t>	TS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msam10"/>
                <a:sym typeface="Symbol"/>
              </a:rPr>
              <a:t>²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Franklin Gothic Book"/>
                <a:sym typeface="Symbol"/>
              </a:rPr>
              <a:t>Words</a:t>
            </a:r>
            <a:r>
              <a:rPr lang="en-US">
                <a:latin typeface="cmr10"/>
                <a:sym typeface="Symbol"/>
              </a:rPr>
              <a:t>(</a:t>
            </a:r>
            <a:r>
              <a:rPr lang="en-US">
                <a:latin typeface="Symbol"/>
                <a:sym typeface="Symbol"/>
              </a:rPr>
              <a:t></a:t>
            </a:r>
            <a:r>
              <a:rPr lang="en-US">
                <a:latin typeface="cmr10"/>
                <a:sym typeface="Symbol"/>
              </a:rPr>
              <a:t>)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  <a:r>
              <a:rPr lang="en-US" err="1">
                <a:solidFill>
                  <a:srgbClr val="0000FF"/>
                </a:solidFill>
                <a:latin typeface="Franklin Gothic Book"/>
                <a:sym typeface="Symbol"/>
              </a:rPr>
              <a:t>iff</a:t>
            </a:r>
            <a:r>
              <a:rPr lang="en-US">
                <a:latin typeface="Franklin Gothic Book"/>
                <a:sym typeface="Symbol"/>
              </a:rPr>
              <a:t>           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Ã </a:t>
            </a: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Words</a:t>
            </a:r>
            <a:r>
              <a:rPr lang="en-US">
                <a:solidFill>
                  <a:srgbClr val="0000FF"/>
                </a:solidFill>
                <a:latin typeface="cmr10"/>
                <a:sym typeface="Symbol"/>
              </a:rPr>
              <a:t>(</a:t>
            </a:r>
            <a:r>
              <a:rPr lang="en-US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en-US">
                <a:solidFill>
                  <a:srgbClr val="0000FF"/>
                </a:solidFill>
                <a:latin typeface="cmr10"/>
                <a:sym typeface="Symbol"/>
              </a:rPr>
              <a:t>)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הגדרה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של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endParaRPr lang="en-US">
              <a:solidFill>
                <a:srgbClr val="0000FF"/>
              </a:solidFill>
              <a:latin typeface="Franklin Gothic Book"/>
              <a:sym typeface="Symbol"/>
            </a:endParaRPr>
          </a:p>
          <a:p>
            <a:pPr algn="l" rtl="0">
              <a:buNone/>
            </a:pPr>
            <a:r>
              <a:rPr lang="en-US">
                <a:latin typeface="cmmi10"/>
                <a:sym typeface="Symbol"/>
              </a:rPr>
              <a:t>	¼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msam10"/>
                <a:sym typeface="Symbol"/>
              </a:rPr>
              <a:t>²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Symbol"/>
                <a:sym typeface="Symbol"/>
              </a:rPr>
              <a:t></a:t>
            </a:r>
            <a:r>
              <a:rPr lang="en-US">
                <a:latin typeface="cmr10"/>
                <a:sym typeface="Symbol"/>
              </a:rPr>
              <a:t>  for all  </a:t>
            </a:r>
            <a:r>
              <a:rPr lang="en-US">
                <a:latin typeface="cmmi10"/>
                <a:sym typeface="Symbol"/>
              </a:rPr>
              <a:t>¼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cmsy10"/>
                <a:sym typeface="Symbol"/>
              </a:rPr>
              <a:t>2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Franklin Gothic Book"/>
                <a:sym typeface="Symbol"/>
              </a:rPr>
              <a:t>Paths</a:t>
            </a:r>
            <a:r>
              <a:rPr lang="en-US">
                <a:latin typeface="cmr10"/>
                <a:sym typeface="Symbol"/>
              </a:rPr>
              <a:t>(</a:t>
            </a:r>
            <a:r>
              <a:rPr lang="en-US">
                <a:latin typeface="cmmi10"/>
                <a:sym typeface="Symbol"/>
              </a:rPr>
              <a:t>TS</a:t>
            </a:r>
            <a:r>
              <a:rPr lang="en-US">
                <a:latin typeface="cmr10"/>
                <a:sym typeface="Symbol"/>
              </a:rPr>
              <a:t>)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  <a:r>
              <a:rPr lang="en-US" err="1">
                <a:solidFill>
                  <a:srgbClr val="0000FF"/>
                </a:solidFill>
                <a:latin typeface="Franklin Gothic Book"/>
                <a:sym typeface="Symbol"/>
              </a:rPr>
              <a:t>iff</a:t>
            </a:r>
            <a:r>
              <a:rPr lang="en-US">
                <a:latin typeface="Franklin Gothic Book"/>
                <a:sym typeface="Symbol"/>
              </a:rPr>
              <a:t>           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Ã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עבור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מצבים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en-US">
                <a:solidFill>
                  <a:srgbClr val="0000FF"/>
                </a:solidFill>
                <a:latin typeface="msam10"/>
                <a:sym typeface="Symbol"/>
              </a:rPr>
              <a:t>²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הגדרה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של</a:t>
            </a:r>
            <a:r>
              <a:rPr lang="he-IL">
                <a:solidFill>
                  <a:srgbClr val="0000FF"/>
                </a:solidFill>
                <a:latin typeface="cmsy10"/>
                <a:sym typeface="Symbol"/>
              </a:rPr>
              <a:t>  </a:t>
            </a:r>
            <a:r>
              <a:rPr lang="en-US">
                <a:solidFill>
                  <a:srgbClr val="0000FF"/>
                </a:solidFill>
                <a:latin typeface="Franklin Gothic Book"/>
                <a:sym typeface="Symbol"/>
              </a:rPr>
              <a:t> </a:t>
            </a:r>
          </a:p>
          <a:p>
            <a:pPr algn="l" rtl="0">
              <a:buNone/>
            </a:pPr>
            <a:r>
              <a:rPr lang="en-US">
                <a:latin typeface="cmmi10"/>
                <a:sym typeface="Symbol"/>
              </a:rPr>
              <a:t>	s</a:t>
            </a:r>
            <a:r>
              <a:rPr lang="en-US" baseline="-25000">
                <a:latin typeface="cmr10"/>
                <a:sym typeface="Symbol"/>
              </a:rPr>
              <a:t>0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msam10"/>
                <a:sym typeface="Symbol"/>
              </a:rPr>
              <a:t>²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Symbol"/>
                <a:sym typeface="Symbol"/>
              </a:rPr>
              <a:t></a:t>
            </a:r>
            <a:r>
              <a:rPr lang="en-US">
                <a:latin typeface="cmr10"/>
                <a:sym typeface="Symbol"/>
              </a:rPr>
              <a:t>  for all </a:t>
            </a:r>
            <a:r>
              <a:rPr lang="en-US">
                <a:latin typeface="cmmi10"/>
                <a:sym typeface="Symbol"/>
              </a:rPr>
              <a:t>s</a:t>
            </a:r>
            <a:r>
              <a:rPr lang="en-US" baseline="-25000">
                <a:latin typeface="cmr10"/>
                <a:sym typeface="Symbol"/>
              </a:rPr>
              <a:t>0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cmsy10"/>
                <a:sym typeface="Symbol"/>
              </a:rPr>
              <a:t>2</a:t>
            </a:r>
            <a:r>
              <a:rPr lang="en-US">
                <a:latin typeface="cmr10"/>
                <a:sym typeface="Symbol"/>
              </a:rPr>
              <a:t> </a:t>
            </a:r>
            <a:r>
              <a:rPr lang="en-US">
                <a:latin typeface="cmmi10"/>
                <a:sym typeface="Symbol"/>
              </a:rPr>
              <a:t>I</a:t>
            </a:r>
            <a:endParaRPr lang="en-US">
              <a:latin typeface="cmr10"/>
              <a:sym typeface="Symbol"/>
            </a:endParaRPr>
          </a:p>
          <a:p>
            <a:pPr algn="l" rtl="0">
              <a:buNone/>
            </a:pPr>
            <a:endParaRPr lang="en-US">
              <a:latin typeface="cmr10"/>
              <a:sym typeface="Symbol"/>
            </a:endParaRPr>
          </a:p>
          <a:p>
            <a:pPr algn="l" rtl="0">
              <a:buNone/>
            </a:pPr>
            <a:endParaRPr lang="en-US">
              <a:latin typeface="cmr10"/>
              <a:sym typeface="Symbol"/>
            </a:endParaRPr>
          </a:p>
          <a:p>
            <a:pPr algn="l" rtl="0">
              <a:buNone/>
            </a:pPr>
            <a:endParaRPr lang="en-US">
              <a:latin typeface="cmr10"/>
              <a:sym typeface="Symbol"/>
            </a:endParaRPr>
          </a:p>
          <a:p>
            <a:pPr algn="l" rtl="0">
              <a:buNone/>
            </a:pPr>
            <a:endParaRPr lang="en-US">
              <a:latin typeface="cmr10"/>
              <a:sym typeface="Symbol"/>
            </a:endParaRPr>
          </a:p>
        </p:txBody>
      </p:sp>
      <p:pic>
        <p:nvPicPr>
          <p:cNvPr id="6" name="Graphic 5" descr="Owl">
            <a:extLst>
              <a:ext uri="{FF2B5EF4-FFF2-40B4-BE49-F238E27FC236}">
                <a16:creationId xmlns:a16="http://schemas.microsoft.com/office/drawing/2014/main" id="{EF8688DD-CAB7-9ECE-31A1-98EF635AAE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5585" y="5013157"/>
            <a:ext cx="789579" cy="789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CA8FE0-38C2-5647-37A6-4A64311EDFB8}"/>
              </a:ext>
            </a:extLst>
          </p:cNvPr>
          <p:cNvSpPr txBox="1"/>
          <p:nvPr/>
        </p:nvSpPr>
        <p:spPr>
          <a:xfrm>
            <a:off x="5838016" y="5800702"/>
            <a:ext cx="2592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>
                <a:latin typeface="Gisha" panose="020B0502040204020203" pitchFamily="34" charset="-79"/>
                <a:cs typeface="Gisha" panose="020B0502040204020203" pitchFamily="34" charset="-79"/>
              </a:rPr>
              <a:t>נסו להוכיח בעצמכם לפני שאתם עוברים על השלבים שכתבנו</a:t>
            </a:r>
            <a:endParaRPr lang="en-US" sz="1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906" y="238840"/>
            <a:ext cx="6556248" cy="1143000"/>
          </a:xfrm>
        </p:spPr>
        <p:txBody>
          <a:bodyPr>
            <a:noAutofit/>
          </a:bodyPr>
          <a:lstStyle/>
          <a:p>
            <a:pPr marL="169863" indent="7938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דוגמה: מערכת מעברים ותכונות 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שהיא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מקיימת וכאלה שהיא אינה מקיימת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35</a:t>
            </a:fld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1879178" y="3962400"/>
            <a:ext cx="1393330" cy="5232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pPr algn="l" rtl="0"/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 b="1">
                <a:solidFill>
                  <a:srgbClr val="0000FF"/>
                </a:solidFill>
                <a:latin typeface="msam10"/>
              </a:rPr>
              <a:t>²</a:t>
            </a:r>
            <a:r>
              <a:rPr lang="en-US" sz="2800"/>
              <a:t> </a:t>
            </a:r>
            <a:r>
              <a:rPr lang="en-US" sz="2800" b="1">
                <a:latin typeface="Symbol"/>
                <a:sym typeface="Symbol"/>
              </a:rPr>
              <a:t></a:t>
            </a:r>
            <a:r>
              <a:rPr lang="en-US" sz="2800">
                <a:latin typeface="cmmi10"/>
              </a:rPr>
              <a:t>a</a:t>
            </a:r>
            <a:endParaRPr lang="he-IL" sz="2800">
              <a:latin typeface="cmmi1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85907" y="3962400"/>
            <a:ext cx="2374368" cy="5232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pPr algn="l" rtl="0"/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 b="1">
                <a:solidFill>
                  <a:srgbClr val="FF0000"/>
                </a:solidFill>
                <a:latin typeface="msbm10"/>
              </a:rPr>
              <a:t>2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°</a:t>
            </a:r>
            <a:r>
              <a:rPr lang="en-US" sz="2800">
                <a:latin typeface="cmr10"/>
              </a:rPr>
              <a:t>(</a:t>
            </a:r>
            <a:r>
              <a:rPr lang="en-US" sz="2800">
                <a:latin typeface="cmmi10"/>
              </a:rPr>
              <a:t>a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Æ</a:t>
            </a:r>
            <a:r>
              <a:rPr lang="en-US" sz="2800"/>
              <a:t> </a:t>
            </a:r>
            <a:r>
              <a:rPr lang="en-US" sz="2800">
                <a:latin typeface="cmmi10"/>
              </a:rPr>
              <a:t>b</a:t>
            </a:r>
            <a:r>
              <a:rPr lang="en-US" sz="2800">
                <a:latin typeface="cmr10"/>
              </a:rPr>
              <a:t>)</a:t>
            </a:r>
            <a:endParaRPr lang="he-IL" sz="2800">
              <a:latin typeface="cmr1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15000" y="4953000"/>
                <a:ext cx="2802370" cy="5232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/>
                <a:r>
                  <a:rPr lang="en-US" sz="2800">
                    <a:latin typeface="cmmi10"/>
                  </a:rPr>
                  <a:t>TS</a:t>
                </a:r>
                <a:r>
                  <a:rPr lang="en-US" sz="2800"/>
                  <a:t> </a:t>
                </a:r>
                <a:r>
                  <a:rPr lang="en-US" sz="2800" b="1">
                    <a:solidFill>
                      <a:srgbClr val="FF0000"/>
                    </a:solidFill>
                    <a:latin typeface="msbm10"/>
                  </a:rPr>
                  <a:t>2</a:t>
                </a:r>
                <a:r>
                  <a:rPr lang="en-US" sz="2800"/>
                  <a:t> </a:t>
                </a:r>
                <a:r>
                  <a:rPr lang="en-US" sz="2800">
                    <a:latin typeface="cmmi10"/>
                  </a:rPr>
                  <a:t>b   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en-US" sz="2800">
                    <a:latin typeface="Franklin Gothic Book"/>
                  </a:rPr>
                  <a:t> </a:t>
                </a:r>
                <a:r>
                  <a:rPr lang="en-US" sz="2800">
                    <a:latin typeface="cmr10"/>
                  </a:rPr>
                  <a:t>(</a:t>
                </a:r>
                <a:r>
                  <a:rPr lang="en-US" sz="2800">
                    <a:latin typeface="cmmi10"/>
                  </a:rPr>
                  <a:t>a</a:t>
                </a:r>
                <a:r>
                  <a:rPr lang="en-US" sz="2800"/>
                  <a:t> </a:t>
                </a:r>
                <a:r>
                  <a:rPr lang="en-US" sz="2800">
                    <a:latin typeface="cmsy10"/>
                  </a:rPr>
                  <a:t>Æ</a:t>
                </a:r>
                <a:r>
                  <a:rPr lang="en-US" sz="2800"/>
                  <a:t> </a:t>
                </a:r>
                <a:r>
                  <a:rPr lang="en-US" sz="2800">
                    <a:latin typeface="cmsy10"/>
                  </a:rPr>
                  <a:t>:</a:t>
                </a:r>
                <a:r>
                  <a:rPr lang="en-US" sz="2800">
                    <a:latin typeface="cmmi10"/>
                  </a:rPr>
                  <a:t>b</a:t>
                </a:r>
                <a:r>
                  <a:rPr lang="en-US" sz="2800">
                    <a:latin typeface="cmr10"/>
                  </a:rPr>
                  <a:t>)</a:t>
                </a:r>
                <a:endParaRPr lang="he-IL" sz="2800">
                  <a:latin typeface="cmr1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953000"/>
                <a:ext cx="280237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09600" y="4953000"/>
            <a:ext cx="3913251" cy="5232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pPr algn="l" rtl="0"/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 b="1">
                <a:solidFill>
                  <a:srgbClr val="0000FF"/>
                </a:solidFill>
                <a:latin typeface="msam10"/>
              </a:rPr>
              <a:t>²</a:t>
            </a:r>
            <a:r>
              <a:rPr lang="en-US" sz="2800"/>
              <a:t> </a:t>
            </a:r>
            <a:r>
              <a:rPr lang="en-US" sz="2800" b="1">
                <a:latin typeface="Symbol"/>
                <a:sym typeface="Symbol"/>
              </a:rPr>
              <a:t></a:t>
            </a:r>
            <a:r>
              <a:rPr lang="en-US" sz="2800">
                <a:latin typeface="cmr10"/>
              </a:rPr>
              <a:t>(</a:t>
            </a:r>
            <a:r>
              <a:rPr lang="en-US" sz="2800">
                <a:latin typeface="cmsy10"/>
              </a:rPr>
              <a:t>:</a:t>
            </a:r>
            <a:r>
              <a:rPr lang="en-US" sz="2800">
                <a:latin typeface="cmmi10"/>
              </a:rPr>
              <a:t>b </a:t>
            </a:r>
            <a:r>
              <a:rPr lang="en-US" sz="2800">
                <a:latin typeface="cmsy10"/>
              </a:rPr>
              <a:t>)</a:t>
            </a:r>
            <a:r>
              <a:rPr lang="en-US" sz="2800">
                <a:latin typeface="Franklin Gothic Book"/>
              </a:rPr>
              <a:t> </a:t>
            </a:r>
            <a:r>
              <a:rPr lang="en-US" sz="2800" b="1">
                <a:latin typeface="Symbol"/>
                <a:sym typeface="Symbol"/>
              </a:rPr>
              <a:t></a:t>
            </a:r>
            <a:r>
              <a:rPr lang="en-US" sz="2800">
                <a:latin typeface="cmr10"/>
              </a:rPr>
              <a:t>(</a:t>
            </a:r>
            <a:r>
              <a:rPr lang="en-US" sz="2800">
                <a:latin typeface="cmmi10"/>
              </a:rPr>
              <a:t>a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Æ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:</a:t>
            </a:r>
            <a:r>
              <a:rPr lang="en-US" sz="2800">
                <a:latin typeface="cmmi10"/>
              </a:rPr>
              <a:t>b</a:t>
            </a:r>
            <a:r>
              <a:rPr lang="en-US" sz="2800">
                <a:latin typeface="cmr10"/>
              </a:rPr>
              <a:t>))</a:t>
            </a:r>
            <a:endParaRPr lang="he-IL" sz="2800">
              <a:latin typeface="cmr1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5943600"/>
            <a:ext cx="1967107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הוכיחו טענות אלה (ע"פ ההגדרות)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05788" y="2191512"/>
                <a:ext cx="874776" cy="87477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88" y="2191512"/>
                <a:ext cx="874776" cy="874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383024" y="2191512"/>
                <a:ext cx="874776" cy="87477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024" y="2191512"/>
                <a:ext cx="874776" cy="874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046976" y="2191512"/>
                <a:ext cx="874776" cy="87477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976" y="2191512"/>
                <a:ext cx="874776" cy="8747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6" idx="0"/>
            <a:endCxn id="12" idx="0"/>
          </p:cNvCxnSpPr>
          <p:nvPr/>
        </p:nvCxnSpPr>
        <p:spPr>
          <a:xfrm rot="5400000" flipH="1" flipV="1">
            <a:off x="3431794" y="802894"/>
            <a:ext cx="12700" cy="2777236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1"/>
            <a:endCxn id="6" idx="3"/>
          </p:cNvCxnSpPr>
          <p:nvPr/>
        </p:nvCxnSpPr>
        <p:spPr>
          <a:xfrm flipH="1">
            <a:off x="2480564" y="2628900"/>
            <a:ext cx="1902460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6" idx="1"/>
          </p:cNvCxnSpPr>
          <p:nvPr/>
        </p:nvCxnSpPr>
        <p:spPr>
          <a:xfrm>
            <a:off x="1339469" y="2628900"/>
            <a:ext cx="266319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3"/>
            <a:endCxn id="13" idx="1"/>
          </p:cNvCxnSpPr>
          <p:nvPr/>
        </p:nvCxnSpPr>
        <p:spPr>
          <a:xfrm>
            <a:off x="5257800" y="2628900"/>
            <a:ext cx="1789176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921752" y="2819400"/>
            <a:ext cx="307848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13" idx="0"/>
            <a:endCxn id="13" idx="3"/>
          </p:cNvCxnSpPr>
          <p:nvPr/>
        </p:nvCxnSpPr>
        <p:spPr>
          <a:xfrm rot="16200000" flipH="1">
            <a:off x="7484364" y="2191512"/>
            <a:ext cx="437388" cy="437388"/>
          </a:xfrm>
          <a:prstGeom prst="bentConnector4">
            <a:avLst>
              <a:gd name="adj1" fmla="val -52265"/>
              <a:gd name="adj2" fmla="val 152265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507412" y="3093974"/>
                <a:ext cx="973152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412" y="3093974"/>
                <a:ext cx="973152" cy="461665"/>
              </a:xfrm>
              <a:prstGeom prst="rect">
                <a:avLst/>
              </a:prstGeom>
              <a:blipFill>
                <a:blip r:embed="rId6"/>
                <a:stretch>
                  <a:fillRect r="-625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267200" y="3071130"/>
                <a:ext cx="973152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071130"/>
                <a:ext cx="973152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203261" y="3071130"/>
                <a:ext cx="685893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261" y="3071130"/>
                <a:ext cx="685893" cy="461665"/>
              </a:xfrm>
              <a:prstGeom prst="rect">
                <a:avLst/>
              </a:prstGeom>
              <a:blipFill>
                <a:blip r:embed="rId8"/>
                <a:stretch>
                  <a:fillRect l="-1786" r="-893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Owl">
            <a:extLst>
              <a:ext uri="{FF2B5EF4-FFF2-40B4-BE49-F238E27FC236}">
                <a16:creationId xmlns:a16="http://schemas.microsoft.com/office/drawing/2014/main" id="{549E418B-3664-58A6-E6F4-A10F5066083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8889" y="5905825"/>
            <a:ext cx="789579" cy="789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46717" y="1245078"/>
            <a:ext cx="3396883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90500"/>
            <a:ext cx="8153400" cy="1143000"/>
          </a:xfrm>
        </p:spPr>
        <p:txBody>
          <a:bodyPr>
            <a:norm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נקודה מבלבלת בקשר לסמנטיקה של שלילה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36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143000"/>
            <a:ext cx="8763000" cy="55626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1800"/>
              </a:spcAft>
              <a:buNone/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עבור מסלולים, מתקיים</a:t>
            </a:r>
            <a:r>
              <a:rPr lang="he-IL" sz="2400"/>
              <a:t>  </a:t>
            </a:r>
            <a:r>
              <a:rPr lang="en-US" sz="2400"/>
              <a:t> </a:t>
            </a:r>
            <a:r>
              <a:rPr lang="en-US" sz="2400">
                <a:latin typeface="cmmi10"/>
              </a:rPr>
              <a:t>¼</a:t>
            </a:r>
            <a:r>
              <a:rPr lang="en-US" sz="2400"/>
              <a:t> </a:t>
            </a:r>
            <a:r>
              <a:rPr lang="en-US" sz="2400">
                <a:latin typeface="msam10"/>
              </a:rPr>
              <a:t>²</a:t>
            </a:r>
            <a:r>
              <a:rPr lang="en-US" sz="2400"/>
              <a:t> </a:t>
            </a:r>
            <a:r>
              <a:rPr lang="en-US" sz="2400">
                <a:solidFill>
                  <a:srgbClr val="FF0000"/>
                </a:solidFill>
                <a:latin typeface="Symbol"/>
                <a:sym typeface="Symbol"/>
              </a:rPr>
              <a:t></a:t>
            </a:r>
            <a:r>
              <a:rPr lang="he-IL" sz="2400">
                <a:latin typeface="Symbol"/>
                <a:sym typeface="Symbol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אם</a:t>
            </a:r>
            <a:r>
              <a:rPr lang="he-IL" sz="2400">
                <a:latin typeface="Symbol"/>
                <a:sym typeface="Symbol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ורק</a:t>
            </a:r>
            <a:r>
              <a:rPr lang="he-IL" sz="2400">
                <a:latin typeface="Symbol"/>
                <a:sym typeface="Symbol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אם</a:t>
            </a:r>
            <a:r>
              <a:rPr lang="he-IL" sz="2400">
                <a:latin typeface="Symbol"/>
                <a:sym typeface="Symbol"/>
              </a:rPr>
              <a:t>  </a:t>
            </a:r>
            <a:r>
              <a:rPr lang="en-US" sz="2400">
                <a:latin typeface="cmmi10"/>
                <a:sym typeface="Symbol"/>
              </a:rPr>
              <a:t>¼</a:t>
            </a:r>
            <a:r>
              <a:rPr lang="en-US" sz="2400">
                <a:latin typeface="Symbol"/>
                <a:sym typeface="Symbol"/>
              </a:rPr>
              <a:t> </a:t>
            </a:r>
            <a:r>
              <a:rPr lang="en-US" sz="2400">
                <a:latin typeface="msbm10"/>
                <a:sym typeface="Symbol"/>
              </a:rPr>
              <a:t>2</a:t>
            </a:r>
            <a:r>
              <a:rPr lang="en-US" sz="2400">
                <a:latin typeface="Symbol"/>
                <a:sym typeface="Symbol"/>
              </a:rPr>
              <a:t> </a:t>
            </a:r>
            <a:r>
              <a:rPr lang="en-US" sz="2400">
                <a:latin typeface="cmsy10"/>
                <a:sym typeface="Symbol"/>
              </a:rPr>
              <a:t>:</a:t>
            </a:r>
            <a:r>
              <a:rPr lang="en-US" sz="2400">
                <a:solidFill>
                  <a:srgbClr val="FF0000"/>
                </a:solidFill>
                <a:latin typeface="Symbol"/>
                <a:sym typeface="Symbol"/>
              </a:rPr>
              <a:t></a:t>
            </a:r>
            <a:r>
              <a:rPr lang="he-IL" sz="2400">
                <a:latin typeface="Symbol"/>
                <a:sym typeface="Symbol"/>
              </a:rPr>
              <a:t>  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אבל</a:t>
            </a:r>
            <a:r>
              <a:rPr lang="he-IL" sz="2400"/>
              <a:t>,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עבור</a:t>
            </a:r>
            <a:r>
              <a:rPr lang="he-IL" sz="2400"/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מערכות</a:t>
            </a:r>
            <a:r>
              <a:rPr lang="he-IL" sz="2400"/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מעברים</a:t>
            </a:r>
            <a:r>
              <a:rPr lang="he-IL" sz="2400"/>
              <a:t>, </a:t>
            </a:r>
            <a:r>
              <a:rPr lang="en-US" sz="2400">
                <a:latin typeface="cmmi10"/>
              </a:rPr>
              <a:t>TS</a:t>
            </a:r>
            <a:r>
              <a:rPr lang="en-US" sz="2400"/>
              <a:t> </a:t>
            </a:r>
            <a:r>
              <a:rPr lang="en-US" sz="2400">
                <a:latin typeface="msbm10"/>
              </a:rPr>
              <a:t>2</a:t>
            </a:r>
            <a:r>
              <a:rPr lang="en-US" sz="2400"/>
              <a:t> </a:t>
            </a:r>
            <a:r>
              <a:rPr lang="en-US" sz="2400">
                <a:latin typeface="Symbol"/>
                <a:sym typeface="Symbol"/>
              </a:rPr>
              <a:t></a:t>
            </a:r>
            <a:r>
              <a:rPr lang="he-IL" sz="2400">
                <a:latin typeface="Symbol"/>
                <a:sym typeface="Symbol"/>
              </a:rPr>
              <a:t>   ו- </a:t>
            </a:r>
            <a:r>
              <a:rPr lang="en-US" sz="2400">
                <a:latin typeface="cmmi10"/>
              </a:rPr>
              <a:t>TS</a:t>
            </a:r>
            <a:r>
              <a:rPr lang="en-US" sz="2400"/>
              <a:t> </a:t>
            </a:r>
            <a:r>
              <a:rPr lang="en-US" sz="2400">
                <a:latin typeface="msam10"/>
              </a:rPr>
              <a:t>²</a:t>
            </a:r>
            <a:r>
              <a:rPr lang="en-US" sz="2400">
                <a:latin typeface="cmsy10"/>
              </a:rPr>
              <a:t>:</a:t>
            </a:r>
            <a:r>
              <a:rPr lang="en-US" sz="2400">
                <a:latin typeface="Symbol"/>
                <a:sym typeface="Symbol"/>
              </a:rPr>
              <a:t></a:t>
            </a:r>
            <a:r>
              <a:rPr lang="he-IL" sz="2400">
                <a:latin typeface="Symbol"/>
                <a:sym typeface="Symbol"/>
              </a:rPr>
              <a:t>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אינם</a:t>
            </a:r>
            <a:r>
              <a:rPr lang="he-IL" sz="2400">
                <a:solidFill>
                  <a:srgbClr val="0000FF"/>
                </a:solidFill>
                <a:latin typeface="Symbol"/>
                <a:sym typeface="Symbol"/>
              </a:rPr>
              <a:t>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שקולים</a:t>
            </a:r>
            <a:r>
              <a:rPr lang="he-IL" sz="2400">
                <a:latin typeface="Symbol"/>
                <a:sym typeface="Symbol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51C4F-E112-3478-1D04-ACC655340338}"/>
              </a:ext>
            </a:extLst>
          </p:cNvPr>
          <p:cNvSpPr txBox="1"/>
          <p:nvPr/>
        </p:nvSpPr>
        <p:spPr>
          <a:xfrm>
            <a:off x="1087283" y="4753656"/>
            <a:ext cx="689323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מערכת שבה</a:t>
            </a:r>
            <a:r>
              <a:rPr lang="he-IL" sz="2800"/>
              <a:t>     </a:t>
            </a:r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>
                <a:latin typeface="msbm10"/>
              </a:rPr>
              <a:t>2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}</a:t>
            </a:r>
            <a:r>
              <a:rPr lang="en-US" sz="2800">
                <a:solidFill>
                  <a:srgbClr val="FF0000"/>
                </a:solidFill>
                <a:latin typeface="cmmi10"/>
              </a:rPr>
              <a:t>a</a:t>
            </a:r>
            <a:r>
              <a:rPr lang="he-IL" sz="2800">
                <a:latin typeface="cmmi10"/>
              </a:rPr>
              <a:t>    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וגם</a:t>
            </a:r>
            <a:r>
              <a:rPr lang="he-IL" sz="2800">
                <a:latin typeface="cmmi10"/>
              </a:rPr>
              <a:t>     </a:t>
            </a:r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>
                <a:latin typeface="msbm10"/>
              </a:rPr>
              <a:t>2</a:t>
            </a:r>
            <a:r>
              <a:rPr lang="en-US" sz="2800"/>
              <a:t>  </a:t>
            </a:r>
            <a:r>
              <a:rPr lang="en-US" sz="2800">
                <a:latin typeface="cmsy10"/>
              </a:rPr>
              <a:t>:}</a:t>
            </a:r>
            <a:r>
              <a:rPr lang="en-US" sz="2800">
                <a:solidFill>
                  <a:srgbClr val="FF0000"/>
                </a:solidFill>
                <a:latin typeface="cmmi10"/>
              </a:rPr>
              <a:t>a</a:t>
            </a:r>
            <a:r>
              <a:rPr lang="he-IL" sz="2800">
                <a:latin typeface="cmmi10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38AA63B-CB74-B6E6-400C-E0518150B009}"/>
                  </a:ext>
                </a:extLst>
              </p:cNvPr>
              <p:cNvSpPr/>
              <p:nvPr/>
            </p:nvSpPr>
            <p:spPr>
              <a:xfrm>
                <a:off x="2020824" y="3187625"/>
                <a:ext cx="640080" cy="64160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38AA63B-CB74-B6E6-400C-E0518150B0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824" y="3187625"/>
                <a:ext cx="640080" cy="641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5FBF41E-5496-0AD2-07B2-F947820B2F11}"/>
                  </a:ext>
                </a:extLst>
              </p:cNvPr>
              <p:cNvSpPr/>
              <p:nvPr/>
            </p:nvSpPr>
            <p:spPr>
              <a:xfrm>
                <a:off x="4251960" y="3189149"/>
                <a:ext cx="640080" cy="64160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5FBF41E-5496-0AD2-07B2-F947820B2F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960" y="3189149"/>
                <a:ext cx="640080" cy="641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8E05CD-FBBD-0551-D01E-556F7664C59A}"/>
                  </a:ext>
                </a:extLst>
              </p:cNvPr>
              <p:cNvSpPr/>
              <p:nvPr/>
            </p:nvSpPr>
            <p:spPr>
              <a:xfrm>
                <a:off x="6490716" y="3195245"/>
                <a:ext cx="627888" cy="62636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8E05CD-FBBD-0551-D01E-556F7664C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716" y="3195245"/>
                <a:ext cx="627888" cy="626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0">
            <a:extLst>
              <a:ext uri="{FF2B5EF4-FFF2-40B4-BE49-F238E27FC236}">
                <a16:creationId xmlns:a16="http://schemas.microsoft.com/office/drawing/2014/main" id="{0B340EF6-E113-96B0-3EFC-24EF4EE2435D}"/>
              </a:ext>
            </a:extLst>
          </p:cNvPr>
          <p:cNvCxnSpPr>
            <a:stCxn id="9" idx="1"/>
            <a:endCxn id="9" idx="0"/>
          </p:cNvCxnSpPr>
          <p:nvPr/>
        </p:nvCxnSpPr>
        <p:spPr>
          <a:xfrm rot="10800000" flipH="1">
            <a:off x="2020824" y="3187625"/>
            <a:ext cx="320040" cy="320802"/>
          </a:xfrm>
          <a:prstGeom prst="bentConnector4">
            <a:avLst>
              <a:gd name="adj1" fmla="val -71429"/>
              <a:gd name="adj2" fmla="val 171259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8A3CA7-540F-A570-995E-08E29099E381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2660904" y="3501569"/>
            <a:ext cx="1591056" cy="838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CBC54C-EE27-200A-001D-FC077A7EB75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892040" y="3508427"/>
            <a:ext cx="1598676" cy="152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6F47C0-DE45-F40B-CF49-7F4C24763EDD}"/>
              </a:ext>
            </a:extLst>
          </p:cNvPr>
          <p:cNvCxnSpPr/>
          <p:nvPr/>
        </p:nvCxnSpPr>
        <p:spPr>
          <a:xfrm flipH="1">
            <a:off x="7118604" y="3647111"/>
            <a:ext cx="236220" cy="6858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20">
            <a:extLst>
              <a:ext uri="{FF2B5EF4-FFF2-40B4-BE49-F238E27FC236}">
                <a16:creationId xmlns:a16="http://schemas.microsoft.com/office/drawing/2014/main" id="{41B1EB42-D524-4FD0-8281-3179299796AE}"/>
              </a:ext>
            </a:extLst>
          </p:cNvPr>
          <p:cNvCxnSpPr>
            <a:stCxn id="11" idx="0"/>
            <a:endCxn id="11" idx="3"/>
          </p:cNvCxnSpPr>
          <p:nvPr/>
        </p:nvCxnSpPr>
        <p:spPr>
          <a:xfrm rot="16200000" flipH="1">
            <a:off x="6805041" y="3194864"/>
            <a:ext cx="313182" cy="313944"/>
          </a:xfrm>
          <a:prstGeom prst="bentConnector4">
            <a:avLst>
              <a:gd name="adj1" fmla="val -72993"/>
              <a:gd name="adj2" fmla="val 172816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94A218-6228-50FD-94CF-A27BD1A2368F}"/>
                  </a:ext>
                </a:extLst>
              </p:cNvPr>
              <p:cNvSpPr txBox="1"/>
              <p:nvPr/>
            </p:nvSpPr>
            <p:spPr>
              <a:xfrm>
                <a:off x="2030348" y="3908048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94A218-6228-50FD-94CF-A27BD1A23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348" y="3908048"/>
                <a:ext cx="562205" cy="369332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4B648F-A73A-2B3C-93CB-47E7A7DF2FA5}"/>
                  </a:ext>
                </a:extLst>
              </p:cNvPr>
              <p:cNvSpPr txBox="1"/>
              <p:nvPr/>
            </p:nvSpPr>
            <p:spPr>
              <a:xfrm>
                <a:off x="4285182" y="382922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4B648F-A73A-2B3C-93CB-47E7A7DF2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182" y="3829229"/>
                <a:ext cx="428322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F084D0-4688-D3A3-19BD-B36A760868EE}"/>
                  </a:ext>
                </a:extLst>
              </p:cNvPr>
              <p:cNvSpPr txBox="1"/>
              <p:nvPr/>
            </p:nvSpPr>
            <p:spPr>
              <a:xfrm>
                <a:off x="6584669" y="382922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F084D0-4688-D3A3-19BD-B36A76086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669" y="3829229"/>
                <a:ext cx="428322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B75831-EB59-159E-0A40-B7FA660BF6A6}"/>
              </a:ext>
            </a:extLst>
          </p:cNvPr>
          <p:cNvCxnSpPr>
            <a:endCxn id="10" idx="0"/>
          </p:cNvCxnSpPr>
          <p:nvPr/>
        </p:nvCxnSpPr>
        <p:spPr>
          <a:xfrm>
            <a:off x="4572000" y="2882062"/>
            <a:ext cx="0" cy="30708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466646" y="2406131"/>
            <a:ext cx="2797465" cy="3848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2546717" y="1245078"/>
            <a:ext cx="3396883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90500"/>
            <a:ext cx="8153400" cy="1143000"/>
          </a:xfrm>
        </p:spPr>
        <p:txBody>
          <a:bodyPr>
            <a:norm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נקודה מבלבלת בקשר לסמנטיקה של שלילה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143000"/>
                <a:ext cx="8763000" cy="5562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18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מסלולים, מתקיים</a:t>
                </a:r>
                <a:r>
                  <a:rPr lang="he-IL" sz="2400"/>
                  <a:t>  </a:t>
                </a:r>
                <a:r>
                  <a:rPr lang="en-US" sz="2400"/>
                  <a:t> </a:t>
                </a:r>
                <a:r>
                  <a:rPr lang="en-US" sz="2400">
                    <a:latin typeface="cmmi10"/>
                  </a:rPr>
                  <a:t>¼</a:t>
                </a:r>
                <a:r>
                  <a:rPr lang="en-US" sz="2400"/>
                  <a:t> </a:t>
                </a:r>
                <a:r>
                  <a:rPr lang="en-US" sz="2400">
                    <a:latin typeface="msam10"/>
                  </a:rPr>
                  <a:t>²</a:t>
                </a:r>
                <a:r>
                  <a:rPr lang="en-US" sz="2400"/>
                  <a:t> 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ורק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 sz="2400">
                    <a:latin typeface="Symbol"/>
                    <a:sym typeface="Symbol"/>
                  </a:rPr>
                  <a:t>  </a:t>
                </a:r>
                <a:r>
                  <a:rPr lang="en-US" sz="2400">
                    <a:latin typeface="cmmi10"/>
                    <a:sym typeface="Symbol"/>
                  </a:rPr>
                  <a:t>¼</a:t>
                </a:r>
                <a:r>
                  <a:rPr lang="en-US" sz="2400">
                    <a:latin typeface="Symbol"/>
                    <a:sym typeface="Symbol"/>
                  </a:rPr>
                  <a:t> </a:t>
                </a:r>
                <a:r>
                  <a:rPr lang="en-US" sz="2400">
                    <a:latin typeface="msbm10"/>
                    <a:sym typeface="Symbol"/>
                  </a:rPr>
                  <a:t>2</a:t>
                </a:r>
                <a:r>
                  <a:rPr lang="en-US" sz="2400">
                    <a:latin typeface="Symbol"/>
                    <a:sym typeface="Symbol"/>
                  </a:rPr>
                  <a:t> </a:t>
                </a:r>
                <a:r>
                  <a:rPr lang="en-US" sz="2400">
                    <a:latin typeface="cmsy10"/>
                    <a:sym typeface="Symbol"/>
                  </a:rPr>
                  <a:t>: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אבל</a:t>
                </a:r>
                <a:r>
                  <a:rPr lang="he-IL" sz="2400"/>
                  <a:t>,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</a:t>
                </a:r>
                <a:r>
                  <a:rPr lang="he-IL" sz="2400"/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מערכות</a:t>
                </a:r>
                <a:r>
                  <a:rPr lang="he-IL" sz="2400"/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מעברים</a:t>
                </a:r>
                <a:r>
                  <a:rPr lang="he-IL" sz="2400"/>
                  <a:t>, </a:t>
                </a:r>
                <a:r>
                  <a:rPr lang="en-US" sz="2400">
                    <a:latin typeface="cmmi10"/>
                  </a:rPr>
                  <a:t>TS</a:t>
                </a:r>
                <a:r>
                  <a:rPr lang="en-US" sz="2400"/>
                  <a:t> </a:t>
                </a:r>
                <a:r>
                  <a:rPr lang="en-US" sz="2400">
                    <a:latin typeface="msbm10"/>
                  </a:rPr>
                  <a:t>2</a:t>
                </a:r>
                <a:r>
                  <a:rPr lang="en-US" sz="2400"/>
                  <a:t> </a:t>
                </a:r>
                <a:r>
                  <a:rPr lang="en-US" sz="2400"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  ו- </a:t>
                </a:r>
                <a:r>
                  <a:rPr lang="en-US" sz="2400">
                    <a:latin typeface="cmmi10"/>
                  </a:rPr>
                  <a:t>TS</a:t>
                </a:r>
                <a:r>
                  <a:rPr lang="en-US" sz="2400"/>
                  <a:t> </a:t>
                </a:r>
                <a:r>
                  <a:rPr lang="en-US" sz="2400">
                    <a:latin typeface="msam10"/>
                  </a:rPr>
                  <a:t>²</a:t>
                </a:r>
                <a:r>
                  <a:rPr lang="en-US" sz="2400">
                    <a:latin typeface="cmsy10"/>
                  </a:rPr>
                  <a:t>:</a:t>
                </a:r>
                <a:r>
                  <a:rPr lang="en-US" sz="2400"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אינם</a:t>
                </a:r>
                <a:r>
                  <a:rPr lang="he-IL" sz="2400">
                    <a:solidFill>
                      <a:srgbClr val="0000FF"/>
                    </a:solidFill>
                    <a:latin typeface="Symbol"/>
                    <a:sym typeface="Symbol"/>
                  </a:rPr>
                  <a:t>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שקולים</a:t>
                </a:r>
                <a:r>
                  <a:rPr lang="he-IL" sz="2400">
                    <a:latin typeface="Symbol"/>
                    <a:sym typeface="Symbol"/>
                  </a:rPr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18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כיוון אחד כן מתקיים</a:t>
                </a:r>
                <a:r>
                  <a:rPr lang="he-IL" sz="2400">
                    <a:latin typeface="Symbol"/>
                    <a:sym typeface="Symbol"/>
                  </a:rPr>
                  <a:t>  </a:t>
                </a:r>
                <a:r>
                  <a:rPr lang="en-US" sz="2400">
                    <a:latin typeface="cmmi10"/>
                  </a:rPr>
                  <a:t>TS</a:t>
                </a:r>
                <a:r>
                  <a:rPr lang="en-US" sz="2400"/>
                  <a:t> </a:t>
                </a:r>
                <a:r>
                  <a:rPr lang="en-US" sz="2400">
                    <a:latin typeface="msam10"/>
                  </a:rPr>
                  <a:t>²</a:t>
                </a:r>
                <a:r>
                  <a:rPr lang="en-US" sz="2400">
                    <a:latin typeface="cmsy10"/>
                  </a:rPr>
                  <a:t>: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גורר</a:t>
                </a:r>
                <a:r>
                  <a:rPr lang="he-IL" sz="2400">
                    <a:latin typeface="Symbol"/>
                    <a:sym typeface="Symbol"/>
                  </a:rPr>
                  <a:t>  </a:t>
                </a:r>
                <a:r>
                  <a:rPr lang="en-US" sz="2400">
                    <a:latin typeface="cmmi10"/>
                  </a:rPr>
                  <a:t>TS</a:t>
                </a:r>
                <a:r>
                  <a:rPr lang="en-US" sz="2400"/>
                  <a:t> </a:t>
                </a:r>
                <a:r>
                  <a:rPr lang="en-US" sz="2400">
                    <a:latin typeface="msbm10"/>
                  </a:rPr>
                  <a:t>2</a:t>
                </a:r>
                <a:r>
                  <a:rPr lang="en-US" sz="2400"/>
                  <a:t> 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solidFill>
                      <a:srgbClr val="FF0000"/>
                    </a:solidFill>
                    <a:latin typeface="Symbol"/>
                    <a:sym typeface="Symbol"/>
                  </a:rPr>
                  <a:t>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בגלל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ש:</a:t>
                </a:r>
              </a:p>
              <a:p>
                <a:pPr algn="l" rtl="0">
                  <a:lnSpc>
                    <a:spcPct val="120000"/>
                  </a:lnSpc>
                  <a:spcAft>
                    <a:spcPts val="1800"/>
                  </a:spcAft>
                  <a:buNone/>
                </a:pPr>
                <a:r>
                  <a:rPr lang="en-US" sz="2400">
                    <a:latin typeface="cmmi10"/>
                  </a:rPr>
                  <a:t>TS</a:t>
                </a:r>
                <a:r>
                  <a:rPr lang="en-US" sz="2400"/>
                  <a:t> </a:t>
                </a:r>
                <a:r>
                  <a:rPr lang="en-US" sz="2400">
                    <a:latin typeface="msbm10"/>
                  </a:rPr>
                  <a:t>2</a:t>
                </a:r>
                <a:r>
                  <a:rPr lang="en-US" sz="2400"/>
                  <a:t> 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400">
                    <a:latin typeface="Symbol"/>
                    <a:sym typeface="Symbol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sym typeface="Symbol"/>
                      </a:rPr>
                      <m:t>⇔</m:t>
                    </m:r>
                  </m:oMath>
                </a14:m>
                <a:r>
                  <a:rPr lang="en-US" sz="2400">
                    <a:latin typeface="cmr10"/>
                    <a:sym typeface="Symbol"/>
                  </a:rPr>
                  <a:t> 	</a:t>
                </a:r>
                <a:r>
                  <a:rPr lang="en-US" sz="2400">
                    <a:latin typeface="Franklin Gothic Book"/>
                    <a:sym typeface="Symbol"/>
                  </a:rPr>
                  <a:t>Traces</a:t>
                </a:r>
                <a:r>
                  <a:rPr lang="en-US" sz="2400">
                    <a:latin typeface="cmr10"/>
                    <a:sym typeface="Symbol"/>
                  </a:rPr>
                  <a:t>(</a:t>
                </a:r>
                <a:r>
                  <a:rPr lang="en-US" sz="2400">
                    <a:latin typeface="cmmi10"/>
                    <a:sym typeface="Symbol"/>
                  </a:rPr>
                  <a:t>TS</a:t>
                </a:r>
                <a:r>
                  <a:rPr lang="en-US" sz="2400">
                    <a:latin typeface="cmr10"/>
                    <a:sym typeface="Symbol"/>
                  </a:rPr>
                  <a:t>) </a:t>
                </a:r>
                <a:r>
                  <a:rPr lang="en-US" sz="2400">
                    <a:latin typeface="msbm10"/>
                    <a:sym typeface="Symbol"/>
                  </a:rPr>
                  <a:t>*</a:t>
                </a:r>
                <a:r>
                  <a:rPr lang="en-US" sz="2400">
                    <a:latin typeface="cmr10"/>
                    <a:sym typeface="Symbol"/>
                  </a:rPr>
                  <a:t> </a:t>
                </a:r>
                <a:r>
                  <a:rPr lang="en-US" sz="2400">
                    <a:latin typeface="Franklin Gothic Book"/>
                    <a:sym typeface="Symbol"/>
                  </a:rPr>
                  <a:t>Words</a:t>
                </a:r>
                <a:r>
                  <a:rPr lang="en-US" sz="2400">
                    <a:latin typeface="cmr10"/>
                    <a:sym typeface="Symbol"/>
                  </a:rPr>
                  <a:t>(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400">
                    <a:latin typeface="cmr10"/>
                    <a:sym typeface="Symbol"/>
                  </a:rPr>
                  <a:t>) </a:t>
                </a:r>
              </a:p>
              <a:p>
                <a:pPr algn="l" rtl="0">
                  <a:lnSpc>
                    <a:spcPct val="120000"/>
                  </a:lnSpc>
                  <a:spcAft>
                    <a:spcPts val="1800"/>
                  </a:spcAft>
                  <a:buNone/>
                </a:pPr>
                <a:r>
                  <a:rPr lang="en-US" sz="2400">
                    <a:latin typeface="cmmi10"/>
                  </a:rPr>
                  <a:t> 	</a:t>
                </a:r>
                <a:r>
                  <a:rPr lang="en-US" sz="2400">
                    <a:latin typeface="Symbol"/>
                    <a:sym typeface="Symbol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sym typeface="Symbol"/>
                      </a:rPr>
                      <m:t>⇔</m:t>
                    </m:r>
                  </m:oMath>
                </a14:m>
                <a:r>
                  <a:rPr lang="en-US" sz="2400">
                    <a:latin typeface="cmr10"/>
                    <a:sym typeface="Symbol"/>
                  </a:rPr>
                  <a:t> 	</a:t>
                </a:r>
                <a:r>
                  <a:rPr lang="en-US" sz="2400">
                    <a:latin typeface="Franklin Gothic Book"/>
                    <a:sym typeface="Symbol"/>
                  </a:rPr>
                  <a:t>Traces</a:t>
                </a:r>
                <a:r>
                  <a:rPr lang="en-US" sz="2400">
                    <a:latin typeface="cmr10"/>
                    <a:sym typeface="Symbol"/>
                  </a:rPr>
                  <a:t>(</a:t>
                </a:r>
                <a:r>
                  <a:rPr lang="en-US" sz="2400">
                    <a:latin typeface="cmmi10"/>
                    <a:sym typeface="Symbol"/>
                  </a:rPr>
                  <a:t>TS</a:t>
                </a:r>
                <a:r>
                  <a:rPr lang="en-US" sz="2400">
                    <a:latin typeface="cmr10"/>
                    <a:sym typeface="Symbol"/>
                  </a:rPr>
                  <a:t>) </a:t>
                </a:r>
                <a:r>
                  <a:rPr lang="en-US" sz="2400">
                    <a:latin typeface="cmsy10"/>
                    <a:sym typeface="Symbol"/>
                  </a:rPr>
                  <a:t>n</a:t>
                </a:r>
                <a:r>
                  <a:rPr lang="en-US" sz="2400">
                    <a:latin typeface="cmr10"/>
                    <a:sym typeface="Symbol"/>
                  </a:rPr>
                  <a:t> </a:t>
                </a:r>
                <a:r>
                  <a:rPr lang="en-US" sz="2400">
                    <a:latin typeface="Franklin Gothic Book"/>
                    <a:sym typeface="Symbol"/>
                  </a:rPr>
                  <a:t>Words</a:t>
                </a:r>
                <a:r>
                  <a:rPr lang="en-US" sz="2400">
                    <a:latin typeface="cmr10"/>
                    <a:sym typeface="Symbol"/>
                  </a:rPr>
                  <a:t>(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400">
                    <a:latin typeface="cmr10"/>
                    <a:sym typeface="Symbol"/>
                  </a:rPr>
                  <a:t>) </a:t>
                </a:r>
                <a:r>
                  <a:rPr lang="en-US" sz="2400">
                    <a:latin typeface="Symbol"/>
                    <a:sym typeface="Symbol"/>
                  </a:rPr>
                  <a:t></a:t>
                </a:r>
                <a:r>
                  <a:rPr lang="en-US" sz="2400">
                    <a:latin typeface="cmr10"/>
                    <a:sym typeface="Symbol"/>
                  </a:rPr>
                  <a:t> </a:t>
                </a:r>
                <a:r>
                  <a:rPr lang="en-US" sz="2400">
                    <a:latin typeface="cmsy10"/>
                    <a:sym typeface="Symbol"/>
                  </a:rPr>
                  <a:t>;</a:t>
                </a:r>
              </a:p>
              <a:p>
                <a:pPr algn="l" rtl="0">
                  <a:lnSpc>
                    <a:spcPct val="120000"/>
                  </a:lnSpc>
                  <a:spcAft>
                    <a:spcPts val="1800"/>
                  </a:spcAft>
                  <a:buNone/>
                </a:pPr>
                <a:r>
                  <a:rPr lang="en-US" sz="2400">
                    <a:latin typeface="cmmi10"/>
                  </a:rPr>
                  <a:t> 	</a:t>
                </a:r>
                <a:r>
                  <a:rPr lang="en-US" sz="2400">
                    <a:latin typeface="Symbol"/>
                    <a:sym typeface="Symbol"/>
                  </a:rPr>
                  <a:t>	 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sym typeface="Symbol"/>
                      </a:rPr>
                      <m:t>⇔</m:t>
                    </m:r>
                  </m:oMath>
                </a14:m>
                <a:r>
                  <a:rPr lang="en-US" sz="2400">
                    <a:latin typeface="cmr10"/>
                    <a:sym typeface="Symbol"/>
                  </a:rPr>
                  <a:t> 	</a:t>
                </a:r>
                <a:r>
                  <a:rPr lang="en-US" sz="2400">
                    <a:latin typeface="Franklin Gothic Book"/>
                    <a:sym typeface="Symbol"/>
                  </a:rPr>
                  <a:t>Traces</a:t>
                </a:r>
                <a:r>
                  <a:rPr lang="en-US" sz="2400">
                    <a:latin typeface="cmr10"/>
                    <a:sym typeface="Symbol"/>
                  </a:rPr>
                  <a:t>(</a:t>
                </a:r>
                <a:r>
                  <a:rPr lang="en-US" sz="2400">
                    <a:latin typeface="cmmi10"/>
                    <a:sym typeface="Symbol"/>
                  </a:rPr>
                  <a:t>TS</a:t>
                </a:r>
                <a:r>
                  <a:rPr lang="en-US" sz="2400">
                    <a:latin typeface="cmr10"/>
                    <a:sym typeface="Symbol"/>
                  </a:rPr>
                  <a:t>) </a:t>
                </a:r>
                <a:r>
                  <a:rPr lang="en-US" sz="2400">
                    <a:latin typeface="cmsy10"/>
                    <a:sym typeface="Symbol"/>
                  </a:rPr>
                  <a:t>\</a:t>
                </a:r>
                <a:r>
                  <a:rPr lang="en-US" sz="2400">
                    <a:latin typeface="cmr10"/>
                    <a:sym typeface="Symbol"/>
                  </a:rPr>
                  <a:t> </a:t>
                </a:r>
                <a:r>
                  <a:rPr lang="en-US" sz="2400">
                    <a:latin typeface="Franklin Gothic Book"/>
                    <a:sym typeface="Symbol"/>
                  </a:rPr>
                  <a:t>Words</a:t>
                </a:r>
                <a:r>
                  <a:rPr lang="en-US" sz="2400">
                    <a:latin typeface="cmr10"/>
                    <a:sym typeface="Symbol"/>
                  </a:rPr>
                  <a:t>(</a:t>
                </a:r>
                <a:r>
                  <a:rPr lang="en-US" sz="2400">
                    <a:latin typeface="cmsy10"/>
                    <a:sym typeface="Symbol"/>
                  </a:rPr>
                  <a:t>: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400">
                    <a:latin typeface="cmr10"/>
                    <a:sym typeface="Symbol"/>
                  </a:rPr>
                  <a:t>) </a:t>
                </a:r>
                <a:r>
                  <a:rPr lang="en-US" sz="2400">
                    <a:latin typeface="Symbol"/>
                    <a:sym typeface="Symbol"/>
                  </a:rPr>
                  <a:t></a:t>
                </a:r>
                <a:r>
                  <a:rPr lang="en-US" sz="2400">
                    <a:latin typeface="cmr10"/>
                    <a:sym typeface="Symbol"/>
                  </a:rPr>
                  <a:t> </a:t>
                </a:r>
                <a:r>
                  <a:rPr lang="en-US" sz="2400">
                    <a:latin typeface="cmsy10"/>
                    <a:sym typeface="Symbol"/>
                  </a:rPr>
                  <a:t>;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/>
                      </a:rPr>
                      <m:t>⟸</m:t>
                    </m:r>
                  </m:oMath>
                </a14:m>
                <a:r>
                  <a:rPr lang="en-US" sz="2400">
                    <a:latin typeface="cmmi10"/>
                    <a:sym typeface="Symbol"/>
                  </a:rPr>
                  <a:t>  </a:t>
                </a:r>
                <a:r>
                  <a:rPr lang="he-IL" sz="2400">
                    <a:latin typeface="cmmi10"/>
                    <a:sym typeface="Symbol"/>
                  </a:rPr>
                  <a:t> </a:t>
                </a:r>
                <a:r>
                  <a:rPr lang="en-US" sz="2400">
                    <a:latin typeface="cmmi10"/>
                  </a:rPr>
                  <a:t>TS</a:t>
                </a:r>
                <a:r>
                  <a:rPr lang="en-US" sz="2400"/>
                  <a:t> </a:t>
                </a:r>
                <a:r>
                  <a:rPr lang="en-US" sz="2400">
                    <a:latin typeface="msam10"/>
                  </a:rPr>
                  <a:t>²</a:t>
                </a:r>
                <a:r>
                  <a:rPr lang="en-US" sz="2400">
                    <a:latin typeface="cmsy10"/>
                  </a:rPr>
                  <a:t>: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endParaRPr lang="he-IL" sz="2400">
                  <a:latin typeface="cmmi10"/>
                  <a:sym typeface="Symbol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18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אבל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אין גרירה בכיוון ההפוך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בגלל ש-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/>
                      </a:rPr>
                      <m:t>𝑇𝑆</m:t>
                    </m:r>
                  </m:oMath>
                </a14:m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יכולה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שלא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לקיים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את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וגם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לא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את</a:t>
                </a:r>
                <a:r>
                  <a:rPr lang="he-IL" sz="2400">
                    <a:latin typeface="Franklin Gothic Book"/>
                    <a:sym typeface="Symbol"/>
                  </a:rPr>
                  <a:t> </a:t>
                </a:r>
                <a:r>
                  <a:rPr lang="en-US" sz="2400">
                    <a:latin typeface="cmsy10"/>
                    <a:sym typeface="Symbol"/>
                  </a:rPr>
                  <a:t>: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קיימים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מסלולים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en-US" sz="2400">
                    <a:latin typeface="Symbol"/>
                    <a:sym typeface="Symbol"/>
                  </a:rPr>
                  <a:t>p</a:t>
                </a:r>
                <a:r>
                  <a:rPr lang="en-US" sz="2400" baseline="-25000">
                    <a:latin typeface="cmr10"/>
                    <a:sym typeface="Symbol"/>
                  </a:rPr>
                  <a:t>1</a:t>
                </a:r>
                <a:r>
                  <a:rPr lang="he-IL" sz="2400" baseline="-25000">
                    <a:latin typeface="cmr10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</a:t>
                </a:r>
                <a:r>
                  <a:rPr lang="he-IL" sz="2400">
                    <a:sym typeface="Symbol"/>
                  </a:rPr>
                  <a:t> </a:t>
                </a:r>
                <a:r>
                  <a:rPr lang="en-US" sz="2400">
                    <a:latin typeface="Symbol"/>
                    <a:sym typeface="Symbol"/>
                  </a:rPr>
                  <a:t>p</a:t>
                </a:r>
                <a:r>
                  <a:rPr lang="en-US" sz="2400" baseline="-25000">
                    <a:latin typeface="cmr10"/>
                    <a:sym typeface="Symbol"/>
                  </a:rPr>
                  <a:t>2</a:t>
                </a:r>
                <a:r>
                  <a:rPr lang="he-IL" sz="2400" baseline="-25000">
                    <a:latin typeface="cmr10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כך</a:t>
                </a:r>
                <a:r>
                  <a:rPr lang="he-IL" sz="2400"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ש-</a:t>
                </a:r>
                <a:r>
                  <a:rPr lang="he-IL" sz="2400">
                    <a:sym typeface="Symbol"/>
                  </a:rPr>
                  <a:t> </a:t>
                </a:r>
                <a:r>
                  <a:rPr lang="en-US" sz="2400"/>
                  <a:t> </a:t>
                </a:r>
                <a:r>
                  <a:rPr lang="en-US" sz="2400">
                    <a:latin typeface="cmmi10"/>
                  </a:rPr>
                  <a:t>¼</a:t>
                </a:r>
                <a:r>
                  <a:rPr lang="en-US" sz="2400" baseline="-25000">
                    <a:latin typeface="cmr10"/>
                  </a:rPr>
                  <a:t>1</a:t>
                </a:r>
                <a:r>
                  <a:rPr lang="en-US" sz="2400"/>
                  <a:t> </a:t>
                </a:r>
                <a:r>
                  <a:rPr lang="en-US" sz="2400">
                    <a:latin typeface="msam10"/>
                  </a:rPr>
                  <a:t>²</a:t>
                </a:r>
                <a:r>
                  <a:rPr lang="en-US" sz="2400"/>
                  <a:t> 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400">
                    <a:latin typeface="Symbol"/>
                    <a:sym typeface="Symbol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</a:t>
                </a:r>
                <a:r>
                  <a:rPr lang="he-IL" sz="2400">
                    <a:latin typeface="Symbol"/>
                    <a:sym typeface="Symbol"/>
                  </a:rPr>
                  <a:t>  </a:t>
                </a:r>
                <a:r>
                  <a:rPr lang="en-US" sz="2400">
                    <a:latin typeface="cmmi10"/>
                    <a:sym typeface="Symbol"/>
                  </a:rPr>
                  <a:t>¼</a:t>
                </a:r>
                <a:r>
                  <a:rPr lang="en-US" sz="2400" baseline="-25000">
                    <a:latin typeface="cmr10"/>
                    <a:sym typeface="Symbol"/>
                  </a:rPr>
                  <a:t>2</a:t>
                </a:r>
                <a:r>
                  <a:rPr lang="en-US" sz="2400">
                    <a:latin typeface="Symbol"/>
                    <a:sym typeface="Symbol"/>
                  </a:rPr>
                  <a:t> </a:t>
                </a:r>
                <a:r>
                  <a:rPr lang="en-US" sz="2400">
                    <a:latin typeface="msbm10"/>
                    <a:sym typeface="Symbol"/>
                  </a:rPr>
                  <a:t>2</a:t>
                </a:r>
                <a:r>
                  <a:rPr lang="en-US" sz="2400">
                    <a:latin typeface="Symbol"/>
                    <a:sym typeface="Symbol"/>
                  </a:rPr>
                  <a:t> </a:t>
                </a:r>
                <a:r>
                  <a:rPr lang="en-US" sz="2400">
                    <a:latin typeface="cmsy10"/>
                    <a:sym typeface="Symbol"/>
                  </a:rPr>
                  <a:t>:</a:t>
                </a:r>
                <a:r>
                  <a:rPr lang="en-US" sz="240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endParaRPr lang="he-IL" sz="2400">
                  <a:solidFill>
                    <a:srgbClr val="FF0000"/>
                  </a:solidFill>
                  <a:latin typeface="Symbol"/>
                  <a:sym typeface="Symbol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143000"/>
                <a:ext cx="8763000" cy="5562600"/>
              </a:xfrm>
              <a:blipFill>
                <a:blip r:embed="rId2"/>
                <a:stretch>
                  <a:fillRect l="-1043" t="-329"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>
            <a:off x="6158383" y="4953000"/>
            <a:ext cx="381000" cy="457200"/>
          </a:xfrm>
          <a:custGeom>
            <a:avLst/>
            <a:gdLst>
              <a:gd name="connsiteX0" fmla="*/ 637309 w 637309"/>
              <a:gd name="connsiteY0" fmla="*/ 461819 h 461819"/>
              <a:gd name="connsiteX1" fmla="*/ 517236 w 637309"/>
              <a:gd name="connsiteY1" fmla="*/ 360219 h 461819"/>
              <a:gd name="connsiteX2" fmla="*/ 138545 w 637309"/>
              <a:gd name="connsiteY2" fmla="*/ 350982 h 461819"/>
              <a:gd name="connsiteX3" fmla="*/ 0 w 637309"/>
              <a:gd name="connsiteY3" fmla="*/ 0 h 461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7309" h="461819">
                <a:moveTo>
                  <a:pt x="637309" y="461819"/>
                </a:moveTo>
                <a:cubicBezTo>
                  <a:pt x="618836" y="420255"/>
                  <a:pt x="600363" y="378692"/>
                  <a:pt x="517236" y="360219"/>
                </a:cubicBezTo>
                <a:cubicBezTo>
                  <a:pt x="434109" y="341746"/>
                  <a:pt x="224751" y="411019"/>
                  <a:pt x="138545" y="350982"/>
                </a:cubicBezTo>
                <a:cubicBezTo>
                  <a:pt x="52339" y="290945"/>
                  <a:pt x="26169" y="145472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65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הוכחת הטענה מהשקף הקודם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38</a:t>
            </a:fld>
            <a:endParaRPr lang="he-IL"/>
          </a:p>
        </p:txBody>
      </p:sp>
      <p:sp>
        <p:nvSpPr>
          <p:cNvPr id="7" name="TextBox 6"/>
          <p:cNvSpPr txBox="1"/>
          <p:nvPr/>
        </p:nvSpPr>
        <p:spPr>
          <a:xfrm>
            <a:off x="1125383" y="4419600"/>
            <a:ext cx="689323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מערכת שבה</a:t>
            </a:r>
            <a:r>
              <a:rPr lang="he-IL" sz="2800"/>
              <a:t>     </a:t>
            </a:r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>
                <a:latin typeface="msbm10"/>
              </a:rPr>
              <a:t>2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}</a:t>
            </a:r>
            <a:r>
              <a:rPr lang="en-US" sz="2800">
                <a:solidFill>
                  <a:srgbClr val="FF0000"/>
                </a:solidFill>
                <a:latin typeface="cmmi10"/>
              </a:rPr>
              <a:t>a</a:t>
            </a:r>
            <a:r>
              <a:rPr lang="he-IL" sz="2800">
                <a:latin typeface="cmmi10"/>
              </a:rPr>
              <a:t>    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וגם</a:t>
            </a:r>
            <a:r>
              <a:rPr lang="he-IL" sz="2800">
                <a:latin typeface="cmmi10"/>
              </a:rPr>
              <a:t>     </a:t>
            </a:r>
            <a:r>
              <a:rPr lang="en-US" sz="2800">
                <a:latin typeface="cmmi10"/>
              </a:rPr>
              <a:t>TS</a:t>
            </a:r>
            <a:r>
              <a:rPr lang="en-US" sz="2800"/>
              <a:t> </a:t>
            </a:r>
            <a:r>
              <a:rPr lang="en-US" sz="2800">
                <a:latin typeface="msbm10"/>
              </a:rPr>
              <a:t>2</a:t>
            </a:r>
            <a:r>
              <a:rPr lang="en-US" sz="2800"/>
              <a:t>  </a:t>
            </a:r>
            <a:r>
              <a:rPr lang="en-US" sz="2800">
                <a:latin typeface="cmsy10"/>
              </a:rPr>
              <a:t>:}</a:t>
            </a:r>
            <a:r>
              <a:rPr lang="en-US" sz="2800">
                <a:solidFill>
                  <a:srgbClr val="FF0000"/>
                </a:solidFill>
                <a:latin typeface="cmmi10"/>
              </a:rPr>
              <a:t>a</a:t>
            </a:r>
            <a:r>
              <a:rPr lang="he-IL" sz="2800">
                <a:latin typeface="cmmi10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07592" y="5428047"/>
                <a:ext cx="7879208" cy="101598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תרגיל: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הוכיחו או הפריכו את הטענות הבאות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	קיימות תכונה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𝜑</m:t>
                    </m:r>
                  </m:oMath>
                </a14:m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ומערכת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𝑇𝑆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000"/>
                  <a:t> 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כך</a:t>
                </a:r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</a:t>
                </a:r>
                <a:r>
                  <a:rPr lang="he-IL" sz="2000"/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𝑇𝑆</m:t>
                    </m:r>
                    <m:r>
                      <a:rPr lang="en-US" sz="2000" b="0" i="1" smtClean="0">
                        <a:latin typeface="Cambria Math"/>
                      </a:rPr>
                      <m:t>⊨</m:t>
                    </m:r>
                    <m:r>
                      <a:rPr lang="en-US" sz="2000" b="0" i="1" smtClean="0">
                        <a:latin typeface="Cambria Math"/>
                      </a:rPr>
                      <m:t>𝜑</m:t>
                    </m:r>
                  </m:oMath>
                </a14:m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וגם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𝑇𝑆</m:t>
                    </m:r>
                    <m:r>
                      <a:rPr lang="he-IL" sz="2000" b="0" i="1" smtClean="0">
                        <a:latin typeface="Cambria Math"/>
                      </a:rPr>
                      <m:t>⊨</m:t>
                    </m:r>
                    <m:r>
                      <a:rPr lang="en-US" sz="2000" b="0" i="1" smtClean="0">
                        <a:latin typeface="Cambria Math"/>
                      </a:rPr>
                      <m:t>¬</m:t>
                    </m:r>
                    <m:r>
                      <a:rPr lang="en-US" sz="2000" b="0" i="1" smtClean="0">
                        <a:latin typeface="Cambria Math"/>
                      </a:rPr>
                      <m:t>𝜑</m:t>
                    </m:r>
                  </m:oMath>
                </a14:m>
                <a:endParaRPr lang="he-IL" sz="2000" b="0"/>
              </a:p>
              <a:p>
                <a:r>
                  <a:rPr lang="he-IL" sz="2000"/>
                  <a:t>	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קיימת</a:t>
                </a:r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מערכת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ותכונת</a:t>
                </a:r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מצב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sz="2000"/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שעבורה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𝑇𝑆</m:t>
                    </m:r>
                    <m:r>
                      <m:rPr>
                        <m:nor/>
                      </m:rP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msbm10"/>
                      </a:rPr>
                      <m:t>2</m:t>
                    </m:r>
                    <m:r>
                      <m:rPr>
                        <m:nor/>
                      </m:rPr>
                      <a:rPr lang="he-IL" b="0" i="0" dirty="0" smtClean="0">
                        <a:latin typeface="msbm1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latin typeface="Symbol"/>
                        <a:sym typeface="Symbol"/>
                      </a:rPr>
                      <m:t>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וגם</a:t>
                </a:r>
                <a:r>
                  <a:rPr lang="he-IL" sz="200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𝑇𝑆</m:t>
                    </m:r>
                    <m:r>
                      <m:rPr>
                        <m:nor/>
                      </m:rP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msbm10"/>
                      </a:rPr>
                      <m:t>2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msbm1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Symbol"/>
                        <a:sym typeface="Symbol"/>
                      </a:rPr>
                      <m:t>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92" y="5428047"/>
                <a:ext cx="7879208" cy="1015984"/>
              </a:xfrm>
              <a:prstGeom prst="rect">
                <a:avLst/>
              </a:prstGeom>
              <a:blipFill>
                <a:blip r:embed="rId2"/>
                <a:stretch>
                  <a:fillRect t="-2395" r="-773" b="-101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133601" y="2415445"/>
                <a:ext cx="640080" cy="64160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1" y="2415445"/>
                <a:ext cx="640080" cy="641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364737" y="2416969"/>
                <a:ext cx="640080" cy="64160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737" y="2416969"/>
                <a:ext cx="640080" cy="641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603493" y="2423065"/>
                <a:ext cx="627888" cy="62636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493" y="2423065"/>
                <a:ext cx="627888" cy="6263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Elbow Connector 10"/>
          <p:cNvCxnSpPr>
            <a:stCxn id="8" idx="1"/>
            <a:endCxn id="8" idx="0"/>
          </p:cNvCxnSpPr>
          <p:nvPr/>
        </p:nvCxnSpPr>
        <p:spPr>
          <a:xfrm rot="10800000" flipH="1">
            <a:off x="2133601" y="2415445"/>
            <a:ext cx="320040" cy="320802"/>
          </a:xfrm>
          <a:prstGeom prst="bentConnector4">
            <a:avLst>
              <a:gd name="adj1" fmla="val -71429"/>
              <a:gd name="adj2" fmla="val 171259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</p:cNvCxnSpPr>
          <p:nvPr/>
        </p:nvCxnSpPr>
        <p:spPr>
          <a:xfrm flipH="1" flipV="1">
            <a:off x="2773681" y="2729389"/>
            <a:ext cx="1591056" cy="8382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3"/>
            <a:endCxn id="10" idx="1"/>
          </p:cNvCxnSpPr>
          <p:nvPr/>
        </p:nvCxnSpPr>
        <p:spPr>
          <a:xfrm flipV="1">
            <a:off x="5004817" y="2736247"/>
            <a:ext cx="1598676" cy="1524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7231381" y="2874931"/>
            <a:ext cx="236220" cy="6858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0"/>
            <a:endCxn id="10" idx="3"/>
          </p:cNvCxnSpPr>
          <p:nvPr/>
        </p:nvCxnSpPr>
        <p:spPr>
          <a:xfrm rot="16200000" flipH="1">
            <a:off x="6917818" y="2422684"/>
            <a:ext cx="313182" cy="313944"/>
          </a:xfrm>
          <a:prstGeom prst="bentConnector4">
            <a:avLst>
              <a:gd name="adj1" fmla="val -72993"/>
              <a:gd name="adj2" fmla="val 172816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143125" y="3135868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3135868"/>
                <a:ext cx="562205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397959" y="305704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959" y="3057049"/>
                <a:ext cx="428322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697446" y="305704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446" y="3057049"/>
                <a:ext cx="428322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endCxn id="9" idx="0"/>
          </p:cNvCxnSpPr>
          <p:nvPr/>
        </p:nvCxnSpPr>
        <p:spPr>
          <a:xfrm>
            <a:off x="4684777" y="2109882"/>
            <a:ext cx="0" cy="30708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04800"/>
            <a:ext cx="7772400" cy="1143000"/>
          </a:xfrm>
        </p:spPr>
        <p:txBody>
          <a:bodyPr>
            <a:normAutofit/>
          </a:bodyPr>
          <a:lstStyle/>
          <a:p>
            <a:pPr rtl="0"/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דוגמה:מניעה הדדית באמצעות </a:t>
            </a:r>
            <a:r>
              <a:rPr lang="he-IL" sz="3200" err="1">
                <a:latin typeface="Gisha" panose="020B0502040204020203" pitchFamily="34" charset="-79"/>
                <a:cs typeface="Gisha" panose="020B0502040204020203" pitchFamily="34" charset="-79"/>
              </a:rPr>
              <a:t>סֶמָפוֹר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 (אַתָּת)</a:t>
            </a:r>
            <a:endParaRPr lang="en-US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39</a:t>
            </a:fld>
            <a:endParaRPr lang="he-IL"/>
          </a:p>
        </p:txBody>
      </p:sp>
      <p:sp>
        <p:nvSpPr>
          <p:cNvPr id="65" name="Content Placeholder 4"/>
          <p:cNvSpPr txBox="1">
            <a:spLocks/>
          </p:cNvSpPr>
          <p:nvPr/>
        </p:nvSpPr>
        <p:spPr>
          <a:xfrm>
            <a:off x="1981200" y="4082526"/>
            <a:ext cx="5889758" cy="254392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>
            <a:normAutofit/>
          </a:bodyPr>
          <a:lstStyle/>
          <a:p>
            <a:pPr marL="274320" marR="0" lvl="0" indent="-274320" algn="r" defTabSz="914400" rtl="1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he-IL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ראינו ש</a:t>
            </a:r>
            <a:r>
              <a:rPr kumimoji="0" lang="he-IL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marL="274320" marR="0" lvl="0" indent="-274320" algn="ctr" defTabSz="914400" rtl="1" eaLnBrk="1" fontAlgn="auto" latinLnBrk="0" hangingPunct="1">
              <a:lnSpc>
                <a:spcPct val="110000"/>
              </a:lnSpc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  <a:sym typeface="Symbol"/>
              </a:rPr>
              <a:t>TS</a:t>
            </a:r>
            <a:r>
              <a:rPr kumimoji="0" lang="en-US" sz="1600" b="0" i="0" u="none" strike="noStrike" kern="1200" cap="none" spc="0" normalizeH="0" baseline="-2500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sem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am10"/>
                <a:ea typeface="+mn-ea"/>
                <a:cs typeface="+mn-cs"/>
                <a:sym typeface="Symbol"/>
              </a:rPr>
              <a:t>²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Ç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: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2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  <a:endParaRPr kumimoji="0" lang="he-IL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r10"/>
              <a:ea typeface="+mn-ea"/>
              <a:cs typeface="+mn-cs"/>
            </a:endParaRPr>
          </a:p>
          <a:p>
            <a:pPr marL="274320" marR="0" lvl="0" indent="-274320" algn="ctr" defTabSz="914400" rtl="1" eaLnBrk="1" fontAlgn="auto" latinLnBrk="0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  <a:sym typeface="Symbol"/>
              </a:rPr>
              <a:t>TS</a:t>
            </a:r>
            <a:r>
              <a:rPr kumimoji="0" lang="en-US" sz="1600" b="0" i="0" u="none" strike="noStrike" kern="1200" cap="none" spc="0" normalizeH="0" baseline="-2500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sem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am10"/>
                <a:ea typeface="+mn-ea"/>
                <a:cs typeface="+mn-cs"/>
                <a:sym typeface="Symbol"/>
              </a:rPr>
              <a:t>²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  <a:sym typeface="Symbol"/>
              </a:rPr>
              <a:t>}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Ç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  <a:sym typeface="Symbol"/>
              </a:rPr>
              <a:t>}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</a:p>
          <a:p>
            <a:pPr marL="274320" marR="0" lvl="0" indent="-274320" algn="r" defTabSz="914400" rtl="1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he-IL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אבל, בלי הנחות הוגנות:</a:t>
            </a:r>
          </a:p>
          <a:p>
            <a:pPr marL="274320" marR="0" lvl="0" indent="-274320" algn="ctr" defTabSz="914400" rtl="1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  <a:sym typeface="Symbol"/>
              </a:rPr>
              <a:t>TS</a:t>
            </a:r>
            <a:r>
              <a:rPr kumimoji="0" lang="en-US" sz="1600" b="0" i="0" u="none" strike="noStrike" kern="1200" cap="none" spc="0" normalizeH="0" baseline="-2500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sem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bm10"/>
                <a:ea typeface="+mn-ea"/>
                <a:cs typeface="+mn-cs"/>
                <a:sym typeface="Symbol"/>
              </a:rPr>
              <a:t>2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  <a:sym typeface="Symbol"/>
              </a:rPr>
              <a:t>}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Æ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  <a:sym typeface="Symbol"/>
              </a:rPr>
              <a:t>}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</a:p>
          <a:p>
            <a:pPr marL="274320" marR="0" lvl="0" indent="-274320" algn="ctr" defTabSz="914400" rtl="1" eaLnBrk="1" fontAlgn="auto" latinLnBrk="0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  <a:sym typeface="Symbol"/>
              </a:rPr>
              <a:t>TS</a:t>
            </a:r>
            <a:r>
              <a:rPr kumimoji="0" lang="en-US" sz="1600" b="0" i="0" u="none" strike="noStrike" kern="1200" cap="none" spc="0" normalizeH="0" baseline="-2500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sem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bm10"/>
                <a:ea typeface="+mn-ea"/>
                <a:cs typeface="+mn-cs"/>
                <a:sym typeface="Symbol"/>
              </a:rPr>
              <a:t>2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sym typeface="Symbol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  <a:sym typeface="Symbol"/>
              </a:rPr>
              <a:t>}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wait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(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/>
                <a:ea typeface="+mn-ea"/>
                <a:cs typeface="+mn-cs"/>
                <a:sym typeface="Symbol"/>
              </a:rPr>
              <a:t>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  <a:sym typeface="Symbol"/>
              </a:rPr>
              <a:t>}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crit</a:t>
            </a:r>
            <a:r>
              <a:rPr kumimoji="0" lang="en-US" sz="16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r10"/>
                <a:ea typeface="+mn-ea"/>
                <a:cs typeface="+mn-cs"/>
              </a:rPr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845" y="833887"/>
            <a:ext cx="5284469" cy="3035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דוגמה: מונה </a:t>
            </a:r>
            <a:r>
              <a:rPr lang="he-IL" dirty="0" err="1">
                <a:latin typeface="Gisha" panose="020B0502040204020203" pitchFamily="34" charset="-79"/>
                <a:cs typeface="Gisha" panose="020B0502040204020203" pitchFamily="34" charset="-79"/>
              </a:rPr>
              <a:t>מודולו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4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40</a:t>
            </a:fld>
            <a:endParaRPr lang="he-IL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5440" y="1066800"/>
            <a:ext cx="6309360" cy="283341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615440" y="4151041"/>
            <a:ext cx="6309360" cy="133882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latin typeface="cmmi10"/>
              </a:rPr>
              <a:t>TS</a:t>
            </a:r>
            <a:r>
              <a:rPr lang="en-US" baseline="-25000">
                <a:latin typeface="Franklin Gothic Book"/>
              </a:rPr>
              <a:t>C  </a:t>
            </a:r>
            <a:r>
              <a:rPr lang="en-US">
                <a:latin typeface="msam10"/>
              </a:rPr>
              <a:t>² 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mi10"/>
              </a:rPr>
              <a:t>y  </a:t>
            </a:r>
            <a:r>
              <a:rPr lang="en-US">
                <a:latin typeface="cmsy10"/>
              </a:rPr>
              <a:t>,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:</a:t>
            </a:r>
            <a:r>
              <a:rPr lang="en-US">
                <a:latin typeface="cmmi10"/>
              </a:rPr>
              <a:t>r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:</a:t>
            </a:r>
            <a:r>
              <a:rPr lang="en-US">
                <a:latin typeface="cmmi10"/>
              </a:rPr>
              <a:t>r</a:t>
            </a:r>
            <a:r>
              <a:rPr lang="en-US" baseline="-25000">
                <a:latin typeface="cmr10"/>
              </a:rPr>
              <a:t>2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r10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>
                <a:latin typeface="cmmi10"/>
              </a:rPr>
              <a:t>TS</a:t>
            </a:r>
            <a:r>
              <a:rPr lang="en-US" baseline="-25000">
                <a:latin typeface="Franklin Gothic Book"/>
              </a:rPr>
              <a:t>C  </a:t>
            </a:r>
            <a:r>
              <a:rPr lang="en-US">
                <a:latin typeface="msam10"/>
              </a:rPr>
              <a:t>² 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mi10"/>
              </a:rPr>
              <a:t>r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mi10"/>
              </a:rPr>
              <a:t>  </a:t>
            </a:r>
            <a:r>
              <a:rPr lang="en-US">
                <a:latin typeface="cmsy10"/>
              </a:rPr>
              <a:t>)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sy10"/>
              </a:rPr>
              <a:t>°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°°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r10"/>
              </a:rPr>
              <a:t>))</a:t>
            </a:r>
          </a:p>
          <a:p>
            <a:pPr algn="l">
              <a:lnSpc>
                <a:spcPct val="150000"/>
              </a:lnSpc>
            </a:pPr>
            <a:r>
              <a:rPr lang="en-US">
                <a:latin typeface="cmmi10"/>
              </a:rPr>
              <a:t>TS</a:t>
            </a:r>
            <a:r>
              <a:rPr lang="en-US" baseline="-25000">
                <a:latin typeface="Franklin Gothic Book"/>
              </a:rPr>
              <a:t>C  </a:t>
            </a:r>
            <a:r>
              <a:rPr lang="en-US">
                <a:latin typeface="msam10"/>
              </a:rPr>
              <a:t>² 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mi10"/>
              </a:rPr>
              <a:t>y  </a:t>
            </a:r>
            <a:r>
              <a:rPr lang="en-US">
                <a:latin typeface="cmsy10"/>
              </a:rPr>
              <a:t>)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sy10"/>
              </a:rPr>
              <a:t>°: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°°: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r10"/>
              </a:rPr>
              <a:t>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5440" y="5740695"/>
            <a:ext cx="6309360" cy="88870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>
                <a:latin typeface="cmmi10"/>
              </a:rPr>
              <a:t>TS</a:t>
            </a:r>
            <a:r>
              <a:rPr lang="en-US" baseline="-25000">
                <a:latin typeface="Franklin Gothic Book"/>
              </a:rPr>
              <a:t>C  </a:t>
            </a:r>
            <a:r>
              <a:rPr lang="en-US">
                <a:latin typeface="msam10"/>
              </a:rPr>
              <a:t>² 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°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°°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°°°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r10"/>
              </a:rPr>
              <a:t>)</a:t>
            </a:r>
          </a:p>
          <a:p>
            <a:pPr algn="l" rtl="0">
              <a:lnSpc>
                <a:spcPct val="150000"/>
              </a:lnSpc>
            </a:pPr>
            <a:r>
              <a:rPr lang="en-US">
                <a:latin typeface="cmmi10"/>
              </a:rPr>
              <a:t>TS</a:t>
            </a:r>
            <a:r>
              <a:rPr lang="en-US" baseline="-25000">
                <a:latin typeface="Franklin Gothic Book"/>
              </a:rPr>
              <a:t>C  </a:t>
            </a:r>
            <a:r>
              <a:rPr lang="en-US">
                <a:latin typeface="msam10"/>
              </a:rPr>
              <a:t>² 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)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r10"/>
              </a:rPr>
              <a:t>( </a:t>
            </a:r>
            <a:r>
              <a:rPr lang="en-US">
                <a:latin typeface="cmsy10"/>
              </a:rPr>
              <a:t>°: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mi10"/>
              </a:rPr>
              <a:t> </a:t>
            </a:r>
            <a:r>
              <a:rPr lang="en-US">
                <a:latin typeface="cmsy10"/>
              </a:rPr>
              <a:t>°°: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sy10"/>
              </a:rPr>
              <a:t> Æ °°°:</a:t>
            </a:r>
            <a:r>
              <a:rPr lang="en-US">
                <a:latin typeface="cmmi10"/>
              </a:rPr>
              <a:t>y </a:t>
            </a:r>
            <a:r>
              <a:rPr lang="en-US">
                <a:latin typeface="cmr10"/>
              </a:rPr>
              <a:t>) 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ערוץ תקשורת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" r="1466"/>
          <a:stretch/>
        </p:blipFill>
        <p:spPr bwMode="auto">
          <a:xfrm>
            <a:off x="300251" y="1176338"/>
            <a:ext cx="8598090" cy="118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098283"/>
            <a:ext cx="3600000" cy="483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200" y="2895600"/>
            <a:ext cx="7772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2590800"/>
                <a:ext cx="8305800" cy="34163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 הודעה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בחוצץ היציאה של השולח אז היא תגיע למקבל:</a:t>
                </a: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ההודעה נשארת בחוצץ השליחה עד שהיא עוברת לחוצץ הקליטה:</a:t>
                </a: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לשפר </a:t>
                </a: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 לא קולטים את ההודעה בזמן שהיא משודרת:</a:t>
                </a: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90800"/>
                <a:ext cx="8305800" cy="3416320"/>
              </a:xfrm>
              <a:prstGeom prst="rect">
                <a:avLst/>
              </a:prstGeom>
              <a:blipFill>
                <a:blip r:embed="rId4"/>
                <a:stretch>
                  <a:fillRect t="-893" r="-514" b="-196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470600"/>
            <a:ext cx="4783803" cy="48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06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087" y="5812200"/>
            <a:ext cx="5208313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63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דוגמה: ערוץ תקשורת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42</a:t>
            </a:fld>
            <a:endParaRPr lang="he-IL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" r="1466"/>
          <a:stretch/>
        </p:blipFill>
        <p:spPr bwMode="auto">
          <a:xfrm>
            <a:off x="300251" y="1176338"/>
            <a:ext cx="8598090" cy="1185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" y="2590800"/>
            <a:ext cx="8305800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solidFill>
                  <a:srgbClr val="0000FF"/>
                </a:solidFill>
              </a:rPr>
              <a:t>הודעה לא יכולה להיות גם בחוצץ השליחה וגם בחוצץ הקליטה באותו הזמן:</a:t>
            </a:r>
          </a:p>
          <a:p>
            <a:endParaRPr lang="he-IL"/>
          </a:p>
          <a:p>
            <a:endParaRPr lang="he-IL"/>
          </a:p>
          <a:p>
            <a:endParaRPr lang="he-IL"/>
          </a:p>
          <a:p>
            <a:endParaRPr lang="he-IL"/>
          </a:p>
          <a:p>
            <a:r>
              <a:rPr lang="he-IL">
                <a:solidFill>
                  <a:srgbClr val="0000FF"/>
                </a:solidFill>
              </a:rPr>
              <a:t>ראשון-נכנס-ראשון-יוצא:</a:t>
            </a:r>
          </a:p>
          <a:p>
            <a:endParaRPr lang="he-IL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75200"/>
            <a:ext cx="4270572" cy="48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20" y="4571400"/>
            <a:ext cx="7907480" cy="12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468256" y="4647600"/>
            <a:ext cx="2057400" cy="5340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050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שקילות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676400" y="1905000"/>
                <a:ext cx="5638800" cy="2514600"/>
              </a:xfr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</a:t>
                </a:r>
                <a:r>
                  <a:rPr lang="he-IL"/>
                  <a:t> </a:t>
                </a:r>
                <a:r>
                  <a:rPr lang="en-US">
                    <a:latin typeface="Arial Rounded MT Bold" panose="020F0704030504030204" pitchFamily="34" charset="0"/>
                  </a:rPr>
                  <a:t>LTL</a:t>
                </a:r>
                <a:r>
                  <a:rPr lang="he-IL">
                    <a:latin typeface="cmr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הן</a:t>
                </a:r>
                <a:r>
                  <a:rPr lang="he-IL">
                    <a:latin typeface="cmr10"/>
                  </a:rPr>
                  <a:t>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שקולות</a:t>
                </a:r>
                <a:r>
                  <a:rPr lang="he-IL">
                    <a:latin typeface="cmr10"/>
                  </a:rPr>
                  <a:t>,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מסומן</a:t>
                </a:r>
                <a:r>
                  <a:rPr lang="he-IL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𝜙</m:t>
                    </m:r>
                    <m:r>
                      <a:rPr lang="en-US" b="0" i="1" dirty="0" smtClean="0">
                        <a:latin typeface="Cambria Math"/>
                      </a:rPr>
                      <m:t>≡</m:t>
                    </m:r>
                    <m:r>
                      <a:rPr lang="en-US" b="0" i="1" dirty="0" smtClean="0">
                        <a:latin typeface="Cambria Math"/>
                      </a:rPr>
                      <m:t>𝜓</m:t>
                    </m:r>
                  </m:oMath>
                </a14:m>
                <a:endParaRPr lang="he-IL">
                  <a:latin typeface="cmmi10"/>
                </a:endParaRPr>
              </a:p>
              <a:p>
                <a:pPr algn="ctr">
                  <a:buNone/>
                </a:pPr>
                <a:endParaRPr lang="he-IL">
                  <a:latin typeface="cmmi10"/>
                </a:endParaRPr>
              </a:p>
              <a:p>
                <a:pPr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</a:p>
              <a:p>
                <a:pPr algn="ctr">
                  <a:buNone/>
                </a:pPr>
                <a:endParaRPr lang="he-IL">
                  <a:latin typeface="cmmi10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solidFill>
                          <a:srgbClr val="0000FF"/>
                        </a:solidFill>
                        <a:latin typeface="Cambria Math"/>
                      </a:rPr>
                      <m:t>Words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𝜙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rgbClr val="0000FF"/>
                        </a:solidFill>
                        <a:latin typeface="Cambria Math"/>
                      </a:rPr>
                      <m:t>Words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𝜓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>
                    <a:solidFill>
                      <a:srgbClr val="0000FF"/>
                    </a:solidFill>
                    <a:latin typeface="cmr10"/>
                  </a:rPr>
                  <a:t> </a:t>
                </a:r>
                <a:endParaRPr lang="he-IL">
                  <a:solidFill>
                    <a:srgbClr val="0000FF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676400" y="1905000"/>
                <a:ext cx="5638800" cy="2514600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8831" y="5638800"/>
                <a:ext cx="8575424" cy="68012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הוכיחו או הפריכו: </a:t>
                </a:r>
              </a:p>
              <a:p>
                <a:pPr algn="ctr"/>
                <a:r>
                  <a:rPr lang="he-IL">
                    <a:solidFill>
                      <a:srgbClr val="0000FF"/>
                    </a:solidFill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תכונות</a:t>
                </a:r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𝜓</m:t>
                    </m:r>
                  </m:oMath>
                </a14:m>
                <a:r>
                  <a:rPr lang="he-IL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/>
                      </a:rPr>
                      <m:t>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he-IL" b="0" i="1" smtClean="0">
                        <a:solidFill>
                          <a:schemeClr val="tx1"/>
                        </a:solidFill>
                        <a:latin typeface="Cambria Math"/>
                      </a:rPr>
                      <m:t>ו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הן שקולות אם ורק אם כל מערכת שמקיימת את</a:t>
                </a:r>
                <a:r>
                  <a:rPr lang="he-IL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𝜓</m:t>
                    </m:r>
                  </m:oMath>
                </a14:m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מקיימת</a:t>
                </a:r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גם</a:t>
                </a:r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את</a:t>
                </a:r>
                <a:r>
                  <a:rPr lang="he-IL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solidFill>
                      <a:schemeClr val="tx1"/>
                    </a:solidFill>
                  </a:rPr>
                  <a:t> 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ולהיפך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31" y="5638800"/>
                <a:ext cx="8575424" cy="680123"/>
              </a:xfrm>
              <a:prstGeom prst="rect">
                <a:avLst/>
              </a:prstGeom>
              <a:blipFill>
                <a:blip r:embed="rId3"/>
                <a:stretch>
                  <a:fillRect t="-446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Owl">
            <a:extLst>
              <a:ext uri="{FF2B5EF4-FFF2-40B4-BE49-F238E27FC236}">
                <a16:creationId xmlns:a16="http://schemas.microsoft.com/office/drawing/2014/main" id="{8BEC6BD2-4031-18D0-92F9-DA41D1D03E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676" y="4704933"/>
            <a:ext cx="789579" cy="789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שקילויות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של תחשיב פסוקים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447800"/>
                <a:ext cx="8382000" cy="4572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מכליל את תחשיב הפסוקים, כל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בתחשיב פסוקים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נכונה גם ב-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גם אם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𝜙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/>
                      </a:rPr>
                      <m:t>𝜓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מכילות קַשָּׁרִים טמפורליים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¬¬</m:t>
                      </m:r>
                      <m:r>
                        <a:rPr lang="en-US" b="0" i="1" smtClean="0">
                          <a:latin typeface="Cambria Math"/>
                        </a:rPr>
                        <m:t>𝜙</m:t>
                      </m:r>
                      <m:r>
                        <a:rPr lang="en-US" b="0" i="1" smtClean="0">
                          <a:latin typeface="Cambria Math"/>
                        </a:rPr>
                        <m:t>≡</m:t>
                      </m:r>
                      <m:r>
                        <a:rPr lang="en-US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𝜙</m:t>
                      </m:r>
                      <m:r>
                        <a:rPr lang="en-US" b="0" i="1" smtClean="0">
                          <a:latin typeface="Cambria Math"/>
                        </a:rPr>
                        <m:t>∧</m:t>
                      </m:r>
                      <m:r>
                        <a:rPr lang="en-US" b="0" i="1" smtClean="0">
                          <a:latin typeface="Cambria Math"/>
                        </a:rPr>
                        <m:t>𝜙</m:t>
                      </m:r>
                      <m:r>
                        <a:rPr lang="en-US" b="0" i="1" smtClean="0">
                          <a:latin typeface="Cambria Math"/>
                        </a:rPr>
                        <m:t>≡</m:t>
                      </m:r>
                      <m:r>
                        <a:rPr lang="en-US" b="0" i="1" smtClean="0">
                          <a:latin typeface="Cambria Math"/>
                        </a:rPr>
                        <m:t>𝜙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¬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𝜙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≡¬</m:t>
                      </m:r>
                      <m:r>
                        <a:rPr lang="en-US" b="0" i="1" smtClean="0">
                          <a:latin typeface="Cambria Math"/>
                        </a:rPr>
                        <m:t>𝜙</m:t>
                      </m:r>
                      <m:r>
                        <a:rPr lang="en-US" b="0" i="1" smtClean="0">
                          <a:latin typeface="Cambria Math"/>
                        </a:rPr>
                        <m:t>∨¬</m:t>
                      </m:r>
                      <m:r>
                        <a:rPr lang="en-US" b="0" i="1" smtClean="0">
                          <a:latin typeface="Cambria Math"/>
                        </a:rPr>
                        <m:t>𝜓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447800"/>
                <a:ext cx="8382000" cy="4572000"/>
              </a:xfrm>
              <a:blipFill>
                <a:blip r:embed="rId2"/>
                <a:stretch>
                  <a:fillRect t="-2267" r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529367" y="6029980"/>
            <a:ext cx="4100033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ב-</a:t>
            </a:r>
            <a:r>
              <a:rPr lang="en-US" sz="2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יש </a:t>
            </a:r>
            <a:r>
              <a:rPr lang="he-IL" sz="2800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שקילויות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נוספות...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AC357-D001-3CFE-058A-683E90DC0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267" y="4355183"/>
            <a:ext cx="1786379" cy="17863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D2AF7C24-1558-ADB3-F549-CDBC6910D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9000"/>
            <a:ext cx="1165377" cy="143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28AAC1-1F4F-B068-2A94-C3FA6FA220F2}"/>
              </a:ext>
            </a:extLst>
          </p:cNvPr>
          <p:cNvSpPr txBox="1"/>
          <p:nvPr/>
        </p:nvSpPr>
        <p:spPr>
          <a:xfrm>
            <a:off x="295171" y="4916355"/>
            <a:ext cx="240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14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Augustus De Morgan</a:t>
            </a:r>
            <a:endParaRPr lang="he-IL" sz="14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 rtl="0"/>
            <a:r>
              <a:rPr lang="en-US" sz="14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1806-1871</a:t>
            </a:r>
          </a:p>
        </p:txBody>
      </p:sp>
    </p:spTree>
    <p:extLst>
      <p:ext uri="{BB962C8B-B14F-4D97-AF65-F5344CB8AC3E}">
        <p14:creationId xmlns:p14="http://schemas.microsoft.com/office/powerpoint/2010/main" val="41480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63274" y="3999978"/>
            <a:ext cx="28440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3163274" y="1447800"/>
            <a:ext cx="2844000" cy="1828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הדואליות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והאידנפוטנטיות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45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105400"/>
          </a:xfrm>
        </p:spPr>
        <p:txBody>
          <a:bodyPr>
            <a:noAutofit/>
          </a:bodyPr>
          <a:lstStyle/>
          <a:p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דואליות</a:t>
            </a:r>
            <a:r>
              <a:rPr lang="he-IL" sz="2400" dirty="0"/>
              <a:t>:</a:t>
            </a:r>
          </a:p>
          <a:p>
            <a:pPr lvl="2" algn="ctr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>
                <a:latin typeface="cmsy10"/>
              </a:rPr>
              <a:t>:</a:t>
            </a:r>
            <a:r>
              <a:rPr lang="en-US" b="1" dirty="0">
                <a:latin typeface="Symbol"/>
                <a:sym typeface="Symbol"/>
              </a:rPr>
              <a:t></a:t>
            </a:r>
            <a:r>
              <a:rPr lang="en-US" dirty="0">
                <a:latin typeface="cmmi10"/>
              </a:rPr>
              <a:t>Á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´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}:</a:t>
            </a:r>
            <a:r>
              <a:rPr lang="en-US" dirty="0">
                <a:latin typeface="cmmi10"/>
              </a:rPr>
              <a:t>Á</a:t>
            </a:r>
            <a:endParaRPr lang="he-IL" dirty="0">
              <a:latin typeface="cmmi10"/>
            </a:endParaRPr>
          </a:p>
          <a:p>
            <a:pPr lvl="2" algn="ctr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>
                <a:latin typeface="cmsy10"/>
              </a:rPr>
              <a:t>:}</a:t>
            </a:r>
            <a:r>
              <a:rPr lang="en-US" dirty="0">
                <a:latin typeface="cmmi10"/>
              </a:rPr>
              <a:t>Á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´</a:t>
            </a:r>
            <a:r>
              <a:rPr lang="en-US" dirty="0"/>
              <a:t> </a:t>
            </a:r>
            <a:r>
              <a:rPr lang="en-US" b="1" dirty="0">
                <a:latin typeface="Symbol"/>
                <a:sym typeface="Symbol"/>
              </a:rPr>
              <a:t></a:t>
            </a:r>
            <a:r>
              <a:rPr lang="en-US" dirty="0">
                <a:latin typeface="cmsy10"/>
              </a:rPr>
              <a:t>:</a:t>
            </a:r>
            <a:r>
              <a:rPr lang="en-US" dirty="0">
                <a:latin typeface="cmmi10"/>
              </a:rPr>
              <a:t>Á</a:t>
            </a:r>
            <a:endParaRPr lang="he-IL" dirty="0">
              <a:latin typeface="cmmi10"/>
            </a:endParaRPr>
          </a:p>
          <a:p>
            <a:pPr lvl="2" algn="ctr">
              <a:lnSpc>
                <a:spcPct val="150000"/>
              </a:lnSpc>
              <a:buNone/>
            </a:pPr>
            <a:r>
              <a:rPr lang="en-US" dirty="0">
                <a:latin typeface="cmmi10"/>
              </a:rPr>
              <a:t> </a:t>
            </a:r>
            <a:r>
              <a:rPr lang="en-US" dirty="0">
                <a:latin typeface="cmsy10"/>
              </a:rPr>
              <a:t>:°</a:t>
            </a:r>
            <a:r>
              <a:rPr lang="en-US" dirty="0">
                <a:latin typeface="cmmi10"/>
              </a:rPr>
              <a:t>Á </a:t>
            </a:r>
            <a:r>
              <a:rPr lang="en-US" dirty="0">
                <a:latin typeface="cmsy10"/>
              </a:rPr>
              <a:t>´</a:t>
            </a:r>
            <a:r>
              <a:rPr lang="en-US" dirty="0">
                <a:latin typeface="cmmi10"/>
              </a:rPr>
              <a:t> </a:t>
            </a:r>
            <a:r>
              <a:rPr lang="en-US" dirty="0">
                <a:latin typeface="cmsy10"/>
              </a:rPr>
              <a:t>°:</a:t>
            </a:r>
            <a:r>
              <a:rPr lang="en-US" dirty="0">
                <a:latin typeface="cmmi10"/>
              </a:rPr>
              <a:t>Á</a:t>
            </a:r>
            <a:endParaRPr lang="he-IL" dirty="0">
              <a:latin typeface="cmmi10"/>
            </a:endParaRPr>
          </a:p>
          <a:p>
            <a:endParaRPr lang="he-IL" sz="2400" dirty="0">
              <a:solidFill>
                <a:srgbClr val="0000FF"/>
              </a:solidFill>
            </a:endParaRPr>
          </a:p>
          <a:p>
            <a:r>
              <a:rPr lang="he-IL" sz="2400" dirty="0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אידנפוטנטיות</a:t>
            </a:r>
            <a:r>
              <a:rPr lang="he-IL" sz="2400" dirty="0"/>
              <a:t>:</a:t>
            </a:r>
          </a:p>
          <a:p>
            <a:pPr lvl="2" algn="ctr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b="1" dirty="0">
                <a:latin typeface="Symbol"/>
                <a:sym typeface="Symbol"/>
              </a:rPr>
              <a:t></a:t>
            </a:r>
            <a:r>
              <a:rPr lang="en-US" dirty="0">
                <a:latin typeface="cmmi10"/>
              </a:rPr>
              <a:t>Á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´</a:t>
            </a:r>
            <a:r>
              <a:rPr lang="en-US" dirty="0"/>
              <a:t> </a:t>
            </a:r>
            <a:r>
              <a:rPr lang="en-US" b="1" dirty="0">
                <a:latin typeface="Symbol"/>
                <a:sym typeface="Symbol"/>
              </a:rPr>
              <a:t></a:t>
            </a:r>
            <a:r>
              <a:rPr lang="en-US" dirty="0">
                <a:latin typeface="cmmi10"/>
              </a:rPr>
              <a:t>Á</a:t>
            </a:r>
            <a:endParaRPr lang="he-IL" dirty="0">
              <a:latin typeface="cmmi10"/>
            </a:endParaRPr>
          </a:p>
          <a:p>
            <a:pPr lvl="2" algn="ctr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>
                <a:latin typeface="cmsy10"/>
              </a:rPr>
              <a:t>}}</a:t>
            </a:r>
            <a:r>
              <a:rPr lang="en-US" dirty="0">
                <a:latin typeface="cmmi10"/>
              </a:rPr>
              <a:t>Á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´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}</a:t>
            </a:r>
            <a:r>
              <a:rPr lang="en-US" dirty="0">
                <a:latin typeface="cmmi10"/>
              </a:rPr>
              <a:t>Á</a:t>
            </a:r>
          </a:p>
          <a:p>
            <a:pPr lvl="2" algn="ctr">
              <a:lnSpc>
                <a:spcPct val="150000"/>
              </a:lnSpc>
              <a:buNone/>
            </a:pP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Á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Franklin Gothic Book"/>
              </a:rPr>
              <a:t>U</a:t>
            </a:r>
            <a:r>
              <a:rPr lang="en-US" dirty="0">
                <a:latin typeface="cmr10"/>
              </a:rPr>
              <a:t> (</a:t>
            </a:r>
            <a:r>
              <a:rPr lang="en-US" dirty="0">
                <a:latin typeface="cmmi10"/>
              </a:rPr>
              <a:t>Á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Franklin Gothic Book"/>
              </a:rPr>
              <a:t>U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Ã</a:t>
            </a:r>
            <a:r>
              <a:rPr lang="en-US" dirty="0">
                <a:latin typeface="cmr10"/>
              </a:rPr>
              <a:t>) </a:t>
            </a:r>
            <a:r>
              <a:rPr lang="en-US" dirty="0">
                <a:latin typeface="cmsy10"/>
              </a:rPr>
              <a:t>´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Á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Franklin Gothic Book"/>
              </a:rPr>
              <a:t>U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Ã</a:t>
            </a:r>
            <a:r>
              <a:rPr lang="en-US" dirty="0">
                <a:latin typeface="cmr10"/>
              </a:rPr>
              <a:t> </a:t>
            </a:r>
            <a:endParaRPr lang="he-IL" dirty="0">
              <a:latin typeface="cmr10"/>
            </a:endParaRPr>
          </a:p>
          <a:p>
            <a:pPr lvl="2" algn="ctr">
              <a:lnSpc>
                <a:spcPct val="150000"/>
              </a:lnSpc>
              <a:buNone/>
            </a:pPr>
            <a:r>
              <a:rPr lang="en-US" dirty="0">
                <a:latin typeface="cmr10"/>
              </a:rPr>
              <a:t> (</a:t>
            </a:r>
            <a:r>
              <a:rPr lang="en-US" dirty="0">
                <a:latin typeface="cmmi10"/>
              </a:rPr>
              <a:t>Á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Franklin Gothic Book"/>
              </a:rPr>
              <a:t>U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Ã</a:t>
            </a:r>
            <a:r>
              <a:rPr lang="en-US" dirty="0">
                <a:latin typeface="cmr10"/>
              </a:rPr>
              <a:t>) </a:t>
            </a:r>
            <a:r>
              <a:rPr lang="en-US" dirty="0">
                <a:latin typeface="Franklin Gothic Book"/>
              </a:rPr>
              <a:t>U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Ã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sy10"/>
              </a:rPr>
              <a:t>´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Á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Franklin Gothic Book"/>
              </a:rPr>
              <a:t>U</a:t>
            </a:r>
            <a:r>
              <a:rPr lang="en-US" dirty="0">
                <a:latin typeface="cmr10"/>
              </a:rPr>
              <a:t> </a:t>
            </a:r>
            <a:r>
              <a:rPr lang="en-US" dirty="0">
                <a:latin typeface="cmmi10"/>
              </a:rPr>
              <a:t>Ã</a:t>
            </a:r>
            <a:r>
              <a:rPr lang="en-US" dirty="0">
                <a:latin typeface="cmr10"/>
              </a:rPr>
              <a:t> </a:t>
            </a:r>
            <a:endParaRPr lang="he-IL" dirty="0">
              <a:latin typeface="cmr10"/>
            </a:endParaRPr>
          </a:p>
          <a:p>
            <a:pPr lvl="2" algn="ctr">
              <a:buNone/>
            </a:pPr>
            <a:endParaRPr lang="he-IL" dirty="0">
              <a:latin typeface="cmr10"/>
            </a:endParaRPr>
          </a:p>
          <a:p>
            <a:pPr lvl="2" algn="ctr">
              <a:buNone/>
            </a:pPr>
            <a:endParaRPr lang="he-IL" dirty="0">
              <a:latin typeface="cmmi10"/>
            </a:endParaRPr>
          </a:p>
          <a:p>
            <a:pPr lvl="2" algn="ctr">
              <a:buNone/>
            </a:pPr>
            <a:endParaRPr lang="he-IL" dirty="0">
              <a:latin typeface="cmmi10"/>
            </a:endParaRPr>
          </a:p>
          <a:p>
            <a:pPr lvl="2" algn="ctr">
              <a:buNone/>
            </a:pPr>
            <a:endParaRPr lang="he-IL" dirty="0">
              <a:latin typeface="cmmi10"/>
            </a:endParaRPr>
          </a:p>
          <a:p>
            <a:pPr lvl="2">
              <a:buNone/>
            </a:pPr>
            <a:endParaRPr lang="he-IL" dirty="0">
              <a:latin typeface="cmmi10"/>
            </a:endParaRPr>
          </a:p>
          <a:p>
            <a:endParaRPr lang="he-IL" sz="2400" dirty="0"/>
          </a:p>
        </p:txBody>
      </p:sp>
      <p:pic>
        <p:nvPicPr>
          <p:cNvPr id="11" name="Graphic 10" descr="Alterations &amp; Tailoring with solid fill">
            <a:hlinkClick r:id="rId2"/>
            <a:extLst>
              <a:ext uri="{FF2B5EF4-FFF2-40B4-BE49-F238E27FC236}">
                <a16:creationId xmlns:a16="http://schemas.microsoft.com/office/drawing/2014/main" id="{82EAE9CB-F09A-1F64-C860-182DB54F3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8304" y="1672122"/>
            <a:ext cx="354169" cy="354169"/>
          </a:xfrm>
          <a:prstGeom prst="rect">
            <a:avLst/>
          </a:prstGeom>
        </p:spPr>
      </p:pic>
      <p:pic>
        <p:nvPicPr>
          <p:cNvPr id="12" name="Graphic 11" descr="Alterations &amp; Tailoring with solid fill">
            <a:hlinkClick r:id="rId5"/>
            <a:extLst>
              <a:ext uri="{FF2B5EF4-FFF2-40B4-BE49-F238E27FC236}">
                <a16:creationId xmlns:a16="http://schemas.microsoft.com/office/drawing/2014/main" id="{89D56334-6B5C-5559-2C7B-FE50CCB5E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8304" y="2165294"/>
            <a:ext cx="393812" cy="3938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E9108B-261F-82A5-AC43-5C13132E617A}"/>
                  </a:ext>
                </a:extLst>
              </p:cNvPr>
              <p:cNvSpPr txBox="1"/>
              <p:nvPr/>
            </p:nvSpPr>
            <p:spPr>
              <a:xfrm>
                <a:off x="3102938" y="1090323"/>
                <a:ext cx="1079071" cy="276999"/>
              </a:xfrm>
              <a:prstGeom prst="wedgeRectCallout">
                <a:avLst>
                  <a:gd name="adj1" fmla="val 35594"/>
                  <a:gd name="adj2" fmla="val 176411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he-IL" sz="1200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כל הזמן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sz="1200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LID4096" sz="12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E9108B-261F-82A5-AC43-5C13132E6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938" y="1090323"/>
                <a:ext cx="1079071" cy="276999"/>
              </a:xfrm>
              <a:prstGeom prst="wedgeRectCallout">
                <a:avLst>
                  <a:gd name="adj1" fmla="val 35594"/>
                  <a:gd name="adj2" fmla="val 176411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504023-5C32-C577-B2B0-68AC442BD196}"/>
                  </a:ext>
                </a:extLst>
              </p:cNvPr>
              <p:cNvSpPr txBox="1"/>
              <p:nvPr/>
            </p:nvSpPr>
            <p:spPr>
              <a:xfrm>
                <a:off x="5402863" y="1090323"/>
                <a:ext cx="984012" cy="276999"/>
              </a:xfrm>
              <a:prstGeom prst="wedgeRectCallout">
                <a:avLst>
                  <a:gd name="adj1" fmla="val -70512"/>
                  <a:gd name="adj2" fmla="val 213606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he-IL"/>
                </a:defPPr>
                <a:lvl1pPr>
                  <a:defRPr sz="1200" b="0" i="1">
                    <a:solidFill>
                      <a:srgbClr val="0020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r>
                  <a:rPr lang="he-IL" i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מתישהו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LID4096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504023-5C32-C577-B2B0-68AC442BD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63" y="1090323"/>
                <a:ext cx="984012" cy="276999"/>
              </a:xfrm>
              <a:prstGeom prst="wedgeRectCallout">
                <a:avLst>
                  <a:gd name="adj1" fmla="val -70512"/>
                  <a:gd name="adj2" fmla="val 213606"/>
                </a:avLst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87A9D4-F65C-E967-006D-9D2A128F9D75}"/>
                  </a:ext>
                </a:extLst>
              </p:cNvPr>
              <p:cNvSpPr txBox="1"/>
              <p:nvPr/>
            </p:nvSpPr>
            <p:spPr>
              <a:xfrm>
                <a:off x="5515268" y="2856912"/>
                <a:ext cx="984012" cy="276999"/>
              </a:xfrm>
              <a:prstGeom prst="wedgeRectCallout">
                <a:avLst>
                  <a:gd name="adj1" fmla="val -80102"/>
                  <a:gd name="adj2" fmla="val -209492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he-IL"/>
                </a:defPPr>
                <a:lvl1pPr>
                  <a:defRPr sz="1200" b="0" i="1">
                    <a:solidFill>
                      <a:srgbClr val="0020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r>
                  <a:rPr lang="he-IL" i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כל הזמן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LID4096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D87A9D4-F65C-E967-006D-9D2A128F9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268" y="2856912"/>
                <a:ext cx="984012" cy="276999"/>
              </a:xfrm>
              <a:prstGeom prst="wedgeRectCallout">
                <a:avLst>
                  <a:gd name="adj1" fmla="val -80102"/>
                  <a:gd name="adj2" fmla="val -209492"/>
                </a:avLst>
              </a:prstGeom>
              <a:blipFill>
                <a:blip r:embed="rId8"/>
                <a:stretch>
                  <a:fillRect b="-5882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3E291-FD36-4F85-9CBC-792612046E07}"/>
                  </a:ext>
                </a:extLst>
              </p:cNvPr>
              <p:cNvSpPr txBox="1"/>
              <p:nvPr/>
            </p:nvSpPr>
            <p:spPr>
              <a:xfrm>
                <a:off x="1958012" y="2856912"/>
                <a:ext cx="1586276" cy="276999"/>
              </a:xfrm>
              <a:prstGeom prst="wedgeRectCallout">
                <a:avLst>
                  <a:gd name="adj1" fmla="val 72941"/>
                  <a:gd name="adj2" fmla="val -19554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he-IL"/>
                </a:defPPr>
                <a:lvl1pPr>
                  <a:defRPr sz="1200" b="0" i="1">
                    <a:solidFill>
                      <a:srgbClr val="00206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r>
                  <a:rPr lang="he-IL" i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לא מתקיים מתישהו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LID4096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3E291-FD36-4F85-9CBC-792612046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012" y="2856912"/>
                <a:ext cx="1586276" cy="276999"/>
              </a:xfrm>
              <a:prstGeom prst="wedgeRectCallout">
                <a:avLst>
                  <a:gd name="adj1" fmla="val 72941"/>
                  <a:gd name="adj2" fmla="val -195543"/>
                </a:avLst>
              </a:prstGeom>
              <a:blipFill>
                <a:blip r:embed="rId9"/>
                <a:stretch>
                  <a:fillRect b="-6195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Graphic 16" descr="Alterations &amp; Tailoring with solid fill">
            <a:hlinkClick r:id="rId10"/>
            <a:extLst>
              <a:ext uri="{FF2B5EF4-FFF2-40B4-BE49-F238E27FC236}">
                <a16:creationId xmlns:a16="http://schemas.microsoft.com/office/drawing/2014/main" id="{255A7E78-8684-94D5-A605-8C7F37814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7203" y="4135232"/>
            <a:ext cx="354169" cy="354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16CAFD-6A5C-4AC8-9D54-1BB565258590}"/>
                  </a:ext>
                </a:extLst>
              </p:cNvPr>
              <p:cNvSpPr txBox="1"/>
              <p:nvPr/>
            </p:nvSpPr>
            <p:spPr>
              <a:xfrm>
                <a:off x="714314" y="3538313"/>
                <a:ext cx="2448960" cy="461665"/>
              </a:xfrm>
              <a:prstGeom prst="wedgeRectCallout">
                <a:avLst>
                  <a:gd name="adj1" fmla="val 99440"/>
                  <a:gd name="adj2" fmla="val 89932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he-IL" sz="1200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שניהם מתקיימים עד המקום הראשון שמקיים את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𝜙</m:t>
                    </m:r>
                  </m:oMath>
                </a14:m>
                <a:r>
                  <a:rPr lang="he-IL" sz="1200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ולא מתקיימים אחריו</a:t>
                </a:r>
                <a:endParaRPr lang="LID4096" sz="12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16CAFD-6A5C-4AC8-9D54-1BB565258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14" y="3538313"/>
                <a:ext cx="2448960" cy="461665"/>
              </a:xfrm>
              <a:prstGeom prst="wedgeRectCallout">
                <a:avLst>
                  <a:gd name="adj1" fmla="val 99440"/>
                  <a:gd name="adj2" fmla="val 89932"/>
                </a:avLst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phic 19" descr="Alterations &amp; Tailoring with solid fill">
            <a:hlinkClick r:id="rId12"/>
            <a:extLst>
              <a:ext uri="{FF2B5EF4-FFF2-40B4-BE49-F238E27FC236}">
                <a16:creationId xmlns:a16="http://schemas.microsoft.com/office/drawing/2014/main" id="{E8086608-7A5E-8070-31A1-7079F6F15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3360" y="4589105"/>
            <a:ext cx="354169" cy="354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1AE552-62DC-49F9-0CB1-112C517930A3}"/>
                  </a:ext>
                </a:extLst>
              </p:cNvPr>
              <p:cNvSpPr txBox="1"/>
              <p:nvPr/>
            </p:nvSpPr>
            <p:spPr>
              <a:xfrm>
                <a:off x="6248948" y="4201492"/>
                <a:ext cx="1980652" cy="646331"/>
              </a:xfrm>
              <a:prstGeom prst="wedgeRectCallout">
                <a:avLst>
                  <a:gd name="adj1" fmla="val -99132"/>
                  <a:gd name="adj2" fmla="val 41113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206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he-IL" sz="1200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שניהם מתקיימים עד המקום הראשון שמקיים את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𝜙</m:t>
                    </m:r>
                  </m:oMath>
                </a14:m>
                <a:r>
                  <a:rPr lang="he-IL" sz="1200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ולא מתקיימים אחריו</a:t>
                </a:r>
                <a:endParaRPr lang="LID4096" sz="12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1AE552-62DC-49F9-0CB1-112C51793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948" y="4201492"/>
                <a:ext cx="1980652" cy="646331"/>
              </a:xfrm>
              <a:prstGeom prst="wedgeRectCallout">
                <a:avLst>
                  <a:gd name="adj1" fmla="val -99132"/>
                  <a:gd name="adj2" fmla="val 41113"/>
                </a:avLst>
              </a:prstGeom>
              <a:blipFill>
                <a:blip r:embed="rId13"/>
                <a:stretch>
                  <a:fillRect b="-5556"/>
                </a:stretch>
              </a:blipFill>
              <a:ln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raphic 21" descr="Alterations &amp; Tailoring with solid fill">
            <a:hlinkClick r:id="rId14"/>
            <a:extLst>
              <a:ext uri="{FF2B5EF4-FFF2-40B4-BE49-F238E27FC236}">
                <a16:creationId xmlns:a16="http://schemas.microsoft.com/office/drawing/2014/main" id="{8DA91C41-7182-2835-03FE-C43F14D02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9019" y="5352139"/>
            <a:ext cx="354169" cy="354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38014" y="1330910"/>
                <a:ext cx="36576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m:rPr>
                          <m:nor/>
                        </m:rPr>
                        <a:rPr lang="en-US" sz="2800" dirty="0">
                          <a:latin typeface="cmsy10"/>
                        </a:rPr>
                        <m:t>:}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 b="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 b="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⊭</m:t>
                      </m:r>
                      <m:r>
                        <m:rPr>
                          <m:nor/>
                        </m:rPr>
                        <a:rPr lang="en-US" sz="2800" dirty="0">
                          <a:latin typeface="cmsy10"/>
                        </a:rPr>
                        <m:t>}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00FF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⊭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⊨¬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m:rPr>
                          <m:nor/>
                        </m:rPr>
                        <a:rPr lang="en-US" sz="2800" b="1" dirty="0">
                          <a:latin typeface="Symbol"/>
                          <a:sym typeface="Symbol"/>
                        </a:rPr>
                        <m:t></m:t>
                      </m:r>
                      <m:r>
                        <m:rPr>
                          <m:nor/>
                        </m:rPr>
                        <a:rPr lang="en-US" sz="2800" dirty="0">
                          <a:latin typeface="cmsy10"/>
                        </a:rPr>
                        <m:t>: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:endParaRPr lang="en-US" sz="28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014" y="1330910"/>
                <a:ext cx="3657600" cy="52629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הוכחת השקילות </a:t>
            </a:r>
            <a:r>
              <a:rPr lang="en-US">
                <a:latin typeface="cmsy10"/>
              </a:rPr>
              <a:t>:}</a:t>
            </a:r>
            <a:r>
              <a:rPr lang="en-US">
                <a:latin typeface="cmmi10"/>
              </a:rPr>
              <a:t>Á</a:t>
            </a:r>
            <a:r>
              <a:rPr lang="en-US"/>
              <a:t> </a:t>
            </a:r>
            <a:r>
              <a:rPr lang="en-US">
                <a:latin typeface="cmsy10"/>
              </a:rPr>
              <a:t>´</a:t>
            </a:r>
            <a:r>
              <a:rPr lang="en-US"/>
              <a:t> 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sy10"/>
              </a:rPr>
              <a:t>:</a:t>
            </a:r>
            <a:r>
              <a:rPr lang="en-US">
                <a:latin typeface="cmmi10"/>
              </a:rPr>
              <a:t>Á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43201" y="1814866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rgbClr val="0000FF"/>
                        </a:solidFill>
                        <a:latin typeface="Cambria Math"/>
                      </a:rPr>
                      <m:t>¬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1" y="1814866"/>
                <a:ext cx="1708731" cy="369332"/>
              </a:xfrm>
              <a:prstGeom prst="rect">
                <a:avLst/>
              </a:prstGeom>
              <a:blipFill>
                <a:blip r:embed="rId3"/>
                <a:stretch>
                  <a:fillRect t="-11667" r="-28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43200" y="2668154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0000FF"/>
                        </a:solidFill>
                        <a:latin typeface="cmsy10"/>
                      </a:rPr>
                      <m:t>}</m:t>
                    </m:r>
                  </m:oMath>
                </a14:m>
                <a:r>
                  <a:rPr lang="he-IL" b="0">
                    <a:solidFill>
                      <a:srgbClr val="0000FF"/>
                    </a:solidFill>
                  </a:rPr>
                  <a:t> </a:t>
                </a:r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668154"/>
                <a:ext cx="1708731" cy="369332"/>
              </a:xfrm>
              <a:prstGeom prst="rect">
                <a:avLst/>
              </a:prstGeom>
              <a:blipFill>
                <a:blip r:embed="rId4"/>
                <a:stretch>
                  <a:fillRect t="-11667" r="-28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743201" y="3557168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∄</m:t>
                    </m:r>
                  </m:oMath>
                </a14:m>
                <a:r>
                  <a:rPr lang="en-US" b="0">
                    <a:solidFill>
                      <a:srgbClr val="0000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1" y="3557168"/>
                <a:ext cx="1708731" cy="369332"/>
              </a:xfrm>
              <a:prstGeom prst="rect">
                <a:avLst/>
              </a:prstGeom>
              <a:blipFill>
                <a:blip r:embed="rId5"/>
                <a:stretch>
                  <a:fillRect t="-11667" r="-28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43200" y="5280778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>
                        <a:solidFill>
                          <a:srgbClr val="0000FF"/>
                        </a:solidFill>
                        <a:latin typeface="Symbol"/>
                        <a:sym typeface="Symbol"/>
                      </a:rPr>
                      <m:t>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280778"/>
                <a:ext cx="1708731" cy="369332"/>
              </a:xfrm>
              <a:prstGeom prst="rect">
                <a:avLst/>
              </a:prstGeom>
              <a:blipFill>
                <a:blip r:embed="rId6"/>
                <a:stretch>
                  <a:fillRect t="-9836" r="-285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43200" y="4418973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rgbClr val="0000FF"/>
                        </a:solidFill>
                        <a:latin typeface="Cambria Math"/>
                      </a:rPr>
                      <m:t>¬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418973"/>
                <a:ext cx="1708731" cy="369332"/>
              </a:xfrm>
              <a:prstGeom prst="rect">
                <a:avLst/>
              </a:prstGeom>
              <a:blipFill>
                <a:blip r:embed="rId3"/>
                <a:stretch>
                  <a:fillRect t="-11667" r="-28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48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62000" y="-76200"/>
                <a:ext cx="77724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דוגמה: הוכחת השקילות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¬</m:t>
                    </m:r>
                    <m:r>
                      <m:rPr>
                        <m:nor/>
                      </m:rPr>
                      <a:rPr lang="en-US" dirty="0">
                        <a:latin typeface="cmsy10"/>
                      </a:rPr>
                      <m:t>°</m:t>
                    </m:r>
                    <m:r>
                      <a:rPr lang="en-US" b="0" i="1" dirty="0" smtClean="0">
                        <a:latin typeface="Cambria Math"/>
                      </a:rPr>
                      <m:t>𝜑</m:t>
                    </m:r>
                    <m:r>
                      <a:rPr lang="en-US" b="0" i="1" dirty="0" smtClean="0">
                        <a:latin typeface="Cambria Math"/>
                      </a:rPr>
                      <m:t>≡</m:t>
                    </m:r>
                    <m:r>
                      <m:rPr>
                        <m:nor/>
                      </m:rPr>
                      <a:rPr lang="en-US" dirty="0">
                        <a:latin typeface="cmsy10"/>
                      </a:rPr>
                      <m:t>°</m:t>
                    </m:r>
                    <m:r>
                      <a:rPr lang="en-US" b="0" i="1" dirty="0" smtClean="0">
                        <a:latin typeface="Cambria Math"/>
                      </a:rPr>
                      <m:t>¬</m:t>
                    </m:r>
                    <m:r>
                      <a:rPr lang="he-IL" i="1" dirty="0">
                        <a:latin typeface="Cambria Math"/>
                        <a:ea typeface="Cambria Math"/>
                      </a:rPr>
                      <m:t>𝜑</m:t>
                    </m:r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2000" y="-76200"/>
                <a:ext cx="7772400" cy="1143000"/>
              </a:xfrm>
              <a:blipFill>
                <a:blip r:embed="rId2"/>
                <a:stretch>
                  <a:fillRect b="-15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47</a:t>
            </a:fld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1835725" y="6041999"/>
            <a:ext cx="5384807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תרגיל: הוכיחו באותו אופן את שאר הזהויות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19400" y="2067520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rgbClr val="0000FF"/>
                        </a:solidFill>
                        <a:latin typeface="Cambria Math"/>
                      </a:rPr>
                      <m:t>¬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067520"/>
                <a:ext cx="1708731" cy="369332"/>
              </a:xfrm>
              <a:prstGeom prst="rect">
                <a:avLst/>
              </a:prstGeom>
              <a:blipFill>
                <a:blip r:embed="rId3"/>
                <a:stretch>
                  <a:fillRect t="-9836" r="-285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34709" y="2846427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rgbClr val="0000FF"/>
                        </a:solidFill>
                        <a:latin typeface="cmsy10"/>
                      </a:rPr>
                      <m:t>°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709" y="2846427"/>
                <a:ext cx="1708731" cy="369332"/>
              </a:xfrm>
              <a:prstGeom prst="rect">
                <a:avLst/>
              </a:prstGeom>
              <a:blipFill>
                <a:blip r:embed="rId4"/>
                <a:stretch>
                  <a:fillRect t="-11475" r="-3214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19399" y="3722191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a:rPr lang="he-IL" i="1">
                        <a:solidFill>
                          <a:srgbClr val="0000FF"/>
                        </a:solidFill>
                        <a:latin typeface="Cambria Math"/>
                      </a:rPr>
                      <m:t>¬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9" y="3722191"/>
                <a:ext cx="1708731" cy="369332"/>
              </a:xfrm>
              <a:prstGeom prst="rect">
                <a:avLst/>
              </a:prstGeom>
              <a:blipFill>
                <a:blip r:embed="rId5"/>
                <a:stretch>
                  <a:fillRect t="-11667" r="-28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19398" y="4583668"/>
                <a:ext cx="1708731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סמנטיקה של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rgbClr val="0000FF"/>
                        </a:solidFill>
                        <a:latin typeface="cmsy10"/>
                      </a:rPr>
                      <m:t>°</m:t>
                    </m:r>
                  </m:oMath>
                </a14:m>
                <a:endParaRPr lang="en-US" b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398" y="4583668"/>
                <a:ext cx="1708731" cy="369332"/>
              </a:xfrm>
              <a:prstGeom prst="rect">
                <a:avLst/>
              </a:prstGeom>
              <a:blipFill>
                <a:blip r:embed="rId6"/>
                <a:stretch>
                  <a:fillRect t="-11475" r="-284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3904" y="1532626"/>
                <a:ext cx="36576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⊨¬</m:t>
                      </m:r>
                      <m:r>
                        <m:rPr>
                          <m:nor/>
                        </m:rPr>
                        <a:rPr lang="en-US" sz="2800" dirty="0">
                          <a:latin typeface="cmsy10"/>
                        </a:rPr>
                        <m:t>°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 b="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 b="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⊭</m:t>
                      </m:r>
                      <m:r>
                        <m:rPr>
                          <m:nor/>
                        </m:rPr>
                        <a:rPr lang="en-US" sz="2800" dirty="0">
                          <a:latin typeface="cmsy10"/>
                        </a:rPr>
                        <m:t>°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00FF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..]⊭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⊨¬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800">
                  <a:solidFill>
                    <a:srgbClr val="0066CC"/>
                  </a:solidFill>
                  <a:ea typeface="Cambria Math" panose="02040503050406030204" pitchFamily="18" charset="0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⊨</m:t>
                      </m:r>
                      <m:r>
                        <m:rPr>
                          <m:nor/>
                        </m:rPr>
                        <a:rPr lang="en-US" sz="2800" dirty="0">
                          <a:latin typeface="cmsy10"/>
                        </a:rPr>
                        <m:t>°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904" y="1532626"/>
                <a:ext cx="3657600" cy="39703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10" descr="Owl">
            <a:extLst>
              <a:ext uri="{FF2B5EF4-FFF2-40B4-BE49-F238E27FC236}">
                <a16:creationId xmlns:a16="http://schemas.microsoft.com/office/drawing/2014/main" id="{AB66BFCF-96EB-0FA2-03A0-3FA59D9BE1B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09509" y="5351954"/>
            <a:ext cx="789579" cy="78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4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692052" y="4495800"/>
            <a:ext cx="30480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2692052" y="2590800"/>
            <a:ext cx="3048000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2692052" y="1295400"/>
            <a:ext cx="30480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הספיגה והפילוג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48</a:t>
            </a:fld>
            <a:endParaRPr lang="he-IL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09600" y="952500"/>
            <a:ext cx="7772400" cy="6019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r" defTabSz="914400" rtl="1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he-IL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ספיגה</a:t>
            </a:r>
            <a:r>
              <a:rPr kumimoji="0" lang="he-IL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}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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}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Á   ´  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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}Á</a:t>
            </a: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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}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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Á   ´  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}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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Á</a:t>
            </a: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274320" marR="0" lvl="0" indent="-274320" algn="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he-IL" sz="20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isha" panose="020B0502040204020203" pitchFamily="34" charset="-79"/>
                <a:cs typeface="Gisha" panose="020B0502040204020203" pitchFamily="34" charset="-79"/>
              </a:rPr>
              <a:t>פילוג</a:t>
            </a:r>
            <a:r>
              <a:rPr kumimoji="0" lang="he-IL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</a:rPr>
              <a:t>°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Franklin Gothic Book"/>
              </a:rPr>
              <a:t>U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´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sy10"/>
              </a:rPr>
              <a:t>°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Franklin Gothic Book"/>
              </a:rPr>
              <a:t>U</a:t>
            </a:r>
            <a:r>
              <a:rPr lang="en-US">
                <a:latin typeface="cmr10"/>
              </a:rPr>
              <a:t> (</a:t>
            </a:r>
            <a:r>
              <a:rPr lang="en-US">
                <a:latin typeface="cmsy10"/>
              </a:rPr>
              <a:t>°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</a:t>
            </a:r>
            <a:endParaRPr lang="he-IL">
              <a:latin typeface="cmr10"/>
            </a:endParaRP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lang="en-US"/>
              <a:t> 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cmsy10"/>
              </a:rPr>
              <a:t>´</a:t>
            </a:r>
            <a:r>
              <a:rPr lang="en-US"/>
              <a:t> 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r10"/>
              </a:rPr>
              <a:t> (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</a:t>
            </a:r>
            <a:endParaRPr lang="he-IL">
              <a:latin typeface="cmr10"/>
            </a:endParaRP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lang="en-US"/>
              <a:t> 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cmsy10"/>
              </a:rPr>
              <a:t>´</a:t>
            </a:r>
            <a:r>
              <a:rPr lang="en-US"/>
              <a:t> </a:t>
            </a:r>
            <a:r>
              <a:rPr lang="en-US">
                <a:latin typeface="cmr10"/>
              </a:rPr>
              <a:t>(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r10"/>
              </a:rPr>
              <a:t> (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</a:t>
            </a:r>
            <a:endParaRPr lang="he-IL">
              <a:latin typeface="cmmi10"/>
            </a:endParaRPr>
          </a:p>
          <a:p>
            <a:pPr marL="274320" lvl="0" indent="-274320">
              <a:spcBef>
                <a:spcPts val="12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אבל ייתכן ש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lang="en-US">
                <a:latin typeface="cmsy10"/>
              </a:rPr>
              <a:t>}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Symbol"/>
                <a:sym typeface="Symbol"/>
              </a:rPr>
              <a:t></a:t>
            </a:r>
            <a:r>
              <a:rPr lang="en-US"/>
              <a:t> 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cmsy10"/>
              </a:rPr>
              <a:t>Æ</a:t>
            </a:r>
            <a:r>
              <a:rPr lang="en-US">
                <a:latin typeface="cmr10"/>
              </a:rPr>
              <a:t> (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</a:t>
            </a:r>
            <a:endParaRPr lang="he-IL">
              <a:latin typeface="cmr10"/>
            </a:endParaRPr>
          </a:p>
          <a:p>
            <a:pPr marL="822960" lvl="2" indent="-228600" algn="ctr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r>
              <a:rPr lang="en-US"/>
              <a:t> 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Symbol"/>
                <a:sym typeface="Symbol"/>
              </a:rPr>
              <a:t></a:t>
            </a:r>
            <a:r>
              <a:rPr lang="en-US"/>
              <a:t> </a:t>
            </a:r>
            <a:r>
              <a:rPr lang="en-US">
                <a:latin typeface="cmr10"/>
              </a:rPr>
              <a:t>(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mi10"/>
              </a:rPr>
              <a:t>Á</a:t>
            </a:r>
            <a:r>
              <a:rPr lang="en-US">
                <a:latin typeface="cmr10"/>
              </a:rPr>
              <a:t>) </a:t>
            </a:r>
            <a:r>
              <a:rPr lang="en-US">
                <a:latin typeface="cmsy10"/>
              </a:rPr>
              <a:t>Ç</a:t>
            </a:r>
            <a:r>
              <a:rPr lang="en-US">
                <a:latin typeface="cmr10"/>
              </a:rPr>
              <a:t> (</a:t>
            </a:r>
            <a:r>
              <a:rPr lang="en-US" b="1">
                <a:latin typeface="Symbol"/>
                <a:sym typeface="Symbol"/>
              </a:rPr>
              <a:t></a:t>
            </a:r>
            <a:r>
              <a:rPr lang="en-US">
                <a:latin typeface="cmmi10"/>
              </a:rPr>
              <a:t>Ã</a:t>
            </a:r>
            <a:r>
              <a:rPr lang="en-US">
                <a:latin typeface="cmr10"/>
              </a:rPr>
              <a:t>)</a:t>
            </a:r>
            <a:endParaRPr lang="he-IL">
              <a:latin typeface="cmmi10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r10"/>
              <a:ea typeface="+mn-ea"/>
              <a:cs typeface="+mn-cs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822960" marR="0" lvl="2" indent="-228600" algn="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274320" marR="0" lvl="0" indent="-274320" algn="r" defTabSz="914400" rtl="1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he-IL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24046" y="5872700"/>
                <a:ext cx="5466368" cy="994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Words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dirty="0">
                              <a:latin typeface="cmsy10"/>
                            </a:rPr>
                            <m:t>}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msy10"/>
                            </a:rPr>
                            <m:t>}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Words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dirty="0">
                              <a:latin typeface="cmsy10"/>
                            </a:rPr>
                            <m:t>}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Words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dirty="0">
                              <a:latin typeface="Symbol"/>
                              <a:sym typeface="Symbol"/>
                            </a:rPr>
                            <m:t>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Words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1" dirty="0">
                              <a:latin typeface="Symbol"/>
                              <a:sym typeface="Symbol"/>
                            </a:rPr>
                            <m:t>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m:rPr>
                              <m:nor/>
                            </m:rPr>
                            <a:rPr lang="en-US" b="1" dirty="0">
                              <a:latin typeface="Symbol"/>
                              <a:sym typeface="Symbol"/>
                            </a:rPr>
                            <m:t>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algn="l" rtl="0"/>
                <a:endParaRPr lang="en-US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46" y="5872700"/>
                <a:ext cx="5466368" cy="994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5486402" y="4649546"/>
            <a:ext cx="2078352" cy="1387361"/>
          </a:xfrm>
          <a:custGeom>
            <a:avLst/>
            <a:gdLst>
              <a:gd name="connsiteX0" fmla="*/ 1642188 w 1729459"/>
              <a:gd name="connsiteY0" fmla="*/ 1318243 h 1318243"/>
              <a:gd name="connsiteX1" fmla="*/ 1688841 w 1729459"/>
              <a:gd name="connsiteY1" fmla="*/ 739745 h 1318243"/>
              <a:gd name="connsiteX2" fmla="*/ 1129004 w 1729459"/>
              <a:gd name="connsiteY2" fmla="*/ 77272 h 1318243"/>
              <a:gd name="connsiteX3" fmla="*/ 0 w 1729459"/>
              <a:gd name="connsiteY3" fmla="*/ 39949 h 1318243"/>
              <a:gd name="connsiteX0" fmla="*/ 1642188 w 2019192"/>
              <a:gd name="connsiteY0" fmla="*/ 1317658 h 1317658"/>
              <a:gd name="connsiteX1" fmla="*/ 2006834 w 2019192"/>
              <a:gd name="connsiteY1" fmla="*/ 729829 h 1317658"/>
              <a:gd name="connsiteX2" fmla="*/ 1129004 w 2019192"/>
              <a:gd name="connsiteY2" fmla="*/ 76687 h 1317658"/>
              <a:gd name="connsiteX3" fmla="*/ 0 w 2019192"/>
              <a:gd name="connsiteY3" fmla="*/ 39364 h 1317658"/>
              <a:gd name="connsiteX0" fmla="*/ 1642188 w 2024663"/>
              <a:gd name="connsiteY0" fmla="*/ 1317658 h 1317658"/>
              <a:gd name="connsiteX1" fmla="*/ 2006834 w 2024663"/>
              <a:gd name="connsiteY1" fmla="*/ 729829 h 1317658"/>
              <a:gd name="connsiteX2" fmla="*/ 1129004 w 2024663"/>
              <a:gd name="connsiteY2" fmla="*/ 76687 h 1317658"/>
              <a:gd name="connsiteX3" fmla="*/ 0 w 2024663"/>
              <a:gd name="connsiteY3" fmla="*/ 39364 h 1317658"/>
              <a:gd name="connsiteX0" fmla="*/ 1642188 w 2012147"/>
              <a:gd name="connsiteY0" fmla="*/ 1317658 h 1317658"/>
              <a:gd name="connsiteX1" fmla="*/ 2006834 w 2012147"/>
              <a:gd name="connsiteY1" fmla="*/ 729829 h 1317658"/>
              <a:gd name="connsiteX2" fmla="*/ 1129004 w 2012147"/>
              <a:gd name="connsiteY2" fmla="*/ 76687 h 1317658"/>
              <a:gd name="connsiteX3" fmla="*/ 0 w 2012147"/>
              <a:gd name="connsiteY3" fmla="*/ 39364 h 1317658"/>
              <a:gd name="connsiteX0" fmla="*/ 1642188 w 2012147"/>
              <a:gd name="connsiteY0" fmla="*/ 1317658 h 1317658"/>
              <a:gd name="connsiteX1" fmla="*/ 2006834 w 2012147"/>
              <a:gd name="connsiteY1" fmla="*/ 729829 h 1317658"/>
              <a:gd name="connsiteX2" fmla="*/ 1129004 w 2012147"/>
              <a:gd name="connsiteY2" fmla="*/ 76687 h 1317658"/>
              <a:gd name="connsiteX3" fmla="*/ 0 w 2012147"/>
              <a:gd name="connsiteY3" fmla="*/ 39364 h 1317658"/>
              <a:gd name="connsiteX0" fmla="*/ 1642188 w 2023760"/>
              <a:gd name="connsiteY0" fmla="*/ 1405802 h 1405802"/>
              <a:gd name="connsiteX1" fmla="*/ 2006834 w 2023760"/>
              <a:gd name="connsiteY1" fmla="*/ 817973 h 1405802"/>
              <a:gd name="connsiteX2" fmla="*/ 1146294 w 2023760"/>
              <a:gd name="connsiteY2" fmla="*/ 40544 h 1405802"/>
              <a:gd name="connsiteX3" fmla="*/ 0 w 2023760"/>
              <a:gd name="connsiteY3" fmla="*/ 127508 h 1405802"/>
              <a:gd name="connsiteX0" fmla="*/ 1642188 w 2023760"/>
              <a:gd name="connsiteY0" fmla="*/ 1387361 h 1387361"/>
              <a:gd name="connsiteX1" fmla="*/ 2006834 w 2023760"/>
              <a:gd name="connsiteY1" fmla="*/ 799532 h 1387361"/>
              <a:gd name="connsiteX2" fmla="*/ 1146294 w 2023760"/>
              <a:gd name="connsiteY2" fmla="*/ 22103 h 1387361"/>
              <a:gd name="connsiteX3" fmla="*/ 0 w 2023760"/>
              <a:gd name="connsiteY3" fmla="*/ 109067 h 138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3760" h="1387361">
                <a:moveTo>
                  <a:pt x="1642188" y="1387361"/>
                </a:moveTo>
                <a:cubicBezTo>
                  <a:pt x="1853649" y="1304163"/>
                  <a:pt x="2089483" y="1027075"/>
                  <a:pt x="2006834" y="799532"/>
                </a:cubicBezTo>
                <a:cubicBezTo>
                  <a:pt x="1924185" y="571989"/>
                  <a:pt x="1766033" y="163813"/>
                  <a:pt x="1146294" y="22103"/>
                </a:cubicBezTo>
                <a:cubicBezTo>
                  <a:pt x="777243" y="-48585"/>
                  <a:pt x="423765" y="69412"/>
                  <a:pt x="0" y="109067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989717" y="5299870"/>
            <a:ext cx="2017666" cy="1129420"/>
          </a:xfrm>
          <a:custGeom>
            <a:avLst/>
            <a:gdLst>
              <a:gd name="connsiteX0" fmla="*/ 1155712 w 1967475"/>
              <a:gd name="connsiteY0" fmla="*/ 1101012 h 1129420"/>
              <a:gd name="connsiteX1" fmla="*/ 343948 w 1967475"/>
              <a:gd name="connsiteY1" fmla="*/ 1026367 h 1129420"/>
              <a:gd name="connsiteX2" fmla="*/ 101353 w 1967475"/>
              <a:gd name="connsiteY2" fmla="*/ 261257 h 1129420"/>
              <a:gd name="connsiteX3" fmla="*/ 1967475 w 1967475"/>
              <a:gd name="connsiteY3" fmla="*/ 0 h 1129420"/>
              <a:gd name="connsiteX0" fmla="*/ 1095276 w 1907039"/>
              <a:gd name="connsiteY0" fmla="*/ 1101012 h 1129420"/>
              <a:gd name="connsiteX1" fmla="*/ 283512 w 1907039"/>
              <a:gd name="connsiteY1" fmla="*/ 1026367 h 1129420"/>
              <a:gd name="connsiteX2" fmla="*/ 40917 w 1907039"/>
              <a:gd name="connsiteY2" fmla="*/ 261257 h 1129420"/>
              <a:gd name="connsiteX3" fmla="*/ 1907039 w 1907039"/>
              <a:gd name="connsiteY3" fmla="*/ 0 h 1129420"/>
              <a:gd name="connsiteX0" fmla="*/ 1145805 w 1957568"/>
              <a:gd name="connsiteY0" fmla="*/ 1101012 h 1129420"/>
              <a:gd name="connsiteX1" fmla="*/ 136817 w 1957568"/>
              <a:gd name="connsiteY1" fmla="*/ 1026367 h 1129420"/>
              <a:gd name="connsiteX2" fmla="*/ 91446 w 1957568"/>
              <a:gd name="connsiteY2" fmla="*/ 261257 h 1129420"/>
              <a:gd name="connsiteX3" fmla="*/ 1957568 w 1957568"/>
              <a:gd name="connsiteY3" fmla="*/ 0 h 1129420"/>
              <a:gd name="connsiteX0" fmla="*/ 1205903 w 2017666"/>
              <a:gd name="connsiteY0" fmla="*/ 1101012 h 1129420"/>
              <a:gd name="connsiteX1" fmla="*/ 196915 w 2017666"/>
              <a:gd name="connsiteY1" fmla="*/ 1026367 h 1129420"/>
              <a:gd name="connsiteX2" fmla="*/ 151544 w 2017666"/>
              <a:gd name="connsiteY2" fmla="*/ 261257 h 1129420"/>
              <a:gd name="connsiteX3" fmla="*/ 2017666 w 2017666"/>
              <a:gd name="connsiteY3" fmla="*/ 0 h 1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7666" h="1129420">
                <a:moveTo>
                  <a:pt x="1205903" y="1101012"/>
                </a:moveTo>
                <a:cubicBezTo>
                  <a:pt x="887884" y="1133669"/>
                  <a:pt x="372641" y="1166326"/>
                  <a:pt x="196915" y="1026367"/>
                </a:cubicBezTo>
                <a:cubicBezTo>
                  <a:pt x="21189" y="886408"/>
                  <a:pt x="-119045" y="557824"/>
                  <a:pt x="151544" y="261257"/>
                </a:cubicBezTo>
                <a:cubicBezTo>
                  <a:pt x="422132" y="90196"/>
                  <a:pt x="1219899" y="45098"/>
                  <a:pt x="2017666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669" y="1220546"/>
            <a:ext cx="3276600" cy="1226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לאי קיום כלל פילוג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49</a:t>
            </a:fld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40424" y="5100935"/>
            <a:ext cx="70631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latin typeface="cmmi10"/>
              </a:rPr>
              <a:t>TS</a:t>
            </a:r>
            <a:r>
              <a:rPr lang="en-US" sz="2800"/>
              <a:t>  </a:t>
            </a:r>
            <a:r>
              <a:rPr lang="en-US" sz="2800">
                <a:latin typeface="msbm10"/>
              </a:rPr>
              <a:t>2</a:t>
            </a:r>
            <a:r>
              <a:rPr lang="en-US" sz="2800"/>
              <a:t>  </a:t>
            </a:r>
            <a:r>
              <a:rPr lang="en-US" sz="2800">
                <a:latin typeface="cmsy10"/>
              </a:rPr>
              <a:t>}</a:t>
            </a:r>
            <a:r>
              <a:rPr lang="en-US" sz="2800">
                <a:latin typeface="cmr10"/>
              </a:rPr>
              <a:t>(</a:t>
            </a:r>
            <a:r>
              <a:rPr lang="en-US" sz="2800">
                <a:latin typeface="cmmi10"/>
              </a:rPr>
              <a:t>a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Æ</a:t>
            </a:r>
            <a:r>
              <a:rPr lang="en-US" sz="2800"/>
              <a:t> </a:t>
            </a:r>
            <a:r>
              <a:rPr lang="en-US" sz="2800">
                <a:latin typeface="cmmi10"/>
              </a:rPr>
              <a:t>b</a:t>
            </a:r>
            <a:r>
              <a:rPr lang="en-US" sz="2800">
                <a:latin typeface="cmr10"/>
              </a:rPr>
              <a:t>)</a:t>
            </a:r>
            <a:r>
              <a:rPr lang="he-IL" sz="2800">
                <a:latin typeface="cmr10"/>
              </a:rPr>
              <a:t>      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למרות ש-     </a:t>
            </a:r>
            <a:r>
              <a:rPr lang="en-US" sz="2800">
                <a:latin typeface="cmmi10"/>
              </a:rPr>
              <a:t>TS</a:t>
            </a:r>
            <a:r>
              <a:rPr lang="en-US" sz="2800"/>
              <a:t>  </a:t>
            </a:r>
            <a:r>
              <a:rPr lang="en-US" sz="2800">
                <a:latin typeface="msam10"/>
              </a:rPr>
              <a:t>²</a:t>
            </a:r>
            <a:r>
              <a:rPr lang="en-US" sz="2800">
                <a:latin typeface="Franklin Gothic Book"/>
              </a:rPr>
              <a:t> </a:t>
            </a:r>
            <a:r>
              <a:rPr lang="en-US" sz="2800">
                <a:latin typeface="cmsy10"/>
              </a:rPr>
              <a:t>}</a:t>
            </a:r>
            <a:r>
              <a:rPr lang="en-US" sz="2800">
                <a:latin typeface="cmmi10"/>
              </a:rPr>
              <a:t>a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Æ</a:t>
            </a:r>
            <a:r>
              <a:rPr lang="en-US" sz="2800"/>
              <a:t> </a:t>
            </a:r>
            <a:r>
              <a:rPr lang="en-US" sz="2800">
                <a:latin typeface="cmsy10"/>
              </a:rPr>
              <a:t>}</a:t>
            </a:r>
            <a:r>
              <a:rPr lang="en-US" sz="2800">
                <a:latin typeface="cmmi10"/>
              </a:rPr>
              <a:t>b</a:t>
            </a:r>
            <a:endParaRPr lang="he-IL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62303" y="2394466"/>
                <a:ext cx="914400" cy="6096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303" y="2394466"/>
                <a:ext cx="914400" cy="609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43503" y="2394466"/>
                <a:ext cx="914400" cy="6096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503" y="2394466"/>
                <a:ext cx="914400" cy="609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148503" y="2394466"/>
                <a:ext cx="914400" cy="6096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503" y="2394466"/>
                <a:ext cx="914400" cy="609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5" idx="3"/>
            <a:endCxn id="8" idx="1"/>
          </p:cNvCxnSpPr>
          <p:nvPr/>
        </p:nvCxnSpPr>
        <p:spPr>
          <a:xfrm>
            <a:off x="3176703" y="2699266"/>
            <a:ext cx="10668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5157903" y="2699266"/>
            <a:ext cx="99060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Straight Arrow Connector 13"/>
          <p:cNvCxnSpPr>
            <a:endCxn id="8" idx="0"/>
          </p:cNvCxnSpPr>
          <p:nvPr/>
        </p:nvCxnSpPr>
        <p:spPr>
          <a:xfrm>
            <a:off x="4700703" y="2165866"/>
            <a:ext cx="0" cy="228600"/>
          </a:xfrm>
          <a:prstGeom prst="straightConnector1">
            <a:avLst/>
          </a:prstGeom>
          <a:ln w="28575">
            <a:headEnd type="none" w="med" len="med"/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Elbow Connector 15"/>
          <p:cNvCxnSpPr>
            <a:stCxn id="9" idx="2"/>
            <a:endCxn id="5" idx="2"/>
          </p:cNvCxnSpPr>
          <p:nvPr/>
        </p:nvCxnSpPr>
        <p:spPr>
          <a:xfrm rot="5400000">
            <a:off x="4662603" y="1060966"/>
            <a:ext cx="12700" cy="3886200"/>
          </a:xfrm>
          <a:prstGeom prst="bentConnector3">
            <a:avLst>
              <a:gd name="adj1" fmla="val 5760000"/>
            </a:avLst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964643" y="2025134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∅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643" y="2025134"/>
                <a:ext cx="393056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05498" y="2025134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{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498" y="2025134"/>
                <a:ext cx="562205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81200" y="1981200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{</m:t>
                      </m:r>
                      <m:r>
                        <a:rPr lang="en-US" b="0" i="1" smtClean="0">
                          <a:latin typeface="Cambria Math"/>
                        </a:rPr>
                        <m:t>𝑏</m:t>
                      </m:r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981200"/>
                <a:ext cx="562205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כללי הפריסה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50</a:t>
            </a:fld>
            <a:endParaRPr lang="he-IL"/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762000" y="1447800"/>
            <a:ext cx="7772400" cy="44196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פריסה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מגדירה את האופרטור באופן רקורסיבי </a:t>
            </a:r>
            <a:r>
              <a:rPr kumimoji="0" lang="he-IL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lang="he-IL" sz="2000"/>
          </a:p>
          <a:p>
            <a:pPr marL="822960" lvl="2" indent="-228600" algn="ctr" rtl="0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endParaRPr lang="en-US">
              <a:latin typeface="cmmi10"/>
            </a:endParaRPr>
          </a:p>
          <a:p>
            <a:pPr marL="822960" lvl="2" indent="-228600" algn="ctr" rtl="0">
              <a:lnSpc>
                <a:spcPct val="150000"/>
              </a:lnSpc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</a:pPr>
            <a:endParaRPr lang="he-IL">
              <a:latin typeface="cmr10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822960" marR="0" lvl="2" indent="-228600" algn="ctr" defTabSz="914400" rtl="1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tabLst/>
              <a:defRPr/>
            </a:pPr>
            <a:endParaRPr kumimoji="0" lang="he-IL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mmi10"/>
              <a:ea typeface="+mn-ea"/>
              <a:cs typeface="+mn-cs"/>
            </a:endParaRPr>
          </a:p>
          <a:p>
            <a:pPr marL="822960" lvl="2" indent="-228600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/>
            </a:pPr>
            <a:endParaRPr lang="he-IL">
              <a:latin typeface="cmmi10"/>
            </a:endParaRPr>
          </a:p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endParaRPr lang="he-IL" sz="2000"/>
          </a:p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endParaRPr lang="he-IL" sz="20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6093528"/>
                  </p:ext>
                </p:extLst>
              </p:nvPr>
            </p:nvGraphicFramePr>
            <p:xfrm>
              <a:off x="1219200" y="2253734"/>
              <a:ext cx="6629400" cy="3977640"/>
            </p:xfrm>
            <a:graphic>
              <a:graphicData uri="http://schemas.openxmlformats.org/drawingml/2006/table">
                <a:tbl>
                  <a:tblPr rtl="1" firstRow="1" bandRow="1">
                    <a:effectLst/>
                    <a:tableStyleId>{5C22544A-7EE6-4342-B048-85BDC9FD1C3A}</a:tableStyleId>
                  </a:tblPr>
                  <a:tblGrid>
                    <a:gridCol w="40047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08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637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325880"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kumimoji="0" lang="en-US" sz="2800" b="0" i="0" u="none" strike="noStrike" kern="1200" cap="none" spc="0" normalizeH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mi10"/>
                            </a:rPr>
                            <a:t>Ã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Ç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(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Æ °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(</a:t>
                          </a:r>
                          <a:r>
                            <a:rPr kumimoji="0" lang="en-US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mi10"/>
                              <a:ea typeface="+mn-ea"/>
                              <a:cs typeface="+mn-cs"/>
                            </a:rPr>
                            <a:t>Á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8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U</m:t>
                              </m:r>
                              <m:r>
                                <a:rPr kumimoji="0" lang="en-US" sz="28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r>
                            <a:rPr kumimoji="0" lang="en-US" sz="2800" b="0" i="0" u="none" strike="noStrike" kern="1200" cap="none" spc="0" normalizeH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mi10"/>
                            </a:rPr>
                            <a:t>Ã</a:t>
                          </a:r>
                          <a:r>
                            <a:rPr kumimoji="0" lang="en-US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r10"/>
                              <a:ea typeface="+mn-ea"/>
                              <a:cs typeface="+mn-cs"/>
                            </a:rPr>
                            <a:t>))</a:t>
                          </a:r>
                          <a:endParaRPr lang="he-IL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sy10"/>
                              <a:ea typeface="+mn-ea"/>
                              <a:cs typeface="+mn-cs"/>
                            </a:rPr>
                            <a:t>´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mi10"/>
                              <a:ea typeface="+mn-ea"/>
                              <a:cs typeface="+mn-cs"/>
                            </a:rPr>
                            <a:t>Á 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28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U</m:t>
                              </m:r>
                            </m:oMath>
                          </a14:m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Franklin Gothic Book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US" sz="2800" b="0" i="0" u="none" strike="noStrike" kern="1200" cap="none" spc="0" normalizeH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mi10"/>
                            </a:rPr>
                            <a:t>Ã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25880"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Ç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°}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sy10"/>
                              <a:ea typeface="+mn-ea"/>
                              <a:cs typeface="+mn-cs"/>
                            </a:rPr>
                            <a:t>´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}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25880"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Æ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°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Symbol"/>
                              <a:sym typeface="Symbol"/>
                            </a:rPr>
                            <a:t>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sy10"/>
                              <a:ea typeface="+mn-ea"/>
                              <a:cs typeface="+mn-cs"/>
                            </a:rPr>
                            <a:t>´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Symbol"/>
                              <a:sym typeface="Symbol"/>
                            </a:rPr>
                            <a:t>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6093528"/>
                  </p:ext>
                </p:extLst>
              </p:nvPr>
            </p:nvGraphicFramePr>
            <p:xfrm>
              <a:off x="1219200" y="2253734"/>
              <a:ext cx="6629400" cy="3977640"/>
            </p:xfrm>
            <a:graphic>
              <a:graphicData uri="http://schemas.openxmlformats.org/drawingml/2006/table">
                <a:tbl>
                  <a:tblPr rtl="1" firstRow="1" bandRow="1">
                    <a:effectLst/>
                    <a:tableStyleId>{5C22544A-7EE6-4342-B048-85BDC9FD1C3A}</a:tableStyleId>
                  </a:tblPr>
                  <a:tblGrid>
                    <a:gridCol w="40047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087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637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32588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87" r="-6560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sy10"/>
                              <a:ea typeface="+mn-ea"/>
                              <a:cs typeface="+mn-cs"/>
                            </a:rPr>
                            <a:t>´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7888" t="-458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25880"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Ç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°}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sy10"/>
                              <a:ea typeface="+mn-ea"/>
                              <a:cs typeface="+mn-cs"/>
                            </a:rPr>
                            <a:t>´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}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25880">
                    <a:tc>
                      <a:txBody>
                        <a:bodyPr/>
                        <a:lstStyle/>
                        <a:p>
                          <a:pPr algn="l" rtl="1"/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Æ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r10"/>
                            </a:rPr>
                            <a:t> 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sy10"/>
                            </a:rPr>
                            <a:t>°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Symbol"/>
                              <a:sym typeface="Symbol"/>
                            </a:rPr>
                            <a:t></a:t>
                          </a:r>
                          <a:r>
                            <a:rPr lang="en-US" sz="2800" b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kumimoji="0" lang="en-US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msy10"/>
                              <a:ea typeface="+mn-ea"/>
                              <a:cs typeface="+mn-cs"/>
                            </a:rPr>
                            <a:t>´</a:t>
                          </a:r>
                          <a:endParaRPr lang="he-IL" sz="28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 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Symbol"/>
                              <a:sym typeface="Symbol"/>
                            </a:rPr>
                            <a:t></a:t>
                          </a: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latin typeface="cmmi10"/>
                            </a:rPr>
                            <a:t>Á</a:t>
                          </a:r>
                          <a:endParaRPr lang="he-IL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2345966" y="6096000"/>
            <a:ext cx="3300905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תרגיל: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הוכיחו כללים אלה</a:t>
            </a:r>
          </a:p>
        </p:txBody>
      </p:sp>
      <p:pic>
        <p:nvPicPr>
          <p:cNvPr id="2052" name="Picture 4" descr="Draw a cartoon of a person asking about \\psi U \\phi, and the respondent asking someone else about \\psi, \\phi, and O(\\psi U \\phi).">
            <a:extLst>
              <a:ext uri="{FF2B5EF4-FFF2-40B4-BE49-F238E27FC236}">
                <a16:creationId xmlns:a16="http://schemas.microsoft.com/office/drawing/2014/main" id="{E8BC8515-7945-AC83-7175-06395A441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618" y="3422764"/>
            <a:ext cx="2607782" cy="173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81400" y="3398980"/>
            <a:ext cx="2362200" cy="332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הוכחת כלל הפריסה עבור </a:t>
            </a:r>
            <a:r>
              <a:rPr lang="en-US"/>
              <a:t>U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51</a:t>
            </a:fld>
            <a:endParaRPr lang="he-IL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12" y="2031845"/>
            <a:ext cx="7417775" cy="365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1000" y="1383268"/>
                <a:ext cx="84582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מילה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𝜎</m:t>
                        </m:r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…</m:t>
                    </m:r>
                  </m:oMath>
                </a14:m>
                <a:r>
                  <a:rPr lang="he-IL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מקיימת את התכונה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𝜎</m:t>
                    </m:r>
                    <m:r>
                      <a:rPr lang="en-US" b="0" i="1" smtClean="0">
                        <a:latin typeface="Cambria Math"/>
                      </a:rPr>
                      <m:t>⊨</m:t>
                    </m:r>
                    <m:r>
                      <a:rPr lang="en-US" b="0" i="1" smtClean="0">
                        <a:latin typeface="Cambria Math"/>
                      </a:rPr>
                      <m:t>𝜑</m:t>
                    </m:r>
                    <m:r>
                      <m:rPr>
                        <m:nor/>
                      </m:rPr>
                      <a:rPr lang="en-US" b="0" i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latin typeface="Franklin Gothic Book"/>
                      </a:rPr>
                      <m:t>U</m:t>
                    </m:r>
                    <m:r>
                      <a:rPr lang="en-US" b="0" i="1" dirty="0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𝜓</m:t>
                    </m:r>
                  </m:oMath>
                </a14:m>
                <a:r>
                  <a:rPr lang="he-IL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 קיים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/>
                      </a:rPr>
                      <m:t>≥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כך ש</a:t>
                </a:r>
                <a:r>
                  <a:rPr lang="he-IL"/>
                  <a:t>: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383268"/>
                <a:ext cx="8458200" cy="369332"/>
              </a:xfrm>
              <a:prstGeom prst="rect">
                <a:avLst/>
              </a:prstGeom>
              <a:blipFill>
                <a:blip r:embed="rId3"/>
                <a:stretch>
                  <a:fillRect t="-9836" r="-5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3400" y="2819400"/>
                <a:ext cx="8458200" cy="369331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אז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𝜎</m:t>
                    </m:r>
                    <m:r>
                      <a:rPr lang="en-US" b="0" i="1" smtClean="0">
                        <a:latin typeface="Cambria Math"/>
                      </a:rPr>
                      <m:t>⊨</m:t>
                    </m:r>
                    <m:r>
                      <a:rPr lang="he-IL" i="1">
                        <a:latin typeface="Cambria Math"/>
                      </a:rPr>
                      <m:t>𝜓</m:t>
                    </m:r>
                  </m:oMath>
                </a14:m>
                <a:r>
                  <a:rPr lang="he-IL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ולכן מתקיים הפסוק</a:t>
                </a:r>
              </a:p>
              <a:p>
                <a:endParaRPr lang="he-IL"/>
              </a:p>
              <a:p>
                <a:pPr algn="ctr"/>
                <a:r>
                  <a:rPr lang="he-IL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he-IL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he-IL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he-IL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/>
                      </a:rPr>
                      <m:t>…⊨</m:t>
                    </m:r>
                    <m:r>
                      <a:rPr lang="he-IL" b="0" i="1" smtClean="0">
                        <a:latin typeface="Cambria Math"/>
                      </a:rPr>
                      <m:t>𝜓</m:t>
                    </m:r>
                    <m:r>
                      <a:rPr lang="en-US" b="0" i="1" smtClean="0">
                        <a:latin typeface="Cambria Math"/>
                      </a:rPr>
                      <m:t>∨…</m:t>
                    </m:r>
                  </m:oMath>
                </a14:m>
                <a:endParaRPr lang="he-IL" b="0"/>
              </a:p>
              <a:p>
                <a:endParaRPr lang="he-IL"/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he-IL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/>
                      </a:rPr>
                      <m:t>&gt;</m:t>
                    </m:r>
                    <m:r>
                      <a:rPr lang="en-US" b="0" i="1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אז</a:t>
                </a:r>
                <a:r>
                  <a:rPr lang="he-IL"/>
                  <a:t> </a:t>
                </a:r>
              </a:p>
              <a:p>
                <a:endParaRPr lang="he-IL"/>
              </a:p>
              <a:p>
                <a:endParaRPr lang="he-IL"/>
              </a:p>
              <a:p>
                <a:endParaRPr lang="he-IL"/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ולכן</a:t>
                </a:r>
              </a:p>
              <a:p>
                <a:endParaRPr lang="he-IL"/>
              </a:p>
              <a:p>
                <a:endParaRPr lang="he-IL"/>
              </a:p>
              <a:p>
                <a:endParaRPr lang="he-IL"/>
              </a:p>
              <a:p>
                <a:pPr algn="ctr"/>
                <a:endParaRPr lang="he-IL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819400"/>
                <a:ext cx="8458200" cy="3693319"/>
              </a:xfrm>
              <a:prstGeom prst="rect">
                <a:avLst/>
              </a:prstGeom>
              <a:blipFill>
                <a:blip r:embed="rId4"/>
                <a:stretch>
                  <a:fillRect t="-992" r="-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68" y="4421192"/>
            <a:ext cx="4533831" cy="379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024" y="5465494"/>
            <a:ext cx="3054763" cy="32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211143" y="6126686"/>
            <a:ext cx="672171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1">
            <a:spAutoFit/>
          </a:bodyPr>
          <a:lstStyle/>
          <a:p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צריך לבנות טיעון גם לכיוון ההפוך (הטיעון מאוד דומה)</a:t>
            </a:r>
          </a:p>
        </p:txBody>
      </p:sp>
    </p:spTree>
    <p:extLst>
      <p:ext uri="{BB962C8B-B14F-4D97-AF65-F5344CB8AC3E}">
        <p14:creationId xmlns:p14="http://schemas.microsoft.com/office/powerpoint/2010/main" val="304024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הוכחת כללי הפריסה הנוספים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52</a:t>
            </a:fld>
            <a:endParaRPr lang="he-IL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42" y="1524000"/>
            <a:ext cx="8546558" cy="89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43200"/>
            <a:ext cx="7086600" cy="3905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19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Weak until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676400"/>
                <a:ext cx="8686800" cy="4572000"/>
              </a:xfrm>
            </p:spPr>
            <p:txBody>
              <a:bodyPr>
                <a:noAutofit/>
              </a:bodyPr>
              <a:lstStyle/>
              <a:p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הקָשַר </a:t>
                </a:r>
                <a:r>
                  <a:rPr lang="en-US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weak until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(לפעמים נקרא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unless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):</a:t>
                </a:r>
                <a:r>
                  <a:rPr lang="en-US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Franklin Gothic Book"/>
                  </a:rPr>
                  <a:t>W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cmmi10"/>
                  </a:rPr>
                  <a:t>Ã </a:t>
                </a:r>
                <a:r>
                  <a:rPr lang="en-US" sz="2400" dirty="0">
                    <a:solidFill>
                      <a:srgbClr val="FF0000"/>
                    </a:solidFill>
                    <a:latin typeface="cmr10"/>
                  </a:rPr>
                  <a:t>= (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cmr1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Franklin Gothic Book"/>
                  </a:rPr>
                  <a:t>U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cmmi10"/>
                  </a:rPr>
                  <a:t>Ã</a:t>
                </a:r>
                <a:r>
                  <a:rPr lang="en-US" sz="2400" dirty="0">
                    <a:solidFill>
                      <a:srgbClr val="FF0000"/>
                    </a:solidFill>
                    <a:latin typeface="cmr10"/>
                  </a:rPr>
                  <a:t>) </a:t>
                </a:r>
                <a:r>
                  <a:rPr lang="en-US" sz="2400" dirty="0">
                    <a:solidFill>
                      <a:srgbClr val="FF0000"/>
                    </a:solidFill>
                    <a:latin typeface="cmsy10"/>
                  </a:rPr>
                  <a:t>Ç</a:t>
                </a:r>
                <a:r>
                  <a:rPr lang="en-US" sz="2400" dirty="0">
                    <a:solidFill>
                      <a:srgbClr val="FF0000"/>
                    </a:solidFill>
                    <a:latin typeface="cmr1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Symbol"/>
                    <a:sym typeface="Symbol"/>
                  </a:rPr>
                  <a:t></a:t>
                </a:r>
                <a:r>
                  <a:rPr lang="en-US" sz="2400" i="1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400" dirty="0">
                    <a:solidFill>
                      <a:srgbClr val="FF0000"/>
                    </a:solidFill>
                    <a:latin typeface="Symbol"/>
                    <a:sym typeface="Symbol"/>
                  </a:rPr>
                  <a:t> </a:t>
                </a:r>
                <a:r>
                  <a:rPr lang="he-IL" sz="24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</a:p>
              <a:p>
                <a:pPr lvl="1"/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בניגוד ל-</a:t>
                </a:r>
                <a:r>
                  <a:rPr lang="en-US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until</a:t>
                </a:r>
                <a:r>
                  <a:rPr lang="he-IL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he-IL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cmr10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Franklin Gothic Book"/>
                  </a:rPr>
                  <a:t>U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cmmi10"/>
                  </a:rPr>
                  <a:t>Ã</a:t>
                </a:r>
                <a:r>
                  <a:rPr lang="en-US" sz="2000" dirty="0"/>
                  <a:t> </a:t>
                </a:r>
                <a:r>
                  <a:rPr lang="he-IL" sz="2000" dirty="0"/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לא דורש שנגיע למצב </a:t>
                </a:r>
                <a:r>
                  <a:rPr lang="en-US" sz="2000" dirty="0">
                    <a:latin typeface="cmmi10"/>
                  </a:rPr>
                  <a:t>Ã</a:t>
                </a:r>
                <a:endParaRPr lang="he-IL" sz="2000" dirty="0">
                  <a:latin typeface="cmmi10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הקָשַרים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U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דּוּאָלִיִּים</a:t>
                </a:r>
                <a:r>
                  <a:rPr lang="he-IL" sz="2400" dirty="0">
                    <a:latin typeface="Franklin Gothic Book"/>
                  </a:rPr>
                  <a:t>:</a:t>
                </a:r>
              </a:p>
              <a:p>
                <a:pPr>
                  <a:spcBef>
                    <a:spcPts val="1800"/>
                  </a:spcBef>
                  <a:buNone/>
                </a:pPr>
                <a:endParaRPr lang="he-IL" sz="2400" dirty="0">
                  <a:latin typeface="Franklin Gothic Book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קָשַרים בעלי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יכולת ביטוי זהה</a:t>
                </a:r>
                <a:r>
                  <a:rPr lang="he-IL" sz="2400" dirty="0">
                    <a:latin typeface="Franklin Gothic Book"/>
                  </a:rPr>
                  <a:t>:</a:t>
                </a:r>
              </a:p>
              <a:p>
                <a:pPr marL="320040" lvl="1" indent="0" algn="ctr">
                  <a:spcBef>
                    <a:spcPts val="1800"/>
                  </a:spcBef>
                  <a:buNone/>
                </a:pPr>
                <a:r>
                  <a:rPr lang="en-US" sz="2000" dirty="0">
                    <a:latin typeface="Franklin Gothic Book"/>
                  </a:rPr>
                  <a:t> </a:t>
                </a:r>
                <a:r>
                  <a:rPr lang="en-US" sz="2000" dirty="0">
                    <a:latin typeface="Symbol"/>
                    <a:sym typeface="Symbol"/>
                  </a:rPr>
                  <a:t></a:t>
                </a:r>
                <a:r>
                  <a:rPr lang="en-US" sz="2000" dirty="0">
                    <a:latin typeface="cmmi10"/>
                  </a:rPr>
                  <a:t>Ã</a:t>
                </a:r>
                <a:r>
                  <a:rPr lang="en-US" sz="2000" dirty="0">
                    <a:latin typeface="Franklin Gothic Book"/>
                  </a:rPr>
                  <a:t> </a:t>
                </a:r>
                <a:r>
                  <a:rPr lang="en-US" sz="2000" dirty="0">
                    <a:latin typeface="cmsy10"/>
                  </a:rPr>
                  <a:t>´</a:t>
                </a:r>
                <a:r>
                  <a:rPr lang="en-US" sz="2000" dirty="0">
                    <a:latin typeface="Franklin Gothic Book"/>
                  </a:rPr>
                  <a:t> </a:t>
                </a:r>
                <a:r>
                  <a:rPr lang="en-US" sz="2000" dirty="0">
                    <a:latin typeface="cmmi10"/>
                  </a:rPr>
                  <a:t>Ã</a:t>
                </a:r>
                <a:r>
                  <a:rPr lang="en-US" sz="2000" dirty="0">
                    <a:latin typeface="Franklin Gothic Book"/>
                  </a:rPr>
                  <a:t> W false</a:t>
                </a:r>
                <a:r>
                  <a:rPr lang="he-IL" sz="2000" dirty="0">
                    <a:latin typeface="Franklin Gothic Book"/>
                  </a:rPr>
                  <a:t>   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וגם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Franklin Gothic Book"/>
                  </a:rPr>
                  <a:t> </a:t>
                </a:r>
                <a:r>
                  <a:rPr lang="he-IL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  <a:sym typeface="Symbol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∪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000" b="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he-IL" sz="2000" b="0" i="1" dirty="0" smtClean="0">
                                <a:latin typeface="Cambria Math"/>
                                <a:sym typeface="Symbol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  <a:sym typeface="Symbol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000" dirty="0">
                            <a:latin typeface="Franklin Gothic Book"/>
                          </a:rPr>
                          <m:t>W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∧</m:t>
                    </m:r>
                    <m:r>
                      <a:rPr lang="en-US" sz="2000" b="0" i="1" dirty="0" smtClean="0">
                        <a:latin typeface="Cambria Math"/>
                        <a:sym typeface="Wingdings 2"/>
                      </a:rPr>
                      <m:t>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sym typeface="Wingdings 2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  <a:sym typeface="Wingdings 2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  <a:sym typeface="Wingdings 2"/>
                          </a:rPr>
                          <m:t>2</m:t>
                        </m:r>
                      </m:sub>
                    </m:sSub>
                  </m:oMath>
                </a14:m>
                <a:endParaRPr lang="he-IL" sz="2000" b="0" dirty="0">
                  <a:sym typeface="Wingdings 2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200" dirty="0">
                    <a:latin typeface="Gisha" panose="020B0502040204020203" pitchFamily="34" charset="-79"/>
                    <a:cs typeface="Gisha" panose="020B0502040204020203" pitchFamily="34" charset="-79"/>
                    <a:sym typeface="Wingdings 2"/>
                  </a:rPr>
                  <a:t>מתקבל כסְגוֹר: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 2"/>
                      </a:rPr>
                      <m:t>𝑐𝑙𝑜𝑠𝑢𝑟𝑒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sym typeface="Wingdings 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200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Wingdings 2"/>
                          </a:rPr>
                          <m:t>Words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sym typeface="Wingdings 2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sym typeface="Wingdings 2"/>
                              </a:rPr>
                              <m:t>𝜑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sym typeface="Wingdings 2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  <a:sym typeface="Wingdings 2"/>
                              </a:rPr>
                              <m:t>U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sym typeface="Wingdings 2"/>
                              </a:rPr>
                              <m:t>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sym typeface="Wingdings 2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  <a:sym typeface="Wingdings 2"/>
                      </a:rPr>
                      <m:t>=</m:t>
                    </m:r>
                    <m:r>
                      <m:rPr>
                        <m:nor/>
                      </m:rPr>
                      <a:rPr lang="en-US" sz="2200">
                        <a:latin typeface="Gisha" panose="020B0502040204020203" pitchFamily="34" charset="-79"/>
                        <a:cs typeface="Gisha" panose="020B0502040204020203" pitchFamily="34" charset="-79"/>
                        <a:sym typeface="Wingdings 2"/>
                      </a:rPr>
                      <m:t>Words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sym typeface="Wingdings 2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 2"/>
                          </a:rPr>
                          <m:t>𝜑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 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latin typeface="Cambria Math" panose="02040503050406030204" pitchFamily="18" charset="0"/>
                            <a:sym typeface="Wingdings 2"/>
                          </a:rPr>
                          <m:t>W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 2"/>
                          </a:rPr>
                          <m:t>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 2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sz="2200" b="0" dirty="0">
                    <a:latin typeface="Gisha" panose="020B0502040204020203" pitchFamily="34" charset="-79"/>
                    <a:cs typeface="Gisha" panose="020B0502040204020203" pitchFamily="34" charset="-79"/>
                    <a:sym typeface="Wingdings 2"/>
                  </a:rPr>
                  <a:t> </a:t>
                </a:r>
                <a:endParaRPr lang="he-IL" sz="2200" b="0" dirty="0">
                  <a:latin typeface="Gisha" panose="020B0502040204020203" pitchFamily="34" charset="-79"/>
                  <a:cs typeface="Gisha" panose="020B0502040204020203" pitchFamily="34" charset="-79"/>
                  <a:sym typeface="Wingdings 2"/>
                </a:endParaRPr>
              </a:p>
              <a:p>
                <a:endParaRPr lang="he-IL" sz="2200" dirty="0">
                  <a:latin typeface="Symbol"/>
                  <a:sym typeface="Symbol"/>
                </a:endParaRPr>
              </a:p>
              <a:p>
                <a:pPr lvl="1"/>
                <a:endParaRPr lang="he-IL" sz="2000" dirty="0">
                  <a:latin typeface="Symbol"/>
                  <a:sym typeface="Symbol"/>
                </a:endParaRPr>
              </a:p>
              <a:p>
                <a:pPr marL="320040" lvl="1" indent="0">
                  <a:buNone/>
                </a:pPr>
                <a:endParaRPr lang="he-IL" sz="2000" dirty="0">
                  <a:solidFill>
                    <a:srgbClr val="0000FF"/>
                  </a:solidFill>
                  <a:latin typeface="Symbol"/>
                  <a:sym typeface="Symbol"/>
                </a:endParaRPr>
              </a:p>
              <a:p>
                <a:pPr lvl="2"/>
                <a:endParaRPr lang="he-IL" sz="1600" dirty="0">
                  <a:solidFill>
                    <a:srgbClr val="0000FF"/>
                  </a:solidFill>
                  <a:latin typeface="Franklin Gothic Book"/>
                </a:endParaRPr>
              </a:p>
              <a:p>
                <a:pPr algn="ctr">
                  <a:buNone/>
                </a:pPr>
                <a:endParaRPr lang="he-IL" sz="2400" dirty="0">
                  <a:latin typeface="Franklin Gothic Book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676400"/>
                <a:ext cx="8686800" cy="4572000"/>
              </a:xfrm>
              <a:blipFill>
                <a:blip r:embed="rId2"/>
                <a:stretch>
                  <a:fillRect t="-1600" r="-56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878325"/>
              </p:ext>
            </p:extLst>
          </p:nvPr>
        </p:nvGraphicFramePr>
        <p:xfrm>
          <a:off x="1071629" y="3120980"/>
          <a:ext cx="6629400" cy="792480"/>
        </p:xfrm>
        <a:graphic>
          <a:graphicData uri="http://schemas.openxmlformats.org/drawingml/2006/table">
            <a:tbl>
              <a:tblPr rtl="1" firstRow="1" bandRow="1">
                <a:effectLst/>
                <a:tableStyleId>{5C22544A-7EE6-4342-B048-85BDC9FD1C3A}</a:tableStyleId>
              </a:tblPr>
              <a:tblGrid>
                <a:gridCol w="4004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Æ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)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Franklin Gothic Book"/>
                        </a:rPr>
                        <a:t>W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Æ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)</a:t>
                      </a: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endParaRPr lang="he-IL" sz="2000" b="0" dirty="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sy10"/>
                          <a:ea typeface="+mn-ea"/>
                          <a:cs typeface="+mn-cs"/>
                        </a:rPr>
                        <a:t>´</a:t>
                      </a:r>
                      <a:endParaRPr lang="he-IL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>
                          <a:latin typeface="cmsy10"/>
                        </a:rPr>
                        <a:t> </a:t>
                      </a:r>
                      <a:r>
                        <a:rPr lang="en-US" sz="200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r1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mi1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Franklin Gothic Book"/>
                          <a:ea typeface="+mn-ea"/>
                          <a:cs typeface="+mn-cs"/>
                        </a:rPr>
                        <a:t>U </a:t>
                      </a:r>
                      <a:r>
                        <a:rPr kumimoji="0" lang="en-US" sz="2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mi10"/>
                        </a:rPr>
                        <a:t>Ã</a:t>
                      </a:r>
                      <a:r>
                        <a:rPr kumimoji="0" lang="en-US" sz="2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r10"/>
                        </a:rPr>
                        <a:t>)</a:t>
                      </a:r>
                      <a:endParaRPr lang="he-IL" sz="2000" b="0">
                        <a:solidFill>
                          <a:schemeClr val="tx1"/>
                        </a:solidFill>
                        <a:latin typeface="cmr1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Æ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)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Franklin Gothic Book"/>
                        </a:rPr>
                        <a:t>U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Æ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)</a:t>
                      </a: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endParaRPr lang="he-IL" sz="2000" b="0" dirty="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sy10"/>
                          <a:ea typeface="+mn-ea"/>
                          <a:cs typeface="+mn-cs"/>
                        </a:rPr>
                        <a:t>´</a:t>
                      </a:r>
                      <a:endParaRPr lang="he-IL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r1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mi1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Franklin Gothic Book"/>
                          <a:ea typeface="+mn-ea"/>
                          <a:cs typeface="+mn-cs"/>
                        </a:rPr>
                        <a:t>W </a:t>
                      </a:r>
                      <a:r>
                        <a:rPr kumimoji="0" lang="en-US" sz="20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mi10"/>
                        </a:rPr>
                        <a:t>Ã</a:t>
                      </a:r>
                      <a:r>
                        <a:rPr kumimoji="0" lang="en-US" sz="2000" b="0" i="0" u="none" strike="noStrike" kern="1200" cap="none" spc="0" normalizeH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r10"/>
                        </a:rPr>
                        <a:t>)</a:t>
                      </a:r>
                      <a:endParaRPr lang="he-IL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כלל הפריסה עבור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weak until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2133600"/>
                <a:ext cx="8382000" cy="35052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US" sz="240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= </m:t>
                    </m:r>
                    <m:r>
                      <m:rPr>
                        <m:nor/>
                      </m:rPr>
                      <a:rPr lang="en-US" sz="240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Words</m:t>
                    </m:r>
                    <m:r>
                      <m:rPr>
                        <m:nor/>
                      </m:rPr>
                      <a:rPr lang="en-US" sz="240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(</m:t>
                    </m:r>
                    <m:r>
                      <m:rPr>
                        <m:sty m:val="p"/>
                      </m:rP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φ</m:t>
                    </m:r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Gisha" panose="020B0502040204020203" pitchFamily="34" charset="-79"/>
                        <a:ea typeface="Arial Unicode MS" panose="020B0604020202020204" pitchFamily="34" charset="-128"/>
                        <a:cs typeface="Gisha" panose="020B0502040204020203" pitchFamily="34" charset="-79"/>
                        <a:sym typeface="Symbol"/>
                      </a:rPr>
                      <m:t>W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m:rPr>
                        <m:nor/>
                      </m:rPr>
                      <a:rPr lang="en-US" sz="240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) 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מקיימת:</a:t>
                </a:r>
              </a:p>
              <a:p>
                <a:pPr>
                  <a:buNone/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Words</m:t>
                      </m:r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(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)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1" dirty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Words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φ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) :  </m:t>
                          </m:r>
                          <m:r>
                            <m:rPr>
                              <m:sty m:val="p"/>
                            </m:r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והיא תכונת הזמן הליניארי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הגדולה ביותר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המקיימת:</a:t>
                </a:r>
              </a:p>
              <a:p>
                <a:pPr>
                  <a:buNone/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Words</m:t>
                      </m:r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(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m:rPr>
                          <m:nor/>
                        </m:rPr>
                        <a:rPr lang="en-US" sz="2400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)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1" dirty="0"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Words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φ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) :  </m:t>
                          </m:r>
                          <m:r>
                            <m:rPr>
                              <m:sty m:val="p"/>
                            </m:rPr>
                            <a:rPr lang="en-US" sz="2400" i="1" dirty="0">
                              <a:latin typeface="Cambria Math" panose="02040503050406030204" pitchFamily="18" charset="0"/>
                            </a:rPr>
                            <m:t>σ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⊇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2133600"/>
                <a:ext cx="8382000" cy="3505200"/>
              </a:xfrm>
              <a:blipFill>
                <a:blip r:embed="rId2"/>
                <a:stretch>
                  <a:fillRect t="-1565" r="-109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06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צורה חיובית נורמאלית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ositive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ormal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F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orm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71450" y="1557787"/>
                <a:ext cx="8877300" cy="4953000"/>
              </a:xfrm>
            </p:spPr>
            <p:txBody>
              <a:bodyPr>
                <a:normAutofit/>
              </a:bodyPr>
              <a:lstStyle/>
              <a:p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צורה נוֹרְמָלִית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לנוסחאות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שלילה מופיעה רק בצמוד לפסוקים אטומיים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CNF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DNF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he-IL" sz="2000" b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הצורה הנורמלית </a:t>
                </a:r>
                <a:r>
                  <a:rPr lang="he-IL" sz="2000" b="1" dirty="0" err="1">
                    <a:latin typeface="Gisha" panose="020B0502040204020203" pitchFamily="34" charset="-79"/>
                    <a:cs typeface="Gisha" panose="020B0502040204020203" pitchFamily="34" charset="-79"/>
                  </a:rPr>
                  <a:t>הקוניוקטיבית</a:t>
                </a:r>
                <a:r>
                  <a:rPr lang="he-IL" sz="2000" b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/</a:t>
                </a:r>
                <a:r>
                  <a:rPr lang="he-IL" sz="2000" dirty="0" err="1">
                    <a:latin typeface="Gisha" panose="020B0502040204020203" pitchFamily="34" charset="-79"/>
                    <a:cs typeface="Gisha" panose="020B0502040204020203" pitchFamily="34" charset="-79"/>
                  </a:rPr>
                  <a:t>דיסיונקטיבית</a:t>
                </a:r>
                <a:r>
                  <a:rPr lang="he-IL" sz="2000" b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הם מקרים פרטיים של </a:t>
                </a:r>
                <a:r>
                  <a:rPr lang="en-US" sz="21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PNF</a:t>
                </a:r>
                <a:endParaRPr lang="he-IL" sz="21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endParaRPr lang="he-IL" sz="2400" dirty="0"/>
              </a:p>
              <a:p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קבוצת נוסחאות ה-</a:t>
                </a:r>
                <a:r>
                  <a:rPr lang="en-US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שהן ב-</a:t>
                </a:r>
                <a:r>
                  <a:rPr lang="en-US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PNF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מוגדרת ע"י:</a:t>
                </a:r>
              </a:p>
              <a:p>
                <a:endParaRPr lang="he-IL" sz="2400" dirty="0">
                  <a:latin typeface="cmr10"/>
                </a:endParaRPr>
              </a:p>
              <a:p>
                <a:pPr algn="ctr" rtl="0">
                  <a:buNone/>
                </a:pPr>
                <a:r>
                  <a:rPr lang="en-US" sz="2000" dirty="0">
                    <a:latin typeface="Symbol"/>
                    <a:sym typeface="Symbol"/>
                  </a:rPr>
                  <a:t>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mr10"/>
                  </a:rPr>
                  <a:t>::= </a:t>
                </a:r>
                <a:r>
                  <a:rPr lang="en-US" sz="2000" dirty="0">
                    <a:latin typeface="Franklin Gothic Book"/>
                  </a:rPr>
                  <a:t>true </a:t>
                </a:r>
                <a:r>
                  <a:rPr lang="en-US" sz="2000" b="1" dirty="0">
                    <a:latin typeface="cmsy10"/>
                  </a:rPr>
                  <a:t>j </a:t>
                </a:r>
                <a:r>
                  <a:rPr lang="en-US" sz="2000" dirty="0">
                    <a:solidFill>
                      <a:srgbClr val="FF0000"/>
                    </a:solidFill>
                    <a:latin typeface="Franklin Gothic Book"/>
                  </a:rPr>
                  <a:t>false</a:t>
                </a:r>
                <a:r>
                  <a:rPr lang="en-US" sz="2000" dirty="0">
                    <a:latin typeface="Franklin Gothic Book"/>
                  </a:rPr>
                  <a:t> </a:t>
                </a:r>
                <a:r>
                  <a:rPr lang="en-US" sz="2000" b="1" dirty="0">
                    <a:latin typeface="cmsy10"/>
                  </a:rPr>
                  <a:t>j </a:t>
                </a:r>
                <a:r>
                  <a:rPr lang="en-US" sz="2000" dirty="0">
                    <a:latin typeface="cmmi10"/>
                  </a:rPr>
                  <a:t>a </a:t>
                </a:r>
                <a:r>
                  <a:rPr lang="he-IL" sz="2000" dirty="0">
                    <a:latin typeface="cmmi10"/>
                  </a:rPr>
                  <a:t> </a:t>
                </a:r>
                <a:r>
                  <a:rPr lang="en-US" sz="2000" b="1" dirty="0">
                    <a:latin typeface="cmsy10"/>
                  </a:rPr>
                  <a:t>j</a:t>
                </a:r>
                <a:r>
                  <a:rPr lang="en-US" sz="2000" dirty="0">
                    <a:latin typeface="cmmi10"/>
                  </a:rPr>
                  <a:t> </a:t>
                </a:r>
                <a:r>
                  <a:rPr lang="he-IL" sz="2000" dirty="0">
                    <a:latin typeface="cmmi10"/>
                  </a:rPr>
                  <a:t> </a:t>
                </a:r>
                <a:r>
                  <a:rPr lang="en-US" sz="2000" dirty="0">
                    <a:latin typeface="cmmi10"/>
                  </a:rPr>
                  <a:t>  </a:t>
                </a:r>
                <a:r>
                  <a:rPr lang="en-US" sz="2000" dirty="0">
                    <a:solidFill>
                      <a:srgbClr val="FF0000"/>
                    </a:solidFill>
                    <a:latin typeface="cmsy10"/>
                  </a:rPr>
                  <a:t>:</a:t>
                </a:r>
                <a:r>
                  <a:rPr lang="en-US" sz="2000" dirty="0">
                    <a:solidFill>
                      <a:srgbClr val="FF0000"/>
                    </a:solidFill>
                    <a:latin typeface="cmmi10"/>
                  </a:rPr>
                  <a:t>a</a:t>
                </a:r>
                <a:r>
                  <a:rPr lang="he-IL" sz="2000" dirty="0">
                    <a:solidFill>
                      <a:srgbClr val="FF0000"/>
                    </a:solidFill>
                    <a:latin typeface="cmmi10"/>
                  </a:rPr>
                  <a:t> </a:t>
                </a:r>
                <a:r>
                  <a:rPr lang="en-US" sz="2000" dirty="0">
                    <a:latin typeface="cmmi10"/>
                  </a:rPr>
                  <a:t> </a:t>
                </a:r>
                <a:r>
                  <a:rPr lang="en-US" sz="2000" b="1" dirty="0">
                    <a:latin typeface="cmsy10"/>
                  </a:rPr>
                  <a:t>j </a:t>
                </a:r>
                <a:r>
                  <a:rPr lang="en-US" sz="2000" dirty="0"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latin typeface="cmr10"/>
                    <a:sym typeface="Symbol"/>
                  </a:rPr>
                  <a:t>1 </a:t>
                </a:r>
                <a:r>
                  <a:rPr lang="en-US" sz="2000" dirty="0">
                    <a:latin typeface="cmsy10"/>
                    <a:sym typeface="Symbol"/>
                  </a:rPr>
                  <a:t>Æ</a:t>
                </a:r>
                <a:r>
                  <a:rPr lang="en-US" sz="2000" b="1" dirty="0">
                    <a:latin typeface="cmsy10"/>
                  </a:rPr>
                  <a:t> </a:t>
                </a:r>
                <a:r>
                  <a:rPr lang="en-US" sz="2000" dirty="0"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latin typeface="cmr10"/>
                    <a:sym typeface="Symbol"/>
                  </a:rPr>
                  <a:t>2</a:t>
                </a:r>
                <a:r>
                  <a:rPr lang="en-US" sz="2000" b="1" dirty="0">
                    <a:latin typeface="cmsy10"/>
                  </a:rPr>
                  <a:t> j </a:t>
                </a:r>
                <a:r>
                  <a:rPr lang="en-US" sz="20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solidFill>
                      <a:srgbClr val="FF0000"/>
                    </a:solidFill>
                    <a:latin typeface="cmr10"/>
                    <a:sym typeface="Symbol"/>
                  </a:rPr>
                  <a:t>1 </a:t>
                </a:r>
                <a:r>
                  <a:rPr lang="en-US" sz="2000" dirty="0">
                    <a:solidFill>
                      <a:srgbClr val="FF0000"/>
                    </a:solidFill>
                    <a:latin typeface="cmsy10"/>
                    <a:sym typeface="Symbol"/>
                  </a:rPr>
                  <a:t>Ç</a:t>
                </a:r>
                <a:r>
                  <a:rPr lang="en-US" sz="2000" b="1" dirty="0">
                    <a:solidFill>
                      <a:srgbClr val="FF0000"/>
                    </a:solidFill>
                    <a:latin typeface="cmsy10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solidFill>
                      <a:srgbClr val="FF0000"/>
                    </a:solidFill>
                    <a:latin typeface="cmr10"/>
                    <a:sym typeface="Symbol"/>
                  </a:rPr>
                  <a:t>2</a:t>
                </a:r>
                <a:r>
                  <a:rPr lang="en-US" sz="2000" b="1" dirty="0">
                    <a:solidFill>
                      <a:srgbClr val="FF0000"/>
                    </a:solidFill>
                    <a:latin typeface="cmsy10"/>
                  </a:rPr>
                  <a:t> </a:t>
                </a:r>
                <a:r>
                  <a:rPr lang="en-US" sz="2000" b="1" dirty="0">
                    <a:latin typeface="cmsy10"/>
                  </a:rPr>
                  <a:t>j °</a:t>
                </a:r>
                <a:r>
                  <a:rPr lang="en-US" sz="2000" dirty="0">
                    <a:latin typeface="Symbol"/>
                    <a:sym typeface="Symbol"/>
                  </a:rPr>
                  <a:t></a:t>
                </a:r>
                <a:r>
                  <a:rPr lang="en-US" sz="2000" b="1" dirty="0">
                    <a:latin typeface="cmsy10"/>
                  </a:rPr>
                  <a:t> j </a:t>
                </a:r>
                <a:r>
                  <a:rPr lang="en-US" sz="2000" dirty="0"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latin typeface="cmr10"/>
                    <a:sym typeface="Symbol"/>
                  </a:rPr>
                  <a:t>1 </a:t>
                </a:r>
                <a:r>
                  <a:rPr lang="en-US" sz="2000" dirty="0">
                    <a:latin typeface="Franklin Gothic Book"/>
                    <a:sym typeface="Symbol"/>
                  </a:rPr>
                  <a:t>U</a:t>
                </a:r>
                <a:r>
                  <a:rPr lang="en-US" sz="2000" b="1" dirty="0">
                    <a:latin typeface="cmsy10"/>
                  </a:rPr>
                  <a:t> </a:t>
                </a:r>
                <a:r>
                  <a:rPr lang="en-US" sz="2000" dirty="0"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latin typeface="cmr10"/>
                    <a:sym typeface="Symbol"/>
                  </a:rPr>
                  <a:t>2</a:t>
                </a:r>
                <a:r>
                  <a:rPr lang="en-US" sz="2000" b="1" dirty="0">
                    <a:latin typeface="cmsy10"/>
                  </a:rPr>
                  <a:t> j </a:t>
                </a:r>
                <a:r>
                  <a:rPr lang="en-US" sz="20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solidFill>
                      <a:srgbClr val="FF0000"/>
                    </a:solidFill>
                    <a:latin typeface="cmr10"/>
                    <a:sym typeface="Symbol"/>
                  </a:rPr>
                  <a:t>1 </a:t>
                </a:r>
                <a:r>
                  <a:rPr lang="en-US" sz="2000" dirty="0">
                    <a:solidFill>
                      <a:srgbClr val="FF0000"/>
                    </a:solidFill>
                    <a:latin typeface="Franklin Gothic Book"/>
                    <a:sym typeface="Symbol"/>
                  </a:rPr>
                  <a:t>W</a:t>
                </a:r>
                <a:r>
                  <a:rPr lang="en-US" sz="2000" b="1" dirty="0">
                    <a:solidFill>
                      <a:srgbClr val="FF0000"/>
                    </a:solidFill>
                    <a:latin typeface="cmsy10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000" baseline="-25000" dirty="0">
                    <a:solidFill>
                      <a:srgbClr val="FF0000"/>
                    </a:solidFill>
                    <a:latin typeface="cmr10"/>
                    <a:sym typeface="Symbol"/>
                  </a:rPr>
                  <a:t>2</a:t>
                </a:r>
                <a:endParaRPr lang="he-IL" sz="2000" baseline="-25000" dirty="0">
                  <a:solidFill>
                    <a:srgbClr val="FF0000"/>
                  </a:solidFill>
                  <a:latin typeface="cmr10"/>
                  <a:sym typeface="Symbol"/>
                </a:endParaRPr>
              </a:p>
              <a:p>
                <a:pPr algn="ctr">
                  <a:buNone/>
                </a:pPr>
                <a:endParaRPr lang="en-US" sz="1800" dirty="0">
                  <a:latin typeface="cmr10"/>
                </a:endParaRPr>
              </a:p>
              <a:p>
                <a:pPr lvl="1">
                  <a:buClr>
                    <a:srgbClr val="9B2D1F"/>
                  </a:buClr>
                </a:pPr>
                <a:r>
                  <a:rPr lang="he-IL" sz="20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נרשה גם את הקָשַרים </a:t>
                </a:r>
                <a:r>
                  <a:rPr lang="he-IL" sz="2000" b="1" dirty="0">
                    <a:solidFill>
                      <a:prstClr val="black"/>
                    </a:solidFill>
                    <a:latin typeface="Symbol"/>
                    <a:sym typeface="Symbol"/>
                  </a:rPr>
                  <a:t></a:t>
                </a:r>
                <a:r>
                  <a:rPr lang="he-IL" sz="2000" dirty="0">
                    <a:solidFill>
                      <a:prstClr val="black"/>
                    </a:solidFill>
                  </a:rPr>
                  <a:t> </a:t>
                </a:r>
                <a:r>
                  <a:rPr lang="he-IL" sz="20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:r>
                  <a:rPr lang="en-US" sz="2000" b="1" dirty="0">
                    <a:solidFill>
                      <a:prstClr val="black"/>
                    </a:solidFill>
                    <a:latin typeface="cmsy10"/>
                  </a:rPr>
                  <a:t>}</a:t>
                </a:r>
                <a:r>
                  <a:rPr lang="he-IL" sz="2000" b="1" dirty="0">
                    <a:solidFill>
                      <a:prstClr val="black"/>
                    </a:solidFill>
                  </a:rPr>
                  <a:t> </a:t>
                </a:r>
                <a:r>
                  <a:rPr lang="he-IL" sz="20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כקיצורים</a:t>
                </a:r>
                <a:r>
                  <a:rPr lang="he-IL" sz="2000" dirty="0">
                    <a:solidFill>
                      <a:prstClr val="black"/>
                    </a:solidFill>
                  </a:rPr>
                  <a:t>: </a:t>
                </a:r>
                <a:r>
                  <a:rPr lang="en-US" sz="2000" dirty="0">
                    <a:solidFill>
                      <a:srgbClr val="FF0000"/>
                    </a:solidFill>
                    <a:latin typeface="cmsy10"/>
                  </a:rPr>
                  <a:t>´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latin typeface="Franklin Gothic Book"/>
                  </a:rPr>
                  <a:t>W false</a:t>
                </a:r>
                <a:r>
                  <a:rPr lang="he-IL" sz="2000" dirty="0">
                    <a:solidFill>
                      <a:srgbClr val="FF0000"/>
                    </a:solidFill>
                    <a:latin typeface="Franklin Gothic Book"/>
                  </a:rPr>
                  <a:t> </a:t>
                </a:r>
                <a:r>
                  <a:rPr lang="he-IL" sz="2000" dirty="0">
                    <a:solidFill>
                      <a:srgbClr val="FF0000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000" b="1" dirty="0">
                    <a:solidFill>
                      <a:srgbClr val="FF0000"/>
                    </a:solidFill>
                    <a:latin typeface="Symbol"/>
                    <a:sym typeface="Symbol"/>
                  </a:rPr>
                  <a:t></a:t>
                </a:r>
                <a:r>
                  <a:rPr lang="he-IL" sz="2000" dirty="0">
                    <a:solidFill>
                      <a:srgbClr val="FF0000"/>
                    </a:solidFill>
                    <a:latin typeface="Franklin Gothic Book"/>
                  </a:rPr>
                  <a:t> </a:t>
                </a:r>
                <a:r>
                  <a:rPr lang="he-IL" sz="20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:r>
                  <a:rPr lang="en-US" sz="2000" dirty="0">
                    <a:solidFill>
                      <a:srgbClr val="0000FF"/>
                    </a:solidFill>
                    <a:latin typeface="cmsy10"/>
                  </a:rPr>
                  <a:t>´</a:t>
                </a:r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dirty="0">
                    <a:solidFill>
                      <a:srgbClr val="0000FF"/>
                    </a:solidFill>
                    <a:latin typeface="Franklin Gothic Book"/>
                  </a:rPr>
                  <a:t>true U</a:t>
                </a:r>
                <a:r>
                  <a:rPr lang="en-US" sz="2000" dirty="0">
                    <a:solidFill>
                      <a:srgbClr val="0000FF"/>
                    </a:solidFill>
                  </a:rPr>
                  <a:t> </a:t>
                </a:r>
                <a:r>
                  <a:rPr lang="en-US" sz="2000" dirty="0">
                    <a:solidFill>
                      <a:srgbClr val="0000FF"/>
                    </a:solidFill>
                    <a:latin typeface="Symbol"/>
                    <a:sym typeface="Symbol"/>
                  </a:rPr>
                  <a:t></a:t>
                </a:r>
                <a:r>
                  <a:rPr lang="he-IL" sz="2000" dirty="0">
                    <a:solidFill>
                      <a:srgbClr val="0000FF"/>
                    </a:solidFill>
                    <a:latin typeface="Symbol"/>
                    <a:sym typeface="Symbol"/>
                  </a:rPr>
                  <a:t> </a:t>
                </a:r>
                <a:r>
                  <a:rPr lang="en-US" sz="2000" dirty="0">
                    <a:solidFill>
                      <a:srgbClr val="0000FF"/>
                    </a:solidFill>
                    <a:latin typeface="cmsy10"/>
                  </a:rPr>
                  <a:t> </a:t>
                </a:r>
                <a:r>
                  <a:rPr lang="en-US" sz="2000" b="1" dirty="0">
                    <a:solidFill>
                      <a:srgbClr val="0000FF"/>
                    </a:solidFill>
                    <a:latin typeface="cmsy10"/>
                  </a:rPr>
                  <a:t>}</a:t>
                </a:r>
                <a:endParaRPr lang="he-IL" sz="2000" b="1" dirty="0">
                  <a:solidFill>
                    <a:srgbClr val="0000FF"/>
                  </a:solidFill>
                  <a:latin typeface="Franklin Gothic Book"/>
                </a:endParaRPr>
              </a:p>
              <a:p>
                <a:endParaRPr lang="he-IL" sz="1800" dirty="0">
                  <a:latin typeface="cmr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71450" y="1557787"/>
                <a:ext cx="8877300" cy="4953000"/>
              </a:xfrm>
              <a:blipFill>
                <a:blip r:embed="rId2"/>
                <a:stretch>
                  <a:fillRect t="-1108" r="-61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6D1604-8FA4-D876-B111-B87CCC31D5A2}"/>
                  </a:ext>
                </a:extLst>
              </p:cNvPr>
              <p:cNvSpPr txBox="1"/>
              <p:nvPr/>
            </p:nvSpPr>
            <p:spPr>
              <a:xfrm>
                <a:off x="1467320" y="6002749"/>
                <a:ext cx="6717204" cy="369332"/>
              </a:xfrm>
              <a:prstGeom prst="rect">
                <a:avLst/>
              </a:prstGeom>
              <a:solidFill>
                <a:schemeClr val="bg1"/>
              </a:solidFill>
              <a:ln>
                <a:headEnd type="arrow" w="med" len="med"/>
                <a:tailEnd type="none" w="med" len="med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he-IL"/>
                </a:defPPr>
                <a:lvl1pPr algn="ctr"/>
              </a:lstStyle>
              <a:p>
                <a:r>
                  <a: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הורדנו את הקשר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והוספנו את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הקשרים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∨</m:t>
                    </m:r>
                  </m:oMath>
                </a14:m>
                <a:r>
                  <a: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ו-</a:t>
                </a: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W</a:t>
                </a:r>
                <a:r>
                  <a: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והפסוקים </a:t>
                </a:r>
                <a14:m>
                  <m:oMath xmlns:m="http://schemas.openxmlformats.org/officeDocument/2006/math">
                    <m:r>
                      <a:rPr lang="he-IL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false</m:t>
                    </m:r>
                  </m:oMath>
                </a14:m>
                <a:endParaRPr lang="LID4096" dirty="0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6D1604-8FA4-D876-B111-B87CCC31D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320" y="6002749"/>
                <a:ext cx="67172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arrow" w="med" len="med"/>
                <a:tailEnd type="none" w="med" len="med"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4E5362-F258-2DE3-A0CE-DEA4B0054C8B}"/>
              </a:ext>
            </a:extLst>
          </p:cNvPr>
          <p:cNvSpPr/>
          <p:nvPr/>
        </p:nvSpPr>
        <p:spPr>
          <a:xfrm>
            <a:off x="591537" y="4951926"/>
            <a:ext cx="856465" cy="1198991"/>
          </a:xfrm>
          <a:custGeom>
            <a:avLst/>
            <a:gdLst>
              <a:gd name="connsiteX0" fmla="*/ 752289 w 1338278"/>
              <a:gd name="connsiteY0" fmla="*/ 0 h 1263781"/>
              <a:gd name="connsiteX1" fmla="*/ 11754 w 1338278"/>
              <a:gd name="connsiteY1" fmla="*/ 592428 h 1263781"/>
              <a:gd name="connsiteX2" fmla="*/ 372363 w 1338278"/>
              <a:gd name="connsiteY2" fmla="*/ 1159098 h 1263781"/>
              <a:gd name="connsiteX3" fmla="*/ 1338278 w 1338278"/>
              <a:gd name="connsiteY3" fmla="*/ 1262129 h 1263781"/>
              <a:gd name="connsiteX0" fmla="*/ 740680 w 1326669"/>
              <a:gd name="connsiteY0" fmla="*/ 0 h 1263781"/>
              <a:gd name="connsiteX1" fmla="*/ 145 w 1326669"/>
              <a:gd name="connsiteY1" fmla="*/ 592428 h 1263781"/>
              <a:gd name="connsiteX2" fmla="*/ 360754 w 1326669"/>
              <a:gd name="connsiteY2" fmla="*/ 1159098 h 1263781"/>
              <a:gd name="connsiteX3" fmla="*/ 1326669 w 1326669"/>
              <a:gd name="connsiteY3" fmla="*/ 1262129 h 1263781"/>
              <a:gd name="connsiteX0" fmla="*/ 740752 w 1326741"/>
              <a:gd name="connsiteY0" fmla="*/ 0 h 1263781"/>
              <a:gd name="connsiteX1" fmla="*/ 217 w 1326741"/>
              <a:gd name="connsiteY1" fmla="*/ 592428 h 1263781"/>
              <a:gd name="connsiteX2" fmla="*/ 360826 w 1326741"/>
              <a:gd name="connsiteY2" fmla="*/ 1159098 h 1263781"/>
              <a:gd name="connsiteX3" fmla="*/ 1326741 w 1326741"/>
              <a:gd name="connsiteY3" fmla="*/ 1262129 h 1263781"/>
              <a:gd name="connsiteX0" fmla="*/ 740752 w 1326741"/>
              <a:gd name="connsiteY0" fmla="*/ 0 h 1262346"/>
              <a:gd name="connsiteX1" fmla="*/ 217 w 1326741"/>
              <a:gd name="connsiteY1" fmla="*/ 592428 h 1262346"/>
              <a:gd name="connsiteX2" fmla="*/ 360826 w 1326741"/>
              <a:gd name="connsiteY2" fmla="*/ 1159098 h 1262346"/>
              <a:gd name="connsiteX3" fmla="*/ 1326741 w 1326741"/>
              <a:gd name="connsiteY3" fmla="*/ 1262129 h 1262346"/>
              <a:gd name="connsiteX0" fmla="*/ 740752 w 1326741"/>
              <a:gd name="connsiteY0" fmla="*/ 0 h 1263781"/>
              <a:gd name="connsiteX1" fmla="*/ 217 w 1326741"/>
              <a:gd name="connsiteY1" fmla="*/ 592428 h 1263781"/>
              <a:gd name="connsiteX2" fmla="*/ 360826 w 1326741"/>
              <a:gd name="connsiteY2" fmla="*/ 1159098 h 1263781"/>
              <a:gd name="connsiteX3" fmla="*/ 1326741 w 1326741"/>
              <a:gd name="connsiteY3" fmla="*/ 1262129 h 1263781"/>
              <a:gd name="connsiteX0" fmla="*/ 740752 w 1326741"/>
              <a:gd name="connsiteY0" fmla="*/ 0 h 1262645"/>
              <a:gd name="connsiteX1" fmla="*/ 217 w 1326741"/>
              <a:gd name="connsiteY1" fmla="*/ 592428 h 1262645"/>
              <a:gd name="connsiteX2" fmla="*/ 360826 w 1326741"/>
              <a:gd name="connsiteY2" fmla="*/ 1159098 h 1262645"/>
              <a:gd name="connsiteX3" fmla="*/ 1326741 w 1326741"/>
              <a:gd name="connsiteY3" fmla="*/ 1262129 h 1262645"/>
              <a:gd name="connsiteX0" fmla="*/ 740752 w 1326741"/>
              <a:gd name="connsiteY0" fmla="*/ 0 h 1262286"/>
              <a:gd name="connsiteX1" fmla="*/ 217 w 1326741"/>
              <a:gd name="connsiteY1" fmla="*/ 592428 h 1262286"/>
              <a:gd name="connsiteX2" fmla="*/ 360826 w 1326741"/>
              <a:gd name="connsiteY2" fmla="*/ 1159098 h 1262286"/>
              <a:gd name="connsiteX3" fmla="*/ 1326741 w 1326741"/>
              <a:gd name="connsiteY3" fmla="*/ 1262129 h 1262286"/>
              <a:gd name="connsiteX0" fmla="*/ 740752 w 1297453"/>
              <a:gd name="connsiteY0" fmla="*/ 0 h 1181398"/>
              <a:gd name="connsiteX1" fmla="*/ 217 w 1297453"/>
              <a:gd name="connsiteY1" fmla="*/ 592428 h 1181398"/>
              <a:gd name="connsiteX2" fmla="*/ 360826 w 1297453"/>
              <a:gd name="connsiteY2" fmla="*/ 1159098 h 1181398"/>
              <a:gd name="connsiteX3" fmla="*/ 1297453 w 1297453"/>
              <a:gd name="connsiteY3" fmla="*/ 1179646 h 1181398"/>
              <a:gd name="connsiteX0" fmla="*/ 741774 w 1298475"/>
              <a:gd name="connsiteY0" fmla="*/ 0 h 1181398"/>
              <a:gd name="connsiteX1" fmla="*/ 1239 w 1298475"/>
              <a:gd name="connsiteY1" fmla="*/ 592428 h 1181398"/>
              <a:gd name="connsiteX2" fmla="*/ 361848 w 1298475"/>
              <a:gd name="connsiteY2" fmla="*/ 1159098 h 1181398"/>
              <a:gd name="connsiteX3" fmla="*/ 1298475 w 1298475"/>
              <a:gd name="connsiteY3" fmla="*/ 1179646 h 1181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8475" h="1181398">
                <a:moveTo>
                  <a:pt x="741774" y="0"/>
                </a:moveTo>
                <a:cubicBezTo>
                  <a:pt x="403167" y="199622"/>
                  <a:pt x="6605" y="412124"/>
                  <a:pt x="1239" y="592428"/>
                </a:cubicBezTo>
                <a:cubicBezTo>
                  <a:pt x="-4127" y="772732"/>
                  <a:pt x="-8381" y="1135837"/>
                  <a:pt x="361848" y="1159098"/>
                </a:cubicBezTo>
                <a:cubicBezTo>
                  <a:pt x="696971" y="1181509"/>
                  <a:pt x="926061" y="1183939"/>
                  <a:pt x="1298475" y="1179646"/>
                </a:cubicBezTo>
              </a:path>
            </a:pathLst>
          </a:custGeom>
          <a:ln>
            <a:headEnd type="arrow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תמיד אפשר להביא לצורה חיובית נורמאלית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56</a:t>
            </a:fld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2707762" y="2131401"/>
            <a:ext cx="623600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הוכחה באמצעות הַתְמָרוֹת "המכניסות  את השלילה פנימה":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3945221"/>
                  </p:ext>
                </p:extLst>
              </p:nvPr>
            </p:nvGraphicFramePr>
            <p:xfrm>
              <a:off x="1939105" y="2825661"/>
              <a:ext cx="5722990" cy="28955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62257">
                      <a:extLst>
                        <a:ext uri="{9D8B030D-6E8A-4147-A177-3AD203B41FA5}">
                          <a16:colId xmlns:a16="http://schemas.microsoft.com/office/drawing/2014/main" val="2609614091"/>
                        </a:ext>
                      </a:extLst>
                    </a:gridCol>
                    <a:gridCol w="676789">
                      <a:extLst>
                        <a:ext uri="{9D8B030D-6E8A-4147-A177-3AD203B41FA5}">
                          <a16:colId xmlns:a16="http://schemas.microsoft.com/office/drawing/2014/main" val="879300569"/>
                        </a:ext>
                      </a:extLst>
                    </a:gridCol>
                    <a:gridCol w="3383944">
                      <a:extLst>
                        <a:ext uri="{9D8B030D-6E8A-4147-A177-3AD203B41FA5}">
                          <a16:colId xmlns:a16="http://schemas.microsoft.com/office/drawing/2014/main" val="4049732221"/>
                        </a:ext>
                      </a:extLst>
                    </a:gridCol>
                  </a:tblGrid>
                  <a:tr h="413657">
                    <a:tc>
                      <a:txBody>
                        <a:bodyPr/>
                        <a:lstStyle/>
                        <a:p>
                          <a:pPr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smtClean="0">
                                    <a:solidFill>
                                      <a:schemeClr val="tx1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true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smtClean="0">
                                    <a:solidFill>
                                      <a:schemeClr val="tx1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false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2586246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¬¬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8908875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∨¬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3554274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613110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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¬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4814372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2000" dirty="0" smtClean="0">
                                        <a:solidFill>
                                          <a:schemeClr val="tx1"/>
                                        </a:solidFill>
                                        <a:latin typeface="Gisha" panose="020B0502040204020203" pitchFamily="34" charset="-79"/>
                                        <a:cs typeface="Gisha" panose="020B0502040204020203" pitchFamily="34" charset="-79"/>
                                      </a:rPr>
                                      <m:t>U</m:t>
                                    </m:r>
                                    <m:r>
                                      <a:rPr lang="he-IL" sz="20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he-IL" b="0" i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he-IL" b="0" i="0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5191251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2000" dirty="0" smtClean="0">
                                        <a:solidFill>
                                          <a:schemeClr val="tx1"/>
                                        </a:solidFill>
                                        <a:latin typeface="Gisha" panose="020B0502040204020203" pitchFamily="34" charset="-79"/>
                                        <a:cs typeface="Gisha" panose="020B0502040204020203" pitchFamily="34" charset="-79"/>
                                      </a:rPr>
                                      <m:t>W</m:t>
                                    </m:r>
                                    <m:r>
                                      <a:rPr lang="he-IL" sz="20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he-IL" b="0" i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he-IL" b="0" i="0" dirty="0" smtClean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∧¬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3009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3945221"/>
                  </p:ext>
                </p:extLst>
              </p:nvPr>
            </p:nvGraphicFramePr>
            <p:xfrm>
              <a:off x="1939105" y="2825661"/>
              <a:ext cx="5722990" cy="28955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62257">
                      <a:extLst>
                        <a:ext uri="{9D8B030D-6E8A-4147-A177-3AD203B41FA5}">
                          <a16:colId xmlns:a16="http://schemas.microsoft.com/office/drawing/2014/main" val="2609614091"/>
                        </a:ext>
                      </a:extLst>
                    </a:gridCol>
                    <a:gridCol w="676789">
                      <a:extLst>
                        <a:ext uri="{9D8B030D-6E8A-4147-A177-3AD203B41FA5}">
                          <a16:colId xmlns:a16="http://schemas.microsoft.com/office/drawing/2014/main" val="879300569"/>
                        </a:ext>
                      </a:extLst>
                    </a:gridCol>
                    <a:gridCol w="3383944">
                      <a:extLst>
                        <a:ext uri="{9D8B030D-6E8A-4147-A177-3AD203B41FA5}">
                          <a16:colId xmlns:a16="http://schemas.microsoft.com/office/drawing/2014/main" val="4049732221"/>
                        </a:ext>
                      </a:extLst>
                    </a:gridCol>
                  </a:tblGrid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43956" b="-6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r="-500000" b="-6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b="-6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586246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243956" b="-5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100000" r="-500000" b="-5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100000" b="-5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908875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0000" r="-243956" b="-4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200000" r="-500000" b="-4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200000" b="-4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554274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000" r="-243956" b="-3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300000" r="-500000" b="-3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300000" b="-3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613110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0000" r="-243956" b="-2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400000" r="-500000" b="-2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400000" b="-2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814372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0000" r="-243956" b="-1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500000" r="-500000" b="-1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500000" b="-1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191251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00000" r="-243956" b="-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600000" r="-500000" b="-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600000" b="-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3009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710E24-16FE-AE5C-5613-6B9F3ADEE267}"/>
              </a:ext>
            </a:extLst>
          </p:cNvPr>
          <p:cNvSpPr txBox="1"/>
          <p:nvPr/>
        </p:nvSpPr>
        <p:spPr>
          <a:xfrm>
            <a:off x="302722" y="1375586"/>
            <a:ext cx="8538556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משפט: </a:t>
            </a: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לכל נוסחת </a:t>
            </a:r>
            <a:r>
              <a:rPr lang="en-US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קיימת נוסחה שקולה בצורה חיובית נורמאלית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EA69-E055-69E1-DD09-B4E113BA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AC9D-328D-0706-DE02-64D30A566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תמיד אפשר להביא לצורה חיובית נורמאלית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CB85D-0F9F-F382-6371-FCCCDA46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821FE-D029-D54C-FFA7-8E2588E5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57</a:t>
            </a:fld>
            <a:endParaRPr lang="he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51C28-2BE2-9B0A-8BF9-A76011BC357F}"/>
              </a:ext>
            </a:extLst>
          </p:cNvPr>
          <p:cNvSpPr txBox="1"/>
          <p:nvPr/>
        </p:nvSpPr>
        <p:spPr>
          <a:xfrm>
            <a:off x="302722" y="1375586"/>
            <a:ext cx="8538556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משפט: </a:t>
            </a: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לכל נוסחת </a:t>
            </a:r>
            <a:r>
              <a:rPr lang="en-US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קיימת נוסחה שקולה בצורה חיובית נורמאלית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E8ECE-F1C4-E954-74CF-2860ADCB4CFC}"/>
              </a:ext>
            </a:extLst>
          </p:cNvPr>
          <p:cNvSpPr txBox="1"/>
          <p:nvPr/>
        </p:nvSpPr>
        <p:spPr>
          <a:xfrm>
            <a:off x="2707762" y="2131401"/>
            <a:ext cx="6236003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 dirty="0">
                <a:latin typeface="Gisha" panose="020B0502040204020203" pitchFamily="34" charset="-79"/>
                <a:cs typeface="Gisha" panose="020B0502040204020203" pitchFamily="34" charset="-79"/>
              </a:rPr>
              <a:t>הוכחה באמצעות הַתְמָרוֹת "המכניסות את השלילה פנימה":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5DAAAA6-3710-2B27-AA1E-47A0D5C39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3739538"/>
                  </p:ext>
                </p:extLst>
              </p:nvPr>
            </p:nvGraphicFramePr>
            <p:xfrm>
              <a:off x="1939105" y="2825661"/>
              <a:ext cx="5722990" cy="28955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62257">
                      <a:extLst>
                        <a:ext uri="{9D8B030D-6E8A-4147-A177-3AD203B41FA5}">
                          <a16:colId xmlns:a16="http://schemas.microsoft.com/office/drawing/2014/main" val="2609614091"/>
                        </a:ext>
                      </a:extLst>
                    </a:gridCol>
                    <a:gridCol w="676789">
                      <a:extLst>
                        <a:ext uri="{9D8B030D-6E8A-4147-A177-3AD203B41FA5}">
                          <a16:colId xmlns:a16="http://schemas.microsoft.com/office/drawing/2014/main" val="879300569"/>
                        </a:ext>
                      </a:extLst>
                    </a:gridCol>
                    <a:gridCol w="3383944">
                      <a:extLst>
                        <a:ext uri="{9D8B030D-6E8A-4147-A177-3AD203B41FA5}">
                          <a16:colId xmlns:a16="http://schemas.microsoft.com/office/drawing/2014/main" val="4049732221"/>
                        </a:ext>
                      </a:extLst>
                    </a:gridCol>
                  </a:tblGrid>
                  <a:tr h="413657">
                    <a:tc>
                      <a:txBody>
                        <a:bodyPr/>
                        <a:lstStyle/>
                        <a:p>
                          <a:pPr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smtClean="0">
                                    <a:solidFill>
                                      <a:schemeClr val="tx1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true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smtClean="0">
                                    <a:solidFill>
                                      <a:schemeClr val="tx1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false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2586246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¬¬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8908875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∨¬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3554274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613110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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¬</m:t>
                                </m:r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 2" panose="05020102010507070707" pitchFamily="18" charset="2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4814372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2000" dirty="0" smtClean="0">
                                        <a:solidFill>
                                          <a:schemeClr val="tx1"/>
                                        </a:solidFill>
                                        <a:latin typeface="Gisha" panose="020B0502040204020203" pitchFamily="34" charset="-79"/>
                                        <a:cs typeface="Gisha" panose="020B0502040204020203" pitchFamily="34" charset="-79"/>
                                      </a:rPr>
                                      <m:t>U</m:t>
                                    </m:r>
                                    <m:r>
                                      <a:rPr lang="he-IL" sz="20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he-IL" b="0" i="0" smtClean="0">
                                    <a:solidFill>
                                      <a:srgbClr val="FF0000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 smtClean="0">
                                    <a:solidFill>
                                      <a:srgbClr val="FF0000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he-IL" b="0" i="0" dirty="0" smtClean="0">
                                    <a:solidFill>
                                      <a:srgbClr val="FF0000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5191251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US" sz="2000" dirty="0" smtClean="0">
                                        <a:solidFill>
                                          <a:schemeClr val="tx1"/>
                                        </a:solidFill>
                                        <a:latin typeface="Gisha" panose="020B0502040204020203" pitchFamily="34" charset="-79"/>
                                        <a:cs typeface="Gisha" panose="020B0502040204020203" pitchFamily="34" charset="-79"/>
                                      </a:rPr>
                                      <m:t>W</m:t>
                                    </m:r>
                                    <m:r>
                                      <a:rPr lang="he-IL" sz="20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sz="20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0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he-IL" b="0" i="0" smtClean="0">
                                    <a:solidFill>
                                      <a:srgbClr val="FF0000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 smtClean="0">
                                    <a:solidFill>
                                      <a:srgbClr val="FF0000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he-IL" b="0" i="0" dirty="0" smtClean="0">
                                    <a:solidFill>
                                      <a:srgbClr val="FF0000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∧¬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3009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5DAAAA6-3710-2B27-AA1E-47A0D5C39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3739538"/>
                  </p:ext>
                </p:extLst>
              </p:nvPr>
            </p:nvGraphicFramePr>
            <p:xfrm>
              <a:off x="1939105" y="2825661"/>
              <a:ext cx="5722990" cy="28955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662257">
                      <a:extLst>
                        <a:ext uri="{9D8B030D-6E8A-4147-A177-3AD203B41FA5}">
                          <a16:colId xmlns:a16="http://schemas.microsoft.com/office/drawing/2014/main" val="2609614091"/>
                        </a:ext>
                      </a:extLst>
                    </a:gridCol>
                    <a:gridCol w="676789">
                      <a:extLst>
                        <a:ext uri="{9D8B030D-6E8A-4147-A177-3AD203B41FA5}">
                          <a16:colId xmlns:a16="http://schemas.microsoft.com/office/drawing/2014/main" val="879300569"/>
                        </a:ext>
                      </a:extLst>
                    </a:gridCol>
                    <a:gridCol w="3383944">
                      <a:extLst>
                        <a:ext uri="{9D8B030D-6E8A-4147-A177-3AD203B41FA5}">
                          <a16:colId xmlns:a16="http://schemas.microsoft.com/office/drawing/2014/main" val="4049732221"/>
                        </a:ext>
                      </a:extLst>
                    </a:gridCol>
                  </a:tblGrid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43956" b="-6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r="-500000" b="-6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b="-6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586246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r="-243956" b="-5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100000" r="-500000" b="-5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100000" b="-5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908875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0000" r="-243956" b="-4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200000" r="-500000" b="-4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200000" b="-4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554274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0000" r="-243956" b="-3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300000" r="-500000" b="-3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300000" b="-3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613110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0000" r="-243956" b="-2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400000" r="-500000" b="-2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400000" b="-2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814372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0000" r="-243956" b="-1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500000" r="-500000" b="-10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500000" b="-10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191251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00000" r="-243956" b="-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45946" t="-600000" r="-500000" b="-4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189" t="-600000" b="-4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3009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68D869B-0F7F-1FCA-53C1-73D4522907F4}"/>
              </a:ext>
            </a:extLst>
          </p:cNvPr>
          <p:cNvSpPr txBox="1"/>
          <p:nvPr/>
        </p:nvSpPr>
        <p:spPr>
          <a:xfrm>
            <a:off x="1660503" y="6155289"/>
            <a:ext cx="596830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עלול להיות ניפוח </a:t>
            </a:r>
            <a:r>
              <a:rPr lang="he-IL" sz="2400" dirty="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אֶקְסְפּוֹנֶנְצְיָאלִי</a:t>
            </a:r>
            <a:r>
              <a:rPr lang="en-US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בגודל הנוסחה!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Warning">
                <a:extLst>
                  <a:ext uri="{FF2B5EF4-FFF2-40B4-BE49-F238E27FC236}">
                    <a16:creationId xmlns:a16="http://schemas.microsoft.com/office/drawing/2014/main" id="{98201120-F24C-DA90-FDB4-924FAF7FB32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1301942"/>
                  </p:ext>
                </p:extLst>
              </p:nvPr>
            </p:nvGraphicFramePr>
            <p:xfrm>
              <a:off x="565319" y="5523729"/>
              <a:ext cx="916585" cy="82530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16585" cy="825309"/>
                    </a:xfrm>
                    <a:prstGeom prst="rect">
                      <a:avLst/>
                    </a:prstGeom>
                  </am3d:spPr>
                  <am3d:camera>
                    <am3d:pos x="0" y="0" z="6335163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0271560" d="1000000"/>
                    <am3d:preTrans dx="0" dy="-16278167" dz="-464067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3144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Warning">
                <a:extLst>
                  <a:ext uri="{FF2B5EF4-FFF2-40B4-BE49-F238E27FC236}">
                    <a16:creationId xmlns:a16="http://schemas.microsoft.com/office/drawing/2014/main" id="{98201120-F24C-DA90-FDB4-924FAF7FB3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319" y="5523729"/>
                <a:ext cx="916585" cy="8253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760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58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7924800" cy="4572000"/>
          </a:xfrm>
        </p:spPr>
        <p:txBody>
          <a:bodyPr/>
          <a:lstStyle/>
          <a:p>
            <a:pPr>
              <a:buNone/>
              <a:tabLst>
                <a:tab pos="3043238" algn="l"/>
              </a:tabLst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ניקח את הנוסחה</a:t>
            </a:r>
            <a:r>
              <a:rPr lang="he-IL" dirty="0"/>
              <a:t>:  </a:t>
            </a:r>
            <a:r>
              <a:rPr lang="en-US" dirty="0">
                <a:latin typeface="cmsy10"/>
              </a:rPr>
              <a:t>:</a:t>
            </a:r>
            <a:r>
              <a:rPr lang="en-US" dirty="0">
                <a:latin typeface="Symbol"/>
                <a:sym typeface="Symbol"/>
              </a:rPr>
              <a:t></a:t>
            </a:r>
            <a:r>
              <a:rPr lang="en-US" sz="3200" dirty="0">
                <a:latin typeface="cmr10"/>
              </a:rPr>
              <a:t>(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a </a:t>
            </a:r>
            <a:r>
              <a:rPr lang="en-US" dirty="0">
                <a:latin typeface="Franklin Gothic Book"/>
              </a:rPr>
              <a:t>U</a:t>
            </a:r>
            <a:r>
              <a:rPr lang="en-US" dirty="0"/>
              <a:t> </a:t>
            </a:r>
            <a:r>
              <a:rPr lang="en-US" dirty="0">
                <a:latin typeface="cmmi10"/>
              </a:rPr>
              <a:t>b</a:t>
            </a:r>
            <a:r>
              <a:rPr lang="en-US" dirty="0">
                <a:latin typeface="cmr10"/>
              </a:rPr>
              <a:t>)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Ç</a:t>
            </a:r>
            <a:r>
              <a:rPr lang="en-US" dirty="0"/>
              <a:t> </a:t>
            </a:r>
            <a:r>
              <a:rPr lang="en-US" dirty="0">
                <a:latin typeface="cmsy10"/>
              </a:rPr>
              <a:t>°</a:t>
            </a:r>
            <a:r>
              <a:rPr lang="en-US" dirty="0">
                <a:latin typeface="cmmi10"/>
              </a:rPr>
              <a:t>c</a:t>
            </a:r>
            <a:r>
              <a:rPr lang="en-US" sz="3200" dirty="0">
                <a:latin typeface="cmr10"/>
              </a:rPr>
              <a:t>)</a:t>
            </a:r>
            <a:endParaRPr lang="he-IL" sz="3200" dirty="0">
              <a:latin typeface="cmr10"/>
            </a:endParaRPr>
          </a:p>
          <a:p>
            <a:pPr>
              <a:buNone/>
              <a:tabLst>
                <a:tab pos="3043238" algn="l"/>
              </a:tabLst>
            </a:pPr>
            <a:endParaRPr lang="he-IL" sz="3200" dirty="0">
              <a:latin typeface="cmr10"/>
            </a:endParaRPr>
          </a:p>
          <a:p>
            <a:pPr>
              <a:buNone/>
              <a:tabLst>
                <a:tab pos="3043238" algn="l"/>
              </a:tabLst>
            </a:pP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הנוסחה איננה ב-</a:t>
            </a:r>
            <a:r>
              <a:rPr lang="en-US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PNF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, </a:t>
            </a:r>
            <a:r>
              <a:rPr lang="he-IL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אבל ניתן להמיר אותה ל-</a:t>
            </a:r>
            <a:r>
              <a:rPr lang="en-US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PNF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</a:p>
          <a:p>
            <a:pPr>
              <a:buNone/>
              <a:tabLst>
                <a:tab pos="3043238" algn="l"/>
              </a:tabLst>
            </a:pPr>
            <a:endParaRPr lang="he-IL" dirty="0">
              <a:latin typeface="cmr10"/>
            </a:endParaRPr>
          </a:p>
          <a:p>
            <a:pPr marL="2505075" indent="-2505075" algn="l" rtl="0">
              <a:buNone/>
              <a:tabLst>
                <a:tab pos="3043238" algn="l"/>
              </a:tabLst>
            </a:pPr>
            <a:r>
              <a:rPr lang="en-US" sz="2400" dirty="0">
                <a:latin typeface="cmsy10"/>
              </a:rPr>
              <a:t>:</a:t>
            </a:r>
            <a:r>
              <a:rPr lang="en-US" sz="2400" dirty="0">
                <a:latin typeface="Symbol"/>
                <a:sym typeface="Symbol"/>
              </a:rPr>
              <a:t></a:t>
            </a:r>
            <a:r>
              <a:rPr lang="en-US" sz="2400" dirty="0">
                <a:latin typeface="cmr10"/>
              </a:rPr>
              <a:t>((</a:t>
            </a:r>
            <a:r>
              <a:rPr lang="en-US" sz="2400" dirty="0">
                <a:latin typeface="cmmi10"/>
              </a:rPr>
              <a:t>a </a:t>
            </a:r>
            <a:r>
              <a:rPr lang="en-US" sz="2400" dirty="0">
                <a:latin typeface="Franklin Gothic Book"/>
              </a:rPr>
              <a:t>U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b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Ç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°</a:t>
            </a:r>
            <a:r>
              <a:rPr lang="en-US" sz="2400" dirty="0">
                <a:latin typeface="cmmi10"/>
              </a:rPr>
              <a:t>c</a:t>
            </a:r>
            <a:r>
              <a:rPr lang="en-US" sz="2400" dirty="0">
                <a:latin typeface="cmr10"/>
              </a:rPr>
              <a:t>)  	</a:t>
            </a:r>
            <a:r>
              <a:rPr lang="en-US" sz="2400" dirty="0">
                <a:latin typeface="cmsy10"/>
              </a:rPr>
              <a:t>´</a:t>
            </a:r>
            <a:r>
              <a:rPr lang="en-US" sz="2400" dirty="0">
                <a:latin typeface="cmr10"/>
              </a:rPr>
              <a:t> 	</a:t>
            </a:r>
            <a:r>
              <a:rPr lang="en-US" sz="2400" dirty="0">
                <a:latin typeface="cmsy10"/>
              </a:rPr>
              <a:t>}:</a:t>
            </a:r>
            <a:r>
              <a:rPr lang="en-US" sz="2400" dirty="0">
                <a:latin typeface="cmr10"/>
              </a:rPr>
              <a:t>((</a:t>
            </a:r>
            <a:r>
              <a:rPr lang="en-US" sz="2400" dirty="0">
                <a:latin typeface="cmmi10"/>
              </a:rPr>
              <a:t>a </a:t>
            </a:r>
            <a:r>
              <a:rPr lang="en-US" sz="2400" dirty="0">
                <a:latin typeface="Franklin Gothic Book"/>
              </a:rPr>
              <a:t>U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b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Ç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°</a:t>
            </a:r>
            <a:r>
              <a:rPr lang="en-US" sz="2400" dirty="0">
                <a:latin typeface="cmmi10"/>
              </a:rPr>
              <a:t>c</a:t>
            </a:r>
            <a:r>
              <a:rPr lang="en-US" sz="2400" dirty="0">
                <a:latin typeface="cmr10"/>
              </a:rPr>
              <a:t>)</a:t>
            </a:r>
          </a:p>
          <a:p>
            <a:pPr marL="2505075" indent="-2505075" algn="l" rtl="0">
              <a:buNone/>
              <a:tabLst>
                <a:tab pos="3043238" algn="l"/>
              </a:tabLst>
            </a:pPr>
            <a:r>
              <a:rPr lang="en-US" sz="2400" dirty="0">
                <a:latin typeface="cmr10"/>
              </a:rPr>
              <a:t>	</a:t>
            </a:r>
            <a:r>
              <a:rPr lang="en-US" sz="2400" dirty="0">
                <a:latin typeface="cmsy10"/>
              </a:rPr>
              <a:t>´ 	} 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sy10"/>
              </a:rPr>
              <a:t>: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mi10"/>
              </a:rPr>
              <a:t>a </a:t>
            </a:r>
            <a:r>
              <a:rPr lang="en-US" sz="2400" dirty="0">
                <a:latin typeface="Franklin Gothic Book"/>
              </a:rPr>
              <a:t>U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b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Æ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:°</a:t>
            </a:r>
            <a:r>
              <a:rPr lang="en-US" sz="2400" dirty="0">
                <a:latin typeface="cmmi10"/>
              </a:rPr>
              <a:t>c</a:t>
            </a:r>
            <a:r>
              <a:rPr lang="en-US" sz="2400" dirty="0">
                <a:latin typeface="cmr10"/>
              </a:rPr>
              <a:t>)</a:t>
            </a:r>
          </a:p>
          <a:p>
            <a:pPr marL="2505075" indent="-2505075" algn="l" rtl="0">
              <a:buNone/>
              <a:tabLst>
                <a:tab pos="3043238" algn="l"/>
              </a:tabLst>
            </a:pPr>
            <a:r>
              <a:rPr lang="en-US" sz="2400" dirty="0">
                <a:latin typeface="cmsy10"/>
              </a:rPr>
              <a:t>	´ 	} </a:t>
            </a:r>
            <a:r>
              <a:rPr lang="en-US" sz="2400" dirty="0">
                <a:latin typeface="cmr10"/>
              </a:rPr>
              <a:t>((</a:t>
            </a:r>
            <a:r>
              <a:rPr lang="en-US" sz="2400" dirty="0">
                <a:latin typeface="cmmi10"/>
              </a:rPr>
              <a:t>a </a:t>
            </a:r>
            <a:r>
              <a:rPr lang="en-US" sz="2400" dirty="0">
                <a:latin typeface="cmsy10"/>
              </a:rPr>
              <a:t>Æ</a:t>
            </a:r>
            <a:r>
              <a:rPr lang="en-US" sz="2400" dirty="0">
                <a:latin typeface="cmmi10"/>
              </a:rPr>
              <a:t> </a:t>
            </a:r>
            <a:r>
              <a:rPr lang="en-US" sz="2400" dirty="0">
                <a:latin typeface="cmsy10"/>
              </a:rPr>
              <a:t>:</a:t>
            </a:r>
            <a:r>
              <a:rPr lang="en-US" sz="2400" dirty="0">
                <a:latin typeface="cmmi10"/>
              </a:rPr>
              <a:t>b</a:t>
            </a:r>
            <a:r>
              <a:rPr lang="en-US" sz="2400" dirty="0">
                <a:latin typeface="cmr10"/>
              </a:rPr>
              <a:t>)</a:t>
            </a:r>
            <a:r>
              <a:rPr lang="en-US" sz="2400" dirty="0">
                <a:latin typeface="Franklin Gothic Book"/>
              </a:rPr>
              <a:t> W</a:t>
            </a:r>
            <a:r>
              <a:rPr lang="en-US" sz="2400" dirty="0"/>
              <a:t> </a:t>
            </a:r>
            <a:r>
              <a:rPr lang="en-US" sz="2400" dirty="0">
                <a:latin typeface="cmr10"/>
              </a:rPr>
              <a:t>(</a:t>
            </a:r>
            <a:r>
              <a:rPr lang="en-US" sz="2400" dirty="0">
                <a:latin typeface="cmsy10"/>
              </a:rPr>
              <a:t>:</a:t>
            </a:r>
            <a:r>
              <a:rPr lang="en-US" sz="2400" dirty="0">
                <a:latin typeface="cmmi10"/>
              </a:rPr>
              <a:t>a </a:t>
            </a:r>
            <a:r>
              <a:rPr lang="en-US" sz="2400" dirty="0">
                <a:latin typeface="cmsy10"/>
              </a:rPr>
              <a:t>Æ</a:t>
            </a:r>
            <a:r>
              <a:rPr lang="en-US" sz="2400" dirty="0">
                <a:latin typeface="cmmi10"/>
              </a:rPr>
              <a:t> </a:t>
            </a:r>
            <a:r>
              <a:rPr lang="en-US" sz="2400" dirty="0">
                <a:latin typeface="cmsy10"/>
              </a:rPr>
              <a:t>:</a:t>
            </a:r>
            <a:r>
              <a:rPr lang="en-US" sz="2400" dirty="0">
                <a:latin typeface="cmmi10"/>
              </a:rPr>
              <a:t>b</a:t>
            </a:r>
            <a:r>
              <a:rPr lang="en-US" sz="2400" dirty="0">
                <a:latin typeface="cmr10"/>
              </a:rPr>
              <a:t>) </a:t>
            </a:r>
            <a:r>
              <a:rPr lang="en-US" sz="2400" dirty="0">
                <a:latin typeface="cmsy10"/>
              </a:rPr>
              <a:t>Æ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°:</a:t>
            </a:r>
            <a:r>
              <a:rPr lang="en-US" sz="2400" dirty="0">
                <a:latin typeface="cmmi10"/>
              </a:rPr>
              <a:t>c</a:t>
            </a:r>
            <a:r>
              <a:rPr lang="en-US" sz="2400" dirty="0">
                <a:latin typeface="cmr10"/>
              </a:rPr>
              <a:t>)</a:t>
            </a:r>
          </a:p>
          <a:p>
            <a:pPr marL="2505075" indent="-2505075" algn="l" rtl="0">
              <a:buNone/>
              <a:tabLst>
                <a:tab pos="3043238" algn="l"/>
              </a:tabLst>
            </a:pPr>
            <a:endParaRPr lang="en-US" sz="2400" dirty="0">
              <a:latin typeface="cmr10"/>
            </a:endParaRPr>
          </a:p>
          <a:p>
            <a:pPr marL="2781300" indent="-2781300" algn="l" rtl="0">
              <a:buNone/>
              <a:tabLst>
                <a:tab pos="3043238" algn="l"/>
              </a:tabLst>
            </a:pPr>
            <a:endParaRPr lang="en-US" sz="3200" dirty="0">
              <a:latin typeface="cmr10"/>
            </a:endParaRPr>
          </a:p>
          <a:p>
            <a:pPr marL="2781300" indent="-2781300" algn="l" rtl="0">
              <a:buNone/>
              <a:tabLst>
                <a:tab pos="3043238" algn="l"/>
              </a:tabLst>
            </a:pPr>
            <a:endParaRPr lang="he-IL" dirty="0">
              <a:latin typeface="cmsy1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56950" y="5654070"/>
            <a:ext cx="6287299" cy="5232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האם אפשר להימנע מניפוח </a:t>
            </a:r>
            <a:r>
              <a:rPr lang="he-IL" sz="2800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אֶקְסְפּוֹנֶנְצְיָאלִי</a:t>
            </a:r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Release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59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915400" cy="4953000"/>
              </a:xfrm>
            </p:spPr>
            <p:txBody>
              <a:bodyPr>
                <a:noAutofit/>
              </a:bodyPr>
              <a:lstStyle/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הקָשַר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Release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R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≡  ¬( ¬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800" dirty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U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¬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he-IL" sz="36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חייב להתקיים עד וכולל הזמן שבו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מתקיים בפעם הראשונה. 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לא מתקיים אף פעם,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חייב להתקיים לעד.</a:t>
                </a:r>
              </a:p>
              <a:p>
                <a:pPr marL="320040" lvl="1" indent="0">
                  <a:buNone/>
                </a:pP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הקָשַרים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U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R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דואליים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קָשַרים בעלי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יכולת ביטוי זהה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/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  </a:t>
                </a:r>
                <a:r>
                  <a:rPr lang="en-US" sz="2000" dirty="0">
                    <a:latin typeface="Symbol"/>
                    <a:sym typeface="Symbol"/>
                  </a:rPr>
                  <a:t></a:t>
                </a:r>
                <a:r>
                  <a:rPr lang="en-US" sz="2000" dirty="0">
                    <a:latin typeface="cmmi10"/>
                  </a:rPr>
                  <a:t>Ã</a:t>
                </a:r>
                <a:r>
                  <a:rPr lang="en-US" sz="2000" dirty="0">
                    <a:latin typeface="Franklin Gothic Book"/>
                  </a:rPr>
                  <a:t> </a:t>
                </a:r>
                <a:r>
                  <a:rPr lang="en-US" sz="2000" dirty="0">
                    <a:latin typeface="cmsy10"/>
                  </a:rPr>
                  <a:t>´</a:t>
                </a:r>
                <a:r>
                  <a:rPr lang="en-US" sz="2000" dirty="0">
                    <a:latin typeface="Franklin Gothic Book"/>
                  </a:rPr>
                  <a:t> false R </a:t>
                </a:r>
                <a:r>
                  <a:rPr lang="en-US" sz="2000" dirty="0">
                    <a:latin typeface="cmmi10"/>
                  </a:rPr>
                  <a:t>Ã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ו-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U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/>
                      </a:rPr>
                      <m:t>≡  ¬( ¬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R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/>
                      </a:rPr>
                      <m:t>¬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he-IL" sz="16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lvl="1"/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כלל פריסה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עבור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Release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: </a:t>
                </a:r>
                <a:r>
                  <a:rPr lang="en-US" sz="2400" dirty="0">
                    <a:latin typeface="Franklin Gothic Book"/>
                  </a:rPr>
                  <a:t>R</a:t>
                </a:r>
                <a:r>
                  <a:rPr lang="en-US" sz="2400" dirty="0"/>
                  <a:t> </a:t>
                </a:r>
                <a:r>
                  <a:rPr lang="en-US" sz="2400" dirty="0">
                    <a:latin typeface="cmmi10"/>
                  </a:rPr>
                  <a:t>Ã    </a:t>
                </a:r>
                <a:r>
                  <a:rPr lang="en-US" sz="2400" dirty="0">
                    <a:latin typeface="cmsy10"/>
                  </a:rPr>
                  <a:t>´</a:t>
                </a:r>
                <a:r>
                  <a:rPr lang="en-US" sz="2400" dirty="0">
                    <a:latin typeface="cmmi10"/>
                  </a:rPr>
                  <a:t> Ã </a:t>
                </a:r>
                <a:r>
                  <a:rPr lang="en-US" sz="2400" dirty="0">
                    <a:latin typeface="cmsy10"/>
                  </a:rPr>
                  <a:t>Æ</a:t>
                </a:r>
                <a:r>
                  <a:rPr lang="en-US" sz="2400" dirty="0">
                    <a:latin typeface="cmmi10"/>
                  </a:rPr>
                  <a:t> </a:t>
                </a:r>
                <a:r>
                  <a:rPr lang="en-US" sz="2400" dirty="0">
                    <a:latin typeface="cmr10"/>
                  </a:rPr>
                  <a:t>(</a:t>
                </a:r>
                <a:r>
                  <a:rPr lang="en-US" sz="2400" dirty="0">
                    <a:latin typeface="Symbol"/>
                    <a:sym typeface="Symbol"/>
                  </a:rPr>
                  <a:t></a:t>
                </a:r>
                <a:r>
                  <a:rPr lang="en-US" sz="2400" dirty="0">
                    <a:latin typeface="cmmi10"/>
                  </a:rPr>
                  <a:t> </a:t>
                </a:r>
                <a:r>
                  <a:rPr lang="en-US" sz="2400" dirty="0">
                    <a:latin typeface="cmsy10"/>
                  </a:rPr>
                  <a:t>Ç</a:t>
                </a:r>
                <a:r>
                  <a:rPr lang="en-US" sz="2400" dirty="0">
                    <a:latin typeface="cmmi10"/>
                  </a:rPr>
                  <a:t> </a:t>
                </a:r>
                <a:r>
                  <a:rPr lang="en-US" sz="2400" dirty="0">
                    <a:latin typeface="cmsy10"/>
                  </a:rPr>
                  <a:t>°</a:t>
                </a:r>
                <a:r>
                  <a:rPr lang="en-US" sz="2400" dirty="0">
                    <a:latin typeface="cmr10"/>
                  </a:rPr>
                  <a:t>(</a:t>
                </a:r>
                <a:r>
                  <a:rPr lang="en-US" sz="2400" dirty="0">
                    <a:latin typeface="Symbol"/>
                    <a:sym typeface="Symbol"/>
                  </a:rPr>
                  <a:t></a:t>
                </a:r>
                <a:r>
                  <a:rPr lang="en-US" sz="2400" dirty="0">
                    <a:latin typeface="cmmi10"/>
                  </a:rPr>
                  <a:t> </a:t>
                </a:r>
                <a:r>
                  <a:rPr lang="en-US" sz="2400" dirty="0">
                    <a:latin typeface="Franklin Gothic Book"/>
                  </a:rPr>
                  <a:t>R</a:t>
                </a:r>
                <a:r>
                  <a:rPr lang="en-US" sz="2400" dirty="0">
                    <a:latin typeface="cmmi10"/>
                  </a:rPr>
                  <a:t> Ã</a:t>
                </a:r>
                <a:r>
                  <a:rPr lang="en-US" sz="2400" dirty="0">
                    <a:latin typeface="cmr10"/>
                  </a:rPr>
                  <a:t>)) </a:t>
                </a:r>
                <a:r>
                  <a:rPr lang="en-US" sz="2400" dirty="0">
                    <a:latin typeface="cmmi10"/>
                  </a:rPr>
                  <a:t> </a:t>
                </a:r>
                <a:r>
                  <a:rPr lang="he-IL" sz="2400" dirty="0">
                    <a:latin typeface="cmmi10"/>
                  </a:rPr>
                  <a:t> </a:t>
                </a:r>
                <a:r>
                  <a:rPr lang="he-IL" sz="2400" dirty="0">
                    <a:latin typeface="Symbol"/>
                    <a:sym typeface="Symbol"/>
                  </a:rPr>
                  <a:t></a:t>
                </a:r>
                <a:endParaRPr lang="he-IL" sz="2400" dirty="0">
                  <a:latin typeface="cmr10"/>
                  <a:sym typeface="Symbol"/>
                </a:endParaRPr>
              </a:p>
              <a:p>
                <a:pPr lvl="1"/>
                <a:endParaRPr lang="he-IL" sz="2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lvl="2"/>
                <a:endParaRPr lang="he-IL" sz="16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915400" cy="4953000"/>
              </a:xfrm>
              <a:blipFill>
                <a:blip r:embed="rId2"/>
                <a:stretch>
                  <a:fillRect t="-1353" r="-478" b="-1623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954488"/>
              </p:ext>
            </p:extLst>
          </p:nvPr>
        </p:nvGraphicFramePr>
        <p:xfrm>
          <a:off x="2590800" y="3352800"/>
          <a:ext cx="4724400" cy="792480"/>
        </p:xfrm>
        <a:graphic>
          <a:graphicData uri="http://schemas.openxmlformats.org/drawingml/2006/table">
            <a:tbl>
              <a:tblPr rtl="1" firstRow="1" bandRow="1">
                <a:effectLst/>
                <a:tableStyleId>{5C22544A-7EE6-4342-B048-85BDC9FD1C3A}</a:tableStyleId>
              </a:tblPr>
              <a:tblGrid>
                <a:gridCol w="2853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Franklin Gothic Book"/>
                        </a:rPr>
                        <a:t>R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he-IL" sz="200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r10"/>
                        </a:rPr>
                        <a:t>)</a:t>
                      </a: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endParaRPr lang="he-IL" sz="2000" b="0" dirty="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sy10"/>
                          <a:ea typeface="+mn-ea"/>
                          <a:cs typeface="+mn-cs"/>
                        </a:rPr>
                        <a:t>´</a:t>
                      </a:r>
                      <a:endParaRPr lang="he-IL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msy10"/>
                        </a:rPr>
                        <a:t> </a:t>
                      </a: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       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Franklin Gothic Book"/>
                        </a:rPr>
                        <a:t>U</a:t>
                      </a: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Franklin Gothic Book"/>
                        </a:rPr>
                        <a:t> </a:t>
                      </a:r>
                      <a:endParaRPr lang="he-IL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mr10"/>
                        </a:rPr>
                        <a:t>(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mmi10"/>
                        </a:rPr>
                        <a:t>Ã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Franklin Gothic Book"/>
                        </a:rPr>
                        <a:t>U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msy10"/>
                        </a:rPr>
                        <a:t>:</a:t>
                      </a:r>
                      <a:r>
                        <a:rPr lang="he-IL" sz="200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mr10"/>
                        </a:rPr>
                        <a:t>)</a:t>
                      </a:r>
                      <a:r>
                        <a:rPr lang="he-IL" sz="2000" b="0" dirty="0">
                          <a:solidFill>
                            <a:schemeClr val="tx1"/>
                          </a:solidFill>
                          <a:latin typeface="cmr10"/>
                        </a:rPr>
                        <a:t> </a:t>
                      </a:r>
                      <a:endParaRPr lang="he-IL" sz="2000" b="0" dirty="0">
                        <a:solidFill>
                          <a:schemeClr val="tx1"/>
                        </a:solidFill>
                        <a:latin typeface="Franklin Gothic Book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msy10"/>
                          <a:ea typeface="+mn-ea"/>
                          <a:cs typeface="+mn-cs"/>
                        </a:rPr>
                        <a:t>´</a:t>
                      </a:r>
                      <a:endParaRPr lang="he-IL" sz="2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000" dirty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a:t>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mmi10"/>
                        </a:rPr>
                        <a:t>Ã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Franklin Gothic Book"/>
                        </a:rPr>
                        <a:t>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mmi10"/>
                        </a:rPr>
                        <a:t> </a:t>
                      </a:r>
                      <a:endParaRPr lang="he-IL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Graphic 6" descr="Alterations &amp; Tailoring with solid fill">
            <a:hlinkClick r:id="rId3"/>
            <a:extLst>
              <a:ext uri="{FF2B5EF4-FFF2-40B4-BE49-F238E27FC236}">
                <a16:creationId xmlns:a16="http://schemas.microsoft.com/office/drawing/2014/main" id="{8E1DB27C-483F-FA93-0ACC-B148036FAF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0800" y="1371600"/>
            <a:ext cx="354169" cy="354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דוגמה: סמנטיקה של 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Release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52500" y="1143000"/>
                <a:ext cx="7239000" cy="5486400"/>
              </a:xfrm>
              <a:solidFill>
                <a:schemeClr val="bg1"/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cmmi10"/>
                  </a:rPr>
                  <a:t>	¾ </a:t>
                </a:r>
                <a:r>
                  <a:rPr lang="en-US" sz="1800" dirty="0">
                    <a:latin typeface="msam10"/>
                  </a:rPr>
                  <a:t>²</a:t>
                </a:r>
                <a:r>
                  <a:rPr lang="en-US" sz="1800" dirty="0"/>
                  <a:t> </a:t>
                </a:r>
                <a:r>
                  <a:rPr lang="en-US" sz="1800" i="1" dirty="0">
                    <a:latin typeface="Symbol"/>
                    <a:sym typeface="Symbol"/>
                  </a:rPr>
                  <a:t></a:t>
                </a:r>
                <a:r>
                  <a:rPr lang="en-US" sz="1800" dirty="0">
                    <a:latin typeface="Symbol"/>
                    <a:sym typeface="Symbol"/>
                  </a:rPr>
                  <a:t> </a:t>
                </a:r>
                <a:r>
                  <a:rPr lang="en-US" sz="1800" dirty="0">
                    <a:latin typeface="Franklin Gothic Book"/>
                    <a:sym typeface="Symbol"/>
                  </a:rPr>
                  <a:t>R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en-US" sz="1800" dirty="0" err="1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iff</a:t>
                </a:r>
                <a:r>
                  <a:rPr lang="en-US" sz="1800" dirty="0">
                    <a:latin typeface="Franklin Gothic Book"/>
                    <a:sym typeface="Symbol"/>
                  </a:rPr>
                  <a:t>           </a:t>
                </a:r>
                <a:r>
                  <a:rPr lang="en-US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Ã </a:t>
                </a: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R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הגדרת הקָשַר </a:t>
                </a:r>
                <a:endParaRPr lang="en-US" sz="1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Franklin Gothic Book"/>
                    <a:sym typeface="Symbol"/>
                  </a:rPr>
                  <a:t>	</a:t>
                </a:r>
                <a:r>
                  <a:rPr lang="en-US" sz="1800" dirty="0">
                    <a:latin typeface="cmsy10"/>
                    <a:sym typeface="Symbol"/>
                  </a:rPr>
                  <a:t>:9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r10"/>
                    <a:sym typeface="Symbol"/>
                  </a:rPr>
                  <a:t>0</a:t>
                </a:r>
                <a:r>
                  <a:rPr lang="en-US" sz="1800" dirty="0">
                    <a:latin typeface="Franklin Gothic Book"/>
                    <a:sym typeface="Symbol"/>
                  </a:rPr>
                  <a:t> . </a:t>
                </a:r>
                <a:r>
                  <a:rPr lang="en-US" sz="1800" dirty="0">
                    <a:latin typeface="cmr10"/>
                    <a:sym typeface="Symbol"/>
                  </a:rPr>
                  <a:t>(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: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Æ 8</a:t>
                </a:r>
                <a:r>
                  <a:rPr lang="en-US" sz="1800" dirty="0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&lt;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/>
                        <a:sym typeface="Symbol"/>
                      </a:rPr>
                      <m:t>¬</m:t>
                    </m:r>
                    <m:r>
                      <a:rPr lang="en-US" sz="1800" b="0" i="1" dirty="0" smtClean="0">
                        <a:latin typeface="Cambria Math"/>
                        <a:sym typeface="Symbol"/>
                      </a:rPr>
                      <m:t>𝜑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)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en-US" sz="1800" dirty="0" err="1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iff</a:t>
                </a:r>
                <a:r>
                  <a:rPr lang="en-US" sz="1800" dirty="0">
                    <a:latin typeface="Franklin Gothic Book"/>
                    <a:sym typeface="Symbol"/>
                  </a:rPr>
                  <a:t>           </a:t>
                </a:r>
                <a:r>
                  <a:rPr lang="en-US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Ã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סמנטיקה של שלילה</a:t>
                </a:r>
                <a:endParaRPr lang="en-US" sz="1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cmmi10"/>
                    <a:sym typeface="Symbol"/>
                  </a:rPr>
                  <a:t>	</a:t>
                </a:r>
                <a:r>
                  <a:rPr lang="en-US" sz="1800" dirty="0">
                    <a:latin typeface="cmsy10"/>
                    <a:sym typeface="Symbol"/>
                  </a:rPr>
                  <a:t>:9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r10"/>
                    <a:sym typeface="Symbol"/>
                  </a:rPr>
                  <a:t>0</a:t>
                </a:r>
                <a:r>
                  <a:rPr lang="en-US" sz="1800" dirty="0">
                    <a:latin typeface="Franklin Gothic Book"/>
                    <a:sym typeface="Symbol"/>
                  </a:rPr>
                  <a:t> . </a:t>
                </a:r>
                <a:r>
                  <a:rPr lang="en-US" sz="1800" dirty="0">
                    <a:latin typeface="cmr10"/>
                    <a:sym typeface="Symbol"/>
                  </a:rPr>
                  <a:t>(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bm10"/>
                    <a:sym typeface="Symbol"/>
                  </a:rPr>
                  <a:t>2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Æ 8</a:t>
                </a:r>
                <a:r>
                  <a:rPr lang="en-US" sz="1800" dirty="0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&lt;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bm10"/>
                    <a:sym typeface="Symbol"/>
                  </a:rPr>
                  <a:t>2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sym typeface="Symbol"/>
                      </a:rPr>
                      <m:t>𝜑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)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en-US" sz="1800" dirty="0" err="1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iff</a:t>
                </a:r>
                <a:r>
                  <a:rPr lang="en-US" sz="1800" dirty="0">
                    <a:latin typeface="Franklin Gothic Book"/>
                    <a:sym typeface="Symbol"/>
                  </a:rPr>
                  <a:t>           </a:t>
                </a:r>
                <a:r>
                  <a:rPr lang="en-US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Ã 8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ו</a:t>
                </a:r>
                <a:r>
                  <a:rPr lang="he-IL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 </a:t>
                </a:r>
                <a:r>
                  <a:rPr lang="en-US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 9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דואליות</a:t>
                </a:r>
                <a:r>
                  <a:rPr lang="he-IL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של</a:t>
                </a:r>
                <a:r>
                  <a:rPr lang="he-IL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endParaRPr lang="en-US" sz="1800" dirty="0">
                  <a:solidFill>
                    <a:srgbClr val="0000FF"/>
                  </a:solidFill>
                  <a:latin typeface="Franklin Gothic Book"/>
                  <a:sym typeface="Symbol"/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cmmi10"/>
                    <a:sym typeface="Symbol"/>
                  </a:rPr>
                  <a:t>	</a:t>
                </a:r>
                <a:r>
                  <a:rPr lang="en-US" sz="1800" dirty="0">
                    <a:latin typeface="cmsy10"/>
                    <a:sym typeface="Symbol"/>
                  </a:rPr>
                  <a:t>8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r10"/>
                    <a:sym typeface="Symbol"/>
                  </a:rPr>
                  <a:t>0</a:t>
                </a:r>
                <a:r>
                  <a:rPr lang="en-US" sz="1800" dirty="0">
                    <a:latin typeface="Franklin Gothic Book"/>
                    <a:sym typeface="Symbol"/>
                  </a:rPr>
                  <a:t> . </a:t>
                </a:r>
                <a:r>
                  <a:rPr lang="en-US" sz="1800" dirty="0">
                    <a:latin typeface="cmsy10"/>
                    <a:sym typeface="Symbol"/>
                  </a:rPr>
                  <a:t>:</a:t>
                </a:r>
                <a:r>
                  <a:rPr lang="en-US" sz="1800" dirty="0">
                    <a:latin typeface="cmr10"/>
                    <a:sym typeface="Symbol"/>
                  </a:rPr>
                  <a:t>(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bm10"/>
                    <a:sym typeface="Symbol"/>
                  </a:rPr>
                  <a:t>2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Æ 8</a:t>
                </a:r>
                <a:r>
                  <a:rPr lang="en-US" sz="1800" dirty="0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&lt;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bm10"/>
                    <a:sym typeface="Symbol"/>
                  </a:rPr>
                  <a:t>2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sym typeface="Symbol"/>
                      </a:rPr>
                      <m:t>𝜑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)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en-US" sz="1800" dirty="0" err="1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iff</a:t>
                </a:r>
                <a:r>
                  <a:rPr lang="en-US" sz="1800" dirty="0">
                    <a:latin typeface="Franklin Gothic Book"/>
                    <a:sym typeface="Symbol"/>
                  </a:rPr>
                  <a:t>           </a:t>
                </a:r>
                <a:r>
                  <a:rPr lang="en-US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Ã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כלל</a:t>
                </a:r>
                <a:r>
                  <a:rPr lang="he-IL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 </a:t>
                </a:r>
                <a:r>
                  <a:rPr lang="he-IL" sz="1800" dirty="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ד'מורגן</a:t>
                </a:r>
                <a:endParaRPr lang="en-US" sz="1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cmmi10"/>
                    <a:sym typeface="Symbol"/>
                  </a:rPr>
                  <a:t>	</a:t>
                </a:r>
                <a:r>
                  <a:rPr lang="en-US" sz="1800" dirty="0">
                    <a:latin typeface="cmsy10"/>
                    <a:sym typeface="Symbol"/>
                  </a:rPr>
                  <a:t>8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r10"/>
                    <a:sym typeface="Symbol"/>
                  </a:rPr>
                  <a:t>0</a:t>
                </a:r>
                <a:r>
                  <a:rPr lang="en-US" sz="1800" dirty="0">
                    <a:latin typeface="Franklin Gothic Book"/>
                    <a:sym typeface="Symbol"/>
                  </a:rPr>
                  <a:t> . </a:t>
                </a:r>
                <a:r>
                  <a:rPr lang="en-US" sz="1800" dirty="0">
                    <a:latin typeface="cmr10"/>
                    <a:sym typeface="Symbol"/>
                  </a:rPr>
                  <a:t>(</a:t>
                </a:r>
                <a:r>
                  <a:rPr lang="en-US" sz="1800" dirty="0">
                    <a:latin typeface="cmsy10"/>
                    <a:sym typeface="Symbol"/>
                  </a:rPr>
                  <a:t>:</a:t>
                </a:r>
                <a:r>
                  <a:rPr lang="en-US" sz="1800" dirty="0">
                    <a:latin typeface="cmr10"/>
                    <a:sym typeface="Symbol"/>
                  </a:rPr>
                  <a:t>(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bm10"/>
                    <a:sym typeface="Symbol"/>
                  </a:rPr>
                  <a:t>2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r>
                  <a:rPr lang="en-US" sz="1800" dirty="0">
                    <a:latin typeface="cmr10"/>
                    <a:sym typeface="Symbol"/>
                  </a:rPr>
                  <a:t>)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Ç :8</a:t>
                </a:r>
                <a:r>
                  <a:rPr lang="en-US" sz="1800" dirty="0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&lt;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bm10"/>
                    <a:sym typeface="Symbol"/>
                  </a:rPr>
                  <a:t>2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sym typeface="Symbol"/>
                      </a:rPr>
                      <m:t>𝜑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)</a:t>
                </a: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en-US" sz="1800" dirty="0" err="1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iff</a:t>
                </a:r>
                <a:r>
                  <a:rPr lang="en-US" sz="1800" dirty="0">
                    <a:latin typeface="Franklin Gothic Book"/>
                    <a:sym typeface="Symbol"/>
                  </a:rPr>
                  <a:t>           </a:t>
                </a:r>
                <a:r>
                  <a:rPr lang="en-US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Ã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סמנטיקה</a:t>
                </a:r>
                <a:r>
                  <a:rPr lang="he-IL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של</a:t>
                </a:r>
                <a:r>
                  <a:rPr lang="he-IL" sz="1800" dirty="0">
                    <a:solidFill>
                      <a:srgbClr val="0000FF"/>
                    </a:solidFill>
                    <a:latin typeface="cmsy10"/>
                    <a:sym typeface="Symbol"/>
                  </a:rPr>
                  <a:t> </a:t>
                </a:r>
                <a:r>
                  <a:rPr lang="he-IL" sz="1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שלילה</a:t>
                </a:r>
                <a:endParaRPr lang="en-US" sz="1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cmmi10"/>
                    <a:sym typeface="Symbol"/>
                  </a:rPr>
                  <a:t>	</a:t>
                </a:r>
                <a:r>
                  <a:rPr lang="en-US" sz="1800" dirty="0">
                    <a:latin typeface="cmsy10"/>
                    <a:sym typeface="Symbol"/>
                  </a:rPr>
                  <a:t>8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r10"/>
                    <a:sym typeface="Symbol"/>
                  </a:rPr>
                  <a:t>0</a:t>
                </a:r>
                <a:r>
                  <a:rPr lang="en-US" sz="1800" dirty="0">
                    <a:latin typeface="Franklin Gothic Book"/>
                    <a:sym typeface="Symbol"/>
                  </a:rPr>
                  <a:t> . </a:t>
                </a:r>
                <a:r>
                  <a:rPr lang="en-US" sz="1800" dirty="0">
                    <a:latin typeface="cmr10"/>
                    <a:sym typeface="Symbol"/>
                  </a:rPr>
                  <a:t>(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Ç 9</a:t>
                </a:r>
                <a:r>
                  <a:rPr lang="en-US" sz="1800" dirty="0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&lt;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msbm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sym typeface="Symbol"/>
                      </a:rPr>
                      <m:t>𝜑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)</a:t>
                </a:r>
              </a:p>
              <a:p>
                <a:pPr algn="l" rtl="0">
                  <a:spcBef>
                    <a:spcPts val="0"/>
                  </a:spcBef>
                  <a:buNone/>
                </a:pPr>
                <a:r>
                  <a:rPr lang="en-US" sz="1800" dirty="0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 </a:t>
                </a:r>
                <a:r>
                  <a:rPr lang="en-US" sz="1800" dirty="0" err="1">
                    <a:solidFill>
                      <a:srgbClr val="0000FF"/>
                    </a:solidFill>
                    <a:latin typeface="Franklin Gothic Book"/>
                    <a:sym typeface="Symbol"/>
                  </a:rPr>
                  <a:t>iff</a:t>
                </a:r>
                <a:endParaRPr lang="en-US" sz="1800" dirty="0">
                  <a:solidFill>
                    <a:srgbClr val="0000FF"/>
                  </a:solidFill>
                  <a:latin typeface="Franklin Gothic Book"/>
                  <a:sym typeface="Symbol"/>
                </a:endParaRPr>
              </a:p>
              <a:p>
                <a:pPr algn="l" rtl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1800" dirty="0">
                    <a:latin typeface="cmmi10"/>
                    <a:sym typeface="Symbol"/>
                  </a:rPr>
                  <a:t>	</a:t>
                </a:r>
                <a:r>
                  <a:rPr lang="en-US" sz="1800" dirty="0">
                    <a:latin typeface="cmsy10"/>
                    <a:sym typeface="Symbol"/>
                  </a:rPr>
                  <a:t>8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r10"/>
                    <a:sym typeface="Symbol"/>
                  </a:rPr>
                  <a:t>0</a:t>
                </a:r>
                <a:r>
                  <a:rPr lang="en-US" sz="1800" dirty="0">
                    <a:latin typeface="Franklin Gothic Book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j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r>
                  <a:rPr lang="en-US" sz="1800" dirty="0">
                    <a:latin typeface="Franklin Gothic Book"/>
                    <a:sym typeface="Symbol"/>
                  </a:rPr>
                  <a:t>     or    </a:t>
                </a:r>
                <a:r>
                  <a:rPr lang="en-US" sz="1800" dirty="0">
                    <a:latin typeface="cmsy10"/>
                    <a:sym typeface="Symbol"/>
                  </a:rPr>
                  <a:t>9</a:t>
                </a:r>
                <a:r>
                  <a:rPr lang="en-US" sz="1800" dirty="0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sy10"/>
                    <a:sym typeface="Symbol"/>
                  </a:rPr>
                  <a:t>¸</a:t>
                </a:r>
                <a:r>
                  <a:rPr lang="en-US" sz="1800" dirty="0">
                    <a:latin typeface="cmr10"/>
                    <a:sym typeface="Symbol"/>
                  </a:rPr>
                  <a:t> 0 . (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..]</a:t>
                </a:r>
                <a:r>
                  <a:rPr lang="en-US" sz="1800" dirty="0">
                    <a:latin typeface="Franklin Gothic Book"/>
                    <a:sym typeface="Symbol"/>
                  </a:rPr>
                  <a:t>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msbm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sym typeface="Symbol"/>
                      </a:rPr>
                      <m:t>𝜑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) </a:t>
                </a:r>
                <a:r>
                  <a:rPr lang="en-US" sz="1800" dirty="0">
                    <a:latin typeface="cmsy10"/>
                    <a:sym typeface="Symbol"/>
                  </a:rPr>
                  <a:t>Æ  8</a:t>
                </a:r>
                <a:r>
                  <a:rPr lang="en-US" sz="1800" dirty="0">
                    <a:latin typeface="cmmi10"/>
                    <a:sym typeface="Symbol"/>
                  </a:rPr>
                  <a:t>k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Symbol"/>
                      </a:rPr>
                      <m:t>≤</m:t>
                    </m:r>
                  </m:oMath>
                </a14:m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 err="1">
                    <a:latin typeface="cmmi10"/>
                    <a:sym typeface="Symbol"/>
                  </a:rPr>
                  <a:t>i</a:t>
                </a:r>
                <a:r>
                  <a:rPr lang="en-US" sz="1800" dirty="0">
                    <a:latin typeface="cmr10"/>
                    <a:sym typeface="Symbol"/>
                  </a:rPr>
                  <a:t> . </a:t>
                </a:r>
                <a:r>
                  <a:rPr lang="en-US" sz="1800" dirty="0">
                    <a:latin typeface="cmmi10"/>
                    <a:sym typeface="Symbol"/>
                  </a:rPr>
                  <a:t>¾</a:t>
                </a:r>
                <a:r>
                  <a:rPr lang="en-US" sz="1800" dirty="0">
                    <a:latin typeface="cmr10"/>
                    <a:sym typeface="Symbol"/>
                  </a:rPr>
                  <a:t>[</a:t>
                </a:r>
                <a:r>
                  <a:rPr lang="en-US" sz="1800" dirty="0">
                    <a:latin typeface="cmmi10"/>
                    <a:sym typeface="Symbol"/>
                  </a:rPr>
                  <a:t>k</a:t>
                </a:r>
                <a:r>
                  <a:rPr lang="en-US" sz="1800" dirty="0">
                    <a:latin typeface="cmr10"/>
                    <a:sym typeface="Symbol"/>
                  </a:rPr>
                  <a:t>..] </a:t>
                </a:r>
                <a:r>
                  <a:rPr lang="en-US" sz="1800" dirty="0">
                    <a:latin typeface="msam10"/>
                    <a:sym typeface="Symbol"/>
                  </a:rPr>
                  <a:t>²</a:t>
                </a:r>
                <a:r>
                  <a:rPr lang="en-US" sz="1800" dirty="0">
                    <a:latin typeface="cmr10"/>
                    <a:sym typeface="Symbol"/>
                  </a:rPr>
                  <a:t> </a:t>
                </a:r>
                <a:r>
                  <a:rPr lang="en-US" sz="1800" dirty="0">
                    <a:latin typeface="cmmi10"/>
                    <a:sym typeface="Symbol"/>
                  </a:rPr>
                  <a:t>Ã</a:t>
                </a:r>
                <a:endParaRPr lang="en-US" sz="1800" dirty="0">
                  <a:latin typeface="cmr10"/>
                  <a:sym typeface="Symbol"/>
                </a:endParaRPr>
              </a:p>
            </p:txBody>
          </p:sp>
        </mc:Choice>
        <mc:Fallback xmlns="">
          <p:sp>
            <p:nvSpPr>
              <p:cNvPr id="6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52500" y="1143000"/>
                <a:ext cx="7239000" cy="5486400"/>
              </a:xfrm>
              <a:blipFill>
                <a:blip r:embed="rId2"/>
                <a:stretch>
                  <a:fillRect t="-1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F0E5D6-DD3B-533C-BC3F-6AEB6115FCBB}"/>
                  </a:ext>
                </a:extLst>
              </p:cNvPr>
              <p:cNvSpPr txBox="1"/>
              <p:nvPr/>
            </p:nvSpPr>
            <p:spPr>
              <a:xfrm>
                <a:off x="6046632" y="4326056"/>
                <a:ext cx="2937992" cy="1031051"/>
              </a:xfrm>
              <a:prstGeom prst="wedgeRectCallout">
                <a:avLst>
                  <a:gd name="adj1" fmla="val -57948"/>
                  <a:gd name="adj2" fmla="val 111010"/>
                </a:avLst>
              </a:prstGeom>
              <a:gradFill flip="none" rotWithShape="1">
                <a:gsLst>
                  <a:gs pos="0">
                    <a:schemeClr val="accent4">
                      <a:lumMod val="67000"/>
                    </a:schemeClr>
                  </a:gs>
                  <a:gs pos="48000">
                    <a:schemeClr val="accent4">
                      <a:lumMod val="97000"/>
                      <a:lumOff val="3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0" lvl="1">
                  <a:spcAft>
                    <a:spcPts val="600"/>
                  </a:spcAft>
                </a:pPr>
                <a:r>
                  <a:rPr lang="en-US" sz="1400" dirty="0">
                    <a:latin typeface="cmmi10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cs typeface="Gisha" panose="020B0502040204020203" pitchFamily="34" charset="-79"/>
                        <a:sym typeface="Symbol"/>
                      </a:rPr>
                      <m:t>𝜓</m:t>
                    </m:r>
                    <m:r>
                      <a:rPr lang="en-US" sz="1400" i="1">
                        <a:latin typeface="Cambria Math" panose="02040503050406030204" pitchFamily="18" charset="0"/>
                        <a:cs typeface="Gisha" panose="020B0502040204020203" pitchFamily="34" charset="-79"/>
                        <a:sym typeface="Symbol"/>
                      </a:rPr>
                      <m:t> 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חייב להתקיים עד וכולל הזמן שבו </a:t>
                </a:r>
                <a14:m>
                  <m:oMath xmlns:m="http://schemas.openxmlformats.org/officeDocument/2006/math">
                    <m:r>
                      <a:rPr lang="he-IL" sz="140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מתקיים בפעם הראשונה. </a:t>
                </a:r>
                <a:endParaRPr lang="en-US" sz="1400" dirty="0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marL="0" lvl="1">
                  <a:spcAft>
                    <a:spcPts val="600"/>
                  </a:spcAft>
                </a:pPr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  <a:sym typeface="Symbol"/>
                      </a:rPr>
                      <m:t>𝜓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לא מתקיים אף פעם,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חייב להתקיים לעד.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F0E5D6-DD3B-533C-BC3F-6AEB6115F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32" y="4326056"/>
                <a:ext cx="2937992" cy="1031051"/>
              </a:xfrm>
              <a:prstGeom prst="wedgeRectCallout">
                <a:avLst>
                  <a:gd name="adj1" fmla="val -57948"/>
                  <a:gd name="adj2" fmla="val 111010"/>
                </a:avLst>
              </a:prstGeom>
              <a:blipFill>
                <a:blip r:embed="rId3"/>
                <a:stretch>
                  <a:fillRect t="-1099" r="-7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62000" y="3632548"/>
            <a:ext cx="7772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שיפור: צורה חיובית נורמאלית (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PNF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61</a:t>
            </a:fld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304800" y="2590800"/>
            <a:ext cx="86106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עבור</a:t>
            </a:r>
            <a:r>
              <a:rPr lang="he-IL" sz="2400" dirty="0"/>
              <a:t> </a:t>
            </a:r>
            <a:r>
              <a:rPr lang="en-US" sz="2400" dirty="0">
                <a:latin typeface="cmmi10"/>
              </a:rPr>
              <a:t>a</a:t>
            </a:r>
            <a:r>
              <a:rPr lang="en-US" sz="2400" dirty="0"/>
              <a:t> </a:t>
            </a:r>
            <a:r>
              <a:rPr lang="en-US" sz="2400" dirty="0">
                <a:latin typeface="cmsy10"/>
              </a:rPr>
              <a:t>2</a:t>
            </a:r>
            <a:r>
              <a:rPr lang="en-US" sz="2400" dirty="0"/>
              <a:t> </a:t>
            </a:r>
            <a:r>
              <a:rPr lang="en-US" sz="2400" dirty="0">
                <a:latin typeface="cmmi10"/>
              </a:rPr>
              <a:t>AP</a:t>
            </a:r>
            <a:r>
              <a:rPr lang="he-IL" sz="2400" dirty="0">
                <a:latin typeface="cmmi10"/>
              </a:rPr>
              <a:t> </a:t>
            </a: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קבוצת נוסחאות </a:t>
            </a:r>
            <a:r>
              <a:rPr lang="en-US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ב-</a:t>
            </a:r>
            <a:r>
              <a:rPr lang="en-US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PNF</a:t>
            </a: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 מוגדרת ע"י</a:t>
            </a:r>
            <a:r>
              <a:rPr lang="he-IL" sz="2400" dirty="0">
                <a:latin typeface="cmr10"/>
              </a:rPr>
              <a:t>:</a:t>
            </a:r>
          </a:p>
          <a:p>
            <a:endParaRPr lang="en-US" sz="2400" dirty="0">
              <a:latin typeface="cmr10"/>
            </a:endParaRPr>
          </a:p>
          <a:p>
            <a:endParaRPr lang="he-IL" sz="2400" dirty="0">
              <a:latin typeface="cmr10"/>
            </a:endParaRPr>
          </a:p>
          <a:p>
            <a:pPr algn="ctr">
              <a:buNone/>
            </a:pP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dirty="0"/>
              <a:t> </a:t>
            </a:r>
            <a:r>
              <a:rPr lang="en-US" sz="2000" dirty="0">
                <a:latin typeface="cmr10"/>
              </a:rPr>
              <a:t>::= </a:t>
            </a:r>
            <a:r>
              <a:rPr lang="en-US" sz="2000" dirty="0">
                <a:latin typeface="Franklin Gothic Book"/>
              </a:rPr>
              <a:t>true </a:t>
            </a:r>
            <a:r>
              <a:rPr lang="en-US" sz="2000" b="1" dirty="0">
                <a:latin typeface="cmsy10"/>
              </a:rPr>
              <a:t>j </a:t>
            </a:r>
            <a:r>
              <a:rPr lang="en-US" sz="2000" dirty="0">
                <a:latin typeface="Franklin Gothic Book"/>
              </a:rPr>
              <a:t>false </a:t>
            </a:r>
            <a:r>
              <a:rPr lang="en-US" sz="2000" b="1" dirty="0">
                <a:latin typeface="cmsy10"/>
              </a:rPr>
              <a:t>j </a:t>
            </a:r>
            <a:r>
              <a:rPr lang="en-US" sz="2000" dirty="0">
                <a:latin typeface="cmmi10"/>
              </a:rPr>
              <a:t>a </a:t>
            </a:r>
            <a:r>
              <a:rPr lang="en-US" sz="2000" b="1" dirty="0">
                <a:latin typeface="cmsy10"/>
              </a:rPr>
              <a:t>j</a:t>
            </a:r>
            <a:r>
              <a:rPr lang="en-US" sz="2000" dirty="0">
                <a:latin typeface="cmmi10"/>
              </a:rPr>
              <a:t> </a:t>
            </a:r>
            <a:r>
              <a:rPr lang="en-US" sz="2000" dirty="0">
                <a:latin typeface="cmsy10"/>
              </a:rPr>
              <a:t>:</a:t>
            </a:r>
            <a:r>
              <a:rPr lang="en-US" sz="2000" dirty="0">
                <a:latin typeface="cmmi10"/>
              </a:rPr>
              <a:t>a </a:t>
            </a:r>
            <a:r>
              <a:rPr lang="en-US" sz="2000" b="1" dirty="0">
                <a:latin typeface="cmsy10"/>
              </a:rPr>
              <a:t>j 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aseline="-25000" dirty="0">
                <a:latin typeface="cmr10"/>
                <a:sym typeface="Symbol"/>
              </a:rPr>
              <a:t>1 </a:t>
            </a:r>
            <a:r>
              <a:rPr lang="en-US" sz="2000" dirty="0">
                <a:latin typeface="cmsy10"/>
                <a:sym typeface="Symbol"/>
              </a:rPr>
              <a:t>Æ</a:t>
            </a:r>
            <a:r>
              <a:rPr lang="en-US" sz="2000" b="1" dirty="0">
                <a:latin typeface="cmsy10"/>
              </a:rPr>
              <a:t> 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aseline="-25000" dirty="0">
                <a:latin typeface="cmr10"/>
                <a:sym typeface="Symbol"/>
              </a:rPr>
              <a:t>2</a:t>
            </a:r>
            <a:r>
              <a:rPr lang="en-US" sz="2000" b="1" dirty="0">
                <a:latin typeface="cmsy10"/>
              </a:rPr>
              <a:t> j 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aseline="-25000" dirty="0">
                <a:latin typeface="cmr10"/>
                <a:sym typeface="Symbol"/>
              </a:rPr>
              <a:t>1 </a:t>
            </a:r>
            <a:r>
              <a:rPr lang="en-US" sz="2000" dirty="0">
                <a:latin typeface="cmsy10"/>
                <a:sym typeface="Symbol"/>
              </a:rPr>
              <a:t>Ç</a:t>
            </a:r>
            <a:r>
              <a:rPr lang="en-US" sz="2000" b="1" dirty="0">
                <a:latin typeface="cmsy10"/>
              </a:rPr>
              <a:t> 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aseline="-25000" dirty="0">
                <a:latin typeface="cmr10"/>
                <a:sym typeface="Symbol"/>
              </a:rPr>
              <a:t>2</a:t>
            </a:r>
            <a:r>
              <a:rPr lang="en-US" sz="2000" b="1" dirty="0">
                <a:latin typeface="cmsy10"/>
              </a:rPr>
              <a:t> j °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="1" dirty="0">
                <a:latin typeface="cmsy10"/>
              </a:rPr>
              <a:t> j 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aseline="-25000" dirty="0">
                <a:latin typeface="cmr10"/>
                <a:sym typeface="Symbol"/>
              </a:rPr>
              <a:t>1 </a:t>
            </a:r>
            <a:r>
              <a:rPr lang="en-US" sz="2000" dirty="0">
                <a:latin typeface="Franklin Gothic Book"/>
                <a:sym typeface="Symbol"/>
              </a:rPr>
              <a:t>U</a:t>
            </a:r>
            <a:r>
              <a:rPr lang="en-US" sz="2000" b="1" dirty="0">
                <a:latin typeface="cmsy10"/>
              </a:rPr>
              <a:t> </a:t>
            </a:r>
            <a:r>
              <a:rPr lang="en-US" sz="2000" dirty="0">
                <a:latin typeface="Symbol"/>
                <a:sym typeface="Symbol"/>
              </a:rPr>
              <a:t></a:t>
            </a:r>
            <a:r>
              <a:rPr lang="en-US" sz="2000" baseline="-25000" dirty="0">
                <a:latin typeface="cmr10"/>
                <a:sym typeface="Symbol"/>
              </a:rPr>
              <a:t>2</a:t>
            </a:r>
            <a:r>
              <a:rPr lang="en-US" sz="2000" b="1" dirty="0">
                <a:latin typeface="cmsy10"/>
              </a:rPr>
              <a:t> j </a:t>
            </a:r>
            <a:r>
              <a:rPr lang="en-US" sz="2000" dirty="0">
                <a:solidFill>
                  <a:srgbClr val="FF0000"/>
                </a:solidFill>
                <a:latin typeface="Symbol"/>
                <a:sym typeface="Symbol"/>
              </a:rPr>
              <a:t></a:t>
            </a:r>
            <a:r>
              <a:rPr lang="en-US" sz="2000" baseline="-25000" dirty="0">
                <a:solidFill>
                  <a:srgbClr val="FF0000"/>
                </a:solidFill>
                <a:latin typeface="cmr10"/>
                <a:sym typeface="Symbol"/>
              </a:rPr>
              <a:t>1 </a:t>
            </a:r>
            <a:r>
              <a:rPr lang="en-US" sz="2000" dirty="0">
                <a:solidFill>
                  <a:srgbClr val="FF0000"/>
                </a:solidFill>
                <a:latin typeface="Franklin Gothic Book"/>
                <a:sym typeface="Symbol"/>
              </a:rPr>
              <a:t>R</a:t>
            </a:r>
            <a:r>
              <a:rPr lang="en-US" sz="2000" b="1" dirty="0">
                <a:solidFill>
                  <a:srgbClr val="FF0000"/>
                </a:solidFill>
                <a:latin typeface="cmsy1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Symbol"/>
                <a:sym typeface="Symbol"/>
              </a:rPr>
              <a:t></a:t>
            </a:r>
            <a:r>
              <a:rPr lang="en-US" sz="2000" baseline="-25000" dirty="0">
                <a:solidFill>
                  <a:srgbClr val="FF0000"/>
                </a:solidFill>
                <a:latin typeface="cmr10"/>
                <a:sym typeface="Symbol"/>
              </a:rPr>
              <a:t>2</a:t>
            </a:r>
            <a:endParaRPr lang="he-IL" sz="2000" baseline="-25000" dirty="0">
              <a:solidFill>
                <a:srgbClr val="FF0000"/>
              </a:solidFill>
              <a:latin typeface="cmr10"/>
              <a:sym typeface="Symbol"/>
            </a:endParaRPr>
          </a:p>
          <a:p>
            <a:pPr algn="ctr">
              <a:buNone/>
            </a:pPr>
            <a:endParaRPr lang="en-US" dirty="0">
              <a:latin typeface="cmr10"/>
            </a:endParaRPr>
          </a:p>
          <a:p>
            <a:pPr lvl="1">
              <a:buClr>
                <a:srgbClr val="9B2D1F"/>
              </a:buClr>
            </a:pPr>
            <a:endParaRPr lang="he-IL" sz="2000" dirty="0">
              <a:solidFill>
                <a:prstClr val="black"/>
              </a:solidFill>
            </a:endParaRPr>
          </a:p>
          <a:p>
            <a:pPr lvl="1">
              <a:buClr>
                <a:srgbClr val="9B2D1F"/>
              </a:buClr>
            </a:pPr>
            <a:endParaRPr lang="he-IL" sz="2000" dirty="0">
              <a:solidFill>
                <a:prstClr val="black"/>
              </a:solidFill>
              <a:latin typeface="Franklin Gothic Boo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61AA6-BCA8-67EA-7CD0-A9DEB4C430EF}"/>
              </a:ext>
            </a:extLst>
          </p:cNvPr>
          <p:cNvSpPr txBox="1"/>
          <p:nvPr/>
        </p:nvSpPr>
        <p:spPr>
          <a:xfrm>
            <a:off x="5165217" y="5034879"/>
            <a:ext cx="2266682" cy="369332"/>
          </a:xfrm>
          <a:prstGeom prst="rect">
            <a:avLst/>
          </a:prstGeom>
          <a:solidFill>
            <a:schemeClr val="bg1"/>
          </a:solidFill>
          <a:ln>
            <a:headEnd type="arrow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he-IL"/>
            </a:defPPr>
            <a:lvl1pPr algn="ctr"/>
          </a:lstStyle>
          <a:p>
            <a:r>
              <a:rPr lang="he-IL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החלפנו את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</a:t>
            </a:r>
            <a:r>
              <a:rPr lang="he-IL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ב-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R</a:t>
            </a:r>
            <a:endParaRPr lang="LID4096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3602B55-348D-F4FB-3178-52ACAE20FF25}"/>
              </a:ext>
            </a:extLst>
          </p:cNvPr>
          <p:cNvSpPr/>
          <p:nvPr/>
        </p:nvSpPr>
        <p:spPr>
          <a:xfrm flipH="1">
            <a:off x="7440222" y="4065511"/>
            <a:ext cx="763619" cy="1198991"/>
          </a:xfrm>
          <a:custGeom>
            <a:avLst/>
            <a:gdLst>
              <a:gd name="connsiteX0" fmla="*/ 752289 w 1338278"/>
              <a:gd name="connsiteY0" fmla="*/ 0 h 1263781"/>
              <a:gd name="connsiteX1" fmla="*/ 11754 w 1338278"/>
              <a:gd name="connsiteY1" fmla="*/ 592428 h 1263781"/>
              <a:gd name="connsiteX2" fmla="*/ 372363 w 1338278"/>
              <a:gd name="connsiteY2" fmla="*/ 1159098 h 1263781"/>
              <a:gd name="connsiteX3" fmla="*/ 1338278 w 1338278"/>
              <a:gd name="connsiteY3" fmla="*/ 1262129 h 1263781"/>
              <a:gd name="connsiteX0" fmla="*/ 740680 w 1326669"/>
              <a:gd name="connsiteY0" fmla="*/ 0 h 1263781"/>
              <a:gd name="connsiteX1" fmla="*/ 145 w 1326669"/>
              <a:gd name="connsiteY1" fmla="*/ 592428 h 1263781"/>
              <a:gd name="connsiteX2" fmla="*/ 360754 w 1326669"/>
              <a:gd name="connsiteY2" fmla="*/ 1159098 h 1263781"/>
              <a:gd name="connsiteX3" fmla="*/ 1326669 w 1326669"/>
              <a:gd name="connsiteY3" fmla="*/ 1262129 h 1263781"/>
              <a:gd name="connsiteX0" fmla="*/ 740752 w 1326741"/>
              <a:gd name="connsiteY0" fmla="*/ 0 h 1263781"/>
              <a:gd name="connsiteX1" fmla="*/ 217 w 1326741"/>
              <a:gd name="connsiteY1" fmla="*/ 592428 h 1263781"/>
              <a:gd name="connsiteX2" fmla="*/ 360826 w 1326741"/>
              <a:gd name="connsiteY2" fmla="*/ 1159098 h 1263781"/>
              <a:gd name="connsiteX3" fmla="*/ 1326741 w 1326741"/>
              <a:gd name="connsiteY3" fmla="*/ 1262129 h 1263781"/>
              <a:gd name="connsiteX0" fmla="*/ 740752 w 1326741"/>
              <a:gd name="connsiteY0" fmla="*/ 0 h 1262346"/>
              <a:gd name="connsiteX1" fmla="*/ 217 w 1326741"/>
              <a:gd name="connsiteY1" fmla="*/ 592428 h 1262346"/>
              <a:gd name="connsiteX2" fmla="*/ 360826 w 1326741"/>
              <a:gd name="connsiteY2" fmla="*/ 1159098 h 1262346"/>
              <a:gd name="connsiteX3" fmla="*/ 1326741 w 1326741"/>
              <a:gd name="connsiteY3" fmla="*/ 1262129 h 1262346"/>
              <a:gd name="connsiteX0" fmla="*/ 740752 w 1326741"/>
              <a:gd name="connsiteY0" fmla="*/ 0 h 1263781"/>
              <a:gd name="connsiteX1" fmla="*/ 217 w 1326741"/>
              <a:gd name="connsiteY1" fmla="*/ 592428 h 1263781"/>
              <a:gd name="connsiteX2" fmla="*/ 360826 w 1326741"/>
              <a:gd name="connsiteY2" fmla="*/ 1159098 h 1263781"/>
              <a:gd name="connsiteX3" fmla="*/ 1326741 w 1326741"/>
              <a:gd name="connsiteY3" fmla="*/ 1262129 h 1263781"/>
              <a:gd name="connsiteX0" fmla="*/ 740752 w 1326741"/>
              <a:gd name="connsiteY0" fmla="*/ 0 h 1262645"/>
              <a:gd name="connsiteX1" fmla="*/ 217 w 1326741"/>
              <a:gd name="connsiteY1" fmla="*/ 592428 h 1262645"/>
              <a:gd name="connsiteX2" fmla="*/ 360826 w 1326741"/>
              <a:gd name="connsiteY2" fmla="*/ 1159098 h 1262645"/>
              <a:gd name="connsiteX3" fmla="*/ 1326741 w 1326741"/>
              <a:gd name="connsiteY3" fmla="*/ 1262129 h 1262645"/>
              <a:gd name="connsiteX0" fmla="*/ 740752 w 1326741"/>
              <a:gd name="connsiteY0" fmla="*/ 0 h 1262286"/>
              <a:gd name="connsiteX1" fmla="*/ 217 w 1326741"/>
              <a:gd name="connsiteY1" fmla="*/ 592428 h 1262286"/>
              <a:gd name="connsiteX2" fmla="*/ 360826 w 1326741"/>
              <a:gd name="connsiteY2" fmla="*/ 1159098 h 1262286"/>
              <a:gd name="connsiteX3" fmla="*/ 1326741 w 1326741"/>
              <a:gd name="connsiteY3" fmla="*/ 1262129 h 1262286"/>
              <a:gd name="connsiteX0" fmla="*/ 740752 w 1297453"/>
              <a:gd name="connsiteY0" fmla="*/ 0 h 1181398"/>
              <a:gd name="connsiteX1" fmla="*/ 217 w 1297453"/>
              <a:gd name="connsiteY1" fmla="*/ 592428 h 1181398"/>
              <a:gd name="connsiteX2" fmla="*/ 360826 w 1297453"/>
              <a:gd name="connsiteY2" fmla="*/ 1159098 h 1181398"/>
              <a:gd name="connsiteX3" fmla="*/ 1297453 w 1297453"/>
              <a:gd name="connsiteY3" fmla="*/ 1179646 h 1181398"/>
              <a:gd name="connsiteX0" fmla="*/ 741774 w 1298475"/>
              <a:gd name="connsiteY0" fmla="*/ 0 h 1181398"/>
              <a:gd name="connsiteX1" fmla="*/ 1239 w 1298475"/>
              <a:gd name="connsiteY1" fmla="*/ 592428 h 1181398"/>
              <a:gd name="connsiteX2" fmla="*/ 361848 w 1298475"/>
              <a:gd name="connsiteY2" fmla="*/ 1159098 h 1181398"/>
              <a:gd name="connsiteX3" fmla="*/ 1298475 w 1298475"/>
              <a:gd name="connsiteY3" fmla="*/ 1179646 h 1181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8475" h="1181398">
                <a:moveTo>
                  <a:pt x="741774" y="0"/>
                </a:moveTo>
                <a:cubicBezTo>
                  <a:pt x="403167" y="199622"/>
                  <a:pt x="6605" y="412124"/>
                  <a:pt x="1239" y="592428"/>
                </a:cubicBezTo>
                <a:cubicBezTo>
                  <a:pt x="-4127" y="772732"/>
                  <a:pt x="-8381" y="1135837"/>
                  <a:pt x="361848" y="1159098"/>
                </a:cubicBezTo>
                <a:cubicBezTo>
                  <a:pt x="696971" y="1181509"/>
                  <a:pt x="926061" y="1183939"/>
                  <a:pt x="1298475" y="1179646"/>
                </a:cubicBezTo>
              </a:path>
            </a:pathLst>
          </a:custGeom>
          <a:ln>
            <a:headEnd type="arrow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צורה חיובית נורמאלית בגודל ליניארי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27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12281" y="1378803"/>
                <a:ext cx="5597238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נוסחת 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קיימת נוסחה שקולה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ctr"/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בצורה חיובית נורמאלית כך ש-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281" y="1378803"/>
                <a:ext cx="5597238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654212" y="2590800"/>
            <a:ext cx="395012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התמרות "המכניסות  את השלילה פנימה"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בלי לְנַפֵּחַ את גודל הנוסחה: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869018"/>
                  </p:ext>
                </p:extLst>
              </p:nvPr>
            </p:nvGraphicFramePr>
            <p:xfrm>
              <a:off x="2882601" y="3313331"/>
              <a:ext cx="3749040" cy="28955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60799">
                      <a:extLst>
                        <a:ext uri="{9D8B030D-6E8A-4147-A177-3AD203B41FA5}">
                          <a16:colId xmlns:a16="http://schemas.microsoft.com/office/drawing/2014/main" val="2609614091"/>
                        </a:ext>
                      </a:extLst>
                    </a:gridCol>
                    <a:gridCol w="368001">
                      <a:extLst>
                        <a:ext uri="{9D8B030D-6E8A-4147-A177-3AD203B41FA5}">
                          <a16:colId xmlns:a16="http://schemas.microsoft.com/office/drawing/2014/main" val="879300569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4049732221"/>
                        </a:ext>
                      </a:extLst>
                    </a:gridCol>
                  </a:tblGrid>
                  <a:tr h="413657">
                    <a:tc>
                      <a:txBody>
                        <a:bodyPr/>
                        <a:lstStyle/>
                        <a:p>
                          <a:pPr algn="r" rtl="0"/>
                          <a14:m>
                            <m:oMath xmlns:m="http://schemas.openxmlformats.org/officeDocument/2006/math">
                              <m:r>
                                <a:rPr lang="he-IL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nor/>
                                </m:rPr>
                                <a:rPr lang="en-US" sz="2000" b="0" smtClean="0">
                                  <a:solidFill>
                                    <a:schemeClr val="tx1"/>
                                  </a:solidFill>
                                </a:rPr>
                                <m:t>true</m:t>
                              </m:r>
                            </m:oMath>
                          </a14:m>
                          <a:r>
                            <a:rPr lang="he-IL" sz="20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000" b="0" smtClean="0">
                                  <a:solidFill>
                                    <a:schemeClr val="tx1"/>
                                  </a:solidFill>
                                </a:rPr>
                                <m:t>false</m:t>
                              </m:r>
                            </m:oMath>
                          </a14:m>
                          <a:r>
                            <a:rPr lang="he-IL" sz="20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2586246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¬¬</m:t>
                              </m:r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8908875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∧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3554274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∨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613110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 2" panose="05020102010507070707" pitchFamily="18" charset="2"/>
                                </a:rPr>
                                <m:t></m:t>
                              </m:r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 2" panose="05020102010507070707" pitchFamily="18" charset="2"/>
                                </a:rPr>
                                <m:t>𝜑</m:t>
                              </m:r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 2" panose="05020102010507070707" pitchFamily="18" charset="2"/>
                                </a:rPr>
                                <m:t>¬</m:t>
                              </m:r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Wingdings 2" panose="05020102010507070707" pitchFamily="18" charset="2"/>
                                </a:rPr>
                                <m:t>𝜑</m:t>
                              </m:r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14814372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he-IL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he-IL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he-IL" sz="2000" b="0" i="0">
                              <a:solidFill>
                                <a:srgbClr val="0000FF"/>
                              </a:solidFill>
                            </a:rPr>
                            <a:t> </a:t>
                          </a:r>
                          <a:endParaRPr lang="en-US" sz="2000" b="0" i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5191251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he-IL" sz="2000" b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US" sz="20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he-IL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sSub>
                                <m:sSubPr>
                                  <m:ctrlPr>
                                    <a:rPr lang="en-US" sz="200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00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he-IL" sz="2000" b="0" dirty="0">
                              <a:solidFill>
                                <a:srgbClr val="0000FF"/>
                              </a:solidFill>
                            </a:rPr>
                            <a:t> </a:t>
                          </a:r>
                          <a:endParaRPr lang="en-US" sz="2000" b="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3009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869018"/>
                  </p:ext>
                </p:extLst>
              </p:nvPr>
            </p:nvGraphicFramePr>
            <p:xfrm>
              <a:off x="2882601" y="3313331"/>
              <a:ext cx="3749040" cy="28955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460799">
                      <a:extLst>
                        <a:ext uri="{9D8B030D-6E8A-4147-A177-3AD203B41FA5}">
                          <a16:colId xmlns:a16="http://schemas.microsoft.com/office/drawing/2014/main" val="2609614091"/>
                        </a:ext>
                      </a:extLst>
                    </a:gridCol>
                    <a:gridCol w="368001">
                      <a:extLst>
                        <a:ext uri="{9D8B030D-6E8A-4147-A177-3AD203B41FA5}">
                          <a16:colId xmlns:a16="http://schemas.microsoft.com/office/drawing/2014/main" val="879300569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4049732221"/>
                        </a:ext>
                      </a:extLst>
                    </a:gridCol>
                  </a:tblGrid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882" r="-156667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5882" r="-526667" b="-6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5882" b="-6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586246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5882" r="-156667" b="-5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105882" r="-526667" b="-5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105882" b="-5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908875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5882" r="-156667" b="-4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205882" r="-526667" b="-4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205882" b="-4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554274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5882" r="-156667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305882" r="-526667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305882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613110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405882" r="-156667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405882" r="-526667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405882" b="-2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4814372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05882" r="-15666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505882" r="-52666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505882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5191251"/>
                      </a:ext>
                    </a:extLst>
                  </a:tr>
                  <a:tr h="413657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605882" r="-156667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0000" t="-605882" r="-526667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4937" t="-605882" b="-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300907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6" name="Picture 2" descr="a cartoon illustrating a size preserving transformation">
            <a:extLst>
              <a:ext uri="{FF2B5EF4-FFF2-40B4-BE49-F238E27FC236}">
                <a16:creationId xmlns:a16="http://schemas.microsoft.com/office/drawing/2014/main" id="{3B6D7873-EDED-83FA-BF39-A698A6B68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34" b="96094" l="5664" r="96224">
                        <a14:foregroundMark x1="20638" y1="47852" x2="28841" y2="62109"/>
                        <a14:foregroundMark x1="10872" y1="85840" x2="23307" y2="87012"/>
                        <a14:foregroundMark x1="16406" y1="77930" x2="24089" y2="90137"/>
                        <a14:foregroundMark x1="29362" y1="79883" x2="45182" y2="77930"/>
                        <a14:foregroundMark x1="44661" y1="78711" x2="47005" y2="72754"/>
                        <a14:foregroundMark x1="30664" y1="92578" x2="40690" y2="85840"/>
                        <a14:foregroundMark x1="14844" y1="95313" x2="27279" y2="96094"/>
                        <a14:foregroundMark x1="5859" y1="93750" x2="8789" y2="77148"/>
                        <a14:foregroundMark x1="63346" y1="77539" x2="62305" y2="70020"/>
                        <a14:foregroundMark x1="46745" y1="55762" x2="45964" y2="52637"/>
                        <a14:foregroundMark x1="54167" y1="54590" x2="58073" y2="54590"/>
                        <a14:foregroundMark x1="59440" y1="51855" x2="61523" y2="45117"/>
                        <a14:foregroundMark x1="78646" y1="29297" x2="83398" y2="50586"/>
                        <a14:foregroundMark x1="80273" y1="81836" x2="89714" y2="76367"/>
                        <a14:foregroundMark x1="78646" y1="85059" x2="80013" y2="69629"/>
                        <a14:foregroundMark x1="75521" y1="91406" x2="75521" y2="68848"/>
                        <a14:foregroundMark x1="96354" y1="94141" x2="93685" y2="73145"/>
                        <a14:foregroundMark x1="44661" y1="60938" x2="44401" y2="55762"/>
                        <a14:foregroundMark x1="60482" y1="49805" x2="61263" y2="47461"/>
                        <a14:foregroundMark x1="8529" y1="69238" x2="8789" y2="65625"/>
                        <a14:foregroundMark x1="26953" y1="28906" x2="26432" y2="13477"/>
                        <a14:foregroundMark x1="45964" y1="15820" x2="20898" y2="21191"/>
                        <a14:foregroundMark x1="20898" y1="21191" x2="50000" y2="15332"/>
                        <a14:foregroundMark x1="50000" y1="15332" x2="54427" y2="20996"/>
                        <a14:foregroundMark x1="55208" y1="10254" x2="28841" y2="11133"/>
                        <a14:foregroundMark x1="28841" y1="11133" x2="38867" y2="34766"/>
                        <a14:foregroundMark x1="31185" y1="7520" x2="43359" y2="6738"/>
                        <a14:foregroundMark x1="14323" y1="12305" x2="21159" y2="13477"/>
                        <a14:foregroundMark x1="69466" y1="73145" x2="69987" y2="60547"/>
                        <a14:foregroundMark x1="53320" y1="56152" x2="62305" y2="60156"/>
                        <a14:foregroundMark x1="8008" y1="23340" x2="28125" y2="6445"/>
                        <a14:foregroundMark x1="28125" y1="6445" x2="52865" y2="9082"/>
                        <a14:foregroundMark x1="52865" y1="9082" x2="30859" y2="2734"/>
                        <a14:foregroundMark x1="30859" y1="2734" x2="13281" y2="55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9" y="5168722"/>
            <a:ext cx="2533918" cy="168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>
        <a:ln>
          <a:headEnd type="none" w="med" len="med"/>
          <a:tailEnd type="triangle" w="med" len="med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740</TotalTime>
  <Words>4249</Words>
  <Application>Microsoft Office PowerPoint</Application>
  <PresentationFormat>On-screen Show (4:3)</PresentationFormat>
  <Paragraphs>886</Paragraphs>
  <Slides>62</Slides>
  <Notes>0</Notes>
  <HiddenSlides>14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80" baseType="lpstr">
      <vt:lpstr>Franklin Gothic Book</vt:lpstr>
      <vt:lpstr>Cambria Math</vt:lpstr>
      <vt:lpstr>Gisha</vt:lpstr>
      <vt:lpstr>Wingdings 2</vt:lpstr>
      <vt:lpstr>Perpetua</vt:lpstr>
      <vt:lpstr>cmr10</vt:lpstr>
      <vt:lpstr>Times</vt:lpstr>
      <vt:lpstr>Aldhabi</vt:lpstr>
      <vt:lpstr>Aharoni</vt:lpstr>
      <vt:lpstr>msam10</vt:lpstr>
      <vt:lpstr>Arial Rounded MT Bold</vt:lpstr>
      <vt:lpstr>Symbol</vt:lpstr>
      <vt:lpstr>cmmi10</vt:lpstr>
      <vt:lpstr>Calibri</vt:lpstr>
      <vt:lpstr>msbm10</vt:lpstr>
      <vt:lpstr>cmsy10</vt:lpstr>
      <vt:lpstr>Equity</vt:lpstr>
      <vt:lpstr>Formula</vt:lpstr>
      <vt:lpstr>Linear Temporal Logic לוגיקת זמנים ליניארית</vt:lpstr>
      <vt:lpstr>בדיקות מודל (Model Checking)</vt:lpstr>
      <vt:lpstr>ראשי פרקים</vt:lpstr>
      <vt:lpstr>PowerPoint Presentation</vt:lpstr>
      <vt:lpstr>תיאור תכונות זמן-לינארי כפסוקים לוגיים</vt:lpstr>
      <vt:lpstr>תיאור תכונות זמן-לינארי כפסוקים לוגיים</vt:lpstr>
      <vt:lpstr>לוגיקת זמן לינארי</vt:lpstr>
      <vt:lpstr>הגדרה: נוסחה ב-LTL</vt:lpstr>
      <vt:lpstr>אופרטורים נגזרים (סוכר תחבירי)</vt:lpstr>
      <vt:lpstr>   Temporal Modalities כמתי זמן</vt:lpstr>
      <vt:lpstr>תכונת תוכנית הפילוסופים הסועדים</vt:lpstr>
      <vt:lpstr>PowerPoint Presentation</vt:lpstr>
      <vt:lpstr>דוגמא: תרגום נוסחה לאוטומט</vt:lpstr>
      <vt:lpstr>דוגמא: תרגום נוסחה לאוטומט</vt:lpstr>
      <vt:lpstr>דוגמה: שימוש באופרוטור ° לתכונות הרמזור</vt:lpstr>
      <vt:lpstr>תכונות פרקטיות ב-LTL</vt:lpstr>
      <vt:lpstr>תכונות של תוכניות</vt:lpstr>
      <vt:lpstr>תכונות תוכנית המניעה ההדדית</vt:lpstr>
      <vt:lpstr>סמנטיקה לאופרטורים הטמפורליים  עבור תכונות מצב</vt:lpstr>
      <vt:lpstr>הגדרה: סמנטיקה כקבוצות מילים</vt:lpstr>
      <vt:lpstr>סמנטיקה של Until כש-〖 ψ_1,ψ〗_2אינן תכונות מצב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סמנטיקה של ,}, }, } </vt:lpstr>
      <vt:lpstr>תשובה לחלק מהתרגיל בשקף הקודם</vt:lpstr>
      <vt:lpstr>הגדרה: סמנטיקה מעל מסלולים ומצבים</vt:lpstr>
      <vt:lpstr>הגדרות שקולות לסמנטיקה למערכות מעברים</vt:lpstr>
      <vt:lpstr>דוגמה: מערכת מעברים ותכונות LTL שהיא מקיימת וכאלה שהיא אינה מקיימת</vt:lpstr>
      <vt:lpstr>נקודה מבלבלת בקשר לסמנטיקה של שלילה</vt:lpstr>
      <vt:lpstr>נקודה מבלבלת בקשר לסמנטיקה של שלילה</vt:lpstr>
      <vt:lpstr>דוגמה: הוכחת הטענה מהשקף הקודם</vt:lpstr>
      <vt:lpstr>דוגמה:מניעה הדדית באמצעות סֶמָפוֹר (אַתָּת)</vt:lpstr>
      <vt:lpstr>דוגמה: מונה מודולו 4</vt:lpstr>
      <vt:lpstr>דוגמה: ערוץ תקשורת</vt:lpstr>
      <vt:lpstr>דוגמה: ערוץ תקשורת</vt:lpstr>
      <vt:lpstr>שקילות</vt:lpstr>
      <vt:lpstr>שקילויות של תחשיב פסוקים</vt:lpstr>
      <vt:lpstr>כללי הדואליות והאידנפוטנטיות</vt:lpstr>
      <vt:lpstr>דוגמה: הוכחת השקילות :}Á ´ :Á</vt:lpstr>
      <vt:lpstr>דוגמה: הוכחת השקילות ¬"°" φ≡"°"¬φ</vt:lpstr>
      <vt:lpstr>כללי הספיגה והפילוג</vt:lpstr>
      <vt:lpstr>דוגמה לאי קיום כלל פילוג</vt:lpstr>
      <vt:lpstr>כללי הפריסה</vt:lpstr>
      <vt:lpstr>דוגמה: הוכחת כלל הפריסה עבור U</vt:lpstr>
      <vt:lpstr>דוגמה: הוכחת כללי הפריסה הנוספים</vt:lpstr>
      <vt:lpstr>Weak until</vt:lpstr>
      <vt:lpstr>כלל הפריסה עבור weak until</vt:lpstr>
      <vt:lpstr>צורה חיובית נורמאלית Positive Normal Form</vt:lpstr>
      <vt:lpstr>תמיד אפשר להביא לצורה חיובית נורמאלית</vt:lpstr>
      <vt:lpstr>תמיד אפשר להביא לצורה חיובית נורמאלית</vt:lpstr>
      <vt:lpstr>דוגמה</vt:lpstr>
      <vt:lpstr>Release</vt:lpstr>
      <vt:lpstr>דוגמה: סמנטיקה של Release</vt:lpstr>
      <vt:lpstr>שיפור: צורה חיובית נורמאלית (PNF)</vt:lpstr>
      <vt:lpstr>צורה חיובית נורמאלית בגודל ליניארי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2</cp:revision>
  <dcterms:created xsi:type="dcterms:W3CDTF">2009-09-27T20:49:26Z</dcterms:created>
  <dcterms:modified xsi:type="dcterms:W3CDTF">2025-07-27T10:49:05Z</dcterms:modified>
</cp:coreProperties>
</file>