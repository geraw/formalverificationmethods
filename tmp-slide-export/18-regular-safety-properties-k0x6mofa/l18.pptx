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40"/>
  </p:notesMasterIdLst>
  <p:sldIdLst>
    <p:sldId id="256" r:id="rId2"/>
    <p:sldId id="311" r:id="rId3"/>
    <p:sldId id="313" r:id="rId4"/>
    <p:sldId id="343" r:id="rId5"/>
    <p:sldId id="312" r:id="rId6"/>
    <p:sldId id="314" r:id="rId7"/>
    <p:sldId id="315" r:id="rId8"/>
    <p:sldId id="316" r:id="rId9"/>
    <p:sldId id="344" r:id="rId10"/>
    <p:sldId id="345" r:id="rId11"/>
    <p:sldId id="317" r:id="rId12"/>
    <p:sldId id="338" r:id="rId13"/>
    <p:sldId id="348" r:id="rId14"/>
    <p:sldId id="358" r:id="rId15"/>
    <p:sldId id="361" r:id="rId16"/>
    <p:sldId id="359" r:id="rId17"/>
    <p:sldId id="318" r:id="rId18"/>
    <p:sldId id="350" r:id="rId19"/>
    <p:sldId id="351" r:id="rId20"/>
    <p:sldId id="319" r:id="rId21"/>
    <p:sldId id="364" r:id="rId22"/>
    <p:sldId id="363" r:id="rId23"/>
    <p:sldId id="353" r:id="rId24"/>
    <p:sldId id="354" r:id="rId25"/>
    <p:sldId id="355" r:id="rId26"/>
    <p:sldId id="356" r:id="rId27"/>
    <p:sldId id="357" r:id="rId28"/>
    <p:sldId id="320" r:id="rId29"/>
    <p:sldId id="349" r:id="rId30"/>
    <p:sldId id="347" r:id="rId31"/>
    <p:sldId id="321" r:id="rId32"/>
    <p:sldId id="322" r:id="rId33"/>
    <p:sldId id="323" r:id="rId34"/>
    <p:sldId id="352" r:id="rId35"/>
    <p:sldId id="324" r:id="rId36"/>
    <p:sldId id="325" r:id="rId37"/>
    <p:sldId id="339" r:id="rId38"/>
    <p:sldId id="327" r:id="rId39"/>
  </p:sldIdLst>
  <p:sldSz cx="9144000" cy="6858000" type="screen4x3"/>
  <p:notesSz cx="6858000" cy="9144000"/>
  <p:custDataLst>
    <p:tags r:id="rId41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D3619"/>
    <a:srgbClr val="336600"/>
    <a:srgbClr val="0000FF"/>
    <a:srgbClr val="FF4F4F"/>
    <a:srgbClr val="FF0000"/>
    <a:srgbClr val="055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01E369-C122-4B2F-B677-651F7CC767B7}" v="507" dt="2025-05-19T08:08:16.0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6" d="100"/>
          <a:sy n="106" d="100"/>
        </p:scale>
        <p:origin x="1206" y="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59650EF7-073E-4E27-86BB-BEAE27625003}"/>
    <pc:docChg chg="undo redo custSel addSld delSld modSld sldOrd">
      <pc:chgData name="Gera Weiss" userId="f0aa0173-552d-4808-9782-d425e6aaf8d9" providerId="ADAL" clId="{59650EF7-073E-4E27-86BB-BEAE27625003}" dt="2024-06-20T06:43:35.287" v="1214" actId="6549"/>
      <pc:docMkLst>
        <pc:docMk/>
      </pc:docMkLst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256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1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2"/>
        </pc:sldMkLst>
      </pc:sldChg>
      <pc:sldChg chg="addSp modSp mod 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3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4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5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6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7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8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19"/>
        </pc:sldMkLst>
      </pc:sldChg>
      <pc:sldChg chg="mod modTransition modShow">
        <pc:chgData name="Gera Weiss" userId="f0aa0173-552d-4808-9782-d425e6aaf8d9" providerId="ADAL" clId="{59650EF7-073E-4E27-86BB-BEAE27625003}" dt="2024-06-20T06:35:09.813" v="1187" actId="729"/>
        <pc:sldMkLst>
          <pc:docMk/>
          <pc:sldMk cId="0" sldId="320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21"/>
        </pc:sldMkLst>
      </pc:sldChg>
      <pc:sldChg chg="addSp modSp mod modTransition">
        <pc:chgData name="Gera Weiss" userId="f0aa0173-552d-4808-9782-d425e6aaf8d9" providerId="ADAL" clId="{59650EF7-073E-4E27-86BB-BEAE27625003}" dt="2024-06-20T06:41:04.415" v="1194" actId="1076"/>
        <pc:sldMkLst>
          <pc:docMk/>
          <pc:sldMk cId="0" sldId="322"/>
        </pc:sldMkLst>
      </pc:sldChg>
      <pc:sldChg chg="mod modTransition modShow">
        <pc:chgData name="Gera Weiss" userId="f0aa0173-552d-4808-9782-d425e6aaf8d9" providerId="ADAL" clId="{59650EF7-073E-4E27-86BB-BEAE27625003}" dt="2024-06-20T06:39:46.236" v="1192" actId="729"/>
        <pc:sldMkLst>
          <pc:docMk/>
          <pc:sldMk cId="0" sldId="323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24"/>
        </pc:sldMkLst>
      </pc:sldChg>
      <pc:sldChg chg="modSp modTransition">
        <pc:chgData name="Gera Weiss" userId="f0aa0173-552d-4808-9782-d425e6aaf8d9" providerId="ADAL" clId="{59650EF7-073E-4E27-86BB-BEAE27625003}" dt="2024-06-20T06:42:04.649" v="1202" actId="20577"/>
        <pc:sldMkLst>
          <pc:docMk/>
          <pc:sldMk cId="0" sldId="325"/>
        </pc:sldMkLst>
      </pc:sldChg>
      <pc:sldChg chg="delSp modSp mod modTransition">
        <pc:chgData name="Gera Weiss" userId="f0aa0173-552d-4808-9782-d425e6aaf8d9" providerId="ADAL" clId="{59650EF7-073E-4E27-86BB-BEAE27625003}" dt="2024-06-20T06:43:35.287" v="1214" actId="6549"/>
        <pc:sldMkLst>
          <pc:docMk/>
          <pc:sldMk cId="0" sldId="327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30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38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0" sldId="339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3285889474" sldId="343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2655071742" sldId="344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3870909693" sldId="345"/>
        </pc:sldMkLst>
      </pc:sldChg>
      <pc:sldChg chg="delSp mod modTransition">
        <pc:chgData name="Gera Weiss" userId="f0aa0173-552d-4808-9782-d425e6aaf8d9" providerId="ADAL" clId="{59650EF7-073E-4E27-86BB-BEAE27625003}" dt="2024-06-20T06:38:37.213" v="1191" actId="478"/>
        <pc:sldMkLst>
          <pc:docMk/>
          <pc:sldMk cId="1661227464" sldId="347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2969435502" sldId="348"/>
        </pc:sldMkLst>
      </pc:sldChg>
      <pc:sldChg chg="mod modTransition modShow">
        <pc:chgData name="Gera Weiss" userId="f0aa0173-552d-4808-9782-d425e6aaf8d9" providerId="ADAL" clId="{59650EF7-073E-4E27-86BB-BEAE27625003}" dt="2024-06-20T06:35:21.355" v="1188" actId="729"/>
        <pc:sldMkLst>
          <pc:docMk/>
          <pc:sldMk cId="2836008742" sldId="349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4101505851" sldId="350"/>
        </pc:sldMkLst>
      </pc:sldChg>
      <pc:sldChg chg="addSp modSp mod modTransition">
        <pc:chgData name="Gera Weiss" userId="f0aa0173-552d-4808-9782-d425e6aaf8d9" providerId="ADAL" clId="{59650EF7-073E-4E27-86BB-BEAE27625003}" dt="2024-06-20T06:30:52.047" v="1167"/>
        <pc:sldMkLst>
          <pc:docMk/>
          <pc:sldMk cId="939339535" sldId="351"/>
        </pc:sldMkLst>
      </pc:sldChg>
      <pc:sldChg chg="modTransition">
        <pc:chgData name="Gera Weiss" userId="f0aa0173-552d-4808-9782-d425e6aaf8d9" providerId="ADAL" clId="{59650EF7-073E-4E27-86BB-BEAE27625003}" dt="2024-06-20T06:30:52.047" v="1167"/>
        <pc:sldMkLst>
          <pc:docMk/>
          <pc:sldMk cId="3750628278" sldId="352"/>
        </pc:sldMkLst>
      </pc:sldChg>
      <pc:sldChg chg="mod modTransition modShow">
        <pc:chgData name="Gera Weiss" userId="f0aa0173-552d-4808-9782-d425e6aaf8d9" providerId="ADAL" clId="{59650EF7-073E-4E27-86BB-BEAE27625003}" dt="2024-06-20T06:34:57.958" v="1186" actId="729"/>
        <pc:sldMkLst>
          <pc:docMk/>
          <pc:sldMk cId="2785205148" sldId="353"/>
        </pc:sldMkLst>
      </pc:sldChg>
      <pc:sldChg chg="mod modTransition modShow">
        <pc:chgData name="Gera Weiss" userId="f0aa0173-552d-4808-9782-d425e6aaf8d9" providerId="ADAL" clId="{59650EF7-073E-4E27-86BB-BEAE27625003}" dt="2024-06-20T06:34:57.958" v="1186" actId="729"/>
        <pc:sldMkLst>
          <pc:docMk/>
          <pc:sldMk cId="154539583" sldId="354"/>
        </pc:sldMkLst>
      </pc:sldChg>
      <pc:sldChg chg="mod modTransition modShow">
        <pc:chgData name="Gera Weiss" userId="f0aa0173-552d-4808-9782-d425e6aaf8d9" providerId="ADAL" clId="{59650EF7-073E-4E27-86BB-BEAE27625003}" dt="2024-06-20T06:34:57.958" v="1186" actId="729"/>
        <pc:sldMkLst>
          <pc:docMk/>
          <pc:sldMk cId="3899418758" sldId="355"/>
        </pc:sldMkLst>
      </pc:sldChg>
      <pc:sldChg chg="mod modTransition modShow">
        <pc:chgData name="Gera Weiss" userId="f0aa0173-552d-4808-9782-d425e6aaf8d9" providerId="ADAL" clId="{59650EF7-073E-4E27-86BB-BEAE27625003}" dt="2024-06-20T06:34:57.958" v="1186" actId="729"/>
        <pc:sldMkLst>
          <pc:docMk/>
          <pc:sldMk cId="4043729752" sldId="356"/>
        </pc:sldMkLst>
      </pc:sldChg>
      <pc:sldChg chg="mod modTransition modShow">
        <pc:chgData name="Gera Weiss" userId="f0aa0173-552d-4808-9782-d425e6aaf8d9" providerId="ADAL" clId="{59650EF7-073E-4E27-86BB-BEAE27625003}" dt="2024-06-20T06:34:57.958" v="1186" actId="729"/>
        <pc:sldMkLst>
          <pc:docMk/>
          <pc:sldMk cId="3759528143" sldId="357"/>
        </pc:sldMkLst>
      </pc:sldChg>
      <pc:sldChg chg="addSp delSp modSp mod modTransition">
        <pc:chgData name="Gera Weiss" userId="f0aa0173-552d-4808-9782-d425e6aaf8d9" providerId="ADAL" clId="{59650EF7-073E-4E27-86BB-BEAE27625003}" dt="2024-06-20T06:30:52.047" v="1167"/>
        <pc:sldMkLst>
          <pc:docMk/>
          <pc:sldMk cId="1452531343" sldId="358"/>
        </pc:sldMkLst>
      </pc:sldChg>
      <pc:sldChg chg="modSp modTransition">
        <pc:chgData name="Gera Weiss" userId="f0aa0173-552d-4808-9782-d425e6aaf8d9" providerId="ADAL" clId="{59650EF7-073E-4E27-86BB-BEAE27625003}" dt="2024-06-20T06:30:52.047" v="1167"/>
        <pc:sldMkLst>
          <pc:docMk/>
          <pc:sldMk cId="525806027" sldId="359"/>
        </pc:sldMkLst>
      </pc:sldChg>
      <pc:sldChg chg="add del">
        <pc:chgData name="Gera Weiss" userId="f0aa0173-552d-4808-9782-d425e6aaf8d9" providerId="ADAL" clId="{59650EF7-073E-4E27-86BB-BEAE27625003}" dt="2024-06-16T06:48:12.308" v="380" actId="47"/>
        <pc:sldMkLst>
          <pc:docMk/>
          <pc:sldMk cId="555420304" sldId="360"/>
        </pc:sldMkLst>
      </pc:sldChg>
      <pc:sldChg chg="addSp modSp add mod modTransition">
        <pc:chgData name="Gera Weiss" userId="f0aa0173-552d-4808-9782-d425e6aaf8d9" providerId="ADAL" clId="{59650EF7-073E-4E27-86BB-BEAE27625003}" dt="2024-06-20T06:30:52.047" v="1167"/>
        <pc:sldMkLst>
          <pc:docMk/>
          <pc:sldMk cId="522593048" sldId="361"/>
        </pc:sldMkLst>
      </pc:sldChg>
      <pc:sldChg chg="addSp delSp modSp add del mod">
        <pc:chgData name="Gera Weiss" userId="f0aa0173-552d-4808-9782-d425e6aaf8d9" providerId="ADAL" clId="{59650EF7-073E-4E27-86BB-BEAE27625003}" dt="2024-06-16T06:53:45.205" v="388" actId="47"/>
        <pc:sldMkLst>
          <pc:docMk/>
          <pc:sldMk cId="3969151977" sldId="362"/>
        </pc:sldMkLst>
      </pc:sldChg>
      <pc:sldChg chg="addSp delSp modSp mod modTransition">
        <pc:chgData name="Gera Weiss" userId="f0aa0173-552d-4808-9782-d425e6aaf8d9" providerId="ADAL" clId="{59650EF7-073E-4E27-86BB-BEAE27625003}" dt="2024-06-20T06:33:35.938" v="1175" actId="1582"/>
        <pc:sldMkLst>
          <pc:docMk/>
          <pc:sldMk cId="3065373243" sldId="363"/>
        </pc:sldMkLst>
      </pc:sldChg>
      <pc:sldChg chg="addSp delSp modSp add mod ord modTransition">
        <pc:chgData name="Gera Weiss" userId="f0aa0173-552d-4808-9782-d425e6aaf8d9" providerId="ADAL" clId="{59650EF7-073E-4E27-86BB-BEAE27625003}" dt="2024-06-20T06:35:33.830" v="1190"/>
        <pc:sldMkLst>
          <pc:docMk/>
          <pc:sldMk cId="402315830" sldId="364"/>
        </pc:sldMkLst>
      </pc:sldChg>
    </pc:docChg>
  </pc:docChgLst>
  <pc:docChgLst>
    <pc:chgData name="גרא וייס" userId="f0aa0173-552d-4808-9782-d425e6aaf8d9" providerId="ADAL" clId="{A54C5539-D726-4514-82A0-304348616AFF}"/>
    <pc:docChg chg="custSel modSld">
      <pc:chgData name="גרא וייס" userId="f0aa0173-552d-4808-9782-d425e6aaf8d9" providerId="ADAL" clId="{A54C5539-D726-4514-82A0-304348616AFF}" dt="2023-02-18T12:28:06.301" v="5"/>
      <pc:docMkLst>
        <pc:docMk/>
      </pc:docMkLst>
      <pc:sldChg chg="modSp mod">
        <pc:chgData name="גרא וייס" userId="f0aa0173-552d-4808-9782-d425e6aaf8d9" providerId="ADAL" clId="{A54C5539-D726-4514-82A0-304348616AFF}" dt="2023-02-18T12:27:53.863" v="1" actId="27636"/>
        <pc:sldMkLst>
          <pc:docMk/>
          <pc:sldMk cId="0" sldId="321"/>
        </pc:sldMkLst>
      </pc:sldChg>
      <pc:sldChg chg="modSp">
        <pc:chgData name="גרא וייס" userId="f0aa0173-552d-4808-9782-d425e6aaf8d9" providerId="ADAL" clId="{A54C5539-D726-4514-82A0-304348616AFF}" dt="2023-02-18T12:28:06.301" v="5"/>
        <pc:sldMkLst>
          <pc:docMk/>
          <pc:sldMk cId="0" sldId="322"/>
        </pc:sldMkLst>
      </pc:sldChg>
    </pc:docChg>
  </pc:docChgLst>
  <pc:docChgLst>
    <pc:chgData name="Gera Weiss" userId="f0aa0173-552d-4808-9782-d425e6aaf8d9" providerId="ADAL" clId="{D501E369-C122-4B2F-B677-651F7CC767B7}"/>
    <pc:docChg chg="undo redo custSel delSld modSld sldOrd">
      <pc:chgData name="Gera Weiss" userId="f0aa0173-552d-4808-9782-d425e6aaf8d9" providerId="ADAL" clId="{D501E369-C122-4B2F-B677-651F7CC767B7}" dt="2025-05-19T08:08:16.025" v="821" actId="20577"/>
      <pc:docMkLst>
        <pc:docMk/>
      </pc:docMkLst>
      <pc:sldChg chg="modSp mod">
        <pc:chgData name="Gera Weiss" userId="f0aa0173-552d-4808-9782-d425e6aaf8d9" providerId="ADAL" clId="{D501E369-C122-4B2F-B677-651F7CC767B7}" dt="2025-05-14T07:30:15.981" v="2" actId="20577"/>
        <pc:sldMkLst>
          <pc:docMk/>
          <pc:sldMk cId="0" sldId="256"/>
        </pc:sldMkLst>
        <pc:spChg chg="mod">
          <ac:chgData name="Gera Weiss" userId="f0aa0173-552d-4808-9782-d425e6aaf8d9" providerId="ADAL" clId="{D501E369-C122-4B2F-B677-651F7CC767B7}" dt="2025-05-14T07:30:15.981" v="2" actId="20577"/>
          <ac:spMkLst>
            <pc:docMk/>
            <pc:sldMk cId="0" sldId="256"/>
            <ac:spMk id="4" creationId="{7DF76295-8C6B-A0A3-E790-EE5EE08FF150}"/>
          </ac:spMkLst>
        </pc:spChg>
      </pc:sldChg>
      <pc:sldChg chg="modSp mod">
        <pc:chgData name="Gera Weiss" userId="f0aa0173-552d-4808-9782-d425e6aaf8d9" providerId="ADAL" clId="{D501E369-C122-4B2F-B677-651F7CC767B7}" dt="2025-05-14T07:35:23.099" v="9" actId="1076"/>
        <pc:sldMkLst>
          <pc:docMk/>
          <pc:sldMk cId="0" sldId="312"/>
        </pc:sldMkLst>
        <pc:spChg chg="mod">
          <ac:chgData name="Gera Weiss" userId="f0aa0173-552d-4808-9782-d425e6aaf8d9" providerId="ADAL" clId="{D501E369-C122-4B2F-B677-651F7CC767B7}" dt="2025-05-14T07:35:13.780" v="8" actId="20577"/>
          <ac:spMkLst>
            <pc:docMk/>
            <pc:sldMk cId="0" sldId="312"/>
            <ac:spMk id="5" creationId="{00000000-0000-0000-0000-000000000000}"/>
          </ac:spMkLst>
        </pc:spChg>
        <pc:spChg chg="mod">
          <ac:chgData name="Gera Weiss" userId="f0aa0173-552d-4808-9782-d425e6aaf8d9" providerId="ADAL" clId="{D501E369-C122-4B2F-B677-651F7CC767B7}" dt="2025-05-14T07:35:23.099" v="9" actId="1076"/>
          <ac:spMkLst>
            <pc:docMk/>
            <pc:sldMk cId="0" sldId="312"/>
            <ac:spMk id="10" creationId="{00000000-0000-0000-0000-000000000000}"/>
          </ac:spMkLst>
        </pc:spChg>
      </pc:sldChg>
      <pc:sldChg chg="mod modShow">
        <pc:chgData name="Gera Weiss" userId="f0aa0173-552d-4808-9782-d425e6aaf8d9" providerId="ADAL" clId="{D501E369-C122-4B2F-B677-651F7CC767B7}" dt="2025-05-14T07:32:43.321" v="3" actId="729"/>
        <pc:sldMkLst>
          <pc:docMk/>
          <pc:sldMk cId="0" sldId="313"/>
        </pc:sldMkLst>
      </pc:sldChg>
      <pc:sldChg chg="mod modShow">
        <pc:chgData name="Gera Weiss" userId="f0aa0173-552d-4808-9782-d425e6aaf8d9" providerId="ADAL" clId="{D501E369-C122-4B2F-B677-651F7CC767B7}" dt="2025-05-19T07:40:05.797" v="274" actId="729"/>
        <pc:sldMkLst>
          <pc:docMk/>
          <pc:sldMk cId="0" sldId="321"/>
        </pc:sldMkLst>
      </pc:sldChg>
      <pc:sldChg chg="addSp delSp modSp mod modAnim">
        <pc:chgData name="Gera Weiss" userId="f0aa0173-552d-4808-9782-d425e6aaf8d9" providerId="ADAL" clId="{D501E369-C122-4B2F-B677-651F7CC767B7}" dt="2025-05-19T08:07:35.062" v="813" actId="1076"/>
        <pc:sldMkLst>
          <pc:docMk/>
          <pc:sldMk cId="0" sldId="322"/>
        </pc:sldMkLst>
        <pc:spChg chg="mod">
          <ac:chgData name="Gera Weiss" userId="f0aa0173-552d-4808-9782-d425e6aaf8d9" providerId="ADAL" clId="{D501E369-C122-4B2F-B677-651F7CC767B7}" dt="2025-05-19T08:05:18.469" v="792" actId="20577"/>
          <ac:spMkLst>
            <pc:docMk/>
            <pc:sldMk cId="0" sldId="322"/>
            <ac:spMk id="5" creationId="{00000000-0000-0000-0000-000000000000}"/>
          </ac:spMkLst>
        </pc:spChg>
        <pc:spChg chg="del mod">
          <ac:chgData name="Gera Weiss" userId="f0aa0173-552d-4808-9782-d425e6aaf8d9" providerId="ADAL" clId="{D501E369-C122-4B2F-B677-651F7CC767B7}" dt="2025-05-19T07:57:26.299" v="701" actId="478"/>
          <ac:spMkLst>
            <pc:docMk/>
            <pc:sldMk cId="0" sldId="322"/>
            <ac:spMk id="7" creationId="{69989FC7-2193-2BFC-3A00-02A488548635}"/>
          </ac:spMkLst>
        </pc:spChg>
        <pc:spChg chg="add del mod">
          <ac:chgData name="Gera Weiss" userId="f0aa0173-552d-4808-9782-d425e6aaf8d9" providerId="ADAL" clId="{D501E369-C122-4B2F-B677-651F7CC767B7}" dt="2025-05-19T07:52:14.300" v="607" actId="478"/>
          <ac:spMkLst>
            <pc:docMk/>
            <pc:sldMk cId="0" sldId="322"/>
            <ac:spMk id="8" creationId="{35F29CEB-4697-C241-AE99-75F541BB77B1}"/>
          </ac:spMkLst>
        </pc:spChg>
        <pc:spChg chg="add mod">
          <ac:chgData name="Gera Weiss" userId="f0aa0173-552d-4808-9782-d425e6aaf8d9" providerId="ADAL" clId="{D501E369-C122-4B2F-B677-651F7CC767B7}" dt="2025-05-19T08:07:35.062" v="813" actId="1076"/>
          <ac:spMkLst>
            <pc:docMk/>
            <pc:sldMk cId="0" sldId="322"/>
            <ac:spMk id="9" creationId="{F65B9C3C-5A1C-B907-B91B-174E9FFDFC2A}"/>
          </ac:spMkLst>
        </pc:spChg>
        <pc:grpChg chg="add mod">
          <ac:chgData name="Gera Weiss" userId="f0aa0173-552d-4808-9782-d425e6aaf8d9" providerId="ADAL" clId="{D501E369-C122-4B2F-B677-651F7CC767B7}" dt="2025-05-19T08:04:22.218" v="789" actId="164"/>
          <ac:grpSpMkLst>
            <pc:docMk/>
            <pc:sldMk cId="0" sldId="322"/>
            <ac:grpSpMk id="10" creationId="{C98DA9CA-E6CD-E357-CD54-33D28D4C4D14}"/>
          </ac:grpSpMkLst>
        </pc:grpChg>
        <pc:picChg chg="del mod">
          <ac:chgData name="Gera Weiss" userId="f0aa0173-552d-4808-9782-d425e6aaf8d9" providerId="ADAL" clId="{D501E369-C122-4B2F-B677-651F7CC767B7}" dt="2025-05-19T07:57:24.499" v="699" actId="478"/>
          <ac:picMkLst>
            <pc:docMk/>
            <pc:sldMk cId="0" sldId="322"/>
            <ac:picMk id="6" creationId="{B479E4CB-E69E-5FB1-0979-F65F1DA8307B}"/>
          </ac:picMkLst>
        </pc:picChg>
        <pc:picChg chg="add mod">
          <ac:chgData name="Gera Weiss" userId="f0aa0173-552d-4808-9782-d425e6aaf8d9" providerId="ADAL" clId="{D501E369-C122-4B2F-B677-651F7CC767B7}" dt="2025-05-19T08:04:22.218" v="789" actId="164"/>
          <ac:picMkLst>
            <pc:docMk/>
            <pc:sldMk cId="0" sldId="322"/>
            <ac:picMk id="1026" creationId="{7A0B72DA-B274-DA5A-421A-C0DE46D49896}"/>
          </ac:picMkLst>
        </pc:picChg>
      </pc:sldChg>
      <pc:sldChg chg="modSp">
        <pc:chgData name="Gera Weiss" userId="f0aa0173-552d-4808-9782-d425e6aaf8d9" providerId="ADAL" clId="{D501E369-C122-4B2F-B677-651F7CC767B7}" dt="2025-05-19T07:56:05.856" v="672" actId="20577"/>
        <pc:sldMkLst>
          <pc:docMk/>
          <pc:sldMk cId="0" sldId="325"/>
        </pc:sldMkLst>
        <pc:spChg chg="mod">
          <ac:chgData name="Gera Weiss" userId="f0aa0173-552d-4808-9782-d425e6aaf8d9" providerId="ADAL" clId="{D501E369-C122-4B2F-B677-651F7CC767B7}" dt="2025-05-19T07:56:05.856" v="672" actId="20577"/>
          <ac:spMkLst>
            <pc:docMk/>
            <pc:sldMk cId="0" sldId="325"/>
            <ac:spMk id="5" creationId="{00000000-0000-0000-0000-000000000000}"/>
          </ac:spMkLst>
        </pc:spChg>
      </pc:sldChg>
      <pc:sldChg chg="modSp">
        <pc:chgData name="Gera Weiss" userId="f0aa0173-552d-4808-9782-d425e6aaf8d9" providerId="ADAL" clId="{D501E369-C122-4B2F-B677-651F7CC767B7}" dt="2025-05-19T07:56:36.283" v="698" actId="20577"/>
        <pc:sldMkLst>
          <pc:docMk/>
          <pc:sldMk cId="0" sldId="327"/>
        </pc:sldMkLst>
        <pc:spChg chg="mod">
          <ac:chgData name="Gera Weiss" userId="f0aa0173-552d-4808-9782-d425e6aaf8d9" providerId="ADAL" clId="{D501E369-C122-4B2F-B677-651F7CC767B7}" dt="2025-05-19T07:56:29.706" v="690" actId="20577"/>
          <ac:spMkLst>
            <pc:docMk/>
            <pc:sldMk cId="0" sldId="327"/>
            <ac:spMk id="5" creationId="{00000000-0000-0000-0000-000000000000}"/>
          </ac:spMkLst>
        </pc:spChg>
        <pc:spChg chg="mod">
          <ac:chgData name="Gera Weiss" userId="f0aa0173-552d-4808-9782-d425e6aaf8d9" providerId="ADAL" clId="{D501E369-C122-4B2F-B677-651F7CC767B7}" dt="2025-05-19T07:56:36.283" v="698" actId="20577"/>
          <ac:spMkLst>
            <pc:docMk/>
            <pc:sldMk cId="0" sldId="327"/>
            <ac:spMk id="7" creationId="{00000000-0000-0000-0000-000000000000}"/>
          </ac:spMkLst>
        </pc:spChg>
      </pc:sldChg>
      <pc:sldChg chg="del">
        <pc:chgData name="Gera Weiss" userId="f0aa0173-552d-4808-9782-d425e6aaf8d9" providerId="ADAL" clId="{D501E369-C122-4B2F-B677-651F7CC767B7}" dt="2025-05-14T08:04:20.229" v="157" actId="47"/>
        <pc:sldMkLst>
          <pc:docMk/>
          <pc:sldMk cId="0" sldId="330"/>
        </pc:sldMkLst>
      </pc:sldChg>
      <pc:sldChg chg="modSp mod">
        <pc:chgData name="Gera Weiss" userId="f0aa0173-552d-4808-9782-d425e6aaf8d9" providerId="ADAL" clId="{D501E369-C122-4B2F-B677-651F7CC767B7}" dt="2025-05-14T07:38:26.507" v="35" actId="20577"/>
        <pc:sldMkLst>
          <pc:docMk/>
          <pc:sldMk cId="2655071742" sldId="344"/>
        </pc:sldMkLst>
        <pc:spChg chg="mod">
          <ac:chgData name="Gera Weiss" userId="f0aa0173-552d-4808-9782-d425e6aaf8d9" providerId="ADAL" clId="{D501E369-C122-4B2F-B677-651F7CC767B7}" dt="2025-05-14T07:38:26.507" v="35" actId="20577"/>
          <ac:spMkLst>
            <pc:docMk/>
            <pc:sldMk cId="2655071742" sldId="344"/>
            <ac:spMk id="6" creationId="{00000000-0000-0000-0000-000000000000}"/>
          </ac:spMkLst>
        </pc:spChg>
      </pc:sldChg>
      <pc:sldChg chg="ord">
        <pc:chgData name="Gera Weiss" userId="f0aa0173-552d-4808-9782-d425e6aaf8d9" providerId="ADAL" clId="{D501E369-C122-4B2F-B677-651F7CC767B7}" dt="2025-05-14T07:38:37.609" v="37"/>
        <pc:sldMkLst>
          <pc:docMk/>
          <pc:sldMk cId="3870909693" sldId="345"/>
        </pc:sldMkLst>
      </pc:sldChg>
      <pc:sldChg chg="modSp">
        <pc:chgData name="Gera Weiss" userId="f0aa0173-552d-4808-9782-d425e6aaf8d9" providerId="ADAL" clId="{D501E369-C122-4B2F-B677-651F7CC767B7}" dt="2025-05-19T08:08:16.025" v="821" actId="20577"/>
        <pc:sldMkLst>
          <pc:docMk/>
          <pc:sldMk cId="1661227464" sldId="347"/>
        </pc:sldMkLst>
        <pc:spChg chg="mod">
          <ac:chgData name="Gera Weiss" userId="f0aa0173-552d-4808-9782-d425e6aaf8d9" providerId="ADAL" clId="{D501E369-C122-4B2F-B677-651F7CC767B7}" dt="2025-05-19T08:08:16.025" v="821" actId="20577"/>
          <ac:spMkLst>
            <pc:docMk/>
            <pc:sldMk cId="1661227464" sldId="347"/>
            <ac:spMk id="5" creationId="{00000000-0000-0000-0000-000000000000}"/>
          </ac:spMkLst>
        </pc:spChg>
      </pc:sldChg>
      <pc:sldChg chg="modSp mod">
        <pc:chgData name="Gera Weiss" userId="f0aa0173-552d-4808-9782-d425e6aaf8d9" providerId="ADAL" clId="{D501E369-C122-4B2F-B677-651F7CC767B7}" dt="2025-05-14T07:42:19.843" v="47" actId="20577"/>
        <pc:sldMkLst>
          <pc:docMk/>
          <pc:sldMk cId="1452531343" sldId="358"/>
        </pc:sldMkLst>
        <pc:spChg chg="mod">
          <ac:chgData name="Gera Weiss" userId="f0aa0173-552d-4808-9782-d425e6aaf8d9" providerId="ADAL" clId="{D501E369-C122-4B2F-B677-651F7CC767B7}" dt="2025-05-14T07:42:19.843" v="47" actId="20577"/>
          <ac:spMkLst>
            <pc:docMk/>
            <pc:sldMk cId="1452531343" sldId="358"/>
            <ac:spMk id="12" creationId="{AC08AD16-2A4F-123C-69BE-A5A5F758F83D}"/>
          </ac:spMkLst>
        </pc:spChg>
      </pc:sldChg>
      <pc:sldChg chg="modSp mod">
        <pc:chgData name="Gera Weiss" userId="f0aa0173-552d-4808-9782-d425e6aaf8d9" providerId="ADAL" clId="{D501E369-C122-4B2F-B677-651F7CC767B7}" dt="2025-05-14T07:56:57.994" v="142" actId="27636"/>
        <pc:sldMkLst>
          <pc:docMk/>
          <pc:sldMk cId="525806027" sldId="359"/>
        </pc:sldMkLst>
        <pc:spChg chg="mod">
          <ac:chgData name="Gera Weiss" userId="f0aa0173-552d-4808-9782-d425e6aaf8d9" providerId="ADAL" clId="{D501E369-C122-4B2F-B677-651F7CC767B7}" dt="2025-05-14T07:56:36.393" v="136"/>
          <ac:spMkLst>
            <pc:docMk/>
            <pc:sldMk cId="525806027" sldId="359"/>
            <ac:spMk id="11" creationId="{0688ABE5-185C-D019-0E1E-85FF106432D7}"/>
          </ac:spMkLst>
        </pc:spChg>
        <pc:spChg chg="mod">
          <ac:chgData name="Gera Weiss" userId="f0aa0173-552d-4808-9782-d425e6aaf8d9" providerId="ADAL" clId="{D501E369-C122-4B2F-B677-651F7CC767B7}" dt="2025-05-14T07:56:57.994" v="142" actId="27636"/>
          <ac:spMkLst>
            <pc:docMk/>
            <pc:sldMk cId="525806027" sldId="359"/>
            <ac:spMk id="22" creationId="{00000000-0000-0000-0000-000000000000}"/>
          </ac:spMkLst>
        </pc:spChg>
      </pc:sldChg>
      <pc:sldChg chg="addSp delSp modSp mod">
        <pc:chgData name="Gera Weiss" userId="f0aa0173-552d-4808-9782-d425e6aaf8d9" providerId="ADAL" clId="{D501E369-C122-4B2F-B677-651F7CC767B7}" dt="2025-05-14T07:55:31.393" v="130" actId="2085"/>
        <pc:sldMkLst>
          <pc:docMk/>
          <pc:sldMk cId="522593048" sldId="361"/>
        </pc:sldMkLst>
        <pc:spChg chg="mod">
          <ac:chgData name="Gera Weiss" userId="f0aa0173-552d-4808-9782-d425e6aaf8d9" providerId="ADAL" clId="{D501E369-C122-4B2F-B677-651F7CC767B7}" dt="2025-05-14T07:55:31.393" v="130" actId="2085"/>
          <ac:spMkLst>
            <pc:docMk/>
            <pc:sldMk cId="522593048" sldId="361"/>
            <ac:spMk id="2" creationId="{20618B6F-D6D0-3991-69E9-5025896CF5F4}"/>
          </ac:spMkLst>
        </pc:spChg>
        <pc:spChg chg="add mod">
          <ac:chgData name="Gera Weiss" userId="f0aa0173-552d-4808-9782-d425e6aaf8d9" providerId="ADAL" clId="{D501E369-C122-4B2F-B677-651F7CC767B7}" dt="2025-05-14T07:54:58.727" v="127" actId="1076"/>
          <ac:spMkLst>
            <pc:docMk/>
            <pc:sldMk cId="522593048" sldId="361"/>
            <ac:spMk id="10" creationId="{5893B1B3-5A83-C07C-75EA-9D7BFDBD2B8F}"/>
          </ac:spMkLst>
        </pc:spChg>
        <pc:spChg chg="add mod">
          <ac:chgData name="Gera Weiss" userId="f0aa0173-552d-4808-9782-d425e6aaf8d9" providerId="ADAL" clId="{D501E369-C122-4B2F-B677-651F7CC767B7}" dt="2025-05-14T07:55:25.033" v="129" actId="1582"/>
          <ac:spMkLst>
            <pc:docMk/>
            <pc:sldMk cId="522593048" sldId="361"/>
            <ac:spMk id="13" creationId="{D3F02C75-99D3-DF95-CDD1-CF528F9AEF53}"/>
          </ac:spMkLst>
        </pc:spChg>
        <pc:picChg chg="add mod">
          <ac:chgData name="Gera Weiss" userId="f0aa0173-552d-4808-9782-d425e6aaf8d9" providerId="ADAL" clId="{D501E369-C122-4B2F-B677-651F7CC767B7}" dt="2025-05-14T07:52:47.649" v="73" actId="1076"/>
          <ac:picMkLst>
            <pc:docMk/>
            <pc:sldMk cId="522593048" sldId="361"/>
            <ac:picMk id="8" creationId="{7AFEB6E2-A6F4-F3B7-9D05-63E3629BFDCC}"/>
          </ac:picMkLst>
        </pc:picChg>
        <pc:cxnChg chg="add mod">
          <ac:chgData name="Gera Weiss" userId="f0aa0173-552d-4808-9782-d425e6aaf8d9" providerId="ADAL" clId="{D501E369-C122-4B2F-B677-651F7CC767B7}" dt="2025-05-14T07:55:25.033" v="129" actId="1582"/>
          <ac:cxnSpMkLst>
            <pc:docMk/>
            <pc:sldMk cId="522593048" sldId="361"/>
            <ac:cxnSpMk id="15" creationId="{80542707-A855-3ED3-C097-EA327F7FF060}"/>
          </ac:cxnSpMkLst>
        </pc:cxnChg>
      </pc:sldChg>
      <pc:sldChg chg="addSp delSp modSp mod">
        <pc:chgData name="Gera Weiss" userId="f0aa0173-552d-4808-9782-d425e6aaf8d9" providerId="ADAL" clId="{D501E369-C122-4B2F-B677-651F7CC767B7}" dt="2025-05-19T07:38:14.722" v="271" actId="1076"/>
        <pc:sldMkLst>
          <pc:docMk/>
          <pc:sldMk cId="3065373243" sldId="363"/>
        </pc:sldMkLst>
        <pc:spChg chg="mod">
          <ac:chgData name="Gera Weiss" userId="f0aa0173-552d-4808-9782-d425e6aaf8d9" providerId="ADAL" clId="{D501E369-C122-4B2F-B677-651F7CC767B7}" dt="2025-05-19T07:34:51.625" v="208" actId="14100"/>
          <ac:spMkLst>
            <pc:docMk/>
            <pc:sldMk cId="3065373243" sldId="363"/>
            <ac:spMk id="33" creationId="{5CFDEFFD-BC35-F4CC-5302-E70A1ED29242}"/>
          </ac:spMkLst>
        </pc:spChg>
        <pc:spChg chg="mod">
          <ac:chgData name="Gera Weiss" userId="f0aa0173-552d-4808-9782-d425e6aaf8d9" providerId="ADAL" clId="{D501E369-C122-4B2F-B677-651F7CC767B7}" dt="2025-05-19T07:34:51.625" v="208" actId="14100"/>
          <ac:spMkLst>
            <pc:docMk/>
            <pc:sldMk cId="3065373243" sldId="363"/>
            <ac:spMk id="34" creationId="{AF1717ED-DBD8-29E2-9846-A465B6E7EAD4}"/>
          </ac:spMkLst>
        </pc:spChg>
        <pc:spChg chg="mod">
          <ac:chgData name="Gera Weiss" userId="f0aa0173-552d-4808-9782-d425e6aaf8d9" providerId="ADAL" clId="{D501E369-C122-4B2F-B677-651F7CC767B7}" dt="2025-05-19T07:34:51.625" v="208" actId="14100"/>
          <ac:spMkLst>
            <pc:docMk/>
            <pc:sldMk cId="3065373243" sldId="363"/>
            <ac:spMk id="35" creationId="{5635B34A-A028-CC10-4020-56A975B6862E}"/>
          </ac:spMkLst>
        </pc:spChg>
        <pc:spChg chg="mod">
          <ac:chgData name="Gera Weiss" userId="f0aa0173-552d-4808-9782-d425e6aaf8d9" providerId="ADAL" clId="{D501E369-C122-4B2F-B677-651F7CC767B7}" dt="2025-05-19T07:34:51.625" v="208" actId="14100"/>
          <ac:spMkLst>
            <pc:docMk/>
            <pc:sldMk cId="3065373243" sldId="363"/>
            <ac:spMk id="36" creationId="{3A3A16F1-60B5-C213-C6B0-A624FC28941F}"/>
          </ac:spMkLst>
        </pc:spChg>
        <pc:spChg chg="mod">
          <ac:chgData name="Gera Weiss" userId="f0aa0173-552d-4808-9782-d425e6aaf8d9" providerId="ADAL" clId="{D501E369-C122-4B2F-B677-651F7CC767B7}" dt="2025-05-19T07:34:11.118" v="199"/>
          <ac:spMkLst>
            <pc:docMk/>
            <pc:sldMk cId="3065373243" sldId="363"/>
            <ac:spMk id="41" creationId="{D9F8F625-508A-19B9-C4C0-4635481E6705}"/>
          </ac:spMkLst>
        </pc:spChg>
        <pc:spChg chg="mod">
          <ac:chgData name="Gera Weiss" userId="f0aa0173-552d-4808-9782-d425e6aaf8d9" providerId="ADAL" clId="{D501E369-C122-4B2F-B677-651F7CC767B7}" dt="2025-05-19T07:34:11.118" v="199"/>
          <ac:spMkLst>
            <pc:docMk/>
            <pc:sldMk cId="3065373243" sldId="363"/>
            <ac:spMk id="42" creationId="{129F99CE-E711-CC6A-73DA-9119AC94C36E}"/>
          </ac:spMkLst>
        </pc:spChg>
        <pc:spChg chg="mod">
          <ac:chgData name="Gera Weiss" userId="f0aa0173-552d-4808-9782-d425e6aaf8d9" providerId="ADAL" clId="{D501E369-C122-4B2F-B677-651F7CC767B7}" dt="2025-05-19T07:34:11.118" v="199"/>
          <ac:spMkLst>
            <pc:docMk/>
            <pc:sldMk cId="3065373243" sldId="363"/>
            <ac:spMk id="43" creationId="{518D1DE6-75D3-BF03-0645-0C6D2965B83A}"/>
          </ac:spMkLst>
        </pc:spChg>
        <pc:spChg chg="mod">
          <ac:chgData name="Gera Weiss" userId="f0aa0173-552d-4808-9782-d425e6aaf8d9" providerId="ADAL" clId="{D501E369-C122-4B2F-B677-651F7CC767B7}" dt="2025-05-19T07:34:11.118" v="199"/>
          <ac:spMkLst>
            <pc:docMk/>
            <pc:sldMk cId="3065373243" sldId="363"/>
            <ac:spMk id="44" creationId="{C2AD1D3E-03DF-0100-A0B7-D894C8942F06}"/>
          </ac:spMkLst>
        </pc:spChg>
        <pc:spChg chg="mod">
          <ac:chgData name="Gera Weiss" userId="f0aa0173-552d-4808-9782-d425e6aaf8d9" providerId="ADAL" clId="{D501E369-C122-4B2F-B677-651F7CC767B7}" dt="2025-05-19T07:35:08.208" v="210" actId="1076"/>
          <ac:spMkLst>
            <pc:docMk/>
            <pc:sldMk cId="3065373243" sldId="363"/>
            <ac:spMk id="50" creationId="{42FC34F2-0CDA-5594-8515-889B52A85D1B}"/>
          </ac:spMkLst>
        </pc:spChg>
        <pc:spChg chg="mod">
          <ac:chgData name="Gera Weiss" userId="f0aa0173-552d-4808-9782-d425e6aaf8d9" providerId="ADAL" clId="{D501E369-C122-4B2F-B677-651F7CC767B7}" dt="2025-05-19T07:35:04.234" v="209" actId="1076"/>
          <ac:spMkLst>
            <pc:docMk/>
            <pc:sldMk cId="3065373243" sldId="363"/>
            <ac:spMk id="51" creationId="{89A84E18-B6D1-EDB9-074D-16D2CCC505EC}"/>
          </ac:spMkLst>
        </pc:spChg>
        <pc:spChg chg="mod">
          <ac:chgData name="Gera Weiss" userId="f0aa0173-552d-4808-9782-d425e6aaf8d9" providerId="ADAL" clId="{D501E369-C122-4B2F-B677-651F7CC767B7}" dt="2025-05-19T07:34:11.118" v="199"/>
          <ac:spMkLst>
            <pc:docMk/>
            <pc:sldMk cId="3065373243" sldId="363"/>
            <ac:spMk id="54" creationId="{11069BB0-DE72-C389-E144-8663335E2C9A}"/>
          </ac:spMkLst>
        </pc:spChg>
        <pc:spChg chg="add mod">
          <ac:chgData name="Gera Weiss" userId="f0aa0173-552d-4808-9782-d425e6aaf8d9" providerId="ADAL" clId="{D501E369-C122-4B2F-B677-651F7CC767B7}" dt="2025-05-19T07:37:09.204" v="264"/>
          <ac:spMkLst>
            <pc:docMk/>
            <pc:sldMk cId="3065373243" sldId="363"/>
            <ac:spMk id="55" creationId="{304782E4-91B8-6086-5CF4-12BFA805A8BE}"/>
          </ac:spMkLst>
        </pc:spChg>
        <pc:spChg chg="add mod">
          <ac:chgData name="Gera Weiss" userId="f0aa0173-552d-4808-9782-d425e6aaf8d9" providerId="ADAL" clId="{D501E369-C122-4B2F-B677-651F7CC767B7}" dt="2025-05-19T07:38:14.722" v="271" actId="1076"/>
          <ac:spMkLst>
            <pc:docMk/>
            <pc:sldMk cId="3065373243" sldId="363"/>
            <ac:spMk id="56" creationId="{2104B82E-546C-491D-9011-224B773D3F0A}"/>
          </ac:spMkLst>
        </pc:spChg>
        <pc:grpChg chg="del">
          <ac:chgData name="Gera Weiss" userId="f0aa0173-552d-4808-9782-d425e6aaf8d9" providerId="ADAL" clId="{D501E369-C122-4B2F-B677-651F7CC767B7}" dt="2025-05-19T07:34:10.696" v="198" actId="478"/>
          <ac:grpSpMkLst>
            <pc:docMk/>
            <pc:sldMk cId="3065373243" sldId="363"/>
            <ac:grpSpMk id="5" creationId="{CE114AE9-9461-EC14-AAC8-B67FBF324952}"/>
          </ac:grpSpMkLst>
        </pc:grpChg>
        <pc:cxnChg chg="mod">
          <ac:chgData name="Gera Weiss" userId="f0aa0173-552d-4808-9782-d425e6aaf8d9" providerId="ADAL" clId="{D501E369-C122-4B2F-B677-651F7CC767B7}" dt="2025-05-19T07:34:10.696" v="198" actId="478"/>
          <ac:cxnSpMkLst>
            <pc:docMk/>
            <pc:sldMk cId="3065373243" sldId="363"/>
            <ac:cxnSpMk id="20" creationId="{D5A5261F-DFC4-24F8-8A72-303F357792EE}"/>
          </ac:cxnSpMkLst>
        </pc:cxnChg>
        <pc:cxnChg chg="mod">
          <ac:chgData name="Gera Weiss" userId="f0aa0173-552d-4808-9782-d425e6aaf8d9" providerId="ADAL" clId="{D501E369-C122-4B2F-B677-651F7CC767B7}" dt="2025-05-19T07:34:10.696" v="198" actId="478"/>
          <ac:cxnSpMkLst>
            <pc:docMk/>
            <pc:sldMk cId="3065373243" sldId="363"/>
            <ac:cxnSpMk id="25" creationId="{36C12671-CD6F-CBC3-CFAC-43ECEC3AA086}"/>
          </ac:cxnSpMkLst>
        </pc:cxnChg>
        <pc:cxnChg chg="mod">
          <ac:chgData name="Gera Weiss" userId="f0aa0173-552d-4808-9782-d425e6aaf8d9" providerId="ADAL" clId="{D501E369-C122-4B2F-B677-651F7CC767B7}" dt="2025-05-19T07:34:10.696" v="198" actId="478"/>
          <ac:cxnSpMkLst>
            <pc:docMk/>
            <pc:sldMk cId="3065373243" sldId="363"/>
            <ac:cxnSpMk id="26" creationId="{723A7A33-76E0-6C8F-FDF6-D3AB187634DC}"/>
          </ac:cxnSpMkLst>
        </pc:cxnChg>
        <pc:cxnChg chg="mod">
          <ac:chgData name="Gera Weiss" userId="f0aa0173-552d-4808-9782-d425e6aaf8d9" providerId="ADAL" clId="{D501E369-C122-4B2F-B677-651F7CC767B7}" dt="2025-05-19T07:34:10.696" v="198" actId="478"/>
          <ac:cxnSpMkLst>
            <pc:docMk/>
            <pc:sldMk cId="3065373243" sldId="363"/>
            <ac:cxnSpMk id="27" creationId="{92DA3D09-CF58-5127-4583-D645F5EB0F96}"/>
          </ac:cxnSpMkLst>
        </pc:cxnChg>
        <pc:cxnChg chg="mod">
          <ac:chgData name="Gera Weiss" userId="f0aa0173-552d-4808-9782-d425e6aaf8d9" providerId="ADAL" clId="{D501E369-C122-4B2F-B677-651F7CC767B7}" dt="2025-05-19T07:34:10.696" v="198" actId="478"/>
          <ac:cxnSpMkLst>
            <pc:docMk/>
            <pc:sldMk cId="3065373243" sldId="363"/>
            <ac:cxnSpMk id="28" creationId="{4061D225-2BA3-D66A-4D99-D3A327A7599D}"/>
          </ac:cxnSpMkLst>
        </pc:cxnChg>
        <pc:cxnChg chg="mod">
          <ac:chgData name="Gera Weiss" userId="f0aa0173-552d-4808-9782-d425e6aaf8d9" providerId="ADAL" clId="{D501E369-C122-4B2F-B677-651F7CC767B7}" dt="2025-05-19T07:34:51.625" v="208" actId="14100"/>
          <ac:cxnSpMkLst>
            <pc:docMk/>
            <pc:sldMk cId="3065373243" sldId="363"/>
            <ac:cxnSpMk id="40" creationId="{687E9C15-7459-12F6-7BD5-7A5D336B7354}"/>
          </ac:cxnSpMkLst>
        </pc:cxnChg>
        <pc:cxnChg chg="mod">
          <ac:chgData name="Gera Weiss" userId="f0aa0173-552d-4808-9782-d425e6aaf8d9" providerId="ADAL" clId="{D501E369-C122-4B2F-B677-651F7CC767B7}" dt="2025-05-19T07:34:51.625" v="208" actId="14100"/>
          <ac:cxnSpMkLst>
            <pc:docMk/>
            <pc:sldMk cId="3065373243" sldId="363"/>
            <ac:cxnSpMk id="45" creationId="{C0A33086-4C7B-8473-38CC-928AA2C89201}"/>
          </ac:cxnSpMkLst>
        </pc:cxnChg>
        <pc:cxnChg chg="mod">
          <ac:chgData name="Gera Weiss" userId="f0aa0173-552d-4808-9782-d425e6aaf8d9" providerId="ADAL" clId="{D501E369-C122-4B2F-B677-651F7CC767B7}" dt="2025-05-19T07:34:51.625" v="208" actId="14100"/>
          <ac:cxnSpMkLst>
            <pc:docMk/>
            <pc:sldMk cId="3065373243" sldId="363"/>
            <ac:cxnSpMk id="47" creationId="{DA540D29-B402-0E28-862D-DE493B38D790}"/>
          </ac:cxnSpMkLst>
        </pc:cxnChg>
        <pc:cxnChg chg="mod">
          <ac:chgData name="Gera Weiss" userId="f0aa0173-552d-4808-9782-d425e6aaf8d9" providerId="ADAL" clId="{D501E369-C122-4B2F-B677-651F7CC767B7}" dt="2025-05-19T07:34:51.625" v="208" actId="14100"/>
          <ac:cxnSpMkLst>
            <pc:docMk/>
            <pc:sldMk cId="3065373243" sldId="363"/>
            <ac:cxnSpMk id="49" creationId="{A7F530A1-1E8C-8B13-B577-F63E29C44CCC}"/>
          </ac:cxnSpMkLst>
        </pc:cxnChg>
      </pc:sldChg>
      <pc:sldChg chg="addSp delSp modSp mod">
        <pc:chgData name="Gera Weiss" userId="f0aa0173-552d-4808-9782-d425e6aaf8d9" providerId="ADAL" clId="{D501E369-C122-4B2F-B677-651F7CC767B7}" dt="2025-05-19T07:38:25.016" v="273"/>
        <pc:sldMkLst>
          <pc:docMk/>
          <pc:sldMk cId="402315830" sldId="364"/>
        </pc:sldMkLst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6" creationId="{D9248C4E-4B72-0B87-E0F7-E9A57E0762E7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7" creationId="{FF5C5A71-093F-9CE7-21B0-A91A6ACE77D3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8" creationId="{A2BD9764-EA98-AAF6-CA1E-B771F70A0B60}"/>
          </ac:spMkLst>
        </pc:spChg>
        <pc:spChg chg="del mod">
          <ac:chgData name="Gera Weiss" userId="f0aa0173-552d-4808-9782-d425e6aaf8d9" providerId="ADAL" clId="{D501E369-C122-4B2F-B677-651F7CC767B7}" dt="2025-05-19T07:38:24.407" v="272" actId="478"/>
          <ac:spMkLst>
            <pc:docMk/>
            <pc:sldMk cId="402315830" sldId="364"/>
            <ac:spMk id="12" creationId="{999E87CF-79B2-C6E3-0474-B959C07C80E0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16" creationId="{72B18DBB-A409-4334-8483-2C89F00547BB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44" creationId="{74D6DD67-98DB-7A2B-4009-2CCD4A6CD737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45" creationId="{85E9EFAA-56C4-8232-5477-416F9C095A1D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46" creationId="{4B82F664-EA0E-CA45-2934-4A261B6E4F3D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47" creationId="{1B6FB1A4-B156-F193-5C4D-6554009AB1FD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54" creationId="{1641E7CD-A7EC-1E5F-4680-AF1A29C29774}"/>
          </ac:spMkLst>
        </pc:spChg>
        <pc:spChg chg="mod">
          <ac:chgData name="Gera Weiss" userId="f0aa0173-552d-4808-9782-d425e6aaf8d9" providerId="ADAL" clId="{D501E369-C122-4B2F-B677-651F7CC767B7}" dt="2025-05-19T07:35:21.599" v="212"/>
          <ac:spMkLst>
            <pc:docMk/>
            <pc:sldMk cId="402315830" sldId="364"/>
            <ac:spMk id="55" creationId="{4D2896BF-7603-5214-B3BD-AC26BA74A517}"/>
          </ac:spMkLst>
        </pc:spChg>
        <pc:spChg chg="add del mod">
          <ac:chgData name="Gera Weiss" userId="f0aa0173-552d-4808-9782-d425e6aaf8d9" providerId="ADAL" clId="{D501E369-C122-4B2F-B677-651F7CC767B7}" dt="2025-05-19T07:36:57.359" v="261" actId="478"/>
          <ac:spMkLst>
            <pc:docMk/>
            <pc:sldMk cId="402315830" sldId="364"/>
            <ac:spMk id="57" creationId="{2D5C0207-FCBE-ABF7-A74E-88533534350A}"/>
          </ac:spMkLst>
        </pc:spChg>
        <pc:spChg chg="add mod">
          <ac:chgData name="Gera Weiss" userId="f0aa0173-552d-4808-9782-d425e6aaf8d9" providerId="ADAL" clId="{D501E369-C122-4B2F-B677-651F7CC767B7}" dt="2025-05-19T07:37:04.095" v="263" actId="1076"/>
          <ac:spMkLst>
            <pc:docMk/>
            <pc:sldMk cId="402315830" sldId="364"/>
            <ac:spMk id="58" creationId="{D09FD9A5-4606-2F05-0707-3952E44C3289}"/>
          </ac:spMkLst>
        </pc:spChg>
        <pc:spChg chg="add mod">
          <ac:chgData name="Gera Weiss" userId="f0aa0173-552d-4808-9782-d425e6aaf8d9" providerId="ADAL" clId="{D501E369-C122-4B2F-B677-651F7CC767B7}" dt="2025-05-19T07:38:25.016" v="273"/>
          <ac:spMkLst>
            <pc:docMk/>
            <pc:sldMk cId="402315830" sldId="364"/>
            <ac:spMk id="59" creationId="{C8028B6F-A727-C898-A878-FF7EE1EF3CBE}"/>
          </ac:spMkLst>
        </pc:spChg>
        <pc:grpChg chg="del">
          <ac:chgData name="Gera Weiss" userId="f0aa0173-552d-4808-9782-d425e6aaf8d9" providerId="ADAL" clId="{D501E369-C122-4B2F-B677-651F7CC767B7}" dt="2025-05-19T07:35:20.967" v="211" actId="478"/>
          <ac:grpSpMkLst>
            <pc:docMk/>
            <pc:sldMk cId="402315830" sldId="364"/>
            <ac:grpSpMk id="21" creationId="{88FBEDFE-8E6F-C66E-D130-33A6324A7A88}"/>
          </ac:grpSpMkLst>
        </pc:grpChg>
        <pc:cxnChg chg="mod">
          <ac:chgData name="Gera Weiss" userId="f0aa0173-552d-4808-9782-d425e6aaf8d9" providerId="ADAL" clId="{D501E369-C122-4B2F-B677-651F7CC767B7}" dt="2025-05-19T07:35:20.967" v="211" actId="478"/>
          <ac:cxnSpMkLst>
            <pc:docMk/>
            <pc:sldMk cId="402315830" sldId="364"/>
            <ac:cxnSpMk id="29" creationId="{EE44148B-55F1-FEAE-B440-B3E0D4979FFF}"/>
          </ac:cxnSpMkLst>
        </pc:cxnChg>
        <pc:cxnChg chg="mod">
          <ac:chgData name="Gera Weiss" userId="f0aa0173-552d-4808-9782-d425e6aaf8d9" providerId="ADAL" clId="{D501E369-C122-4B2F-B677-651F7CC767B7}" dt="2025-05-19T07:35:20.967" v="211" actId="478"/>
          <ac:cxnSpMkLst>
            <pc:docMk/>
            <pc:sldMk cId="402315830" sldId="364"/>
            <ac:cxnSpMk id="34" creationId="{A2CB875D-C511-F212-F724-0D88D60872E6}"/>
          </ac:cxnSpMkLst>
        </pc:cxnChg>
        <pc:cxnChg chg="mod">
          <ac:chgData name="Gera Weiss" userId="f0aa0173-552d-4808-9782-d425e6aaf8d9" providerId="ADAL" clId="{D501E369-C122-4B2F-B677-651F7CC767B7}" dt="2025-05-19T07:33:32.055" v="194" actId="14100"/>
          <ac:cxnSpMkLst>
            <pc:docMk/>
            <pc:sldMk cId="402315830" sldId="364"/>
            <ac:cxnSpMk id="35" creationId="{6B93F725-9357-92D9-1008-82B804862508}"/>
          </ac:cxnSpMkLst>
        </pc:cxnChg>
        <pc:cxnChg chg="mod">
          <ac:chgData name="Gera Weiss" userId="f0aa0173-552d-4808-9782-d425e6aaf8d9" providerId="ADAL" clId="{D501E369-C122-4B2F-B677-651F7CC767B7}" dt="2025-05-19T07:35:20.967" v="211" actId="478"/>
          <ac:cxnSpMkLst>
            <pc:docMk/>
            <pc:sldMk cId="402315830" sldId="364"/>
            <ac:cxnSpMk id="36" creationId="{16583FD5-34EA-93CB-F7F0-F0B657FA6EDC}"/>
          </ac:cxnSpMkLst>
        </pc:cxnChg>
        <pc:cxnChg chg="mod">
          <ac:chgData name="Gera Weiss" userId="f0aa0173-552d-4808-9782-d425e6aaf8d9" providerId="ADAL" clId="{D501E369-C122-4B2F-B677-651F7CC767B7}" dt="2025-05-19T07:35:20.967" v="211" actId="478"/>
          <ac:cxnSpMkLst>
            <pc:docMk/>
            <pc:sldMk cId="402315830" sldId="364"/>
            <ac:cxnSpMk id="37" creationId="{5BC3A839-D1AF-A1D5-2F03-0D77B694AA95}"/>
          </ac:cxnSpMkLst>
        </pc:cxnChg>
      </pc:sldChg>
    </pc:docChg>
  </pc:docChgLst>
  <pc:docChgLst>
    <pc:chgData name="Gera Weiss" userId="f0aa0173-552d-4808-9782-d425e6aaf8d9" providerId="ADAL" clId="{F2AFA42C-C74D-4163-B39F-614BC774F7F3}"/>
    <pc:docChg chg="undo custSel addSld delSld modSld sldOrd modMainMaster">
      <pc:chgData name="Gera Weiss" userId="f0aa0173-552d-4808-9782-d425e6aaf8d9" providerId="ADAL" clId="{F2AFA42C-C74D-4163-B39F-614BC774F7F3}" dt="2024-06-19T20:40:53.634" v="3129" actId="729"/>
      <pc:docMkLst>
        <pc:docMk/>
      </pc:docMkLst>
      <pc:sldChg chg="addSp modSp 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256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1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2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3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4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5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6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17"/>
        </pc:sldMkLst>
      </pc:sldChg>
      <pc:sldChg chg="mod modTransition modShow">
        <pc:chgData name="Gera Weiss" userId="f0aa0173-552d-4808-9782-d425e6aaf8d9" providerId="ADAL" clId="{F2AFA42C-C74D-4163-B39F-614BC774F7F3}" dt="2024-06-15T20:43:42.992" v="1361"/>
        <pc:sldMkLst>
          <pc:docMk/>
          <pc:sldMk cId="0" sldId="318"/>
        </pc:sldMkLst>
      </pc:sldChg>
      <pc:sldChg chg="modSp modTransition">
        <pc:chgData name="Gera Weiss" userId="f0aa0173-552d-4808-9782-d425e6aaf8d9" providerId="ADAL" clId="{F2AFA42C-C74D-4163-B39F-614BC774F7F3}" dt="2024-06-19T19:46:02.579" v="1917" actId="20577"/>
        <pc:sldMkLst>
          <pc:docMk/>
          <pc:sldMk cId="0" sldId="319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20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21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22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23"/>
        </pc:sldMkLst>
      </pc:sldChg>
      <pc:sldChg chg="mod modTransition modShow">
        <pc:chgData name="Gera Weiss" userId="f0aa0173-552d-4808-9782-d425e6aaf8d9" providerId="ADAL" clId="{F2AFA42C-C74D-4163-B39F-614BC774F7F3}" dt="2024-06-19T20:40:41.905" v="3128" actId="729"/>
        <pc:sldMkLst>
          <pc:docMk/>
          <pc:sldMk cId="0" sldId="324"/>
        </pc:sldMkLst>
      </pc:sldChg>
      <pc:sldChg chg="modSp modTransition">
        <pc:chgData name="Gera Weiss" userId="f0aa0173-552d-4808-9782-d425e6aaf8d9" providerId="ADAL" clId="{F2AFA42C-C74D-4163-B39F-614BC774F7F3}" dt="2024-06-19T20:40:32.078" v="3127" actId="6549"/>
        <pc:sldMkLst>
          <pc:docMk/>
          <pc:sldMk cId="0" sldId="325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27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0" sldId="330"/>
        </pc:sldMkLst>
      </pc:sldChg>
      <pc:sldChg chg="mod modTransition modShow">
        <pc:chgData name="Gera Weiss" userId="f0aa0173-552d-4808-9782-d425e6aaf8d9" providerId="ADAL" clId="{F2AFA42C-C74D-4163-B39F-614BC774F7F3}" dt="2024-06-15T20:43:42.992" v="1361"/>
        <pc:sldMkLst>
          <pc:docMk/>
          <pc:sldMk cId="0" sldId="338"/>
        </pc:sldMkLst>
      </pc:sldChg>
      <pc:sldChg chg="mod modTransition modShow">
        <pc:chgData name="Gera Weiss" userId="f0aa0173-552d-4808-9782-d425e6aaf8d9" providerId="ADAL" clId="{F2AFA42C-C74D-4163-B39F-614BC774F7F3}" dt="2024-06-19T20:40:53.634" v="3129" actId="729"/>
        <pc:sldMkLst>
          <pc:docMk/>
          <pc:sldMk cId="0" sldId="339"/>
        </pc:sldMkLst>
      </pc:sldChg>
      <pc:sldChg chg="mod modTransition modShow">
        <pc:chgData name="Gera Weiss" userId="f0aa0173-552d-4808-9782-d425e6aaf8d9" providerId="ADAL" clId="{F2AFA42C-C74D-4163-B39F-614BC774F7F3}" dt="2024-06-15T20:43:42.992" v="1361"/>
        <pc:sldMkLst>
          <pc:docMk/>
          <pc:sldMk cId="3285889474" sldId="343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2655071742" sldId="344"/>
        </pc:sldMkLst>
      </pc:sldChg>
      <pc:sldChg chg="modSp mod modTransition">
        <pc:chgData name="Gera Weiss" userId="f0aa0173-552d-4808-9782-d425e6aaf8d9" providerId="ADAL" clId="{F2AFA42C-C74D-4163-B39F-614BC774F7F3}" dt="2024-06-15T20:43:42.992" v="1361"/>
        <pc:sldMkLst>
          <pc:docMk/>
          <pc:sldMk cId="3870909693" sldId="345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1661227464" sldId="347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2969435502" sldId="348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2836008742" sldId="349"/>
        </pc:sldMkLst>
      </pc:sldChg>
      <pc:sldChg chg="modSp mod ord modTransition">
        <pc:chgData name="Gera Weiss" userId="f0aa0173-552d-4808-9782-d425e6aaf8d9" providerId="ADAL" clId="{F2AFA42C-C74D-4163-B39F-614BC774F7F3}" dt="2024-06-15T20:43:42.992" v="1361"/>
        <pc:sldMkLst>
          <pc:docMk/>
          <pc:sldMk cId="4101505851" sldId="350"/>
        </pc:sldMkLst>
      </pc:sldChg>
      <pc:sldChg chg="ord modTransition">
        <pc:chgData name="Gera Weiss" userId="f0aa0173-552d-4808-9782-d425e6aaf8d9" providerId="ADAL" clId="{F2AFA42C-C74D-4163-B39F-614BC774F7F3}" dt="2024-06-15T20:43:42.992" v="1361"/>
        <pc:sldMkLst>
          <pc:docMk/>
          <pc:sldMk cId="939339535" sldId="351"/>
        </pc:sldMkLst>
      </pc:sldChg>
      <pc:sldChg chg="mod modTransition modShow">
        <pc:chgData name="Gera Weiss" userId="f0aa0173-552d-4808-9782-d425e6aaf8d9" providerId="ADAL" clId="{F2AFA42C-C74D-4163-B39F-614BC774F7F3}" dt="2024-06-19T20:39:49.600" v="3126" actId="729"/>
        <pc:sldMkLst>
          <pc:docMk/>
          <pc:sldMk cId="3750628278" sldId="352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2785205148" sldId="353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154539583" sldId="354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3899418758" sldId="355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4043729752" sldId="356"/>
        </pc:sldMkLst>
      </pc:sldChg>
      <pc:sldChg chg="modTransition">
        <pc:chgData name="Gera Weiss" userId="f0aa0173-552d-4808-9782-d425e6aaf8d9" providerId="ADAL" clId="{F2AFA42C-C74D-4163-B39F-614BC774F7F3}" dt="2024-06-15T20:43:42.992" v="1361"/>
        <pc:sldMkLst>
          <pc:docMk/>
          <pc:sldMk cId="3759528143" sldId="357"/>
        </pc:sldMkLst>
      </pc:sldChg>
      <pc:sldChg chg="addSp delSp modSp add mod modTransition">
        <pc:chgData name="Gera Weiss" userId="f0aa0173-552d-4808-9782-d425e6aaf8d9" providerId="ADAL" clId="{F2AFA42C-C74D-4163-B39F-614BC774F7F3}" dt="2024-06-15T20:43:42.992" v="1361"/>
        <pc:sldMkLst>
          <pc:docMk/>
          <pc:sldMk cId="1452531343" sldId="358"/>
        </pc:sldMkLst>
      </pc:sldChg>
      <pc:sldChg chg="addSp delSp modSp add mod modTransition">
        <pc:chgData name="Gera Weiss" userId="f0aa0173-552d-4808-9782-d425e6aaf8d9" providerId="ADAL" clId="{F2AFA42C-C74D-4163-B39F-614BC774F7F3}" dt="2024-06-15T20:44:32.945" v="1364" actId="6549"/>
        <pc:sldMkLst>
          <pc:docMk/>
          <pc:sldMk cId="525806027" sldId="359"/>
        </pc:sldMkLst>
      </pc:sldChg>
      <pc:sldChg chg="addSp delSp modSp new del mod">
        <pc:chgData name="Gera Weiss" userId="f0aa0173-552d-4808-9782-d425e6aaf8d9" providerId="ADAL" clId="{F2AFA42C-C74D-4163-B39F-614BC774F7F3}" dt="2024-06-19T20:34:11.885" v="2994" actId="47"/>
        <pc:sldMkLst>
          <pc:docMk/>
          <pc:sldMk cId="2988413395" sldId="362"/>
        </pc:sldMkLst>
      </pc:sldChg>
      <pc:sldChg chg="addSp modSp add mod">
        <pc:chgData name="Gera Weiss" userId="f0aa0173-552d-4808-9782-d425e6aaf8d9" providerId="ADAL" clId="{F2AFA42C-C74D-4163-B39F-614BC774F7F3}" dt="2024-06-19T20:37:48.640" v="3125" actId="20577"/>
        <pc:sldMkLst>
          <pc:docMk/>
          <pc:sldMk cId="3065373243" sldId="363"/>
        </pc:sldMkLst>
      </pc:sldChg>
      <pc:sldMasterChg chg="modSldLayout">
        <pc:chgData name="Gera Weiss" userId="f0aa0173-552d-4808-9782-d425e6aaf8d9" providerId="ADAL" clId="{F2AFA42C-C74D-4163-B39F-614BC774F7F3}" dt="2024-06-15T19:41:39.911" v="3" actId="1076"/>
        <pc:sldMasterMkLst>
          <pc:docMk/>
          <pc:sldMasterMk cId="0" sldId="2147483708"/>
        </pc:sldMasterMkLst>
        <pc:sldLayoutChg chg="addSp delSp modSp mod">
          <pc:chgData name="Gera Weiss" userId="f0aa0173-552d-4808-9782-d425e6aaf8d9" providerId="ADAL" clId="{F2AFA42C-C74D-4163-B39F-614BC774F7F3}" dt="2024-06-15T19:41:39.911" v="3" actId="1076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8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09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E2F8C930-FD26-F731-0560-404E31F959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35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26" Type="http://schemas.openxmlformats.org/officeDocument/2006/relationships/image" Target="../media/image45.png"/><Relationship Id="rId18" Type="http://schemas.openxmlformats.org/officeDocument/2006/relationships/image" Target="../media/image6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5" Type="http://schemas.openxmlformats.org/officeDocument/2006/relationships/image" Target="../media/image43.png"/><Relationship Id="rId17" Type="http://schemas.openxmlformats.org/officeDocument/2006/relationships/image" Target="../media/image65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38.png"/><Relationship Id="rId5" Type="http://schemas.openxmlformats.org/officeDocument/2006/relationships/image" Target="../media/image53.png"/><Relationship Id="rId23" Type="http://schemas.openxmlformats.org/officeDocument/2006/relationships/image" Target="../media/image71.png"/><Relationship Id="rId28" Type="http://schemas.openxmlformats.org/officeDocument/2006/relationships/image" Target="../media/image60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4" Type="http://schemas.openxmlformats.org/officeDocument/2006/relationships/image" Target="../media/image52.png"/><Relationship Id="rId27" Type="http://schemas.openxmlformats.org/officeDocument/2006/relationships/image" Target="../media/image57.png"/><Relationship Id="rId22" Type="http://schemas.openxmlformats.org/officeDocument/2006/relationships/image" Target="../media/image70.png"/><Relationship Id="rId30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58.png"/><Relationship Id="rId18" Type="http://schemas.openxmlformats.org/officeDocument/2006/relationships/image" Target="../media/image45.png"/><Relationship Id="rId26" Type="http://schemas.openxmlformats.org/officeDocument/2006/relationships/image" Target="../media/image70.png"/><Relationship Id="rId3" Type="http://schemas.openxmlformats.org/officeDocument/2006/relationships/image" Target="../media/image51.png"/><Relationship Id="rId21" Type="http://schemas.openxmlformats.org/officeDocument/2006/relationships/image" Target="../media/image65.png"/><Relationship Id="rId7" Type="http://schemas.openxmlformats.org/officeDocument/2006/relationships/image" Target="../media/image76.png"/><Relationship Id="rId12" Type="http://schemas.openxmlformats.org/officeDocument/2006/relationships/image" Target="../media/image56.png"/><Relationship Id="rId17" Type="http://schemas.openxmlformats.org/officeDocument/2006/relationships/image" Target="../media/image43.png"/><Relationship Id="rId25" Type="http://schemas.openxmlformats.org/officeDocument/2006/relationships/image" Target="../media/image61.png"/><Relationship Id="rId2" Type="http://schemas.openxmlformats.org/officeDocument/2006/relationships/image" Target="../media/image72.png"/><Relationship Id="rId16" Type="http://schemas.openxmlformats.org/officeDocument/2006/relationships/image" Target="../media/image38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55.png"/><Relationship Id="rId24" Type="http://schemas.openxmlformats.org/officeDocument/2006/relationships/image" Target="../media/image60.png"/><Relationship Id="rId5" Type="http://schemas.openxmlformats.org/officeDocument/2006/relationships/image" Target="../media/image74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79.png"/><Relationship Id="rId19" Type="http://schemas.openxmlformats.org/officeDocument/2006/relationships/image" Target="../media/image57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71.png"/><Relationship Id="rId22" Type="http://schemas.openxmlformats.org/officeDocument/2006/relationships/image" Target="../media/image66.png"/><Relationship Id="rId27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image" Target="../media/image95.png"/><Relationship Id="rId16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63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68.png"/><Relationship Id="rId2" Type="http://schemas.openxmlformats.org/officeDocument/2006/relationships/image" Target="../media/image95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68.png"/><Relationship Id="rId2" Type="http://schemas.openxmlformats.org/officeDocument/2006/relationships/image" Target="../media/image95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68.png"/><Relationship Id="rId2" Type="http://schemas.openxmlformats.org/officeDocument/2006/relationships/image" Target="../media/image95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7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13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135.png"/><Relationship Id="rId2" Type="http://schemas.openxmlformats.org/officeDocument/2006/relationships/image" Target="../media/image112.png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24" Type="http://schemas.openxmlformats.org/officeDocument/2006/relationships/image" Target="../media/image134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45.png"/><Relationship Id="rId18" Type="http://schemas.openxmlformats.org/officeDocument/2006/relationships/image" Target="../media/image149.png"/><Relationship Id="rId3" Type="http://schemas.openxmlformats.org/officeDocument/2006/relationships/image" Target="../media/image137.png"/><Relationship Id="rId21" Type="http://schemas.openxmlformats.org/officeDocument/2006/relationships/image" Target="../media/image152.png"/><Relationship Id="rId7" Type="http://schemas.openxmlformats.org/officeDocument/2006/relationships/image" Target="../media/image141.png"/><Relationship Id="rId12" Type="http://schemas.openxmlformats.org/officeDocument/2006/relationships/image" Target="../media/image144.png"/><Relationship Id="rId17" Type="http://schemas.openxmlformats.org/officeDocument/2006/relationships/image" Target="../media/image148.png"/><Relationship Id="rId2" Type="http://schemas.openxmlformats.org/officeDocument/2006/relationships/image" Target="../media/image136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3.png"/><Relationship Id="rId5" Type="http://schemas.openxmlformats.org/officeDocument/2006/relationships/image" Target="../media/image139.png"/><Relationship Id="rId15" Type="http://schemas.openxmlformats.org/officeDocument/2006/relationships/image" Target="../media/image146.png"/><Relationship Id="rId10" Type="http://schemas.openxmlformats.org/officeDocument/2006/relationships/image" Target="../media/image142.png"/><Relationship Id="rId19" Type="http://schemas.openxmlformats.org/officeDocument/2006/relationships/image" Target="../media/image150.png"/><Relationship Id="rId4" Type="http://schemas.openxmlformats.org/officeDocument/2006/relationships/image" Target="../media/image138.png"/><Relationship Id="rId9" Type="http://schemas.openxmlformats.org/officeDocument/2006/relationships/image" Target="../media/image126.png"/><Relationship Id="rId14" Type="http://schemas.openxmlformats.org/officeDocument/2006/relationships/image" Target="../media/image1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תכונות בטיחות רגולריות</a:t>
            </a: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F76295-8C6B-A0A3-E790-EE5EE08FF150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585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2" descr="סרט מודעות צהוב – ויקיפדיה">
            <a:extLst>
              <a:ext uri="{FF2B5EF4-FFF2-40B4-BE49-F238E27FC236}">
                <a16:creationId xmlns:a16="http://schemas.microsoft.com/office/drawing/2014/main" id="{3B4AFBF0-75A0-23AD-5057-0C1CE0102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47">
        <p159:morph option="byObject"/>
      </p:transition>
    </mc:Choice>
    <mc:Fallback xmlns="">
      <p:transition spd="slow" advTm="104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בטיחות 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600200"/>
                <a:ext cx="8915400" cy="4572000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60000"/>
                  </a:lnSpc>
                  <a:spcBef>
                    <a:spcPts val="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תכונת בטיחות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רגולרית</a:t>
                </a:r>
                <a:b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Gisha" panose="020B0502040204020203" pitchFamily="34" charset="-79"/>
                        </a:rPr>
                        <m:t>⇕</m:t>
                      </m:r>
                    </m:oMath>
                  </m:oMathPara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6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𝑎𝑑𝑃𝑟𝑒𝑓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שפה רגולרית</a:t>
                </a:r>
              </a:p>
              <a:p>
                <a:pPr algn="ctr">
                  <a:lnSpc>
                    <a:spcPct val="16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Gisha" panose="020B0502040204020203" pitchFamily="34" charset="-79"/>
                        </a:rPr>
                        <m:t>⇕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lnSpc>
                    <a:spcPct val="160000"/>
                  </a:lnSpc>
                  <a:spcBef>
                    <a:spcPts val="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קיים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סופי דטרמיניסטי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כך ש-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ℒ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latin typeface="Cambria Math"/>
                      </a:rPr>
                      <m:t>𝒜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r>
                      <a:rPr lang="en-US" i="1" dirty="0" err="1" smtClean="0">
                        <a:latin typeface="Cambria Math"/>
                      </a:rPr>
                      <m:t>𝑏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𝑎𝑑𝑃𝑟𝑒𝑓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600200"/>
                <a:ext cx="8915400" cy="457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מספיק להתייחס לרישות רעות מינימאליות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0" y="2667000"/>
                <a:ext cx="6172200" cy="2286000"/>
              </a:xfr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רגולרית</a:t>
                </a:r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240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𝑖𝑛𝐵𝑎𝑑𝑃𝑟𝑒𝑓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שפה רגולרית</a:t>
                </a:r>
              </a:p>
              <a:p>
                <a:pPr algn="ctr">
                  <a:buNone/>
                </a:pPr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0" y="2667000"/>
                <a:ext cx="6172200" cy="2286000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ular Callout 5"/>
          <p:cNvSpPr/>
          <p:nvPr/>
        </p:nvSpPr>
        <p:spPr>
          <a:xfrm>
            <a:off x="5257800" y="5638800"/>
            <a:ext cx="2895600" cy="612648"/>
          </a:xfrm>
          <a:prstGeom prst="wedgeRoundRectCallout">
            <a:avLst>
              <a:gd name="adj1" fmla="val -42423"/>
              <a:gd name="adj2" fmla="val -21011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הרישות הרעות שאף רישא שלהן איננה רישא רעה</a:t>
            </a:r>
          </a:p>
        </p:txBody>
      </p:sp>
      <p:pic>
        <p:nvPicPr>
          <p:cNvPr id="7" name="Graphic 8" descr="Owl">
            <a:extLst>
              <a:ext uri="{FF2B5EF4-FFF2-40B4-BE49-F238E27FC236}">
                <a16:creationId xmlns:a16="http://schemas.microsoft.com/office/drawing/2014/main" id="{4F880D7E-E457-4D9A-959E-8F2959C29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48387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D4E85D-874F-1369-C592-B1909CE2695F}"/>
              </a:ext>
            </a:extLst>
          </p:cNvPr>
          <p:cNvSpPr txBox="1"/>
          <p:nvPr/>
        </p:nvSpPr>
        <p:spPr>
          <a:xfrm>
            <a:off x="431908" y="5753100"/>
            <a:ext cx="1422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>
                <a:latin typeface="Gisha" panose="020B0502040204020203" pitchFamily="34" charset="-79"/>
                <a:cs typeface="Gisha" panose="020B0502040204020203" pitchFamily="34" charset="-79"/>
              </a:rPr>
              <a:t>הוכיחו טענה זאת</a:t>
            </a:r>
            <a:endParaRPr lang="en-US" sz="1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הוכחת הטענה מהשקף הקודם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981200"/>
                <a:ext cx="8610600" cy="4572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מאוטומט המקבל את הרישות הרעות המינימאליות לאוטומט המקבל את כל הרישות הרעות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320040" lvl="1" indent="0"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נוסיף לכל מצב מקבל מעבר עצמי מעל כל אות באלף-בית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sz="2000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𝐴𝑃</m:t>
                        </m:r>
                      </m:sup>
                    </m:sSup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מאוטומט המקבל את כל הרישות הרעות לאוטומט המקבל את הרישות הרעות המינימאליות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320040" lvl="1" indent="0"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נוריד את כל המעברים היוצאים ממצב מקבל</a:t>
                </a: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981200"/>
                <a:ext cx="8610600" cy="4572000"/>
              </a:xfrm>
              <a:blipFill>
                <a:blip r:embed="rId3"/>
                <a:stretch>
                  <a:fillRect l="-212" t="-933" r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5181600" y="3559464"/>
            <a:ext cx="381000" cy="381000"/>
          </a:xfrm>
          <a:prstGeom prst="ellipse">
            <a:avLst/>
          </a:prstGeom>
          <a:ln w="57150" cmpd="dbl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Cloud 7"/>
          <p:cNvSpPr/>
          <p:nvPr/>
        </p:nvSpPr>
        <p:spPr>
          <a:xfrm>
            <a:off x="3962400" y="3276600"/>
            <a:ext cx="914400" cy="914400"/>
          </a:xfrm>
          <a:prstGeom prst="clou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0" name="Straight Arrow Connector 9"/>
          <p:cNvCxnSpPr>
            <a:endCxn id="6" idx="2"/>
          </p:cNvCxnSpPr>
          <p:nvPr/>
        </p:nvCxnSpPr>
        <p:spPr>
          <a:xfrm>
            <a:off x="4648200" y="3733800"/>
            <a:ext cx="533400" cy="161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6" idx="0"/>
            <a:endCxn id="6" idx="4"/>
          </p:cNvCxnSpPr>
          <p:nvPr/>
        </p:nvCxnSpPr>
        <p:spPr>
          <a:xfrm rot="16200000" flipH="1">
            <a:off x="5181600" y="3749964"/>
            <a:ext cx="381000" cy="12700"/>
          </a:xfrm>
          <a:prstGeom prst="bentConnector5">
            <a:avLst>
              <a:gd name="adj1" fmla="val -60000"/>
              <a:gd name="adj2" fmla="val 3300000"/>
              <a:gd name="adj3" fmla="val 160000"/>
            </a:avLst>
          </a:prstGeom>
          <a:ln w="28575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62262" y="3577931"/>
                <a:ext cx="247184" cy="37003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0" i="1" smtClean="0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𝐴𝑃</m:t>
                          </m:r>
                        </m:sup>
                      </m:sSup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262" y="3577931"/>
                <a:ext cx="247184" cy="370038"/>
              </a:xfrm>
              <a:prstGeom prst="rect">
                <a:avLst/>
              </a:prstGeom>
              <a:blipFill>
                <a:blip r:embed="rId4"/>
                <a:stretch>
                  <a:fillRect r="-10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447799" y="5105400"/>
            <a:ext cx="1949029" cy="1353018"/>
            <a:chOff x="1905000" y="5021044"/>
            <a:chExt cx="1601474" cy="1167135"/>
          </a:xfrm>
        </p:grpSpPr>
        <p:sp>
          <p:nvSpPr>
            <p:cNvPr id="15" name="Cloud 14"/>
            <p:cNvSpPr/>
            <p:nvPr/>
          </p:nvSpPr>
          <p:spPr>
            <a:xfrm>
              <a:off x="1905000" y="5021044"/>
              <a:ext cx="914400" cy="914400"/>
            </a:xfrm>
            <a:prstGeom prst="cloud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6" name="Straight Arrow Connector 15"/>
            <p:cNvCxnSpPr>
              <a:endCxn id="14" idx="2"/>
            </p:cNvCxnSpPr>
            <p:nvPr/>
          </p:nvCxnSpPr>
          <p:spPr>
            <a:xfrm>
              <a:off x="2590800" y="5478244"/>
              <a:ext cx="533400" cy="1616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Elbow Connector 19"/>
            <p:cNvCxnSpPr/>
            <p:nvPr/>
          </p:nvCxnSpPr>
          <p:spPr>
            <a:xfrm rot="5400000">
              <a:off x="2713669" y="5202975"/>
              <a:ext cx="249562" cy="952500"/>
            </a:xfrm>
            <a:prstGeom prst="bentConnector3">
              <a:avLst>
                <a:gd name="adj1" fmla="val 232702"/>
              </a:avLst>
            </a:prstGeom>
            <a:ln>
              <a:solidFill>
                <a:srgbClr val="FF0000"/>
              </a:solidFill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/>
            <p:cNvSpPr/>
            <p:nvPr/>
          </p:nvSpPr>
          <p:spPr>
            <a:xfrm>
              <a:off x="3124200" y="5303908"/>
              <a:ext cx="381000" cy="381000"/>
            </a:xfrm>
            <a:prstGeom prst="ellipse">
              <a:avLst/>
            </a:prstGeom>
            <a:ln w="57150" cmpd="dbl"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86039" y="5630644"/>
              <a:ext cx="420435" cy="55753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sz="3600" b="1">
                  <a:latin typeface="Gisha" panose="020B0502040204020203" pitchFamily="34" charset="-79"/>
                  <a:cs typeface="Gisha" panose="020B0502040204020203" pitchFamily="34" charset="-79"/>
                </a:rPr>
                <a:t>×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/>
              <p:cNvSpPr txBox="1">
                <a:spLocks/>
              </p:cNvSpPr>
              <p:nvPr/>
            </p:nvSpPr>
            <p:spPr>
              <a:xfrm>
                <a:off x="228600" y="1227933"/>
                <a:ext cx="8686800" cy="45721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vert="horz">
                <a:normAutofit fontScale="70000" lnSpcReduction="20000"/>
              </a:bodyPr>
              <a:lstStyle>
                <a:lvl1pPr marL="274320" indent="-274320" algn="r" rtl="1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r" rtl="1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r" rtl="1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ts val="0"/>
                  </a:spcBef>
                  <a:buFont typeface="Wingdings 2"/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</m:oMath>
                </a14:m>
                <a:r>
                  <a:rPr lang="he-IL" baseline="-25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רגולרית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𝑖𝑛𝐵𝑎𝑑𝑃𝑟𝑒𝑓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שפה רגולרית</a:t>
                </a:r>
              </a:p>
            </p:txBody>
          </p:sp>
        </mc:Choice>
        <mc:Fallback xmlns="">
          <p:sp>
            <p:nvSpPr>
              <p:cNvPr id="17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27933"/>
                <a:ext cx="8686800" cy="4572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5889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בטיחות רגולריות לדוגמה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65974" y="1506889"/>
                <a:ext cx="8439149" cy="54864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תכונת שמורה היא תכונת בטיחות רגולרית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הרישות הרעות המינימאליות הן מהצורה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/>
                          </a:rPr>
                          <m:t>Φ</m:t>
                        </m:r>
                      </m:e>
                      <m:sup>
                        <m:r>
                          <a:rPr lang="en-US" sz="2000" b="0" i="1" dirty="0" smtClean="0">
                            <a:latin typeface="Cambria Math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/>
                          </a:rPr>
                          <m:t>Φ</m:t>
                        </m:r>
                      </m:e>
                    </m:d>
                  </m:oMath>
                </a14:m>
                <a:endParaRPr lang="he-IL" sz="2000" baseline="30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  <a:spcBef>
                    <a:spcPts val="4200"/>
                  </a:spcBef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דוגמה לתכונת בטיחות רגולרית שאינה שמורה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אור אדום יכול להידלק רק לאחר שהאור הצהוב היה דולק בפרק הזמן הקודם.</a:t>
                </a:r>
              </a:p>
              <a:p>
                <a:pPr>
                  <a:lnSpc>
                    <a:spcPct val="150000"/>
                  </a:lnSpc>
                  <a:spcBef>
                    <a:spcPts val="4200"/>
                  </a:spcBef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דוגמה לתכונת בטיחות שאינה רגולרית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"מספר המטבעות שהוכנסו לא קטן ממספר המשקאות שניתנו"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ניתן להראות, </a:t>
                </a: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ע"פ לֶמַת הניפוח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שקבוצת הרישות הרעות איננה שפה רגולרית</a:t>
                </a: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65974" y="1506889"/>
                <a:ext cx="8439149" cy="5486400"/>
              </a:xfrm>
              <a:blipFill>
                <a:blip r:embed="rId2"/>
                <a:stretch>
                  <a:fillRect l="-867" r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52400" y="3074683"/>
            <a:ext cx="2657474" cy="646331"/>
          </a:xfrm>
          <a:prstGeom prst="homePlate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אין לנו </a:t>
            </a:r>
            <a:r>
              <a:rPr lang="he-IL" u="sng">
                <a:latin typeface="Gisha" panose="020B0502040204020203" pitchFamily="34" charset="-79"/>
                <a:cs typeface="Gisha" panose="020B0502040204020203" pitchFamily="34" charset="-79"/>
              </a:rPr>
              <a:t>עדיין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אלגוריתם</a:t>
            </a:r>
          </a:p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לתכונות שאינן שמורה</a:t>
            </a:r>
          </a:p>
        </p:txBody>
      </p:sp>
      <p:sp>
        <p:nvSpPr>
          <p:cNvPr id="9" name="TextBox 8"/>
          <p:cNvSpPr txBox="1"/>
          <p:nvPr/>
        </p:nvSpPr>
        <p:spPr>
          <a:xfrm rot="21215628">
            <a:off x="171016" y="1867191"/>
            <a:ext cx="2657474" cy="646331"/>
          </a:xfrm>
          <a:prstGeom prst="homePlate">
            <a:avLst/>
          </a:prstGeom>
          <a:solidFill>
            <a:srgbClr val="92D050"/>
          </a:solidFill>
        </p:spPr>
        <p:txBody>
          <a:bodyPr wrap="square" rtlCol="1">
            <a:spAutoFit/>
          </a:bodyPr>
          <a:lstStyle/>
          <a:p>
            <a:pPr marL="0" lvl="1"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ראינו אלגוריתמים לבדיקת תכונות שמורה</a:t>
            </a:r>
          </a:p>
        </p:txBody>
      </p:sp>
      <p:sp>
        <p:nvSpPr>
          <p:cNvPr id="10" name="TextBox 9"/>
          <p:cNvSpPr txBox="1"/>
          <p:nvPr/>
        </p:nvSpPr>
        <p:spPr>
          <a:xfrm rot="594104">
            <a:off x="188178" y="4473764"/>
            <a:ext cx="2657474" cy="646331"/>
          </a:xfrm>
          <a:prstGeom prst="homePlate">
            <a:avLst/>
          </a:prstGeom>
          <a:solidFill>
            <a:srgbClr val="C00000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נתאר אלגוריתם לתכונות שאינן רגולריות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4169929"/>
                  </p:ext>
                </p:extLst>
              </p:nvPr>
            </p:nvGraphicFramePr>
            <p:xfrm>
              <a:off x="4876800" y="2286000"/>
              <a:ext cx="4114800" cy="36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78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6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while (true)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d>
                                <m:dPr>
                                  <m:begChr m:val="〈"/>
                                  <m:endChr m:val="〉"/>
                                  <m:ctrlPr>
                                    <a:rPr lang="en-US" sz="1600" b="0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b="0" i="1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1600" b="0" i="1" smtClean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600" b="0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600" b="0" i="1" smtClean="0">
                                      <a:ln>
                                        <a:noFill/>
                                      </a:ln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6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≔〈</m:t>
                              </m:r>
                              <m:r>
                                <a:rPr lang="en-US" sz="16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〉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3366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wait until </a:t>
                          </a:r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i="1" baseline="-2500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lvl="1" algn="l" rtl="0" eaLnBrk="1" latinLnBrk="0" hangingPunct="1"/>
                          <a:r>
                            <a:rPr kumimoji="0" lang="en-US" sz="1600" b="0" kern="120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accessAccount</a:t>
                          </a:r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i="1" baseline="-2500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4169929"/>
                  </p:ext>
                </p:extLst>
              </p:nvPr>
            </p:nvGraphicFramePr>
            <p:xfrm>
              <a:off x="4876800" y="2286000"/>
              <a:ext cx="4114800" cy="36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782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69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while (true)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98" t="-204000" r="-864" b="-5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3366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98" t="-304000" r="-864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lvl="1" algn="l" rtl="0" eaLnBrk="1" latinLnBrk="0" hangingPunct="1"/>
                          <a:r>
                            <a:rPr kumimoji="0" lang="en-US" sz="1600" b="0" kern="120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accessAccount</a:t>
                          </a:r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98" t="-504000" r="-864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875720"/>
                  </p:ext>
                </p:extLst>
              </p:nvPr>
            </p:nvGraphicFramePr>
            <p:xfrm>
              <a:off x="304800" y="2286000"/>
              <a:ext cx="4348064" cy="36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21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6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while (true)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i="1" baseline="-2500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〉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:=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〉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3366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wait until </a:t>
                          </a:r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i="1" baseline="-2500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kumimoji="0" lang="en-US" sz="1600" b="0" kern="120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accessAccount</a:t>
                          </a:r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1600" i="1" baseline="-25000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:=</m:t>
                              </m:r>
                              <m:r>
                                <a:rPr lang="en-US" sz="1600" i="1" dirty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4875720"/>
                  </p:ext>
                </p:extLst>
              </p:nvPr>
            </p:nvGraphicFramePr>
            <p:xfrm>
              <a:off x="304800" y="2286000"/>
              <a:ext cx="4348064" cy="3657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211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269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while (true)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rgbClr val="0070C0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000FF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>
                              <a:solidFill>
                                <a:srgbClr val="0070C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57" t="-204000" r="-654" b="-5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3366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57" t="-304000" r="-654" b="-4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kumimoji="0" lang="en-US" sz="1600" b="0" kern="120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accessAccount</a:t>
                          </a:r>
                          <a:r>
                            <a:rPr kumimoji="0" lang="en-US" sz="1600" b="0" kern="12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Consolas" panose="020B0609020204030204" pitchFamily="49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57" t="-504000" r="-654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…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6341604" y="1764268"/>
            <a:ext cx="2359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התנהגות התהליך השני: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3360" y="1764268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התנהגות התהליך הראשון: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האלגוריתם של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פטרסון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448468" y="6019800"/>
                <a:ext cx="2471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8468" y="6019800"/>
                <a:ext cx="247184" cy="369332"/>
              </a:xfrm>
              <a:prstGeom prst="rect">
                <a:avLst/>
              </a:prstGeom>
              <a:blipFill>
                <a:blip r:embed="rId4"/>
                <a:stretch>
                  <a:fillRect r="-1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791868" y="6019800"/>
                <a:ext cx="2471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868" y="6019800"/>
                <a:ext cx="247184" cy="369332"/>
              </a:xfrm>
              <a:prstGeom prst="rect">
                <a:avLst/>
              </a:prstGeom>
              <a:blipFill>
                <a:blip r:embed="rId5"/>
                <a:stretch>
                  <a:fillRect r="-114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</a:t>
            </a:fld>
            <a:endParaRPr lang="he-IL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המערכת אמינה?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123317" y="5473298"/>
                <a:ext cx="8897581" cy="106279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האם אנחנו יכולים להבטיח שלא יכנסו שני תהליכים לקטע הקריטי?</a:t>
                </a: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:  ∀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i="1" dirty="0" smtClean="0">
                              <a:latin typeface="Cambria Math"/>
                            </a:rPr>
                            <m:t>¬</m:t>
                          </m:r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𝑐𝑟𝑖𝑡</m:t>
                              </m:r>
                              <m:r>
                                <a:rPr lang="en-US" sz="2400" i="1" baseline="-25000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400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∧</m:t>
                              </m:r>
                              <m:r>
                                <a:rPr lang="en-US" sz="2400" i="1" dirty="0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𝑐𝑟𝑖𝑡</m:t>
                              </m:r>
                              <m:r>
                                <a:rPr lang="en-US" sz="2400" i="1" baseline="-25000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7" y="5473298"/>
                <a:ext cx="8897581" cy="1062791"/>
              </a:xfrm>
              <a:prstGeom prst="rect">
                <a:avLst/>
              </a:prstGeom>
              <a:blipFill>
                <a:blip r:embed="rId2"/>
                <a:stretch>
                  <a:fillRect t="-4023" r="-1027" b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Straight Arrow Connector 128"/>
          <p:cNvCxnSpPr>
            <a:endCxn id="143" idx="0"/>
          </p:cNvCxnSpPr>
          <p:nvPr/>
        </p:nvCxnSpPr>
        <p:spPr>
          <a:xfrm rot="5400000">
            <a:off x="5425214" y="1872734"/>
            <a:ext cx="545068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/>
          <p:cNvGrpSpPr/>
          <p:nvPr/>
        </p:nvGrpSpPr>
        <p:grpSpPr>
          <a:xfrm>
            <a:off x="2992648" y="2145268"/>
            <a:ext cx="762000" cy="304800"/>
            <a:chOff x="2895600" y="2133600"/>
            <a:chExt cx="762000" cy="304800"/>
          </a:xfrm>
        </p:grpSpPr>
        <p:sp>
          <p:nvSpPr>
            <p:cNvPr id="131" name="Rectangle 130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2992648" y="2983468"/>
            <a:ext cx="762000" cy="304800"/>
            <a:chOff x="2895600" y="2133600"/>
            <a:chExt cx="762000" cy="304800"/>
          </a:xfrm>
        </p:grpSpPr>
        <p:sp>
          <p:nvSpPr>
            <p:cNvPr id="134" name="Rectangle 133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2992648" y="3821668"/>
            <a:ext cx="762000" cy="304800"/>
            <a:chOff x="2895600" y="2133600"/>
            <a:chExt cx="762000" cy="304800"/>
          </a:xfrm>
        </p:grpSpPr>
        <p:sp>
          <p:nvSpPr>
            <p:cNvPr id="137" name="Rectangle 136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9" name="Group 138"/>
          <p:cNvGrpSpPr/>
          <p:nvPr/>
        </p:nvGrpSpPr>
        <p:grpSpPr>
          <a:xfrm>
            <a:off x="2992648" y="4659868"/>
            <a:ext cx="762000" cy="304800"/>
            <a:chOff x="2895600" y="2133600"/>
            <a:chExt cx="762000" cy="304800"/>
          </a:xfrm>
        </p:grpSpPr>
        <p:sp>
          <p:nvSpPr>
            <p:cNvPr id="140" name="Rectangle 139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5507248" y="2145268"/>
            <a:ext cx="762000" cy="304800"/>
            <a:chOff x="2895600" y="2133600"/>
            <a:chExt cx="762000" cy="304800"/>
          </a:xfrm>
        </p:grpSpPr>
        <p:sp>
          <p:nvSpPr>
            <p:cNvPr id="143" name="Rectangle 142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5" name="Group 144"/>
          <p:cNvGrpSpPr/>
          <p:nvPr/>
        </p:nvGrpSpPr>
        <p:grpSpPr>
          <a:xfrm>
            <a:off x="5507248" y="2983468"/>
            <a:ext cx="762000" cy="304800"/>
            <a:chOff x="2895600" y="2133600"/>
            <a:chExt cx="762000" cy="304800"/>
          </a:xfrm>
        </p:grpSpPr>
        <p:sp>
          <p:nvSpPr>
            <p:cNvPr id="146" name="Rectangle 145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5507248" y="3821668"/>
            <a:ext cx="762000" cy="304800"/>
            <a:chOff x="2895600" y="2133600"/>
            <a:chExt cx="762000" cy="304800"/>
          </a:xfrm>
        </p:grpSpPr>
        <p:sp>
          <p:nvSpPr>
            <p:cNvPr id="149" name="Rectangle 148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5507248" y="4659868"/>
            <a:ext cx="762000" cy="304800"/>
            <a:chOff x="2895600" y="2133600"/>
            <a:chExt cx="762000" cy="304800"/>
          </a:xfrm>
        </p:grpSpPr>
        <p:sp>
          <p:nvSpPr>
            <p:cNvPr id="152" name="Rectangle 151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en-US"/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7907548" y="2984902"/>
            <a:ext cx="762000" cy="304800"/>
            <a:chOff x="2895600" y="2133600"/>
            <a:chExt cx="762000" cy="304800"/>
          </a:xfrm>
        </p:grpSpPr>
        <p:sp>
          <p:nvSpPr>
            <p:cNvPr id="155" name="Rectangle 154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3276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7" name="Straight Arrow Connector 37"/>
          <p:cNvCxnSpPr>
            <a:stCxn id="160" idx="0"/>
            <a:endCxn id="131" idx="1"/>
          </p:cNvCxnSpPr>
          <p:nvPr/>
        </p:nvCxnSpPr>
        <p:spPr>
          <a:xfrm rot="5400000" flipH="1" flipV="1">
            <a:off x="1506748" y="1497568"/>
            <a:ext cx="685800" cy="2286000"/>
          </a:xfrm>
          <a:prstGeom prst="bentConnector2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38"/>
          <p:cNvCxnSpPr>
            <a:stCxn id="160" idx="2"/>
            <a:endCxn id="140" idx="1"/>
          </p:cNvCxnSpPr>
          <p:nvPr/>
        </p:nvCxnSpPr>
        <p:spPr>
          <a:xfrm rot="16200000" flipH="1">
            <a:off x="1087648" y="2907268"/>
            <a:ext cx="1524000" cy="2286000"/>
          </a:xfrm>
          <a:prstGeom prst="bentConnector2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/>
          <p:cNvGrpSpPr/>
          <p:nvPr/>
        </p:nvGrpSpPr>
        <p:grpSpPr>
          <a:xfrm>
            <a:off x="516148" y="2983468"/>
            <a:ext cx="762000" cy="309172"/>
            <a:chOff x="2895600" y="2133600"/>
            <a:chExt cx="762000" cy="309172"/>
          </a:xfrm>
        </p:grpSpPr>
        <p:sp>
          <p:nvSpPr>
            <p:cNvPr id="160" name="Rectangle 159"/>
            <p:cNvSpPr/>
            <p:nvPr/>
          </p:nvSpPr>
          <p:spPr>
            <a:xfrm>
              <a:off x="2895600" y="2133600"/>
              <a:ext cx="3810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3276600" y="2137972"/>
              <a:ext cx="381000" cy="3048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2" name="Straight Arrow Connector 161"/>
          <p:cNvCxnSpPr>
            <a:stCxn id="134" idx="1"/>
            <a:endCxn id="161" idx="3"/>
          </p:cNvCxnSpPr>
          <p:nvPr/>
        </p:nvCxnSpPr>
        <p:spPr>
          <a:xfrm flipH="1">
            <a:off x="1278148" y="3135868"/>
            <a:ext cx="1714500" cy="4372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 rot="5400000">
            <a:off x="2916448" y="27167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 rot="5400000">
            <a:off x="2916448" y="35549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 rot="5400000">
            <a:off x="2916448" y="43931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 rot="5400000">
            <a:off x="2925241" y="1887360"/>
            <a:ext cx="515815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 rot="5400000">
            <a:off x="5431048" y="27167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 rot="5400000">
            <a:off x="5431048" y="35549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/>
          <p:nvPr/>
        </p:nvCxnSpPr>
        <p:spPr>
          <a:xfrm rot="5400000">
            <a:off x="5431048" y="4393168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 rot="10800000">
            <a:off x="3754648" y="3288268"/>
            <a:ext cx="1752600" cy="152400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 flipV="1">
            <a:off x="3754648" y="3288268"/>
            <a:ext cx="1752600" cy="152400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>
            <a:off x="3754648" y="2297668"/>
            <a:ext cx="1752600" cy="68580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 rot="10800000" flipV="1">
            <a:off x="3754648" y="2297668"/>
            <a:ext cx="1752600" cy="68580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>
            <a:stCxn id="147" idx="3"/>
            <a:endCxn id="155" idx="1"/>
          </p:cNvCxnSpPr>
          <p:nvPr/>
        </p:nvCxnSpPr>
        <p:spPr>
          <a:xfrm>
            <a:off x="6269248" y="3135868"/>
            <a:ext cx="1638300" cy="143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09"/>
          <p:cNvCxnSpPr>
            <a:stCxn id="156" idx="2"/>
            <a:endCxn id="153" idx="3"/>
          </p:cNvCxnSpPr>
          <p:nvPr/>
        </p:nvCxnSpPr>
        <p:spPr>
          <a:xfrm rot="5400000">
            <a:off x="6612865" y="2946085"/>
            <a:ext cx="1522566" cy="2209800"/>
          </a:xfrm>
          <a:prstGeom prst="bentConnector2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09"/>
          <p:cNvCxnSpPr>
            <a:stCxn id="156" idx="0"/>
            <a:endCxn id="144" idx="3"/>
          </p:cNvCxnSpPr>
          <p:nvPr/>
        </p:nvCxnSpPr>
        <p:spPr>
          <a:xfrm rot="16200000" flipV="1">
            <a:off x="7030531" y="1536385"/>
            <a:ext cx="687234" cy="2209800"/>
          </a:xfrm>
          <a:prstGeom prst="bentConnector2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Rectangle 186"/>
              <p:cNvSpPr/>
              <p:nvPr/>
            </p:nvSpPr>
            <p:spPr>
              <a:xfrm>
                <a:off x="123317" y="1535668"/>
                <a:ext cx="261988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/>
                            </a:rPr>
                            <m:t>𝑃𝑒𝑡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= </m:t>
                      </m:r>
                      <m:r>
                        <a:rPr lang="en-US" i="1" dirty="0"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he-IL" i="1">
                              <a:latin typeface="Cambria Math"/>
                              <a:ea typeface="Cambria Math"/>
                            </a:rPr>
                            <m:t>∥</m:t>
                          </m:r>
                          <m:r>
                            <a:rPr lang="en-US" i="1" dirty="0"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87" name="Rectangle 1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17" y="1535668"/>
                <a:ext cx="26198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675821" y="3477394"/>
            <a:ext cx="5907603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914144" y="2152075"/>
            <a:ext cx="53340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המערכת אמינה?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447800"/>
                <a:ext cx="8915400" cy="4572000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אמינה =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בכל זמן, לכל היותר משתמש אחד מחזיק גישה לחשבון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 dirty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i="1" dirty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  ∀ </m:t>
                          </m:r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⊨¬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∧ </m:t>
                              </m:r>
                              <m: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𝑐𝑟𝑖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 sz="2000" i="1">
                  <a:solidFill>
                    <a:schemeClr val="accent3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240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לא אמינה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=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יכול להיות ששניים יחזיקו גישה לחשבון ביחד</a:t>
                </a:r>
              </a:p>
              <a:p>
                <a:pPr marL="0" indent="0">
                  <a:spcBef>
                    <a:spcPts val="2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𝐵𝑎𝑑𝑃𝑟𝑒𝑓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solidFill>
                                            <a:schemeClr val="accent3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:∃</m:t>
                          </m:r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000" b="0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∧ 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𝑐𝑟𝑖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000">
                  <a:solidFill>
                    <a:schemeClr val="accent3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0" indent="0">
                  <a:spcBef>
                    <a:spcPts val="2400"/>
                  </a:spcBef>
                  <a:spcAft>
                    <a:spcPts val="2400"/>
                  </a:spcAft>
                  <a:buClr>
                    <a:srgbClr val="D34817"/>
                  </a:buClr>
                  <a:buNone/>
                </a:pP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רישא רעה מינימאלית =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עוצרים בפעם הראשונה שיש תקלה</a:t>
                </a:r>
              </a:p>
              <a:p>
                <a:pPr marL="0" indent="0">
                  <a:spcBef>
                    <a:spcPts val="2400"/>
                  </a:spcBef>
                  <a:buNone/>
                </a:pPr>
                <a:endParaRPr lang="he-IL" sz="2000">
                  <a:solidFill>
                    <a:schemeClr val="accent3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447800"/>
                <a:ext cx="8915400" cy="4572000"/>
              </a:xfrm>
              <a:blipFill>
                <a:blip r:embed="rId2"/>
                <a:stretch>
                  <a:fillRect t="-1333" r="-11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1316736" y="4830145"/>
            <a:ext cx="6400800" cy="1689100"/>
            <a:chOff x="1371600" y="4953000"/>
            <a:chExt cx="6400800" cy="1689100"/>
          </a:xfrm>
        </p:grpSpPr>
        <p:sp>
          <p:nvSpPr>
            <p:cNvPr id="35" name="Rectangle 34"/>
            <p:cNvSpPr/>
            <p:nvPr/>
          </p:nvSpPr>
          <p:spPr>
            <a:xfrm>
              <a:off x="1371600" y="4953000"/>
              <a:ext cx="6400800" cy="1689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322384" y="5803900"/>
              <a:ext cx="533400" cy="533400"/>
            </a:xfrm>
            <a:prstGeom prst="ellipse">
              <a:avLst/>
            </a:prstGeom>
            <a:ln w="12700" cap="rnd" cmpd="thinThick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741984" y="5803900"/>
              <a:ext cx="533400" cy="533400"/>
            </a:xfrm>
            <a:prstGeom prst="ellipse">
              <a:avLst/>
            </a:prstGeom>
            <a:ln w="12700" cap="rnd" cmpd="thinThick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3" name="Straight Arrow Connector 12"/>
            <p:cNvCxnSpPr>
              <a:stCxn id="6" idx="6"/>
              <a:endCxn id="11" idx="2"/>
            </p:cNvCxnSpPr>
            <p:nvPr/>
          </p:nvCxnSpPr>
          <p:spPr>
            <a:xfrm>
              <a:off x="2855784" y="6070600"/>
              <a:ext cx="3886200" cy="1588"/>
            </a:xfrm>
            <a:prstGeom prst="straightConnector1">
              <a:avLst/>
            </a:prstGeom>
            <a:ln w="1270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6" idx="2"/>
              <a:endCxn id="6" idx="2"/>
            </p:cNvCxnSpPr>
            <p:nvPr/>
          </p:nvCxnSpPr>
          <p:spPr>
            <a:xfrm rot="10800000">
              <a:off x="2322384" y="6070600"/>
              <a:ext cx="1588" cy="1588"/>
            </a:xfrm>
            <a:prstGeom prst="bentConnector3">
              <a:avLst>
                <a:gd name="adj1" fmla="val 29590689"/>
              </a:avLst>
            </a:prstGeom>
            <a:ln w="1270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Elbow Connector 26"/>
            <p:cNvCxnSpPr>
              <a:stCxn id="6" idx="1"/>
              <a:endCxn id="6" idx="7"/>
            </p:cNvCxnSpPr>
            <p:nvPr/>
          </p:nvCxnSpPr>
          <p:spPr>
            <a:xfrm rot="5400000" flipH="1" flipV="1">
              <a:off x="2589084" y="5693430"/>
              <a:ext cx="1588" cy="377170"/>
            </a:xfrm>
            <a:prstGeom prst="curvedConnector3">
              <a:avLst>
                <a:gd name="adj1" fmla="val 19314547"/>
              </a:avLst>
            </a:prstGeom>
            <a:ln w="12700"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4398264" y="5659799"/>
                  <a:ext cx="146302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∧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8264" y="5659799"/>
                  <a:ext cx="146302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1731264" y="5136723"/>
                  <a:ext cx="18285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/>
                          </a:rPr>
                          <m:t>¬(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∧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𝑐𝑟𝑖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264" y="5136723"/>
                  <a:ext cx="1828514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Oval 32"/>
            <p:cNvSpPr/>
            <p:nvPr/>
          </p:nvSpPr>
          <p:spPr>
            <a:xfrm>
              <a:off x="6818184" y="5880100"/>
              <a:ext cx="381000" cy="381000"/>
            </a:xfrm>
            <a:prstGeom prst="ellipse">
              <a:avLst/>
            </a:prstGeom>
            <a:ln w="12700" cap="rnd" cmpd="thinThick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דוגמת הרמזור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6749" y="1820524"/>
                <a:ext cx="9017251" cy="962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>
                  <a:spcBef>
                    <a:spcPts val="2400"/>
                  </a:spcBef>
                  <a:spcAft>
                    <a:spcPts val="1200"/>
                  </a:spcAft>
                  <a:buClr>
                    <a:srgbClr val="9B2D1F"/>
                  </a:buClr>
                </a:pPr>
                <a:r>
                  <a:rPr lang="he-IL" sz="2400" dirty="0">
                    <a:solidFill>
                      <a:srgbClr val="004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אסור שאור אדום יידלק אם לא דלק אור צהוב בדיוק בצעד הקודם.</a:t>
                </a:r>
                <a:r>
                  <a:rPr lang="he-IL" sz="2400" dirty="0">
                    <a:solidFill>
                      <a:srgbClr val="0040C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  <a:p>
                <a:pPr marL="58738" lvl="2" algn="ctr" rtl="0">
                  <a:spcBef>
                    <a:spcPts val="2400"/>
                  </a:spcBef>
                  <a:buClr>
                    <a:srgbClr val="9B2D1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he-IL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e-IL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:  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∀ 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𝑟𝑒𝑑</m:t>
                              </m:r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sz="20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⇒</m:t>
                              </m:r>
                              <m: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 err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&gt;</m:t>
                                  </m:r>
                                  <m:r>
                                    <a:rPr lang="en-US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  <m:r>
                                    <a:rPr lang="en-US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 ∧ </m:t>
                                  </m:r>
                                  <m:r>
                                    <a:rPr lang="en-US" sz="200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𝑦𝑒𝑙𝑙𝑜𝑤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∈</m:t>
                                  </m:r>
                                  <m:r>
                                    <a:rPr lang="en-US" sz="20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0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e-IL" sz="20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49" y="1820524"/>
                <a:ext cx="9017251" cy="962956"/>
              </a:xfrm>
              <a:prstGeom prst="rect">
                <a:avLst/>
              </a:prstGeom>
              <a:blipFill>
                <a:blip r:embed="rId2"/>
                <a:stretch>
                  <a:fillRect l="-203" t="-5696" b="-82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447800" y="3257490"/>
            <a:ext cx="723900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קבוצת הרישות הרעות המינימאליות עבור התכונה היא השפה המתקבלת על ידי האוטומט: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" t="11958" r="-1" b="8660"/>
          <a:stretch/>
        </p:blipFill>
        <p:spPr bwMode="auto">
          <a:xfrm>
            <a:off x="990600" y="4191000"/>
            <a:ext cx="7315200" cy="23156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071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כתיבה מפורשת של האותיות (קבוצות)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10</a:t>
            </a:fld>
            <a:endParaRPr lang="he-I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95800"/>
            <a:ext cx="83158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" t="11958" r="-1" b="8660"/>
          <a:stretch/>
        </p:blipFill>
        <p:spPr bwMode="auto">
          <a:xfrm>
            <a:off x="1585546" y="2180491"/>
            <a:ext cx="6110654" cy="193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477625" y="1355580"/>
            <a:ext cx="78917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Bef>
                <a:spcPts val="2400"/>
              </a:spcBef>
              <a:spcAft>
                <a:spcPts val="1200"/>
              </a:spcAft>
              <a:buClr>
                <a:srgbClr val="9B2D1F"/>
              </a:buClr>
            </a:pPr>
            <a:r>
              <a:rPr lang="he-IL" sz="2400">
                <a:solidFill>
                  <a:srgbClr val="0040C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אסור שאור אדום יידלק בלי שאור צהוב דלק צעד אחד לפני</a:t>
            </a:r>
            <a:r>
              <a:rPr lang="he-IL" sz="2400">
                <a:solidFill>
                  <a:srgbClr val="0040C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cxnSp>
        <p:nvCxnSpPr>
          <p:cNvPr id="8" name="Elbow Connector 7"/>
          <p:cNvCxnSpPr/>
          <p:nvPr/>
        </p:nvCxnSpPr>
        <p:spPr>
          <a:xfrm rot="10800000" flipV="1">
            <a:off x="609600" y="3100990"/>
            <a:ext cx="975946" cy="1371599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6200" y="2200870"/>
            <a:ext cx="138418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דרכים שונות לכתוב את אותו האוטומט</a:t>
            </a:r>
          </a:p>
        </p:txBody>
      </p:sp>
    </p:spTree>
    <p:extLst>
      <p:ext uri="{BB962C8B-B14F-4D97-AF65-F5344CB8AC3E}">
        <p14:creationId xmlns:p14="http://schemas.microsoft.com/office/powerpoint/2010/main" val="3870909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תכונת בטיחות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p:sp>
        <p:nvSpPr>
          <p:cNvPr id="7" name="TextBox 6"/>
          <p:cNvSpPr txBox="1"/>
          <p:nvPr/>
        </p:nvSpPr>
        <p:spPr>
          <a:xfrm>
            <a:off x="1031351" y="2052935"/>
            <a:ext cx="7462299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נרצה לבדוק אם אחת הריצות של מערכת המעברים מכילה רישא רעה: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1" y="4948535"/>
            <a:ext cx="803645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ביטוי המורכב מחיתוך, השלמה ורֵיקוּת של 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שפות רגולריות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33500" y="3536150"/>
                <a:ext cx="6934200" cy="55771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𝑇𝑟𝑎𝑐𝑒</m:t>
                          </m:r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𝑓𝑖𝑛</m:t>
                          </m:r>
                        </m:sub>
                      </m:sSub>
                      <m:d>
                        <m:dPr>
                          <m:ctrlPr>
                            <a:rPr lang="en-US" sz="28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err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  <m:sSub>
                            <m:sSubPr>
                              <m:ctrlP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dirty="0" err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𝑃𝑒𝑡</m:t>
                              </m:r>
                            </m:sub>
                          </m:sSub>
                        </m:e>
                      </m:d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∩</m:t>
                      </m:r>
                      <m:r>
                        <a:rPr lang="en-US" sz="2800" i="1" dirty="0" err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𝐵𝑎𝑑𝑃𝑟𝑒𝑓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err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𝑠𝑎𝑓𝑒</m:t>
                          </m:r>
                        </m:sub>
                      </m:sSub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</m:t>
                      </m:r>
                      <m:r>
                        <a:rPr lang="en-US" sz="28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∅</m:t>
                      </m:r>
                      <m:r>
                        <a:rPr lang="en-US" sz="28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?</m:t>
                      </m:r>
                    </m:oMath>
                  </m:oMathPara>
                </a14:m>
                <a:endParaRPr lang="en-US" sz="28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" y="3536150"/>
                <a:ext cx="6934200" cy="5577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63240" y="5243923"/>
            <a:ext cx="3961132" cy="5584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ניסוח הבעיה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33350" y="1342831"/>
                <a:ext cx="8839200" cy="49530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בהנתן:</a:t>
                </a:r>
              </a:p>
              <a:p>
                <a:pPr marL="32004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: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רגולרית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שאיננה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: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סופי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המקבל את הרישות הרעות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</m:oMath>
                </a14:m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: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סופית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בלי מצבים סופיים מעל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שאלה:</a:t>
                </a:r>
              </a:p>
              <a:p>
                <a:pPr algn="ctr">
                  <a:buNone/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איך נכריע 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⊨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  <m:r>
                      <a:rPr lang="he-IL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?</a:t>
                </a:r>
                <a:endParaRPr lang="he-IL" baseline="-25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33350" y="1342831"/>
                <a:ext cx="8839200" cy="4953000"/>
              </a:xfrm>
              <a:blipFill>
                <a:blip r:embed="rId2"/>
                <a:stretch>
                  <a:fillRect t="-1107" r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762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רדוקציה לבדיקת שמורה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p:pic>
        <p:nvPicPr>
          <p:cNvPr id="3076" name="Picture 4" descr="תוצאת תמונה עבור ‪preprocessor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724" y="1219200"/>
            <a:ext cx="7467600" cy="487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875" y="3404056"/>
            <a:ext cx="1695063" cy="107323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Down Arrow 29"/>
              <p:cNvSpPr/>
              <p:nvPr/>
            </p:nvSpPr>
            <p:spPr>
              <a:xfrm>
                <a:off x="1371600" y="1838131"/>
                <a:ext cx="3352800" cy="1447800"/>
              </a:xfrm>
              <a:prstGeom prst="downArrow">
                <a:avLst>
                  <a:gd name="adj1" fmla="val 97656"/>
                  <a:gd name="adj2" fmla="val 36466"/>
                </a:avLst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automaton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</m:oMath>
                  </m:oMathPara>
                </a14:m>
                <a:endParaRPr lang="en-US" sz="2000" b="0" i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</m:d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𝐵𝑎𝑑𝑃𝑟𝑒𝑓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00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Down Arrow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838131"/>
                <a:ext cx="3352800" cy="1447800"/>
              </a:xfrm>
              <a:prstGeom prst="downArrow">
                <a:avLst>
                  <a:gd name="adj1" fmla="val 97656"/>
                  <a:gd name="adj2" fmla="val 36466"/>
                </a:avLst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Up Arrow 34"/>
              <p:cNvSpPr/>
              <p:nvPr/>
            </p:nvSpPr>
            <p:spPr>
              <a:xfrm>
                <a:off x="199055" y="5029200"/>
                <a:ext cx="4038600" cy="1600200"/>
              </a:xfrm>
              <a:prstGeom prst="upArrow">
                <a:avLst>
                  <a:gd name="adj1" fmla="val 100000"/>
                  <a:gd name="adj2" fmla="val 29592"/>
                </a:avLst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transition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system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</m:oMath>
                  </m:oMathPara>
                </a14:m>
                <a:endParaRPr lang="en-US" sz="2000" b="0" i="0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and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invariant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accent4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0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 sz="2000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5" name="Up Arrow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55" y="5029200"/>
                <a:ext cx="4038600" cy="1600200"/>
              </a:xfrm>
              <a:prstGeom prst="upArrow">
                <a:avLst>
                  <a:gd name="adj1" fmla="val 100000"/>
                  <a:gd name="adj2" fmla="val 29592"/>
                </a:avLst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Down Arrow 35"/>
              <p:cNvSpPr/>
              <p:nvPr/>
            </p:nvSpPr>
            <p:spPr>
              <a:xfrm>
                <a:off x="5867400" y="1886338"/>
                <a:ext cx="2514600" cy="1447800"/>
              </a:xfrm>
              <a:prstGeom prst="downArrow">
                <a:avLst>
                  <a:gd name="adj1" fmla="val 97656"/>
                  <a:gd name="adj2" fmla="val 35177"/>
                </a:avLst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transition</m:t>
                      </m:r>
                      <m:r>
                        <m:rPr>
                          <m:nor/>
                        </m:rPr>
                        <a:rPr lang="en-US" sz="200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system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he-IL" sz="200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6" name="Down Arrow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1886338"/>
                <a:ext cx="2514600" cy="1447800"/>
              </a:xfrm>
              <a:prstGeom prst="downArrow">
                <a:avLst>
                  <a:gd name="adj1" fmla="val 97656"/>
                  <a:gd name="adj2" fmla="val 35177"/>
                </a:avLst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9435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14</a:t>
            </a:fld>
            <a:endParaRPr lang="he-IL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81406" y="199967"/>
            <a:ext cx="7772400" cy="762000"/>
          </a:xfrm>
          <a:prstGeom prst="rect">
            <a:avLst/>
          </a:prstGeom>
        </p:spPr>
        <p:txBody>
          <a:bodyPr bIns="91440" anchor="b" anchorCtr="0">
            <a:normAutofit fontScale="85000" lnSpcReduction="10000"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רעיון האלגוריתם לבדיקת תכונות בטיחות</a:t>
            </a:r>
          </a:p>
        </p:txBody>
      </p:sp>
      <p:pic>
        <p:nvPicPr>
          <p:cNvPr id="10" name="Picture 9" descr="A machine with many pipes and a calculator&#10;&#10;Description automatically generated">
            <a:extLst>
              <a:ext uri="{FF2B5EF4-FFF2-40B4-BE49-F238E27FC236}">
                <a16:creationId xmlns:a16="http://schemas.microsoft.com/office/drawing/2014/main" id="{B8A8C7BF-FFFA-944A-B25D-DBFECD7E2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1933633"/>
            <a:ext cx="4724400" cy="472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08AD16-2A4F-123C-69BE-A5A5F758F83D}"/>
              </a:ext>
            </a:extLst>
          </p:cNvPr>
          <p:cNvSpPr txBox="1"/>
          <p:nvPr/>
        </p:nvSpPr>
        <p:spPr>
          <a:xfrm>
            <a:off x="1012596" y="2548057"/>
            <a:ext cx="3276600" cy="1490543"/>
          </a:xfrm>
          <a:prstGeom prst="flowChartOffpageConnector">
            <a:avLst/>
          </a:prstGeom>
          <a:solidFill>
            <a:srgbClr val="0000F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נוסיף למערכת רכיב שיזהה אם נצפתה</a:t>
            </a:r>
            <a:br>
              <a:rPr lang="en-US" sz="2400" dirty="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 רישא רעה</a:t>
            </a:r>
            <a:endParaRPr lang="en-US" sz="24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236811-B556-3D9F-9F71-24A8439081B3}"/>
              </a:ext>
            </a:extLst>
          </p:cNvPr>
          <p:cNvSpPr/>
          <p:nvPr/>
        </p:nvSpPr>
        <p:spPr>
          <a:xfrm>
            <a:off x="4289196" y="2622077"/>
            <a:ext cx="1687398" cy="545329"/>
          </a:xfrm>
          <a:custGeom>
            <a:avLst/>
            <a:gdLst>
              <a:gd name="connsiteX0" fmla="*/ 1687398 w 1687398"/>
              <a:gd name="connsiteY0" fmla="*/ 26855 h 545329"/>
              <a:gd name="connsiteX1" fmla="*/ 970961 w 1687398"/>
              <a:gd name="connsiteY1" fmla="*/ 45709 h 545329"/>
              <a:gd name="connsiteX2" fmla="*/ 904973 w 1687398"/>
              <a:gd name="connsiteY2" fmla="*/ 451061 h 545329"/>
              <a:gd name="connsiteX3" fmla="*/ 0 w 1687398"/>
              <a:gd name="connsiteY3" fmla="*/ 545329 h 545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7398" h="545329">
                <a:moveTo>
                  <a:pt x="1687398" y="26855"/>
                </a:moveTo>
                <a:cubicBezTo>
                  <a:pt x="1394381" y="931"/>
                  <a:pt x="1101365" y="-24992"/>
                  <a:pt x="970961" y="45709"/>
                </a:cubicBezTo>
                <a:cubicBezTo>
                  <a:pt x="840557" y="116410"/>
                  <a:pt x="1066800" y="367791"/>
                  <a:pt x="904973" y="451061"/>
                </a:cubicBezTo>
                <a:cubicBezTo>
                  <a:pt x="743146" y="534331"/>
                  <a:pt x="371573" y="539830"/>
                  <a:pt x="0" y="545329"/>
                </a:cubicBezTo>
              </a:path>
            </a:pathLst>
          </a:custGeom>
          <a:noFill/>
          <a:ln w="57150">
            <a:solidFill>
              <a:srgbClr val="0000FF"/>
            </a:solidFill>
            <a:headEnd type="arrow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FEF841-C3FB-9842-D99E-C407E61FCF87}"/>
              </a:ext>
            </a:extLst>
          </p:cNvPr>
          <p:cNvSpPr txBox="1"/>
          <p:nvPr/>
        </p:nvSpPr>
        <p:spPr>
          <a:xfrm>
            <a:off x="985887" y="4077831"/>
            <a:ext cx="3276600" cy="1938992"/>
          </a:xfrm>
          <a:custGeom>
            <a:avLst/>
            <a:gdLst>
              <a:gd name="connsiteX0" fmla="*/ 0 w 3276600"/>
              <a:gd name="connsiteY0" fmla="*/ 0 h 1815882"/>
              <a:gd name="connsiteX1" fmla="*/ 3276600 w 3276600"/>
              <a:gd name="connsiteY1" fmla="*/ 0 h 1815882"/>
              <a:gd name="connsiteX2" fmla="*/ 3276600 w 3276600"/>
              <a:gd name="connsiteY2" fmla="*/ 1815882 h 1815882"/>
              <a:gd name="connsiteX3" fmla="*/ 0 w 3276600"/>
              <a:gd name="connsiteY3" fmla="*/ 1815882 h 1815882"/>
              <a:gd name="connsiteX4" fmla="*/ 0 w 3276600"/>
              <a:gd name="connsiteY4" fmla="*/ 0 h 1815882"/>
              <a:gd name="connsiteX0" fmla="*/ 0 w 3276600"/>
              <a:gd name="connsiteY0" fmla="*/ 7856 h 1823738"/>
              <a:gd name="connsiteX1" fmla="*/ 1626909 w 3276600"/>
              <a:gd name="connsiteY1" fmla="*/ 0 h 1823738"/>
              <a:gd name="connsiteX2" fmla="*/ 3276600 w 3276600"/>
              <a:gd name="connsiteY2" fmla="*/ 7856 h 1823738"/>
              <a:gd name="connsiteX3" fmla="*/ 3276600 w 3276600"/>
              <a:gd name="connsiteY3" fmla="*/ 1823738 h 1823738"/>
              <a:gd name="connsiteX4" fmla="*/ 0 w 3276600"/>
              <a:gd name="connsiteY4" fmla="*/ 1823738 h 1823738"/>
              <a:gd name="connsiteX5" fmla="*/ 0 w 3276600"/>
              <a:gd name="connsiteY5" fmla="*/ 7856 h 1823738"/>
              <a:gd name="connsiteX0" fmla="*/ 0 w 3276600"/>
              <a:gd name="connsiteY0" fmla="*/ 0 h 1815882"/>
              <a:gd name="connsiteX1" fmla="*/ 1617483 w 3276600"/>
              <a:gd name="connsiteY1" fmla="*/ 227814 h 1815882"/>
              <a:gd name="connsiteX2" fmla="*/ 3276600 w 3276600"/>
              <a:gd name="connsiteY2" fmla="*/ 0 h 1815882"/>
              <a:gd name="connsiteX3" fmla="*/ 3276600 w 3276600"/>
              <a:gd name="connsiteY3" fmla="*/ 1815882 h 1815882"/>
              <a:gd name="connsiteX4" fmla="*/ 0 w 3276600"/>
              <a:gd name="connsiteY4" fmla="*/ 1815882 h 1815882"/>
              <a:gd name="connsiteX5" fmla="*/ 0 w 3276600"/>
              <a:gd name="connsiteY5" fmla="*/ 0 h 1815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600" h="1815882">
                <a:moveTo>
                  <a:pt x="0" y="0"/>
                </a:moveTo>
                <a:lnTo>
                  <a:pt x="1617483" y="227814"/>
                </a:lnTo>
                <a:lnTo>
                  <a:pt x="3276600" y="0"/>
                </a:lnTo>
                <a:lnTo>
                  <a:pt x="3276600" y="1815882"/>
                </a:lnTo>
                <a:lnTo>
                  <a:pt x="0" y="1815882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he-IL"/>
            </a:defPPr>
            <a:lvl1pPr algn="ctr">
              <a:defRPr sz="2800">
                <a:solidFill>
                  <a:schemeClr val="lt1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br>
              <a:rPr lang="en-US" sz="2400"/>
            </a:br>
            <a:r>
              <a:rPr lang="he-IL" sz="2400"/>
              <a:t>ונבדוק את תכונת השמורה "אף פעם לא נצפית רישא רעה" על המערכת החדשה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52531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15</a:t>
            </a:fld>
            <a:endParaRPr lang="he-IL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81406" y="199967"/>
            <a:ext cx="7772400" cy="762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רדוקציה לבדיקת שְׁמוּרָה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618B6F-D6D0-3991-69E9-5025896CF5F4}"/>
                  </a:ext>
                </a:extLst>
              </p:cNvPr>
              <p:cNvSpPr txBox="1"/>
              <p:nvPr/>
            </p:nvSpPr>
            <p:spPr>
              <a:xfrm>
                <a:off x="207506" y="1100817"/>
                <a:ext cx="8728987" cy="561833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נאמר, שבהינתן תכונת מצב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נרצה לבדוק אם מערכת המעברים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𝑇𝑆</m:t>
                      </m:r>
                      <m:r>
                        <a:rPr lang="en-US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𝑆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i="1" dirty="0">
                              <a:latin typeface="Cambria Math"/>
                            </a:rPr>
                            <m:t>, →, </m:t>
                          </m:r>
                          <m:r>
                            <a:rPr lang="en-US" i="1" dirty="0">
                              <a:latin typeface="Cambria Math"/>
                            </a:rPr>
                            <m:t>𝐼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𝐴𝑃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תכונת הבטיחות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he-IL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 ∀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.    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∨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  ∨ 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2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1200"/>
                  </a:spcBef>
                  <a:spcAft>
                    <a:spcPts val="1200"/>
                  </a:spcAft>
                </a:pPr>
                <a:b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נבנה מערכת מעברים:</a:t>
                </a: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#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𝑆</m:t>
                          </m:r>
                          <m:r>
                            <a:rPr lang="en-US" i="1" dirty="0"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lit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} 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𝑏𝑎𝑑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},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12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לפי הכללים:</a:t>
                </a:r>
              </a:p>
              <a:p>
                <a:pPr algn="ctr" rtl="0">
                  <a:spcBef>
                    <a:spcPts val="12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sz="2000" b="0" i="1" smtClean="0">
                            <a:latin typeface="Cambria Math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𝛼</m:t>
                            </m:r>
                          </m:e>
                        </m:groupCh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/>
                          </a:rPr>
                          <m:t>  ∧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∧ 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⊭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𝜙</m:t>
                        </m:r>
                      </m:num>
                      <m:den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𝛼</m:t>
                                </m:r>
                              </m:e>
                            </m:groupCh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/>
                          </a:rPr>
                          <m:t>  〈</m:t>
                        </m: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〉</m:t>
                        </m:r>
                      </m:den>
                    </m:f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</m:groupCh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  ∧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𝜙</m:t>
                        </m:r>
                      </m:num>
                      <m:den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𝛼</m:t>
                                </m:r>
                              </m:e>
                            </m:groupCh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 〈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i="1">
                            <a:latin typeface="Cambria Math"/>
                          </a:rPr>
                          <m:t>〉</m:t>
                        </m:r>
                      </m:den>
                    </m:f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𝛼</m:t>
                            </m:r>
                          </m:e>
                        </m:groupCh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</m:num>
                      <m:den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𝑠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groupChr>
                              <m:groupChrPr>
                                <m:chr m:val="→"/>
                                <m:vertJc m:val="bot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𝛼</m:t>
                                </m:r>
                              </m:e>
                            </m:groupCh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sub>
                        </m:sSub>
                        <m:r>
                          <a:rPr lang="en-US" sz="2000" i="1">
                            <a:latin typeface="Cambria Math"/>
                          </a:rPr>
                          <m:t>  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0000FF"/>
                                </a:solidFill>
                                <a:latin typeface="Cambria Math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12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באשר:</a:t>
                </a: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𝐼</m:t>
                          </m:r>
                        </m:e>
                        <m:sub>
                          <m:r>
                            <a:rPr lang="he-IL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#</m:t>
                          </m:r>
                        </m:sub>
                      </m:sSub>
                      <m:r>
                        <a:rPr lang="he-IL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𝑠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Gisha" panose="020B0502040204020203" pitchFamily="34" charset="-79"/>
                            </a:rPr>
                            <m:t>⊭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∪ 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0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1200"/>
                  </a:spcBef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#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𝑏𝑎𝑑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3</m:t>
                              </m:r>
                            </m: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dPr>
                                <m:e/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 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618B6F-D6D0-3991-69E9-5025896CF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06" y="1100817"/>
                <a:ext cx="8728987" cy="5618333"/>
              </a:xfrm>
              <a:prstGeom prst="rect">
                <a:avLst/>
              </a:prstGeom>
              <a:blipFill>
                <a:blip r:embed="rId2"/>
                <a:stretch>
                  <a:fillRect t="-651" r="-628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8" descr="Owl">
            <a:extLst>
              <a:ext uri="{FF2B5EF4-FFF2-40B4-BE49-F238E27FC236}">
                <a16:creationId xmlns:a16="http://schemas.microsoft.com/office/drawing/2014/main" id="{E5950E81-9A99-DFD1-16F4-61225D2D47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541" y="5618546"/>
            <a:ext cx="533400" cy="53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3C4B56-074E-115C-E5DF-94FF905588A1}"/>
              </a:ext>
            </a:extLst>
          </p:cNvPr>
          <p:cNvSpPr txBox="1"/>
          <p:nvPr/>
        </p:nvSpPr>
        <p:spPr>
          <a:xfrm>
            <a:off x="0" y="6167735"/>
            <a:ext cx="162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נסו את הבניה על מערכת כלשהי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FEB6E2-A6F4-F3B7-9D05-63E3629BFDC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17" y="1975422"/>
            <a:ext cx="1453578" cy="14535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93B1B3-5A83-C07C-75EA-9D7BFDBD2B8F}"/>
              </a:ext>
            </a:extLst>
          </p:cNvPr>
          <p:cNvSpPr txBox="1"/>
          <p:nvPr/>
        </p:nvSpPr>
        <p:spPr>
          <a:xfrm>
            <a:off x="1053503" y="3396997"/>
            <a:ext cx="11497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400" dirty="0">
                <a:solidFill>
                  <a:srgbClr val="5D3619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מוסיפים למכונה מונה</a:t>
            </a:r>
            <a:endParaRPr lang="en-US" sz="1400" dirty="0">
              <a:solidFill>
                <a:srgbClr val="5D3619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3F02C75-99D3-DF95-CDD1-CF528F9AEF53}"/>
              </a:ext>
            </a:extLst>
          </p:cNvPr>
          <p:cNvSpPr/>
          <p:nvPr/>
        </p:nvSpPr>
        <p:spPr>
          <a:xfrm>
            <a:off x="1919335" y="3057971"/>
            <a:ext cx="2100404" cy="391399"/>
          </a:xfrm>
          <a:custGeom>
            <a:avLst/>
            <a:gdLst>
              <a:gd name="connsiteX0" fmla="*/ 2100404 w 2100404"/>
              <a:gd name="connsiteY0" fmla="*/ 264651 h 391399"/>
              <a:gd name="connsiteX1" fmla="*/ 1711105 w 2100404"/>
              <a:gd name="connsiteY1" fmla="*/ 2100 h 391399"/>
              <a:gd name="connsiteX2" fmla="*/ 0 w 2100404"/>
              <a:gd name="connsiteY2" fmla="*/ 391399 h 391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404" h="391399">
                <a:moveTo>
                  <a:pt x="2100404" y="264651"/>
                </a:moveTo>
                <a:cubicBezTo>
                  <a:pt x="2080788" y="122813"/>
                  <a:pt x="2061172" y="-19025"/>
                  <a:pt x="1711105" y="2100"/>
                </a:cubicBezTo>
                <a:cubicBezTo>
                  <a:pt x="1361038" y="23225"/>
                  <a:pt x="264059" y="328025"/>
                  <a:pt x="0" y="391399"/>
                </a:cubicBez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542707-A855-3ED3-C097-EA327F7FF060}"/>
              </a:ext>
            </a:extLst>
          </p:cNvPr>
          <p:cNvCxnSpPr/>
          <p:nvPr/>
        </p:nvCxnSpPr>
        <p:spPr>
          <a:xfrm flipH="1" flipV="1">
            <a:off x="1367073" y="3005750"/>
            <a:ext cx="261325" cy="423250"/>
          </a:xfrm>
          <a:prstGeom prst="straightConnector1">
            <a:avLst/>
          </a:prstGeom>
          <a:noFill/>
          <a:ln w="28575"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22593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16</a:t>
            </a:fld>
            <a:endParaRPr lang="he-IL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781406" y="199967"/>
            <a:ext cx="7772400" cy="762000"/>
          </a:xfrm>
          <a:prstGeom prst="rect">
            <a:avLst/>
          </a:prstGeom>
        </p:spPr>
        <p:txBody>
          <a:bodyPr bIns="91440" anchor="b" anchorCtr="0">
            <a:normAutofit fontScale="92500"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המשך דוגמה: רדוקציה לבדיקת שְׁמוּרָה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E0211-718C-B693-9973-8ABA208BE8EA}"/>
                  </a:ext>
                </a:extLst>
              </p:cNvPr>
              <p:cNvSpPr txBox="1"/>
              <p:nvPr/>
            </p:nvSpPr>
            <p:spPr>
              <a:xfrm>
                <a:off x="2209800" y="4175119"/>
                <a:ext cx="5027338" cy="646331"/>
              </a:xfrm>
              <a:prstGeom prst="rect">
                <a:avLst/>
              </a:prstGeom>
              <a:solidFill>
                <a:schemeClr val="bg1"/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על המערכת שקיבלנו נוכל לבדוק את תכונת השמורה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: ∀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⊨¬</m:t>
                          </m:r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𝑏𝑎𝑑</m:t>
                          </m:r>
                        </m:e>
                      </m:d>
                    </m:oMath>
                  </m:oMathPara>
                </a14:m>
                <a:endParaRPr lang="LID4096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0E0211-718C-B693-9973-8ABA208B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175119"/>
                <a:ext cx="502733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DEB30-CD31-FE71-4D97-CE9DF0F6BCF7}"/>
                  </a:ext>
                </a:extLst>
              </p:cNvPr>
              <p:cNvSpPr txBox="1"/>
              <p:nvPr/>
            </p:nvSpPr>
            <p:spPr>
              <a:xfrm>
                <a:off x="2153936" y="5592633"/>
                <a:ext cx="5027337" cy="369332"/>
              </a:xfrm>
              <a:prstGeom prst="rect">
                <a:avLst/>
              </a:prstGeom>
              <a:solidFill>
                <a:schemeClr val="bg1"/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 ⇔  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𝑇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#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𝑖𝑛𝑣</m:t>
                          </m:r>
                        </m:sub>
                      </m:sSub>
                    </m:oMath>
                  </m:oMathPara>
                </a14:m>
                <a:endParaRPr lang="LID4096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DEB30-CD31-FE71-4D97-CE9DF0F6B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936" y="5592633"/>
                <a:ext cx="502733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glow rad="1016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cartoon figurine of men working on a computer&#10;&#10;Description automatically generated">
            <a:extLst>
              <a:ext uri="{FF2B5EF4-FFF2-40B4-BE49-F238E27FC236}">
                <a16:creationId xmlns:a16="http://schemas.microsoft.com/office/drawing/2014/main" id="{4FCD0977-1D64-77C3-FAA9-364B394FC3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06" y="4419599"/>
            <a:ext cx="2210021" cy="22100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88ABE5-185C-D019-0E1E-85FF106432D7}"/>
                  </a:ext>
                </a:extLst>
              </p:cNvPr>
              <p:cNvSpPr txBox="1"/>
              <p:nvPr/>
            </p:nvSpPr>
            <p:spPr>
              <a:xfrm>
                <a:off x="207506" y="1100817"/>
                <a:ext cx="8728987" cy="2646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נאמר, שבהינתן תכונת מצב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נרצה לבדוק אם מערכת המעברים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𝑇𝑆</m:t>
                      </m:r>
                      <m:r>
                        <a:rPr lang="en-US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𝑆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i="1" dirty="0">
                              <a:latin typeface="Cambria Math"/>
                            </a:rPr>
                            <m:t>, →, </m:t>
                          </m:r>
                          <m:r>
                            <a:rPr lang="en-US" i="1" dirty="0">
                              <a:latin typeface="Cambria Math"/>
                            </a:rPr>
                            <m:t>𝐼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𝐴𝑃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i="1" dirty="0">
                              <a:latin typeface="Cambria Math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תכונת הבטיחות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he-IL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: ∀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.  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∨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1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  ∨    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2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⊨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𝜙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>
                  <a:spcBef>
                    <a:spcPts val="1200"/>
                  </a:spcBef>
                  <a:spcAft>
                    <a:spcPts val="1200"/>
                  </a:spcAft>
                </a:pPr>
                <a:b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נבנה מערכת מעברים:</a:t>
                </a:r>
              </a:p>
              <a:p>
                <a:pPr algn="l" rtl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#</m:t>
                          </m:r>
                        </m:sub>
                      </m:sSub>
                      <m:r>
                        <a:rPr lang="en-US" i="1" dirty="0">
                          <a:latin typeface="Cambria Math"/>
                        </a:rPr>
                        <m:t> 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latin typeface="Cambria Math"/>
                            </a:rPr>
                            <m:t>𝑆</m:t>
                          </m:r>
                          <m:r>
                            <a:rPr lang="en-US" i="1" dirty="0">
                              <a:latin typeface="Cambria Math"/>
                            </a:rPr>
                            <m:t>×</m:t>
                          </m:r>
                          <m:r>
                            <m:rPr>
                              <m:lit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} , </m:t>
                          </m:r>
                          <m:r>
                            <a:rPr lang="en-US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  <m:r>
                            <a:rPr lang="en-US" i="1" dirty="0">
                              <a:latin typeface="Cambria Math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𝑏𝑎𝑑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},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88ABE5-185C-D019-0E1E-85FF1064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06" y="1100817"/>
                <a:ext cx="8728987" cy="2646878"/>
              </a:xfrm>
              <a:prstGeom prst="rect">
                <a:avLst/>
              </a:prstGeom>
              <a:blipFill>
                <a:blip r:embed="rId5"/>
                <a:stretch>
                  <a:fillRect t="-1382" r="-628"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806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4880600" y="3039208"/>
            <a:ext cx="3139000" cy="1244720"/>
            <a:chOff x="-3354673" y="3200400"/>
            <a:chExt cx="11540486" cy="1244720"/>
          </a:xfrm>
          <a:noFill/>
        </p:grpSpPr>
        <p:sp>
          <p:nvSpPr>
            <p:cNvPr id="5" name="Rounded Rectangle 4"/>
            <p:cNvSpPr/>
            <p:nvPr/>
          </p:nvSpPr>
          <p:spPr>
            <a:xfrm>
              <a:off x="4163033" y="3200400"/>
              <a:ext cx="3125269" cy="361283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3354673" y="3860345"/>
              <a:ext cx="11540486" cy="584775"/>
            </a:xfrm>
            <a:prstGeom prst="rect">
              <a:avLst/>
            </a:prstGeom>
            <a:grpFill/>
          </p:spPr>
          <p:txBody>
            <a:bodyPr wrap="none" rtlCol="1">
              <a:spAutoFit/>
            </a:bodyPr>
            <a:lstStyle/>
            <a:p>
              <a:r>
                <a:rPr lang="he-IL" sz="1600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הרכבה של אוטומט עם</a:t>
              </a:r>
              <a:br>
                <a:rPr lang="en-US" sz="1600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</a:br>
              <a:r>
                <a:rPr lang="he-IL" sz="1600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מערכת מעברים שתוגדר בשקף הבא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/>
              <p:cNvSpPr txBox="1">
                <a:spLocks/>
              </p:cNvSpPr>
              <p:nvPr/>
            </p:nvSpPr>
            <p:spPr>
              <a:xfrm>
                <a:off x="540278" y="1800199"/>
                <a:ext cx="8381994" cy="1905000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r" rtl="1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r" rtl="1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r" rtl="1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 defTabSz="719138" rtl="0">
                  <a:spcBef>
                    <a:spcPts val="2400"/>
                  </a:spcBef>
                  <a:buNone/>
                  <a:tabLst>
                    <a:tab pos="1614488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  <m:r>
                      <a:rPr lang="he-IL" sz="2000" i="1" dirty="0" smtClean="0">
                        <a:latin typeface="Cambria Math"/>
                      </a:rPr>
                      <m:t>⊨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𝑃</m:t>
                    </m:r>
                    <m:r>
                      <m:rPr>
                        <m:nor/>
                      </m:rPr>
                      <a:rPr lang="en-US" sz="20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safe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2000" i="1" dirty="0" smtClean="0">
                        <a:latin typeface="Cambria Math"/>
                      </a:rPr>
                      <m:t>⇔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r>
                      <m:rPr>
                        <m:nor/>
                      </m:rPr>
                      <a:rPr lang="en-US" sz="20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fin</m:t>
                    </m:r>
                    <m:d>
                      <m:dPr>
                        <m:ctrlPr>
                          <a:rPr lang="en-US" sz="2000" i="1" baseline="-25000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∩</m:t>
                    </m:r>
                    <m:r>
                      <a:rPr lang="en-US" sz="2000" i="1" dirty="0" err="1" smtClean="0">
                        <a:latin typeface="Cambria Math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𝑎𝑑𝑃𝑟𝑒𝑓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𝑃</m:t>
                    </m:r>
                    <m:r>
                      <m:rPr>
                        <m:nor/>
                      </m:rPr>
                      <a:rPr lang="en-US" sz="20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safe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defTabSz="719138" rtl="0">
                  <a:spcBef>
                    <a:spcPts val="2400"/>
                  </a:spcBef>
                  <a:buFont typeface="Wingdings 2"/>
                  <a:buNone/>
                  <a:tabLst>
                    <a:tab pos="1614488" algn="l"/>
                  </a:tabLst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⇔ 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r>
                      <m:rPr>
                        <m:nor/>
                      </m:rPr>
                      <a:rPr lang="en-US" sz="20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fin</m:t>
                    </m:r>
                    <m:d>
                      <m:dPr>
                        <m:ctrlPr>
                          <a:rPr lang="en-US" sz="2000" i="1" baseline="-25000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∩</m:t>
                    </m:r>
                    <m:r>
                      <a:rPr lang="en-US" sz="2000" b="0" i="1" dirty="0" smtClean="0">
                        <a:latin typeface="Cambria Math"/>
                      </a:rPr>
                      <m:t>ℒ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/>
                      </a:rPr>
                      <m:t>𝒜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defTabSz="719138" rtl="0">
                  <a:spcBef>
                    <a:spcPts val="2400"/>
                  </a:spcBef>
                  <a:buFont typeface="Wingdings 2"/>
                  <a:buNone/>
                  <a:tabLst>
                    <a:tab pos="1614488" algn="l"/>
                  </a:tabLst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⇔ 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מצב נגיש בו האוטומט נמצא במצב מקבל</a:t>
                </a: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×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אין ב 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78" y="1800199"/>
                <a:ext cx="8381994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רעיון בסיסי לאלגוריתם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1306" y="4572000"/>
                <a:ext cx="8141389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בדיקת תכונת בטיחות רגולרית שקולה לבדיקת שמורה 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×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06" y="4572000"/>
                <a:ext cx="814138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568340" y="5462975"/>
            <a:ext cx="8007320" cy="70788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משמעות: ניתן לבדוק תכונות בטיחות רגולרית ע"י אלגוריתמים לבדיקת שמורה</a:t>
            </a:r>
          </a:p>
          <a:p>
            <a:pPr algn="ctr"/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 או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BFS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קדימה או אחורה)</a:t>
            </a:r>
          </a:p>
        </p:txBody>
      </p:sp>
      <p:cxnSp>
        <p:nvCxnSpPr>
          <p:cNvPr id="12" name="Straight Arrow Connector 11"/>
          <p:cNvCxnSpPr>
            <a:endCxn id="5" idx="2"/>
          </p:cNvCxnSpPr>
          <p:nvPr/>
        </p:nvCxnSpPr>
        <p:spPr>
          <a:xfrm flipH="1" flipV="1">
            <a:off x="7350443" y="3400491"/>
            <a:ext cx="8718" cy="3274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2400" y="1447800"/>
            <a:ext cx="8839200" cy="49339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567954" y="1693902"/>
                <a:ext cx="250389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transition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system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en-US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954" y="1693902"/>
                <a:ext cx="2503891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3948" y="1542991"/>
                <a:ext cx="3029419" cy="80021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automaton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</m:oMath>
                  </m:oMathPara>
                </a14:m>
                <a:endParaRPr lang="en-US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</m:d>
                      <m:r>
                        <m:rPr>
                          <m:nor/>
                        </m:rPr>
                        <a:rPr lang="en-US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=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𝐵𝑎𝑑𝑃𝑟𝑒𝑓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48" y="1542991"/>
                <a:ext cx="3029419" cy="8002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Related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362200"/>
            <a:ext cx="3695700" cy="3695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20"/>
          <p:cNvSpPr/>
          <p:nvPr/>
        </p:nvSpPr>
        <p:spPr>
          <a:xfrm>
            <a:off x="2702274" y="3871987"/>
            <a:ext cx="1223375" cy="1564006"/>
          </a:xfrm>
          <a:custGeom>
            <a:avLst/>
            <a:gdLst>
              <a:gd name="connsiteX0" fmla="*/ 71469 w 1109694"/>
              <a:gd name="connsiteY0" fmla="*/ 600075 h 600075"/>
              <a:gd name="connsiteX1" fmla="*/ 109569 w 1109694"/>
              <a:gd name="connsiteY1" fmla="*/ 190500 h 600075"/>
              <a:gd name="connsiteX2" fmla="*/ 1109694 w 1109694"/>
              <a:gd name="connsiteY2" fmla="*/ 0 h 600075"/>
              <a:gd name="connsiteX0" fmla="*/ 13969 w 1052194"/>
              <a:gd name="connsiteY0" fmla="*/ 600075 h 600075"/>
              <a:gd name="connsiteX1" fmla="*/ 309244 w 1052194"/>
              <a:gd name="connsiteY1" fmla="*/ 161925 h 600075"/>
              <a:gd name="connsiteX2" fmla="*/ 1052194 w 1052194"/>
              <a:gd name="connsiteY2" fmla="*/ 0 h 600075"/>
              <a:gd name="connsiteX0" fmla="*/ 13141 w 1070416"/>
              <a:gd name="connsiteY0" fmla="*/ 714375 h 714375"/>
              <a:gd name="connsiteX1" fmla="*/ 327466 w 1070416"/>
              <a:gd name="connsiteY1" fmla="*/ 161925 h 714375"/>
              <a:gd name="connsiteX2" fmla="*/ 1070416 w 1070416"/>
              <a:gd name="connsiteY2" fmla="*/ 0 h 714375"/>
              <a:gd name="connsiteX0" fmla="*/ 508 w 1057783"/>
              <a:gd name="connsiteY0" fmla="*/ 714375 h 714375"/>
              <a:gd name="connsiteX1" fmla="*/ 314833 w 1057783"/>
              <a:gd name="connsiteY1" fmla="*/ 161925 h 714375"/>
              <a:gd name="connsiteX2" fmla="*/ 1057783 w 1057783"/>
              <a:gd name="connsiteY2" fmla="*/ 0 h 714375"/>
              <a:gd name="connsiteX0" fmla="*/ 496 w 1034941"/>
              <a:gd name="connsiteY0" fmla="*/ 870173 h 870173"/>
              <a:gd name="connsiteX1" fmla="*/ 314821 w 1034941"/>
              <a:gd name="connsiteY1" fmla="*/ 317723 h 870173"/>
              <a:gd name="connsiteX2" fmla="*/ 1034941 w 1034941"/>
              <a:gd name="connsiteY2" fmla="*/ 0 h 870173"/>
              <a:gd name="connsiteX0" fmla="*/ 496 w 1034941"/>
              <a:gd name="connsiteY0" fmla="*/ 870173 h 870173"/>
              <a:gd name="connsiteX1" fmla="*/ 314821 w 1034941"/>
              <a:gd name="connsiteY1" fmla="*/ 317723 h 870173"/>
              <a:gd name="connsiteX2" fmla="*/ 1034941 w 1034941"/>
              <a:gd name="connsiteY2" fmla="*/ 0 h 870173"/>
              <a:gd name="connsiteX0" fmla="*/ 7059 w 1041504"/>
              <a:gd name="connsiteY0" fmla="*/ 870173 h 870173"/>
              <a:gd name="connsiteX1" fmla="*/ 146355 w 1041504"/>
              <a:gd name="connsiteY1" fmla="*/ 297620 h 870173"/>
              <a:gd name="connsiteX2" fmla="*/ 1041504 w 1041504"/>
              <a:gd name="connsiteY2" fmla="*/ 0 h 870173"/>
              <a:gd name="connsiteX0" fmla="*/ 3843 w 1038288"/>
              <a:gd name="connsiteY0" fmla="*/ 870173 h 870173"/>
              <a:gd name="connsiteX1" fmla="*/ 143139 w 1038288"/>
              <a:gd name="connsiteY1" fmla="*/ 297620 h 870173"/>
              <a:gd name="connsiteX2" fmla="*/ 1038288 w 1038288"/>
              <a:gd name="connsiteY2" fmla="*/ 0 h 8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8288" h="870173">
                <a:moveTo>
                  <a:pt x="3843" y="870173"/>
                </a:moveTo>
                <a:cubicBezTo>
                  <a:pt x="-6476" y="696341"/>
                  <a:pt x="-6438" y="452701"/>
                  <a:pt x="143139" y="297620"/>
                </a:cubicBezTo>
                <a:cubicBezTo>
                  <a:pt x="292716" y="142539"/>
                  <a:pt x="632354" y="120629"/>
                  <a:pt x="1038288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19"/>
          <p:cNvSpPr/>
          <p:nvPr/>
        </p:nvSpPr>
        <p:spPr>
          <a:xfrm flipH="1">
            <a:off x="3313962" y="2063234"/>
            <a:ext cx="739281" cy="529709"/>
          </a:xfrm>
          <a:custGeom>
            <a:avLst/>
            <a:gdLst>
              <a:gd name="connsiteX0" fmla="*/ 71469 w 1109694"/>
              <a:gd name="connsiteY0" fmla="*/ 600075 h 600075"/>
              <a:gd name="connsiteX1" fmla="*/ 109569 w 1109694"/>
              <a:gd name="connsiteY1" fmla="*/ 190500 h 600075"/>
              <a:gd name="connsiteX2" fmla="*/ 1109694 w 1109694"/>
              <a:gd name="connsiteY2" fmla="*/ 0 h 600075"/>
              <a:gd name="connsiteX0" fmla="*/ 13969 w 1052194"/>
              <a:gd name="connsiteY0" fmla="*/ 600075 h 600075"/>
              <a:gd name="connsiteX1" fmla="*/ 309244 w 1052194"/>
              <a:gd name="connsiteY1" fmla="*/ 161925 h 600075"/>
              <a:gd name="connsiteX2" fmla="*/ 1052194 w 1052194"/>
              <a:gd name="connsiteY2" fmla="*/ 0 h 600075"/>
              <a:gd name="connsiteX0" fmla="*/ 13141 w 1070416"/>
              <a:gd name="connsiteY0" fmla="*/ 714375 h 714375"/>
              <a:gd name="connsiteX1" fmla="*/ 327466 w 1070416"/>
              <a:gd name="connsiteY1" fmla="*/ 161925 h 714375"/>
              <a:gd name="connsiteX2" fmla="*/ 1070416 w 1070416"/>
              <a:gd name="connsiteY2" fmla="*/ 0 h 714375"/>
              <a:gd name="connsiteX0" fmla="*/ 508 w 1057783"/>
              <a:gd name="connsiteY0" fmla="*/ 714375 h 714375"/>
              <a:gd name="connsiteX1" fmla="*/ 314833 w 1057783"/>
              <a:gd name="connsiteY1" fmla="*/ 161925 h 714375"/>
              <a:gd name="connsiteX2" fmla="*/ 1057783 w 1057783"/>
              <a:gd name="connsiteY2" fmla="*/ 0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783" h="714375">
                <a:moveTo>
                  <a:pt x="508" y="714375"/>
                </a:moveTo>
                <a:cubicBezTo>
                  <a:pt x="-9811" y="540543"/>
                  <a:pt x="138621" y="280987"/>
                  <a:pt x="314833" y="161925"/>
                </a:cubicBezTo>
                <a:cubicBezTo>
                  <a:pt x="491045" y="42863"/>
                  <a:pt x="644239" y="45243"/>
                  <a:pt x="1057783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4667606" y="1878568"/>
            <a:ext cx="942976" cy="714375"/>
          </a:xfrm>
          <a:custGeom>
            <a:avLst/>
            <a:gdLst>
              <a:gd name="connsiteX0" fmla="*/ 71469 w 1109694"/>
              <a:gd name="connsiteY0" fmla="*/ 600075 h 600075"/>
              <a:gd name="connsiteX1" fmla="*/ 109569 w 1109694"/>
              <a:gd name="connsiteY1" fmla="*/ 190500 h 600075"/>
              <a:gd name="connsiteX2" fmla="*/ 1109694 w 1109694"/>
              <a:gd name="connsiteY2" fmla="*/ 0 h 600075"/>
              <a:gd name="connsiteX0" fmla="*/ 13969 w 1052194"/>
              <a:gd name="connsiteY0" fmla="*/ 600075 h 600075"/>
              <a:gd name="connsiteX1" fmla="*/ 309244 w 1052194"/>
              <a:gd name="connsiteY1" fmla="*/ 161925 h 600075"/>
              <a:gd name="connsiteX2" fmla="*/ 1052194 w 1052194"/>
              <a:gd name="connsiteY2" fmla="*/ 0 h 600075"/>
              <a:gd name="connsiteX0" fmla="*/ 13141 w 1070416"/>
              <a:gd name="connsiteY0" fmla="*/ 714375 h 714375"/>
              <a:gd name="connsiteX1" fmla="*/ 327466 w 1070416"/>
              <a:gd name="connsiteY1" fmla="*/ 161925 h 714375"/>
              <a:gd name="connsiteX2" fmla="*/ 1070416 w 1070416"/>
              <a:gd name="connsiteY2" fmla="*/ 0 h 714375"/>
              <a:gd name="connsiteX0" fmla="*/ 508 w 1057783"/>
              <a:gd name="connsiteY0" fmla="*/ 714375 h 714375"/>
              <a:gd name="connsiteX1" fmla="*/ 314833 w 1057783"/>
              <a:gd name="connsiteY1" fmla="*/ 161925 h 714375"/>
              <a:gd name="connsiteX2" fmla="*/ 1057783 w 1057783"/>
              <a:gd name="connsiteY2" fmla="*/ 0 h 71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57783" h="714375">
                <a:moveTo>
                  <a:pt x="508" y="714375"/>
                </a:moveTo>
                <a:cubicBezTo>
                  <a:pt x="-9811" y="540543"/>
                  <a:pt x="138621" y="280987"/>
                  <a:pt x="314833" y="161925"/>
                </a:cubicBezTo>
                <a:cubicBezTo>
                  <a:pt x="491045" y="42863"/>
                  <a:pt x="644239" y="45243"/>
                  <a:pt x="1057783" y="0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762000" y="5486401"/>
            <a:ext cx="8229600" cy="86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7652" y="5522744"/>
                <a:ext cx="6553199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transition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system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and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an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invariant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𝑖𝑛𝑣</m:t>
                          </m:r>
                        </m:sub>
                      </m:sSub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</m:oMath>
                  </m:oMathPara>
                </a14:m>
                <a:endParaRPr lang="en-US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i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>
                  <a:solidFill>
                    <a:schemeClr val="accent4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2" y="5522744"/>
                <a:ext cx="6553199" cy="646331"/>
              </a:xfrm>
              <a:prstGeom prst="rect">
                <a:avLst/>
              </a:prstGeom>
              <a:blipFill>
                <a:blip r:embed="rId5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le 1"/>
          <p:cNvSpPr txBox="1">
            <a:spLocks/>
          </p:cNvSpPr>
          <p:nvPr/>
        </p:nvSpPr>
        <p:spPr>
          <a:xfrm>
            <a:off x="781406" y="199967"/>
            <a:ext cx="7772400" cy="762000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רדוקציה לבדיקת שְׁמוּרָה</a:t>
            </a:r>
          </a:p>
        </p:txBody>
      </p:sp>
    </p:spTree>
    <p:extLst>
      <p:ext uri="{BB962C8B-B14F-4D97-AF65-F5344CB8AC3E}">
        <p14:creationId xmlns:p14="http://schemas.microsoft.com/office/powerpoint/2010/main" val="410150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רעיון הבניה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p:pic>
        <p:nvPicPr>
          <p:cNvPr id="3074" name="Picture 2" descr="Image result for following animated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524000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791200" y="1676400"/>
            <a:ext cx="1778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המעברים מייצרת עקבות</a:t>
            </a:r>
            <a:endParaRPr lang="en-US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5514975" y="2390775"/>
            <a:ext cx="990600" cy="771525"/>
          </a:xfrm>
          <a:custGeom>
            <a:avLst/>
            <a:gdLst>
              <a:gd name="connsiteX0" fmla="*/ 0 w 990600"/>
              <a:gd name="connsiteY0" fmla="*/ 771525 h 771525"/>
              <a:gd name="connsiteX1" fmla="*/ 533400 w 990600"/>
              <a:gd name="connsiteY1" fmla="*/ 561975 h 771525"/>
              <a:gd name="connsiteX2" fmla="*/ 990600 w 990600"/>
              <a:gd name="connsiteY2" fmla="*/ 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0600" h="771525">
                <a:moveTo>
                  <a:pt x="0" y="771525"/>
                </a:moveTo>
                <a:cubicBezTo>
                  <a:pt x="184150" y="731043"/>
                  <a:pt x="368300" y="690562"/>
                  <a:pt x="533400" y="561975"/>
                </a:cubicBezTo>
                <a:cubicBezTo>
                  <a:pt x="698500" y="433387"/>
                  <a:pt x="844550" y="216693"/>
                  <a:pt x="990600" y="0"/>
                </a:cubicBezTo>
              </a:path>
            </a:pathLst>
          </a:custGeom>
          <a:noFill/>
          <a:ln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62000" y="3429000"/>
            <a:ext cx="2159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האוטומט עוקב אחר העקבות שנוצרות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600325" y="2324100"/>
            <a:ext cx="1485900" cy="1095375"/>
          </a:xfrm>
          <a:custGeom>
            <a:avLst/>
            <a:gdLst>
              <a:gd name="connsiteX0" fmla="*/ 1485900 w 1485900"/>
              <a:gd name="connsiteY0" fmla="*/ 0 h 1095375"/>
              <a:gd name="connsiteX1" fmla="*/ 971550 w 1485900"/>
              <a:gd name="connsiteY1" fmla="*/ 66675 h 1095375"/>
              <a:gd name="connsiteX2" fmla="*/ 523875 w 1485900"/>
              <a:gd name="connsiteY2" fmla="*/ 171450 h 1095375"/>
              <a:gd name="connsiteX3" fmla="*/ 371475 w 1485900"/>
              <a:gd name="connsiteY3" fmla="*/ 323850 h 1095375"/>
              <a:gd name="connsiteX4" fmla="*/ 0 w 1485900"/>
              <a:gd name="connsiteY4" fmla="*/ 1095375 h 1095375"/>
              <a:gd name="connsiteX0" fmla="*/ 1485900 w 1485900"/>
              <a:gd name="connsiteY0" fmla="*/ 0 h 1095375"/>
              <a:gd name="connsiteX1" fmla="*/ 971550 w 1485900"/>
              <a:gd name="connsiteY1" fmla="*/ 66675 h 1095375"/>
              <a:gd name="connsiteX2" fmla="*/ 523875 w 1485900"/>
              <a:gd name="connsiteY2" fmla="*/ 171450 h 1095375"/>
              <a:gd name="connsiteX3" fmla="*/ 247650 w 1485900"/>
              <a:gd name="connsiteY3" fmla="*/ 466725 h 1095375"/>
              <a:gd name="connsiteX4" fmla="*/ 0 w 1485900"/>
              <a:gd name="connsiteY4" fmla="*/ 1095375 h 1095375"/>
              <a:gd name="connsiteX0" fmla="*/ 1485900 w 1485900"/>
              <a:gd name="connsiteY0" fmla="*/ 0 h 1095375"/>
              <a:gd name="connsiteX1" fmla="*/ 971550 w 1485900"/>
              <a:gd name="connsiteY1" fmla="*/ 66675 h 1095375"/>
              <a:gd name="connsiteX2" fmla="*/ 609600 w 1485900"/>
              <a:gd name="connsiteY2" fmla="*/ 190500 h 1095375"/>
              <a:gd name="connsiteX3" fmla="*/ 247650 w 1485900"/>
              <a:gd name="connsiteY3" fmla="*/ 466725 h 1095375"/>
              <a:gd name="connsiteX4" fmla="*/ 0 w 1485900"/>
              <a:gd name="connsiteY4" fmla="*/ 1095375 h 109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85900" h="1095375">
                <a:moveTo>
                  <a:pt x="1485900" y="0"/>
                </a:moveTo>
                <a:cubicBezTo>
                  <a:pt x="1308893" y="19050"/>
                  <a:pt x="1117600" y="34925"/>
                  <a:pt x="971550" y="66675"/>
                </a:cubicBezTo>
                <a:cubicBezTo>
                  <a:pt x="825500" y="98425"/>
                  <a:pt x="730250" y="123825"/>
                  <a:pt x="609600" y="190500"/>
                </a:cubicBezTo>
                <a:cubicBezTo>
                  <a:pt x="488950" y="257175"/>
                  <a:pt x="349250" y="315913"/>
                  <a:pt x="247650" y="466725"/>
                </a:cubicBezTo>
                <a:cubicBezTo>
                  <a:pt x="146050" y="617537"/>
                  <a:pt x="142081" y="786606"/>
                  <a:pt x="0" y="1095375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505200" y="3276600"/>
                <a:ext cx="2095500" cy="34290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he-I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276600"/>
                <a:ext cx="2095500" cy="342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794628" y="4714875"/>
                <a:ext cx="3449342" cy="1103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i="1">
                              <a:latin typeface="Cambria Math"/>
                            </a:rPr>
                            <m:t> </m:t>
                          </m:r>
                          <m:r>
                            <a:rPr lang="en-US" sz="2400" i="1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  ∧  </m:t>
                          </m:r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a:rPr lang="en-US" sz="2400" i="1">
                              <a:latin typeface="Cambria Math"/>
                            </a:rPr>
                            <m:t>∈</m:t>
                          </m:r>
                          <m:r>
                            <a:rPr lang="en-US" sz="2400" i="1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he-IL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 〈</m:t>
                          </m:r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a:rPr lang="en-US" sz="2400" i="1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628" y="4714875"/>
                <a:ext cx="3449342" cy="1103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9CA5B8D-2B41-AB83-9CDF-38C5668AA7A6}"/>
              </a:ext>
            </a:extLst>
          </p:cNvPr>
          <p:cNvSpPr txBox="1"/>
          <p:nvPr/>
        </p:nvSpPr>
        <p:spPr>
          <a:xfrm>
            <a:off x="1346105" y="4714875"/>
            <a:ext cx="1509767" cy="461665"/>
          </a:xfrm>
          <a:prstGeom prst="homePlat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קיים מעבר במערכת</a:t>
            </a:r>
            <a:br>
              <a:rPr lang="en-US" sz="1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 המעברים המקורית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9654DC-291F-29D7-4347-136A117052CA}"/>
                  </a:ext>
                </a:extLst>
              </p:cNvPr>
              <p:cNvSpPr txBox="1"/>
              <p:nvPr/>
            </p:nvSpPr>
            <p:spPr>
              <a:xfrm flipH="1">
                <a:off x="6182726" y="4714875"/>
                <a:ext cx="1646824" cy="461665"/>
              </a:xfrm>
              <a:prstGeom prst="homePlat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קיים מעבר באוטומט</a:t>
                </a:r>
              </a:p>
              <a:p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הקורא את התיוג של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9654DC-291F-29D7-4347-136A11705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82726" y="4714875"/>
                <a:ext cx="1646824" cy="461665"/>
              </a:xfrm>
              <a:prstGeom prst="homePlat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A80180E3-3218-CCB7-3546-AF8F059A62ED}"/>
              </a:ext>
            </a:extLst>
          </p:cNvPr>
          <p:cNvSpPr txBox="1"/>
          <p:nvPr/>
        </p:nvSpPr>
        <p:spPr>
          <a:xfrm>
            <a:off x="2362200" y="5901836"/>
            <a:ext cx="4302631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מערכת המעברים החדשה מתקדמת בשני הרכיבים,</a:t>
            </a:r>
          </a:p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זה שמייצג את מערכת המעברים המקורית וזה שעוקב אחר האוטומט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39339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28751" y="3912017"/>
            <a:ext cx="3335123" cy="1126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sp>
        <p:nvSpPr>
          <p:cNvPr id="10" name="Rectangle 9"/>
          <p:cNvSpPr/>
          <p:nvPr/>
        </p:nvSpPr>
        <p:spPr>
          <a:xfrm>
            <a:off x="923925" y="5867400"/>
            <a:ext cx="708943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sp>
        <p:nvSpPr>
          <p:cNvPr id="6" name="Rectangle 5"/>
          <p:cNvSpPr/>
          <p:nvPr/>
        </p:nvSpPr>
        <p:spPr>
          <a:xfrm>
            <a:off x="1714960" y="2571750"/>
            <a:ext cx="5213282" cy="426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5436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מערכת מעברים הנוצרת </a:t>
            </a:r>
            <a:b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מֵהַרְכָּבַת אוטומט עם מערכת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7086599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524000"/>
                <a:ext cx="8839200" cy="5486399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מערכת מעברים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𝑇𝑆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/>
                          </a:rPr>
                          <m:t>𝑆</m:t>
                        </m:r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i="1" dirty="0">
                            <a:latin typeface="Cambria Math"/>
                          </a:rPr>
                          <m:t>𝐴𝑐𝑡</m:t>
                        </m:r>
                        <m:r>
                          <a:rPr lang="en-US" sz="2400" i="1" dirty="0">
                            <a:latin typeface="Cambria Math"/>
                          </a:rPr>
                          <m:t>, →, </m:t>
                        </m:r>
                        <m:r>
                          <a:rPr lang="en-US" sz="2400" i="1" dirty="0">
                            <a:latin typeface="Cambria Math"/>
                          </a:rPr>
                          <m:t>𝐼</m:t>
                        </m:r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i="1" dirty="0">
                            <a:latin typeface="Cambria Math"/>
                          </a:rPr>
                          <m:t>𝐴𝑃</m:t>
                        </m:r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i="1" dirty="0">
                            <a:latin typeface="Cambria Math"/>
                          </a:rPr>
                          <m:t>𝐿</m:t>
                        </m:r>
                      </m:e>
                    </m:d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ואוטומט</a:t>
                </a:r>
                <a:b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𝒜</m:t>
                    </m:r>
                    <m:r>
                      <a:rPr lang="en-US" sz="2400" i="1" dirty="0">
                        <a:latin typeface="Cambria Math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err="1">
                            <a:latin typeface="Cambria Math"/>
                          </a:rPr>
                          <m:t>𝑄</m:t>
                        </m:r>
                        <m:r>
                          <a:rPr lang="en-US" sz="2400" i="1" dirty="0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i="1" dirty="0">
                                <a:latin typeface="Cambria Math"/>
                              </a:rPr>
                              <m:t>𝐴𝑃</m:t>
                            </m:r>
                          </m:sup>
                        </m:sSup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 dirty="0">
                            <a:latin typeface="Cambria Math"/>
                          </a:rPr>
                          <m:t>𝛿</m:t>
                        </m:r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400" i="1" dirty="0">
                            <a:latin typeface="Cambria Math"/>
                          </a:rPr>
                          <m:t>, </m:t>
                        </m:r>
                        <m:r>
                          <a:rPr lang="en-US" sz="2400" i="1" dirty="0" err="1">
                            <a:latin typeface="Cambria Math"/>
                          </a:rPr>
                          <m:t>𝐹</m:t>
                        </m:r>
                      </m:e>
                    </m:d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המקיים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/>
                      </a:rPr>
                      <m:t>∩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/>
                      </a:rPr>
                      <m:t>𝐹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/>
                      </a:rPr>
                      <m:t>=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/>
                      </a:rPr>
                      <m:t>∅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נגדיר מערכת מעברים:</a:t>
                </a:r>
              </a:p>
              <a:p>
                <a:pPr algn="ctr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b="0" i="1" dirty="0" smtClean="0">
                          <a:latin typeface="Cambria Math"/>
                        </a:rPr>
                        <m:t>×</m:t>
                      </m:r>
                      <m:r>
                        <a:rPr lang="en-US" sz="2400" b="0" i="1" dirty="0" smtClean="0">
                          <a:latin typeface="Cambria Math"/>
                        </a:rPr>
                        <m:t>𝒜</m:t>
                      </m:r>
                      <m:r>
                        <a:rPr lang="en-US" sz="2400" i="1" dirty="0" smtClean="0">
                          <a:latin typeface="Cambria Math"/>
                        </a:rPr>
                        <m:t> 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>
                              <a:latin typeface="Cambria Math"/>
                            </a:rPr>
                            <m:t>𝑆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/>
                            </a:rPr>
                            <m:t>𝑄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→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err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400">
                  <a:latin typeface="cmsy1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×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𝑞</m:t>
                        </m:r>
                      </m:e>
                    </m:d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,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יחס המעברים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latin typeface="Cambria Math"/>
                          </a:rPr>
                          <m:t>→</m:t>
                        </m:r>
                      </m:e>
                      <m:sub>
                        <m:r>
                          <a:rPr lang="he-IL" sz="2400" b="0" i="1" smtClean="0">
                            <a:latin typeface="Cambria Math"/>
                          </a:rPr>
                          <m:t>×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 ע"י</a:t>
                </a:r>
              </a:p>
              <a:p>
                <a:pPr marL="0" indent="0">
                  <a:spcBef>
                    <a:spcPts val="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 ∧ 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  〈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he-IL" sz="2400">
                  <a:latin typeface="cmsy10"/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וקבוצת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המצבים ההתחלתיים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he-IL" sz="2400" b="0" i="1" smtClean="0">
                            <a:latin typeface="Cambria Math"/>
                          </a:rPr>
                          <m:t>×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מוגדרת ע"י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×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𝐼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∧  ∃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 .  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2400">
                  <a:latin typeface="cmsy10"/>
                </a:endParaRPr>
              </a:p>
              <a:p>
                <a:pPr algn="ctr" rtl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>
                  <a:latin typeface="cmsy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524000"/>
                <a:ext cx="8839200" cy="5486399"/>
              </a:xfrm>
              <a:blipFill>
                <a:blip r:embed="rId2"/>
                <a:stretch>
                  <a:fillRect t="-778" r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35DFE-F48C-23CE-1C86-5AEA6423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B45D-C279-275E-2F11-23354E31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2DB9B8-ADD7-DBC1-5A42-3EDA9821CD62}"/>
                  </a:ext>
                </a:extLst>
              </p:cNvPr>
              <p:cNvSpPr txBox="1"/>
              <p:nvPr/>
            </p:nvSpPr>
            <p:spPr>
              <a:xfrm>
                <a:off x="641364" y="508277"/>
                <a:ext cx="3947160" cy="259224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𝑡𝑖𝑐𝑘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/>
                  <a:t> </a:t>
                </a:r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2DB9B8-ADD7-DBC1-5A42-3EDA9821C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64" y="508277"/>
                <a:ext cx="3947160" cy="25922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37F93F-FBE2-2E0A-5538-C11E49F399AC}"/>
                  </a:ext>
                </a:extLst>
              </p:cNvPr>
              <p:cNvSpPr txBox="1"/>
              <p:nvPr/>
            </p:nvSpPr>
            <p:spPr>
              <a:xfrm>
                <a:off x="639466" y="3645305"/>
                <a:ext cx="3026416" cy="235365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LID4096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/>
                  <a:t> 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e>
                            </m:func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 </m:t>
                    </m:r>
                  </m:oMath>
                </a14:m>
                <a:endParaRPr lang="en-US"/>
              </a:p>
              <a:p>
                <a:pPr algn="l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ID4096"/>
                  <a:t> </a:t>
                </a: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LID4096"/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/>
              </a:p>
              <a:p>
                <a:pPr algn="l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LID4096"/>
                  <a:t> </a:t>
                </a:r>
                <a:r>
                  <a:rPr lang="he-IL"/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LID4096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37F93F-FBE2-2E0A-5538-C11E49F3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66" y="3645305"/>
                <a:ext cx="3026416" cy="2353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714ED7-620A-B591-29A5-85A01C4663A3}"/>
                  </a:ext>
                </a:extLst>
              </p:cNvPr>
              <p:cNvSpPr/>
              <p:nvPr/>
            </p:nvSpPr>
            <p:spPr>
              <a:xfrm>
                <a:off x="7664357" y="2407022"/>
                <a:ext cx="775071" cy="309482"/>
              </a:xfrm>
              <a:prstGeom prst="rect">
                <a:avLst/>
              </a:prstGeom>
              <a:solidFill>
                <a:srgbClr val="336600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LID4096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D714ED7-620A-B591-29A5-85A01C4663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357" y="2407022"/>
                <a:ext cx="775071" cy="309482"/>
              </a:xfrm>
              <a:prstGeom prst="rect">
                <a:avLst/>
              </a:prstGeom>
              <a:blipFill>
                <a:blip r:embed="rId4"/>
                <a:stretch>
                  <a:fillRect b="-17308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8FC5DD0-F17D-041D-9FB3-A7420AE1FFE7}"/>
                  </a:ext>
                </a:extLst>
              </p:cNvPr>
              <p:cNvSpPr/>
              <p:nvPr/>
            </p:nvSpPr>
            <p:spPr>
              <a:xfrm>
                <a:off x="7664357" y="3125146"/>
                <a:ext cx="775071" cy="309482"/>
              </a:xfrm>
              <a:prstGeom prst="rect">
                <a:avLst/>
              </a:prstGeom>
              <a:solidFill>
                <a:srgbClr val="336600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LID4096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8FC5DD0-F17D-041D-9FB3-A7420AE1F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357" y="3125146"/>
                <a:ext cx="775071" cy="309482"/>
              </a:xfrm>
              <a:prstGeom prst="rect">
                <a:avLst/>
              </a:prstGeom>
              <a:blipFill>
                <a:blip r:embed="rId5"/>
                <a:stretch>
                  <a:fillRect b="-19608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67B24D-4C00-1973-42FE-5F6E399A6841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051893" y="2716504"/>
            <a:ext cx="0" cy="408642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4BF1B91-EFC3-CEAF-BA41-D5D632C15722}"/>
                  </a:ext>
                </a:extLst>
              </p:cNvPr>
              <p:cNvSpPr/>
              <p:nvPr/>
            </p:nvSpPr>
            <p:spPr>
              <a:xfrm>
                <a:off x="7664357" y="3843270"/>
                <a:ext cx="775071" cy="309482"/>
              </a:xfrm>
              <a:prstGeom prst="rect">
                <a:avLst/>
              </a:prstGeom>
              <a:solidFill>
                <a:srgbClr val="336600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LID4096" i="1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4BF1B91-EFC3-CEAF-BA41-D5D632C157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4357" y="3843270"/>
                <a:ext cx="775071" cy="309482"/>
              </a:xfrm>
              <a:prstGeom prst="rect">
                <a:avLst/>
              </a:prstGeom>
              <a:blipFill>
                <a:blip r:embed="rId6"/>
                <a:stretch>
                  <a:fillRect b="-17308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096F195-87EF-2D5A-8654-BF4F2A81DDDE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8051893" y="3434628"/>
            <a:ext cx="0" cy="408642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6D30AE8-0C1A-17FB-946F-065223B4F3A0}"/>
              </a:ext>
            </a:extLst>
          </p:cNvPr>
          <p:cNvCxnSpPr>
            <a:cxnSpLocks/>
          </p:cNvCxnSpPr>
          <p:nvPr/>
        </p:nvCxnSpPr>
        <p:spPr>
          <a:xfrm>
            <a:off x="8051892" y="2238841"/>
            <a:ext cx="0" cy="178593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1444729C-5FF1-B031-8095-187CDBF725A6}"/>
              </a:ext>
            </a:extLst>
          </p:cNvPr>
          <p:cNvSpPr/>
          <p:nvPr/>
        </p:nvSpPr>
        <p:spPr>
          <a:xfrm>
            <a:off x="4990822" y="1313428"/>
            <a:ext cx="332757" cy="347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0</a:t>
            </a:r>
            <a:endParaRPr lang="LID4096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E7A8780-A8DB-94CA-41BD-B3590F73D994}"/>
              </a:ext>
            </a:extLst>
          </p:cNvPr>
          <p:cNvSpPr/>
          <p:nvPr/>
        </p:nvSpPr>
        <p:spPr>
          <a:xfrm>
            <a:off x="5588795" y="1313428"/>
            <a:ext cx="332757" cy="347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LID4096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06062D7-A967-B740-CD56-1514C7D0DDE4}"/>
              </a:ext>
            </a:extLst>
          </p:cNvPr>
          <p:cNvSpPr/>
          <p:nvPr/>
        </p:nvSpPr>
        <p:spPr>
          <a:xfrm>
            <a:off x="6186768" y="1313428"/>
            <a:ext cx="332757" cy="347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LID4096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225ECD1-06C0-464F-1F18-F08BB7A76AEF}"/>
              </a:ext>
            </a:extLst>
          </p:cNvPr>
          <p:cNvCxnSpPr>
            <a:cxnSpLocks/>
            <a:stCxn id="75" idx="3"/>
            <a:endCxn id="76" idx="1"/>
          </p:cNvCxnSpPr>
          <p:nvPr/>
        </p:nvCxnSpPr>
        <p:spPr>
          <a:xfrm>
            <a:off x="5323579" y="1487189"/>
            <a:ext cx="265216" cy="0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98C9CED-F159-049E-70C0-293FDEB46C9B}"/>
              </a:ext>
            </a:extLst>
          </p:cNvPr>
          <p:cNvCxnSpPr>
            <a:cxnSpLocks/>
            <a:stCxn id="76" idx="3"/>
            <a:endCxn id="77" idx="1"/>
          </p:cNvCxnSpPr>
          <p:nvPr/>
        </p:nvCxnSpPr>
        <p:spPr>
          <a:xfrm>
            <a:off x="5921552" y="1487189"/>
            <a:ext cx="265216" cy="0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A9802E92-5507-AB06-2DEB-2E2AE79D8502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4831938" y="1487189"/>
            <a:ext cx="158884" cy="9278"/>
          </a:xfrm>
          <a:prstGeom prst="straightConnector1">
            <a:avLst/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B78FA21-B8A9-FB71-8D1B-F3F8F319D561}"/>
              </a:ext>
            </a:extLst>
          </p:cNvPr>
          <p:cNvCxnSpPr>
            <a:cxnSpLocks/>
            <a:stCxn id="77" idx="3"/>
            <a:endCxn id="75" idx="0"/>
          </p:cNvCxnSpPr>
          <p:nvPr/>
        </p:nvCxnSpPr>
        <p:spPr>
          <a:xfrm flipH="1" flipV="1">
            <a:off x="5157201" y="1313428"/>
            <a:ext cx="1362324" cy="173761"/>
          </a:xfrm>
          <a:prstGeom prst="bentConnector4">
            <a:avLst>
              <a:gd name="adj1" fmla="val -16780"/>
              <a:gd name="adj2" fmla="val 231560"/>
            </a:avLst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0F65615-F995-A331-9CFD-93EAC51B2735}"/>
                  </a:ext>
                </a:extLst>
              </p:cNvPr>
              <p:cNvSpPr txBox="1"/>
              <p:nvPr/>
            </p:nvSpPr>
            <p:spPr>
              <a:xfrm flipH="1">
                <a:off x="5109960" y="1612792"/>
                <a:ext cx="28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LID4096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0F65615-F995-A331-9CFD-93EAC51B2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109960" y="1612792"/>
                <a:ext cx="283920" cy="369332"/>
              </a:xfrm>
              <a:prstGeom prst="rect">
                <a:avLst/>
              </a:prstGeom>
              <a:blipFill>
                <a:blip r:embed="rId7"/>
                <a:stretch>
                  <a:fillRect l="-6383" r="-3617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6B89341-D5A2-565B-A662-26DCB80155FD}"/>
                  </a:ext>
                </a:extLst>
              </p:cNvPr>
              <p:cNvSpPr txBox="1"/>
              <p:nvPr/>
            </p:nvSpPr>
            <p:spPr>
              <a:xfrm flipH="1">
                <a:off x="5726046" y="1612792"/>
                <a:ext cx="28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LID4096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6B89341-D5A2-565B-A662-26DCB8015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26046" y="1612792"/>
                <a:ext cx="283920" cy="369332"/>
              </a:xfrm>
              <a:prstGeom prst="rect">
                <a:avLst/>
              </a:prstGeom>
              <a:blipFill>
                <a:blip r:embed="rId7"/>
                <a:stretch>
                  <a:fillRect l="-6383" r="-3617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76C6FA-4992-F797-9DD7-F94014F7C5A0}"/>
                  </a:ext>
                </a:extLst>
              </p:cNvPr>
              <p:cNvSpPr txBox="1"/>
              <p:nvPr/>
            </p:nvSpPr>
            <p:spPr>
              <a:xfrm flipH="1">
                <a:off x="6342132" y="1637476"/>
                <a:ext cx="28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LID4096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276C6FA-4992-F797-9DD7-F94014F7C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42132" y="1637476"/>
                <a:ext cx="283920" cy="369332"/>
              </a:xfrm>
              <a:prstGeom prst="rect">
                <a:avLst/>
              </a:prstGeom>
              <a:blipFill>
                <a:blip r:embed="rId8"/>
                <a:stretch>
                  <a:fillRect l="-6383" r="-89362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itle 1">
            <a:extLst>
              <a:ext uri="{FF2B5EF4-FFF2-40B4-BE49-F238E27FC236}">
                <a16:creationId xmlns:a16="http://schemas.microsoft.com/office/drawing/2014/main" id="{85F42B0F-EECD-D5B2-8F1A-FF96DBED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424" y="-419100"/>
            <a:ext cx="410909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0FA04E2-499B-8044-0595-B24D786FEE08}"/>
              </a:ext>
            </a:extLst>
          </p:cNvPr>
          <p:cNvCxnSpPr>
            <a:stCxn id="52" idx="2"/>
            <a:endCxn id="14" idx="3"/>
          </p:cNvCxnSpPr>
          <p:nvPr/>
        </p:nvCxnSpPr>
        <p:spPr>
          <a:xfrm rot="5400000" flipH="1" flipV="1">
            <a:off x="7450165" y="3163490"/>
            <a:ext cx="1590989" cy="387535"/>
          </a:xfrm>
          <a:prstGeom prst="bentConnector4">
            <a:avLst>
              <a:gd name="adj1" fmla="val -14368"/>
              <a:gd name="adj2" fmla="val 158988"/>
            </a:avLst>
          </a:prstGeom>
          <a:solidFill>
            <a:srgbClr val="FFFF00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D66226-8364-87A5-0A36-952C0960A5C0}"/>
                  </a:ext>
                </a:extLst>
              </p:cNvPr>
              <p:cNvSpPr txBox="1"/>
              <p:nvPr/>
            </p:nvSpPr>
            <p:spPr>
              <a:xfrm>
                <a:off x="4120794" y="187187"/>
                <a:ext cx="935459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chemeClr val="accent2">
                                <a:lumMod val="5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en-US">
                  <a:ln>
                    <a:solidFill>
                      <a:schemeClr val="accent2">
                        <a:lumMod val="50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D66226-8364-87A5-0A36-952C0960A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794" y="187187"/>
                <a:ext cx="935459" cy="690801"/>
              </a:xfrm>
              <a:prstGeom prst="star32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8601EF-F3EF-838B-E567-D23EBAF418E1}"/>
                  </a:ext>
                </a:extLst>
              </p:cNvPr>
              <p:cNvSpPr txBox="1"/>
              <p:nvPr/>
            </p:nvSpPr>
            <p:spPr>
              <a:xfrm>
                <a:off x="3309755" y="3251522"/>
                <a:ext cx="698311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chemeClr val="accent2">
                                <a:lumMod val="5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>
                  <a:ln>
                    <a:solidFill>
                      <a:schemeClr val="accent2">
                        <a:lumMod val="50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8601EF-F3EF-838B-E567-D23EBAF41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755" y="3251522"/>
                <a:ext cx="698311" cy="690801"/>
              </a:xfrm>
              <a:prstGeom prst="star32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784408D-07EA-F2F8-6F0E-EDB4E4131559}"/>
                  </a:ext>
                </a:extLst>
              </p:cNvPr>
              <p:cNvSpPr txBox="1"/>
              <p:nvPr/>
            </p:nvSpPr>
            <p:spPr>
              <a:xfrm>
                <a:off x="5817947" y="2672692"/>
                <a:ext cx="1836858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ln>
                      <a:solidFill>
                        <a:schemeClr val="accent2">
                          <a:lumMod val="50000"/>
                        </a:schemeClr>
                      </a:solidFill>
                    </a:ln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784408D-07EA-F2F8-6F0E-EDB4E4131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947" y="2672692"/>
                <a:ext cx="1836858" cy="690801"/>
              </a:xfrm>
              <a:prstGeom prst="star32">
                <a:avLst/>
              </a:prstGeom>
              <a:blipFill>
                <a:blip r:embed="rId23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BC93C61-B407-3CCE-A1FA-3387AD4776FB}"/>
              </a:ext>
            </a:extLst>
          </p:cNvPr>
          <p:cNvGrpSpPr/>
          <p:nvPr/>
        </p:nvGrpSpPr>
        <p:grpSpPr>
          <a:xfrm>
            <a:off x="3909282" y="3963486"/>
            <a:ext cx="3048935" cy="1903216"/>
            <a:chOff x="3874510" y="4006495"/>
            <a:chExt cx="3048935" cy="19032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D9248C4E-4B72-0B87-E0F7-E9A57E0762E7}"/>
                    </a:ext>
                  </a:extLst>
                </p:cNvPr>
                <p:cNvSpPr/>
                <p:nvPr/>
              </p:nvSpPr>
              <p:spPr>
                <a:xfrm>
                  <a:off x="4179052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 </a:t>
                  </a:r>
                  <a:endParaRPr lang="LID4096" dirty="0"/>
                </a:p>
              </p:txBody>
            </p:sp>
          </mc:Choice>
          <mc:Fallback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D9248C4E-4B72-0B87-E0F7-E9A57E0762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9052" y="4623399"/>
                  <a:ext cx="353228" cy="358051"/>
                </a:xfrm>
                <a:prstGeom prst="ellipse">
                  <a:avLst/>
                </a:prstGeom>
                <a:blipFill>
                  <a:blip r:embed="rId24"/>
                  <a:stretch>
                    <a:fillRect l="-1587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FF5C5A71-093F-9CE7-21B0-A91A6ACE77D3}"/>
                    </a:ext>
                  </a:extLst>
                </p:cNvPr>
                <p:cNvSpPr/>
                <p:nvPr/>
              </p:nvSpPr>
              <p:spPr>
                <a:xfrm>
                  <a:off x="4777025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FF5C5A71-093F-9CE7-21B0-A91A6ACE77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7025" y="4623399"/>
                  <a:ext cx="353228" cy="358051"/>
                </a:xfrm>
                <a:prstGeom prst="ellipse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2BD9764-EA98-AAF6-CA1E-B771F70A0B60}"/>
                    </a:ext>
                  </a:extLst>
                </p:cNvPr>
                <p:cNvSpPr/>
                <p:nvPr/>
              </p:nvSpPr>
              <p:spPr>
                <a:xfrm>
                  <a:off x="5374998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LID4096"/>
                </a:p>
              </p:txBody>
            </p:sp>
          </mc:Choice>
          <mc:Fallback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A2BD9764-EA98-AAF6-CA1E-B771F70A0B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4998" y="4623399"/>
                  <a:ext cx="353228" cy="358051"/>
                </a:xfrm>
                <a:prstGeom prst="ellipse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2B18DBB-A409-4334-8483-2C89F00547BB}"/>
                    </a:ext>
                  </a:extLst>
                </p:cNvPr>
                <p:cNvSpPr/>
                <p:nvPr/>
              </p:nvSpPr>
              <p:spPr>
                <a:xfrm>
                  <a:off x="5972970" y="4623399"/>
                  <a:ext cx="353228" cy="358051"/>
                </a:xfrm>
                <a:prstGeom prst="ellipse">
                  <a:avLst/>
                </a:prstGeom>
                <a:ln w="60325" cmpd="dbl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/>
                </a:p>
              </p:txBody>
            </p:sp>
          </mc:Choice>
          <mc:Fallback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72B18DBB-A409-4334-8483-2C89F00547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970" y="4623399"/>
                  <a:ext cx="353228" cy="358051"/>
                </a:xfrm>
                <a:prstGeom prst="ellipse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 w="60325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4183E0D-D5B7-692D-86AA-953B069C1A66}"/>
                </a:ext>
              </a:extLst>
            </p:cNvPr>
            <p:cNvCxnSpPr>
              <a:cxnSpLocks/>
            </p:cNvCxnSpPr>
            <p:nvPr/>
          </p:nvCxnSpPr>
          <p:spPr>
            <a:xfrm>
              <a:off x="4522045" y="4802425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CD3348D-01D6-0D94-41BD-E60B875ADCB3}"/>
                </a:ext>
              </a:extLst>
            </p:cNvPr>
            <p:cNvCxnSpPr>
              <a:cxnSpLocks/>
            </p:cNvCxnSpPr>
            <p:nvPr/>
          </p:nvCxnSpPr>
          <p:spPr>
            <a:xfrm>
              <a:off x="5120018" y="4802425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D79AAACC-48AD-71C9-AFC0-42888A3D5C70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91" y="4802425"/>
              <a:ext cx="265215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5FBDFE17-DF77-2211-A175-C605DBBB130C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V="1">
              <a:off x="4057322" y="4929015"/>
              <a:ext cx="173459" cy="159505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4D6DD67-98DB-7A2B-4009-2CCD4A6CD737}"/>
                    </a:ext>
                  </a:extLst>
                </p:cNvPr>
                <p:cNvSpPr txBox="1"/>
                <p:nvPr/>
              </p:nvSpPr>
              <p:spPr>
                <a:xfrm flipH="1">
                  <a:off x="4462718" y="4433092"/>
                  <a:ext cx="283920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F52D3E-FF1C-9048-CB96-88361647F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462718" y="4433092"/>
                  <a:ext cx="283920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8696" r="-36957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5E9EFAA-56C4-8232-5477-416F9C095A1D}"/>
                    </a:ext>
                  </a:extLst>
                </p:cNvPr>
                <p:cNvSpPr txBox="1"/>
                <p:nvPr/>
              </p:nvSpPr>
              <p:spPr>
                <a:xfrm flipH="1">
                  <a:off x="5078728" y="4423922"/>
                  <a:ext cx="265215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FFBC391-B315-657E-39AB-C0B8265BC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78728" y="4423922"/>
                  <a:ext cx="265215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9302" r="-46512" b="-16667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4B82F664-EA0E-CA45-2934-4A261B6E4F3D}"/>
                    </a:ext>
                  </a:extLst>
                </p:cNvPr>
                <p:cNvSpPr txBox="1"/>
                <p:nvPr/>
              </p:nvSpPr>
              <p:spPr>
                <a:xfrm flipH="1">
                  <a:off x="6342026" y="5197032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5267B8C-0660-0D91-0852-EEF4865EB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342026" y="5197032"/>
                  <a:ext cx="581419" cy="369332"/>
                </a:xfrm>
                <a:prstGeom prst="rect">
                  <a:avLst/>
                </a:prstGeom>
                <a:blipFill>
                  <a:blip r:embed="rId18"/>
                  <a:stretch>
                    <a:fillRect r="-38947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B6FB1A4-B156-F193-5C4D-6554009AB1FD}"/>
                    </a:ext>
                  </a:extLst>
                </p:cNvPr>
                <p:cNvSpPr txBox="1"/>
                <p:nvPr/>
              </p:nvSpPr>
              <p:spPr>
                <a:xfrm flipH="1">
                  <a:off x="5683611" y="4434917"/>
                  <a:ext cx="265215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0D56C58-9C0B-BEA2-02DE-57E83C0FED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83611" y="4434917"/>
                  <a:ext cx="265215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6818" r="-45455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CEC384F4-A16C-12C4-5D75-E040C5835972}"/>
                </a:ext>
              </a:extLst>
            </p:cNvPr>
            <p:cNvCxnSpPr>
              <a:stCxn id="7" idx="4"/>
              <a:endCxn id="6" idx="4"/>
            </p:cNvCxnSpPr>
            <p:nvPr/>
          </p:nvCxnSpPr>
          <p:spPr>
            <a:xfrm rot="5400000">
              <a:off x="4654653" y="4682464"/>
              <a:ext cx="12700" cy="597973"/>
            </a:xfrm>
            <a:prstGeom prst="bentConnector3">
              <a:avLst>
                <a:gd name="adj1" fmla="val 1800000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37BBBA1A-C05C-9FD7-3BD5-7D5F8F55258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35782" y="4326024"/>
              <a:ext cx="12205" cy="1282216"/>
            </a:xfrm>
            <a:prstGeom prst="bentConnector3">
              <a:avLst>
                <a:gd name="adj1" fmla="val 4950000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A14F3064-7B23-98DA-4DB8-BD526DA3EFE0}"/>
                </a:ext>
              </a:extLst>
            </p:cNvPr>
            <p:cNvCxnSpPr>
              <a:cxnSpLocks/>
              <a:stCxn id="6" idx="2"/>
              <a:endCxn id="6" idx="0"/>
            </p:cNvCxnSpPr>
            <p:nvPr/>
          </p:nvCxnSpPr>
          <p:spPr>
            <a:xfrm rot="10800000" flipH="1">
              <a:off x="4179052" y="4623399"/>
              <a:ext cx="176614" cy="179026"/>
            </a:xfrm>
            <a:prstGeom prst="bentConnector4">
              <a:avLst>
                <a:gd name="adj1" fmla="val -129435"/>
                <a:gd name="adj2" fmla="val 227691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15CD1BEC-250F-A1E1-941B-DC2C0683EE0D}"/>
                </a:ext>
              </a:extLst>
            </p:cNvPr>
            <p:cNvCxnSpPr>
              <a:cxnSpLocks/>
              <a:stCxn id="16" idx="4"/>
              <a:endCxn id="16" idx="6"/>
            </p:cNvCxnSpPr>
            <p:nvPr/>
          </p:nvCxnSpPr>
          <p:spPr>
            <a:xfrm rot="5400000" flipH="1" flipV="1">
              <a:off x="6148378" y="4803631"/>
              <a:ext cx="179025" cy="176614"/>
            </a:xfrm>
            <a:prstGeom prst="bentConnector4">
              <a:avLst>
                <a:gd name="adj1" fmla="val -127692"/>
                <a:gd name="adj2" fmla="val 229435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641E7CD-A7EC-1E5F-4680-AF1A29C29774}"/>
                    </a:ext>
                  </a:extLst>
                </p:cNvPr>
                <p:cNvSpPr txBox="1"/>
                <p:nvPr/>
              </p:nvSpPr>
              <p:spPr>
                <a:xfrm flipH="1">
                  <a:off x="4863212" y="5540379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641E7CD-A7EC-1E5F-4680-AF1A29C29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63212" y="5540379"/>
                  <a:ext cx="581419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3333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D2896BF-7603-5214-B3BD-AC26BA74A517}"/>
                    </a:ext>
                  </a:extLst>
                </p:cNvPr>
                <p:cNvSpPr txBox="1"/>
                <p:nvPr/>
              </p:nvSpPr>
              <p:spPr>
                <a:xfrm flipH="1">
                  <a:off x="4409045" y="5171757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D2896BF-7603-5214-B3BD-AC26BA74A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409045" y="5171757"/>
                  <a:ext cx="581419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1147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CEE282F-2F58-6CF7-2C16-06A9EDE442CB}"/>
                    </a:ext>
                  </a:extLst>
                </p:cNvPr>
                <p:cNvSpPr txBox="1"/>
                <p:nvPr/>
              </p:nvSpPr>
              <p:spPr>
                <a:xfrm flipH="1">
                  <a:off x="3874510" y="4006495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729AA1B-0095-C43C-DC6E-B94D6D760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74510" y="4006495"/>
                  <a:ext cx="581419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D09FD9A5-4606-2F05-0707-3952E44C3289}"/>
              </a:ext>
            </a:extLst>
          </p:cNvPr>
          <p:cNvSpPr/>
          <p:nvPr/>
        </p:nvSpPr>
        <p:spPr>
          <a:xfrm>
            <a:off x="4503280" y="3867218"/>
            <a:ext cx="223490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1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אוטומט לרישות הרעות</a:t>
            </a:r>
            <a:endParaRPr lang="en-US" sz="16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028B6F-A727-C898-A878-FF7EE1EF3CBE}"/>
                  </a:ext>
                </a:extLst>
              </p:cNvPr>
              <p:cNvSpPr txBox="1"/>
              <p:nvPr/>
            </p:nvSpPr>
            <p:spPr>
              <a:xfrm>
                <a:off x="1807287" y="6182919"/>
                <a:ext cx="5757730" cy="458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he-IL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{}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b="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∨ 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i="1" dirty="0" err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dirty="0" err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he-IL" sz="1600" b="0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8028B6F-A727-C898-A878-FF7EE1EF3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287" y="6182919"/>
                <a:ext cx="5757730" cy="45865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15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35DFE-F48C-23CE-1C86-5AEA6423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2B45D-C279-275E-2F11-23354E31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2DB9B8-ADD7-DBC1-5A42-3EDA9821CD62}"/>
                  </a:ext>
                </a:extLst>
              </p:cNvPr>
              <p:cNvSpPr txBox="1"/>
              <p:nvPr/>
            </p:nvSpPr>
            <p:spPr>
              <a:xfrm>
                <a:off x="641364" y="508277"/>
                <a:ext cx="3947160" cy="259224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𝑡𝑖𝑐𝑘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⟨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𝑡𝑖𝑐𝑘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 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lang="LID4096"/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={}</m:t>
                    </m:r>
                  </m:oMath>
                </a14:m>
                <a:r>
                  <a:rPr lang="en-US"/>
                  <a:t> </a:t>
                </a:r>
              </a:p>
              <a:p>
                <a:pPr algn="l" rtl="0">
                  <a:lnSpc>
                    <a:spcPct val="130000"/>
                  </a:lnSpc>
                  <a:tabLst>
                    <a:tab pos="519113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 </a:t>
                </a:r>
                <a:endParaRPr lang="LID4096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2DB9B8-ADD7-DBC1-5A42-3EDA9821C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64" y="508277"/>
                <a:ext cx="3947160" cy="25922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37F93F-FBE2-2E0A-5538-C11E49F399AC}"/>
                  </a:ext>
                </a:extLst>
              </p:cNvPr>
              <p:cNvSpPr txBox="1"/>
              <p:nvPr/>
            </p:nvSpPr>
            <p:spPr>
              <a:xfrm>
                <a:off x="639466" y="3645305"/>
                <a:ext cx="3026416" cy="235365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LID4096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LID4096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LID4096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LID4096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LID4096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/>
                  <a:t> 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i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/>
                  <a:t> </a:t>
                </a:r>
                <a:endParaRPr lang="LID4096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  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</m:e>
                            </m:func>
                          </m:sub>
                        </m:sSub>
                      </m:e>
                    </m:d>
                  </m:oMath>
                </a14:m>
                <a:endParaRPr lang="en-US"/>
              </a:p>
              <a:p>
                <a:pPr algn="l" defTabSz="1028700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b="0" i="0">
                    <a:latin typeface="+mj-lt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  </m:t>
                    </m:r>
                  </m:oMath>
                </a14:m>
                <a:endParaRPr lang="en-US"/>
              </a:p>
              <a:p>
                <a:pPr algn="l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LID4096"/>
                  <a:t> </a:t>
                </a: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LID4096"/>
                  <a:t>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LID4096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LID4096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/>
              </a:p>
              <a:p>
                <a:pPr algn="l" rtl="0">
                  <a:lnSpc>
                    <a:spcPct val="130000"/>
                  </a:lnSpc>
                  <a:tabLst>
                    <a:tab pos="1028700" algn="l"/>
                  </a:tabLst>
                </a:pP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LID4096"/>
                  <a:t> </a:t>
                </a:r>
                <a:r>
                  <a:rPr lang="he-IL"/>
                  <a:t>	</a:t>
                </a:r>
                <a14:m>
                  <m:oMath xmlns:m="http://schemas.openxmlformats.org/officeDocument/2006/math">
                    <m:r>
                      <a:rPr lang="LID4096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LID4096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LID4096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he-IL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lit/>
                      </m:rPr>
                      <a:rPr lang="LID4096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LID4096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37F93F-FBE2-2E0A-5538-C11E49F39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66" y="3645305"/>
                <a:ext cx="3026416" cy="23536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8E2B254-36D4-8F34-6514-220904236473}"/>
              </a:ext>
            </a:extLst>
          </p:cNvPr>
          <p:cNvGrpSpPr/>
          <p:nvPr/>
        </p:nvGrpSpPr>
        <p:grpSpPr>
          <a:xfrm>
            <a:off x="7758785" y="1714914"/>
            <a:ext cx="787771" cy="4775993"/>
            <a:chOff x="7911185" y="1619664"/>
            <a:chExt cx="787771" cy="4775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D714ED7-620A-B591-29A5-85A01C4663A3}"/>
                    </a:ext>
                  </a:extLst>
                </p:cNvPr>
                <p:cNvSpPr/>
                <p:nvPr/>
              </p:nvSpPr>
              <p:spPr>
                <a:xfrm>
                  <a:off x="7911185" y="1798257"/>
                  <a:ext cx="775071" cy="288659"/>
                </a:xfrm>
                <a:prstGeom prst="rect">
                  <a:avLst/>
                </a:prstGeom>
                <a:solidFill>
                  <a:srgbClr val="3366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D714ED7-620A-B591-29A5-85A01C4663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1798257"/>
                  <a:ext cx="775071" cy="288659"/>
                </a:xfrm>
                <a:prstGeom prst="rect">
                  <a:avLst/>
                </a:prstGeom>
                <a:blipFill>
                  <a:blip r:embed="rId4"/>
                  <a:stretch>
                    <a:fillRect b="-20833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8FC5DD0-F17D-041D-9FB3-A7420AE1FFE7}"/>
                    </a:ext>
                  </a:extLst>
                </p:cNvPr>
                <p:cNvSpPr/>
                <p:nvPr/>
              </p:nvSpPr>
              <p:spPr>
                <a:xfrm>
                  <a:off x="7911185" y="2516381"/>
                  <a:ext cx="775071" cy="288659"/>
                </a:xfrm>
                <a:prstGeom prst="rect">
                  <a:avLst/>
                </a:prstGeom>
                <a:solidFill>
                  <a:srgbClr val="3366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8FC5DD0-F17D-041D-9FB3-A7420AE1FF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2516381"/>
                  <a:ext cx="775071" cy="288659"/>
                </a:xfrm>
                <a:prstGeom prst="rect">
                  <a:avLst/>
                </a:prstGeom>
                <a:blipFill>
                  <a:blip r:embed="rId5"/>
                  <a:stretch>
                    <a:fillRect b="-20408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467B24D-4C00-1973-42FE-5F6E399A6841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8298721" y="2086916"/>
              <a:ext cx="0" cy="429465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F7A320E-A0E2-C218-B530-7F47CC1FAE36}"/>
                    </a:ext>
                  </a:extLst>
                </p:cNvPr>
                <p:cNvSpPr/>
                <p:nvPr/>
              </p:nvSpPr>
              <p:spPr>
                <a:xfrm>
                  <a:off x="7911185" y="3952629"/>
                  <a:ext cx="775071" cy="288659"/>
                </a:xfrm>
                <a:prstGeom prst="rect">
                  <a:avLst/>
                </a:prstGeom>
                <a:solidFill>
                  <a:srgbClr val="C000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F7A320E-A0E2-C218-B530-7F47CC1FAE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3952629"/>
                  <a:ext cx="775071" cy="288659"/>
                </a:xfrm>
                <a:prstGeom prst="rect">
                  <a:avLst/>
                </a:prstGeom>
                <a:blipFill>
                  <a:blip r:embed="rId6"/>
                  <a:stretch>
                    <a:fillRect b="-20833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5DECFF0-EE1F-86AA-95B6-1B4002C2AFCF}"/>
                </a:ext>
              </a:extLst>
            </p:cNvPr>
            <p:cNvCxnSpPr>
              <a:cxnSpLocks/>
              <a:stCxn id="52" idx="2"/>
              <a:endCxn id="19" idx="0"/>
            </p:cNvCxnSpPr>
            <p:nvPr/>
          </p:nvCxnSpPr>
          <p:spPr>
            <a:xfrm>
              <a:off x="8298721" y="3523164"/>
              <a:ext cx="0" cy="429465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64BF1B91-EFC3-CEAF-BA41-D5D632C15722}"/>
                    </a:ext>
                  </a:extLst>
                </p:cNvPr>
                <p:cNvSpPr/>
                <p:nvPr/>
              </p:nvSpPr>
              <p:spPr>
                <a:xfrm>
                  <a:off x="7911185" y="3234505"/>
                  <a:ext cx="775071" cy="288659"/>
                </a:xfrm>
                <a:prstGeom prst="rect">
                  <a:avLst/>
                </a:prstGeom>
                <a:solidFill>
                  <a:srgbClr val="C000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64BF1B91-EFC3-CEAF-BA41-D5D632C157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3234505"/>
                  <a:ext cx="775071" cy="288659"/>
                </a:xfrm>
                <a:prstGeom prst="rect">
                  <a:avLst/>
                </a:prstGeom>
                <a:blipFill>
                  <a:blip r:embed="rId7"/>
                  <a:stretch>
                    <a:fillRect b="-18367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096F195-87EF-2D5A-8654-BF4F2A81DDDE}"/>
                </a:ext>
              </a:extLst>
            </p:cNvPr>
            <p:cNvCxnSpPr>
              <a:cxnSpLocks/>
              <a:stCxn id="15" idx="2"/>
              <a:endCxn id="52" idx="0"/>
            </p:cNvCxnSpPr>
            <p:nvPr/>
          </p:nvCxnSpPr>
          <p:spPr>
            <a:xfrm>
              <a:off x="8298721" y="2805040"/>
              <a:ext cx="0" cy="429465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CD5D769B-619F-47DE-5153-DCA5693B939D}"/>
                </a:ext>
              </a:extLst>
            </p:cNvPr>
            <p:cNvCxnSpPr>
              <a:cxnSpLocks/>
              <a:stCxn id="19" idx="2"/>
              <a:endCxn id="58" idx="0"/>
            </p:cNvCxnSpPr>
            <p:nvPr/>
          </p:nvCxnSpPr>
          <p:spPr>
            <a:xfrm>
              <a:off x="8298721" y="4241288"/>
              <a:ext cx="0" cy="429465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AE9946A-4EC3-B703-101D-A7794C531A09}"/>
                    </a:ext>
                  </a:extLst>
                </p:cNvPr>
                <p:cNvSpPr/>
                <p:nvPr/>
              </p:nvSpPr>
              <p:spPr>
                <a:xfrm>
                  <a:off x="7911185" y="4670753"/>
                  <a:ext cx="775071" cy="288659"/>
                </a:xfrm>
                <a:prstGeom prst="rect">
                  <a:avLst/>
                </a:prstGeom>
                <a:solidFill>
                  <a:srgbClr val="C000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AE9946A-4EC3-B703-101D-A7794C531A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4670753"/>
                  <a:ext cx="775071" cy="288659"/>
                </a:xfrm>
                <a:prstGeom prst="rect">
                  <a:avLst/>
                </a:prstGeom>
                <a:blipFill>
                  <a:blip r:embed="rId8"/>
                  <a:stretch>
                    <a:fillRect b="-20833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836122D1-2908-B848-9F2D-F27CD8E4C861}"/>
                    </a:ext>
                  </a:extLst>
                </p:cNvPr>
                <p:cNvSpPr/>
                <p:nvPr/>
              </p:nvSpPr>
              <p:spPr>
                <a:xfrm>
                  <a:off x="7911185" y="5388877"/>
                  <a:ext cx="775071" cy="288659"/>
                </a:xfrm>
                <a:prstGeom prst="rect">
                  <a:avLst/>
                </a:prstGeom>
                <a:solidFill>
                  <a:srgbClr val="C000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836122D1-2908-B848-9F2D-F27CD8E4C8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5388877"/>
                  <a:ext cx="775071" cy="288659"/>
                </a:xfrm>
                <a:prstGeom prst="rect">
                  <a:avLst/>
                </a:prstGeom>
                <a:blipFill>
                  <a:blip r:embed="rId9"/>
                  <a:stretch>
                    <a:fillRect b="-20833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BEA98884-4047-9698-0AAD-F6C7DDE1D54D}"/>
                </a:ext>
              </a:extLst>
            </p:cNvPr>
            <p:cNvCxnSpPr>
              <a:stCxn id="58" idx="2"/>
              <a:endCxn id="59" idx="0"/>
            </p:cNvCxnSpPr>
            <p:nvPr/>
          </p:nvCxnSpPr>
          <p:spPr>
            <a:xfrm>
              <a:off x="8298721" y="4959412"/>
              <a:ext cx="0" cy="429465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7633B3E3-EC77-C9E0-D487-9BA74C55BBBF}"/>
                    </a:ext>
                  </a:extLst>
                </p:cNvPr>
                <p:cNvSpPr/>
                <p:nvPr/>
              </p:nvSpPr>
              <p:spPr>
                <a:xfrm>
                  <a:off x="7911185" y="6106998"/>
                  <a:ext cx="775071" cy="288659"/>
                </a:xfrm>
                <a:prstGeom prst="rect">
                  <a:avLst/>
                </a:prstGeom>
                <a:solidFill>
                  <a:srgbClr val="C00000"/>
                </a:solidFill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7633B3E3-EC77-C9E0-D487-9BA74C55BB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1185" y="6106998"/>
                  <a:ext cx="775071" cy="288659"/>
                </a:xfrm>
                <a:prstGeom prst="rect">
                  <a:avLst/>
                </a:prstGeom>
                <a:blipFill>
                  <a:blip r:embed="rId10"/>
                  <a:stretch>
                    <a:fillRect b="-20408"/>
                  </a:stretch>
                </a:blipFill>
                <a:ln w="31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83B7EB9-A2E7-2B77-5F7C-63DED1163493}"/>
                </a:ext>
              </a:extLst>
            </p:cNvPr>
            <p:cNvCxnSpPr>
              <a:cxnSpLocks/>
              <a:stCxn id="59" idx="2"/>
              <a:endCxn id="61" idx="0"/>
            </p:cNvCxnSpPr>
            <p:nvPr/>
          </p:nvCxnSpPr>
          <p:spPr>
            <a:xfrm>
              <a:off x="8298721" y="5677536"/>
              <a:ext cx="0" cy="429462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D6D30AE8-0C1A-17FB-946F-065223B4F3A0}"/>
                </a:ext>
              </a:extLst>
            </p:cNvPr>
            <p:cNvCxnSpPr>
              <a:cxnSpLocks/>
            </p:cNvCxnSpPr>
            <p:nvPr/>
          </p:nvCxnSpPr>
          <p:spPr>
            <a:xfrm>
              <a:off x="8298720" y="1619664"/>
              <a:ext cx="0" cy="178593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13B5B47C-7F8A-08AE-DA1B-12317D6C165B}"/>
                </a:ext>
              </a:extLst>
            </p:cNvPr>
            <p:cNvCxnSpPr>
              <a:stCxn id="61" idx="3"/>
              <a:endCxn id="19" idx="3"/>
            </p:cNvCxnSpPr>
            <p:nvPr/>
          </p:nvCxnSpPr>
          <p:spPr>
            <a:xfrm flipV="1">
              <a:off x="8686256" y="4096959"/>
              <a:ext cx="12700" cy="2154369"/>
            </a:xfrm>
            <a:prstGeom prst="bentConnector3">
              <a:avLst>
                <a:gd name="adj1" fmla="val 1800000"/>
              </a:avLst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86828F-DB87-70A5-2170-D2E9E795C750}"/>
              </a:ext>
            </a:extLst>
          </p:cNvPr>
          <p:cNvGrpSpPr/>
          <p:nvPr/>
        </p:nvGrpSpPr>
        <p:grpSpPr>
          <a:xfrm>
            <a:off x="4831938" y="1313428"/>
            <a:ext cx="2410199" cy="668696"/>
            <a:chOff x="3372326" y="2342620"/>
            <a:chExt cx="2410199" cy="66869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444729C-5FF1-B031-8095-187CDBF725A6}"/>
                </a:ext>
              </a:extLst>
            </p:cNvPr>
            <p:cNvSpPr/>
            <p:nvPr/>
          </p:nvSpPr>
          <p:spPr>
            <a:xfrm>
              <a:off x="3531210" y="2342620"/>
              <a:ext cx="332757" cy="3475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0</a:t>
              </a:r>
              <a:endParaRPr lang="LID4096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E7A8780-A8DB-94CA-41BD-B3590F73D994}"/>
                </a:ext>
              </a:extLst>
            </p:cNvPr>
            <p:cNvSpPr/>
            <p:nvPr/>
          </p:nvSpPr>
          <p:spPr>
            <a:xfrm>
              <a:off x="4129183" y="2342620"/>
              <a:ext cx="332757" cy="3475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  <a:endParaRPr lang="LID4096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06062D7-A967-B740-CD56-1514C7D0DDE4}"/>
                </a:ext>
              </a:extLst>
            </p:cNvPr>
            <p:cNvSpPr/>
            <p:nvPr/>
          </p:nvSpPr>
          <p:spPr>
            <a:xfrm>
              <a:off x="4727156" y="2342620"/>
              <a:ext cx="332757" cy="3475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2</a:t>
              </a:r>
              <a:endParaRPr lang="LID4096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739AD05-7D12-8987-B2EE-7282A9D0A84D}"/>
                </a:ext>
              </a:extLst>
            </p:cNvPr>
            <p:cNvSpPr/>
            <p:nvPr/>
          </p:nvSpPr>
          <p:spPr>
            <a:xfrm>
              <a:off x="5325128" y="2342620"/>
              <a:ext cx="332757" cy="34752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3</a:t>
              </a:r>
              <a:endParaRPr lang="LID4096"/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F225ECD1-06C0-464F-1F18-F08BB7A76AEF}"/>
                </a:ext>
              </a:extLst>
            </p:cNvPr>
            <p:cNvCxnSpPr>
              <a:cxnSpLocks/>
              <a:stCxn id="75" idx="3"/>
              <a:endCxn id="76" idx="1"/>
            </p:cNvCxnSpPr>
            <p:nvPr/>
          </p:nvCxnSpPr>
          <p:spPr>
            <a:xfrm>
              <a:off x="3863967" y="2516381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98C9CED-F159-049E-70C0-293FDEB46C9B}"/>
                </a:ext>
              </a:extLst>
            </p:cNvPr>
            <p:cNvCxnSpPr>
              <a:cxnSpLocks/>
              <a:stCxn id="76" idx="3"/>
              <a:endCxn id="77" idx="1"/>
            </p:cNvCxnSpPr>
            <p:nvPr/>
          </p:nvCxnSpPr>
          <p:spPr>
            <a:xfrm>
              <a:off x="4461940" y="2516381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F98C8F8-CA4C-6779-2AF7-88316A23CFF6}"/>
                </a:ext>
              </a:extLst>
            </p:cNvPr>
            <p:cNvCxnSpPr>
              <a:cxnSpLocks/>
              <a:stCxn id="77" idx="3"/>
              <a:endCxn id="78" idx="1"/>
            </p:cNvCxnSpPr>
            <p:nvPr/>
          </p:nvCxnSpPr>
          <p:spPr>
            <a:xfrm>
              <a:off x="5059913" y="2516381"/>
              <a:ext cx="265215" cy="0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9802E92-5507-AB06-2DEB-2E2AE79D8502}"/>
                </a:ext>
              </a:extLst>
            </p:cNvPr>
            <p:cNvCxnSpPr>
              <a:cxnSpLocks/>
              <a:endCxn id="75" idx="1"/>
            </p:cNvCxnSpPr>
            <p:nvPr/>
          </p:nvCxnSpPr>
          <p:spPr>
            <a:xfrm flipV="1">
              <a:off x="3372326" y="2516381"/>
              <a:ext cx="158884" cy="9278"/>
            </a:xfrm>
            <a:prstGeom prst="straightConnector1">
              <a:avLst/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B78FA21-B8A9-FB71-8D1B-F3F8F319D561}"/>
                </a:ext>
              </a:extLst>
            </p:cNvPr>
            <p:cNvCxnSpPr>
              <a:cxnSpLocks/>
              <a:stCxn id="78" idx="3"/>
              <a:endCxn id="75" idx="0"/>
            </p:cNvCxnSpPr>
            <p:nvPr/>
          </p:nvCxnSpPr>
          <p:spPr>
            <a:xfrm flipH="1" flipV="1">
              <a:off x="3697589" y="2342620"/>
              <a:ext cx="1960296" cy="173761"/>
            </a:xfrm>
            <a:prstGeom prst="bentConnector4">
              <a:avLst>
                <a:gd name="adj1" fmla="val -11662"/>
                <a:gd name="adj2" fmla="val 231560"/>
              </a:avLst>
            </a:prstGeom>
            <a:solidFill>
              <a:srgbClr val="FFFF00"/>
            </a:solidFill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20F65615-F995-A331-9CFD-93EAC51B2735}"/>
                    </a:ext>
                  </a:extLst>
                </p:cNvPr>
                <p:cNvSpPr txBox="1"/>
                <p:nvPr/>
              </p:nvSpPr>
              <p:spPr>
                <a:xfrm flipH="1">
                  <a:off x="3650348" y="2641984"/>
                  <a:ext cx="2839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20F65615-F995-A331-9CFD-93EAC51B27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650348" y="2641984"/>
                  <a:ext cx="28392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6383" r="-3617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6B89341-D5A2-565B-A662-26DCB80155FD}"/>
                    </a:ext>
                  </a:extLst>
                </p:cNvPr>
                <p:cNvSpPr txBox="1"/>
                <p:nvPr/>
              </p:nvSpPr>
              <p:spPr>
                <a:xfrm flipH="1">
                  <a:off x="4266434" y="2641984"/>
                  <a:ext cx="2839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36B89341-D5A2-565B-A662-26DCB8015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266434" y="2641984"/>
                  <a:ext cx="28392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6383" r="-3617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80BE03C-7C94-8C4E-6A2B-532999042FEE}"/>
                    </a:ext>
                  </a:extLst>
                </p:cNvPr>
                <p:cNvSpPr txBox="1"/>
                <p:nvPr/>
              </p:nvSpPr>
              <p:spPr>
                <a:xfrm flipH="1">
                  <a:off x="4882520" y="2641984"/>
                  <a:ext cx="2839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80BE03C-7C94-8C4E-6A2B-532999042F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82520" y="2641984"/>
                  <a:ext cx="283920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6383" r="-36170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276C6FA-4992-F797-9DD7-F94014F7C5A0}"/>
                    </a:ext>
                  </a:extLst>
                </p:cNvPr>
                <p:cNvSpPr txBox="1"/>
                <p:nvPr/>
              </p:nvSpPr>
              <p:spPr>
                <a:xfrm flipH="1">
                  <a:off x="5498605" y="2641984"/>
                  <a:ext cx="28392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276C6FA-4992-F797-9DD7-F94014F7C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498605" y="2641984"/>
                  <a:ext cx="2839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6383" r="-89362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2" name="Title 1">
            <a:extLst>
              <a:ext uri="{FF2B5EF4-FFF2-40B4-BE49-F238E27FC236}">
                <a16:creationId xmlns:a16="http://schemas.microsoft.com/office/drawing/2014/main" id="{85F42B0F-EECD-D5B2-8F1A-FF96DBEDA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0424" y="-419100"/>
            <a:ext cx="410909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839345-625F-4A1E-B377-34DC6BD83F12}"/>
                  </a:ext>
                </a:extLst>
              </p:cNvPr>
              <p:cNvSpPr txBox="1"/>
              <p:nvPr/>
            </p:nvSpPr>
            <p:spPr>
              <a:xfrm>
                <a:off x="4120794" y="187187"/>
                <a:ext cx="935459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chemeClr val="accent2">
                                <a:lumMod val="5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en-US">
                  <a:ln>
                    <a:solidFill>
                      <a:schemeClr val="accent2">
                        <a:lumMod val="50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839345-625F-4A1E-B377-34DC6BD83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794" y="187187"/>
                <a:ext cx="935459" cy="690801"/>
              </a:xfrm>
              <a:prstGeom prst="star32">
                <a:avLst/>
              </a:prstGeom>
              <a:blipFill>
                <a:blip r:embed="rId13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CAB9DC-371D-8DC8-C751-8ACD6FDD1D96}"/>
                  </a:ext>
                </a:extLst>
              </p:cNvPr>
              <p:cNvSpPr txBox="1"/>
              <p:nvPr/>
            </p:nvSpPr>
            <p:spPr>
              <a:xfrm>
                <a:off x="5817947" y="2672692"/>
                <a:ext cx="1836858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ln>
                      <a:solidFill>
                        <a:schemeClr val="accent2">
                          <a:lumMod val="50000"/>
                        </a:schemeClr>
                      </a:solidFill>
                    </a:ln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CAB9DC-371D-8DC8-C751-8ACD6FDD1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947" y="2672692"/>
                <a:ext cx="1836858" cy="690801"/>
              </a:xfrm>
              <a:prstGeom prst="star32">
                <a:avLst/>
              </a:prstGeom>
              <a:blipFill>
                <a:blip r:embed="rId14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C245DD7-8C0C-5FCC-3BEE-8530338D7BF5}"/>
                  </a:ext>
                </a:extLst>
              </p:cNvPr>
              <p:cNvSpPr txBox="1"/>
              <p:nvPr/>
            </p:nvSpPr>
            <p:spPr>
              <a:xfrm>
                <a:off x="3309755" y="3251522"/>
                <a:ext cx="698311" cy="690801"/>
              </a:xfrm>
              <a:prstGeom prst="star32">
                <a:avLst/>
              </a:prstGeom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chemeClr val="accent2">
                                <a:lumMod val="50000"/>
                              </a:schemeClr>
                            </a:solidFill>
                          </a:ln>
                          <a:latin typeface="Cambria Math" panose="02040503050406030204" pitchFamily="18" charset="0"/>
                        </a:rPr>
                        <m:t>𝒜</m:t>
                      </m:r>
                    </m:oMath>
                  </m:oMathPara>
                </a14:m>
                <a:endParaRPr lang="en-US">
                  <a:ln>
                    <a:solidFill>
                      <a:schemeClr val="accent2">
                        <a:lumMod val="50000"/>
                      </a:schemeClr>
                    </a:solidFill>
                  </a:ln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0C245DD7-8C0C-5FCC-3BEE-8530338D7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755" y="3251522"/>
                <a:ext cx="698311" cy="690801"/>
              </a:xfrm>
              <a:prstGeom prst="star32">
                <a:avLst/>
              </a:prstGeom>
              <a:blipFill>
                <a:blip r:embed="rId15"/>
                <a:stretch>
                  <a:fillRect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D8DFECEE-051A-9397-E3A0-24F77156FCE4}"/>
              </a:ext>
            </a:extLst>
          </p:cNvPr>
          <p:cNvGrpSpPr/>
          <p:nvPr/>
        </p:nvGrpSpPr>
        <p:grpSpPr>
          <a:xfrm>
            <a:off x="3909282" y="3963486"/>
            <a:ext cx="3048935" cy="1903216"/>
            <a:chOff x="3874510" y="4006495"/>
            <a:chExt cx="3048935" cy="19032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CFDEFFD-BC35-F4CC-5302-E70A1ED29242}"/>
                    </a:ext>
                  </a:extLst>
                </p:cNvPr>
                <p:cNvSpPr/>
                <p:nvPr/>
              </p:nvSpPr>
              <p:spPr>
                <a:xfrm>
                  <a:off x="4179052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dirty="0"/>
                    <a:t> </a:t>
                  </a:r>
                  <a:endParaRPr lang="LID4096" dirty="0"/>
                </a:p>
              </p:txBody>
            </p:sp>
          </mc:Choice>
          <mc:Fallback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CFDEFFD-BC35-F4CC-5302-E70A1ED292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9052" y="4623399"/>
                  <a:ext cx="353228" cy="358051"/>
                </a:xfrm>
                <a:prstGeom prst="ellipse">
                  <a:avLst/>
                </a:prstGeom>
                <a:blipFill>
                  <a:blip r:embed="rId16"/>
                  <a:stretch>
                    <a:fillRect l="-1587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F1717ED-DBD8-29E2-9846-A465B6E7EAD4}"/>
                    </a:ext>
                  </a:extLst>
                </p:cNvPr>
                <p:cNvSpPr/>
                <p:nvPr/>
              </p:nvSpPr>
              <p:spPr>
                <a:xfrm>
                  <a:off x="4777025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AF1717ED-DBD8-29E2-9846-A465B6E7EA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7025" y="4623399"/>
                  <a:ext cx="353228" cy="358051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635B34A-A028-CC10-4020-56A975B6862E}"/>
                    </a:ext>
                  </a:extLst>
                </p:cNvPr>
                <p:cNvSpPr/>
                <p:nvPr/>
              </p:nvSpPr>
              <p:spPr>
                <a:xfrm>
                  <a:off x="5374998" y="4623399"/>
                  <a:ext cx="353228" cy="358051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LID4096"/>
                </a:p>
              </p:txBody>
            </p:sp>
          </mc:Choice>
          <mc:Fallback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635B34A-A028-CC10-4020-56A975B686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4998" y="4623399"/>
                  <a:ext cx="353228" cy="358051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A3A16F1-60B5-C213-C6B0-A624FC28941F}"/>
                    </a:ext>
                  </a:extLst>
                </p:cNvPr>
                <p:cNvSpPr/>
                <p:nvPr/>
              </p:nvSpPr>
              <p:spPr>
                <a:xfrm>
                  <a:off x="5972970" y="4623399"/>
                  <a:ext cx="353228" cy="358051"/>
                </a:xfrm>
                <a:prstGeom prst="ellipse">
                  <a:avLst/>
                </a:prstGeom>
                <a:ln w="60325" cmpd="dbl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0" rIns="0" bIns="91440"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8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LID4096"/>
                </a:p>
              </p:txBody>
            </p:sp>
          </mc:Choice>
          <mc:Fallback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3A3A16F1-60B5-C213-C6B0-A624FC2894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970" y="4623399"/>
                  <a:ext cx="353228" cy="358051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60325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90B6A1B-2583-9255-9C06-58A4262AF39C}"/>
                </a:ext>
              </a:extLst>
            </p:cNvPr>
            <p:cNvCxnSpPr>
              <a:cxnSpLocks/>
            </p:cNvCxnSpPr>
            <p:nvPr/>
          </p:nvCxnSpPr>
          <p:spPr>
            <a:xfrm>
              <a:off x="4522045" y="4802425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A0FA0A13-19D6-B5A0-89EC-854B805AB8E1}"/>
                </a:ext>
              </a:extLst>
            </p:cNvPr>
            <p:cNvCxnSpPr>
              <a:cxnSpLocks/>
            </p:cNvCxnSpPr>
            <p:nvPr/>
          </p:nvCxnSpPr>
          <p:spPr>
            <a:xfrm>
              <a:off x="5120018" y="4802425"/>
              <a:ext cx="265216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D379A01-8562-822B-DB13-61B4FD693871}"/>
                </a:ext>
              </a:extLst>
            </p:cNvPr>
            <p:cNvCxnSpPr>
              <a:cxnSpLocks/>
            </p:cNvCxnSpPr>
            <p:nvPr/>
          </p:nvCxnSpPr>
          <p:spPr>
            <a:xfrm>
              <a:off x="5717991" y="4802425"/>
              <a:ext cx="265215" cy="0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87E9C15-7459-12F6-7BD5-7A5D336B7354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V="1">
              <a:off x="4057322" y="4929015"/>
              <a:ext cx="173459" cy="159505"/>
            </a:xfrm>
            <a:prstGeom prst="straightConnector1">
              <a:avLst/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9F8F625-508A-19B9-C4C0-4635481E6705}"/>
                    </a:ext>
                  </a:extLst>
                </p:cNvPr>
                <p:cNvSpPr txBox="1"/>
                <p:nvPr/>
              </p:nvSpPr>
              <p:spPr>
                <a:xfrm flipH="1">
                  <a:off x="4462718" y="4433092"/>
                  <a:ext cx="283920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FF52D3E-FF1C-9048-CB96-88361647F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462718" y="4433092"/>
                  <a:ext cx="283920" cy="369332"/>
                </a:xfrm>
                <a:prstGeom prst="rect">
                  <a:avLst/>
                </a:prstGeom>
                <a:blipFill>
                  <a:blip r:embed="rId20"/>
                  <a:stretch>
                    <a:fillRect l="-8696" r="-36957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29F99CE-E711-CC6A-73DA-9119AC94C36E}"/>
                    </a:ext>
                  </a:extLst>
                </p:cNvPr>
                <p:cNvSpPr txBox="1"/>
                <p:nvPr/>
              </p:nvSpPr>
              <p:spPr>
                <a:xfrm flipH="1">
                  <a:off x="5078728" y="4423922"/>
                  <a:ext cx="265215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FFBC391-B315-657E-39AB-C0B8265BC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078728" y="4423922"/>
                  <a:ext cx="265215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9302" r="-46512" b="-16667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18D1DE6-75D3-BF03-0645-0C6D2965B83A}"/>
                    </a:ext>
                  </a:extLst>
                </p:cNvPr>
                <p:cNvSpPr txBox="1"/>
                <p:nvPr/>
              </p:nvSpPr>
              <p:spPr>
                <a:xfrm flipH="1">
                  <a:off x="6342026" y="5197032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}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lit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5267B8C-0660-0D91-0852-EEF4865EB2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342026" y="5197032"/>
                  <a:ext cx="581419" cy="369332"/>
                </a:xfrm>
                <a:prstGeom prst="rect">
                  <a:avLst/>
                </a:prstGeom>
                <a:blipFill>
                  <a:blip r:embed="rId22"/>
                  <a:stretch>
                    <a:fillRect r="-38947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2AD1D3E-03DF-0100-A0B7-D894C8942F06}"/>
                    </a:ext>
                  </a:extLst>
                </p:cNvPr>
                <p:cNvSpPr txBox="1"/>
                <p:nvPr/>
              </p:nvSpPr>
              <p:spPr>
                <a:xfrm flipH="1">
                  <a:off x="5683611" y="4434917"/>
                  <a:ext cx="265215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10D56C58-9C0B-BEA2-02DE-57E83C0FED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5683611" y="4434917"/>
                  <a:ext cx="265215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6818" r="-45455"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C0A33086-4C7B-8473-38CC-928AA2C89201}"/>
                </a:ext>
              </a:extLst>
            </p:cNvPr>
            <p:cNvCxnSpPr>
              <a:stCxn id="34" idx="4"/>
              <a:endCxn id="33" idx="4"/>
            </p:cNvCxnSpPr>
            <p:nvPr/>
          </p:nvCxnSpPr>
          <p:spPr>
            <a:xfrm rot="5400000">
              <a:off x="4654653" y="4682464"/>
              <a:ext cx="12700" cy="597973"/>
            </a:xfrm>
            <a:prstGeom prst="bentConnector3">
              <a:avLst>
                <a:gd name="adj1" fmla="val 1800000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280B1A3E-9946-25BD-82B5-672ACA0B38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35782" y="4326024"/>
              <a:ext cx="12205" cy="1282216"/>
            </a:xfrm>
            <a:prstGeom prst="bentConnector3">
              <a:avLst>
                <a:gd name="adj1" fmla="val 4950000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DA540D29-B402-0E28-862D-DE493B38D790}"/>
                </a:ext>
              </a:extLst>
            </p:cNvPr>
            <p:cNvCxnSpPr>
              <a:cxnSpLocks/>
              <a:stCxn id="33" idx="2"/>
              <a:endCxn id="33" idx="0"/>
            </p:cNvCxnSpPr>
            <p:nvPr/>
          </p:nvCxnSpPr>
          <p:spPr>
            <a:xfrm rot="10800000" flipH="1">
              <a:off x="4179052" y="4623399"/>
              <a:ext cx="176614" cy="179026"/>
            </a:xfrm>
            <a:prstGeom prst="bentConnector4">
              <a:avLst>
                <a:gd name="adj1" fmla="val -129435"/>
                <a:gd name="adj2" fmla="val 227691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A7F530A1-1E8C-8B13-B577-F63E29C44CCC}"/>
                </a:ext>
              </a:extLst>
            </p:cNvPr>
            <p:cNvCxnSpPr>
              <a:cxnSpLocks/>
              <a:stCxn id="36" idx="4"/>
              <a:endCxn id="36" idx="6"/>
            </p:cNvCxnSpPr>
            <p:nvPr/>
          </p:nvCxnSpPr>
          <p:spPr>
            <a:xfrm rot="5400000" flipH="1" flipV="1">
              <a:off x="6148378" y="4803631"/>
              <a:ext cx="179025" cy="176614"/>
            </a:xfrm>
            <a:prstGeom prst="bentConnector4">
              <a:avLst>
                <a:gd name="adj1" fmla="val -127692"/>
                <a:gd name="adj2" fmla="val 229435"/>
              </a:avLst>
            </a:prstGeom>
            <a:solidFill>
              <a:srgbClr val="FFFF00"/>
            </a:solidFill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2FC34F2-0CDA-5594-8515-889B52A85D1B}"/>
                    </a:ext>
                  </a:extLst>
                </p:cNvPr>
                <p:cNvSpPr txBox="1"/>
                <p:nvPr/>
              </p:nvSpPr>
              <p:spPr>
                <a:xfrm flipH="1">
                  <a:off x="4863212" y="5540379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2FC34F2-0CDA-5594-8515-889B52A85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863212" y="5540379"/>
                  <a:ext cx="581419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13333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9A84E18-B6D1-EDB9-074D-16D2CCC505EC}"/>
                    </a:ext>
                  </a:extLst>
                </p:cNvPr>
                <p:cNvSpPr txBox="1"/>
                <p:nvPr/>
              </p:nvSpPr>
              <p:spPr>
                <a:xfrm flipH="1">
                  <a:off x="4409045" y="5171757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89A84E18-B6D1-EDB9-074D-16D2CCC505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409045" y="5171757"/>
                  <a:ext cx="581419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1475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1069BB0-DE72-C389-E144-8663335E2C9A}"/>
                    </a:ext>
                  </a:extLst>
                </p:cNvPr>
                <p:cNvSpPr txBox="1"/>
                <p:nvPr/>
              </p:nvSpPr>
              <p:spPr>
                <a:xfrm flipH="1">
                  <a:off x="3874510" y="4006495"/>
                  <a:ext cx="581419" cy="369332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LID4096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729AA1B-0095-C43C-DC6E-B94D6D760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3874510" y="4006495"/>
                  <a:ext cx="581419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4754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04782E4-91B8-6086-5CF4-12BFA805A8BE}"/>
              </a:ext>
            </a:extLst>
          </p:cNvPr>
          <p:cNvSpPr/>
          <p:nvPr/>
        </p:nvSpPr>
        <p:spPr>
          <a:xfrm>
            <a:off x="4503280" y="3867218"/>
            <a:ext cx="223490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1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אוטומט לרישות הרעות</a:t>
            </a:r>
            <a:endParaRPr lang="en-US" sz="16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04B82E-546C-491D-9011-224B773D3F0A}"/>
                  </a:ext>
                </a:extLst>
              </p:cNvPr>
              <p:cNvSpPr txBox="1"/>
              <p:nvPr/>
            </p:nvSpPr>
            <p:spPr>
              <a:xfrm>
                <a:off x="1807287" y="6182919"/>
                <a:ext cx="5757730" cy="45865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he-IL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lit/>
                                    </m:r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{}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dirty="0" err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b="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∨ 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i="1" dirty="0" err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dirty="0" err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 dirty="0" err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600" b="0" i="0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he-IL" sz="1600" b="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104B82E-546C-491D-9011-224B773D3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287" y="6182919"/>
                <a:ext cx="5757730" cy="45865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373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2133600" y="3928088"/>
            <a:ext cx="5105400" cy="1931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u="sng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23</a:t>
            </a:fld>
            <a:endParaRPr lang="he-IL"/>
          </a:p>
        </p:txBody>
      </p:sp>
      <p:sp>
        <p:nvSpPr>
          <p:cNvPr id="8" name="Rectangle 7"/>
          <p:cNvSpPr/>
          <p:nvPr/>
        </p:nvSpPr>
        <p:spPr>
          <a:xfrm>
            <a:off x="2247900" y="1219200"/>
            <a:ext cx="5105400" cy="1931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u="sng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2584067" y="1704733"/>
                <a:ext cx="525556" cy="477147"/>
              </a:xfrm>
              <a:prstGeom prst="ellipse">
                <a:avLst/>
              </a:prstGeom>
              <a:ln w="12700" cap="rnd" cmpd="thinThick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067" y="1704733"/>
                <a:ext cx="525556" cy="47714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12700" cap="rnd" cmpd="thinThick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/>
          <p:cNvCxnSpPr>
            <a:stCxn id="9" idx="2"/>
            <a:endCxn id="9" idx="2"/>
          </p:cNvCxnSpPr>
          <p:nvPr/>
        </p:nvCxnSpPr>
        <p:spPr>
          <a:xfrm rot="10800000">
            <a:off x="2584067" y="1943307"/>
            <a:ext cx="12513" cy="11361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26"/>
          <p:cNvCxnSpPr>
            <a:stCxn id="9" idx="1"/>
            <a:endCxn id="9" idx="7"/>
          </p:cNvCxnSpPr>
          <p:nvPr/>
        </p:nvCxnSpPr>
        <p:spPr>
          <a:xfrm rot="5400000" flipH="1" flipV="1">
            <a:off x="2847421" y="1588799"/>
            <a:ext cx="11361" cy="371623"/>
          </a:xfrm>
          <a:prstGeom prst="curvedConnector3">
            <a:avLst>
              <a:gd name="adj1" fmla="val 24150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04823" y="1237712"/>
                <a:ext cx="644028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/>
                        </a:rPr>
                        <m:t>¬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23" y="1237712"/>
                <a:ext cx="644028" cy="275319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6616318" y="1692612"/>
            <a:ext cx="525556" cy="477147"/>
            <a:chOff x="4291347" y="2603500"/>
            <a:chExt cx="533400" cy="533400"/>
          </a:xfrm>
        </p:grpSpPr>
        <p:sp>
          <p:nvSpPr>
            <p:cNvPr id="10" name="Oval 9"/>
            <p:cNvSpPr/>
            <p:nvPr/>
          </p:nvSpPr>
          <p:spPr>
            <a:xfrm>
              <a:off x="4291347" y="2603500"/>
              <a:ext cx="533400" cy="533400"/>
            </a:xfrm>
            <a:prstGeom prst="ellipse">
              <a:avLst/>
            </a:prstGeom>
            <a:ln w="12700" cap="rnd" cmpd="thinThick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/>
                <p:cNvSpPr/>
                <p:nvPr/>
              </p:nvSpPr>
              <p:spPr>
                <a:xfrm>
                  <a:off x="4367547" y="2679700"/>
                  <a:ext cx="381000" cy="381000"/>
                </a:xfrm>
                <a:prstGeom prst="ellipse">
                  <a:avLst/>
                </a:prstGeom>
                <a:ln w="12700" cap="rnd" cmpd="thinThick">
                  <a:solidFill>
                    <a:schemeClr val="tx1"/>
                  </a:solidFill>
                  <a:prstDash val="solid"/>
                </a:ln>
                <a:effectLst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 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𝑞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he-IL" sz="1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Oval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7547" y="2679700"/>
                  <a:ext cx="381000" cy="3810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rnd" cmpd="thinThick">
                  <a:solidFill>
                    <a:schemeClr val="tx1"/>
                  </a:solidFill>
                  <a:prstDash val="solid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3928151" y="1704733"/>
                <a:ext cx="525556" cy="477147"/>
              </a:xfrm>
              <a:prstGeom prst="ellipse">
                <a:avLst/>
              </a:prstGeom>
              <a:ln w="12700" cap="rnd" cmpd="thinThick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𝑞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51" y="1704733"/>
                <a:ext cx="525556" cy="4771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2700" cap="rnd" cmpd="thinThick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9" idx="6"/>
            <a:endCxn id="19" idx="2"/>
          </p:cNvCxnSpPr>
          <p:nvPr/>
        </p:nvCxnSpPr>
        <p:spPr>
          <a:xfrm>
            <a:off x="3109622" y="1943307"/>
            <a:ext cx="8185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9" idx="6"/>
            <a:endCxn id="41" idx="2"/>
          </p:cNvCxnSpPr>
          <p:nvPr/>
        </p:nvCxnSpPr>
        <p:spPr>
          <a:xfrm flipV="1">
            <a:off x="4453707" y="1932820"/>
            <a:ext cx="818528" cy="10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160965" y="1700240"/>
                <a:ext cx="511356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965" y="1700240"/>
                <a:ext cx="511356" cy="275319"/>
              </a:xfrm>
              <a:prstGeom prst="rect">
                <a:avLst/>
              </a:prstGeom>
              <a:blipFill>
                <a:blip r:embed="rId6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Elbow Connector 26"/>
          <p:cNvCxnSpPr>
            <a:stCxn id="19" idx="4"/>
            <a:endCxn id="9" idx="5"/>
          </p:cNvCxnSpPr>
          <p:nvPr/>
        </p:nvCxnSpPr>
        <p:spPr>
          <a:xfrm rot="5400000" flipH="1">
            <a:off x="3576853" y="1567806"/>
            <a:ext cx="69877" cy="1158272"/>
          </a:xfrm>
          <a:prstGeom prst="curvedConnector3">
            <a:avLst>
              <a:gd name="adj1" fmla="val -29264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196872" y="2321324"/>
                <a:ext cx="644028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/>
                        </a:rPr>
                        <m:t>¬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872" y="2321324"/>
                <a:ext cx="644028" cy="275319"/>
              </a:xfrm>
              <a:prstGeom prst="rect">
                <a:avLst/>
              </a:prstGeom>
              <a:blipFill>
                <a:blip r:embed="rId7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4592164" y="1699202"/>
                <a:ext cx="511356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164" y="1699202"/>
                <a:ext cx="511356" cy="275319"/>
              </a:xfrm>
              <a:prstGeom prst="rect">
                <a:avLst/>
              </a:prstGeom>
              <a:blipFill>
                <a:blip r:embed="rId8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5272235" y="1694247"/>
                <a:ext cx="525556" cy="477147"/>
              </a:xfrm>
              <a:prstGeom prst="ellipse">
                <a:avLst/>
              </a:prstGeom>
              <a:ln w="12700" cap="rnd" cmpd="thinThick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sz="1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235" y="1694247"/>
                <a:ext cx="525556" cy="47714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2700" cap="rnd" cmpd="thinThick">
                <a:solidFill>
                  <a:schemeClr val="tx1"/>
                </a:solidFill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stCxn id="41" idx="6"/>
            <a:endCxn id="10" idx="2"/>
          </p:cNvCxnSpPr>
          <p:nvPr/>
        </p:nvCxnSpPr>
        <p:spPr>
          <a:xfrm flipV="1">
            <a:off x="5797791" y="1931186"/>
            <a:ext cx="818527" cy="1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872870" y="1667852"/>
                <a:ext cx="511356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870" y="1667852"/>
                <a:ext cx="511356" cy="275319"/>
              </a:xfrm>
              <a:prstGeom prst="rect">
                <a:avLst/>
              </a:prstGeom>
              <a:blipFill>
                <a:blip r:embed="rId8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Elbow Connector 26"/>
          <p:cNvCxnSpPr>
            <a:stCxn id="41" idx="4"/>
            <a:endCxn id="9" idx="4"/>
          </p:cNvCxnSpPr>
          <p:nvPr/>
        </p:nvCxnSpPr>
        <p:spPr>
          <a:xfrm rot="5400000">
            <a:off x="4185686" y="832553"/>
            <a:ext cx="10487" cy="2688168"/>
          </a:xfrm>
          <a:prstGeom prst="curvedConnector3">
            <a:avLst>
              <a:gd name="adj1" fmla="val 632505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3804947" y="2791076"/>
                <a:ext cx="644028" cy="2753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/>
                        </a:rPr>
                        <m:t>¬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4947" y="2791076"/>
                <a:ext cx="644028" cy="275319"/>
              </a:xfrm>
              <a:prstGeom prst="rect">
                <a:avLst/>
              </a:prstGeom>
              <a:blipFill>
                <a:blip r:embed="rId7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5908107" y="5134603"/>
                <a:ext cx="120443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8107" y="5134603"/>
                <a:ext cx="1204432" cy="307777"/>
              </a:xfrm>
              <a:prstGeom prst="rect">
                <a:avLst/>
              </a:prstGeom>
              <a:blipFill>
                <a:blip r:embed="rId10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2587480" y="5090246"/>
                <a:ext cx="120501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𝑦𝑒𝑙𝑜𝑤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480" y="5090246"/>
                <a:ext cx="1205010" cy="307777"/>
              </a:xfrm>
              <a:prstGeom prst="rect">
                <a:avLst/>
              </a:prstGeom>
              <a:blipFill>
                <a:blip r:embed="rId11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246039" y="5111245"/>
                <a:ext cx="14572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039" y="5111245"/>
                <a:ext cx="1457258" cy="307777"/>
              </a:xfrm>
              <a:prstGeom prst="rect">
                <a:avLst/>
              </a:prstGeom>
              <a:blipFill>
                <a:blip r:embed="rId12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3510576" y="4641342"/>
                <a:ext cx="525556" cy="477147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576" y="4641342"/>
                <a:ext cx="525556" cy="47714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4558308" y="4641341"/>
                <a:ext cx="525556" cy="477147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308" y="4641341"/>
                <a:ext cx="525556" cy="47714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645329" y="4657554"/>
                <a:ext cx="525556" cy="477147"/>
              </a:xfrm>
              <a:prstGeom prst="rect">
                <a:avLst/>
              </a:prstGeom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5329" y="4657554"/>
                <a:ext cx="525556" cy="47714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/>
          <p:cNvSpPr txBox="1"/>
          <p:nvPr/>
        </p:nvSpPr>
        <p:spPr>
          <a:xfrm>
            <a:off x="2504823" y="3179824"/>
            <a:ext cx="433484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אסור שהאור האדום יודלק שלוש פעמים ברצף</a:t>
            </a:r>
          </a:p>
        </p:txBody>
      </p:sp>
      <p:cxnSp>
        <p:nvCxnSpPr>
          <p:cNvPr id="70" name="Straight Arrow Connector 69"/>
          <p:cNvCxnSpPr>
            <a:stCxn id="65" idx="3"/>
            <a:endCxn id="66" idx="1"/>
          </p:cNvCxnSpPr>
          <p:nvPr/>
        </p:nvCxnSpPr>
        <p:spPr>
          <a:xfrm flipV="1">
            <a:off x="4036132" y="4879915"/>
            <a:ext cx="522176" cy="1"/>
          </a:xfrm>
          <a:prstGeom prst="straightConnector1">
            <a:avLst/>
          </a:prstGeom>
          <a:ln>
            <a:solidFill>
              <a:srgbClr val="FF4F4F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endCxn id="67" idx="1"/>
          </p:cNvCxnSpPr>
          <p:nvPr/>
        </p:nvCxnSpPr>
        <p:spPr>
          <a:xfrm flipV="1">
            <a:off x="5082506" y="4896128"/>
            <a:ext cx="562823" cy="1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/>
          <p:cNvCxnSpPr>
            <a:stCxn id="67" idx="2"/>
            <a:endCxn id="65" idx="2"/>
          </p:cNvCxnSpPr>
          <p:nvPr/>
        </p:nvCxnSpPr>
        <p:spPr>
          <a:xfrm rot="5400000" flipH="1">
            <a:off x="4832625" y="4059219"/>
            <a:ext cx="16212" cy="2134753"/>
          </a:xfrm>
          <a:prstGeom prst="bentConnector3">
            <a:avLst>
              <a:gd name="adj1" fmla="val -2638650"/>
            </a:avLst>
          </a:prstGeom>
          <a:ln>
            <a:solidFill>
              <a:srgbClr val="33660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65" idx="1"/>
          </p:cNvCxnSpPr>
          <p:nvPr/>
        </p:nvCxnSpPr>
        <p:spPr>
          <a:xfrm>
            <a:off x="3276600" y="4879915"/>
            <a:ext cx="23397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Elbow Connector 76"/>
          <p:cNvCxnSpPr>
            <a:stCxn id="65" idx="0"/>
            <a:endCxn id="67" idx="0"/>
          </p:cNvCxnSpPr>
          <p:nvPr/>
        </p:nvCxnSpPr>
        <p:spPr>
          <a:xfrm rot="16200000" flipH="1">
            <a:off x="4832624" y="3582072"/>
            <a:ext cx="16212" cy="2134753"/>
          </a:xfrm>
          <a:prstGeom prst="bentConnector3">
            <a:avLst>
              <a:gd name="adj1" fmla="val -1410067"/>
            </a:avLst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280767" y="5979076"/>
            <a:ext cx="483177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האם מערכת המעברים הזאת מקיימת את התכונה?</a:t>
            </a:r>
          </a:p>
        </p:txBody>
      </p:sp>
      <p:cxnSp>
        <p:nvCxnSpPr>
          <p:cNvPr id="89" name="Elbow Connector 26"/>
          <p:cNvCxnSpPr/>
          <p:nvPr/>
        </p:nvCxnSpPr>
        <p:spPr>
          <a:xfrm rot="5400000" flipH="1" flipV="1">
            <a:off x="6873916" y="1579340"/>
            <a:ext cx="11361" cy="371623"/>
          </a:xfrm>
          <a:prstGeom prst="curvedConnector3">
            <a:avLst>
              <a:gd name="adj1" fmla="val 24150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6576614" y="1228253"/>
                <a:ext cx="58618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𝑡𝑟𝑢𝑒</m:t>
                      </m:r>
                    </m:oMath>
                  </m:oMathPara>
                </a14:m>
                <a:endParaRPr lang="he-IL" sz="1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6614" y="1228253"/>
                <a:ext cx="586186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5205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0820" y="1219200"/>
            <a:ext cx="3778380" cy="1477727"/>
          </a:xfrm>
          <a:prstGeom prst="rect">
            <a:avLst/>
          </a:prstGeom>
        </p:spPr>
      </p:pic>
      <p:pic>
        <p:nvPicPr>
          <p:cNvPr id="129" name="Picture 12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468" y="1231054"/>
            <a:ext cx="3722118" cy="14540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4201105" y="2914134"/>
                <a:ext cx="805029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/>
                        </a:rPr>
                        <m:t>𝑆</m:t>
                      </m:r>
                      <m:r>
                        <a:rPr lang="en-US" i="1" dirty="0">
                          <a:latin typeface="Cambria Math"/>
                        </a:rPr>
                        <m:t>×</m:t>
                      </m:r>
                      <m:r>
                        <a:rPr lang="en-US" i="1" dirty="0">
                          <a:latin typeface="Cambria Math"/>
                        </a:rPr>
                        <m:t>𝑄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105" y="2914134"/>
                <a:ext cx="805029" cy="369332"/>
              </a:xfrm>
              <a:prstGeom prst="rect">
                <a:avLst/>
              </a:prstGeom>
              <a:blipFill>
                <a:blip r:embed="rId1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39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Elbow Connector 95"/>
          <p:cNvCxnSpPr>
            <a:stCxn id="90" idx="2"/>
            <a:endCxn id="75" idx="2"/>
          </p:cNvCxnSpPr>
          <p:nvPr/>
        </p:nvCxnSpPr>
        <p:spPr>
          <a:xfrm rot="5400000">
            <a:off x="4718042" y="4565642"/>
            <a:ext cx="12700" cy="2603516"/>
          </a:xfrm>
          <a:prstGeom prst="bentConnector3">
            <a:avLst>
              <a:gd name="adj1" fmla="val 1657425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4" idx="3"/>
            <a:endCxn id="78" idx="1"/>
          </p:cNvCxnSpPr>
          <p:nvPr/>
        </p:nvCxnSpPr>
        <p:spPr>
          <a:xfrm flipV="1">
            <a:off x="3797284" y="36911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797284" y="3877145"/>
            <a:ext cx="539758" cy="2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797284" y="3877145"/>
            <a:ext cx="643968" cy="94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099042" y="3877145"/>
            <a:ext cx="539758" cy="28392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099042" y="4533018"/>
            <a:ext cx="539758" cy="2839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099042" y="5184363"/>
            <a:ext cx="539758" cy="35057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87" idx="3"/>
            <a:endCxn id="72" idx="1"/>
          </p:cNvCxnSpPr>
          <p:nvPr/>
        </p:nvCxnSpPr>
        <p:spPr>
          <a:xfrm flipH="1">
            <a:off x="3035284" y="3695700"/>
            <a:ext cx="3365516" cy="660400"/>
          </a:xfrm>
          <a:prstGeom prst="bentConnector5">
            <a:avLst>
              <a:gd name="adj1" fmla="val -6792"/>
              <a:gd name="adj2" fmla="val -63785"/>
              <a:gd name="adj3" fmla="val 10679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88" idx="3"/>
            <a:endCxn id="73" idx="1"/>
          </p:cNvCxnSpPr>
          <p:nvPr/>
        </p:nvCxnSpPr>
        <p:spPr>
          <a:xfrm flipH="1">
            <a:off x="3035284" y="4356100"/>
            <a:ext cx="3365516" cy="660400"/>
          </a:xfrm>
          <a:prstGeom prst="bentConnector5">
            <a:avLst>
              <a:gd name="adj1" fmla="val -10558"/>
              <a:gd name="adj2" fmla="val -194021"/>
              <a:gd name="adj3" fmla="val 109213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89" idx="3"/>
            <a:endCxn id="75" idx="1"/>
          </p:cNvCxnSpPr>
          <p:nvPr/>
        </p:nvCxnSpPr>
        <p:spPr>
          <a:xfrm flipH="1">
            <a:off x="3035284" y="5016500"/>
            <a:ext cx="3365516" cy="660400"/>
          </a:xfrm>
          <a:prstGeom prst="bentConnector5">
            <a:avLst>
              <a:gd name="adj1" fmla="val -15131"/>
              <a:gd name="adj2" fmla="val -318774"/>
              <a:gd name="adj3" fmla="val 11217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75" idx="3"/>
            <a:endCxn id="84" idx="1"/>
          </p:cNvCxnSpPr>
          <p:nvPr/>
        </p:nvCxnSpPr>
        <p:spPr>
          <a:xfrm flipV="1">
            <a:off x="3797284" y="56723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4" idx="3"/>
            <a:endCxn id="90" idx="1"/>
          </p:cNvCxnSpPr>
          <p:nvPr/>
        </p:nvCxnSpPr>
        <p:spPr>
          <a:xfrm>
            <a:off x="5099042" y="5672373"/>
            <a:ext cx="539758" cy="45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600" i="1">
                              <a:latin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  ∧  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∈</m:t>
                          </m:r>
                          <m:r>
                            <a:rPr lang="en-US" sz="1600" i="1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he-IL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16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  〈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0" name="Picture 10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0820" y="1219200"/>
            <a:ext cx="3778380" cy="1477727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468" y="1231054"/>
            <a:ext cx="3722118" cy="145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418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Elbow Connector 95"/>
          <p:cNvCxnSpPr>
            <a:stCxn id="90" idx="2"/>
            <a:endCxn id="75" idx="2"/>
          </p:cNvCxnSpPr>
          <p:nvPr/>
        </p:nvCxnSpPr>
        <p:spPr>
          <a:xfrm rot="5400000">
            <a:off x="4718042" y="4565642"/>
            <a:ext cx="12700" cy="2603516"/>
          </a:xfrm>
          <a:prstGeom prst="bentConnector3">
            <a:avLst>
              <a:gd name="adj1" fmla="val 1657425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4" idx="3"/>
            <a:endCxn id="78" idx="1"/>
          </p:cNvCxnSpPr>
          <p:nvPr/>
        </p:nvCxnSpPr>
        <p:spPr>
          <a:xfrm flipV="1">
            <a:off x="3797284" y="36911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797284" y="3877145"/>
            <a:ext cx="539758" cy="2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797284" y="3877145"/>
            <a:ext cx="643968" cy="94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099042" y="3877145"/>
            <a:ext cx="539758" cy="28392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099042" y="4533018"/>
            <a:ext cx="539758" cy="2839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099042" y="5184363"/>
            <a:ext cx="539758" cy="35057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87" idx="3"/>
            <a:endCxn id="72" idx="1"/>
          </p:cNvCxnSpPr>
          <p:nvPr/>
        </p:nvCxnSpPr>
        <p:spPr>
          <a:xfrm flipH="1">
            <a:off x="3035284" y="3695700"/>
            <a:ext cx="3365516" cy="660400"/>
          </a:xfrm>
          <a:prstGeom prst="bentConnector5">
            <a:avLst>
              <a:gd name="adj1" fmla="val -6792"/>
              <a:gd name="adj2" fmla="val -63785"/>
              <a:gd name="adj3" fmla="val 10679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88" idx="3"/>
            <a:endCxn id="73" idx="1"/>
          </p:cNvCxnSpPr>
          <p:nvPr/>
        </p:nvCxnSpPr>
        <p:spPr>
          <a:xfrm flipH="1">
            <a:off x="3035284" y="4356100"/>
            <a:ext cx="3365516" cy="660400"/>
          </a:xfrm>
          <a:prstGeom prst="bentConnector5">
            <a:avLst>
              <a:gd name="adj1" fmla="val -10558"/>
              <a:gd name="adj2" fmla="val -194021"/>
              <a:gd name="adj3" fmla="val 109213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89" idx="3"/>
            <a:endCxn id="75" idx="1"/>
          </p:cNvCxnSpPr>
          <p:nvPr/>
        </p:nvCxnSpPr>
        <p:spPr>
          <a:xfrm flipH="1">
            <a:off x="3035284" y="5016500"/>
            <a:ext cx="3365516" cy="660400"/>
          </a:xfrm>
          <a:prstGeom prst="bentConnector5">
            <a:avLst>
              <a:gd name="adj1" fmla="val -15131"/>
              <a:gd name="adj2" fmla="val -318774"/>
              <a:gd name="adj3" fmla="val 11217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75" idx="3"/>
            <a:endCxn id="84" idx="1"/>
          </p:cNvCxnSpPr>
          <p:nvPr/>
        </p:nvCxnSpPr>
        <p:spPr>
          <a:xfrm flipV="1">
            <a:off x="3797284" y="56723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4" idx="3"/>
            <a:endCxn id="90" idx="1"/>
          </p:cNvCxnSpPr>
          <p:nvPr/>
        </p:nvCxnSpPr>
        <p:spPr>
          <a:xfrm>
            <a:off x="5099042" y="5672373"/>
            <a:ext cx="539758" cy="45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>
            <a:stCxn id="14" idx="2"/>
            <a:endCxn id="88" idx="0"/>
          </p:cNvCxnSpPr>
          <p:nvPr/>
        </p:nvCxnSpPr>
        <p:spPr>
          <a:xfrm rot="16200000" flipH="1">
            <a:off x="4578342" y="2724142"/>
            <a:ext cx="279400" cy="260351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72" idx="2"/>
            <a:endCxn id="89" idx="0"/>
          </p:cNvCxnSpPr>
          <p:nvPr/>
        </p:nvCxnSpPr>
        <p:spPr>
          <a:xfrm rot="16200000" flipH="1">
            <a:off x="4578342" y="3384542"/>
            <a:ext cx="279400" cy="260351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73" idx="2"/>
            <a:endCxn id="90" idx="0"/>
          </p:cNvCxnSpPr>
          <p:nvPr/>
        </p:nvCxnSpPr>
        <p:spPr>
          <a:xfrm rot="16200000" flipH="1">
            <a:off x="4578342" y="4044942"/>
            <a:ext cx="279400" cy="260351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 rot="16200000" flipH="1">
            <a:off x="4692250" y="4445400"/>
            <a:ext cx="12700" cy="2844000"/>
          </a:xfrm>
          <a:prstGeom prst="bentConnector3">
            <a:avLst>
              <a:gd name="adj1" fmla="val 286930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600" i="1">
                              <a:latin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  ∧  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∈</m:t>
                          </m:r>
                          <m:r>
                            <a:rPr lang="en-US" sz="1600" i="1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he-IL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16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  〈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0820" y="1219200"/>
            <a:ext cx="3778380" cy="14777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468" y="1231054"/>
            <a:ext cx="3722118" cy="145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9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Elbow Connector 95"/>
          <p:cNvCxnSpPr>
            <a:stCxn id="90" idx="2"/>
            <a:endCxn id="75" idx="2"/>
          </p:cNvCxnSpPr>
          <p:nvPr/>
        </p:nvCxnSpPr>
        <p:spPr>
          <a:xfrm rot="5400000">
            <a:off x="4718042" y="4565642"/>
            <a:ext cx="12700" cy="2603516"/>
          </a:xfrm>
          <a:prstGeom prst="bentConnector3">
            <a:avLst>
              <a:gd name="adj1" fmla="val 1657425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3505200"/>
                <a:ext cx="7620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165600"/>
                <a:ext cx="7620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4826000"/>
                <a:ext cx="7620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4" y="5486400"/>
                <a:ext cx="7620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3500673"/>
                <a:ext cx="7620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161073"/>
                <a:ext cx="7620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4821473"/>
                <a:ext cx="7620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042" y="5481873"/>
                <a:ext cx="7620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05200"/>
                <a:ext cx="7620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165600"/>
                <a:ext cx="7620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826000"/>
                <a:ext cx="762000" cy="381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486400"/>
                <a:ext cx="762000" cy="381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4" idx="3"/>
            <a:endCxn id="78" idx="1"/>
          </p:cNvCxnSpPr>
          <p:nvPr/>
        </p:nvCxnSpPr>
        <p:spPr>
          <a:xfrm flipV="1">
            <a:off x="3797284" y="36911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797284" y="3877145"/>
            <a:ext cx="539758" cy="283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3797284" y="3877145"/>
            <a:ext cx="643968" cy="944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099042" y="3877145"/>
            <a:ext cx="539758" cy="283928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5099042" y="4533018"/>
            <a:ext cx="539758" cy="2839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5099042" y="5184363"/>
            <a:ext cx="539758" cy="35057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87" idx="3"/>
            <a:endCxn id="72" idx="1"/>
          </p:cNvCxnSpPr>
          <p:nvPr/>
        </p:nvCxnSpPr>
        <p:spPr>
          <a:xfrm flipH="1">
            <a:off x="3035284" y="3695700"/>
            <a:ext cx="3365516" cy="660400"/>
          </a:xfrm>
          <a:prstGeom prst="bentConnector5">
            <a:avLst>
              <a:gd name="adj1" fmla="val -6792"/>
              <a:gd name="adj2" fmla="val -63785"/>
              <a:gd name="adj3" fmla="val 10679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88" idx="3"/>
            <a:endCxn id="73" idx="1"/>
          </p:cNvCxnSpPr>
          <p:nvPr/>
        </p:nvCxnSpPr>
        <p:spPr>
          <a:xfrm flipH="1">
            <a:off x="3035284" y="4356100"/>
            <a:ext cx="3365516" cy="660400"/>
          </a:xfrm>
          <a:prstGeom prst="bentConnector5">
            <a:avLst>
              <a:gd name="adj1" fmla="val -10558"/>
              <a:gd name="adj2" fmla="val -194021"/>
              <a:gd name="adj3" fmla="val 109213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89" idx="3"/>
            <a:endCxn id="75" idx="1"/>
          </p:cNvCxnSpPr>
          <p:nvPr/>
        </p:nvCxnSpPr>
        <p:spPr>
          <a:xfrm flipH="1">
            <a:off x="3035284" y="5016500"/>
            <a:ext cx="3365516" cy="660400"/>
          </a:xfrm>
          <a:prstGeom prst="bentConnector5">
            <a:avLst>
              <a:gd name="adj1" fmla="val -15131"/>
              <a:gd name="adj2" fmla="val -318774"/>
              <a:gd name="adj3" fmla="val 112172"/>
            </a:avLst>
          </a:prstGeom>
          <a:ln>
            <a:solidFill>
              <a:srgbClr val="33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75" idx="3"/>
            <a:endCxn id="84" idx="1"/>
          </p:cNvCxnSpPr>
          <p:nvPr/>
        </p:nvCxnSpPr>
        <p:spPr>
          <a:xfrm flipV="1">
            <a:off x="3797284" y="5672373"/>
            <a:ext cx="539758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4" idx="3"/>
            <a:endCxn id="90" idx="1"/>
          </p:cNvCxnSpPr>
          <p:nvPr/>
        </p:nvCxnSpPr>
        <p:spPr>
          <a:xfrm>
            <a:off x="5099042" y="5672373"/>
            <a:ext cx="539758" cy="452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5"/>
          <p:cNvCxnSpPr>
            <a:stCxn id="14" idx="2"/>
            <a:endCxn id="88" idx="0"/>
          </p:cNvCxnSpPr>
          <p:nvPr/>
        </p:nvCxnSpPr>
        <p:spPr>
          <a:xfrm rot="16200000" flipH="1">
            <a:off x="4578342" y="2724142"/>
            <a:ext cx="279400" cy="2603516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72" idx="2"/>
            <a:endCxn id="89" idx="0"/>
          </p:cNvCxnSpPr>
          <p:nvPr/>
        </p:nvCxnSpPr>
        <p:spPr>
          <a:xfrm rot="16200000" flipH="1">
            <a:off x="4578342" y="3384542"/>
            <a:ext cx="279400" cy="260351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73" idx="2"/>
            <a:endCxn id="90" idx="0"/>
          </p:cNvCxnSpPr>
          <p:nvPr/>
        </p:nvCxnSpPr>
        <p:spPr>
          <a:xfrm rot="16200000" flipH="1">
            <a:off x="4578342" y="4044942"/>
            <a:ext cx="279400" cy="2603516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/>
          <p:cNvCxnSpPr/>
          <p:nvPr/>
        </p:nvCxnSpPr>
        <p:spPr>
          <a:xfrm rot="16200000" flipH="1">
            <a:off x="4692250" y="4445400"/>
            <a:ext cx="12700" cy="2844000"/>
          </a:xfrm>
          <a:prstGeom prst="bentConnector3">
            <a:avLst>
              <a:gd name="adj1" fmla="val 286930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sz="1600" i="1">
                              <a:latin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  ∧  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∈</m:t>
                          </m:r>
                          <m:r>
                            <a:rPr lang="en-US" sz="1600" i="1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he-IL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1600" i="1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  〈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600" i="1">
                              <a:latin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</a:rPr>
                            <m:t>𝑝</m:t>
                          </m:r>
                          <m:r>
                            <a:rPr lang="en-US" sz="1600" i="1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he-IL" sz="1600"/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465" y="170766"/>
                <a:ext cx="2373470" cy="76668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918" y="1660042"/>
                <a:ext cx="4138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7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0820" y="1219200"/>
            <a:ext cx="3778380" cy="1477727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468" y="1231054"/>
            <a:ext cx="3722118" cy="14540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 rot="2990920">
            <a:off x="2154160" y="3438131"/>
            <a:ext cx="98135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>
                <a:sym typeface="Wingdings" panose="05000000000000000000" pitchFamily="2" charset="2"/>
              </a:rPr>
              <a:t></a:t>
            </a:r>
            <a:endParaRPr lang="en-US" sz="6600"/>
          </a:p>
        </p:txBody>
      </p:sp>
    </p:spTree>
    <p:extLst>
      <p:ext uri="{BB962C8B-B14F-4D97-AF65-F5344CB8AC3E}">
        <p14:creationId xmlns:p14="http://schemas.microsoft.com/office/powerpoint/2010/main" val="3759528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762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440000" y="2362200"/>
            <a:ext cx="4208200" cy="2018533"/>
            <a:chOff x="4250000" y="1905000"/>
            <a:chExt cx="4208200" cy="20185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/>
                <p:cNvSpPr/>
                <p:nvPr/>
              </p:nvSpPr>
              <p:spPr>
                <a:xfrm>
                  <a:off x="4505893" y="2514600"/>
                  <a:ext cx="533400" cy="5334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" name="Oval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5893" y="2514600"/>
                  <a:ext cx="533400" cy="5334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/>
                <p:cNvSpPr/>
                <p:nvPr/>
              </p:nvSpPr>
              <p:spPr>
                <a:xfrm>
                  <a:off x="5638800" y="2514600"/>
                  <a:ext cx="533400" cy="5334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Oval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2514600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/>
                <p:cNvSpPr/>
                <p:nvPr/>
              </p:nvSpPr>
              <p:spPr>
                <a:xfrm>
                  <a:off x="7924800" y="2514600"/>
                  <a:ext cx="533400" cy="5334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Oval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4800" y="2514600"/>
                  <a:ext cx="533400" cy="5334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/>
                <p:cNvSpPr txBox="1"/>
                <p:nvPr/>
              </p:nvSpPr>
              <p:spPr>
                <a:xfrm>
                  <a:off x="5029200" y="23622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1" name="TextBox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00" y="2362200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5334000" y="2895600"/>
                  <a:ext cx="33781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2895600"/>
                  <a:ext cx="33781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Arrow Connector 49"/>
            <p:cNvCxnSpPr>
              <a:endCxn id="5" idx="3"/>
            </p:cNvCxnSpPr>
            <p:nvPr/>
          </p:nvCxnSpPr>
          <p:spPr>
            <a:xfrm flipV="1">
              <a:off x="4250000" y="2969885"/>
              <a:ext cx="334008" cy="23051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8" name="Oval 57"/>
            <p:cNvSpPr/>
            <p:nvPr/>
          </p:nvSpPr>
          <p:spPr>
            <a:xfrm>
              <a:off x="7991383" y="2584176"/>
              <a:ext cx="410831" cy="401619"/>
            </a:xfrm>
            <a:prstGeom prst="ellipse">
              <a:avLst/>
            </a:prstGeom>
            <a:no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indent="-20638" algn="r" rtl="0"/>
              <a:endParaRPr lang="en-US" b="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Oval 48"/>
                <p:cNvSpPr/>
                <p:nvPr/>
              </p:nvSpPr>
              <p:spPr>
                <a:xfrm>
                  <a:off x="6781800" y="2514600"/>
                  <a:ext cx="533400" cy="533400"/>
                </a:xfrm>
                <a:prstGeom prst="ellipse">
                  <a:avLst/>
                </a:prstGeom>
                <a:ln w="1905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b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9" name="Oval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800" y="2514600"/>
                  <a:ext cx="533400" cy="53340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/>
            <p:cNvCxnSpPr>
              <a:stCxn id="5" idx="6"/>
              <a:endCxn id="30" idx="2"/>
            </p:cNvCxnSpPr>
            <p:nvPr/>
          </p:nvCxnSpPr>
          <p:spPr>
            <a:xfrm>
              <a:off x="5039293" y="2781300"/>
              <a:ext cx="599507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6162107" y="24003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107" y="2400300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Straight Arrow Connector 59"/>
            <p:cNvCxnSpPr/>
            <p:nvPr/>
          </p:nvCxnSpPr>
          <p:spPr>
            <a:xfrm>
              <a:off x="6172200" y="2819400"/>
              <a:ext cx="599507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7305107" y="2400300"/>
                  <a:ext cx="45720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107" y="2400300"/>
                  <a:ext cx="45720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/>
            <p:cNvCxnSpPr/>
            <p:nvPr/>
          </p:nvCxnSpPr>
          <p:spPr>
            <a:xfrm>
              <a:off x="7315200" y="2819400"/>
              <a:ext cx="599507" cy="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30" idx="4"/>
              <a:endCxn id="5" idx="5"/>
            </p:cNvCxnSpPr>
            <p:nvPr/>
          </p:nvCxnSpPr>
          <p:spPr>
            <a:xfrm rot="5400000" flipH="1">
              <a:off x="5394281" y="2536782"/>
              <a:ext cx="78115" cy="944322"/>
            </a:xfrm>
            <a:prstGeom prst="curvedConnector3">
              <a:avLst>
                <a:gd name="adj1" fmla="val -292645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Curved Connector 62"/>
            <p:cNvCxnSpPr>
              <a:stCxn id="49" idx="4"/>
              <a:endCxn id="5" idx="4"/>
            </p:cNvCxnSpPr>
            <p:nvPr/>
          </p:nvCxnSpPr>
          <p:spPr>
            <a:xfrm rot="5400000">
              <a:off x="5910547" y="1910047"/>
              <a:ext cx="12700" cy="2275907"/>
            </a:xfrm>
            <a:prstGeom prst="curvedConnector3">
              <a:avLst>
                <a:gd name="adj1" fmla="val 4533685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5671815" y="3554201"/>
                  <a:ext cx="33781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815" y="3554201"/>
                  <a:ext cx="33781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Curved Connector 69"/>
            <p:cNvCxnSpPr>
              <a:stCxn id="5" idx="2"/>
              <a:endCxn id="5" idx="0"/>
            </p:cNvCxnSpPr>
            <p:nvPr/>
          </p:nvCxnSpPr>
          <p:spPr>
            <a:xfrm rot="10800000" flipH="1">
              <a:off x="4505893" y="2514600"/>
              <a:ext cx="266700" cy="266700"/>
            </a:xfrm>
            <a:prstGeom prst="curvedConnector4">
              <a:avLst>
                <a:gd name="adj1" fmla="val -85714"/>
                <a:gd name="adj2" fmla="val 185714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/>
                <p:cNvSpPr txBox="1"/>
                <p:nvPr/>
              </p:nvSpPr>
              <p:spPr>
                <a:xfrm>
                  <a:off x="4419600" y="1905000"/>
                  <a:ext cx="337815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9600" y="1905000"/>
                  <a:ext cx="33781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Curved Connector 73"/>
            <p:cNvCxnSpPr>
              <a:stCxn id="31" idx="6"/>
              <a:endCxn id="31" idx="0"/>
            </p:cNvCxnSpPr>
            <p:nvPr/>
          </p:nvCxnSpPr>
          <p:spPr>
            <a:xfrm flipH="1" flipV="1">
              <a:off x="8191500" y="2514600"/>
              <a:ext cx="266700" cy="266700"/>
            </a:xfrm>
            <a:prstGeom prst="curvedConnector4">
              <a:avLst>
                <a:gd name="adj1" fmla="val -85714"/>
                <a:gd name="adj2" fmla="val 185714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7772400" y="1905000"/>
                  <a:ext cx="60960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2400" y="1905000"/>
                  <a:ext cx="609600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1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/>
          <p:cNvGrpSpPr/>
          <p:nvPr/>
        </p:nvGrpSpPr>
        <p:grpSpPr>
          <a:xfrm>
            <a:off x="990600" y="4572000"/>
            <a:ext cx="3008239" cy="1893332"/>
            <a:chOff x="544283" y="1905000"/>
            <a:chExt cx="3008239" cy="1893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623581" y="2971046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81" y="2971046"/>
                  <a:ext cx="1043877" cy="43411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2385123" y="2971046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/>
                          </a:rPr>
                          <m:t>𝑠</m:t>
                        </m:r>
                        <m:r>
                          <a:rPr lang="en-US" sz="2400" b="0" i="1" baseline="-25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5123" y="2971046"/>
                  <a:ext cx="1043877" cy="4341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1504352" y="1905000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4352" y="1905000"/>
                  <a:ext cx="1043877" cy="4341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Elbow Connector 10"/>
            <p:cNvCxnSpPr/>
            <p:nvPr/>
          </p:nvCxnSpPr>
          <p:spPr>
            <a:xfrm rot="10800000" flipH="1" flipV="1">
              <a:off x="580055" y="3181738"/>
              <a:ext cx="62219" cy="12297"/>
            </a:xfrm>
            <a:prstGeom prst="bentConnector3">
              <a:avLst>
                <a:gd name="adj1" fmla="val -367412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hape 14"/>
            <p:cNvCxnSpPr>
              <a:stCxn id="9" idx="1"/>
              <a:endCxn id="7" idx="0"/>
            </p:cNvCxnSpPr>
            <p:nvPr/>
          </p:nvCxnSpPr>
          <p:spPr>
            <a:xfrm rot="10800000" flipV="1">
              <a:off x="1145520" y="2122056"/>
              <a:ext cx="358832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hape 21"/>
            <p:cNvCxnSpPr>
              <a:stCxn id="7" idx="3"/>
              <a:endCxn id="9" idx="2"/>
            </p:cNvCxnSpPr>
            <p:nvPr/>
          </p:nvCxnSpPr>
          <p:spPr>
            <a:xfrm flipV="1">
              <a:off x="1667458" y="2339114"/>
              <a:ext cx="274320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544283" y="3414227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283" y="3414227"/>
                  <a:ext cx="42832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Shape 14"/>
            <p:cNvCxnSpPr>
              <a:stCxn id="9" idx="3"/>
              <a:endCxn id="8" idx="0"/>
            </p:cNvCxnSpPr>
            <p:nvPr/>
          </p:nvCxnSpPr>
          <p:spPr>
            <a:xfrm>
              <a:off x="2548229" y="2122057"/>
              <a:ext cx="358833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hape 21"/>
            <p:cNvCxnSpPr>
              <a:stCxn id="8" idx="1"/>
              <a:endCxn id="9" idx="2"/>
            </p:cNvCxnSpPr>
            <p:nvPr/>
          </p:nvCxnSpPr>
          <p:spPr>
            <a:xfrm rot="10800000">
              <a:off x="2110803" y="2339115"/>
              <a:ext cx="274320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hape 14"/>
            <p:cNvCxnSpPr>
              <a:stCxn id="8" idx="2"/>
              <a:endCxn id="7" idx="2"/>
            </p:cNvCxnSpPr>
            <p:nvPr/>
          </p:nvCxnSpPr>
          <p:spPr>
            <a:xfrm rot="5400000">
              <a:off x="2026291" y="2524389"/>
              <a:ext cx="12700" cy="1761542"/>
            </a:xfrm>
            <a:prstGeom prst="bentConnector3">
              <a:avLst>
                <a:gd name="adj1" fmla="val 180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/>
                <p:cNvSpPr txBox="1"/>
                <p:nvPr/>
              </p:nvSpPr>
              <p:spPr>
                <a:xfrm>
                  <a:off x="2286000" y="2362200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4" name="Text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2362200"/>
                  <a:ext cx="559384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TextBox 104"/>
                <p:cNvSpPr txBox="1"/>
                <p:nvPr/>
              </p:nvSpPr>
              <p:spPr>
                <a:xfrm>
                  <a:off x="3124200" y="342900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5" name="TextBox 1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3429000"/>
                  <a:ext cx="428322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/>
              <p:cNvSpPr txBox="1"/>
              <p:nvPr/>
            </p:nvSpPr>
            <p:spPr>
              <a:xfrm>
                <a:off x="990600" y="1447800"/>
                <a:ext cx="7239000" cy="44441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refresh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 ∀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US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8" name="TextBox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447800"/>
                <a:ext cx="7239000" cy="444417"/>
              </a:xfrm>
              <a:prstGeom prst="rect">
                <a:avLst/>
              </a:prstGeom>
              <a:blipFill>
                <a:blip r:embed="rId17"/>
                <a:stretch>
                  <a:fillRect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109"/>
          <p:cNvGrpSpPr/>
          <p:nvPr/>
        </p:nvGrpSpPr>
        <p:grpSpPr>
          <a:xfrm>
            <a:off x="5334000" y="3276600"/>
            <a:ext cx="3230801" cy="2933952"/>
            <a:chOff x="544283" y="1905000"/>
            <a:chExt cx="3230801" cy="29339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/>
                <p:cNvSpPr/>
                <p:nvPr/>
              </p:nvSpPr>
              <p:spPr>
                <a:xfrm>
                  <a:off x="623581" y="2971046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1" name="Rectangle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581" y="2971046"/>
                  <a:ext cx="1043877" cy="43411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Rectangle 111"/>
                <p:cNvSpPr/>
                <p:nvPr/>
              </p:nvSpPr>
              <p:spPr>
                <a:xfrm>
                  <a:off x="2576778" y="2980113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2" name="Rectangle 1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6778" y="2980113"/>
                  <a:ext cx="1043877" cy="43411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112"/>
                <p:cNvSpPr/>
                <p:nvPr/>
              </p:nvSpPr>
              <p:spPr>
                <a:xfrm>
                  <a:off x="1507752" y="1905000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3" name="Rectangle 1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7752" y="1905000"/>
                  <a:ext cx="1043877" cy="434114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Elbow Connector 113"/>
            <p:cNvCxnSpPr/>
            <p:nvPr/>
          </p:nvCxnSpPr>
          <p:spPr>
            <a:xfrm rot="10800000" flipH="1" flipV="1">
              <a:off x="580055" y="3181738"/>
              <a:ext cx="62219" cy="12297"/>
            </a:xfrm>
            <a:prstGeom prst="bentConnector3">
              <a:avLst>
                <a:gd name="adj1" fmla="val -367412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hape 14"/>
            <p:cNvCxnSpPr>
              <a:stCxn id="113" idx="1"/>
              <a:endCxn id="111" idx="0"/>
            </p:cNvCxnSpPr>
            <p:nvPr/>
          </p:nvCxnSpPr>
          <p:spPr>
            <a:xfrm rot="10800000" flipV="1">
              <a:off x="1145520" y="2122056"/>
              <a:ext cx="362232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hape 21"/>
            <p:cNvCxnSpPr>
              <a:stCxn id="111" idx="3"/>
              <a:endCxn id="113" idx="2"/>
            </p:cNvCxnSpPr>
            <p:nvPr/>
          </p:nvCxnSpPr>
          <p:spPr>
            <a:xfrm flipV="1">
              <a:off x="1667458" y="2339114"/>
              <a:ext cx="182880" cy="848989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/>
                <p:cNvSpPr txBox="1"/>
                <p:nvPr/>
              </p:nvSpPr>
              <p:spPr>
                <a:xfrm>
                  <a:off x="544283" y="3414227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7" name="TextBox 1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283" y="3414227"/>
                  <a:ext cx="650884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hape 14"/>
            <p:cNvCxnSpPr>
              <a:stCxn id="113" idx="3"/>
              <a:endCxn id="112" idx="0"/>
            </p:cNvCxnSpPr>
            <p:nvPr/>
          </p:nvCxnSpPr>
          <p:spPr>
            <a:xfrm>
              <a:off x="2551629" y="2122057"/>
              <a:ext cx="547088" cy="858056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hape 21"/>
            <p:cNvCxnSpPr>
              <a:cxnSpLocks/>
              <a:stCxn id="112" idx="1"/>
            </p:cNvCxnSpPr>
            <p:nvPr/>
          </p:nvCxnSpPr>
          <p:spPr>
            <a:xfrm rot="10800000">
              <a:off x="2248676" y="2362200"/>
              <a:ext cx="328102" cy="834970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TextBox 120"/>
                <p:cNvSpPr txBox="1"/>
                <p:nvPr/>
              </p:nvSpPr>
              <p:spPr>
                <a:xfrm>
                  <a:off x="2248676" y="2362200"/>
                  <a:ext cx="65620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1" name="TextBox 1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676" y="2362200"/>
                  <a:ext cx="656205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Box 121"/>
                <p:cNvSpPr txBox="1"/>
                <p:nvPr/>
              </p:nvSpPr>
              <p:spPr>
                <a:xfrm>
                  <a:off x="3124200" y="3429000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2" name="TextBox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4200" y="3429000"/>
                  <a:ext cx="650884" cy="369332"/>
                </a:xfrm>
                <a:prstGeom prst="rect">
                  <a:avLst/>
                </a:prstGeom>
                <a:blipFill>
                  <a:blip r:embed="rId2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/>
                <p:cNvSpPr/>
                <p:nvPr/>
              </p:nvSpPr>
              <p:spPr>
                <a:xfrm>
                  <a:off x="1798246" y="4011666"/>
                  <a:ext cx="1043877" cy="434114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2400" baseline="-250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5" name="Rectangle 1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246" y="4011666"/>
                  <a:ext cx="1043877" cy="434114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hape 14"/>
            <p:cNvCxnSpPr>
              <a:stCxn id="112" idx="2"/>
              <a:endCxn id="125" idx="3"/>
            </p:cNvCxnSpPr>
            <p:nvPr/>
          </p:nvCxnSpPr>
          <p:spPr>
            <a:xfrm rot="5400000">
              <a:off x="2563172" y="3693178"/>
              <a:ext cx="814496" cy="256594"/>
            </a:xfrm>
            <a:prstGeom prst="bentConnector2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Elbow Connector 128"/>
            <p:cNvCxnSpPr>
              <a:stCxn id="125" idx="0"/>
              <a:endCxn id="113" idx="2"/>
            </p:cNvCxnSpPr>
            <p:nvPr/>
          </p:nvCxnSpPr>
          <p:spPr>
            <a:xfrm rot="16200000" flipV="1">
              <a:off x="1338662" y="3030143"/>
              <a:ext cx="1672552" cy="290494"/>
            </a:xfrm>
            <a:prstGeom prst="bentConnector3">
              <a:avLst>
                <a:gd name="adj1" fmla="val 28006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Box 131"/>
                <p:cNvSpPr txBox="1"/>
                <p:nvPr/>
              </p:nvSpPr>
              <p:spPr>
                <a:xfrm>
                  <a:off x="2514020" y="4469620"/>
                  <a:ext cx="65620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32" name="TextBox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020" y="4469620"/>
                  <a:ext cx="65620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14" y="373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להרכבה של אוטומט ומערכת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341246" y="1958114"/>
                <a:ext cx="1043877" cy="43411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𝑟</m:t>
                      </m:r>
                    </m:oMath>
                  </m:oMathPara>
                </a14:m>
                <a:endParaRPr lang="he-IL" sz="2400" baseline="-25000">
                  <a:latin typeface="cmmi1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246" y="1958114"/>
                <a:ext cx="1043877" cy="4341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23581" y="2971046"/>
                <a:ext cx="1043877" cy="43411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he-IL" sz="2400" baseline="-25000">
                  <a:latin typeface="cmmi1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81" y="2971046"/>
                <a:ext cx="1043877" cy="434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85123" y="2971046"/>
                <a:ext cx="1043877" cy="43411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𝑟𝑦</m:t>
                      </m:r>
                    </m:oMath>
                  </m:oMathPara>
                </a14:m>
                <a:endParaRPr lang="he-IL" sz="2400" baseline="-25000">
                  <a:latin typeface="cmmi1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123" y="2971046"/>
                <a:ext cx="1043877" cy="434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406489" y="3983978"/>
                <a:ext cx="1043877" cy="434114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he-IL" sz="2400" baseline="-25000">
                  <a:latin typeface="cmmi1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489" y="3983978"/>
                <a:ext cx="1043877" cy="4341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/>
          <p:cNvCxnSpPr/>
          <p:nvPr/>
        </p:nvCxnSpPr>
        <p:spPr>
          <a:xfrm rot="5400000">
            <a:off x="1928353" y="4418166"/>
            <a:ext cx="1508" cy="1360"/>
          </a:xfrm>
          <a:prstGeom prst="bentConnector3">
            <a:avLst>
              <a:gd name="adj1" fmla="val 24792199"/>
            </a:avLst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hape 14"/>
          <p:cNvCxnSpPr/>
          <p:nvPr/>
        </p:nvCxnSpPr>
        <p:spPr>
          <a:xfrm rot="10800000">
            <a:off x="1145519" y="3405160"/>
            <a:ext cx="260969" cy="795875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hape 15"/>
          <p:cNvCxnSpPr/>
          <p:nvPr/>
        </p:nvCxnSpPr>
        <p:spPr>
          <a:xfrm rot="5400000" flipH="1" flipV="1">
            <a:off x="845445" y="2475245"/>
            <a:ext cx="795875" cy="195727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hape 18"/>
          <p:cNvCxnSpPr/>
          <p:nvPr/>
        </p:nvCxnSpPr>
        <p:spPr>
          <a:xfrm>
            <a:off x="2385123" y="2175171"/>
            <a:ext cx="521938" cy="795875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hape 21"/>
          <p:cNvCxnSpPr/>
          <p:nvPr/>
        </p:nvCxnSpPr>
        <p:spPr>
          <a:xfrm rot="5400000">
            <a:off x="2280776" y="3574750"/>
            <a:ext cx="795875" cy="456696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73324" y="1524000"/>
                <a:ext cx="76905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𝑟𝑒𝑑</m:t>
                    </m:r>
                  </m:oMath>
                </a14:m>
                <a:r>
                  <a:rPr lang="en-US"/>
                  <a:t>}</a:t>
                </a:r>
                <a:endParaRPr lang="he-IL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24" y="1524000"/>
                <a:ext cx="769057" cy="369332"/>
              </a:xfrm>
              <a:prstGeom prst="rect">
                <a:avLst/>
              </a:prstGeom>
              <a:blipFill>
                <a:blip r:embed="rId6"/>
                <a:stretch>
                  <a:fillRect t="-8197" r="-793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1630" y="2621871"/>
                <a:ext cx="109388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𝑦𝑒𝑙𝑙𝑜𝑤</m:t>
                    </m:r>
                  </m:oMath>
                </a14:m>
                <a:r>
                  <a:rPr lang="en-US"/>
                  <a:t>}</a:t>
                </a:r>
                <a:endParaRPr lang="he-IL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0" y="2621871"/>
                <a:ext cx="1093889" cy="369332"/>
              </a:xfrm>
              <a:prstGeom prst="rect">
                <a:avLst/>
              </a:prstGeom>
              <a:blipFill>
                <a:blip r:embed="rId7"/>
                <a:stretch>
                  <a:fillRect t="-8197" r="-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50365" y="262036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cmsy1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65" y="2620363"/>
                <a:ext cx="428322" cy="369332"/>
              </a:xfrm>
              <a:prstGeom prst="rect">
                <a:avLst/>
              </a:prstGeom>
              <a:blipFill>
                <a:blip r:embed="rId8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536973" y="3622217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cmsy1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973" y="3622217"/>
                <a:ext cx="428322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352800" y="6096000"/>
                <a:ext cx="1219200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𝑞</m:t>
                      </m:r>
                      <m:r>
                        <a:rPr lang="en-US" i="1" baseline="-25000" dirty="0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 sz="2400">
                  <a:latin typeface="cmsy1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6096000"/>
                <a:ext cx="12192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3352800" y="4838700"/>
                <a:ext cx="1219200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err="1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𝑔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𝑞</m:t>
                      </m:r>
                      <m:r>
                        <a:rPr lang="en-US" i="1" baseline="-25000" dirty="0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he-IL" sz="2400">
                  <a:latin typeface="cmsy10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4838700"/>
                <a:ext cx="12192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5448300" y="4838700"/>
                <a:ext cx="1219200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𝑟𝑦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𝑞</m:t>
                      </m:r>
                      <m:r>
                        <a:rPr lang="en-US" i="1" baseline="-25000" dirty="0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he-IL" sz="2400">
                  <a:latin typeface="cmsy10"/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4838700"/>
                <a:ext cx="1219200" cy="457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448300" y="6096000"/>
                <a:ext cx="1219200" cy="4572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𝑠</m:t>
                      </m:r>
                      <m:r>
                        <a:rPr lang="en-US" sz="2400" i="1" baseline="-25000" dirty="0" err="1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, </m:t>
                      </m:r>
                      <m:r>
                        <a:rPr lang="en-US" i="1" dirty="0" smtClean="0">
                          <a:latin typeface="Cambria Math"/>
                        </a:rPr>
                        <m:t>𝑞</m:t>
                      </m:r>
                      <m:r>
                        <a:rPr lang="en-US" i="1" baseline="-25000" dirty="0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he-IL" sz="2400">
                  <a:latin typeface="cmsy10"/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300" y="6096000"/>
                <a:ext cx="121920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Elbow Connector 41"/>
          <p:cNvCxnSpPr/>
          <p:nvPr/>
        </p:nvCxnSpPr>
        <p:spPr>
          <a:xfrm rot="10800000">
            <a:off x="3352800" y="5067300"/>
            <a:ext cx="1588" cy="1588"/>
          </a:xfrm>
          <a:prstGeom prst="bentConnector3">
            <a:avLst>
              <a:gd name="adj1" fmla="val 22392954"/>
            </a:avLst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rot="10800000">
            <a:off x="4572000" y="5067300"/>
            <a:ext cx="8763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rot="5400000" flipH="1" flipV="1">
            <a:off x="5657850" y="5695950"/>
            <a:ext cx="8001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4572000" y="6324600"/>
            <a:ext cx="8763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5400000">
            <a:off x="3562350" y="5695950"/>
            <a:ext cx="8001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4505893" y="2514600"/>
                <a:ext cx="533400" cy="5334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893" y="2514600"/>
                <a:ext cx="533400" cy="5334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6258493" y="2491273"/>
                <a:ext cx="533400" cy="5334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493" y="2491273"/>
                <a:ext cx="533400" cy="533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/>
              <p:cNvSpPr/>
              <p:nvPr/>
            </p:nvSpPr>
            <p:spPr>
              <a:xfrm>
                <a:off x="8201593" y="2481148"/>
                <a:ext cx="533400" cy="533400"/>
              </a:xfrm>
              <a:prstGeom prst="ellipse">
                <a:avLst/>
              </a:prstGeom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31" name="Oval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593" y="2481148"/>
                <a:ext cx="533400" cy="5334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  <a:ln w="190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Elbow Connector 11"/>
          <p:cNvCxnSpPr>
            <a:stCxn id="5" idx="0"/>
            <a:endCxn id="30" idx="0"/>
          </p:cNvCxnSpPr>
          <p:nvPr/>
        </p:nvCxnSpPr>
        <p:spPr>
          <a:xfrm rot="5400000" flipH="1" flipV="1">
            <a:off x="5637230" y="1626637"/>
            <a:ext cx="23327" cy="1752600"/>
          </a:xfrm>
          <a:prstGeom prst="curvedConnector3">
            <a:avLst>
              <a:gd name="adj1" fmla="val 1079980"/>
            </a:avLst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648200" y="1897619"/>
                <a:ext cx="18489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897619"/>
                <a:ext cx="1848986" cy="369332"/>
              </a:xfrm>
              <a:prstGeom prst="rect">
                <a:avLst/>
              </a:prstGeom>
              <a:blipFill>
                <a:blip r:embed="rId17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/>
          <p:cNvCxnSpPr>
            <a:stCxn id="30" idx="4"/>
            <a:endCxn id="5" idx="4"/>
          </p:cNvCxnSpPr>
          <p:nvPr/>
        </p:nvCxnSpPr>
        <p:spPr>
          <a:xfrm rot="5400000">
            <a:off x="5637230" y="2160036"/>
            <a:ext cx="23327" cy="1752600"/>
          </a:xfrm>
          <a:prstGeom prst="curvedConnector3">
            <a:avLst>
              <a:gd name="adj1" fmla="val 1079980"/>
            </a:avLst>
          </a:prstGeom>
          <a:ln w="19050"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28014" y="3276600"/>
                <a:ext cx="18489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014" y="3276600"/>
                <a:ext cx="1848986" cy="369332"/>
              </a:xfrm>
              <a:prstGeom prst="rect">
                <a:avLst/>
              </a:prstGeom>
              <a:blipFill>
                <a:blip r:embed="rId1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Elbow Connector 42"/>
          <p:cNvCxnSpPr>
            <a:stCxn id="5" idx="3"/>
            <a:endCxn id="5" idx="2"/>
          </p:cNvCxnSpPr>
          <p:nvPr/>
        </p:nvCxnSpPr>
        <p:spPr>
          <a:xfrm rot="5400000" flipH="1">
            <a:off x="4450658" y="2836536"/>
            <a:ext cx="188585" cy="78115"/>
          </a:xfrm>
          <a:prstGeom prst="curvedConnector4">
            <a:avLst>
              <a:gd name="adj1" fmla="val -112132"/>
              <a:gd name="adj2" fmla="val 392645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777668" y="3154919"/>
                <a:ext cx="102361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668" y="3154919"/>
                <a:ext cx="1023615" cy="369332"/>
              </a:xfrm>
              <a:prstGeom prst="rect">
                <a:avLst/>
              </a:prstGeom>
              <a:blipFill>
                <a:blip r:embed="rId1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Elbow Connector 47"/>
          <p:cNvCxnSpPr/>
          <p:nvPr/>
        </p:nvCxnSpPr>
        <p:spPr>
          <a:xfrm rot="16200000" flipH="1">
            <a:off x="6613774" y="2470342"/>
            <a:ext cx="89540" cy="171657"/>
          </a:xfrm>
          <a:prstGeom prst="curvedConnector4">
            <a:avLst>
              <a:gd name="adj1" fmla="val -255305"/>
              <a:gd name="adj2" fmla="val 172014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066891" y="2362291"/>
                <a:ext cx="113184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6891" y="2362291"/>
                <a:ext cx="1131848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Elbow Connector 46"/>
          <p:cNvCxnSpPr>
            <a:stCxn id="30" idx="6"/>
            <a:endCxn id="31" idx="2"/>
          </p:cNvCxnSpPr>
          <p:nvPr/>
        </p:nvCxnSpPr>
        <p:spPr>
          <a:xfrm flipV="1">
            <a:off x="6791893" y="2747848"/>
            <a:ext cx="1409700" cy="1012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0" name="Straight Arrow Connector 49"/>
          <p:cNvCxnSpPr>
            <a:endCxn id="30" idx="2"/>
          </p:cNvCxnSpPr>
          <p:nvPr/>
        </p:nvCxnSpPr>
        <p:spPr>
          <a:xfrm>
            <a:off x="5953693" y="2752347"/>
            <a:ext cx="304800" cy="562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513164" y="1939879"/>
                <a:ext cx="18489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𝑦𝑒𝑙𝑙𝑜𝑤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164" y="1939879"/>
                <a:ext cx="1848986" cy="369332"/>
              </a:xfrm>
              <a:prstGeom prst="rect">
                <a:avLst/>
              </a:prstGeom>
              <a:blipFill>
                <a:blip r:embed="rId2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/>
          <p:cNvSpPr/>
          <p:nvPr/>
        </p:nvSpPr>
        <p:spPr>
          <a:xfrm>
            <a:off x="8283986" y="2560056"/>
            <a:ext cx="365760" cy="365760"/>
          </a:xfrm>
          <a:prstGeom prst="ellipse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indent="-20638" algn="r" rtl="0"/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836008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 המרכזית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𝑇𝑆</m:t>
                    </m:r>
                    <m:r>
                      <a:rPr lang="he-IL" b="0" i="1" smtClean="0">
                        <a:latin typeface="Cambria Math"/>
                      </a:rPr>
                      <m:t>×</m:t>
                    </m:r>
                    <m:r>
                      <a:rPr lang="en-US" b="0" i="1" smtClean="0">
                        <a:latin typeface="Cambria Math"/>
                      </a:rPr>
                      <m:t>𝒜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524000"/>
                <a:ext cx="8458200" cy="48768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,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,…,〈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/>
                        </a:rPr>
                        <m:t>〉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endParaRPr lang="en-US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הוא מקטע מסלול התחלתי של המערכת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he-IL" b="0" i="1" smtClean="0">
                        <a:solidFill>
                          <a:srgbClr val="0000FF"/>
                        </a:solidFill>
                        <a:latin typeface="Cambria Math"/>
                      </a:rPr>
                      <m:t>×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endParaRPr lang="en-US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sz="39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</a:p>
              <a:p>
                <a:pPr marL="0" indent="0" algn="ctr"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מקטע מסלול התחלתי של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</m:oMath>
                </a14:m>
                <a:endParaRPr lang="he-IL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וקיים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:br>
                  <a:rPr lang="en-US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</m:groupCh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)</m:t>
                        </m:r>
                      </m:e>
                    </m:groupCh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⋯</m:t>
                    </m:r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"/>
                                  </m:r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groupCh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br>
                  <a:rPr lang="en-US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buNone/>
                </a:pP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ריצה של האוטומט</a:t>
                </a:r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524000"/>
                <a:ext cx="8458200" cy="48768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227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מצבים סופניים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295400"/>
                <a:ext cx="7848600" cy="45720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למרות שאין ל-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מצבים סופניים, ל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יכולים להיות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זה יכול לקרות רק אם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𝛿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∅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</m:t>
                    </m:r>
                    <m:r>
                      <a:rPr lang="en-US" b="0" i="1" dirty="0" smtClean="0">
                        <a:latin typeface="Cambria Math"/>
                      </a:rPr>
                      <m:t>⊆</m:t>
                    </m:r>
                    <m:r>
                      <a:rPr lang="en-US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כלשהי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 שקיבלנו אוטומט עם מצב נגיש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𝛿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/>
                          </a:rPr>
                          <m:t>𝑞</m:t>
                        </m:r>
                        <m:r>
                          <a:rPr lang="en-US" i="1" dirty="0" err="1">
                            <a:latin typeface="Cambria Math"/>
                          </a:rPr>
                          <m:t>,</m:t>
                        </m:r>
                        <m:r>
                          <a:rPr lang="en-US" i="1" dirty="0" err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∅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נבנה אוטומט שקול: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נמציא "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מלכודת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 חדש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𝑞</m:t>
                    </m:r>
                    <m:r>
                      <a:rPr lang="en-US" i="1" baseline="-25000" dirty="0" smtClean="0">
                        <a:latin typeface="Cambria Math"/>
                      </a:rPr>
                      <m:t>𝑡𝑟𝑎𝑝</m:t>
                    </m:r>
                  </m:oMath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בכל פעם ש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𝛿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/>
                          </a:rPr>
                          <m:t>𝑞</m:t>
                        </m:r>
                        <m:r>
                          <a:rPr lang="en-US" i="1" dirty="0" err="1">
                            <a:latin typeface="Cambria Math"/>
                          </a:rPr>
                          <m:t>,</m:t>
                        </m:r>
                        <m:r>
                          <a:rPr lang="en-US" i="1" dirty="0" err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 dirty="0">
                        <a:latin typeface="Cambria Math"/>
                      </a:rPr>
                      <m:t>=</m:t>
                    </m:r>
                    <m:r>
                      <a:rPr lang="en-US" i="1" dirty="0">
                        <a:latin typeface="Cambria Math"/>
                      </a:rPr>
                      <m:t>∅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נהפוך את המעבר להיות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𝛿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i="1" baseline="-25000" dirty="0" err="1" smtClean="0">
                            <a:latin typeface="Cambria Math"/>
                          </a:rPr>
                          <m:t>𝑡𝑟𝑎𝑝</m:t>
                        </m:r>
                      </m:e>
                    </m:d>
                  </m:oMath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נקבע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𝛿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i="1" baseline="-25000" dirty="0" err="1" smtClean="0">
                            <a:latin typeface="Cambria Math"/>
                          </a:rPr>
                          <m:t>𝑡𝑟𝑎𝑝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,</m:t>
                        </m:r>
                        <m:r>
                          <a:rPr lang="en-US" i="1" dirty="0" err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/>
                          </a:rPr>
                          <m:t>𝑞</m:t>
                        </m:r>
                        <m:r>
                          <a:rPr lang="en-US" i="1" baseline="-25000" dirty="0" err="1" smtClean="0">
                            <a:latin typeface="Cambria Math"/>
                          </a:rPr>
                          <m:t>𝑡𝑟𝑎𝑝</m:t>
                        </m:r>
                      </m:e>
                    </m:d>
                  </m:oMath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בשאר המקרים, פונקצית המעברים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𝛿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זהה ל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𝛿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295400"/>
                <a:ext cx="7848600" cy="4572000"/>
              </a:xfrm>
              <a:blipFill>
                <a:blip r:embed="rId2"/>
                <a:stretch>
                  <a:fillRect r="-855" b="-2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2900" y="5867400"/>
                <a:ext cx="8343900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מסקנה: </a:t>
                </a: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אפשר להניח, בלי הגבלת הכלליות, שאין ל-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×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מצבים סופניים</a:t>
                </a: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5867400"/>
                <a:ext cx="834390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40" y="-76200"/>
            <a:ext cx="8660674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אימות תכונות בטיחות 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02399" y="6858000"/>
            <a:ext cx="2759529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21919" y="152400"/>
            <a:ext cx="509451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19" y="1420586"/>
                <a:ext cx="8991602" cy="51054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 sz="23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</a:t>
                </a:r>
                <a:r>
                  <a:rPr lang="he-IL" sz="23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סופית </a:t>
                </a:r>
                <a14:m>
                  <m:oMath xmlns:m="http://schemas.openxmlformats.org/officeDocument/2006/math">
                    <m:r>
                      <a:rPr lang="en-US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a:rPr lang="he-IL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𝐴𝑃</m:t>
                    </m:r>
                  </m:oMath>
                </a14:m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בלי מצבים ללא מוצא</a:t>
                </a:r>
                <a:endParaRPr lang="en-US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רגולרית </a:t>
                </a:r>
                <a14:m>
                  <m:oMath xmlns:m="http://schemas.openxmlformats.org/officeDocument/2006/math">
                    <m:r>
                      <a:rPr lang="he-IL" sz="23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sz="23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he-IL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/>
                      </a:rPr>
                      <m:t>𝒜</m:t>
                    </m:r>
                    <m:r>
                      <a:rPr lang="he-IL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=⟨</m:t>
                    </m:r>
                    <m:r>
                      <m:rPr>
                        <m:sty m:val="p"/>
                      </m:rPr>
                      <a:rPr lang="en-US" sz="2300" b="0" i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300" b="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300" b="0" i="1" dirty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3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3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3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𝑄</m:t>
                        </m:r>
                      </m:e>
                      <m:sub>
                        <m:r>
                          <a:rPr lang="he-IL" sz="23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r>
                      <a:rPr lang="en-US" sz="23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∩</m:t>
                    </m:r>
                    <m:r>
                      <a:rPr lang="en-US" sz="23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𝐹</m:t>
                    </m:r>
                    <m:r>
                      <a:rPr lang="en-US" sz="23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3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∅</m:t>
                    </m:r>
                  </m:oMath>
                </a14:m>
                <a:r>
                  <a:rPr lang="en-US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23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3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sz="23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3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3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𝑎𝑑𝑃𝑟𝑒𝑓</m:t>
                    </m:r>
                    <m:d>
                      <m:dPr>
                        <m:ctrlPr>
                          <a:rPr lang="en-US" sz="23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</m:t>
                        </m:r>
                      </m:e>
                    </m:d>
                  </m:oMath>
                </a14:m>
                <a:endParaRPr lang="en-US" sz="23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800"/>
                  </a:spcBef>
                  <a:buNone/>
                </a:pPr>
                <a:r>
                  <a:rPr lang="he-IL" sz="23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האמירות הבאות שקולות</a:t>
                </a:r>
                <a:r>
                  <a:rPr lang="he-IL" sz="23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:r>
                  <a:rPr lang="en-US" sz="23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/>
                      </a:rPr>
                      <m:t>𝑇𝑆</m:t>
                    </m:r>
                    <m:r>
                      <a:rPr lang="en-US" sz="2300" b="0" i="1" dirty="0" smtClean="0">
                        <a:latin typeface="Cambria Math"/>
                      </a:rPr>
                      <m:t>⊨</m:t>
                    </m:r>
                    <m:r>
                      <a:rPr lang="en-US" sz="2300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sz="23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:r>
                  <a:rPr lang="en-US" sz="23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sz="2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0" i="1" dirty="0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300" b="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fin</m:t>
                        </m:r>
                      </m:sub>
                    </m:sSub>
                    <m:r>
                      <a:rPr lang="en-US" sz="2300" b="0" i="1" dirty="0" smtClean="0">
                        <a:latin typeface="Cambria Math"/>
                      </a:rPr>
                      <m:t>(</m:t>
                    </m:r>
                    <m:r>
                      <a:rPr lang="en-US" sz="2300" b="0" i="1" dirty="0" smtClean="0">
                        <a:latin typeface="Cambria Math"/>
                      </a:rPr>
                      <m:t>𝑇𝑆</m:t>
                    </m:r>
                    <m:r>
                      <a:rPr lang="en-US" sz="2300" b="0" i="1" dirty="0" smtClean="0">
                        <a:latin typeface="Cambria Math"/>
                      </a:rPr>
                      <m:t>)∩</m:t>
                    </m:r>
                    <m:r>
                      <a:rPr lang="en-US" sz="2300" b="0" i="1" dirty="0" smtClean="0">
                        <a:latin typeface="Cambria Math"/>
                      </a:rPr>
                      <m:t>ℒ</m:t>
                    </m:r>
                    <m:d>
                      <m:dPr>
                        <m:ctrlPr>
                          <a:rPr lang="en-US" sz="23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dirty="0" smtClean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sz="2300" b="0" i="1" dirty="0" smtClean="0">
                        <a:latin typeface="Cambria Math"/>
                      </a:rPr>
                      <m:t>=</m:t>
                    </m:r>
                    <m:r>
                      <a:rPr lang="en-US" sz="2300" b="0" i="1" dirty="0" smtClean="0">
                        <a:latin typeface="Cambria Math"/>
                      </a:rPr>
                      <m:t>∅</m:t>
                    </m:r>
                  </m:oMath>
                </a14:m>
                <a:endParaRPr lang="en-US" sz="23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:r>
                  <a:rPr lang="en-US" sz="23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/>
                      </a:rPr>
                      <m:t>𝑇𝑆</m:t>
                    </m:r>
                    <m:r>
                      <a:rPr lang="en-US" sz="2300" b="0" i="1" smtClean="0">
                        <a:latin typeface="Cambria Math"/>
                      </a:rPr>
                      <m:t>×</m:t>
                    </m:r>
                    <m:r>
                      <a:rPr lang="en-US" sz="2300" b="0" i="1" smtClean="0">
                        <a:latin typeface="Cambria Math"/>
                      </a:rPr>
                      <m:t>𝒜</m:t>
                    </m:r>
                    <m:r>
                      <a:rPr lang="en-US" sz="2300" b="0" i="1" smtClean="0">
                        <a:latin typeface="Cambria Math"/>
                      </a:rPr>
                      <m:t>⊨{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23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19" y="1420586"/>
                <a:ext cx="8991602" cy="5105400"/>
              </a:xfrm>
              <a:blipFill>
                <a:blip r:embed="rId2"/>
                <a:stretch>
                  <a:fillRect t="-835" r="-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98DA9CA-E6CD-E357-CD54-33D28D4C4D14}"/>
              </a:ext>
            </a:extLst>
          </p:cNvPr>
          <p:cNvGrpSpPr/>
          <p:nvPr/>
        </p:nvGrpSpPr>
        <p:grpSpPr>
          <a:xfrm>
            <a:off x="5462107" y="4112374"/>
            <a:ext cx="3624255" cy="2642990"/>
            <a:chOff x="5462107" y="4112374"/>
            <a:chExt cx="3624255" cy="2642990"/>
          </a:xfrm>
        </p:grpSpPr>
        <p:pic>
          <p:nvPicPr>
            <p:cNvPr id="1026" name="Picture 2" descr="Generated image">
              <a:extLst>
                <a:ext uri="{FF2B5EF4-FFF2-40B4-BE49-F238E27FC236}">
                  <a16:creationId xmlns:a16="http://schemas.microsoft.com/office/drawing/2014/main" id="{7A0B72DA-B274-DA5A-421A-C0DE46D498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9961" b="97559" l="9961" r="94238">
                          <a14:foregroundMark x1="57031" y1="80566" x2="56641" y2="54688"/>
                          <a14:foregroundMark x1="56641" y1="54688" x2="66211" y2="32227"/>
                          <a14:foregroundMark x1="66211" y1="32227" x2="80762" y2="45703"/>
                          <a14:foregroundMark x1="68848" y1="59570" x2="78027" y2="42188"/>
                          <a14:foregroundMark x1="70898" y1="72656" x2="93164" y2="87598"/>
                          <a14:foregroundMark x1="93164" y1="87598" x2="72559" y2="96582"/>
                          <a14:foregroundMark x1="72559" y1="96582" x2="28906" y2="97559"/>
                          <a14:foregroundMark x1="65332" y1="64746" x2="74805" y2="77344"/>
                          <a14:foregroundMark x1="64941" y1="62695" x2="64551" y2="75391"/>
                          <a14:foregroundMark x1="75977" y1="55566" x2="79199" y2="52051"/>
                          <a14:foregroundMark x1="94238" y1="76172" x2="93066" y2="91602"/>
                          <a14:foregroundMark x1="52246" y1="41797" x2="59375" y2="42578"/>
                          <a14:foregroundMark x1="49902" y1="42578" x2="51074" y2="4013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9154" y="4468156"/>
              <a:ext cx="2287208" cy="22872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hought Bubble: Cloud 8">
              <a:extLst>
                <a:ext uri="{FF2B5EF4-FFF2-40B4-BE49-F238E27FC236}">
                  <a16:creationId xmlns:a16="http://schemas.microsoft.com/office/drawing/2014/main" id="{F65B9C3C-5A1C-B907-B91B-174E9FFDFC2A}"/>
                </a:ext>
              </a:extLst>
            </p:cNvPr>
            <p:cNvSpPr/>
            <p:nvPr/>
          </p:nvSpPr>
          <p:spPr>
            <a:xfrm>
              <a:off x="5462107" y="4112374"/>
              <a:ext cx="2674093" cy="608929"/>
            </a:xfrm>
            <a:prstGeom prst="cloudCallout">
              <a:avLst>
                <a:gd name="adj1" fmla="val 53916"/>
                <a:gd name="adj2" fmla="val 69115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he-IL" sz="1100" dirty="0">
                  <a:latin typeface="Gisha" panose="020B0502040204020203" pitchFamily="34" charset="-79"/>
                  <a:cs typeface="Gisha" panose="020B0502040204020203" pitchFamily="34" charset="-79"/>
                </a:rPr>
                <a:t>האם זה יעבוד גם אם האוטומט לא דטרמיניסטי?</a:t>
              </a:r>
              <a:endParaRPr lang="en-US" sz="1100" dirty="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09600" y="1527149"/>
            <a:ext cx="5105400" cy="3778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74320" lvl="0" indent="-274320" algn="ctr" rtl="0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en-US">
                <a:solidFill>
                  <a:prstClr val="black"/>
                </a:solidFill>
                <a:latin typeface="cmmi10"/>
              </a:rPr>
              <a:t>TS</a:t>
            </a:r>
            <a:r>
              <a:rPr lang="en-US">
                <a:solidFill>
                  <a:prstClr val="black"/>
                </a:solidFill>
                <a:latin typeface="Franklin Gothic Book"/>
              </a:rPr>
              <a:t> </a:t>
            </a:r>
            <a:r>
              <a:rPr lang="en-US">
                <a:solidFill>
                  <a:prstClr val="black"/>
                </a:solidFill>
                <a:latin typeface="msam10"/>
              </a:rPr>
              <a:t>²</a:t>
            </a:r>
            <a:r>
              <a:rPr lang="en-US">
                <a:solidFill>
                  <a:prstClr val="black"/>
                </a:solidFill>
                <a:latin typeface="Franklin Gothic Book"/>
              </a:rPr>
              <a:t> </a:t>
            </a:r>
            <a:r>
              <a:rPr lang="en-US" err="1">
                <a:solidFill>
                  <a:prstClr val="black"/>
                </a:solidFill>
                <a:latin typeface="cmmi10"/>
              </a:rPr>
              <a:t>P</a:t>
            </a:r>
            <a:r>
              <a:rPr lang="en-US" baseline="-25000" err="1">
                <a:solidFill>
                  <a:prstClr val="black"/>
                </a:solidFill>
                <a:latin typeface="Franklin Gothic Book"/>
              </a:rPr>
              <a:t>safe</a:t>
            </a:r>
            <a:r>
              <a:rPr lang="en-US" baseline="-25000">
                <a:solidFill>
                  <a:prstClr val="black"/>
                </a:solidFill>
                <a:latin typeface="Franklin Gothic Book"/>
              </a:rPr>
              <a:t>   </a:t>
            </a:r>
            <a:r>
              <a:rPr lang="en-US">
                <a:solidFill>
                  <a:prstClr val="black"/>
                </a:solidFill>
                <a:latin typeface="cmsy10"/>
              </a:rPr>
              <a:t>,  </a:t>
            </a:r>
            <a:r>
              <a:rPr lang="en-US" err="1">
                <a:solidFill>
                  <a:prstClr val="black"/>
                </a:solidFill>
                <a:latin typeface="Franklin Gothic Book"/>
              </a:rPr>
              <a:t>Traces</a:t>
            </a:r>
            <a:r>
              <a:rPr lang="en-US" baseline="-25000" err="1">
                <a:solidFill>
                  <a:prstClr val="black"/>
                </a:solidFill>
                <a:latin typeface="Franklin Gothic Book"/>
              </a:rPr>
              <a:t>finite</a:t>
            </a:r>
            <a:r>
              <a:rPr lang="en-US">
                <a:solidFill>
                  <a:prstClr val="black"/>
                </a:solidFill>
                <a:latin typeface="cmr10"/>
              </a:rPr>
              <a:t>(</a:t>
            </a:r>
            <a:r>
              <a:rPr lang="en-US">
                <a:solidFill>
                  <a:prstClr val="black"/>
                </a:solidFill>
                <a:latin typeface="cmmi10"/>
              </a:rPr>
              <a:t>TS</a:t>
            </a:r>
            <a:r>
              <a:rPr lang="en-US">
                <a:solidFill>
                  <a:prstClr val="black"/>
                </a:solidFill>
                <a:latin typeface="cmr10"/>
              </a:rPr>
              <a:t>)</a:t>
            </a:r>
            <a:r>
              <a:rPr lang="en-US">
                <a:solidFill>
                  <a:prstClr val="black"/>
                </a:solidFill>
                <a:latin typeface="Franklin Gothic Book"/>
              </a:rPr>
              <a:t> </a:t>
            </a:r>
            <a:r>
              <a:rPr lang="en-US">
                <a:solidFill>
                  <a:prstClr val="black"/>
                </a:solidFill>
                <a:latin typeface="cmsy10"/>
              </a:rPr>
              <a:t>Å</a:t>
            </a:r>
            <a:r>
              <a:rPr lang="en-US">
                <a:solidFill>
                  <a:prstClr val="black"/>
                </a:solidFill>
                <a:latin typeface="Franklin Gothic Book"/>
              </a:rPr>
              <a:t> </a:t>
            </a:r>
            <a:r>
              <a:rPr lang="en-US" err="1">
                <a:solidFill>
                  <a:prstClr val="black"/>
                </a:solidFill>
                <a:latin typeface="Franklin Gothic Book"/>
              </a:rPr>
              <a:t>BadPref</a:t>
            </a:r>
            <a:r>
              <a:rPr lang="en-US">
                <a:solidFill>
                  <a:prstClr val="black"/>
                </a:solidFill>
                <a:latin typeface="cmr10"/>
              </a:rPr>
              <a:t>(</a:t>
            </a:r>
            <a:r>
              <a:rPr lang="en-US" err="1">
                <a:solidFill>
                  <a:prstClr val="black"/>
                </a:solidFill>
                <a:latin typeface="cmmi10"/>
              </a:rPr>
              <a:t>P</a:t>
            </a:r>
            <a:r>
              <a:rPr lang="en-US" baseline="-25000" err="1">
                <a:solidFill>
                  <a:prstClr val="black"/>
                </a:solidFill>
                <a:latin typeface="Franklin Gothic Book"/>
              </a:rPr>
              <a:t>safe</a:t>
            </a:r>
            <a:r>
              <a:rPr lang="en-US">
                <a:solidFill>
                  <a:prstClr val="black"/>
                </a:solidFill>
                <a:latin typeface="cmr10"/>
              </a:rPr>
              <a:t>)</a:t>
            </a:r>
            <a:r>
              <a:rPr lang="en-US">
                <a:solidFill>
                  <a:prstClr val="black"/>
                </a:solidFill>
                <a:latin typeface="Franklin Gothic Book"/>
              </a:rPr>
              <a:t> = </a:t>
            </a:r>
            <a:r>
              <a:rPr lang="en-US">
                <a:solidFill>
                  <a:prstClr val="black"/>
                </a:solidFill>
                <a:latin typeface="cmsy10"/>
              </a:rPr>
              <a:t>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</a:t>
            </a:r>
            <a:endParaRPr lang="he-IL" sz="1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800" smtClean="0"/>
              <a:pPr/>
              <a:t>19 מאי 25</a:t>
            </a:fld>
            <a:endParaRPr lang="he-IL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800" smtClean="0"/>
              <a:pPr/>
              <a:t>33</a:t>
            </a:fld>
            <a:endParaRPr lang="he-IL" sz="1800"/>
          </a:p>
        </p:txBody>
      </p:sp>
      <p:sp>
        <p:nvSpPr>
          <p:cNvPr id="6" name="TextBox 5"/>
          <p:cNvSpPr txBox="1"/>
          <p:nvPr/>
        </p:nvSpPr>
        <p:spPr>
          <a:xfrm>
            <a:off x="152400" y="1524000"/>
            <a:ext cx="8763000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שקילות</a:t>
            </a:r>
            <a:r>
              <a:rPr lang="he-IL"/>
              <a:t>  </a:t>
            </a:r>
            <a:r>
              <a:rPr lang="en-US"/>
              <a:t>(1)</a:t>
            </a:r>
            <a:r>
              <a:rPr lang="he-IL"/>
              <a:t> ו </a:t>
            </a:r>
            <a:r>
              <a:rPr lang="en-US"/>
              <a:t>(2)</a:t>
            </a:r>
            <a:r>
              <a:rPr lang="he-IL"/>
              <a:t>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נובעת ישירות מ-</a:t>
            </a:r>
          </a:p>
          <a:p>
            <a:endParaRPr lang="he-IL"/>
          </a:p>
          <a:p>
            <a:endParaRPr lang="he-IL"/>
          </a:p>
          <a:p>
            <a:r>
              <a:rPr lang="en-US"/>
              <a:t>(1)</a:t>
            </a:r>
            <a:r>
              <a:rPr lang="he-IL"/>
              <a:t> </a:t>
            </a:r>
            <a:r>
              <a:rPr lang="en-US">
                <a:latin typeface="cmsy10"/>
              </a:rPr>
              <a:t>(</a:t>
            </a:r>
            <a:r>
              <a:rPr lang="he-IL"/>
              <a:t> </a:t>
            </a:r>
            <a:r>
              <a:rPr lang="en-US"/>
              <a:t>(3)</a:t>
            </a:r>
            <a:r>
              <a:rPr lang="he-IL"/>
              <a:t> :   </a:t>
            </a:r>
            <a:r>
              <a:rPr lang="en-US">
                <a:latin typeface="cmmi10"/>
              </a:rPr>
              <a:t>TS</a:t>
            </a:r>
            <a:r>
              <a:rPr lang="en-US"/>
              <a:t> </a:t>
            </a:r>
            <a:r>
              <a:rPr lang="en-US">
                <a:latin typeface="msbm10"/>
              </a:rPr>
              <a:t>2</a:t>
            </a:r>
            <a:r>
              <a:rPr lang="en-US"/>
              <a:t> </a:t>
            </a:r>
            <a:r>
              <a:rPr lang="en-US" err="1">
                <a:latin typeface="cmmi10"/>
              </a:rPr>
              <a:t>P</a:t>
            </a:r>
            <a:r>
              <a:rPr lang="en-US" baseline="-25000" err="1"/>
              <a:t>safe</a:t>
            </a:r>
            <a:r>
              <a:rPr lang="he-IL" baseline="-25000"/>
              <a:t>    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גורר</a:t>
            </a:r>
            <a:r>
              <a:rPr lang="he-IL"/>
              <a:t>   </a:t>
            </a:r>
            <a:r>
              <a:rPr lang="en-US">
                <a:latin typeface="cmmi10"/>
              </a:rPr>
              <a:t>TS </a:t>
            </a:r>
            <a:r>
              <a:rPr lang="en-US">
                <a:latin typeface="cmsy10"/>
              </a:rPr>
              <a:t>£</a:t>
            </a:r>
            <a:r>
              <a:rPr lang="en-US">
                <a:latin typeface="Franklin Gothic Book"/>
              </a:rPr>
              <a:t> </a:t>
            </a:r>
            <a:r>
              <a:rPr lang="en-US">
                <a:latin typeface="cmsy10"/>
              </a:rPr>
              <a:t>A</a:t>
            </a:r>
            <a:r>
              <a:rPr lang="en-US">
                <a:latin typeface="Franklin Gothic Book"/>
              </a:rPr>
              <a:t> </a:t>
            </a:r>
            <a:r>
              <a:rPr lang="en-US">
                <a:latin typeface="msbm10"/>
              </a:rPr>
              <a:t>2</a:t>
            </a:r>
            <a:r>
              <a:rPr lang="en-US">
                <a:latin typeface="Franklin Gothic Book"/>
              </a:rPr>
              <a:t> </a:t>
            </a:r>
            <a:r>
              <a:rPr lang="en-US" err="1">
                <a:latin typeface="cmmi10"/>
              </a:rPr>
              <a:t>P</a:t>
            </a:r>
            <a:r>
              <a:rPr lang="en-US" baseline="-25000" err="1">
                <a:latin typeface="Perpetua"/>
              </a:rPr>
              <a:t>inv</a:t>
            </a:r>
            <a:r>
              <a:rPr lang="en-US" baseline="-25000">
                <a:latin typeface="Perpetua"/>
              </a:rPr>
              <a:t>(</a:t>
            </a:r>
            <a:r>
              <a:rPr lang="en-US" baseline="-25000">
                <a:latin typeface="cmsy10"/>
              </a:rPr>
              <a:t>A</a:t>
            </a:r>
            <a:r>
              <a:rPr lang="en-US" baseline="-25000">
                <a:latin typeface="Perpetua"/>
              </a:rPr>
              <a:t>)</a:t>
            </a:r>
            <a:endParaRPr lang="he-IL" baseline="-25000">
              <a:latin typeface="Perpetua"/>
            </a:endParaRPr>
          </a:p>
          <a:p>
            <a:endParaRPr lang="he-IL" baseline="-25000">
              <a:latin typeface="Perpetua"/>
            </a:endParaRPr>
          </a:p>
          <a:p>
            <a:endParaRPr lang="he-IL"/>
          </a:p>
          <a:p>
            <a:endParaRPr lang="he-IL" baseline="-25000">
              <a:latin typeface="Perpetua"/>
            </a:endParaRPr>
          </a:p>
          <a:p>
            <a:endParaRPr lang="he-IL">
              <a:latin typeface="cmsy10"/>
            </a:endParaRPr>
          </a:p>
          <a:p>
            <a:endParaRPr lang="he-IL"/>
          </a:p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57200" y="3201412"/>
                <a:ext cx="8305800" cy="258532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he-IL"/>
                  <a:t>  </a:t>
                </a:r>
                <a:r>
                  <a:rPr lang="en-US">
                    <a:latin typeface="cmmi10"/>
                  </a:rPr>
                  <a:t>TS</a:t>
                </a:r>
                <a:r>
                  <a:rPr lang="en-US"/>
                  <a:t> </a:t>
                </a:r>
                <a:r>
                  <a:rPr lang="en-US">
                    <a:latin typeface="msbm10"/>
                  </a:rPr>
                  <a:t>2</a:t>
                </a:r>
                <a:r>
                  <a:rPr lang="en-US"/>
                  <a:t> </a:t>
                </a:r>
                <a:r>
                  <a:rPr lang="en-US" err="1">
                    <a:latin typeface="cmmi10"/>
                  </a:rPr>
                  <a:t>P</a:t>
                </a:r>
                <a:r>
                  <a:rPr lang="en-US" baseline="-25000" err="1"/>
                  <a:t>safe</a:t>
                </a:r>
                <a:r>
                  <a:rPr lang="he-IL" baseline="-25000"/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 קיים מקטע מסלול סופי </a:t>
                </a:r>
                <a:r>
                  <a:rPr lang="en-US">
                    <a:latin typeface="cmmi10"/>
                  </a:rPr>
                  <a:t>¼ </a:t>
                </a:r>
                <a:r>
                  <a:rPr lang="en-US"/>
                  <a:t>= 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0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1 </a:t>
                </a:r>
                <a:r>
                  <a:rPr lang="en-US">
                    <a:latin typeface="MT Extra"/>
                    <a:sym typeface="MT Extra"/>
                  </a:rPr>
                  <a:t></a:t>
                </a:r>
                <a:r>
                  <a:rPr lang="en-US">
                    <a:latin typeface="cmmi10"/>
                  </a:rPr>
                  <a:t> </a:t>
                </a:r>
                <a:r>
                  <a:rPr lang="en-US" err="1">
                    <a:latin typeface="cmmi10"/>
                  </a:rPr>
                  <a:t>s</a:t>
                </a:r>
                <a:r>
                  <a:rPr lang="en-US" baseline="-25000" err="1">
                    <a:latin typeface="cmmi10"/>
                  </a:rPr>
                  <a:t>n</a:t>
                </a:r>
                <a:r>
                  <a:rPr lang="he-IL" baseline="-25000">
                    <a:latin typeface="cmmi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של</a:t>
                </a:r>
                <a:r>
                  <a:rPr lang="he-IL"/>
                  <a:t>  </a:t>
                </a:r>
                <a:r>
                  <a:rPr lang="en-US">
                    <a:latin typeface="cmmi10"/>
                  </a:rPr>
                  <a:t>TS</a:t>
                </a:r>
                <a:r>
                  <a:rPr lang="he-IL">
                    <a:latin typeface="cmmi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כך ש-</a:t>
                </a:r>
              </a:p>
              <a:p>
                <a:pPr algn="ctr" rtl="0">
                  <a:lnSpc>
                    <a:spcPct val="150000"/>
                  </a:lnSpc>
                </a:pPr>
                <a:r>
                  <a:rPr lang="en-US">
                    <a:latin typeface="Franklin Gothic Book"/>
                  </a:rPr>
                  <a:t>.trace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mi10"/>
                  </a:rPr>
                  <a:t>¼</a:t>
                </a:r>
                <a:r>
                  <a:rPr lang="en-US">
                    <a:latin typeface="cmr10"/>
                  </a:rPr>
                  <a:t>) = </a:t>
                </a:r>
                <a:r>
                  <a:rPr lang="en-US">
                    <a:latin typeface="cmmi10"/>
                  </a:rPr>
                  <a:t>L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0</a:t>
                </a:r>
                <a:r>
                  <a:rPr lang="en-US">
                    <a:latin typeface="cmr10"/>
                  </a:rPr>
                  <a:t>)</a:t>
                </a:r>
                <a:r>
                  <a:rPr lang="en-US">
                    <a:latin typeface="cmmi10"/>
                  </a:rPr>
                  <a:t> L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1</a:t>
                </a:r>
                <a:r>
                  <a:rPr lang="en-US">
                    <a:latin typeface="cmr10"/>
                  </a:rPr>
                  <a:t>)</a:t>
                </a:r>
                <a:r>
                  <a:rPr lang="en-US" baseline="-25000">
                    <a:latin typeface="cmr10"/>
                  </a:rPr>
                  <a:t> </a:t>
                </a:r>
                <a:r>
                  <a:rPr lang="en-US">
                    <a:latin typeface="MT Extra"/>
                    <a:sym typeface="MT Extra"/>
                  </a:rPr>
                  <a:t></a:t>
                </a:r>
                <a:r>
                  <a:rPr lang="en-US">
                    <a:latin typeface="cmmi10"/>
                  </a:rPr>
                  <a:t> L</a:t>
                </a:r>
                <a:r>
                  <a:rPr lang="en-US">
                    <a:latin typeface="cmr10"/>
                  </a:rPr>
                  <a:t>(</a:t>
                </a:r>
                <a:r>
                  <a:rPr lang="en-US" err="1">
                    <a:latin typeface="cmmi10"/>
                  </a:rPr>
                  <a:t>s</a:t>
                </a:r>
                <a:r>
                  <a:rPr lang="en-US" baseline="-25000" err="1">
                    <a:latin typeface="cmmi10"/>
                  </a:rPr>
                  <a:t>n</a:t>
                </a:r>
                <a:r>
                  <a:rPr lang="en-US">
                    <a:latin typeface="cmr10"/>
                  </a:rPr>
                  <a:t>) </a:t>
                </a:r>
                <a:r>
                  <a:rPr lang="en-US">
                    <a:latin typeface="cmsy10"/>
                  </a:rPr>
                  <a:t>2</a:t>
                </a:r>
                <a:r>
                  <a:rPr lang="en-US">
                    <a:latin typeface="cmr10"/>
                  </a:rPr>
                  <a:t> </a:t>
                </a:r>
                <a:r>
                  <a:rPr lang="en-US">
                    <a:latin typeface="cmsy10"/>
                  </a:rPr>
                  <a:t>L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sy10"/>
                  </a:rPr>
                  <a:t>A</a:t>
                </a:r>
                <a:r>
                  <a:rPr lang="en-US">
                    <a:latin typeface="cmr1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 </a:t>
                </a:r>
                <a:r>
                  <a:rPr lang="en-US">
                    <a:latin typeface="Franklin Gothic Book"/>
                  </a:rPr>
                  <a:t>trace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mi10"/>
                  </a:rPr>
                  <a:t>¼</a:t>
                </a:r>
                <a:r>
                  <a:rPr lang="en-US">
                    <a:latin typeface="cmr10"/>
                  </a:rPr>
                  <a:t>) </a:t>
                </a:r>
                <a:r>
                  <a:rPr lang="en-US">
                    <a:latin typeface="cmsy10"/>
                  </a:rPr>
                  <a:t>2</a:t>
                </a:r>
                <a:r>
                  <a:rPr lang="en-US">
                    <a:latin typeface="cmr10"/>
                  </a:rPr>
                  <a:t> </a:t>
                </a:r>
                <a:r>
                  <a:rPr lang="en-US">
                    <a:latin typeface="cmsy10"/>
                  </a:rPr>
                  <a:t>L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sy10"/>
                  </a:rPr>
                  <a:t>A</a:t>
                </a:r>
                <a:r>
                  <a:rPr lang="en-US">
                    <a:latin typeface="cmr10"/>
                  </a:rPr>
                  <a:t>)</a:t>
                </a:r>
                <a:r>
                  <a:rPr lang="he-IL">
                    <a:latin typeface="cmr10"/>
                  </a:rPr>
                  <a:t>,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קיימת ריצה מקבלת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mi10"/>
                  </a:rPr>
                  <a:t>q</a:t>
                </a:r>
                <a:r>
                  <a:rPr lang="en-US" baseline="-25000">
                    <a:latin typeface="cmr10"/>
                  </a:rPr>
                  <a:t>0</a:t>
                </a:r>
                <a:r>
                  <a:rPr lang="en-US">
                    <a:latin typeface="cmmi10"/>
                  </a:rPr>
                  <a:t>q</a:t>
                </a:r>
                <a:r>
                  <a:rPr lang="en-US" baseline="-25000">
                    <a:latin typeface="cmr10"/>
                  </a:rPr>
                  <a:t>1 </a:t>
                </a:r>
                <a:r>
                  <a:rPr lang="en-US">
                    <a:latin typeface="MT Extra"/>
                    <a:sym typeface="MT Extra"/>
                  </a:rPr>
                  <a:t></a:t>
                </a:r>
                <a:r>
                  <a:rPr lang="en-US">
                    <a:latin typeface="cmmi10"/>
                  </a:rPr>
                  <a:t> q</a:t>
                </a:r>
                <a:r>
                  <a:rPr lang="en-US" baseline="-25000">
                    <a:latin typeface="cmmi10"/>
                  </a:rPr>
                  <a:t>n</a:t>
                </a:r>
                <a:r>
                  <a:rPr lang="en-US" baseline="-25000">
                    <a:latin typeface="cmr10"/>
                  </a:rPr>
                  <a:t>+1</a:t>
                </a:r>
                <a:r>
                  <a:rPr lang="he-IL" baseline="-25000">
                    <a:latin typeface="cmr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של</a:t>
                </a:r>
                <a:r>
                  <a:rPr lang="he-IL"/>
                  <a:t>  </a:t>
                </a:r>
                <a:r>
                  <a:rPr lang="en-US">
                    <a:latin typeface="cmsy10"/>
                  </a:rPr>
                  <a:t>A</a:t>
                </a:r>
                <a:r>
                  <a:rPr lang="he-IL">
                    <a:latin typeface="cmmi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</a:t>
                </a:r>
                <a:r>
                  <a:rPr lang="he-IL">
                    <a:latin typeface="cmmi10"/>
                  </a:rPr>
                  <a:t> </a:t>
                </a:r>
                <a:r>
                  <a:rPr lang="en-US">
                    <a:latin typeface="Franklin Gothic Book"/>
                  </a:rPr>
                  <a:t>trace</a:t>
                </a:r>
                <a:r>
                  <a:rPr lang="en-US">
                    <a:latin typeface="cmr10"/>
                  </a:rPr>
                  <a:t>(</a:t>
                </a:r>
                <a:r>
                  <a:rPr lang="en-US">
                    <a:latin typeface="cmmi10"/>
                  </a:rPr>
                  <a:t>¼</a:t>
                </a:r>
                <a:r>
                  <a:rPr lang="en-US">
                    <a:latin typeface="cmr10"/>
                  </a:rPr>
                  <a:t>)</a:t>
                </a:r>
                <a:r>
                  <a:rPr lang="he-IL">
                    <a:latin typeface="cmr10"/>
                  </a:rPr>
                  <a:t>.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בפרט</a:t>
                </a:r>
                <a:r>
                  <a:rPr lang="he-IL">
                    <a:latin typeface="cmr10"/>
                  </a:rPr>
                  <a:t> </a:t>
                </a:r>
                <a:r>
                  <a:rPr lang="en-US">
                    <a:latin typeface="cmsy10"/>
                  </a:rPr>
                  <a:t>h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0</a:t>
                </a:r>
                <a:r>
                  <a:rPr lang="en-US">
                    <a:latin typeface="cmr10"/>
                  </a:rPr>
                  <a:t>,</a:t>
                </a:r>
                <a:r>
                  <a:rPr lang="en-US">
                    <a:latin typeface="cmmi10"/>
                  </a:rPr>
                  <a:t>q</a:t>
                </a:r>
                <a:r>
                  <a:rPr lang="en-US" baseline="-25000">
                    <a:latin typeface="cmr10"/>
                  </a:rPr>
                  <a:t>1</a:t>
                </a:r>
                <a:r>
                  <a:rPr lang="en-US">
                    <a:latin typeface="cmsy10"/>
                  </a:rPr>
                  <a:t>ih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1</a:t>
                </a:r>
                <a:r>
                  <a:rPr lang="en-US">
                    <a:latin typeface="cmr10"/>
                  </a:rPr>
                  <a:t>,</a:t>
                </a:r>
                <a:r>
                  <a:rPr lang="en-US">
                    <a:latin typeface="cmmi10"/>
                  </a:rPr>
                  <a:t>q</a:t>
                </a:r>
                <a:r>
                  <a:rPr lang="en-US" baseline="-25000">
                    <a:latin typeface="cmr10"/>
                  </a:rPr>
                  <a:t>2</a:t>
                </a:r>
                <a:r>
                  <a:rPr lang="en-US">
                    <a:latin typeface="cmsy10"/>
                  </a:rPr>
                  <a:t>i</a:t>
                </a:r>
                <a:r>
                  <a:rPr lang="en-US">
                    <a:latin typeface="MT Extra"/>
                    <a:sym typeface="MT Extra"/>
                  </a:rPr>
                  <a:t></a:t>
                </a:r>
                <a:r>
                  <a:rPr lang="en-US">
                    <a:latin typeface="cmsy10"/>
                  </a:rPr>
                  <a:t> h</a:t>
                </a:r>
                <a:r>
                  <a:rPr lang="en-US">
                    <a:latin typeface="cmmi10"/>
                  </a:rPr>
                  <a:t>s</a:t>
                </a:r>
                <a:r>
                  <a:rPr lang="en-US" baseline="-25000">
                    <a:latin typeface="cmr10"/>
                  </a:rPr>
                  <a:t>n</a:t>
                </a:r>
                <a:r>
                  <a:rPr lang="en-US">
                    <a:latin typeface="cmr10"/>
                  </a:rPr>
                  <a:t>,</a:t>
                </a:r>
                <a:r>
                  <a:rPr lang="en-US">
                    <a:latin typeface="cmmi10"/>
                  </a:rPr>
                  <a:t>q</a:t>
                </a:r>
                <a:r>
                  <a:rPr lang="en-US" baseline="-25000">
                    <a:latin typeface="cmmi10"/>
                  </a:rPr>
                  <a:t>n</a:t>
                </a:r>
                <a:r>
                  <a:rPr lang="en-US" baseline="-25000">
                    <a:latin typeface="cmr10"/>
                  </a:rPr>
                  <a:t>+1</a:t>
                </a:r>
                <a:r>
                  <a:rPr lang="en-US">
                    <a:latin typeface="cmsy10"/>
                  </a:rPr>
                  <a:t>i</a:t>
                </a:r>
                <a:r>
                  <a:rPr lang="he-IL">
                    <a:latin typeface="cmsy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היא ריצה התחלתית של  </a:t>
                </a:r>
                <a:r>
                  <a:rPr lang="en-US">
                    <a:latin typeface="cmmi10"/>
                  </a:rPr>
                  <a:t>TS</a:t>
                </a:r>
                <a:r>
                  <a:rPr lang="en-US">
                    <a:latin typeface="cmsy10"/>
                  </a:rPr>
                  <a:t> £ A</a:t>
                </a:r>
                <a:r>
                  <a:rPr lang="he-IL">
                    <a:latin typeface="cmsy10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עם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Gisha" panose="020B0502040204020203" pitchFamily="34" charset="-79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𝐹</m:t>
                      </m:r>
                    </m:oMath>
                  </m:oMathPara>
                </a14:m>
                <a:endParaRPr lang="en-US"/>
              </a:p>
              <a:p>
                <a:pPr>
                  <a:lnSpc>
                    <a:spcPct val="15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לכן</a:t>
                </a:r>
                <a:r>
                  <a:rPr lang="he-IL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𝑇𝑆</m:t>
                    </m:r>
                    <m:r>
                      <a:rPr lang="en-US" i="1">
                        <a:latin typeface="Cambria Math"/>
                      </a:rPr>
                      <m:t>×</m:t>
                    </m:r>
                    <m:r>
                      <a:rPr lang="en-US" i="1">
                        <a:latin typeface="Cambria Math"/>
                      </a:rPr>
                      <m:t>𝒜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endParaRPr lang="he-IL" baseline="-2500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01412"/>
                <a:ext cx="8305800" cy="258532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 (המשך)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8600" y="1143000"/>
                <a:ext cx="8763000" cy="91307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endParaRPr lang="he-IL" sz="2000" baseline="-25000">
                  <a:latin typeface="Perpetua"/>
                </a:endParaRPr>
              </a:p>
              <a:p>
                <a:r>
                  <a:rPr lang="en-US" sz="2000"/>
                  <a:t>(3)</a:t>
                </a:r>
                <a:r>
                  <a:rPr lang="he-IL" sz="2000"/>
                  <a:t> </a:t>
                </a:r>
                <a:r>
                  <a:rPr lang="en-US" sz="2000">
                    <a:latin typeface="cmsy10"/>
                  </a:rPr>
                  <a:t>(</a:t>
                </a:r>
                <a:r>
                  <a:rPr lang="he-IL" sz="2000"/>
                  <a:t> </a:t>
                </a:r>
                <a:r>
                  <a:rPr lang="en-US" sz="2000"/>
                  <a:t>(2)</a:t>
                </a:r>
                <a:r>
                  <a:rPr lang="he-IL" sz="2000"/>
                  <a:t>:  </a:t>
                </a:r>
                <a:r>
                  <a:rPr lang="en-US" sz="2000"/>
                  <a:t>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𝑇𝑆</m:t>
                    </m:r>
                    <m:r>
                      <a:rPr lang="en-US" sz="2000" i="1">
                        <a:latin typeface="Cambria Math"/>
                      </a:rPr>
                      <m:t>×</m:t>
                    </m:r>
                    <m:r>
                      <a:rPr lang="en-US" sz="2000" i="1">
                        <a:latin typeface="Cambria Math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r>
                  <a:rPr lang="he-IL" sz="2000"/>
                  <a:t>גורר   </a:t>
                </a:r>
                <a:r>
                  <a:rPr lang="en-US" sz="2000" err="1">
                    <a:latin typeface="Franklin Gothic Book"/>
                  </a:rPr>
                  <a:t>traces</a:t>
                </a:r>
                <a:r>
                  <a:rPr lang="en-US" sz="2000" baseline="-25000" err="1"/>
                  <a:t>fin</a:t>
                </a:r>
                <a:r>
                  <a:rPr lang="en-US" sz="2000">
                    <a:latin typeface="cmr10"/>
                  </a:rPr>
                  <a:t>(</a:t>
                </a:r>
                <a:r>
                  <a:rPr lang="en-US" sz="2000">
                    <a:latin typeface="cmmi10"/>
                  </a:rPr>
                  <a:t>TS</a:t>
                </a:r>
                <a:r>
                  <a:rPr lang="en-US" sz="2000">
                    <a:latin typeface="cmr10"/>
                  </a:rPr>
                  <a:t>)</a:t>
                </a:r>
                <a:r>
                  <a:rPr lang="en-US" sz="2000"/>
                  <a:t> </a:t>
                </a:r>
                <a:r>
                  <a:rPr lang="en-US" sz="2000">
                    <a:latin typeface="cmsy10"/>
                  </a:rPr>
                  <a:t>Å</a:t>
                </a:r>
                <a:r>
                  <a:rPr lang="en-US" sz="2000"/>
                  <a:t> </a:t>
                </a:r>
                <a:r>
                  <a:rPr lang="en-US" sz="2000">
                    <a:latin typeface="cmsy10"/>
                  </a:rPr>
                  <a:t>L</a:t>
                </a:r>
                <a:r>
                  <a:rPr lang="en-US" sz="2000"/>
                  <a:t>(</a:t>
                </a:r>
                <a:r>
                  <a:rPr lang="en-US" sz="2000">
                    <a:latin typeface="cmsy10"/>
                  </a:rPr>
                  <a:t>A</a:t>
                </a:r>
                <a:r>
                  <a:rPr lang="en-US" sz="2000"/>
                  <a:t>) </a:t>
                </a:r>
                <a:r>
                  <a:rPr lang="en-US" sz="2000">
                    <a:latin typeface="Symbol"/>
                    <a:sym typeface="Symbol"/>
                  </a:rPr>
                  <a:t></a:t>
                </a:r>
                <a:r>
                  <a:rPr lang="en-US" sz="2000"/>
                  <a:t> </a:t>
                </a:r>
                <a:r>
                  <a:rPr lang="en-US" sz="2000">
                    <a:latin typeface="cmsy10"/>
                  </a:rPr>
                  <a:t>;</a:t>
                </a:r>
                <a:endParaRPr lang="he-IL" sz="2000">
                  <a:latin typeface="cmsy10"/>
                </a:endParaRPr>
              </a:p>
              <a:p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143000"/>
                <a:ext cx="8763000" cy="913070"/>
              </a:xfrm>
              <a:prstGeom prst="rect">
                <a:avLst/>
              </a:prstGeom>
              <a:blipFill>
                <a:blip r:embed="rId2"/>
                <a:stretch>
                  <a:fillRect r="-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80975" y="2209800"/>
                <a:ext cx="8763000" cy="395172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𝑇𝑆</m:t>
                    </m:r>
                    <m:r>
                      <a:rPr lang="en-US" sz="2000" i="1">
                        <a:latin typeface="Cambria Math"/>
                      </a:rPr>
                      <m:t>×</m:t>
                    </m:r>
                    <m:r>
                      <a:rPr lang="en-US" sz="2000" i="1">
                        <a:latin typeface="Cambria Math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אז קיים מקטע מסלול התחלתי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〈"/>
                        <m:endChr m:val="〉"/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𝐿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"/>
                                  </m:rPr>
                                  <a:rPr lang="en-US" b="0" i="1" dirty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m:rPr>
                                    <m:brk m:alnAt="2"/>
                                  </m:rPr>
                                  <a:rPr lang="en-US" b="0" i="1" dirty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groupCh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</m:sub>
                    </m:sSub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0">
                  <a:lnSpc>
                    <a:spcPct val="20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הוא מקטע מסלול התחלתי של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 </a:t>
                </a:r>
                <a:r>
                  <a:rPr lang="he-IL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בגלל ש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〈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𝑠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〉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מצב התחלתי של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קיים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מצב התחלתי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𝑞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0</m:t>
                    </m:r>
                    <m:r>
                      <a:rPr lang="he-IL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 ש-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)</m:t>
                        </m:r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ובפרט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ריצה מקבלת עבור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𝑡𝑟𝑎𝑐𝑒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קיבלנו:</a:t>
                </a:r>
              </a:p>
              <a:p>
                <a:pPr lvl="0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𝑡𝑟𝑎𝑐𝑒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𝑓𝑖𝑛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𝑇𝑆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𝒜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∅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2209800"/>
                <a:ext cx="8763000" cy="3951723"/>
              </a:xfrm>
              <a:prstGeom prst="rect">
                <a:avLst/>
              </a:prstGeom>
              <a:blipFill>
                <a:blip r:embed="rId3"/>
                <a:stretch>
                  <a:fillRect r="-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0628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05000" y="2743200"/>
            <a:ext cx="5791200" cy="3505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איך מייצרים דוגמאות נגדיות?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35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68867" y="1540933"/>
            <a:ext cx="7924800" cy="4572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he-IL" sz="3500">
                <a:latin typeface="Gisha" panose="020B0502040204020203" pitchFamily="34" charset="-79"/>
                <a:cs typeface="Gisha" panose="020B0502040204020203" pitchFamily="34" charset="-79"/>
              </a:rPr>
              <a:t>לכל מקטע ריצה התחלתי  </a:t>
            </a:r>
            <a:r>
              <a:rPr lang="en-US" sz="3500">
                <a:latin typeface="cmsy10"/>
              </a:rPr>
              <a:t>h</a:t>
            </a:r>
            <a:r>
              <a:rPr lang="en-US" sz="3500">
                <a:latin typeface="cmmi10"/>
              </a:rPr>
              <a:t>s</a:t>
            </a:r>
            <a:r>
              <a:rPr lang="en-US" sz="3500" baseline="-25000">
                <a:latin typeface="cmr10"/>
              </a:rPr>
              <a:t>0</a:t>
            </a:r>
            <a:r>
              <a:rPr lang="en-US" sz="3500">
                <a:latin typeface="Franklin Gothic Book"/>
              </a:rPr>
              <a:t>, </a:t>
            </a:r>
            <a:r>
              <a:rPr lang="en-US" sz="3500">
                <a:latin typeface="cmmi10"/>
              </a:rPr>
              <a:t>q</a:t>
            </a:r>
            <a:r>
              <a:rPr lang="en-US" sz="3500" baseline="-25000">
                <a:latin typeface="cmr10"/>
              </a:rPr>
              <a:t>1</a:t>
            </a:r>
            <a:r>
              <a:rPr lang="en-US" sz="3500">
                <a:latin typeface="cmsy10"/>
              </a:rPr>
              <a:t>i </a:t>
            </a:r>
            <a:r>
              <a:rPr lang="en-US" sz="3500">
                <a:latin typeface="MT Extra"/>
                <a:sym typeface="MT Extra"/>
              </a:rPr>
              <a:t></a:t>
            </a:r>
            <a:r>
              <a:rPr lang="en-US" sz="3500">
                <a:latin typeface="cmsy10"/>
              </a:rPr>
              <a:t> </a:t>
            </a:r>
            <a:r>
              <a:rPr lang="en-US" sz="3500" err="1">
                <a:latin typeface="cmsy10"/>
              </a:rPr>
              <a:t>h</a:t>
            </a:r>
            <a:r>
              <a:rPr lang="en-US" sz="3500" err="1">
                <a:latin typeface="cmmi10"/>
              </a:rPr>
              <a:t>s</a:t>
            </a:r>
            <a:r>
              <a:rPr lang="en-US" sz="3500" baseline="-25000" err="1">
                <a:latin typeface="cmmi10"/>
              </a:rPr>
              <a:t>n</a:t>
            </a:r>
            <a:r>
              <a:rPr lang="en-US" sz="3500">
                <a:latin typeface="Franklin Gothic Book"/>
              </a:rPr>
              <a:t>, </a:t>
            </a:r>
            <a:r>
              <a:rPr lang="en-US" sz="3500">
                <a:latin typeface="cmmi10"/>
              </a:rPr>
              <a:t>q</a:t>
            </a:r>
            <a:r>
              <a:rPr lang="en-US" sz="3500" baseline="-25000">
                <a:latin typeface="cmmi10"/>
              </a:rPr>
              <a:t>n</a:t>
            </a:r>
            <a:r>
              <a:rPr lang="en-US" sz="3500" baseline="-25000">
                <a:latin typeface="cmr10"/>
              </a:rPr>
              <a:t>+1</a:t>
            </a:r>
            <a:r>
              <a:rPr lang="en-US" sz="3500">
                <a:latin typeface="cmsy10"/>
              </a:rPr>
              <a:t>i</a:t>
            </a:r>
            <a:r>
              <a:rPr lang="he-IL" sz="3500">
                <a:latin typeface="cmsy10"/>
              </a:rPr>
              <a:t> </a:t>
            </a:r>
          </a:p>
          <a:p>
            <a:pPr>
              <a:buNone/>
            </a:pPr>
            <a:r>
              <a:rPr lang="he-IL" sz="3500">
                <a:latin typeface="Gisha" panose="020B0502040204020203" pitchFamily="34" charset="-79"/>
                <a:cs typeface="Gisha" panose="020B0502040204020203" pitchFamily="34" charset="-79"/>
              </a:rPr>
              <a:t>של</a:t>
            </a:r>
            <a:r>
              <a:rPr lang="he-IL" sz="3500">
                <a:latin typeface="cmsy10"/>
              </a:rPr>
              <a:t>  </a:t>
            </a:r>
            <a:r>
              <a:rPr lang="en-US" sz="3500">
                <a:latin typeface="cmmi10"/>
              </a:rPr>
              <a:t>TS</a:t>
            </a:r>
            <a:r>
              <a:rPr lang="en-US" sz="3500">
                <a:latin typeface="cmsy10"/>
              </a:rPr>
              <a:t> £ A</a:t>
            </a:r>
            <a:r>
              <a:rPr lang="he-IL" sz="3500">
                <a:latin typeface="cmsy10"/>
              </a:rPr>
              <a:t>:</a:t>
            </a:r>
          </a:p>
          <a:p>
            <a:pPr>
              <a:buNone/>
            </a:pPr>
            <a:endParaRPr lang="he-IL">
              <a:latin typeface="cmsy10"/>
            </a:endParaRPr>
          </a:p>
          <a:p>
            <a:pPr>
              <a:buNone/>
            </a:pPr>
            <a:endParaRPr lang="he-IL">
              <a:latin typeface="cmsy10"/>
            </a:endParaRPr>
          </a:p>
          <a:p>
            <a:pPr algn="ctr" rtl="0">
              <a:buNone/>
            </a:pPr>
            <a:r>
              <a:rPr lang="en-US">
                <a:latin typeface="cmmi10"/>
              </a:rPr>
              <a:t>	</a:t>
            </a:r>
            <a:r>
              <a:rPr lang="en-US" sz="3600">
                <a:latin typeface="cmmi10"/>
              </a:rPr>
              <a:t>q</a:t>
            </a:r>
            <a:r>
              <a:rPr lang="en-US" sz="3600" baseline="-25000">
                <a:latin typeface="cmr10"/>
              </a:rPr>
              <a:t>1</a:t>
            </a:r>
            <a:r>
              <a:rPr lang="en-US" sz="3600">
                <a:latin typeface="cmr10"/>
              </a:rPr>
              <a:t>, …, </a:t>
            </a:r>
            <a:r>
              <a:rPr lang="en-US" sz="3600">
                <a:latin typeface="cmmi10"/>
              </a:rPr>
              <a:t>q</a:t>
            </a:r>
            <a:r>
              <a:rPr lang="en-US" sz="3600" baseline="-25000">
                <a:latin typeface="cmmi10"/>
              </a:rPr>
              <a:t>n  </a:t>
            </a:r>
            <a:r>
              <a:rPr lang="en-US" sz="3600">
                <a:latin typeface="Symbol"/>
                <a:sym typeface="Symbol"/>
              </a:rPr>
              <a:t></a:t>
            </a:r>
            <a:r>
              <a:rPr lang="en-US" sz="3600"/>
              <a:t> </a:t>
            </a:r>
            <a:r>
              <a:rPr lang="en-US" sz="3600">
                <a:latin typeface="cmmi10"/>
              </a:rPr>
              <a:t>F</a:t>
            </a:r>
            <a:r>
              <a:rPr lang="en-US" sz="3600"/>
              <a:t>   and   </a:t>
            </a:r>
            <a:r>
              <a:rPr lang="en-US" sz="3600">
                <a:latin typeface="cmmi10"/>
              </a:rPr>
              <a:t>q</a:t>
            </a:r>
            <a:r>
              <a:rPr lang="en-US" sz="3600" baseline="-25000">
                <a:latin typeface="cmmi10"/>
              </a:rPr>
              <a:t>n</a:t>
            </a:r>
            <a:r>
              <a:rPr lang="en-US" sz="3600" baseline="-25000">
                <a:latin typeface="cmr10"/>
              </a:rPr>
              <a:t>+1</a:t>
            </a:r>
            <a:r>
              <a:rPr lang="en-US" sz="3600"/>
              <a:t> </a:t>
            </a:r>
            <a:r>
              <a:rPr lang="en-US" sz="3600">
                <a:latin typeface="cmsy10"/>
              </a:rPr>
              <a:t>2</a:t>
            </a:r>
            <a:r>
              <a:rPr lang="en-US" sz="3600"/>
              <a:t> </a:t>
            </a:r>
            <a:r>
              <a:rPr lang="en-US" sz="3600">
                <a:latin typeface="cmmi10"/>
              </a:rPr>
              <a:t>F</a:t>
            </a:r>
          </a:p>
          <a:p>
            <a:pPr algn="ctr" rtl="0">
              <a:buNone/>
            </a:pPr>
            <a:endParaRPr lang="en-US" sz="3600"/>
          </a:p>
          <a:p>
            <a:pPr algn="ctr" rtl="0">
              <a:buNone/>
            </a:pPr>
            <a:r>
              <a:rPr lang="en-US" sz="3600"/>
              <a:t>	</a:t>
            </a:r>
            <a:r>
              <a:rPr lang="en-US" sz="3600">
                <a:latin typeface="Symbol"/>
                <a:sym typeface="Symbol"/>
              </a:rPr>
              <a:t></a:t>
            </a:r>
            <a:endParaRPr lang="en-US" sz="3600">
              <a:latin typeface="Symbol"/>
            </a:endParaRPr>
          </a:p>
          <a:p>
            <a:pPr algn="ctr" rtl="0">
              <a:buNone/>
            </a:pPr>
            <a:r>
              <a:rPr lang="en-US" sz="3600"/>
              <a:t>	</a:t>
            </a:r>
          </a:p>
          <a:p>
            <a:pPr algn="ctr" rtl="0">
              <a:buNone/>
            </a:pPr>
            <a:r>
              <a:rPr lang="en-US" sz="3600"/>
              <a:t>	</a:t>
            </a:r>
            <a:r>
              <a:rPr lang="en-US" sz="3600">
                <a:latin typeface="Franklin Gothic Book"/>
              </a:rPr>
              <a:t>trace</a:t>
            </a:r>
            <a:r>
              <a:rPr lang="en-US" sz="3600">
                <a:latin typeface="cmr10"/>
              </a:rPr>
              <a:t>(</a:t>
            </a:r>
            <a:r>
              <a:rPr lang="en-US" sz="3600">
                <a:latin typeface="cmmi10"/>
              </a:rPr>
              <a:t>s</a:t>
            </a:r>
            <a:r>
              <a:rPr lang="en-US" sz="3600" baseline="-25000">
                <a:latin typeface="cmr10"/>
              </a:rPr>
              <a:t>0</a:t>
            </a:r>
            <a:r>
              <a:rPr lang="en-US" sz="3600"/>
              <a:t> </a:t>
            </a:r>
            <a:r>
              <a:rPr lang="en-US" sz="3600">
                <a:latin typeface="cmmi10"/>
              </a:rPr>
              <a:t>s</a:t>
            </a:r>
            <a:r>
              <a:rPr lang="en-US" sz="3600" baseline="-25000">
                <a:latin typeface="cmr10"/>
              </a:rPr>
              <a:t>1</a:t>
            </a:r>
            <a:r>
              <a:rPr lang="en-US" sz="3600"/>
              <a:t> </a:t>
            </a:r>
            <a:r>
              <a:rPr lang="en-US" sz="3600">
                <a:latin typeface="MT Extra"/>
                <a:sym typeface="MT Extra"/>
              </a:rPr>
              <a:t></a:t>
            </a:r>
            <a:r>
              <a:rPr lang="en-US" sz="3600"/>
              <a:t> </a:t>
            </a:r>
            <a:r>
              <a:rPr lang="en-US" sz="3600" err="1">
                <a:latin typeface="cmmi10"/>
              </a:rPr>
              <a:t>s</a:t>
            </a:r>
            <a:r>
              <a:rPr lang="en-US" sz="3600" baseline="-25000" err="1">
                <a:latin typeface="cmmi10"/>
              </a:rPr>
              <a:t>n</a:t>
            </a:r>
            <a:r>
              <a:rPr lang="en-US" sz="3600">
                <a:latin typeface="cmr10"/>
              </a:rPr>
              <a:t>)</a:t>
            </a:r>
            <a:r>
              <a:rPr lang="en-US" sz="3600"/>
              <a:t> </a:t>
            </a:r>
            <a:r>
              <a:rPr lang="en-US" sz="3600">
                <a:latin typeface="cmsy10"/>
              </a:rPr>
              <a:t>2</a:t>
            </a:r>
            <a:r>
              <a:rPr lang="en-US" sz="3600"/>
              <a:t> </a:t>
            </a:r>
            <a:r>
              <a:rPr lang="en-US" sz="3600">
                <a:latin typeface="cmsy10"/>
              </a:rPr>
              <a:t>L</a:t>
            </a:r>
            <a:r>
              <a:rPr lang="en-US" sz="3600">
                <a:latin typeface="cmr10"/>
              </a:rPr>
              <a:t>(</a:t>
            </a:r>
            <a:r>
              <a:rPr lang="en-US" sz="3600">
                <a:latin typeface="cmsy10"/>
              </a:rPr>
              <a:t>A</a:t>
            </a:r>
            <a:r>
              <a:rPr lang="en-US" sz="3600">
                <a:latin typeface="cmr10"/>
              </a:rPr>
              <a:t>)</a:t>
            </a:r>
          </a:p>
          <a:p>
            <a:pPr algn="l" rtl="0">
              <a:buNone/>
            </a:pPr>
            <a:endParaRPr lang="en-US" baseline="-25000">
              <a:latin typeface="cmmi10"/>
            </a:endParaRPr>
          </a:p>
          <a:p>
            <a:pPr algn="l" rtl="0">
              <a:buNone/>
            </a:pPr>
            <a:r>
              <a:rPr lang="en-US" baseline="-25000">
                <a:latin typeface="cmmi10"/>
              </a:rPr>
              <a:t>				</a:t>
            </a:r>
            <a:endParaRPr lang="he-IL" baseline="-25000">
              <a:latin typeface="cmmi10"/>
            </a:endParaRPr>
          </a:p>
        </p:txBody>
      </p:sp>
      <p:sp>
        <p:nvSpPr>
          <p:cNvPr id="7" name="Right Brace 6"/>
          <p:cNvSpPr/>
          <p:nvPr/>
        </p:nvSpPr>
        <p:spPr>
          <a:xfrm rot="5400000" flipV="1">
            <a:off x="3860799" y="3962400"/>
            <a:ext cx="381000" cy="2971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2074392" y="5726668"/>
            <a:ext cx="288732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רישא רעה מינימאלית של </a:t>
            </a:r>
            <a:r>
              <a:rPr lang="en-US" err="1">
                <a:latin typeface="cmmi10"/>
              </a:rPr>
              <a:t>P</a:t>
            </a:r>
            <a:r>
              <a:rPr lang="en-US" baseline="-25000" err="1">
                <a:latin typeface="Perpetua"/>
              </a:rPr>
              <a:t>safe</a:t>
            </a:r>
            <a:endParaRPr lang="he-IL" baseline="-25000">
              <a:latin typeface="Perpetu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0865" y="2455333"/>
            <a:ext cx="8754535" cy="348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912" y="-76200"/>
            <a:ext cx="8039888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אלגוריתם אימות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2271" y="6858000"/>
            <a:ext cx="2561729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6665" y="152400"/>
            <a:ext cx="472935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7287" y="1447800"/>
                <a:ext cx="8828113" cy="4495800"/>
              </a:xfrm>
            </p:spPr>
            <p:txBody>
              <a:bodyPr>
                <a:noAutofit/>
              </a:bodyPr>
              <a:lstStyle/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קלט: </a:t>
                </a: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סופית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ותכונת בטיחות רגולרית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baseline="-25000" dirty="0" err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𝑠𝑎𝑓𝑒</m:t>
                    </m:r>
                  </m:oMath>
                </a14:m>
                <a:endParaRPr lang="he-IL" sz="2000" baseline="-25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פלט: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baseline="-25000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𝑠𝑎𝑓𝑒</m:t>
                    </m:r>
                  </m:oMath>
                </a14:m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. אחרת,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𝑓𝑎𝑙𝑠𝑒</m:t>
                    </m:r>
                  </m:oMath>
                </a14:m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עם דוגמא נגדית</a:t>
                </a:r>
                <a:br>
                  <a:rPr lang="en-US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br>
                  <a:rPr lang="en-US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sz="2000" baseline="-25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indent="-271463"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נבנה אוטומט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(עם קבוצת מצבים מקבלים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) כך ש-</a:t>
                </a:r>
                <a14:m>
                  <m:oMath xmlns:m="http://schemas.openxmlformats.org/officeDocument/2006/math">
                    <m:r>
                      <a:rPr lang="he-IL" sz="2000" b="0" i="1" dirty="0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𝑏𝑎𝑑𝑃𝑟𝑒𝑓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𝑠𝑎𝑓𝑒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indent="-271463"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נבדוק את השמורה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.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∅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indent="-271463">
                  <a:spcBef>
                    <a:spcPts val="1800"/>
                  </a:spcBef>
                  <a:buNone/>
                  <a:tabLst>
                    <a:tab pos="812800" algn="l"/>
                  </a:tabLs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אז</a:t>
                </a:r>
              </a:p>
              <a:p>
                <a:pPr marL="271463" indent="-271463">
                  <a:buNone/>
                  <a:tabLst>
                    <a:tab pos="812800" algn="l"/>
                  </a:tabLs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נחזיר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1463" indent="-271463">
                  <a:buNone/>
                  <a:tabLst>
                    <a:tab pos="812800" algn="l"/>
                  </a:tabLs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אחרת</a:t>
                </a:r>
              </a:p>
              <a:p>
                <a:pPr marL="271463" indent="-271463">
                  <a:buNone/>
                  <a:tabLst>
                    <a:tab pos="812800" algn="l"/>
                  </a:tabLs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נחזיר מקטע ריצה התחלתי של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</a:t>
                </a: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איננו מקיים את התכונה כדוגמה נגדית.</a:t>
                </a: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7287" y="1447800"/>
                <a:ext cx="8828113" cy="4495800"/>
              </a:xfrm>
              <a:blipFill>
                <a:blip r:embed="rId2"/>
                <a:stretch>
                  <a:fillRect t="-814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שיפור זמן הריצה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 מאי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99868" y="1538068"/>
            <a:ext cx="7772400" cy="2743200"/>
          </a:xfr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>
              <a:lnSpc>
                <a:spcPct val="200000"/>
              </a:lnSpc>
              <a:buNone/>
            </a:pP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תכונת הבטיחות </a:t>
            </a:r>
            <a:r>
              <a:rPr lang="en-US" sz="24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</a:t>
            </a:r>
            <a:r>
              <a:rPr lang="en-US" sz="2400" baseline="-250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safe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היא רגולרית</a:t>
            </a:r>
          </a:p>
          <a:p>
            <a:pPr algn="ctr">
              <a:lnSpc>
                <a:spcPct val="200000"/>
              </a:lnSpc>
              <a:buNone/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אם ורק אם</a:t>
            </a:r>
          </a:p>
          <a:p>
            <a:pPr algn="ctr">
              <a:lnSpc>
                <a:spcPct val="200000"/>
              </a:lnSpc>
              <a:buNone/>
            </a:pP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קבוצת הרישות הרעות המינימאליות של </a:t>
            </a:r>
            <a:r>
              <a:rPr lang="en-US" sz="24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P</a:t>
            </a:r>
            <a:r>
              <a:rPr lang="en-US" sz="2400" baseline="-250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safe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היא רגולרית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9087745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נשתמש באוטומט לרישות הרעות המינימאליות בבניית המכפלה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סִבּוּכִיּוּת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19 מאי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38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1572" y="2045395"/>
                <a:ext cx="8460856" cy="23622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>
                <a:normAutofit/>
              </a:bodyPr>
              <a:lstStyle/>
              <a:p>
                <a:pPr marL="273050" indent="-87313"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סִבּוּכִיּוּת זמן ומקום לבדיקה אם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he-IL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/>
                  <a:t>  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</a:t>
                </a:r>
                <a:r>
                  <a:rPr lang="he-IL" dirty="0"/>
                  <a:t>:</a:t>
                </a:r>
              </a:p>
              <a:p>
                <a:pPr marL="273050" indent="-87313">
                  <a:buNone/>
                </a:pPr>
                <a:endParaRPr lang="he-IL" baseline="-25000" dirty="0">
                  <a:latin typeface="Perpetua"/>
                </a:endParaRPr>
              </a:p>
              <a:p>
                <a:pPr marL="273050" indent="-87313"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𝒪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𝑇𝑆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𝒜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>
                  <a:latin typeface="cmr10"/>
                </a:endParaRPr>
              </a:p>
              <a:p>
                <a:pPr marL="273050" indent="-87313" algn="ctr" rtl="0">
                  <a:buNone/>
                </a:pPr>
                <a:endParaRPr lang="en-US" baseline="-25000" dirty="0">
                  <a:latin typeface="cmr10"/>
                </a:endParaRPr>
              </a:p>
              <a:p>
                <a:pPr marL="273050" indent="-87313"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באשר</a:t>
                </a:r>
                <a:r>
                  <a:rPr lang="he-IL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dirty="0"/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הוא אוטומט כך ש</a:t>
                </a:r>
                <a:r>
                  <a:rPr lang="he-IL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𝑚𝑖𝑛𝐵𝑎𝑑𝑃𝑟𝑒𝑓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𝑠𝑎𝑓𝑒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dirty="0">
                  <a:latin typeface="cmr10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1572" y="2045395"/>
                <a:ext cx="8460856" cy="23622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02032" y="5401965"/>
                <a:ext cx="8284768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גודל</a:t>
                </a:r>
                <a:r>
                  <a:rPr lang="he-IL" sz="2400" dirty="0"/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sz="2400" dirty="0"/>
                  <a:t>,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מסומן</a:t>
                </a:r>
                <a:r>
                  <a:rPr lang="he-IL" sz="2400" dirty="0"/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he-IL" sz="2400" dirty="0"/>
                  <a:t>,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הוא מספר המצבים והמעברים ב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en-US" sz="2400" dirty="0">
                  <a:latin typeface="cmsy1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032" y="5401965"/>
                <a:ext cx="8284768" cy="461665"/>
              </a:xfrm>
              <a:prstGeom prst="rect">
                <a:avLst/>
              </a:prstGeom>
              <a:blipFill>
                <a:blip r:embed="rId3"/>
                <a:stretch>
                  <a:fillRect t="-15789" r="-110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39</TotalTime>
  <Words>2369</Words>
  <Application>Microsoft Office PowerPoint</Application>
  <PresentationFormat>On-screen Show (4:3)</PresentationFormat>
  <Paragraphs>543</Paragraphs>
  <Slides>38</Slides>
  <Notes>1</Notes>
  <HiddenSlides>19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5" baseType="lpstr">
      <vt:lpstr>Aharoni</vt:lpstr>
      <vt:lpstr>Calibri</vt:lpstr>
      <vt:lpstr>Cambria Math</vt:lpstr>
      <vt:lpstr>cmmi10</vt:lpstr>
      <vt:lpstr>cmr10</vt:lpstr>
      <vt:lpstr>cmsy10</vt:lpstr>
      <vt:lpstr>Consolas</vt:lpstr>
      <vt:lpstr>Franklin Gothic Book</vt:lpstr>
      <vt:lpstr>Gisha</vt:lpstr>
      <vt:lpstr>msam10</vt:lpstr>
      <vt:lpstr>msbm10</vt:lpstr>
      <vt:lpstr>MT Extra</vt:lpstr>
      <vt:lpstr>Perpetua</vt:lpstr>
      <vt:lpstr>Symbol</vt:lpstr>
      <vt:lpstr>Wingdings</vt:lpstr>
      <vt:lpstr>Wingdings 2</vt:lpstr>
      <vt:lpstr>Equity</vt:lpstr>
      <vt:lpstr>בדיקת תכונות בטיחות רגולריות</vt:lpstr>
      <vt:lpstr>תזכורת: תכונות בטיחות רגולריות</vt:lpstr>
      <vt:lpstr>מספיק להתייחס לרישות רעות מינימאליות</vt:lpstr>
      <vt:lpstr>הוכחת הטענה מהשקף הקודם</vt:lpstr>
      <vt:lpstr>תכונות בטיחות רגולריות לדוגמה</vt:lpstr>
      <vt:lpstr>דוגמה: האלגוריתם של פטרסון</vt:lpstr>
      <vt:lpstr>האם המערכת אמינה?</vt:lpstr>
      <vt:lpstr>האם המערכת אמינה?</vt:lpstr>
      <vt:lpstr>תזכורת: דוגמת הרמזור</vt:lpstr>
      <vt:lpstr>כתיבה מפורשת של האותיות (קבוצות)</vt:lpstr>
      <vt:lpstr>בדיקת תכונת בטיחות</vt:lpstr>
      <vt:lpstr>ניסוח הבעיה</vt:lpstr>
      <vt:lpstr>רדוקציה לבדיקת שמורה</vt:lpstr>
      <vt:lpstr>PowerPoint Presentation</vt:lpstr>
      <vt:lpstr>PowerPoint Presentation</vt:lpstr>
      <vt:lpstr>PowerPoint Presentation</vt:lpstr>
      <vt:lpstr>רעיון בסיסי לאלגוריתם</vt:lpstr>
      <vt:lpstr>PowerPoint Presentation</vt:lpstr>
      <vt:lpstr>רעיון הבניה</vt:lpstr>
      <vt:lpstr>מערכת מעברים הנוצרת  מֵהַרְכָּבַת אוטומט עם מערכת מעברים</vt:lpstr>
      <vt:lpstr>דוגמה</vt:lpstr>
      <vt:lpstr>דוגמה</vt:lpstr>
      <vt:lpstr>דוגמה</vt:lpstr>
      <vt:lpstr>דוגמה</vt:lpstr>
      <vt:lpstr>דוגמה</vt:lpstr>
      <vt:lpstr>דוגמה</vt:lpstr>
      <vt:lpstr>דוגמה</vt:lpstr>
      <vt:lpstr>דוגמה</vt:lpstr>
      <vt:lpstr>דוגמה להרכבה של אוטומט ומערכת מעברים</vt:lpstr>
      <vt:lpstr>התכונה המרכזית של TS×A</vt:lpstr>
      <vt:lpstr>מצבים סופניים</vt:lpstr>
      <vt:lpstr>אימות תכונות בטיחות רגולריות</vt:lpstr>
      <vt:lpstr>הוכחה</vt:lpstr>
      <vt:lpstr>הוכחה (המשך)</vt:lpstr>
      <vt:lpstr>איך מייצרים דוגמאות נגדיות?</vt:lpstr>
      <vt:lpstr>אלגוריתם אימות</vt:lpstr>
      <vt:lpstr>שיפור זמן הריצה</vt:lpstr>
      <vt:lpstr>סִבּוּכִיּוּת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2025-05-19T08:08:36Z</dcterms:modified>
</cp:coreProperties>
</file>