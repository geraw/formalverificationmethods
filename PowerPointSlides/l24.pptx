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ags/tag2.xml" ContentType="application/vnd.openxmlformats-officedocument.presentationml.tags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>
  <p:sldMasterIdLst>
    <p:sldMasterId id="2147483708" r:id="rId1"/>
  </p:sldMasterIdLst>
  <p:notesMasterIdLst>
    <p:notesMasterId r:id="rId22"/>
  </p:notesMasterIdLst>
  <p:handoutMasterIdLst>
    <p:handoutMasterId r:id="rId23"/>
  </p:handoutMasterIdLst>
  <p:sldIdLst>
    <p:sldId id="256" r:id="rId2"/>
    <p:sldId id="257" r:id="rId3"/>
    <p:sldId id="266" r:id="rId4"/>
    <p:sldId id="265" r:id="rId5"/>
    <p:sldId id="267" r:id="rId6"/>
    <p:sldId id="268" r:id="rId7"/>
    <p:sldId id="259" r:id="rId8"/>
    <p:sldId id="261" r:id="rId9"/>
    <p:sldId id="262" r:id="rId10"/>
    <p:sldId id="263" r:id="rId11"/>
    <p:sldId id="264" r:id="rId12"/>
    <p:sldId id="269" r:id="rId13"/>
    <p:sldId id="270" r:id="rId14"/>
    <p:sldId id="277" r:id="rId15"/>
    <p:sldId id="278" r:id="rId16"/>
    <p:sldId id="279" r:id="rId17"/>
    <p:sldId id="271" r:id="rId18"/>
    <p:sldId id="274" r:id="rId19"/>
    <p:sldId id="275" r:id="rId20"/>
    <p:sldId id="276" r:id="rId21"/>
  </p:sldIdLst>
  <p:sldSz cx="9144000" cy="6858000" type="screen4x3"/>
  <p:notesSz cx="6858000" cy="9144000"/>
  <p:custDataLst>
    <p:tags r:id="rId24"/>
  </p:custDataLst>
  <p:defaultTextStyle>
    <a:defPPr>
      <a:defRPr lang="he-IL"/>
    </a:defPPr>
    <a:lvl1pPr marL="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99"/>
    <a:srgbClr val="0000FF"/>
    <a:srgbClr val="3333FF"/>
    <a:srgbClr val="FFD9D9"/>
    <a:srgbClr val="D4ECBA"/>
    <a:srgbClr val="000066"/>
    <a:srgbClr val="FFFFCC"/>
    <a:srgbClr val="CCECFF"/>
    <a:srgbClr val="000099"/>
    <a:srgbClr val="0099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00FA4B2-58B6-4BFF-869D-7C9ACCB05252}" v="246" dt="2023-01-15T20:42:36.733"/>
    <p1510:client id="{FCDFEDAD-3E42-496E-85E2-64BFF3212E71}" v="287" dt="2023-01-16T05:46:34.63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66" d="100"/>
          <a:sy n="66" d="100"/>
        </p:scale>
        <p:origin x="0" y="0"/>
      </p:cViewPr>
      <p:guideLst>
        <p:guide orient="horz" pos="2160"/>
        <p:guide pos="2880"/>
      </p:guideLst>
    </p:cSldViewPr>
  </p:slideViewPr>
  <p:notesViewPr>
    <p:cSldViewPr snapToGrid="0">
      <p:cViewPr varScale="1">
        <p:scale>
          <a:sx n="66" d="100"/>
          <a:sy n="66" d="100"/>
        </p:scale>
        <p:origin x="0" y="0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gs" Target="tags/tag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handoutMaster" Target="handoutMasters/handoutMaster1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theme" Target="theme/theme1.xml"/><Relationship Id="rId30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גרא וייס" userId="f0aa0173-552d-4808-9782-d425e6aaf8d9" providerId="ADAL" clId="{200FA4B2-58B6-4BFF-869D-7C9ACCB05252}"/>
    <pc:docChg chg="undo custSel addSld modSld sldOrd">
      <pc:chgData name="גרא וייס" userId="f0aa0173-552d-4808-9782-d425e6aaf8d9" providerId="ADAL" clId="{200FA4B2-58B6-4BFF-869D-7C9ACCB05252}" dt="2023-01-15T20:42:36.733" v="420"/>
      <pc:docMkLst>
        <pc:docMk/>
      </pc:docMkLst>
      <pc:sldChg chg="mod modShow">
        <pc:chgData name="גרא וייס" userId="f0aa0173-552d-4808-9782-d425e6aaf8d9" providerId="ADAL" clId="{200FA4B2-58B6-4BFF-869D-7C9ACCB05252}" dt="2023-01-15T18:37:10.534" v="0" actId="729"/>
        <pc:sldMkLst>
          <pc:docMk/>
          <pc:sldMk cId="3859958179" sldId="257"/>
        </pc:sldMkLst>
      </pc:sldChg>
      <pc:sldChg chg="modSp">
        <pc:chgData name="גרא וייס" userId="f0aa0173-552d-4808-9782-d425e6aaf8d9" providerId="ADAL" clId="{200FA4B2-58B6-4BFF-869D-7C9ACCB05252}" dt="2023-01-15T18:44:50.516" v="14" actId="20577"/>
        <pc:sldMkLst>
          <pc:docMk/>
          <pc:sldMk cId="2761736784" sldId="259"/>
        </pc:sldMkLst>
        <pc:spChg chg="mod">
          <ac:chgData name="גרא וייס" userId="f0aa0173-552d-4808-9782-d425e6aaf8d9" providerId="ADAL" clId="{200FA4B2-58B6-4BFF-869D-7C9ACCB05252}" dt="2023-01-15T18:44:50.516" v="14" actId="20577"/>
          <ac:spMkLst>
            <pc:docMk/>
            <pc:sldMk cId="2761736784" sldId="259"/>
            <ac:spMk id="5" creationId="{9171497F-EB49-4446-8AC3-27B26B45184E}"/>
          </ac:spMkLst>
        </pc:spChg>
      </pc:sldChg>
      <pc:sldChg chg="modSp mod">
        <pc:chgData name="גרא וייס" userId="f0aa0173-552d-4808-9782-d425e6aaf8d9" providerId="ADAL" clId="{200FA4B2-58B6-4BFF-869D-7C9ACCB05252}" dt="2023-01-15T18:46:29.709" v="21" actId="20577"/>
        <pc:sldMkLst>
          <pc:docMk/>
          <pc:sldMk cId="1671433638" sldId="262"/>
        </pc:sldMkLst>
        <pc:spChg chg="mod">
          <ac:chgData name="גרא וייס" userId="f0aa0173-552d-4808-9782-d425e6aaf8d9" providerId="ADAL" clId="{200FA4B2-58B6-4BFF-869D-7C9ACCB05252}" dt="2023-01-15T18:46:29.709" v="21" actId="20577"/>
          <ac:spMkLst>
            <pc:docMk/>
            <pc:sldMk cId="1671433638" sldId="262"/>
            <ac:spMk id="2" creationId="{28EC7D88-1660-4F75-8CB7-21B5CF66AC10}"/>
          </ac:spMkLst>
        </pc:spChg>
      </pc:sldChg>
      <pc:sldChg chg="modSp mod">
        <pc:chgData name="גרא וייס" userId="f0aa0173-552d-4808-9782-d425e6aaf8d9" providerId="ADAL" clId="{200FA4B2-58B6-4BFF-869D-7C9ACCB05252}" dt="2023-01-15T18:38:27.511" v="1" actId="20577"/>
        <pc:sldMkLst>
          <pc:docMk/>
          <pc:sldMk cId="2455740802" sldId="267"/>
        </pc:sldMkLst>
        <pc:spChg chg="mod">
          <ac:chgData name="גרא וייס" userId="f0aa0173-552d-4808-9782-d425e6aaf8d9" providerId="ADAL" clId="{200FA4B2-58B6-4BFF-869D-7C9ACCB05252}" dt="2023-01-15T18:38:27.511" v="1" actId="20577"/>
          <ac:spMkLst>
            <pc:docMk/>
            <pc:sldMk cId="2455740802" sldId="267"/>
            <ac:spMk id="5" creationId="{00000000-0000-0000-0000-000000000000}"/>
          </ac:spMkLst>
        </pc:spChg>
      </pc:sldChg>
      <pc:sldChg chg="modSp mod ord">
        <pc:chgData name="גרא וייס" userId="f0aa0173-552d-4808-9782-d425e6aaf8d9" providerId="ADAL" clId="{200FA4B2-58B6-4BFF-869D-7C9ACCB05252}" dt="2023-01-15T20:03:39.142" v="72"/>
        <pc:sldMkLst>
          <pc:docMk/>
          <pc:sldMk cId="813608136" sldId="270"/>
        </pc:sldMkLst>
        <pc:spChg chg="mod">
          <ac:chgData name="גרא וייס" userId="f0aa0173-552d-4808-9782-d425e6aaf8d9" providerId="ADAL" clId="{200FA4B2-58B6-4BFF-869D-7C9ACCB05252}" dt="2023-01-15T18:51:37.490" v="24" actId="1076"/>
          <ac:spMkLst>
            <pc:docMk/>
            <pc:sldMk cId="813608136" sldId="270"/>
            <ac:spMk id="7" creationId="{00000000-0000-0000-0000-000000000000}"/>
          </ac:spMkLst>
        </pc:spChg>
      </pc:sldChg>
      <pc:sldChg chg="modSp">
        <pc:chgData name="גרא וייס" userId="f0aa0173-552d-4808-9782-d425e6aaf8d9" providerId="ADAL" clId="{200FA4B2-58B6-4BFF-869D-7C9ACCB05252}" dt="2023-01-15T18:53:01.337" v="26" actId="207"/>
        <pc:sldMkLst>
          <pc:docMk/>
          <pc:sldMk cId="2664948046" sldId="271"/>
        </pc:sldMkLst>
        <pc:spChg chg="mod">
          <ac:chgData name="גרא וייס" userId="f0aa0173-552d-4808-9782-d425e6aaf8d9" providerId="ADAL" clId="{200FA4B2-58B6-4BFF-869D-7C9ACCB05252}" dt="2023-01-15T18:53:01.337" v="26" actId="207"/>
          <ac:spMkLst>
            <pc:docMk/>
            <pc:sldMk cId="2664948046" sldId="271"/>
            <ac:spMk id="5" creationId="{00000000-0000-0000-0000-000000000000}"/>
          </ac:spMkLst>
        </pc:spChg>
      </pc:sldChg>
      <pc:sldChg chg="modSp">
        <pc:chgData name="גרא וייס" userId="f0aa0173-552d-4808-9782-d425e6aaf8d9" providerId="ADAL" clId="{200FA4B2-58B6-4BFF-869D-7C9ACCB05252}" dt="2023-01-15T20:42:36.733" v="420"/>
        <pc:sldMkLst>
          <pc:docMk/>
          <pc:sldMk cId="2741069765" sldId="274"/>
        </pc:sldMkLst>
        <pc:spChg chg="mod">
          <ac:chgData name="גרא וייס" userId="f0aa0173-552d-4808-9782-d425e6aaf8d9" providerId="ADAL" clId="{200FA4B2-58B6-4BFF-869D-7C9ACCB05252}" dt="2023-01-15T20:42:36.733" v="420"/>
          <ac:spMkLst>
            <pc:docMk/>
            <pc:sldMk cId="2741069765" sldId="274"/>
            <ac:spMk id="41" creationId="{00000000-0000-0000-0000-000000000000}"/>
          </ac:spMkLst>
        </pc:spChg>
        <pc:spChg chg="mod">
          <ac:chgData name="גרא וייס" userId="f0aa0173-552d-4808-9782-d425e6aaf8d9" providerId="ADAL" clId="{200FA4B2-58B6-4BFF-869D-7C9ACCB05252}" dt="2023-01-15T20:42:19.111" v="418" actId="207"/>
          <ac:spMkLst>
            <pc:docMk/>
            <pc:sldMk cId="2741069765" sldId="274"/>
            <ac:spMk id="43" creationId="{00000000-0000-0000-0000-000000000000}"/>
          </ac:spMkLst>
        </pc:spChg>
      </pc:sldChg>
      <pc:sldChg chg="addSp delSp modSp add mod ord">
        <pc:chgData name="גרא וייס" userId="f0aa0173-552d-4808-9782-d425e6aaf8d9" providerId="ADAL" clId="{200FA4B2-58B6-4BFF-869D-7C9ACCB05252}" dt="2023-01-15T20:00:42.885" v="70" actId="1076"/>
        <pc:sldMkLst>
          <pc:docMk/>
          <pc:sldMk cId="1153342618" sldId="277"/>
        </pc:sldMkLst>
        <pc:spChg chg="del">
          <ac:chgData name="גרא וייס" userId="f0aa0173-552d-4808-9782-d425e6aaf8d9" providerId="ADAL" clId="{200FA4B2-58B6-4BFF-869D-7C9ACCB05252}" dt="2023-01-15T19:55:38.077" v="29" actId="478"/>
          <ac:spMkLst>
            <pc:docMk/>
            <pc:sldMk cId="1153342618" sldId="277"/>
            <ac:spMk id="2" creationId="{28EC7D88-1660-4F75-8CB7-21B5CF66AC10}"/>
          </ac:spMkLst>
        </pc:spChg>
        <pc:spChg chg="del">
          <ac:chgData name="גרא וייס" userId="f0aa0173-552d-4808-9782-d425e6aaf8d9" providerId="ADAL" clId="{200FA4B2-58B6-4BFF-869D-7C9ACCB05252}" dt="2023-01-15T19:56:01.143" v="37" actId="478"/>
          <ac:spMkLst>
            <pc:docMk/>
            <pc:sldMk cId="1153342618" sldId="277"/>
            <ac:spMk id="6" creationId="{835E2B96-3975-4ACE-BC00-3436FF14C172}"/>
          </ac:spMkLst>
        </pc:spChg>
        <pc:spChg chg="add del mod">
          <ac:chgData name="גרא וייס" userId="f0aa0173-552d-4808-9782-d425e6aaf8d9" providerId="ADAL" clId="{200FA4B2-58B6-4BFF-869D-7C9ACCB05252}" dt="2023-01-15T19:55:41.099" v="30" actId="478"/>
          <ac:spMkLst>
            <pc:docMk/>
            <pc:sldMk cId="1153342618" sldId="277"/>
            <ac:spMk id="8" creationId="{2A502ECC-AB1E-B32A-66C2-E4E9DDD4936F}"/>
          </ac:spMkLst>
        </pc:spChg>
        <pc:spChg chg="add mod">
          <ac:chgData name="גרא וייס" userId="f0aa0173-552d-4808-9782-d425e6aaf8d9" providerId="ADAL" clId="{200FA4B2-58B6-4BFF-869D-7C9ACCB05252}" dt="2023-01-15T19:57:44.710" v="57" actId="20577"/>
          <ac:spMkLst>
            <pc:docMk/>
            <pc:sldMk cId="1153342618" sldId="277"/>
            <ac:spMk id="15" creationId="{E42CF742-E537-6828-DC1B-8CB712252A2E}"/>
          </ac:spMkLst>
        </pc:spChg>
        <pc:picChg chg="del">
          <ac:chgData name="גרא וייס" userId="f0aa0173-552d-4808-9782-d425e6aaf8d9" providerId="ADAL" clId="{200FA4B2-58B6-4BFF-869D-7C9ACCB05252}" dt="2023-01-15T19:55:35.564" v="28" actId="478"/>
          <ac:picMkLst>
            <pc:docMk/>
            <pc:sldMk cId="1153342618" sldId="277"/>
            <ac:picMk id="5" creationId="{35BB1270-3AFC-4A88-A35C-2FD3490FFC56}"/>
          </ac:picMkLst>
        </pc:picChg>
        <pc:picChg chg="add mod modCrop">
          <ac:chgData name="גרא וייס" userId="f0aa0173-552d-4808-9782-d425e6aaf8d9" providerId="ADAL" clId="{200FA4B2-58B6-4BFF-869D-7C9ACCB05252}" dt="2023-01-15T19:56:33.103" v="40" actId="1076"/>
          <ac:picMkLst>
            <pc:docMk/>
            <pc:sldMk cId="1153342618" sldId="277"/>
            <ac:picMk id="10" creationId="{82804749-4D68-84BE-FED1-1677493A582A}"/>
          </ac:picMkLst>
        </pc:picChg>
        <pc:picChg chg="add mod">
          <ac:chgData name="גרא וייס" userId="f0aa0173-552d-4808-9782-d425e6aaf8d9" providerId="ADAL" clId="{200FA4B2-58B6-4BFF-869D-7C9ACCB05252}" dt="2023-01-15T20:00:40.799" v="69" actId="1076"/>
          <ac:picMkLst>
            <pc:docMk/>
            <pc:sldMk cId="1153342618" sldId="277"/>
            <ac:picMk id="12" creationId="{69F235C9-AF18-EB0F-A7C1-5645F86D47FE}"/>
          </ac:picMkLst>
        </pc:picChg>
        <pc:picChg chg="add mod">
          <ac:chgData name="גרא וייס" userId="f0aa0173-552d-4808-9782-d425e6aaf8d9" providerId="ADAL" clId="{200FA4B2-58B6-4BFF-869D-7C9ACCB05252}" dt="2023-01-15T20:00:38.962" v="68" actId="1076"/>
          <ac:picMkLst>
            <pc:docMk/>
            <pc:sldMk cId="1153342618" sldId="277"/>
            <ac:picMk id="14" creationId="{E3B908C0-5C37-3B86-A5C0-C75726539896}"/>
          </ac:picMkLst>
        </pc:picChg>
        <pc:picChg chg="add mod">
          <ac:chgData name="גרא וייס" userId="f0aa0173-552d-4808-9782-d425e6aaf8d9" providerId="ADAL" clId="{200FA4B2-58B6-4BFF-869D-7C9ACCB05252}" dt="2023-01-15T20:00:35.899" v="67" actId="1076"/>
          <ac:picMkLst>
            <pc:docMk/>
            <pc:sldMk cId="1153342618" sldId="277"/>
            <ac:picMk id="17" creationId="{FFED1C7F-32C4-1BE9-9CE7-50FB56B75799}"/>
          </ac:picMkLst>
        </pc:picChg>
        <pc:picChg chg="add mod">
          <ac:chgData name="גרא וייס" userId="f0aa0173-552d-4808-9782-d425e6aaf8d9" providerId="ADAL" clId="{200FA4B2-58B6-4BFF-869D-7C9ACCB05252}" dt="2023-01-15T20:00:42.885" v="70" actId="1076"/>
          <ac:picMkLst>
            <pc:docMk/>
            <pc:sldMk cId="1153342618" sldId="277"/>
            <ac:picMk id="19" creationId="{39C9490D-9477-D277-7783-ABE26C174102}"/>
          </ac:picMkLst>
        </pc:picChg>
      </pc:sldChg>
      <pc:sldChg chg="addSp delSp modSp add mod">
        <pc:chgData name="גרא וייס" userId="f0aa0173-552d-4808-9782-d425e6aaf8d9" providerId="ADAL" clId="{200FA4B2-58B6-4BFF-869D-7C9ACCB05252}" dt="2023-01-15T20:32:51.416" v="415" actId="1036"/>
        <pc:sldMkLst>
          <pc:docMk/>
          <pc:sldMk cId="2062485107" sldId="278"/>
        </pc:sldMkLst>
        <pc:spChg chg="add mod">
          <ac:chgData name="גרא וייס" userId="f0aa0173-552d-4808-9782-d425e6aaf8d9" providerId="ADAL" clId="{200FA4B2-58B6-4BFF-869D-7C9ACCB05252}" dt="2023-01-15T20:32:51.416" v="415" actId="1036"/>
          <ac:spMkLst>
            <pc:docMk/>
            <pc:sldMk cId="2062485107" sldId="278"/>
            <ac:spMk id="2" creationId="{517B77D6-709F-5CD4-2DB3-D83EA7324BEF}"/>
          </ac:spMkLst>
        </pc:spChg>
        <pc:spChg chg="add mod">
          <ac:chgData name="גרא וייס" userId="f0aa0173-552d-4808-9782-d425e6aaf8d9" providerId="ADAL" clId="{200FA4B2-58B6-4BFF-869D-7C9ACCB05252}" dt="2023-01-15T20:32:51.416" v="415" actId="1036"/>
          <ac:spMkLst>
            <pc:docMk/>
            <pc:sldMk cId="2062485107" sldId="278"/>
            <ac:spMk id="7" creationId="{65C21E11-3D24-B2A5-0E71-4C7194EA74B6}"/>
          </ac:spMkLst>
        </pc:spChg>
        <pc:spChg chg="add mod">
          <ac:chgData name="גרא וייס" userId="f0aa0173-552d-4808-9782-d425e6aaf8d9" providerId="ADAL" clId="{200FA4B2-58B6-4BFF-869D-7C9ACCB05252}" dt="2023-01-15T20:32:51.416" v="415" actId="1036"/>
          <ac:spMkLst>
            <pc:docMk/>
            <pc:sldMk cId="2062485107" sldId="278"/>
            <ac:spMk id="8" creationId="{B93C1FB6-FAC5-8E6E-AD33-104C28FE0097}"/>
          </ac:spMkLst>
        </pc:spChg>
        <pc:spChg chg="add mod">
          <ac:chgData name="גרא וייס" userId="f0aa0173-552d-4808-9782-d425e6aaf8d9" providerId="ADAL" clId="{200FA4B2-58B6-4BFF-869D-7C9ACCB05252}" dt="2023-01-15T20:32:51.416" v="415" actId="1036"/>
          <ac:spMkLst>
            <pc:docMk/>
            <pc:sldMk cId="2062485107" sldId="278"/>
            <ac:spMk id="11" creationId="{306BD1EF-AC56-C490-B303-2631FBF7AD02}"/>
          </ac:spMkLst>
        </pc:spChg>
        <pc:spChg chg="mod">
          <ac:chgData name="גרא וייס" userId="f0aa0173-552d-4808-9782-d425e6aaf8d9" providerId="ADAL" clId="{200FA4B2-58B6-4BFF-869D-7C9ACCB05252}" dt="2023-01-15T20:31:04.438" v="348" actId="1076"/>
          <ac:spMkLst>
            <pc:docMk/>
            <pc:sldMk cId="2062485107" sldId="278"/>
            <ac:spMk id="15" creationId="{E42CF742-E537-6828-DC1B-8CB712252A2E}"/>
          </ac:spMkLst>
        </pc:spChg>
        <pc:spChg chg="add mod">
          <ac:chgData name="גרא וייס" userId="f0aa0173-552d-4808-9782-d425e6aaf8d9" providerId="ADAL" clId="{200FA4B2-58B6-4BFF-869D-7C9ACCB05252}" dt="2023-01-15T20:32:51.416" v="415" actId="1036"/>
          <ac:spMkLst>
            <pc:docMk/>
            <pc:sldMk cId="2062485107" sldId="278"/>
            <ac:spMk id="18" creationId="{DCFBF60C-583E-825A-8840-0360B1BA66FC}"/>
          </ac:spMkLst>
        </pc:spChg>
        <pc:spChg chg="add mod">
          <ac:chgData name="גרא וייס" userId="f0aa0173-552d-4808-9782-d425e6aaf8d9" providerId="ADAL" clId="{200FA4B2-58B6-4BFF-869D-7C9ACCB05252}" dt="2023-01-15T20:28:26.379" v="305" actId="164"/>
          <ac:spMkLst>
            <pc:docMk/>
            <pc:sldMk cId="2062485107" sldId="278"/>
            <ac:spMk id="27" creationId="{36A662E9-E18D-995D-A2D8-B9375D9AEA8E}"/>
          </ac:spMkLst>
        </pc:spChg>
        <pc:spChg chg="add mod">
          <ac:chgData name="גרא וייס" userId="f0aa0173-552d-4808-9782-d425e6aaf8d9" providerId="ADAL" clId="{200FA4B2-58B6-4BFF-869D-7C9ACCB05252}" dt="2023-01-15T20:28:26.379" v="305" actId="164"/>
          <ac:spMkLst>
            <pc:docMk/>
            <pc:sldMk cId="2062485107" sldId="278"/>
            <ac:spMk id="28" creationId="{061B194F-183C-33E6-0016-3805A7028244}"/>
          </ac:spMkLst>
        </pc:spChg>
        <pc:spChg chg="add mod">
          <ac:chgData name="גרא וייס" userId="f0aa0173-552d-4808-9782-d425e6aaf8d9" providerId="ADAL" clId="{200FA4B2-58B6-4BFF-869D-7C9ACCB05252}" dt="2023-01-15T20:28:26.379" v="305" actId="164"/>
          <ac:spMkLst>
            <pc:docMk/>
            <pc:sldMk cId="2062485107" sldId="278"/>
            <ac:spMk id="29" creationId="{57231939-2890-C346-6CA6-B13B95BD2D47}"/>
          </ac:spMkLst>
        </pc:spChg>
        <pc:spChg chg="add mod">
          <ac:chgData name="גרא וייס" userId="f0aa0173-552d-4808-9782-d425e6aaf8d9" providerId="ADAL" clId="{200FA4B2-58B6-4BFF-869D-7C9ACCB05252}" dt="2023-01-15T20:28:26.379" v="305" actId="164"/>
          <ac:spMkLst>
            <pc:docMk/>
            <pc:sldMk cId="2062485107" sldId="278"/>
            <ac:spMk id="30" creationId="{1ADA64AA-8750-9D1F-2A38-35A00600F035}"/>
          </ac:spMkLst>
        </pc:spChg>
        <pc:spChg chg="mod">
          <ac:chgData name="גרא וייס" userId="f0aa0173-552d-4808-9782-d425e6aaf8d9" providerId="ADAL" clId="{200FA4B2-58B6-4BFF-869D-7C9ACCB05252}" dt="2023-01-15T20:28:30.484" v="306" actId="571"/>
          <ac:spMkLst>
            <pc:docMk/>
            <pc:sldMk cId="2062485107" sldId="278"/>
            <ac:spMk id="34" creationId="{54E96B36-A9E0-5CCF-74F2-DFDB0CE11CF1}"/>
          </ac:spMkLst>
        </pc:spChg>
        <pc:spChg chg="mod">
          <ac:chgData name="גרא וייס" userId="f0aa0173-552d-4808-9782-d425e6aaf8d9" providerId="ADAL" clId="{200FA4B2-58B6-4BFF-869D-7C9ACCB05252}" dt="2023-01-15T20:28:30.484" v="306" actId="571"/>
          <ac:spMkLst>
            <pc:docMk/>
            <pc:sldMk cId="2062485107" sldId="278"/>
            <ac:spMk id="35" creationId="{DF664F06-3A10-32A1-1E01-5B2421C60889}"/>
          </ac:spMkLst>
        </pc:spChg>
        <pc:spChg chg="mod">
          <ac:chgData name="גרא וייס" userId="f0aa0173-552d-4808-9782-d425e6aaf8d9" providerId="ADAL" clId="{200FA4B2-58B6-4BFF-869D-7C9ACCB05252}" dt="2023-01-15T20:28:30.484" v="306" actId="571"/>
          <ac:spMkLst>
            <pc:docMk/>
            <pc:sldMk cId="2062485107" sldId="278"/>
            <ac:spMk id="36" creationId="{D537D888-FBDA-9BAA-C6CC-E78FC61795D1}"/>
          </ac:spMkLst>
        </pc:spChg>
        <pc:spChg chg="del mod">
          <ac:chgData name="גרא וייס" userId="f0aa0173-552d-4808-9782-d425e6aaf8d9" providerId="ADAL" clId="{200FA4B2-58B6-4BFF-869D-7C9ACCB05252}" dt="2023-01-15T20:28:39.054" v="307" actId="478"/>
          <ac:spMkLst>
            <pc:docMk/>
            <pc:sldMk cId="2062485107" sldId="278"/>
            <ac:spMk id="37" creationId="{E5D8B327-889B-B037-A7AE-0E0FF0F4EB17}"/>
          </ac:spMkLst>
        </pc:spChg>
        <pc:spChg chg="mod">
          <ac:chgData name="גרא וייס" userId="f0aa0173-552d-4808-9782-d425e6aaf8d9" providerId="ADAL" clId="{200FA4B2-58B6-4BFF-869D-7C9ACCB05252}" dt="2023-01-15T20:28:48.840" v="308" actId="571"/>
          <ac:spMkLst>
            <pc:docMk/>
            <pc:sldMk cId="2062485107" sldId="278"/>
            <ac:spMk id="40" creationId="{DCC3EE75-EDB3-77EB-6C91-9E104F37AFDA}"/>
          </ac:spMkLst>
        </pc:spChg>
        <pc:spChg chg="mod">
          <ac:chgData name="גרא וייס" userId="f0aa0173-552d-4808-9782-d425e6aaf8d9" providerId="ADAL" clId="{200FA4B2-58B6-4BFF-869D-7C9ACCB05252}" dt="2023-01-15T20:28:48.840" v="308" actId="571"/>
          <ac:spMkLst>
            <pc:docMk/>
            <pc:sldMk cId="2062485107" sldId="278"/>
            <ac:spMk id="41" creationId="{A644F49E-5DD2-1488-8021-FCA2CC5FC639}"/>
          </ac:spMkLst>
        </pc:spChg>
        <pc:spChg chg="del mod">
          <ac:chgData name="גרא וייס" userId="f0aa0173-552d-4808-9782-d425e6aaf8d9" providerId="ADAL" clId="{200FA4B2-58B6-4BFF-869D-7C9ACCB05252}" dt="2023-01-15T20:28:57.327" v="309" actId="478"/>
          <ac:spMkLst>
            <pc:docMk/>
            <pc:sldMk cId="2062485107" sldId="278"/>
            <ac:spMk id="42" creationId="{4BB254B5-331D-FA6D-100D-244B4454ED6C}"/>
          </ac:spMkLst>
        </pc:spChg>
        <pc:spChg chg="mod">
          <ac:chgData name="גרא וייס" userId="f0aa0173-552d-4808-9782-d425e6aaf8d9" providerId="ADAL" clId="{200FA4B2-58B6-4BFF-869D-7C9ACCB05252}" dt="2023-01-15T20:28:48.840" v="308" actId="571"/>
          <ac:spMkLst>
            <pc:docMk/>
            <pc:sldMk cId="2062485107" sldId="278"/>
            <ac:spMk id="43" creationId="{22D16FF6-3219-9165-67AC-99822DD32834}"/>
          </ac:spMkLst>
        </pc:spChg>
        <pc:spChg chg="mod">
          <ac:chgData name="גרא וייס" userId="f0aa0173-552d-4808-9782-d425e6aaf8d9" providerId="ADAL" clId="{200FA4B2-58B6-4BFF-869D-7C9ACCB05252}" dt="2023-01-15T20:29:02.587" v="310" actId="571"/>
          <ac:spMkLst>
            <pc:docMk/>
            <pc:sldMk cId="2062485107" sldId="278"/>
            <ac:spMk id="46" creationId="{BF8F0FB9-CC4C-018A-4B09-BD469B426FCD}"/>
          </ac:spMkLst>
        </pc:spChg>
        <pc:spChg chg="mod">
          <ac:chgData name="גרא וייס" userId="f0aa0173-552d-4808-9782-d425e6aaf8d9" providerId="ADAL" clId="{200FA4B2-58B6-4BFF-869D-7C9ACCB05252}" dt="2023-01-15T20:29:02.587" v="310" actId="571"/>
          <ac:spMkLst>
            <pc:docMk/>
            <pc:sldMk cId="2062485107" sldId="278"/>
            <ac:spMk id="47" creationId="{2BB93C50-77C4-5207-C0F8-B366889169B0}"/>
          </ac:spMkLst>
        </pc:spChg>
        <pc:spChg chg="mod">
          <ac:chgData name="גרא וייס" userId="f0aa0173-552d-4808-9782-d425e6aaf8d9" providerId="ADAL" clId="{200FA4B2-58B6-4BFF-869D-7C9ACCB05252}" dt="2023-01-15T20:29:02.587" v="310" actId="571"/>
          <ac:spMkLst>
            <pc:docMk/>
            <pc:sldMk cId="2062485107" sldId="278"/>
            <ac:spMk id="48" creationId="{EED3311E-ABE1-C08C-E7AB-18808E129B0E}"/>
          </ac:spMkLst>
        </pc:spChg>
        <pc:spChg chg="mod">
          <ac:chgData name="גרא וייס" userId="f0aa0173-552d-4808-9782-d425e6aaf8d9" providerId="ADAL" clId="{200FA4B2-58B6-4BFF-869D-7C9ACCB05252}" dt="2023-01-15T20:29:02.587" v="310" actId="571"/>
          <ac:spMkLst>
            <pc:docMk/>
            <pc:sldMk cId="2062485107" sldId="278"/>
            <ac:spMk id="49" creationId="{21D81B5E-FEF6-4198-AFAD-ED3A18FA9AAB}"/>
          </ac:spMkLst>
        </pc:spChg>
        <pc:spChg chg="mod">
          <ac:chgData name="גרא וייס" userId="f0aa0173-552d-4808-9782-d425e6aaf8d9" providerId="ADAL" clId="{200FA4B2-58B6-4BFF-869D-7C9ACCB05252}" dt="2023-01-15T20:29:17.716" v="312" actId="571"/>
          <ac:spMkLst>
            <pc:docMk/>
            <pc:sldMk cId="2062485107" sldId="278"/>
            <ac:spMk id="52" creationId="{D115E508-8070-D03A-9851-E0FC5ACE30CB}"/>
          </ac:spMkLst>
        </pc:spChg>
        <pc:spChg chg="del mod">
          <ac:chgData name="גרא וייס" userId="f0aa0173-552d-4808-9782-d425e6aaf8d9" providerId="ADAL" clId="{200FA4B2-58B6-4BFF-869D-7C9ACCB05252}" dt="2023-01-15T20:29:26.680" v="314" actId="478"/>
          <ac:spMkLst>
            <pc:docMk/>
            <pc:sldMk cId="2062485107" sldId="278"/>
            <ac:spMk id="53" creationId="{6EC3ED2B-7CAD-017F-D663-16EA4FB5D1B8}"/>
          </ac:spMkLst>
        </pc:spChg>
        <pc:spChg chg="del mod">
          <ac:chgData name="גרא וייס" userId="f0aa0173-552d-4808-9782-d425e6aaf8d9" providerId="ADAL" clId="{200FA4B2-58B6-4BFF-869D-7C9ACCB05252}" dt="2023-01-15T20:29:24.044" v="313" actId="478"/>
          <ac:spMkLst>
            <pc:docMk/>
            <pc:sldMk cId="2062485107" sldId="278"/>
            <ac:spMk id="54" creationId="{9052561D-C927-F36F-ADA4-5B715DD1E091}"/>
          </ac:spMkLst>
        </pc:spChg>
        <pc:spChg chg="del mod">
          <ac:chgData name="גרא וייס" userId="f0aa0173-552d-4808-9782-d425e6aaf8d9" providerId="ADAL" clId="{200FA4B2-58B6-4BFF-869D-7C9ACCB05252}" dt="2023-01-15T20:29:30.969" v="315" actId="478"/>
          <ac:spMkLst>
            <pc:docMk/>
            <pc:sldMk cId="2062485107" sldId="278"/>
            <ac:spMk id="55" creationId="{C80F5170-172B-9566-A27C-1058A7F45D20}"/>
          </ac:spMkLst>
        </pc:spChg>
        <pc:spChg chg="del mod">
          <ac:chgData name="גרא וייס" userId="f0aa0173-552d-4808-9782-d425e6aaf8d9" providerId="ADAL" clId="{200FA4B2-58B6-4BFF-869D-7C9ACCB05252}" dt="2023-01-15T20:29:59.093" v="318" actId="478"/>
          <ac:spMkLst>
            <pc:docMk/>
            <pc:sldMk cId="2062485107" sldId="278"/>
            <ac:spMk id="58" creationId="{F4FAB9EE-025C-25D6-B1FB-2768A1E50BA4}"/>
          </ac:spMkLst>
        </pc:spChg>
        <pc:spChg chg="mod">
          <ac:chgData name="גרא וייס" userId="f0aa0173-552d-4808-9782-d425e6aaf8d9" providerId="ADAL" clId="{200FA4B2-58B6-4BFF-869D-7C9ACCB05252}" dt="2023-01-15T20:29:44.993" v="316"/>
          <ac:spMkLst>
            <pc:docMk/>
            <pc:sldMk cId="2062485107" sldId="278"/>
            <ac:spMk id="59" creationId="{A5FDE546-7C55-2F1E-4E5C-15690B837569}"/>
          </ac:spMkLst>
        </pc:spChg>
        <pc:spChg chg="mod">
          <ac:chgData name="גרא וייס" userId="f0aa0173-552d-4808-9782-d425e6aaf8d9" providerId="ADAL" clId="{200FA4B2-58B6-4BFF-869D-7C9ACCB05252}" dt="2023-01-15T20:29:44.993" v="316"/>
          <ac:spMkLst>
            <pc:docMk/>
            <pc:sldMk cId="2062485107" sldId="278"/>
            <ac:spMk id="60" creationId="{E1ADBFE7-D749-6E51-1E70-C97725BFE5CA}"/>
          </ac:spMkLst>
        </pc:spChg>
        <pc:spChg chg="mod">
          <ac:chgData name="גרא וייס" userId="f0aa0173-552d-4808-9782-d425e6aaf8d9" providerId="ADAL" clId="{200FA4B2-58B6-4BFF-869D-7C9ACCB05252}" dt="2023-01-15T20:29:44.993" v="316"/>
          <ac:spMkLst>
            <pc:docMk/>
            <pc:sldMk cId="2062485107" sldId="278"/>
            <ac:spMk id="61" creationId="{24FD8550-05EC-B9AE-D25F-1A96AAAF0518}"/>
          </ac:spMkLst>
        </pc:spChg>
        <pc:spChg chg="add mod">
          <ac:chgData name="גרא וייס" userId="f0aa0173-552d-4808-9782-d425e6aaf8d9" providerId="ADAL" clId="{200FA4B2-58B6-4BFF-869D-7C9ACCB05252}" dt="2023-01-15T20:32:51.416" v="415" actId="1036"/>
          <ac:spMkLst>
            <pc:docMk/>
            <pc:sldMk cId="2062485107" sldId="278"/>
            <ac:spMk id="62" creationId="{D58EE983-C278-8C1B-9F3F-0A8DB64CF752}"/>
          </ac:spMkLst>
        </pc:spChg>
        <pc:spChg chg="mod">
          <ac:chgData name="גרא וייס" userId="f0aa0173-552d-4808-9782-d425e6aaf8d9" providerId="ADAL" clId="{200FA4B2-58B6-4BFF-869D-7C9ACCB05252}" dt="2023-01-15T20:31:11.993" v="350" actId="571"/>
          <ac:spMkLst>
            <pc:docMk/>
            <pc:sldMk cId="2062485107" sldId="278"/>
            <ac:spMk id="1025" creationId="{F95AEF3B-218D-582B-F8B4-8F0C3336ACE5}"/>
          </ac:spMkLst>
        </pc:spChg>
        <pc:spChg chg="mod">
          <ac:chgData name="גרא וייס" userId="f0aa0173-552d-4808-9782-d425e6aaf8d9" providerId="ADAL" clId="{200FA4B2-58B6-4BFF-869D-7C9ACCB05252}" dt="2023-01-15T20:31:11.993" v="350" actId="571"/>
          <ac:spMkLst>
            <pc:docMk/>
            <pc:sldMk cId="2062485107" sldId="278"/>
            <ac:spMk id="1027" creationId="{C6447906-52C9-0B12-72F6-4CDDDCDC2574}"/>
          </ac:spMkLst>
        </pc:spChg>
        <pc:spChg chg="mod">
          <ac:chgData name="גרא וייס" userId="f0aa0173-552d-4808-9782-d425e6aaf8d9" providerId="ADAL" clId="{200FA4B2-58B6-4BFF-869D-7C9ACCB05252}" dt="2023-01-15T20:31:11.993" v="350" actId="571"/>
          <ac:spMkLst>
            <pc:docMk/>
            <pc:sldMk cId="2062485107" sldId="278"/>
            <ac:spMk id="1030" creationId="{A5011E3F-E8B9-98FA-12B0-A0675141534F}"/>
          </ac:spMkLst>
        </pc:spChg>
        <pc:spChg chg="add mod">
          <ac:chgData name="גרא וייס" userId="f0aa0173-552d-4808-9782-d425e6aaf8d9" providerId="ADAL" clId="{200FA4B2-58B6-4BFF-869D-7C9ACCB05252}" dt="2023-01-15T20:32:51.416" v="415" actId="1036"/>
          <ac:spMkLst>
            <pc:docMk/>
            <pc:sldMk cId="2062485107" sldId="278"/>
            <ac:spMk id="1031" creationId="{0AB64E4A-3A24-F7FD-8E56-F1130B0713C0}"/>
          </ac:spMkLst>
        </pc:spChg>
        <pc:grpChg chg="add mod">
          <ac:chgData name="גרא וייס" userId="f0aa0173-552d-4808-9782-d425e6aaf8d9" providerId="ADAL" clId="{200FA4B2-58B6-4BFF-869D-7C9ACCB05252}" dt="2023-01-15T20:32:51.416" v="415" actId="1036"/>
          <ac:grpSpMkLst>
            <pc:docMk/>
            <pc:sldMk cId="2062485107" sldId="278"/>
            <ac:grpSpMk id="31" creationId="{D9F7A5FC-90C0-EE95-0AF4-D0C834910061}"/>
          </ac:grpSpMkLst>
        </pc:grpChg>
        <pc:grpChg chg="add mod">
          <ac:chgData name="גרא וייס" userId="f0aa0173-552d-4808-9782-d425e6aaf8d9" providerId="ADAL" clId="{200FA4B2-58B6-4BFF-869D-7C9ACCB05252}" dt="2023-01-15T20:32:51.416" v="415" actId="1036"/>
          <ac:grpSpMkLst>
            <pc:docMk/>
            <pc:sldMk cId="2062485107" sldId="278"/>
            <ac:grpSpMk id="32" creationId="{5808CA5B-CFBF-86EB-DADD-50C10E61855B}"/>
          </ac:grpSpMkLst>
        </pc:grpChg>
        <pc:grpChg chg="add mod">
          <ac:chgData name="גרא וייס" userId="f0aa0173-552d-4808-9782-d425e6aaf8d9" providerId="ADAL" clId="{200FA4B2-58B6-4BFF-869D-7C9ACCB05252}" dt="2023-01-15T20:32:51.416" v="415" actId="1036"/>
          <ac:grpSpMkLst>
            <pc:docMk/>
            <pc:sldMk cId="2062485107" sldId="278"/>
            <ac:grpSpMk id="38" creationId="{0831F3C8-9795-E207-594C-018F9D65DA25}"/>
          </ac:grpSpMkLst>
        </pc:grpChg>
        <pc:grpChg chg="add mod">
          <ac:chgData name="גרא וייס" userId="f0aa0173-552d-4808-9782-d425e6aaf8d9" providerId="ADAL" clId="{200FA4B2-58B6-4BFF-869D-7C9ACCB05252}" dt="2023-01-15T20:32:51.416" v="415" actId="1036"/>
          <ac:grpSpMkLst>
            <pc:docMk/>
            <pc:sldMk cId="2062485107" sldId="278"/>
            <ac:grpSpMk id="44" creationId="{473FE106-18BB-A330-E0D3-059EA57F866E}"/>
          </ac:grpSpMkLst>
        </pc:grpChg>
        <pc:grpChg chg="add mod">
          <ac:chgData name="גרא וייס" userId="f0aa0173-552d-4808-9782-d425e6aaf8d9" providerId="ADAL" clId="{200FA4B2-58B6-4BFF-869D-7C9ACCB05252}" dt="2023-01-15T20:32:51.416" v="415" actId="1036"/>
          <ac:grpSpMkLst>
            <pc:docMk/>
            <pc:sldMk cId="2062485107" sldId="278"/>
            <ac:grpSpMk id="50" creationId="{8FC53C53-BE56-985D-92DA-BB50A0F2E812}"/>
          </ac:grpSpMkLst>
        </pc:grpChg>
        <pc:grpChg chg="add mod">
          <ac:chgData name="גרא וייס" userId="f0aa0173-552d-4808-9782-d425e6aaf8d9" providerId="ADAL" clId="{200FA4B2-58B6-4BFF-869D-7C9ACCB05252}" dt="2023-01-15T20:32:51.416" v="415" actId="1036"/>
          <ac:grpSpMkLst>
            <pc:docMk/>
            <pc:sldMk cId="2062485107" sldId="278"/>
            <ac:grpSpMk id="56" creationId="{C11D0549-3C61-747C-19FF-F2A657F80002}"/>
          </ac:grpSpMkLst>
        </pc:grpChg>
        <pc:grpChg chg="add mod">
          <ac:chgData name="גרא וייס" userId="f0aa0173-552d-4808-9782-d425e6aaf8d9" providerId="ADAL" clId="{200FA4B2-58B6-4BFF-869D-7C9ACCB05252}" dt="2023-01-15T20:32:51.416" v="415" actId="1036"/>
          <ac:grpSpMkLst>
            <pc:docMk/>
            <pc:sldMk cId="2062485107" sldId="278"/>
            <ac:grpSpMk id="63" creationId="{757A7E77-C1CC-3257-D8F2-00979C4A169A}"/>
          </ac:grpSpMkLst>
        </pc:grpChg>
        <pc:picChg chg="add del mod">
          <ac:chgData name="גרא וייס" userId="f0aa0173-552d-4808-9782-d425e6aaf8d9" providerId="ADAL" clId="{200FA4B2-58B6-4BFF-869D-7C9ACCB05252}" dt="2023-01-15T20:27:02.111" v="217" actId="478"/>
          <ac:picMkLst>
            <pc:docMk/>
            <pc:sldMk cId="2062485107" sldId="278"/>
            <ac:picMk id="6" creationId="{0307D559-6935-DC78-5F6D-BDA3DC6F7BB5}"/>
          </ac:picMkLst>
        </pc:picChg>
        <pc:picChg chg="add del mod">
          <ac:chgData name="גרא וייס" userId="f0aa0173-552d-4808-9782-d425e6aaf8d9" providerId="ADAL" clId="{200FA4B2-58B6-4BFF-869D-7C9ACCB05252}" dt="2023-01-15T20:27:10.942" v="223" actId="478"/>
          <ac:picMkLst>
            <pc:docMk/>
            <pc:sldMk cId="2062485107" sldId="278"/>
            <ac:picMk id="9" creationId="{0A450F39-CEE8-68AC-BE03-0D195385D50C}"/>
          </ac:picMkLst>
        </pc:picChg>
        <pc:picChg chg="del">
          <ac:chgData name="גרא וייס" userId="f0aa0173-552d-4808-9782-d425e6aaf8d9" providerId="ADAL" clId="{200FA4B2-58B6-4BFF-869D-7C9ACCB05252}" dt="2023-01-15T20:15:01.841" v="74" actId="478"/>
          <ac:picMkLst>
            <pc:docMk/>
            <pc:sldMk cId="2062485107" sldId="278"/>
            <ac:picMk id="10" creationId="{82804749-4D68-84BE-FED1-1677493A582A}"/>
          </ac:picMkLst>
        </pc:picChg>
        <pc:picChg chg="del">
          <ac:chgData name="גרא וייס" userId="f0aa0173-552d-4808-9782-d425e6aaf8d9" providerId="ADAL" clId="{200FA4B2-58B6-4BFF-869D-7C9ACCB05252}" dt="2023-01-15T20:15:01.841" v="74" actId="478"/>
          <ac:picMkLst>
            <pc:docMk/>
            <pc:sldMk cId="2062485107" sldId="278"/>
            <ac:picMk id="12" creationId="{69F235C9-AF18-EB0F-A7C1-5645F86D47FE}"/>
          </ac:picMkLst>
        </pc:picChg>
        <pc:picChg chg="del">
          <ac:chgData name="גרא וייס" userId="f0aa0173-552d-4808-9782-d425e6aaf8d9" providerId="ADAL" clId="{200FA4B2-58B6-4BFF-869D-7C9ACCB05252}" dt="2023-01-15T20:15:01.841" v="74" actId="478"/>
          <ac:picMkLst>
            <pc:docMk/>
            <pc:sldMk cId="2062485107" sldId="278"/>
            <ac:picMk id="14" creationId="{E3B908C0-5C37-3B86-A5C0-C75726539896}"/>
          </ac:picMkLst>
        </pc:picChg>
        <pc:picChg chg="add del mod">
          <ac:chgData name="גרא וייס" userId="f0aa0173-552d-4808-9782-d425e6aaf8d9" providerId="ADAL" clId="{200FA4B2-58B6-4BFF-869D-7C9ACCB05252}" dt="2023-01-15T20:28:21.020" v="303" actId="478"/>
          <ac:picMkLst>
            <pc:docMk/>
            <pc:sldMk cId="2062485107" sldId="278"/>
            <ac:picMk id="16" creationId="{64B7D26C-5591-CDDE-DEE1-79B38B3EECB6}"/>
          </ac:picMkLst>
        </pc:picChg>
        <pc:picChg chg="del">
          <ac:chgData name="גרא וייס" userId="f0aa0173-552d-4808-9782-d425e6aaf8d9" providerId="ADAL" clId="{200FA4B2-58B6-4BFF-869D-7C9ACCB05252}" dt="2023-01-15T20:15:01.841" v="74" actId="478"/>
          <ac:picMkLst>
            <pc:docMk/>
            <pc:sldMk cId="2062485107" sldId="278"/>
            <ac:picMk id="17" creationId="{FFED1C7F-32C4-1BE9-9CE7-50FB56B75799}"/>
          </ac:picMkLst>
        </pc:picChg>
        <pc:picChg chg="del">
          <ac:chgData name="גרא וייס" userId="f0aa0173-552d-4808-9782-d425e6aaf8d9" providerId="ADAL" clId="{200FA4B2-58B6-4BFF-869D-7C9ACCB05252}" dt="2023-01-15T20:15:01.841" v="74" actId="478"/>
          <ac:picMkLst>
            <pc:docMk/>
            <pc:sldMk cId="2062485107" sldId="278"/>
            <ac:picMk id="19" creationId="{39C9490D-9477-D277-7783-ABE26C174102}"/>
          </ac:picMkLst>
        </pc:picChg>
        <pc:picChg chg="add del mod">
          <ac:chgData name="גרא וייס" userId="f0aa0173-552d-4808-9782-d425e6aaf8d9" providerId="ADAL" clId="{200FA4B2-58B6-4BFF-869D-7C9ACCB05252}" dt="2023-01-15T20:25:44.222" v="213" actId="478"/>
          <ac:picMkLst>
            <pc:docMk/>
            <pc:sldMk cId="2062485107" sldId="278"/>
            <ac:picMk id="21" creationId="{F723422C-56A0-D23F-180B-368C67EDE5B6}"/>
          </ac:picMkLst>
        </pc:picChg>
        <pc:picChg chg="add del mod">
          <ac:chgData name="גרא וייס" userId="f0aa0173-552d-4808-9782-d425e6aaf8d9" providerId="ADAL" clId="{200FA4B2-58B6-4BFF-869D-7C9ACCB05252}" dt="2023-01-15T20:28:21.692" v="304" actId="478"/>
          <ac:picMkLst>
            <pc:docMk/>
            <pc:sldMk cId="2062485107" sldId="278"/>
            <ac:picMk id="23" creationId="{9E717965-9E26-33CD-8057-0E3291D97552}"/>
          </ac:picMkLst>
        </pc:picChg>
        <pc:picChg chg="add mod">
          <ac:chgData name="גרא וייס" userId="f0aa0173-552d-4808-9782-d425e6aaf8d9" providerId="ADAL" clId="{200FA4B2-58B6-4BFF-869D-7C9ACCB05252}" dt="2023-01-15T20:32:51.416" v="415" actId="1036"/>
          <ac:picMkLst>
            <pc:docMk/>
            <pc:sldMk cId="2062485107" sldId="278"/>
            <ac:picMk id="25" creationId="{5D1BF59D-FD5B-FCF2-F5F6-B8AAE775D437}"/>
          </ac:picMkLst>
        </pc:picChg>
        <pc:picChg chg="add mod">
          <ac:chgData name="גרא וייס" userId="f0aa0173-552d-4808-9782-d425e6aaf8d9" providerId="ADAL" clId="{200FA4B2-58B6-4BFF-869D-7C9ACCB05252}" dt="2023-01-15T20:28:26.379" v="305" actId="164"/>
          <ac:picMkLst>
            <pc:docMk/>
            <pc:sldMk cId="2062485107" sldId="278"/>
            <ac:picMk id="26" creationId="{A21575A4-64E3-101A-6B30-156AE4112511}"/>
          </ac:picMkLst>
        </pc:picChg>
        <pc:picChg chg="mod">
          <ac:chgData name="גרא וייס" userId="f0aa0173-552d-4808-9782-d425e6aaf8d9" providerId="ADAL" clId="{200FA4B2-58B6-4BFF-869D-7C9ACCB05252}" dt="2023-01-15T20:28:30.484" v="306" actId="571"/>
          <ac:picMkLst>
            <pc:docMk/>
            <pc:sldMk cId="2062485107" sldId="278"/>
            <ac:picMk id="33" creationId="{0AEABF51-8307-604E-275C-C3F972D210A2}"/>
          </ac:picMkLst>
        </pc:picChg>
        <pc:picChg chg="mod">
          <ac:chgData name="גרא וייס" userId="f0aa0173-552d-4808-9782-d425e6aaf8d9" providerId="ADAL" clId="{200FA4B2-58B6-4BFF-869D-7C9ACCB05252}" dt="2023-01-15T20:28:48.840" v="308" actId="571"/>
          <ac:picMkLst>
            <pc:docMk/>
            <pc:sldMk cId="2062485107" sldId="278"/>
            <ac:picMk id="39" creationId="{EC5D9CE8-F7C4-DCAC-F6C7-02D1342FA124}"/>
          </ac:picMkLst>
        </pc:picChg>
        <pc:picChg chg="mod">
          <ac:chgData name="גרא וייס" userId="f0aa0173-552d-4808-9782-d425e6aaf8d9" providerId="ADAL" clId="{200FA4B2-58B6-4BFF-869D-7C9ACCB05252}" dt="2023-01-15T20:29:02.587" v="310" actId="571"/>
          <ac:picMkLst>
            <pc:docMk/>
            <pc:sldMk cId="2062485107" sldId="278"/>
            <ac:picMk id="45" creationId="{D66CC7A3-8604-2F6C-C6F5-B9BD412A7130}"/>
          </ac:picMkLst>
        </pc:picChg>
        <pc:picChg chg="mod">
          <ac:chgData name="גרא וייס" userId="f0aa0173-552d-4808-9782-d425e6aaf8d9" providerId="ADAL" clId="{200FA4B2-58B6-4BFF-869D-7C9ACCB05252}" dt="2023-01-15T20:29:17.716" v="312" actId="571"/>
          <ac:picMkLst>
            <pc:docMk/>
            <pc:sldMk cId="2062485107" sldId="278"/>
            <ac:picMk id="51" creationId="{42B6A50F-157E-E657-63DE-0F6AF0BCF5F8}"/>
          </ac:picMkLst>
        </pc:picChg>
        <pc:picChg chg="mod">
          <ac:chgData name="גרא וייס" userId="f0aa0173-552d-4808-9782-d425e6aaf8d9" providerId="ADAL" clId="{200FA4B2-58B6-4BFF-869D-7C9ACCB05252}" dt="2023-01-15T20:29:44.993" v="316"/>
          <ac:picMkLst>
            <pc:docMk/>
            <pc:sldMk cId="2062485107" sldId="278"/>
            <ac:picMk id="57" creationId="{D0B999FD-FEF8-F2EE-D126-CB91668B41AE}"/>
          </ac:picMkLst>
        </pc:picChg>
        <pc:picChg chg="mod">
          <ac:chgData name="גרא וייס" userId="f0aa0173-552d-4808-9782-d425e6aaf8d9" providerId="ADAL" clId="{200FA4B2-58B6-4BFF-869D-7C9ACCB05252}" dt="2023-01-15T20:31:11.993" v="350" actId="571"/>
          <ac:picMkLst>
            <pc:docMk/>
            <pc:sldMk cId="2062485107" sldId="278"/>
            <ac:picMk id="1024" creationId="{43B1C4B7-BFE4-45AE-7D55-351FAA1C0647}"/>
          </ac:picMkLst>
        </pc:picChg>
        <pc:picChg chg="add del mod">
          <ac:chgData name="גרא וייס" userId="f0aa0173-552d-4808-9782-d425e6aaf8d9" providerId="ADAL" clId="{200FA4B2-58B6-4BFF-869D-7C9ACCB05252}" dt="2023-01-15T20:27:09.166" v="221" actId="478"/>
          <ac:picMkLst>
            <pc:docMk/>
            <pc:sldMk cId="2062485107" sldId="278"/>
            <ac:picMk id="1026" creationId="{0FF76FBE-06F2-2EA4-DBF2-22E2778885A8}"/>
          </ac:picMkLst>
        </pc:picChg>
        <pc:picChg chg="add del mod">
          <ac:chgData name="גרא וייס" userId="f0aa0173-552d-4808-9782-d425e6aaf8d9" providerId="ADAL" clId="{200FA4B2-58B6-4BFF-869D-7C9ACCB05252}" dt="2023-01-15T20:18:32.384" v="116" actId="478"/>
          <ac:picMkLst>
            <pc:docMk/>
            <pc:sldMk cId="2062485107" sldId="278"/>
            <ac:picMk id="1028" creationId="{4863614D-3ADF-924B-269A-146E02BDDF10}"/>
          </ac:picMkLst>
        </pc:picChg>
        <pc:picChg chg="add del mod">
          <ac:chgData name="גרא וייס" userId="f0aa0173-552d-4808-9782-d425e6aaf8d9" providerId="ADAL" clId="{200FA4B2-58B6-4BFF-869D-7C9ACCB05252}" dt="2023-01-15T20:27:10.351" v="222" actId="478"/>
          <ac:picMkLst>
            <pc:docMk/>
            <pc:sldMk cId="2062485107" sldId="278"/>
            <ac:picMk id="1029" creationId="{49E37877-0C7A-7620-6FE6-C6724E2250AC}"/>
          </ac:picMkLst>
        </pc:picChg>
      </pc:sldChg>
    </pc:docChg>
  </pc:docChgLst>
  <pc:docChgLst>
    <pc:chgData name="Gera Weiss" userId="f0aa0173-552d-4808-9782-d425e6aaf8d9" providerId="ADAL" clId="{FCDFEDAD-3E42-496E-85E2-64BFF3212E71}"/>
    <pc:docChg chg="custSel addSld modSld sldOrd">
      <pc:chgData name="Gera Weiss" userId="f0aa0173-552d-4808-9782-d425e6aaf8d9" providerId="ADAL" clId="{FCDFEDAD-3E42-496E-85E2-64BFF3212E71}" dt="2023-01-16T05:46:34.635" v="286"/>
      <pc:docMkLst>
        <pc:docMk/>
      </pc:docMkLst>
      <pc:sldChg chg="addSp delSp modSp add mod ord">
        <pc:chgData name="Gera Weiss" userId="f0aa0173-552d-4808-9782-d425e6aaf8d9" providerId="ADAL" clId="{FCDFEDAD-3E42-496E-85E2-64BFF3212E71}" dt="2023-01-16T05:46:34.635" v="286"/>
        <pc:sldMkLst>
          <pc:docMk/>
          <pc:sldMk cId="1200743793" sldId="279"/>
        </pc:sldMkLst>
        <pc:spChg chg="mod">
          <ac:chgData name="Gera Weiss" userId="f0aa0173-552d-4808-9782-d425e6aaf8d9" providerId="ADAL" clId="{FCDFEDAD-3E42-496E-85E2-64BFF3212E71}" dt="2023-01-16T05:39:38.959" v="33" actId="20577"/>
          <ac:spMkLst>
            <pc:docMk/>
            <pc:sldMk cId="1200743793" sldId="279"/>
            <ac:spMk id="2" creationId="{28EC7D88-1660-4F75-8CB7-21B5CF66AC10}"/>
          </ac:spMkLst>
        </pc:spChg>
        <pc:spChg chg="del">
          <ac:chgData name="Gera Weiss" userId="f0aa0173-552d-4808-9782-d425e6aaf8d9" providerId="ADAL" clId="{FCDFEDAD-3E42-496E-85E2-64BFF3212E71}" dt="2023-01-16T05:39:21.999" v="1" actId="478"/>
          <ac:spMkLst>
            <pc:docMk/>
            <pc:sldMk cId="1200743793" sldId="279"/>
            <ac:spMk id="5" creationId="{00000000-0000-0000-0000-000000000000}"/>
          </ac:spMkLst>
        </pc:spChg>
        <pc:spChg chg="add mod">
          <ac:chgData name="Gera Weiss" userId="f0aa0173-552d-4808-9782-d425e6aaf8d9" providerId="ADAL" clId="{FCDFEDAD-3E42-496E-85E2-64BFF3212E71}" dt="2023-01-16T05:46:30.593" v="284" actId="1076"/>
          <ac:spMkLst>
            <pc:docMk/>
            <pc:sldMk cId="1200743793" sldId="279"/>
            <ac:spMk id="8" creationId="{DAE4CF0D-D32E-4305-6332-66AA608A9F6D}"/>
          </ac:spMkLst>
        </pc:spChg>
        <pc:picChg chg="add del mod">
          <ac:chgData name="Gera Weiss" userId="f0aa0173-552d-4808-9782-d425e6aaf8d9" providerId="ADAL" clId="{FCDFEDAD-3E42-496E-85E2-64BFF3212E71}" dt="2023-01-16T05:45:48.803" v="273" actId="478"/>
          <ac:picMkLst>
            <pc:docMk/>
            <pc:sldMk cId="1200743793" sldId="279"/>
            <ac:picMk id="7" creationId="{E3E29EE7-85DA-4FAE-168F-6C3D6D6355CA}"/>
          </ac:picMkLst>
        </pc:picChg>
      </pc:sldChg>
    </pc:docChg>
  </pc:docChgLst>
</pc:chgInfo>
</file>

<file path=ppt/diagrams/_rels/data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13" Type="http://schemas.openxmlformats.org/officeDocument/2006/relationships/image" Target="../media/image28.png"/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12" Type="http://schemas.openxmlformats.org/officeDocument/2006/relationships/image" Target="../media/image27.png"/><Relationship Id="rId17" Type="http://schemas.openxmlformats.org/officeDocument/2006/relationships/image" Target="../media/image32.png"/><Relationship Id="rId2" Type="http://schemas.openxmlformats.org/officeDocument/2006/relationships/image" Target="../media/image17.png"/><Relationship Id="rId16" Type="http://schemas.openxmlformats.org/officeDocument/2006/relationships/image" Target="../media/image31.png"/><Relationship Id="rId1" Type="http://schemas.openxmlformats.org/officeDocument/2006/relationships/image" Target="../media/image16.png"/><Relationship Id="rId6" Type="http://schemas.openxmlformats.org/officeDocument/2006/relationships/image" Target="../media/image21.png"/><Relationship Id="rId11" Type="http://schemas.openxmlformats.org/officeDocument/2006/relationships/image" Target="../media/image26.png"/><Relationship Id="rId5" Type="http://schemas.openxmlformats.org/officeDocument/2006/relationships/image" Target="../media/image20.png"/><Relationship Id="rId15" Type="http://schemas.openxmlformats.org/officeDocument/2006/relationships/image" Target="../media/image30.png"/><Relationship Id="rId10" Type="http://schemas.openxmlformats.org/officeDocument/2006/relationships/image" Target="../media/image25.png"/><Relationship Id="rId4" Type="http://schemas.openxmlformats.org/officeDocument/2006/relationships/image" Target="../media/image19.png"/><Relationship Id="rId9" Type="http://schemas.openxmlformats.org/officeDocument/2006/relationships/image" Target="../media/image24.png"/><Relationship Id="rId14" Type="http://schemas.openxmlformats.org/officeDocument/2006/relationships/image" Target="../media/image29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3">
  <dgm:title val=""/>
  <dgm:desc val=""/>
  <dgm:catLst>
    <dgm:cat type="colorful" pri="103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19996A8-B27E-485A-89DE-B829A5F15FE9}" type="doc">
      <dgm:prSet loTypeId="urn:microsoft.com/office/officeart/2005/8/layout/hierarchy6" loCatId="hierarchy" qsTypeId="urn:microsoft.com/office/officeart/2005/8/quickstyle/3d1" qsCatId="3D" csTypeId="urn:microsoft.com/office/officeart/2005/8/colors/colorful3" csCatId="colorful" phldr="1"/>
      <dgm:spPr/>
      <dgm:t>
        <a:bodyPr/>
        <a:lstStyle/>
        <a:p>
          <a:endParaRPr lang="en-US"/>
        </a:p>
      </dgm:t>
    </dgm:pt>
    <mc:AlternateContent xmlns:mc="http://schemas.openxmlformats.org/markup-compatibility/2006">
      <mc:Choice xmlns:a14="http://schemas.microsoft.com/office/drawing/2010/main" Requires="a14">
        <dgm:pt modelId="{281AE90F-58EE-406A-87C8-4E26FA76311E}">
          <dgm:prSet phldrT="[Text]" custT="1"/>
          <dgm:spPr>
            <a:noFill/>
            <a:ln>
              <a:noFill/>
            </a:ln>
            <a:effectLst/>
            <a:scene3d>
              <a:camera prst="orthographicFront"/>
              <a:lightRig rig="flat" dir="t"/>
            </a:scene3d>
          </dgm:spPr>
          <dgm:t>
            <a:bodyPr/>
            <a:lstStyle/>
            <a:p>
              <a:pPr/>
              <a14:m>
                <m:oMathPara xmlns:m="http://schemas.openxmlformats.org/officeDocument/2006/math">
                  <m:oMathParaPr>
                    <m:jc m:val="centerGroup"/>
                  </m:oMathParaPr>
                  <m:oMath xmlns:m="http://schemas.openxmlformats.org/officeDocument/2006/math">
                    <m:d>
                      <m:dPr>
                        <m:begChr m:val="⟨"/>
                        <m:endChr m:val="⟩"/>
                        <m:ctrlPr>
                          <a:rPr lang="en-US" sz="140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400" b="0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sz="1400" b="0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US" sz="1400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1400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</m:oMath>
                </m:oMathPara>
              </a14:m>
              <a:endParaRPr lang="en-US" sz="1400"/>
            </a:p>
          </dgm:t>
        </dgm:pt>
      </mc:Choice>
      <mc:Fallback>
        <dgm:pt modelId="{281AE90F-58EE-406A-87C8-4E26FA76311E}">
          <dgm:prSet phldrT="[Text]" custT="1"/>
          <dgm:spPr>
            <a:noFill/>
            <a:ln>
              <a:noFill/>
            </a:ln>
            <a:effectLst/>
            <a:scene3d>
              <a:camera prst="orthographicFront"/>
              <a:lightRig rig="flat" dir="t"/>
            </a:scene3d>
          </dgm:spPr>
          <dgm:t>
            <a:bodyPr/>
            <a:lstStyle/>
            <a:p>
              <a:pPr/>
              <a:r>
                <a:rPr lang="en-US" sz="1400" i="0">
                  <a:solidFill>
                    <a:srgbClr val="00B050"/>
                  </a:solidFill>
                  <a:latin typeface="Cambria Math" panose="02040503050406030204" pitchFamily="18" charset="0"/>
                </a:rPr>
                <a:t>⟨</a:t>
              </a:r>
              <a:r>
                <a:rPr lang="en-US" sz="1400" b="0" i="0">
                  <a:solidFill>
                    <a:srgbClr val="00B050"/>
                  </a:solidFill>
                  <a:latin typeface="Cambria Math" panose="02040503050406030204" pitchFamily="18" charset="0"/>
                </a:rPr>
                <a:t>𝑠_0,0⟩</a:t>
              </a:r>
              <a:endParaRPr lang="en-US" sz="1400"/>
            </a:p>
          </dgm:t>
        </dgm:pt>
      </mc:Fallback>
    </mc:AlternateContent>
    <dgm:pt modelId="{D99C8BD1-7E93-4DDC-96B1-0857E2BFF077}" type="parTrans" cxnId="{FE8AB9DC-6579-41D7-B52A-A2C8E4F7BD90}">
      <dgm:prSet/>
      <dgm:spPr/>
      <dgm:t>
        <a:bodyPr/>
        <a:lstStyle/>
        <a:p>
          <a:endParaRPr lang="en-US" sz="4000"/>
        </a:p>
      </dgm:t>
    </dgm:pt>
    <dgm:pt modelId="{D2E392E8-0BF0-47A4-A464-9521F962825A}" type="sibTrans" cxnId="{FE8AB9DC-6579-41D7-B52A-A2C8E4F7BD90}">
      <dgm:prSet/>
      <dgm:spPr/>
      <dgm:t>
        <a:bodyPr/>
        <a:lstStyle/>
        <a:p>
          <a:endParaRPr lang="en-US" sz="4000"/>
        </a:p>
      </dgm:t>
    </dgm:pt>
    <mc:AlternateContent xmlns:mc="http://schemas.openxmlformats.org/markup-compatibility/2006">
      <mc:Choice xmlns:a14="http://schemas.microsoft.com/office/drawing/2010/main" Requires="a14">
        <dgm:pt modelId="{3C6E430F-359E-4019-8204-7C4628357612}">
          <dgm:prSet phldrT="[Text]" custT="1"/>
          <dgm:spPr>
            <a:noFill/>
            <a:ln>
              <a:noFill/>
            </a:ln>
            <a:effectLst/>
            <a:scene3d>
              <a:camera prst="orthographicFront"/>
              <a:lightRig rig="flat" dir="t"/>
            </a:scene3d>
          </dgm:spPr>
          <dgm:t>
            <a:bodyPr/>
            <a:lstStyle/>
            <a:p>
              <a:pPr/>
              <a14:m>
                <m:oMathPara xmlns:m="http://schemas.openxmlformats.org/officeDocument/2006/math">
                  <m:oMathParaPr>
                    <m:jc m:val="centerGroup"/>
                  </m:oMathParaPr>
                  <m:oMath xmlns:m="http://schemas.openxmlformats.org/officeDocument/2006/math">
                    <m:d>
                      <m:dPr>
                        <m:begChr m:val="⟨"/>
                        <m:endChr m:val="⟩"/>
                        <m:ctrlPr>
                          <a:rPr lang="en-US" sz="14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sz="1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sz="1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1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m:oMathPara>
              </a14:m>
              <a:endParaRPr lang="en-US" sz="1400"/>
            </a:p>
          </dgm:t>
        </dgm:pt>
      </mc:Choice>
      <mc:Fallback>
        <dgm:pt modelId="{3C6E430F-359E-4019-8204-7C4628357612}">
          <dgm:prSet phldrT="[Text]" custT="1"/>
          <dgm:spPr>
            <a:noFill/>
            <a:ln>
              <a:noFill/>
            </a:ln>
            <a:effectLst/>
            <a:scene3d>
              <a:camera prst="orthographicFront"/>
              <a:lightRig rig="flat" dir="t"/>
            </a:scene3d>
          </dgm:spPr>
          <dgm:t>
            <a:bodyPr/>
            <a:lstStyle/>
            <a:p>
              <a:pPr/>
              <a:r>
                <a:rPr lang="en-US" sz="1400" i="0">
                  <a:solidFill>
                    <a:schemeClr val="tx1"/>
                  </a:solidFill>
                  <a:latin typeface="Cambria Math" panose="02040503050406030204" pitchFamily="18" charset="0"/>
                </a:rPr>
                <a:t>⟨</a:t>
              </a:r>
              <a:r>
                <a:rPr lang="en-US" sz="1400" b="0" i="0">
                  <a:solidFill>
                    <a:schemeClr val="tx1"/>
                  </a:solidFill>
                  <a:latin typeface="Cambria Math" panose="02040503050406030204" pitchFamily="18" charset="0"/>
                </a:rPr>
                <a:t>𝑠_1,1⟩</a:t>
              </a:r>
              <a:endParaRPr lang="en-US" sz="1400"/>
            </a:p>
          </dgm:t>
        </dgm:pt>
      </mc:Fallback>
    </mc:AlternateContent>
    <dgm:pt modelId="{F0F9A8FD-7BAF-4473-99A0-50AD30E55A44}" type="parTrans" cxnId="{489C816F-AC62-4301-B9E6-828A6F92D088}">
      <dgm:prSet/>
      <dgm:spPr>
        <a:ln w="19050">
          <a:solidFill>
            <a:schemeClr val="accent1">
              <a:lumMod val="75000"/>
            </a:schemeClr>
          </a:solidFill>
          <a:headEnd type="none" w="med" len="med"/>
          <a:tailEnd type="triangle" w="med" len="med"/>
        </a:ln>
      </dgm:spPr>
      <dgm:t>
        <a:bodyPr/>
        <a:lstStyle/>
        <a:p>
          <a:endParaRPr lang="en-US" sz="4000"/>
        </a:p>
      </dgm:t>
    </dgm:pt>
    <dgm:pt modelId="{4F975A01-2F77-44F0-BE99-CB91E3517692}" type="sibTrans" cxnId="{489C816F-AC62-4301-B9E6-828A6F92D088}">
      <dgm:prSet/>
      <dgm:spPr/>
      <dgm:t>
        <a:bodyPr/>
        <a:lstStyle/>
        <a:p>
          <a:endParaRPr lang="en-US" sz="4000"/>
        </a:p>
      </dgm:t>
    </dgm:pt>
    <mc:AlternateContent xmlns:mc="http://schemas.openxmlformats.org/markup-compatibility/2006">
      <mc:Choice xmlns:a14="http://schemas.microsoft.com/office/drawing/2010/main" Requires="a14">
        <dgm:pt modelId="{46AC0048-E7FE-455F-BCF2-D77C3C72B6F2}">
          <dgm:prSet phldrT="[Text]" custT="1"/>
          <dgm:spPr>
            <a:noFill/>
            <a:ln>
              <a:noFill/>
            </a:ln>
            <a:effectLst/>
            <a:scene3d>
              <a:camera prst="orthographicFront"/>
              <a:lightRig rig="flat" dir="t"/>
            </a:scene3d>
          </dgm:spPr>
          <dgm:t>
            <a:bodyPr/>
            <a:lstStyle/>
            <a:p>
              <a:pPr/>
              <a14:m>
                <m:oMathPara xmlns:m="http://schemas.openxmlformats.org/officeDocument/2006/math">
                  <m:oMathParaPr>
                    <m:jc m:val="centerGroup"/>
                  </m:oMathParaPr>
                  <m:oMath xmlns:m="http://schemas.openxmlformats.org/officeDocument/2006/math">
                    <m:d>
                      <m:dPr>
                        <m:begChr m:val="⟨"/>
                        <m:endChr m:val="⟩"/>
                        <m:ctrlPr>
                          <a:rPr lang="en-US" sz="140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400" b="0" i="1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sz="1400" b="0" i="1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sz="1400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1400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d>
                  </m:oMath>
                </m:oMathPara>
              </a14:m>
              <a:endParaRPr lang="en-US" sz="1400"/>
            </a:p>
          </dgm:t>
        </dgm:pt>
      </mc:Choice>
      <mc:Fallback>
        <dgm:pt modelId="{46AC0048-E7FE-455F-BCF2-D77C3C72B6F2}">
          <dgm:prSet phldrT="[Text]" custT="1"/>
          <dgm:spPr>
            <a:noFill/>
            <a:ln>
              <a:noFill/>
            </a:ln>
            <a:effectLst/>
            <a:scene3d>
              <a:camera prst="orthographicFront"/>
              <a:lightRig rig="flat" dir="t"/>
            </a:scene3d>
          </dgm:spPr>
          <dgm:t>
            <a:bodyPr/>
            <a:lstStyle/>
            <a:p>
              <a:pPr/>
              <a:r>
                <a:rPr lang="en-US" sz="1400" i="0">
                  <a:solidFill>
                    <a:srgbClr val="0000FF"/>
                  </a:solidFill>
                  <a:latin typeface="Cambria Math" panose="02040503050406030204" pitchFamily="18" charset="0"/>
                </a:rPr>
                <a:t>⟨</a:t>
              </a:r>
              <a:r>
                <a:rPr lang="en-US" sz="1400" b="0" i="0">
                  <a:solidFill>
                    <a:srgbClr val="0000FF"/>
                  </a:solidFill>
                  <a:latin typeface="Cambria Math" panose="02040503050406030204" pitchFamily="18" charset="0"/>
                </a:rPr>
                <a:t>𝑠_2,2⟩</a:t>
              </a:r>
              <a:endParaRPr lang="en-US" sz="1400"/>
            </a:p>
          </dgm:t>
        </dgm:pt>
      </mc:Fallback>
    </mc:AlternateContent>
    <dgm:pt modelId="{0DD35C28-6EA9-4F56-BF7D-CABD0F1A57CF}" type="parTrans" cxnId="{71F823A5-E1F5-4C46-A7D9-BEF67EE13E82}">
      <dgm:prSet/>
      <dgm:spPr>
        <a:ln w="19050">
          <a:solidFill>
            <a:schemeClr val="accent1">
              <a:lumMod val="75000"/>
            </a:schemeClr>
          </a:solidFill>
          <a:headEnd type="none" w="med" len="med"/>
          <a:tailEnd type="triangle" w="med" len="med"/>
        </a:ln>
      </dgm:spPr>
      <dgm:t>
        <a:bodyPr/>
        <a:lstStyle/>
        <a:p>
          <a:endParaRPr lang="en-US" sz="4000"/>
        </a:p>
      </dgm:t>
    </dgm:pt>
    <dgm:pt modelId="{440287EB-176C-4145-8F2C-2670E6868A85}" type="sibTrans" cxnId="{71F823A5-E1F5-4C46-A7D9-BEF67EE13E82}">
      <dgm:prSet/>
      <dgm:spPr/>
      <dgm:t>
        <a:bodyPr/>
        <a:lstStyle/>
        <a:p>
          <a:endParaRPr lang="en-US" sz="4000"/>
        </a:p>
      </dgm:t>
    </dgm:pt>
    <mc:AlternateContent xmlns:mc="http://schemas.openxmlformats.org/markup-compatibility/2006">
      <mc:Choice xmlns:a14="http://schemas.microsoft.com/office/drawing/2010/main" Requires="a14">
        <dgm:pt modelId="{CB716188-A402-4EF7-BECC-0C1597A23816}">
          <dgm:prSet phldrT="[Text]" custT="1"/>
          <dgm:spPr>
            <a:noFill/>
            <a:ln>
              <a:noFill/>
            </a:ln>
            <a:effectLst/>
            <a:scene3d>
              <a:camera prst="orthographicFront"/>
              <a:lightRig rig="flat" dir="t"/>
            </a:scene3d>
          </dgm:spPr>
          <dgm:t>
            <a:bodyPr/>
            <a:lstStyle/>
            <a:p>
              <a:pPr/>
              <a14:m>
                <m:oMathPara xmlns:m="http://schemas.openxmlformats.org/officeDocument/2006/math">
                  <m:oMathParaPr>
                    <m:jc m:val="centerGroup"/>
                  </m:oMathParaPr>
                  <m:oMath xmlns:m="http://schemas.openxmlformats.org/officeDocument/2006/math">
                    <m:d>
                      <m:dPr>
                        <m:begChr m:val="⟨"/>
                        <m:endChr m:val="⟩"/>
                        <m:ctrlPr>
                          <a:rPr lang="en-US" sz="14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4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sz="14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  <m:r>
                          <a:rPr lang="en-US" sz="1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1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d>
                  </m:oMath>
                </m:oMathPara>
              </a14:m>
              <a:endParaRPr lang="en-US" sz="1400"/>
            </a:p>
          </dgm:t>
        </dgm:pt>
      </mc:Choice>
      <mc:Fallback>
        <dgm:pt modelId="{CB716188-A402-4EF7-BECC-0C1597A23816}">
          <dgm:prSet phldrT="[Text]" custT="1"/>
          <dgm:spPr>
            <a:noFill/>
            <a:ln>
              <a:noFill/>
            </a:ln>
            <a:effectLst/>
            <a:scene3d>
              <a:camera prst="orthographicFront"/>
              <a:lightRig rig="flat" dir="t"/>
            </a:scene3d>
          </dgm:spPr>
          <dgm:t>
            <a:bodyPr/>
            <a:lstStyle/>
            <a:p>
              <a:pPr/>
              <a:r>
                <a:rPr lang="en-US" sz="1400" i="0">
                  <a:solidFill>
                    <a:srgbClr val="FF0000"/>
                  </a:solidFill>
                  <a:latin typeface="Cambria Math" panose="02040503050406030204" pitchFamily="18" charset="0"/>
                </a:rPr>
                <a:t>⟨</a:t>
              </a:r>
              <a:r>
                <a:rPr lang="en-US" sz="1400" b="0" i="0">
                  <a:solidFill>
                    <a:srgbClr val="FF0000"/>
                  </a:solidFill>
                  <a:latin typeface="Cambria Math" panose="02040503050406030204" pitchFamily="18" charset="0"/>
                </a:rPr>
                <a:t>𝑠_3,2⟩</a:t>
              </a:r>
              <a:endParaRPr lang="en-US" sz="1400"/>
            </a:p>
          </dgm:t>
        </dgm:pt>
      </mc:Fallback>
    </mc:AlternateContent>
    <dgm:pt modelId="{A2BB7D03-23E3-4233-902D-7B59772D944D}" type="parTrans" cxnId="{ACD75984-B069-4A33-98D3-27C1DD45C6A0}">
      <dgm:prSet/>
      <dgm:spPr>
        <a:ln w="19050">
          <a:solidFill>
            <a:schemeClr val="accent1">
              <a:lumMod val="75000"/>
            </a:schemeClr>
          </a:solidFill>
          <a:headEnd type="none" w="med" len="med"/>
          <a:tailEnd type="triangle" w="med" len="med"/>
        </a:ln>
      </dgm:spPr>
      <dgm:t>
        <a:bodyPr/>
        <a:lstStyle/>
        <a:p>
          <a:endParaRPr lang="en-US" sz="4000"/>
        </a:p>
      </dgm:t>
    </dgm:pt>
    <dgm:pt modelId="{B713A48E-DEF9-4A6D-A061-56429B796FD5}" type="sibTrans" cxnId="{ACD75984-B069-4A33-98D3-27C1DD45C6A0}">
      <dgm:prSet/>
      <dgm:spPr/>
      <dgm:t>
        <a:bodyPr/>
        <a:lstStyle/>
        <a:p>
          <a:endParaRPr lang="en-US" sz="4000"/>
        </a:p>
      </dgm:t>
    </dgm:pt>
    <mc:AlternateContent xmlns:mc="http://schemas.openxmlformats.org/markup-compatibility/2006">
      <mc:Choice xmlns:a14="http://schemas.microsoft.com/office/drawing/2010/main" Requires="a14">
        <dgm:pt modelId="{BC641C92-2A71-4AA8-AE93-D0023CDA3747}">
          <dgm:prSet phldrT="[Text]" custT="1"/>
          <dgm:spPr>
            <a:noFill/>
            <a:ln>
              <a:noFill/>
            </a:ln>
            <a:effectLst/>
            <a:scene3d>
              <a:camera prst="orthographicFront"/>
              <a:lightRig rig="flat" dir="t"/>
            </a:scene3d>
          </dgm:spPr>
          <dgm:t>
            <a:bodyPr/>
            <a:lstStyle/>
            <a:p>
              <a:pPr/>
              <a14:m>
                <m:oMathPara xmlns:m="http://schemas.openxmlformats.org/officeDocument/2006/math">
                  <m:oMathParaPr>
                    <m:jc m:val="centerGroup"/>
                  </m:oMathParaPr>
                  <m:oMath xmlns:m="http://schemas.openxmlformats.org/officeDocument/2006/math">
                    <m:d>
                      <m:dPr>
                        <m:begChr m:val="⟨"/>
                        <m:endChr m:val="⟩"/>
                        <m:ctrlPr>
                          <a:rPr lang="en-US" sz="14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4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sz="14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  <m:r>
                          <a:rPr lang="en-US" sz="1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1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d>
                  </m:oMath>
                </m:oMathPara>
              </a14:m>
              <a:endParaRPr lang="en-US" sz="1400"/>
            </a:p>
          </dgm:t>
        </dgm:pt>
      </mc:Choice>
      <mc:Fallback>
        <dgm:pt modelId="{BC641C92-2A71-4AA8-AE93-D0023CDA3747}">
          <dgm:prSet phldrT="[Text]" custT="1"/>
          <dgm:spPr>
            <a:noFill/>
            <a:ln>
              <a:noFill/>
            </a:ln>
            <a:effectLst/>
            <a:scene3d>
              <a:camera prst="orthographicFront"/>
              <a:lightRig rig="flat" dir="t"/>
            </a:scene3d>
          </dgm:spPr>
          <dgm:t>
            <a:bodyPr/>
            <a:lstStyle/>
            <a:p>
              <a:pPr/>
              <a:r>
                <a:rPr lang="en-US" sz="1400" i="0">
                  <a:solidFill>
                    <a:srgbClr val="FF0000"/>
                  </a:solidFill>
                  <a:latin typeface="Cambria Math" panose="02040503050406030204" pitchFamily="18" charset="0"/>
                </a:rPr>
                <a:t>⟨</a:t>
              </a:r>
              <a:r>
                <a:rPr lang="en-US" sz="1400" b="0" i="0">
                  <a:solidFill>
                    <a:srgbClr val="FF0000"/>
                  </a:solidFill>
                  <a:latin typeface="Cambria Math" panose="02040503050406030204" pitchFamily="18" charset="0"/>
                </a:rPr>
                <a:t>𝑠_3,3⟩</a:t>
              </a:r>
              <a:endParaRPr lang="en-US" sz="1400"/>
            </a:p>
          </dgm:t>
        </dgm:pt>
      </mc:Fallback>
    </mc:AlternateContent>
    <dgm:pt modelId="{751F548D-4B62-42F6-A64E-68C556D09C2C}" type="parTrans" cxnId="{3B7EF0CC-60F7-4E79-B9BF-221CD7ED7707}">
      <dgm:prSet/>
      <dgm:spPr>
        <a:ln w="19050">
          <a:solidFill>
            <a:schemeClr val="accent1">
              <a:lumMod val="75000"/>
            </a:schemeClr>
          </a:solidFill>
          <a:headEnd type="none" w="med" len="med"/>
          <a:tailEnd type="triangle" w="med" len="med"/>
        </a:ln>
      </dgm:spPr>
      <dgm:t>
        <a:bodyPr/>
        <a:lstStyle/>
        <a:p>
          <a:endParaRPr lang="en-US" sz="4000"/>
        </a:p>
      </dgm:t>
    </dgm:pt>
    <dgm:pt modelId="{A038BABA-E168-4931-A19E-C0EEF954DA1E}" type="sibTrans" cxnId="{3B7EF0CC-60F7-4E79-B9BF-221CD7ED7707}">
      <dgm:prSet/>
      <dgm:spPr/>
      <dgm:t>
        <a:bodyPr/>
        <a:lstStyle/>
        <a:p>
          <a:endParaRPr lang="en-US" sz="4000"/>
        </a:p>
      </dgm:t>
    </dgm:pt>
    <mc:AlternateContent xmlns:mc="http://schemas.openxmlformats.org/markup-compatibility/2006">
      <mc:Choice xmlns:a14="http://schemas.microsoft.com/office/drawing/2010/main" Requires="a14">
        <dgm:pt modelId="{76D54002-42A0-4DB0-A51D-17FA7AA30B69}">
          <dgm:prSet phldrT="[Text]" custT="1"/>
          <dgm:spPr>
            <a:noFill/>
            <a:ln>
              <a:noFill/>
            </a:ln>
            <a:effectLst/>
            <a:scene3d>
              <a:camera prst="orthographicFront"/>
              <a:lightRig rig="flat" dir="t"/>
            </a:scene3d>
          </dgm:spPr>
          <dgm:t>
            <a:bodyPr/>
            <a:lstStyle/>
            <a:p>
              <a:pPr/>
              <a14:m>
                <m:oMathPara xmlns:m="http://schemas.openxmlformats.org/officeDocument/2006/math">
                  <m:oMathParaPr>
                    <m:jc m:val="centerGroup"/>
                  </m:oMathParaPr>
                  <m:oMath xmlns:m="http://schemas.openxmlformats.org/officeDocument/2006/math">
                    <m:d>
                      <m:dPr>
                        <m:begChr m:val="⟨"/>
                        <m:endChr m:val="⟩"/>
                        <m:ctrlPr>
                          <a:rPr lang="en-US" sz="14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4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sz="14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  <m:r>
                          <a:rPr lang="en-US" sz="1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1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d>
                  </m:oMath>
                </m:oMathPara>
              </a14:m>
              <a:endParaRPr lang="en-US" sz="1400"/>
            </a:p>
          </dgm:t>
        </dgm:pt>
      </mc:Choice>
      <mc:Fallback>
        <dgm:pt modelId="{76D54002-42A0-4DB0-A51D-17FA7AA30B69}">
          <dgm:prSet phldrT="[Text]" custT="1"/>
          <dgm:spPr>
            <a:noFill/>
            <a:ln>
              <a:noFill/>
            </a:ln>
            <a:effectLst/>
            <a:scene3d>
              <a:camera prst="orthographicFront"/>
              <a:lightRig rig="flat" dir="t"/>
            </a:scene3d>
          </dgm:spPr>
          <dgm:t>
            <a:bodyPr/>
            <a:lstStyle/>
            <a:p>
              <a:pPr/>
              <a:r>
                <a:rPr lang="en-US" sz="1400" i="0">
                  <a:solidFill>
                    <a:srgbClr val="FF0000"/>
                  </a:solidFill>
                  <a:latin typeface="Cambria Math" panose="02040503050406030204" pitchFamily="18" charset="0"/>
                </a:rPr>
                <a:t>⟨</a:t>
              </a:r>
              <a:r>
                <a:rPr lang="en-US" sz="1400" b="0" i="0">
                  <a:solidFill>
                    <a:srgbClr val="FF0000"/>
                  </a:solidFill>
                  <a:latin typeface="Cambria Math" panose="02040503050406030204" pitchFamily="18" charset="0"/>
                </a:rPr>
                <a:t>𝑠_3,3⟩</a:t>
              </a:r>
              <a:endParaRPr lang="en-US" sz="1400"/>
            </a:p>
          </dgm:t>
        </dgm:pt>
      </mc:Fallback>
    </mc:AlternateContent>
    <dgm:pt modelId="{06143FDB-0B64-45E5-922F-79DA57655CA0}" type="parTrans" cxnId="{E1297898-5AA5-4DAB-A892-821DD6CE4413}">
      <dgm:prSet/>
      <dgm:spPr>
        <a:ln w="19050">
          <a:solidFill>
            <a:schemeClr val="accent1">
              <a:lumMod val="75000"/>
            </a:schemeClr>
          </a:solidFill>
          <a:headEnd type="none" w="med" len="med"/>
          <a:tailEnd type="triangle" w="med" len="med"/>
        </a:ln>
      </dgm:spPr>
      <dgm:t>
        <a:bodyPr/>
        <a:lstStyle/>
        <a:p>
          <a:endParaRPr lang="en-US" sz="4000"/>
        </a:p>
      </dgm:t>
    </dgm:pt>
    <dgm:pt modelId="{E0A43BD0-B6F6-49B0-AADA-B2EF0509C274}" type="sibTrans" cxnId="{E1297898-5AA5-4DAB-A892-821DD6CE4413}">
      <dgm:prSet/>
      <dgm:spPr/>
      <dgm:t>
        <a:bodyPr/>
        <a:lstStyle/>
        <a:p>
          <a:endParaRPr lang="en-US" sz="4000"/>
        </a:p>
      </dgm:t>
    </dgm:pt>
    <mc:AlternateContent xmlns:mc="http://schemas.openxmlformats.org/markup-compatibility/2006">
      <mc:Choice xmlns:a14="http://schemas.microsoft.com/office/drawing/2010/main" Requires="a14">
        <dgm:pt modelId="{EE730F84-B128-4F7E-951B-3B0FA6B1C683}">
          <dgm:prSet phldrT="[Text]" custT="1"/>
          <dgm:spPr>
            <a:noFill/>
            <a:ln>
              <a:noFill/>
            </a:ln>
            <a:effectLst/>
            <a:scene3d>
              <a:camera prst="orthographicFront"/>
              <a:lightRig rig="flat" dir="t"/>
            </a:scene3d>
          </dgm:spPr>
          <dgm:t>
            <a:bodyPr/>
            <a:lstStyle/>
            <a:p>
              <a:pPr/>
              <a14:m>
                <m:oMathPara xmlns:m="http://schemas.openxmlformats.org/officeDocument/2006/math">
                  <m:oMathParaPr>
                    <m:jc m:val="centerGroup"/>
                  </m:oMathParaPr>
                  <m:oMath xmlns:m="http://schemas.openxmlformats.org/officeDocument/2006/math">
                    <m:d>
                      <m:dPr>
                        <m:begChr m:val="⟨"/>
                        <m:endChr m:val="⟩"/>
                        <m:ctrlPr>
                          <a:rPr lang="en-US" sz="140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400" b="0" i="1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sz="1400" b="0" i="1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sz="1400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1400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d>
                  </m:oMath>
                </m:oMathPara>
              </a14:m>
              <a:endParaRPr lang="en-US" sz="1400"/>
            </a:p>
          </dgm:t>
        </dgm:pt>
      </mc:Choice>
      <mc:Fallback>
        <dgm:pt modelId="{EE730F84-B128-4F7E-951B-3B0FA6B1C683}">
          <dgm:prSet phldrT="[Text]" custT="1"/>
          <dgm:spPr>
            <a:noFill/>
            <a:ln>
              <a:noFill/>
            </a:ln>
            <a:effectLst/>
            <a:scene3d>
              <a:camera prst="orthographicFront"/>
              <a:lightRig rig="flat" dir="t"/>
            </a:scene3d>
          </dgm:spPr>
          <dgm:t>
            <a:bodyPr/>
            <a:lstStyle/>
            <a:p>
              <a:pPr/>
              <a:r>
                <a:rPr lang="en-US" sz="1400" i="0">
                  <a:solidFill>
                    <a:srgbClr val="0000FF"/>
                  </a:solidFill>
                  <a:latin typeface="Cambria Math" panose="02040503050406030204" pitchFamily="18" charset="0"/>
                </a:rPr>
                <a:t>⟨</a:t>
              </a:r>
              <a:r>
                <a:rPr lang="en-US" sz="1400" b="0" i="0">
                  <a:solidFill>
                    <a:srgbClr val="0000FF"/>
                  </a:solidFill>
                  <a:latin typeface="Cambria Math" panose="02040503050406030204" pitchFamily="18" charset="0"/>
                </a:rPr>
                <a:t>𝑠_2,3⟩</a:t>
              </a:r>
              <a:endParaRPr lang="en-US" sz="1400"/>
            </a:p>
          </dgm:t>
        </dgm:pt>
      </mc:Fallback>
    </mc:AlternateContent>
    <dgm:pt modelId="{C276956D-52FC-4431-A30D-DF2B3508502B}" type="parTrans" cxnId="{BCE693F3-B8A0-46C0-AEFE-91D12F46F2CB}">
      <dgm:prSet/>
      <dgm:spPr>
        <a:ln w="19050">
          <a:solidFill>
            <a:schemeClr val="accent1">
              <a:lumMod val="75000"/>
            </a:schemeClr>
          </a:solidFill>
          <a:headEnd type="none" w="med" len="med"/>
          <a:tailEnd type="triangle" w="med" len="med"/>
        </a:ln>
      </dgm:spPr>
      <dgm:t>
        <a:bodyPr/>
        <a:lstStyle/>
        <a:p>
          <a:endParaRPr lang="en-US" sz="4000"/>
        </a:p>
      </dgm:t>
    </dgm:pt>
    <dgm:pt modelId="{89157D49-58FA-442C-9139-E85326581576}" type="sibTrans" cxnId="{BCE693F3-B8A0-46C0-AEFE-91D12F46F2CB}">
      <dgm:prSet/>
      <dgm:spPr/>
      <dgm:t>
        <a:bodyPr/>
        <a:lstStyle/>
        <a:p>
          <a:endParaRPr lang="en-US" sz="4000"/>
        </a:p>
      </dgm:t>
    </dgm:pt>
    <mc:AlternateContent xmlns:mc="http://schemas.openxmlformats.org/markup-compatibility/2006">
      <mc:Choice xmlns:a14="http://schemas.microsoft.com/office/drawing/2010/main" Requires="a14">
        <dgm:pt modelId="{1624F485-EE14-43C0-8E7B-3E7E6401D2C3}">
          <dgm:prSet phldrT="[Text]" custT="1"/>
          <dgm:spPr>
            <a:noFill/>
            <a:ln>
              <a:noFill/>
            </a:ln>
            <a:effectLst/>
            <a:scene3d>
              <a:camera prst="orthographicFront"/>
              <a:lightRig rig="flat" dir="t"/>
            </a:scene3d>
          </dgm:spPr>
          <dgm:t>
            <a:bodyPr/>
            <a:lstStyle/>
            <a:p>
              <a:pPr/>
              <a14:m>
                <m:oMathPara xmlns:m="http://schemas.openxmlformats.org/officeDocument/2006/math">
                  <m:oMathParaPr>
                    <m:jc m:val="centerGroup"/>
                  </m:oMathParaPr>
                  <m:oMath xmlns:m="http://schemas.openxmlformats.org/officeDocument/2006/math">
                    <m:d>
                      <m:dPr>
                        <m:begChr m:val="⟨"/>
                        <m:endChr m:val="⟩"/>
                        <m:ctrlPr>
                          <a:rPr lang="en-US" sz="140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400" b="0" i="1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sz="1400" b="0" i="1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sz="1400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1400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e>
                    </m:d>
                  </m:oMath>
                </m:oMathPara>
              </a14:m>
              <a:endParaRPr lang="en-US" sz="1400"/>
            </a:p>
          </dgm:t>
        </dgm:pt>
      </mc:Choice>
      <mc:Fallback>
        <dgm:pt modelId="{1624F485-EE14-43C0-8E7B-3E7E6401D2C3}">
          <dgm:prSet phldrT="[Text]" custT="1"/>
          <dgm:spPr>
            <a:noFill/>
            <a:ln>
              <a:noFill/>
            </a:ln>
            <a:effectLst/>
            <a:scene3d>
              <a:camera prst="orthographicFront"/>
              <a:lightRig rig="flat" dir="t"/>
            </a:scene3d>
          </dgm:spPr>
          <dgm:t>
            <a:bodyPr/>
            <a:lstStyle/>
            <a:p>
              <a:pPr/>
              <a:r>
                <a:rPr lang="en-US" sz="1400" i="0">
                  <a:solidFill>
                    <a:srgbClr val="0000FF"/>
                  </a:solidFill>
                  <a:latin typeface="Cambria Math" panose="02040503050406030204" pitchFamily="18" charset="0"/>
                </a:rPr>
                <a:t>⟨</a:t>
              </a:r>
              <a:r>
                <a:rPr lang="en-US" sz="1400" b="0" i="0">
                  <a:solidFill>
                    <a:srgbClr val="0000FF"/>
                  </a:solidFill>
                  <a:latin typeface="Cambria Math" panose="02040503050406030204" pitchFamily="18" charset="0"/>
                </a:rPr>
                <a:t>𝑠_2,4⟩</a:t>
              </a:r>
              <a:endParaRPr lang="en-US" sz="1400"/>
            </a:p>
          </dgm:t>
        </dgm:pt>
      </mc:Fallback>
    </mc:AlternateContent>
    <dgm:pt modelId="{84264CEE-991D-416D-B235-C3E6D60DE421}" type="parTrans" cxnId="{4271948F-FDD7-44ED-82A6-E6B5CA2DD766}">
      <dgm:prSet/>
      <dgm:spPr>
        <a:ln w="19050">
          <a:solidFill>
            <a:schemeClr val="accent1">
              <a:lumMod val="75000"/>
            </a:schemeClr>
          </a:solidFill>
          <a:headEnd type="none" w="med" len="med"/>
          <a:tailEnd type="triangle" w="med" len="med"/>
        </a:ln>
      </dgm:spPr>
      <dgm:t>
        <a:bodyPr/>
        <a:lstStyle/>
        <a:p>
          <a:endParaRPr lang="en-US" sz="4000"/>
        </a:p>
      </dgm:t>
    </dgm:pt>
    <dgm:pt modelId="{2814AF37-0736-4BA1-AC4C-57DAA561622A}" type="sibTrans" cxnId="{4271948F-FDD7-44ED-82A6-E6B5CA2DD766}">
      <dgm:prSet/>
      <dgm:spPr/>
      <dgm:t>
        <a:bodyPr/>
        <a:lstStyle/>
        <a:p>
          <a:endParaRPr lang="en-US" sz="4000"/>
        </a:p>
      </dgm:t>
    </dgm:pt>
    <mc:AlternateContent xmlns:mc="http://schemas.openxmlformats.org/markup-compatibility/2006">
      <mc:Choice xmlns:a14="http://schemas.microsoft.com/office/drawing/2010/main" Requires="a14">
        <dgm:pt modelId="{042433F3-4E8F-4003-BAB9-E229B02D5E35}">
          <dgm:prSet phldrT="[Text]" custT="1"/>
          <dgm:spPr>
            <a:noFill/>
            <a:ln>
              <a:noFill/>
            </a:ln>
            <a:effectLst/>
            <a:scene3d>
              <a:camera prst="orthographicFront"/>
              <a:lightRig rig="flat" dir="t"/>
            </a:scene3d>
          </dgm:spPr>
          <dgm:t>
            <a:bodyPr/>
            <a:lstStyle/>
            <a:p>
              <a:pPr/>
              <a14:m>
                <m:oMathPara xmlns:m="http://schemas.openxmlformats.org/officeDocument/2006/math">
                  <m:oMathParaPr>
                    <m:jc m:val="centerGroup"/>
                  </m:oMathParaPr>
                  <m:oMath xmlns:m="http://schemas.openxmlformats.org/officeDocument/2006/math">
                    <m:d>
                      <m:dPr>
                        <m:begChr m:val="⟨"/>
                        <m:endChr m:val="⟩"/>
                        <m:ctrlPr>
                          <a:rPr lang="en-US" sz="14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4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sz="14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  <m:r>
                          <a:rPr lang="en-US" sz="1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1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e>
                    </m:d>
                  </m:oMath>
                </m:oMathPara>
              </a14:m>
              <a:endParaRPr lang="en-US" sz="1400"/>
            </a:p>
          </dgm:t>
        </dgm:pt>
      </mc:Choice>
      <mc:Fallback>
        <dgm:pt modelId="{042433F3-4E8F-4003-BAB9-E229B02D5E35}">
          <dgm:prSet phldrT="[Text]" custT="1"/>
          <dgm:spPr>
            <a:noFill/>
            <a:ln>
              <a:noFill/>
            </a:ln>
            <a:effectLst/>
            <a:scene3d>
              <a:camera prst="orthographicFront"/>
              <a:lightRig rig="flat" dir="t"/>
            </a:scene3d>
          </dgm:spPr>
          <dgm:t>
            <a:bodyPr/>
            <a:lstStyle/>
            <a:p>
              <a:pPr/>
              <a:r>
                <a:rPr lang="en-US" sz="1400" i="0">
                  <a:solidFill>
                    <a:srgbClr val="FF0000"/>
                  </a:solidFill>
                  <a:latin typeface="Cambria Math" panose="02040503050406030204" pitchFamily="18" charset="0"/>
                </a:rPr>
                <a:t>⟨</a:t>
              </a:r>
              <a:r>
                <a:rPr lang="en-US" sz="1400" b="0" i="0">
                  <a:solidFill>
                    <a:srgbClr val="FF0000"/>
                  </a:solidFill>
                  <a:latin typeface="Cambria Math" panose="02040503050406030204" pitchFamily="18" charset="0"/>
                </a:rPr>
                <a:t>𝑠_3,4⟩</a:t>
              </a:r>
              <a:endParaRPr lang="en-US" sz="1400"/>
            </a:p>
          </dgm:t>
        </dgm:pt>
      </mc:Fallback>
    </mc:AlternateContent>
    <dgm:pt modelId="{6C2E7740-90DB-4388-B75A-86E64CE08A99}" type="parTrans" cxnId="{E6780427-C74E-4E09-B41B-5BCA9F40207C}">
      <dgm:prSet/>
      <dgm:spPr>
        <a:ln w="19050">
          <a:solidFill>
            <a:schemeClr val="accent1">
              <a:lumMod val="75000"/>
            </a:schemeClr>
          </a:solidFill>
          <a:headEnd type="none" w="med" len="med"/>
          <a:tailEnd type="triangle" w="med" len="med"/>
        </a:ln>
      </dgm:spPr>
      <dgm:t>
        <a:bodyPr/>
        <a:lstStyle/>
        <a:p>
          <a:endParaRPr lang="en-US" sz="4000"/>
        </a:p>
      </dgm:t>
    </dgm:pt>
    <dgm:pt modelId="{5FC175A4-A36D-4210-B744-A30F574FA17B}" type="sibTrans" cxnId="{E6780427-C74E-4E09-B41B-5BCA9F40207C}">
      <dgm:prSet/>
      <dgm:spPr/>
      <dgm:t>
        <a:bodyPr/>
        <a:lstStyle/>
        <a:p>
          <a:endParaRPr lang="en-US" sz="4000"/>
        </a:p>
      </dgm:t>
    </dgm:pt>
    <mc:AlternateContent xmlns:mc="http://schemas.openxmlformats.org/markup-compatibility/2006">
      <mc:Choice xmlns:a14="http://schemas.microsoft.com/office/drawing/2010/main" Requires="a14">
        <dgm:pt modelId="{647E34BD-CC2D-41C2-A0A8-4486C374EEF4}">
          <dgm:prSet phldrT="[Text]" custT="1"/>
          <dgm:spPr>
            <a:noFill/>
            <a:ln>
              <a:noFill/>
            </a:ln>
            <a:effectLst/>
            <a:scene3d>
              <a:camera prst="orthographicFront"/>
              <a:lightRig rig="flat" dir="t"/>
            </a:scene3d>
          </dgm:spPr>
          <dgm:t>
            <a:bodyPr/>
            <a:lstStyle/>
            <a:p>
              <a:pPr/>
              <a14:m>
                <m:oMathPara xmlns:m="http://schemas.openxmlformats.org/officeDocument/2006/math">
                  <m:oMathParaPr>
                    <m:jc m:val="centerGroup"/>
                  </m:oMathParaPr>
                  <m:oMath xmlns:m="http://schemas.openxmlformats.org/officeDocument/2006/math">
                    <m:d>
                      <m:dPr>
                        <m:begChr m:val="⟨"/>
                        <m:endChr m:val="⟩"/>
                        <m:ctrlPr>
                          <a:rPr lang="en-US" sz="14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4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sz="14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  <m:r>
                          <a:rPr lang="en-US" sz="1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1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e>
                    </m:d>
                  </m:oMath>
                </m:oMathPara>
              </a14:m>
              <a:endParaRPr lang="en-US" sz="1400"/>
            </a:p>
          </dgm:t>
        </dgm:pt>
      </mc:Choice>
      <mc:Fallback>
        <dgm:pt modelId="{647E34BD-CC2D-41C2-A0A8-4486C374EEF4}">
          <dgm:prSet phldrT="[Text]" custT="1"/>
          <dgm:spPr>
            <a:noFill/>
            <a:ln>
              <a:noFill/>
            </a:ln>
            <a:effectLst/>
            <a:scene3d>
              <a:camera prst="orthographicFront"/>
              <a:lightRig rig="flat" dir="t"/>
            </a:scene3d>
          </dgm:spPr>
          <dgm:t>
            <a:bodyPr/>
            <a:lstStyle/>
            <a:p>
              <a:pPr/>
              <a:r>
                <a:rPr lang="en-US" sz="1400" i="0">
                  <a:solidFill>
                    <a:srgbClr val="FF0000"/>
                  </a:solidFill>
                  <a:latin typeface="Cambria Math" panose="02040503050406030204" pitchFamily="18" charset="0"/>
                </a:rPr>
                <a:t>⟨</a:t>
              </a:r>
              <a:r>
                <a:rPr lang="en-US" sz="1400" b="0" i="0">
                  <a:solidFill>
                    <a:srgbClr val="FF0000"/>
                  </a:solidFill>
                  <a:latin typeface="Cambria Math" panose="02040503050406030204" pitchFamily="18" charset="0"/>
                </a:rPr>
                <a:t>𝑠_3,4⟩</a:t>
              </a:r>
              <a:endParaRPr lang="en-US" sz="1400"/>
            </a:p>
          </dgm:t>
        </dgm:pt>
      </mc:Fallback>
    </mc:AlternateContent>
    <dgm:pt modelId="{7C460232-A3AE-4F99-9D98-9B09C557965A}" type="parTrans" cxnId="{DACD94A3-D79A-4B4A-9221-A6C9F753469F}">
      <dgm:prSet/>
      <dgm:spPr>
        <a:ln w="19050">
          <a:solidFill>
            <a:schemeClr val="accent1">
              <a:lumMod val="75000"/>
            </a:schemeClr>
          </a:solidFill>
          <a:headEnd type="none" w="med" len="med"/>
          <a:tailEnd type="triangle" w="med" len="med"/>
        </a:ln>
      </dgm:spPr>
      <dgm:t>
        <a:bodyPr/>
        <a:lstStyle/>
        <a:p>
          <a:endParaRPr lang="en-US" sz="4000"/>
        </a:p>
      </dgm:t>
    </dgm:pt>
    <dgm:pt modelId="{AE2891C0-0035-4E59-BC07-B6145C5D11AD}" type="sibTrans" cxnId="{DACD94A3-D79A-4B4A-9221-A6C9F753469F}">
      <dgm:prSet/>
      <dgm:spPr/>
      <dgm:t>
        <a:bodyPr/>
        <a:lstStyle/>
        <a:p>
          <a:endParaRPr lang="en-US" sz="4000"/>
        </a:p>
      </dgm:t>
    </dgm:pt>
    <mc:AlternateContent xmlns:mc="http://schemas.openxmlformats.org/markup-compatibility/2006">
      <mc:Choice xmlns:a14="http://schemas.microsoft.com/office/drawing/2010/main" Requires="a14">
        <dgm:pt modelId="{A55CBDEE-45BA-4C71-BBB2-FF1D9BB0A4DE}">
          <dgm:prSet phldrT="[Text]" custT="1"/>
          <dgm:spPr>
            <a:noFill/>
            <a:ln>
              <a:noFill/>
            </a:ln>
            <a:effectLst/>
            <a:scene3d>
              <a:camera prst="orthographicFront"/>
              <a:lightRig rig="flat" dir="t"/>
            </a:scene3d>
          </dgm:spPr>
          <dgm:t>
            <a:bodyPr/>
            <a:lstStyle/>
            <a:p>
              <a:pPr/>
              <a14:m>
                <m:oMathPara xmlns:m="http://schemas.openxmlformats.org/officeDocument/2006/math">
                  <m:oMathParaPr>
                    <m:jc m:val="centerGroup"/>
                  </m:oMathParaPr>
                  <m:oMath xmlns:m="http://schemas.openxmlformats.org/officeDocument/2006/math">
                    <m:d>
                      <m:dPr>
                        <m:begChr m:val="⟨"/>
                        <m:endChr m:val="⟩"/>
                        <m:ctrlPr>
                          <a:rPr lang="en-US" sz="14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4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sz="14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  <m:r>
                          <a:rPr lang="en-US" sz="1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1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e>
                    </m:d>
                  </m:oMath>
                </m:oMathPara>
              </a14:m>
              <a:endParaRPr lang="en-US" sz="1400"/>
            </a:p>
          </dgm:t>
        </dgm:pt>
      </mc:Choice>
      <mc:Fallback>
        <dgm:pt modelId="{A55CBDEE-45BA-4C71-BBB2-FF1D9BB0A4DE}">
          <dgm:prSet phldrT="[Text]" custT="1"/>
          <dgm:spPr>
            <a:noFill/>
            <a:ln>
              <a:noFill/>
            </a:ln>
            <a:effectLst/>
            <a:scene3d>
              <a:camera prst="orthographicFront"/>
              <a:lightRig rig="flat" dir="t"/>
            </a:scene3d>
          </dgm:spPr>
          <dgm:t>
            <a:bodyPr/>
            <a:lstStyle/>
            <a:p>
              <a:pPr/>
              <a:r>
                <a:rPr lang="en-US" sz="1400" i="0">
                  <a:solidFill>
                    <a:srgbClr val="FF0000"/>
                  </a:solidFill>
                  <a:latin typeface="Cambria Math" panose="02040503050406030204" pitchFamily="18" charset="0"/>
                </a:rPr>
                <a:t>⟨</a:t>
              </a:r>
              <a:r>
                <a:rPr lang="en-US" sz="1400" b="0" i="0">
                  <a:solidFill>
                    <a:srgbClr val="FF0000"/>
                  </a:solidFill>
                  <a:latin typeface="Cambria Math" panose="02040503050406030204" pitchFamily="18" charset="0"/>
                </a:rPr>
                <a:t>𝑠_3,4⟩</a:t>
              </a:r>
              <a:endParaRPr lang="en-US" sz="1400"/>
            </a:p>
          </dgm:t>
        </dgm:pt>
      </mc:Fallback>
    </mc:AlternateContent>
    <dgm:pt modelId="{B1F6CE64-AD06-4BDA-89DF-A9B231864DCF}" type="parTrans" cxnId="{5C502DED-B51F-4CE9-9C37-5AAEEF0CDD9A}">
      <dgm:prSet/>
      <dgm:spPr>
        <a:ln w="19050">
          <a:solidFill>
            <a:schemeClr val="accent1">
              <a:lumMod val="75000"/>
            </a:schemeClr>
          </a:solidFill>
          <a:headEnd type="none" w="med" len="med"/>
          <a:tailEnd type="triangle" w="med" len="med"/>
        </a:ln>
      </dgm:spPr>
      <dgm:t>
        <a:bodyPr/>
        <a:lstStyle/>
        <a:p>
          <a:endParaRPr lang="en-US" sz="4000"/>
        </a:p>
      </dgm:t>
    </dgm:pt>
    <dgm:pt modelId="{7CB675C5-5AA3-4CA4-9D21-64951C45B2F1}" type="sibTrans" cxnId="{5C502DED-B51F-4CE9-9C37-5AAEEF0CDD9A}">
      <dgm:prSet/>
      <dgm:spPr/>
      <dgm:t>
        <a:bodyPr/>
        <a:lstStyle/>
        <a:p>
          <a:endParaRPr lang="en-US" sz="4000"/>
        </a:p>
      </dgm:t>
    </dgm:pt>
    <mc:AlternateContent xmlns:mc="http://schemas.openxmlformats.org/markup-compatibility/2006">
      <mc:Choice xmlns:a14="http://schemas.microsoft.com/office/drawing/2010/main" Requires="a14">
        <dgm:pt modelId="{72F6561E-DA06-400E-BA39-FE491E3FED60}">
          <dgm:prSet phldrT="[Text]" custT="1"/>
          <dgm:spPr>
            <a:noFill/>
            <a:ln>
              <a:noFill/>
            </a:ln>
            <a:effectLst/>
            <a:scene3d>
              <a:camera prst="orthographicFront"/>
              <a:lightRig rig="flat" dir="t"/>
            </a:scene3d>
          </dgm:spPr>
          <dgm:t>
            <a:bodyPr/>
            <a:lstStyle/>
            <a:p>
              <a:pPr/>
              <a14:m>
                <m:oMathPara xmlns:m="http://schemas.openxmlformats.org/officeDocument/2006/math">
                  <m:oMathParaPr>
                    <m:jc m:val="centerGroup"/>
                  </m:oMathParaPr>
                  <m:oMath xmlns:m="http://schemas.openxmlformats.org/officeDocument/2006/math">
                    <m:d>
                      <m:dPr>
                        <m:begChr m:val="⟨"/>
                        <m:endChr m:val="⟩"/>
                        <m:ctrlPr>
                          <a:rPr lang="en-US" sz="140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400" b="0" i="1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sz="1400" b="0" i="1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sz="1400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1400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e>
                    </m:d>
                  </m:oMath>
                </m:oMathPara>
              </a14:m>
              <a:endParaRPr lang="en-US" sz="1400"/>
            </a:p>
          </dgm:t>
        </dgm:pt>
      </mc:Choice>
      <mc:Fallback>
        <dgm:pt modelId="{72F6561E-DA06-400E-BA39-FE491E3FED60}">
          <dgm:prSet phldrT="[Text]" custT="1"/>
          <dgm:spPr>
            <a:noFill/>
            <a:ln>
              <a:noFill/>
            </a:ln>
            <a:effectLst/>
            <a:scene3d>
              <a:camera prst="orthographicFront"/>
              <a:lightRig rig="flat" dir="t"/>
            </a:scene3d>
          </dgm:spPr>
          <dgm:t>
            <a:bodyPr/>
            <a:lstStyle/>
            <a:p>
              <a:pPr/>
              <a:r>
                <a:rPr lang="en-US" sz="1400" i="0">
                  <a:solidFill>
                    <a:srgbClr val="0000FF"/>
                  </a:solidFill>
                  <a:latin typeface="Cambria Math" panose="02040503050406030204" pitchFamily="18" charset="0"/>
                </a:rPr>
                <a:t>⟨</a:t>
              </a:r>
              <a:r>
                <a:rPr lang="en-US" sz="1400" b="0" i="0">
                  <a:solidFill>
                    <a:srgbClr val="0000FF"/>
                  </a:solidFill>
                  <a:latin typeface="Cambria Math" panose="02040503050406030204" pitchFamily="18" charset="0"/>
                </a:rPr>
                <a:t>𝑠_2,4⟩</a:t>
              </a:r>
              <a:endParaRPr lang="en-US" sz="1400"/>
            </a:p>
          </dgm:t>
        </dgm:pt>
      </mc:Fallback>
    </mc:AlternateContent>
    <dgm:pt modelId="{21C3578F-A1DD-4DC7-80F4-ACFDA6036408}" type="parTrans" cxnId="{C7E23428-E8A9-4A62-A024-5DDC177490C3}">
      <dgm:prSet/>
      <dgm:spPr>
        <a:ln w="19050">
          <a:solidFill>
            <a:schemeClr val="accent1">
              <a:lumMod val="75000"/>
            </a:schemeClr>
          </a:solidFill>
          <a:headEnd type="none" w="med" len="med"/>
          <a:tailEnd type="triangle" w="med" len="med"/>
        </a:ln>
      </dgm:spPr>
      <dgm:t>
        <a:bodyPr/>
        <a:lstStyle/>
        <a:p>
          <a:endParaRPr lang="en-US" sz="4000"/>
        </a:p>
      </dgm:t>
    </dgm:pt>
    <dgm:pt modelId="{8F2E50C6-2141-4A32-A74D-9612E663D563}" type="sibTrans" cxnId="{C7E23428-E8A9-4A62-A024-5DDC177490C3}">
      <dgm:prSet/>
      <dgm:spPr/>
      <dgm:t>
        <a:bodyPr/>
        <a:lstStyle/>
        <a:p>
          <a:endParaRPr lang="en-US" sz="4000"/>
        </a:p>
      </dgm:t>
    </dgm:pt>
    <mc:AlternateContent xmlns:mc="http://schemas.openxmlformats.org/markup-compatibility/2006">
      <mc:Choice xmlns:a14="http://schemas.microsoft.com/office/drawing/2010/main" Requires="a14">
        <dgm:pt modelId="{5AA4FD96-206A-45E9-92E7-1F6232F7DD60}">
          <dgm:prSet phldrT="[Text]" custT="1"/>
          <dgm:spPr>
            <a:noFill/>
            <a:ln>
              <a:noFill/>
            </a:ln>
          </dgm:spPr>
          <dgm:t>
            <a:bodyPr/>
            <a:lstStyle/>
            <a:p>
              <a:pPr/>
              <a14:m>
                <m:oMathPara xmlns:m="http://schemas.openxmlformats.org/officeDocument/2006/math">
                  <m:oMathParaPr>
                    <m:jc m:val="centerGroup"/>
                  </m:oMathParaPr>
                  <m:oMath xmlns:m="http://schemas.openxmlformats.org/officeDocument/2006/math">
                    <m:r>
                      <a:rPr lang="en-US" sz="1400" b="0" i="1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</a:rPr>
                      <m:t>⋮</m:t>
                    </m:r>
                  </m:oMath>
                </m:oMathPara>
              </a14:m>
              <a:endParaRPr lang="en-US" sz="1400">
                <a:solidFill>
                  <a:schemeClr val="accent2"/>
                </a:solidFill>
              </a:endParaRPr>
            </a:p>
          </dgm:t>
        </dgm:pt>
      </mc:Choice>
      <mc:Fallback>
        <dgm:pt modelId="{5AA4FD96-206A-45E9-92E7-1F6232F7DD60}">
          <dgm:prSet phldrT="[Text]" custT="1"/>
          <dgm:spPr>
            <a:noFill/>
            <a:ln>
              <a:noFill/>
            </a:ln>
          </dgm:spPr>
          <dgm:t>
            <a:bodyPr/>
            <a:lstStyle/>
            <a:p>
              <a:pPr/>
              <a:r>
                <a:rPr lang="en-US" sz="1400" b="0" i="0">
                  <a:solidFill>
                    <a:schemeClr val="accent2"/>
                  </a:solidFill>
                  <a:latin typeface="Cambria Math" panose="02040503050406030204" pitchFamily="18" charset="0"/>
                </a:rPr>
                <a:t>⋮</a:t>
              </a:r>
              <a:endParaRPr lang="en-US" sz="1400">
                <a:solidFill>
                  <a:schemeClr val="accent2"/>
                </a:solidFill>
              </a:endParaRPr>
            </a:p>
          </dgm:t>
        </dgm:pt>
      </mc:Fallback>
    </mc:AlternateContent>
    <dgm:pt modelId="{A5C15E05-BE46-4C54-B0B5-D32F89584C23}" type="parTrans" cxnId="{AB400052-3BD7-489B-8DD3-1AB7B76806AE}">
      <dgm:prSet/>
      <dgm:spPr>
        <a:ln w="19050">
          <a:solidFill>
            <a:schemeClr val="accent1">
              <a:lumMod val="75000"/>
            </a:schemeClr>
          </a:solidFill>
          <a:headEnd type="none" w="med" len="med"/>
          <a:tailEnd type="triangle" w="med" len="med"/>
        </a:ln>
      </dgm:spPr>
      <dgm:t>
        <a:bodyPr/>
        <a:lstStyle/>
        <a:p>
          <a:endParaRPr lang="en-US" sz="4000"/>
        </a:p>
      </dgm:t>
    </dgm:pt>
    <dgm:pt modelId="{4407F708-D3C1-4BA7-94CF-E9C4425F2287}" type="sibTrans" cxnId="{AB400052-3BD7-489B-8DD3-1AB7B76806AE}">
      <dgm:prSet/>
      <dgm:spPr/>
      <dgm:t>
        <a:bodyPr/>
        <a:lstStyle/>
        <a:p>
          <a:endParaRPr lang="en-US" sz="4000"/>
        </a:p>
      </dgm:t>
    </dgm:pt>
    <mc:AlternateContent xmlns:mc="http://schemas.openxmlformats.org/markup-compatibility/2006">
      <mc:Choice xmlns:a14="http://schemas.microsoft.com/office/drawing/2010/main" Requires="a14">
        <dgm:pt modelId="{2997FCC4-0E13-4917-A431-33405B476831}">
          <dgm:prSet phldrT="[Text]" custT="1"/>
          <dgm:spPr>
            <a:noFill/>
            <a:ln>
              <a:noFill/>
            </a:ln>
          </dgm:spPr>
          <dgm:t>
            <a:bodyPr/>
            <a:lstStyle/>
            <a:p>
              <a:pPr/>
              <a14:m>
                <m:oMathPara xmlns:m="http://schemas.openxmlformats.org/officeDocument/2006/math">
                  <m:oMathParaPr>
                    <m:jc m:val="centerGroup"/>
                  </m:oMathParaPr>
                  <m:oMath xmlns:m="http://schemas.openxmlformats.org/officeDocument/2006/math">
                    <m:r>
                      <a:rPr lang="en-US" sz="1400" b="0" i="1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</a:rPr>
                      <m:t>⋮</m:t>
                    </m:r>
                  </m:oMath>
                </m:oMathPara>
              </a14:m>
              <a:endParaRPr lang="en-US" sz="1400"/>
            </a:p>
          </dgm:t>
        </dgm:pt>
      </mc:Choice>
      <mc:Fallback>
        <dgm:pt modelId="{2997FCC4-0E13-4917-A431-33405B476831}">
          <dgm:prSet phldrT="[Text]" custT="1"/>
          <dgm:spPr>
            <a:noFill/>
            <a:ln>
              <a:noFill/>
            </a:ln>
          </dgm:spPr>
          <dgm:t>
            <a:bodyPr/>
            <a:lstStyle/>
            <a:p>
              <a:pPr/>
              <a:r>
                <a:rPr lang="en-US" sz="1400" b="0" i="0">
                  <a:solidFill>
                    <a:schemeClr val="accent2"/>
                  </a:solidFill>
                  <a:latin typeface="Cambria Math" panose="02040503050406030204" pitchFamily="18" charset="0"/>
                </a:rPr>
                <a:t>⋮</a:t>
              </a:r>
              <a:endParaRPr lang="en-US" sz="1400"/>
            </a:p>
          </dgm:t>
        </dgm:pt>
      </mc:Fallback>
    </mc:AlternateContent>
    <dgm:pt modelId="{CD9A046F-6E0E-4994-A5F0-77B7E319BA28}" type="parTrans" cxnId="{F1B2DCD3-0B8F-445F-B08A-6C4521C66D68}">
      <dgm:prSet/>
      <dgm:spPr>
        <a:ln w="19050">
          <a:solidFill>
            <a:schemeClr val="accent1">
              <a:lumMod val="75000"/>
            </a:schemeClr>
          </a:solidFill>
          <a:headEnd type="none" w="med" len="med"/>
          <a:tailEnd type="triangle" w="med" len="med"/>
        </a:ln>
      </dgm:spPr>
      <dgm:t>
        <a:bodyPr/>
        <a:lstStyle/>
        <a:p>
          <a:endParaRPr lang="en-US" sz="4000"/>
        </a:p>
      </dgm:t>
    </dgm:pt>
    <dgm:pt modelId="{0CCC592E-56AE-4BFB-B927-2DAEFFF10683}" type="sibTrans" cxnId="{F1B2DCD3-0B8F-445F-B08A-6C4521C66D68}">
      <dgm:prSet/>
      <dgm:spPr/>
      <dgm:t>
        <a:bodyPr/>
        <a:lstStyle/>
        <a:p>
          <a:endParaRPr lang="en-US" sz="4000"/>
        </a:p>
      </dgm:t>
    </dgm:pt>
    <mc:AlternateContent xmlns:mc="http://schemas.openxmlformats.org/markup-compatibility/2006">
      <mc:Choice xmlns:a14="http://schemas.microsoft.com/office/drawing/2010/main" Requires="a14">
        <dgm:pt modelId="{8EDA12C0-3167-4CEF-AC03-20E0DA0B3F57}">
          <dgm:prSet phldrT="[Text]" custT="1"/>
          <dgm:spPr>
            <a:noFill/>
            <a:ln>
              <a:noFill/>
            </a:ln>
          </dgm:spPr>
          <dgm:t>
            <a:bodyPr/>
            <a:lstStyle/>
            <a:p>
              <a:pPr/>
              <a14:m>
                <m:oMathPara xmlns:m="http://schemas.openxmlformats.org/officeDocument/2006/math">
                  <m:oMathParaPr>
                    <m:jc m:val="centerGroup"/>
                  </m:oMathParaPr>
                  <m:oMath xmlns:m="http://schemas.openxmlformats.org/officeDocument/2006/math">
                    <m:r>
                      <a:rPr lang="en-US" sz="1400" b="0" i="1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</a:rPr>
                      <m:t>⋮</m:t>
                    </m:r>
                  </m:oMath>
                </m:oMathPara>
              </a14:m>
              <a:endParaRPr lang="en-US" sz="1400"/>
            </a:p>
          </dgm:t>
        </dgm:pt>
      </mc:Choice>
      <mc:Fallback>
        <dgm:pt modelId="{8EDA12C0-3167-4CEF-AC03-20E0DA0B3F57}">
          <dgm:prSet phldrT="[Text]" custT="1"/>
          <dgm:spPr>
            <a:noFill/>
            <a:ln>
              <a:noFill/>
            </a:ln>
          </dgm:spPr>
          <dgm:t>
            <a:bodyPr/>
            <a:lstStyle/>
            <a:p>
              <a:pPr/>
              <a:r>
                <a:rPr lang="en-US" sz="1400" b="0" i="0">
                  <a:solidFill>
                    <a:schemeClr val="accent2"/>
                  </a:solidFill>
                  <a:latin typeface="Cambria Math" panose="02040503050406030204" pitchFamily="18" charset="0"/>
                </a:rPr>
                <a:t>⋮</a:t>
              </a:r>
              <a:endParaRPr lang="en-US" sz="1400"/>
            </a:p>
          </dgm:t>
        </dgm:pt>
      </mc:Fallback>
    </mc:AlternateContent>
    <dgm:pt modelId="{1B22746C-BFE9-486B-9CC6-C0623B1F7DE9}" type="parTrans" cxnId="{DE9C05FF-05FD-40DD-BC84-D7ABCD754887}">
      <dgm:prSet/>
      <dgm:spPr>
        <a:ln w="19050">
          <a:solidFill>
            <a:schemeClr val="accent1">
              <a:lumMod val="75000"/>
            </a:schemeClr>
          </a:solidFill>
          <a:headEnd type="none" w="med" len="med"/>
          <a:tailEnd type="triangle" w="med" len="med"/>
        </a:ln>
      </dgm:spPr>
      <dgm:t>
        <a:bodyPr/>
        <a:lstStyle/>
        <a:p>
          <a:endParaRPr lang="en-US" sz="4000"/>
        </a:p>
      </dgm:t>
    </dgm:pt>
    <dgm:pt modelId="{319279B4-B10D-49EF-9378-94C49387BE2B}" type="sibTrans" cxnId="{DE9C05FF-05FD-40DD-BC84-D7ABCD754887}">
      <dgm:prSet/>
      <dgm:spPr/>
      <dgm:t>
        <a:bodyPr/>
        <a:lstStyle/>
        <a:p>
          <a:endParaRPr lang="en-US" sz="4000"/>
        </a:p>
      </dgm:t>
    </dgm:pt>
    <mc:AlternateContent xmlns:mc="http://schemas.openxmlformats.org/markup-compatibility/2006">
      <mc:Choice xmlns:a14="http://schemas.microsoft.com/office/drawing/2010/main" Requires="a14">
        <dgm:pt modelId="{7891BB5A-DA25-46F1-8A32-E83B2445DF34}">
          <dgm:prSet phldrT="[Text]" custT="1"/>
          <dgm:spPr>
            <a:noFill/>
            <a:ln>
              <a:noFill/>
            </a:ln>
          </dgm:spPr>
          <dgm:t>
            <a:bodyPr/>
            <a:lstStyle/>
            <a:p>
              <a:pPr/>
              <a14:m>
                <m:oMathPara xmlns:m="http://schemas.openxmlformats.org/officeDocument/2006/math">
                  <m:oMathParaPr>
                    <m:jc m:val="centerGroup"/>
                  </m:oMathParaPr>
                  <m:oMath xmlns:m="http://schemas.openxmlformats.org/officeDocument/2006/math">
                    <m:r>
                      <a:rPr lang="en-US" sz="1400" b="0" i="1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</a:rPr>
                      <m:t>⋮</m:t>
                    </m:r>
                  </m:oMath>
                </m:oMathPara>
              </a14:m>
              <a:endParaRPr lang="en-US" sz="1400"/>
            </a:p>
          </dgm:t>
        </dgm:pt>
      </mc:Choice>
      <mc:Fallback>
        <dgm:pt modelId="{7891BB5A-DA25-46F1-8A32-E83B2445DF34}">
          <dgm:prSet phldrT="[Text]" custT="1"/>
          <dgm:spPr>
            <a:noFill/>
            <a:ln>
              <a:noFill/>
            </a:ln>
          </dgm:spPr>
          <dgm:t>
            <a:bodyPr/>
            <a:lstStyle/>
            <a:p>
              <a:pPr/>
              <a:r>
                <a:rPr lang="en-US" sz="1400" b="0" i="0">
                  <a:solidFill>
                    <a:schemeClr val="accent2"/>
                  </a:solidFill>
                  <a:latin typeface="Cambria Math" panose="02040503050406030204" pitchFamily="18" charset="0"/>
                </a:rPr>
                <a:t>⋮</a:t>
              </a:r>
              <a:endParaRPr lang="en-US" sz="1400"/>
            </a:p>
          </dgm:t>
        </dgm:pt>
      </mc:Fallback>
    </mc:AlternateContent>
    <dgm:pt modelId="{2F5FF9C7-FBFC-4B13-AEA3-27C606643369}" type="parTrans" cxnId="{DD8B66D4-14D0-414F-856E-E3BA31085B5D}">
      <dgm:prSet/>
      <dgm:spPr>
        <a:ln w="19050">
          <a:solidFill>
            <a:schemeClr val="accent1">
              <a:lumMod val="75000"/>
            </a:schemeClr>
          </a:solidFill>
          <a:headEnd type="none" w="med" len="med"/>
          <a:tailEnd type="triangle" w="med" len="med"/>
        </a:ln>
      </dgm:spPr>
      <dgm:t>
        <a:bodyPr/>
        <a:lstStyle/>
        <a:p>
          <a:endParaRPr lang="en-US" sz="4000"/>
        </a:p>
      </dgm:t>
    </dgm:pt>
    <dgm:pt modelId="{1F749897-B912-4A9B-B381-888172B02B24}" type="sibTrans" cxnId="{DD8B66D4-14D0-414F-856E-E3BA31085B5D}">
      <dgm:prSet/>
      <dgm:spPr/>
      <dgm:t>
        <a:bodyPr/>
        <a:lstStyle/>
        <a:p>
          <a:endParaRPr lang="en-US" sz="4000"/>
        </a:p>
      </dgm:t>
    </dgm:pt>
    <mc:AlternateContent xmlns:mc="http://schemas.openxmlformats.org/markup-compatibility/2006">
      <mc:Choice xmlns:a14="http://schemas.microsoft.com/office/drawing/2010/main" Requires="a14">
        <dgm:pt modelId="{8BC85C18-7D12-481D-B9B8-ED6A6AEAD023}">
          <dgm:prSet phldrT="[Text]" custT="1"/>
          <dgm:spPr>
            <a:noFill/>
            <a:ln>
              <a:noFill/>
            </a:ln>
          </dgm:spPr>
          <dgm:t>
            <a:bodyPr/>
            <a:lstStyle/>
            <a:p>
              <a:pPr/>
              <a14:m>
                <m:oMathPara xmlns:m="http://schemas.openxmlformats.org/officeDocument/2006/math">
                  <m:oMathParaPr>
                    <m:jc m:val="centerGroup"/>
                  </m:oMathParaPr>
                  <m:oMath xmlns:m="http://schemas.openxmlformats.org/officeDocument/2006/math">
                    <m:r>
                      <a:rPr lang="en-US" sz="1400" b="0" i="1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</a:rPr>
                      <m:t>⋮</m:t>
                    </m:r>
                  </m:oMath>
                </m:oMathPara>
              </a14:m>
              <a:endParaRPr lang="en-US" sz="1400"/>
            </a:p>
          </dgm:t>
        </dgm:pt>
      </mc:Choice>
      <mc:Fallback>
        <dgm:pt modelId="{8BC85C18-7D12-481D-B9B8-ED6A6AEAD023}">
          <dgm:prSet phldrT="[Text]" custT="1"/>
          <dgm:spPr>
            <a:noFill/>
            <a:ln>
              <a:noFill/>
            </a:ln>
          </dgm:spPr>
          <dgm:t>
            <a:bodyPr/>
            <a:lstStyle/>
            <a:p>
              <a:pPr/>
              <a:r>
                <a:rPr lang="en-US" sz="1400" b="0" i="0">
                  <a:solidFill>
                    <a:schemeClr val="accent2"/>
                  </a:solidFill>
                  <a:latin typeface="Cambria Math" panose="02040503050406030204" pitchFamily="18" charset="0"/>
                </a:rPr>
                <a:t>⋮</a:t>
              </a:r>
              <a:endParaRPr lang="en-US" sz="1400"/>
            </a:p>
          </dgm:t>
        </dgm:pt>
      </mc:Fallback>
    </mc:AlternateContent>
    <dgm:pt modelId="{15485868-CFAA-4EDD-97D3-D1D3305D4DC0}" type="parTrans" cxnId="{E07CB608-8F37-499E-A426-FD8E5E93FE8E}">
      <dgm:prSet/>
      <dgm:spPr>
        <a:ln w="19050">
          <a:solidFill>
            <a:schemeClr val="accent1">
              <a:lumMod val="75000"/>
            </a:schemeClr>
          </a:solidFill>
          <a:headEnd type="none" w="med" len="med"/>
          <a:tailEnd type="triangle" w="med" len="med"/>
        </a:ln>
      </dgm:spPr>
      <dgm:t>
        <a:bodyPr/>
        <a:lstStyle/>
        <a:p>
          <a:endParaRPr lang="en-US" sz="4000"/>
        </a:p>
      </dgm:t>
    </dgm:pt>
    <dgm:pt modelId="{5456744C-1BD6-44F4-B983-D625227439DA}" type="sibTrans" cxnId="{E07CB608-8F37-499E-A426-FD8E5E93FE8E}">
      <dgm:prSet/>
      <dgm:spPr/>
      <dgm:t>
        <a:bodyPr/>
        <a:lstStyle/>
        <a:p>
          <a:endParaRPr lang="en-US" sz="4000"/>
        </a:p>
      </dgm:t>
    </dgm:pt>
    <dgm:pt modelId="{81E2C9DC-92F3-485E-9937-66DA93A91AA1}" type="pres">
      <dgm:prSet presAssocID="{619996A8-B27E-485A-89DE-B829A5F15FE9}" presName="mainComposite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</dgm:pt>
    <dgm:pt modelId="{9E0E20AA-948E-4F02-A7B0-19978F3EE64F}" type="pres">
      <dgm:prSet presAssocID="{619996A8-B27E-485A-89DE-B829A5F15FE9}" presName="hierFlow" presStyleCnt="0"/>
      <dgm:spPr/>
    </dgm:pt>
    <dgm:pt modelId="{4B53D7D4-8D0A-467F-AC1B-B808F494E2B7}" type="pres">
      <dgm:prSet presAssocID="{619996A8-B27E-485A-89DE-B829A5F15FE9}" presName="hierChild1" presStyleCnt="0">
        <dgm:presLayoutVars>
          <dgm:chPref val="1"/>
          <dgm:animOne val="branch"/>
          <dgm:animLvl val="lvl"/>
        </dgm:presLayoutVars>
      </dgm:prSet>
      <dgm:spPr/>
    </dgm:pt>
    <dgm:pt modelId="{F6C6B03B-F7B3-485B-9868-65DA42BF6E5B}" type="pres">
      <dgm:prSet presAssocID="{281AE90F-58EE-406A-87C8-4E26FA76311E}" presName="Name14" presStyleCnt="0"/>
      <dgm:spPr/>
    </dgm:pt>
    <dgm:pt modelId="{1F57736E-83F9-436C-AB71-0CF838AC3EB2}" type="pres">
      <dgm:prSet presAssocID="{281AE90F-58EE-406A-87C8-4E26FA76311E}" presName="level1Shape" presStyleLbl="node0" presStyleIdx="0" presStyleCnt="1" custScaleX="110000" custLinFactNeighborX="-665">
        <dgm:presLayoutVars>
          <dgm:chPref val="3"/>
        </dgm:presLayoutVars>
      </dgm:prSet>
      <dgm:spPr/>
    </dgm:pt>
    <dgm:pt modelId="{CCB26D1F-96C6-4B5E-914A-4C0CD156672C}" type="pres">
      <dgm:prSet presAssocID="{281AE90F-58EE-406A-87C8-4E26FA76311E}" presName="hierChild2" presStyleCnt="0"/>
      <dgm:spPr/>
    </dgm:pt>
    <dgm:pt modelId="{4716B355-F34D-464C-BCC1-FE8FD371DF33}" type="pres">
      <dgm:prSet presAssocID="{F0F9A8FD-7BAF-4473-99A0-50AD30E55A44}" presName="Name19" presStyleLbl="parChTrans1D2" presStyleIdx="0" presStyleCnt="1"/>
      <dgm:spPr/>
    </dgm:pt>
    <dgm:pt modelId="{6A98D53B-CBF3-4023-8FF5-7D10C4F3360D}" type="pres">
      <dgm:prSet presAssocID="{3C6E430F-359E-4019-8204-7C4628357612}" presName="Name21" presStyleCnt="0"/>
      <dgm:spPr/>
    </dgm:pt>
    <dgm:pt modelId="{04EC2B26-9F56-4CBA-BE06-DE6F144D4EF7}" type="pres">
      <dgm:prSet presAssocID="{3C6E430F-359E-4019-8204-7C4628357612}" presName="level2Shape" presStyleLbl="node2" presStyleIdx="0" presStyleCnt="1" custLinFactNeighborY="19806"/>
      <dgm:spPr/>
    </dgm:pt>
    <dgm:pt modelId="{83B34C4D-81AD-48B6-A84B-2E361C276DAB}" type="pres">
      <dgm:prSet presAssocID="{3C6E430F-359E-4019-8204-7C4628357612}" presName="hierChild3" presStyleCnt="0"/>
      <dgm:spPr/>
    </dgm:pt>
    <dgm:pt modelId="{50F0B181-411F-4F06-8FF4-06F04C8A9AE5}" type="pres">
      <dgm:prSet presAssocID="{0DD35C28-6EA9-4F56-BF7D-CABD0F1A57CF}" presName="Name19" presStyleLbl="parChTrans1D3" presStyleIdx="0" presStyleCnt="2"/>
      <dgm:spPr/>
    </dgm:pt>
    <dgm:pt modelId="{D8698837-8BF8-4C45-86BC-D3497A3084C4}" type="pres">
      <dgm:prSet presAssocID="{46AC0048-E7FE-455F-BCF2-D77C3C72B6F2}" presName="Name21" presStyleCnt="0"/>
      <dgm:spPr/>
    </dgm:pt>
    <dgm:pt modelId="{17CC8EC9-BF60-4D20-AB5C-CB22423A12F9}" type="pres">
      <dgm:prSet presAssocID="{46AC0048-E7FE-455F-BCF2-D77C3C72B6F2}" presName="level2Shape" presStyleLbl="node3" presStyleIdx="0" presStyleCnt="2" custLinFactNeighborY="75552"/>
      <dgm:spPr/>
    </dgm:pt>
    <dgm:pt modelId="{0C3F849A-B22C-4EB7-9AF9-82F9F0296609}" type="pres">
      <dgm:prSet presAssocID="{46AC0048-E7FE-455F-BCF2-D77C3C72B6F2}" presName="hierChild3" presStyleCnt="0"/>
      <dgm:spPr/>
    </dgm:pt>
    <dgm:pt modelId="{FDC1B5B2-FD9B-4AE4-8945-F087A8DC8EB8}" type="pres">
      <dgm:prSet presAssocID="{751F548D-4B62-42F6-A64E-68C556D09C2C}" presName="Name19" presStyleLbl="parChTrans1D4" presStyleIdx="0" presStyleCnt="13"/>
      <dgm:spPr/>
    </dgm:pt>
    <dgm:pt modelId="{37BDD6D0-C129-4BAC-B44A-5AD37F63CB24}" type="pres">
      <dgm:prSet presAssocID="{BC641C92-2A71-4AA8-AE93-D0023CDA3747}" presName="Name21" presStyleCnt="0"/>
      <dgm:spPr/>
    </dgm:pt>
    <dgm:pt modelId="{4749BA73-F0BF-485F-A6D0-BAD5029FDFB5}" type="pres">
      <dgm:prSet presAssocID="{BC641C92-2A71-4AA8-AE93-D0023CDA3747}" presName="level2Shape" presStyleLbl="node4" presStyleIdx="0" presStyleCnt="13" custLinFactY="33618" custLinFactNeighborY="100000"/>
      <dgm:spPr/>
    </dgm:pt>
    <dgm:pt modelId="{1D255E6C-4672-4E58-8CE6-9F4B57BC51D0}" type="pres">
      <dgm:prSet presAssocID="{BC641C92-2A71-4AA8-AE93-D0023CDA3747}" presName="hierChild3" presStyleCnt="0"/>
      <dgm:spPr/>
    </dgm:pt>
    <dgm:pt modelId="{285D208F-78AE-4BE3-B5E3-0DD4DF78EA85}" type="pres">
      <dgm:prSet presAssocID="{84264CEE-991D-416D-B235-C3E6D60DE421}" presName="Name19" presStyleLbl="parChTrans1D4" presStyleIdx="1" presStyleCnt="13"/>
      <dgm:spPr/>
    </dgm:pt>
    <dgm:pt modelId="{DA52A3CC-CFF1-4D95-B91C-A87A1BB9EC35}" type="pres">
      <dgm:prSet presAssocID="{1624F485-EE14-43C0-8E7B-3E7E6401D2C3}" presName="Name21" presStyleCnt="0"/>
      <dgm:spPr/>
    </dgm:pt>
    <dgm:pt modelId="{3D6F0572-825D-4838-A47B-5B8EF207B333}" type="pres">
      <dgm:prSet presAssocID="{1624F485-EE14-43C0-8E7B-3E7E6401D2C3}" presName="level2Shape" presStyleLbl="node4" presStyleIdx="1" presStyleCnt="13" custLinFactY="91683" custLinFactNeighborY="100000"/>
      <dgm:spPr/>
    </dgm:pt>
    <dgm:pt modelId="{C784F108-0CB9-4745-8739-9817D6BB1C3D}" type="pres">
      <dgm:prSet presAssocID="{1624F485-EE14-43C0-8E7B-3E7E6401D2C3}" presName="hierChild3" presStyleCnt="0"/>
      <dgm:spPr/>
    </dgm:pt>
    <dgm:pt modelId="{EC5A51E6-84C3-4970-8CE5-F9608192E762}" type="pres">
      <dgm:prSet presAssocID="{A5C15E05-BE46-4C54-B0B5-D32F89584C23}" presName="Name19" presStyleLbl="parChTrans1D4" presStyleIdx="2" presStyleCnt="13"/>
      <dgm:spPr/>
    </dgm:pt>
    <dgm:pt modelId="{2202C054-C3E3-479B-83EE-7D251AC3E7D8}" type="pres">
      <dgm:prSet presAssocID="{5AA4FD96-206A-45E9-92E7-1F6232F7DD60}" presName="Name21" presStyleCnt="0"/>
      <dgm:spPr/>
    </dgm:pt>
    <dgm:pt modelId="{F7E3A1FA-8166-43BD-B8A0-ABA3A46D2DDA}" type="pres">
      <dgm:prSet presAssocID="{5AA4FD96-206A-45E9-92E7-1F6232F7DD60}" presName="level2Shape" presStyleLbl="node4" presStyleIdx="2" presStyleCnt="13" custLinFactY="90329" custLinFactNeighborY="100000"/>
      <dgm:spPr/>
    </dgm:pt>
    <dgm:pt modelId="{B14161F9-A851-4168-9F23-3AFF6082CE62}" type="pres">
      <dgm:prSet presAssocID="{5AA4FD96-206A-45E9-92E7-1F6232F7DD60}" presName="hierChild3" presStyleCnt="0"/>
      <dgm:spPr/>
    </dgm:pt>
    <dgm:pt modelId="{A31A0F7F-AA2B-4DF5-8DD3-CF447E518AD1}" type="pres">
      <dgm:prSet presAssocID="{6C2E7740-90DB-4388-B75A-86E64CE08A99}" presName="Name19" presStyleLbl="parChTrans1D4" presStyleIdx="3" presStyleCnt="13"/>
      <dgm:spPr/>
    </dgm:pt>
    <dgm:pt modelId="{60FDFA61-C2FD-46F1-A64E-18A8643F332B}" type="pres">
      <dgm:prSet presAssocID="{042433F3-4E8F-4003-BAB9-E229B02D5E35}" presName="Name21" presStyleCnt="0"/>
      <dgm:spPr/>
    </dgm:pt>
    <dgm:pt modelId="{A814F662-BB78-4F56-9A51-54EEDB94D96E}" type="pres">
      <dgm:prSet presAssocID="{042433F3-4E8F-4003-BAB9-E229B02D5E35}" presName="level2Shape" presStyleLbl="node4" presStyleIdx="3" presStyleCnt="13" custLinFactY="91683" custLinFactNeighborY="100000"/>
      <dgm:spPr/>
    </dgm:pt>
    <dgm:pt modelId="{A5AE7020-6B09-458A-B327-D28A14B9BE42}" type="pres">
      <dgm:prSet presAssocID="{042433F3-4E8F-4003-BAB9-E229B02D5E35}" presName="hierChild3" presStyleCnt="0"/>
      <dgm:spPr/>
    </dgm:pt>
    <dgm:pt modelId="{27E68A12-39E1-4EB1-8DF8-D60DC38DC118}" type="pres">
      <dgm:prSet presAssocID="{CD9A046F-6E0E-4994-A5F0-77B7E319BA28}" presName="Name19" presStyleLbl="parChTrans1D4" presStyleIdx="4" presStyleCnt="13"/>
      <dgm:spPr/>
    </dgm:pt>
    <dgm:pt modelId="{AB8918B3-7066-4711-BA88-098103DF0568}" type="pres">
      <dgm:prSet presAssocID="{2997FCC4-0E13-4917-A431-33405B476831}" presName="Name21" presStyleCnt="0"/>
      <dgm:spPr/>
    </dgm:pt>
    <dgm:pt modelId="{22A37BE5-9713-4CE7-B850-62F9AD9B2360}" type="pres">
      <dgm:prSet presAssocID="{2997FCC4-0E13-4917-A431-33405B476831}" presName="level2Shape" presStyleLbl="node4" presStyleIdx="4" presStyleCnt="13" custLinFactY="90329" custLinFactNeighborY="100000"/>
      <dgm:spPr/>
    </dgm:pt>
    <dgm:pt modelId="{81828944-8E33-4B92-9F26-8A89293AC1CB}" type="pres">
      <dgm:prSet presAssocID="{2997FCC4-0E13-4917-A431-33405B476831}" presName="hierChild3" presStyleCnt="0"/>
      <dgm:spPr/>
    </dgm:pt>
    <dgm:pt modelId="{469635AB-CEF8-4A75-A481-1A8EEE6F4B95}" type="pres">
      <dgm:prSet presAssocID="{A2BB7D03-23E3-4233-902D-7B59772D944D}" presName="Name19" presStyleLbl="parChTrans1D3" presStyleIdx="1" presStyleCnt="2"/>
      <dgm:spPr/>
    </dgm:pt>
    <dgm:pt modelId="{B9A9DA5F-F419-42AC-A5AE-B6CD3C15B7F7}" type="pres">
      <dgm:prSet presAssocID="{CB716188-A402-4EF7-BECC-0C1597A23816}" presName="Name21" presStyleCnt="0"/>
      <dgm:spPr/>
    </dgm:pt>
    <dgm:pt modelId="{44B9B8E5-9439-4CB2-87B0-6B8C853513AA}" type="pres">
      <dgm:prSet presAssocID="{CB716188-A402-4EF7-BECC-0C1597A23816}" presName="level2Shape" presStyleLbl="node3" presStyleIdx="1" presStyleCnt="2" custLinFactNeighborY="75552"/>
      <dgm:spPr/>
    </dgm:pt>
    <dgm:pt modelId="{558CA9CD-A218-4591-8179-43376736D612}" type="pres">
      <dgm:prSet presAssocID="{CB716188-A402-4EF7-BECC-0C1597A23816}" presName="hierChild3" presStyleCnt="0"/>
      <dgm:spPr/>
    </dgm:pt>
    <dgm:pt modelId="{516FFB21-241F-4BE5-B3A4-446DA36EFA27}" type="pres">
      <dgm:prSet presAssocID="{C276956D-52FC-4431-A30D-DF2B3508502B}" presName="Name19" presStyleLbl="parChTrans1D4" presStyleIdx="5" presStyleCnt="13"/>
      <dgm:spPr/>
    </dgm:pt>
    <dgm:pt modelId="{157E76CC-C2E5-4869-850D-9FE01E24D309}" type="pres">
      <dgm:prSet presAssocID="{EE730F84-B128-4F7E-951B-3B0FA6B1C683}" presName="Name21" presStyleCnt="0"/>
      <dgm:spPr/>
    </dgm:pt>
    <dgm:pt modelId="{67FF2426-B7B6-4C5D-B90F-C0752E5A4C72}" type="pres">
      <dgm:prSet presAssocID="{EE730F84-B128-4F7E-951B-3B0FA6B1C683}" presName="level2Shape" presStyleLbl="node4" presStyleIdx="5" presStyleCnt="13" custLinFactY="33618" custLinFactNeighborY="100000"/>
      <dgm:spPr/>
    </dgm:pt>
    <dgm:pt modelId="{15B2C182-2718-442D-A894-1C1FBE668E93}" type="pres">
      <dgm:prSet presAssocID="{EE730F84-B128-4F7E-951B-3B0FA6B1C683}" presName="hierChild3" presStyleCnt="0"/>
      <dgm:spPr/>
    </dgm:pt>
    <dgm:pt modelId="{A647FCF8-135C-44C0-AE70-E9757517870C}" type="pres">
      <dgm:prSet presAssocID="{7C460232-A3AE-4F99-9D98-9B09C557965A}" presName="Name19" presStyleLbl="parChTrans1D4" presStyleIdx="6" presStyleCnt="13"/>
      <dgm:spPr/>
    </dgm:pt>
    <dgm:pt modelId="{77234B34-C857-4B0A-8C3F-6A1F8CE1265C}" type="pres">
      <dgm:prSet presAssocID="{647E34BD-CC2D-41C2-A0A8-4486C374EEF4}" presName="Name21" presStyleCnt="0"/>
      <dgm:spPr/>
    </dgm:pt>
    <dgm:pt modelId="{5C5D26F8-72A3-4EA9-9A79-86F61292521C}" type="pres">
      <dgm:prSet presAssocID="{647E34BD-CC2D-41C2-A0A8-4486C374EEF4}" presName="level2Shape" presStyleLbl="node4" presStyleIdx="6" presStyleCnt="13" custLinFactY="91683" custLinFactNeighborY="100000"/>
      <dgm:spPr/>
    </dgm:pt>
    <dgm:pt modelId="{5F8B22D0-32C5-4A03-98BE-87EB8AEBCE31}" type="pres">
      <dgm:prSet presAssocID="{647E34BD-CC2D-41C2-A0A8-4486C374EEF4}" presName="hierChild3" presStyleCnt="0"/>
      <dgm:spPr/>
    </dgm:pt>
    <dgm:pt modelId="{346A26B1-4154-48F4-B0C1-BE88845E4D67}" type="pres">
      <dgm:prSet presAssocID="{1B22746C-BFE9-486B-9CC6-C0623B1F7DE9}" presName="Name19" presStyleLbl="parChTrans1D4" presStyleIdx="7" presStyleCnt="13"/>
      <dgm:spPr/>
    </dgm:pt>
    <dgm:pt modelId="{6E69C4FB-5922-4ED5-B8CB-888A768AD21E}" type="pres">
      <dgm:prSet presAssocID="{8EDA12C0-3167-4CEF-AC03-20E0DA0B3F57}" presName="Name21" presStyleCnt="0"/>
      <dgm:spPr/>
    </dgm:pt>
    <dgm:pt modelId="{ABF98A21-64DC-4421-8187-1FA62531EAC5}" type="pres">
      <dgm:prSet presAssocID="{8EDA12C0-3167-4CEF-AC03-20E0DA0B3F57}" presName="level2Shape" presStyleLbl="node4" presStyleIdx="7" presStyleCnt="13" custLinFactY="90329" custLinFactNeighborY="100000"/>
      <dgm:spPr/>
    </dgm:pt>
    <dgm:pt modelId="{0AC1712C-B3E4-459F-BF13-7B4FBDD36D30}" type="pres">
      <dgm:prSet presAssocID="{8EDA12C0-3167-4CEF-AC03-20E0DA0B3F57}" presName="hierChild3" presStyleCnt="0"/>
      <dgm:spPr/>
    </dgm:pt>
    <dgm:pt modelId="{A4927DC4-99AC-4C4F-B624-7322C75D1B11}" type="pres">
      <dgm:prSet presAssocID="{06143FDB-0B64-45E5-922F-79DA57655CA0}" presName="Name19" presStyleLbl="parChTrans1D4" presStyleIdx="8" presStyleCnt="13"/>
      <dgm:spPr/>
    </dgm:pt>
    <dgm:pt modelId="{3F0564D3-A4A6-4DAF-A06D-EF52268EEB25}" type="pres">
      <dgm:prSet presAssocID="{76D54002-42A0-4DB0-A51D-17FA7AA30B69}" presName="Name21" presStyleCnt="0"/>
      <dgm:spPr/>
    </dgm:pt>
    <dgm:pt modelId="{92981218-5AFA-447C-A3BD-85D3CC83CBE1}" type="pres">
      <dgm:prSet presAssocID="{76D54002-42A0-4DB0-A51D-17FA7AA30B69}" presName="level2Shape" presStyleLbl="node4" presStyleIdx="8" presStyleCnt="13" custLinFactY="33618" custLinFactNeighborY="100000"/>
      <dgm:spPr/>
    </dgm:pt>
    <dgm:pt modelId="{BF3869C1-622A-4916-9F95-0E0DEE978C16}" type="pres">
      <dgm:prSet presAssocID="{76D54002-42A0-4DB0-A51D-17FA7AA30B69}" presName="hierChild3" presStyleCnt="0"/>
      <dgm:spPr/>
    </dgm:pt>
    <dgm:pt modelId="{96E86E3C-DB4E-4974-BC6C-081C346968AA}" type="pres">
      <dgm:prSet presAssocID="{21C3578F-A1DD-4DC7-80F4-ACFDA6036408}" presName="Name19" presStyleLbl="parChTrans1D4" presStyleIdx="9" presStyleCnt="13"/>
      <dgm:spPr/>
    </dgm:pt>
    <dgm:pt modelId="{6AA2B428-3E28-4D4F-AACA-3A0CAD1173EA}" type="pres">
      <dgm:prSet presAssocID="{72F6561E-DA06-400E-BA39-FE491E3FED60}" presName="Name21" presStyleCnt="0"/>
      <dgm:spPr/>
    </dgm:pt>
    <dgm:pt modelId="{6D7AC87D-45F2-4503-8752-ACB71A238606}" type="pres">
      <dgm:prSet presAssocID="{72F6561E-DA06-400E-BA39-FE491E3FED60}" presName="level2Shape" presStyleLbl="node4" presStyleIdx="9" presStyleCnt="13" custLinFactY="91683" custLinFactNeighborY="100000"/>
      <dgm:spPr/>
    </dgm:pt>
    <dgm:pt modelId="{8C4A1559-CE8D-4D14-A963-A8516CFCCF35}" type="pres">
      <dgm:prSet presAssocID="{72F6561E-DA06-400E-BA39-FE491E3FED60}" presName="hierChild3" presStyleCnt="0"/>
      <dgm:spPr/>
    </dgm:pt>
    <dgm:pt modelId="{D48F2F78-0EED-4DB1-8C44-0EB215BA907A}" type="pres">
      <dgm:prSet presAssocID="{2F5FF9C7-FBFC-4B13-AEA3-27C606643369}" presName="Name19" presStyleLbl="parChTrans1D4" presStyleIdx="10" presStyleCnt="13"/>
      <dgm:spPr/>
    </dgm:pt>
    <dgm:pt modelId="{0A5790A5-FDC7-4175-BFED-AE8B2C451E5F}" type="pres">
      <dgm:prSet presAssocID="{7891BB5A-DA25-46F1-8A32-E83B2445DF34}" presName="Name21" presStyleCnt="0"/>
      <dgm:spPr/>
    </dgm:pt>
    <dgm:pt modelId="{BFFA7763-9353-46F3-BB1C-B94390278A5F}" type="pres">
      <dgm:prSet presAssocID="{7891BB5A-DA25-46F1-8A32-E83B2445DF34}" presName="level2Shape" presStyleLbl="node4" presStyleIdx="10" presStyleCnt="13" custLinFactY="90329" custLinFactNeighborY="100000"/>
      <dgm:spPr/>
    </dgm:pt>
    <dgm:pt modelId="{93D025F1-C881-43C8-B6DF-0C4C2947D631}" type="pres">
      <dgm:prSet presAssocID="{7891BB5A-DA25-46F1-8A32-E83B2445DF34}" presName="hierChild3" presStyleCnt="0"/>
      <dgm:spPr/>
    </dgm:pt>
    <dgm:pt modelId="{6C68C92E-39B9-4C82-AB02-50795D1C1866}" type="pres">
      <dgm:prSet presAssocID="{B1F6CE64-AD06-4BDA-89DF-A9B231864DCF}" presName="Name19" presStyleLbl="parChTrans1D4" presStyleIdx="11" presStyleCnt="13"/>
      <dgm:spPr/>
    </dgm:pt>
    <dgm:pt modelId="{90C6D661-4C6F-41F0-831F-49262955AFC2}" type="pres">
      <dgm:prSet presAssocID="{A55CBDEE-45BA-4C71-BBB2-FF1D9BB0A4DE}" presName="Name21" presStyleCnt="0"/>
      <dgm:spPr/>
    </dgm:pt>
    <dgm:pt modelId="{F5694382-2575-43A3-993E-3876AEB96F8C}" type="pres">
      <dgm:prSet presAssocID="{A55CBDEE-45BA-4C71-BBB2-FF1D9BB0A4DE}" presName="level2Shape" presStyleLbl="node4" presStyleIdx="11" presStyleCnt="13" custLinFactY="91683" custLinFactNeighborY="100000"/>
      <dgm:spPr/>
    </dgm:pt>
    <dgm:pt modelId="{724FC380-772F-472E-AA33-10F885B58D5F}" type="pres">
      <dgm:prSet presAssocID="{A55CBDEE-45BA-4C71-BBB2-FF1D9BB0A4DE}" presName="hierChild3" presStyleCnt="0"/>
      <dgm:spPr/>
    </dgm:pt>
    <dgm:pt modelId="{0BE5B7DA-D59D-4A49-990C-CDC0EE2137B4}" type="pres">
      <dgm:prSet presAssocID="{15485868-CFAA-4EDD-97D3-D1D3305D4DC0}" presName="Name19" presStyleLbl="parChTrans1D4" presStyleIdx="12" presStyleCnt="13"/>
      <dgm:spPr/>
    </dgm:pt>
    <dgm:pt modelId="{9C37660D-49AF-463D-9A82-B57DF2F9EBCB}" type="pres">
      <dgm:prSet presAssocID="{8BC85C18-7D12-481D-B9B8-ED6A6AEAD023}" presName="Name21" presStyleCnt="0"/>
      <dgm:spPr/>
    </dgm:pt>
    <dgm:pt modelId="{8C161BC8-7535-410E-82EA-BF43C437C91D}" type="pres">
      <dgm:prSet presAssocID="{8BC85C18-7D12-481D-B9B8-ED6A6AEAD023}" presName="level2Shape" presStyleLbl="node4" presStyleIdx="12" presStyleCnt="13" custLinFactY="90329" custLinFactNeighborY="100000"/>
      <dgm:spPr/>
    </dgm:pt>
    <dgm:pt modelId="{B5C561C0-E4F7-4DB9-8FAB-36479834DC97}" type="pres">
      <dgm:prSet presAssocID="{8BC85C18-7D12-481D-B9B8-ED6A6AEAD023}" presName="hierChild3" presStyleCnt="0"/>
      <dgm:spPr/>
    </dgm:pt>
    <dgm:pt modelId="{325F9425-100E-47E8-B439-DC70B8E03D8A}" type="pres">
      <dgm:prSet presAssocID="{619996A8-B27E-485A-89DE-B829A5F15FE9}" presName="bgShapesFlow" presStyleCnt="0"/>
      <dgm:spPr/>
    </dgm:pt>
  </dgm:ptLst>
  <dgm:cxnLst>
    <dgm:cxn modelId="{E07CB608-8F37-499E-A426-FD8E5E93FE8E}" srcId="{A55CBDEE-45BA-4C71-BBB2-FF1D9BB0A4DE}" destId="{8BC85C18-7D12-481D-B9B8-ED6A6AEAD023}" srcOrd="0" destOrd="0" parTransId="{15485868-CFAA-4EDD-97D3-D1D3305D4DC0}" sibTransId="{5456744C-1BD6-44F4-B983-D625227439DA}"/>
    <dgm:cxn modelId="{0E01A20D-538A-43C1-AE1A-005953C5ECF2}" type="presOf" srcId="{21C3578F-A1DD-4DC7-80F4-ACFDA6036408}" destId="{96E86E3C-DB4E-4974-BC6C-081C346968AA}" srcOrd="0" destOrd="0" presId="urn:microsoft.com/office/officeart/2005/8/layout/hierarchy6"/>
    <dgm:cxn modelId="{AED9C210-BE7B-4EF7-A0B4-7B032241E7FF}" type="presOf" srcId="{A2BB7D03-23E3-4233-902D-7B59772D944D}" destId="{469635AB-CEF8-4A75-A481-1A8EEE6F4B95}" srcOrd="0" destOrd="0" presId="urn:microsoft.com/office/officeart/2005/8/layout/hierarchy6"/>
    <dgm:cxn modelId="{B736C217-1FB6-4767-875B-BEC58ABF5BB0}" type="presOf" srcId="{84264CEE-991D-416D-B235-C3E6D60DE421}" destId="{285D208F-78AE-4BE3-B5E3-0DD4DF78EA85}" srcOrd="0" destOrd="0" presId="urn:microsoft.com/office/officeart/2005/8/layout/hierarchy6"/>
    <dgm:cxn modelId="{70BB2219-036C-4FBE-8B05-4F1919ADBF09}" type="presOf" srcId="{0DD35C28-6EA9-4F56-BF7D-CABD0F1A57CF}" destId="{50F0B181-411F-4F06-8FF4-06F04C8A9AE5}" srcOrd="0" destOrd="0" presId="urn:microsoft.com/office/officeart/2005/8/layout/hierarchy6"/>
    <dgm:cxn modelId="{471F6B1A-1B13-4EF8-8DC1-B0241E714C72}" type="presOf" srcId="{7891BB5A-DA25-46F1-8A32-E83B2445DF34}" destId="{BFFA7763-9353-46F3-BB1C-B94390278A5F}" srcOrd="0" destOrd="0" presId="urn:microsoft.com/office/officeart/2005/8/layout/hierarchy6"/>
    <dgm:cxn modelId="{045E651C-D42C-4922-9197-165494807F77}" type="presOf" srcId="{A5C15E05-BE46-4C54-B0B5-D32F89584C23}" destId="{EC5A51E6-84C3-4970-8CE5-F9608192E762}" srcOrd="0" destOrd="0" presId="urn:microsoft.com/office/officeart/2005/8/layout/hierarchy6"/>
    <dgm:cxn modelId="{96DA6120-8B72-419B-AB28-9CF1C85C5DEE}" type="presOf" srcId="{A55CBDEE-45BA-4C71-BBB2-FF1D9BB0A4DE}" destId="{F5694382-2575-43A3-993E-3876AEB96F8C}" srcOrd="0" destOrd="0" presId="urn:microsoft.com/office/officeart/2005/8/layout/hierarchy6"/>
    <dgm:cxn modelId="{E6780427-C74E-4E09-B41B-5BCA9F40207C}" srcId="{BC641C92-2A71-4AA8-AE93-D0023CDA3747}" destId="{042433F3-4E8F-4003-BAB9-E229B02D5E35}" srcOrd="1" destOrd="0" parTransId="{6C2E7740-90DB-4388-B75A-86E64CE08A99}" sibTransId="{5FC175A4-A36D-4210-B744-A30F574FA17B}"/>
    <dgm:cxn modelId="{F9833C27-EF3B-4DF5-85BE-6F6FF08424E5}" type="presOf" srcId="{8EDA12C0-3167-4CEF-AC03-20E0DA0B3F57}" destId="{ABF98A21-64DC-4421-8187-1FA62531EAC5}" srcOrd="0" destOrd="0" presId="urn:microsoft.com/office/officeart/2005/8/layout/hierarchy6"/>
    <dgm:cxn modelId="{C7E23428-E8A9-4A62-A024-5DDC177490C3}" srcId="{76D54002-42A0-4DB0-A51D-17FA7AA30B69}" destId="{72F6561E-DA06-400E-BA39-FE491E3FED60}" srcOrd="0" destOrd="0" parTransId="{21C3578F-A1DD-4DC7-80F4-ACFDA6036408}" sibTransId="{8F2E50C6-2141-4A32-A74D-9612E663D563}"/>
    <dgm:cxn modelId="{E68BD52E-F9BA-4348-9D64-47B1937EA97E}" type="presOf" srcId="{3C6E430F-359E-4019-8204-7C4628357612}" destId="{04EC2B26-9F56-4CBA-BE06-DE6F144D4EF7}" srcOrd="0" destOrd="0" presId="urn:microsoft.com/office/officeart/2005/8/layout/hierarchy6"/>
    <dgm:cxn modelId="{B724243A-0827-44E1-99F3-4F6833A7A5F4}" type="presOf" srcId="{619996A8-B27E-485A-89DE-B829A5F15FE9}" destId="{81E2C9DC-92F3-485E-9937-66DA93A91AA1}" srcOrd="0" destOrd="0" presId="urn:microsoft.com/office/officeart/2005/8/layout/hierarchy6"/>
    <dgm:cxn modelId="{3BD0DE3D-406E-49D8-BBE3-C960717D9BC7}" type="presOf" srcId="{6C2E7740-90DB-4388-B75A-86E64CE08A99}" destId="{A31A0F7F-AA2B-4DF5-8DD3-CF447E518AD1}" srcOrd="0" destOrd="0" presId="urn:microsoft.com/office/officeart/2005/8/layout/hierarchy6"/>
    <dgm:cxn modelId="{3BE8343E-0093-4430-BCCB-26FC31A92720}" type="presOf" srcId="{EE730F84-B128-4F7E-951B-3B0FA6B1C683}" destId="{67FF2426-B7B6-4C5D-B90F-C0752E5A4C72}" srcOrd="0" destOrd="0" presId="urn:microsoft.com/office/officeart/2005/8/layout/hierarchy6"/>
    <dgm:cxn modelId="{9E502960-319B-4218-86CB-C84E49C35E2B}" type="presOf" srcId="{281AE90F-58EE-406A-87C8-4E26FA76311E}" destId="{1F57736E-83F9-436C-AB71-0CF838AC3EB2}" srcOrd="0" destOrd="0" presId="urn:microsoft.com/office/officeart/2005/8/layout/hierarchy6"/>
    <dgm:cxn modelId="{60FB8D64-E597-48C8-AFB6-DFD804227F0F}" type="presOf" srcId="{751F548D-4B62-42F6-A64E-68C556D09C2C}" destId="{FDC1B5B2-FD9B-4AE4-8945-F087A8DC8EB8}" srcOrd="0" destOrd="0" presId="urn:microsoft.com/office/officeart/2005/8/layout/hierarchy6"/>
    <dgm:cxn modelId="{A7374267-A0A1-49E2-8831-175D7CAF8CCB}" type="presOf" srcId="{B1F6CE64-AD06-4BDA-89DF-A9B231864DCF}" destId="{6C68C92E-39B9-4C82-AB02-50795D1C1866}" srcOrd="0" destOrd="0" presId="urn:microsoft.com/office/officeart/2005/8/layout/hierarchy6"/>
    <dgm:cxn modelId="{A3F95D69-00A2-4B79-A3F9-C8545065484B}" type="presOf" srcId="{2F5FF9C7-FBFC-4B13-AEA3-27C606643369}" destId="{D48F2F78-0EED-4DB1-8C44-0EB215BA907A}" srcOrd="0" destOrd="0" presId="urn:microsoft.com/office/officeart/2005/8/layout/hierarchy6"/>
    <dgm:cxn modelId="{A35C446E-20AF-4123-898F-F1B764E3CBE6}" type="presOf" srcId="{46AC0048-E7FE-455F-BCF2-D77C3C72B6F2}" destId="{17CC8EC9-BF60-4D20-AB5C-CB22423A12F9}" srcOrd="0" destOrd="0" presId="urn:microsoft.com/office/officeart/2005/8/layout/hierarchy6"/>
    <dgm:cxn modelId="{489C816F-AC62-4301-B9E6-828A6F92D088}" srcId="{281AE90F-58EE-406A-87C8-4E26FA76311E}" destId="{3C6E430F-359E-4019-8204-7C4628357612}" srcOrd="0" destOrd="0" parTransId="{F0F9A8FD-7BAF-4473-99A0-50AD30E55A44}" sibTransId="{4F975A01-2F77-44F0-BE99-CB91E3517692}"/>
    <dgm:cxn modelId="{AB400052-3BD7-489B-8DD3-1AB7B76806AE}" srcId="{1624F485-EE14-43C0-8E7B-3E7E6401D2C3}" destId="{5AA4FD96-206A-45E9-92E7-1F6232F7DD60}" srcOrd="0" destOrd="0" parTransId="{A5C15E05-BE46-4C54-B0B5-D32F89584C23}" sibTransId="{4407F708-D3C1-4BA7-94CF-E9C4425F2287}"/>
    <dgm:cxn modelId="{8560427D-F265-4BC9-A1F9-FFD64D264C8E}" type="presOf" srcId="{72F6561E-DA06-400E-BA39-FE491E3FED60}" destId="{6D7AC87D-45F2-4503-8752-ACB71A238606}" srcOrd="0" destOrd="0" presId="urn:microsoft.com/office/officeart/2005/8/layout/hierarchy6"/>
    <dgm:cxn modelId="{DFD41083-3650-4FCF-A247-82729CBB33BB}" type="presOf" srcId="{06143FDB-0B64-45E5-922F-79DA57655CA0}" destId="{A4927DC4-99AC-4C4F-B624-7322C75D1B11}" srcOrd="0" destOrd="0" presId="urn:microsoft.com/office/officeart/2005/8/layout/hierarchy6"/>
    <dgm:cxn modelId="{ACD75984-B069-4A33-98D3-27C1DD45C6A0}" srcId="{3C6E430F-359E-4019-8204-7C4628357612}" destId="{CB716188-A402-4EF7-BECC-0C1597A23816}" srcOrd="1" destOrd="0" parTransId="{A2BB7D03-23E3-4233-902D-7B59772D944D}" sibTransId="{B713A48E-DEF9-4A6D-A061-56429B796FD5}"/>
    <dgm:cxn modelId="{D8E9D186-3FDA-4E17-A2A9-22AEC2E61FF9}" type="presOf" srcId="{7C460232-A3AE-4F99-9D98-9B09C557965A}" destId="{A647FCF8-135C-44C0-AE70-E9757517870C}" srcOrd="0" destOrd="0" presId="urn:microsoft.com/office/officeart/2005/8/layout/hierarchy6"/>
    <dgm:cxn modelId="{CF88798B-7ED6-4236-AEE6-C73CD90C2EFC}" type="presOf" srcId="{2997FCC4-0E13-4917-A431-33405B476831}" destId="{22A37BE5-9713-4CE7-B850-62F9AD9B2360}" srcOrd="0" destOrd="0" presId="urn:microsoft.com/office/officeart/2005/8/layout/hierarchy6"/>
    <dgm:cxn modelId="{F0673D8E-2470-467E-8893-342BE61AE1E4}" type="presOf" srcId="{CB716188-A402-4EF7-BECC-0C1597A23816}" destId="{44B9B8E5-9439-4CB2-87B0-6B8C853513AA}" srcOrd="0" destOrd="0" presId="urn:microsoft.com/office/officeart/2005/8/layout/hierarchy6"/>
    <dgm:cxn modelId="{4271948F-FDD7-44ED-82A6-E6B5CA2DD766}" srcId="{BC641C92-2A71-4AA8-AE93-D0023CDA3747}" destId="{1624F485-EE14-43C0-8E7B-3E7E6401D2C3}" srcOrd="0" destOrd="0" parTransId="{84264CEE-991D-416D-B235-C3E6D60DE421}" sibTransId="{2814AF37-0736-4BA1-AC4C-57DAA561622A}"/>
    <dgm:cxn modelId="{1B2EFC8F-ECB9-470B-AB2C-155BDDB66319}" type="presOf" srcId="{8BC85C18-7D12-481D-B9B8-ED6A6AEAD023}" destId="{8C161BC8-7535-410E-82EA-BF43C437C91D}" srcOrd="0" destOrd="0" presId="urn:microsoft.com/office/officeart/2005/8/layout/hierarchy6"/>
    <dgm:cxn modelId="{C1BBC690-EFAC-49CC-B155-C3C322082CD0}" type="presOf" srcId="{15485868-CFAA-4EDD-97D3-D1D3305D4DC0}" destId="{0BE5B7DA-D59D-4A49-990C-CDC0EE2137B4}" srcOrd="0" destOrd="0" presId="urn:microsoft.com/office/officeart/2005/8/layout/hierarchy6"/>
    <dgm:cxn modelId="{E1297898-5AA5-4DAB-A892-821DD6CE4413}" srcId="{CB716188-A402-4EF7-BECC-0C1597A23816}" destId="{76D54002-42A0-4DB0-A51D-17FA7AA30B69}" srcOrd="1" destOrd="0" parTransId="{06143FDB-0B64-45E5-922F-79DA57655CA0}" sibTransId="{E0A43BD0-B6F6-49B0-AADA-B2EF0509C274}"/>
    <dgm:cxn modelId="{DACD94A3-D79A-4B4A-9221-A6C9F753469F}" srcId="{EE730F84-B128-4F7E-951B-3B0FA6B1C683}" destId="{647E34BD-CC2D-41C2-A0A8-4486C374EEF4}" srcOrd="0" destOrd="0" parTransId="{7C460232-A3AE-4F99-9D98-9B09C557965A}" sibTransId="{AE2891C0-0035-4E59-BC07-B6145C5D11AD}"/>
    <dgm:cxn modelId="{71F823A5-E1F5-4C46-A7D9-BEF67EE13E82}" srcId="{3C6E430F-359E-4019-8204-7C4628357612}" destId="{46AC0048-E7FE-455F-BCF2-D77C3C72B6F2}" srcOrd="0" destOrd="0" parTransId="{0DD35C28-6EA9-4F56-BF7D-CABD0F1A57CF}" sibTransId="{440287EB-176C-4145-8F2C-2670E6868A85}"/>
    <dgm:cxn modelId="{ECBD24A5-F61E-4CF3-B92E-D9B2B5E5ACEA}" type="presOf" srcId="{BC641C92-2A71-4AA8-AE93-D0023CDA3747}" destId="{4749BA73-F0BF-485F-A6D0-BAD5029FDFB5}" srcOrd="0" destOrd="0" presId="urn:microsoft.com/office/officeart/2005/8/layout/hierarchy6"/>
    <dgm:cxn modelId="{DB6FCDAB-898F-44AA-8615-AC0DC121EDE7}" type="presOf" srcId="{5AA4FD96-206A-45E9-92E7-1F6232F7DD60}" destId="{F7E3A1FA-8166-43BD-B8A0-ABA3A46D2DDA}" srcOrd="0" destOrd="0" presId="urn:microsoft.com/office/officeart/2005/8/layout/hierarchy6"/>
    <dgm:cxn modelId="{46D501BB-4914-410A-B15E-CC9E2FE643B9}" type="presOf" srcId="{647E34BD-CC2D-41C2-A0A8-4486C374EEF4}" destId="{5C5D26F8-72A3-4EA9-9A79-86F61292521C}" srcOrd="0" destOrd="0" presId="urn:microsoft.com/office/officeart/2005/8/layout/hierarchy6"/>
    <dgm:cxn modelId="{38C218C8-C7BF-4B83-B0E0-A8BAC0283E91}" type="presOf" srcId="{C276956D-52FC-4431-A30D-DF2B3508502B}" destId="{516FFB21-241F-4BE5-B3A4-446DA36EFA27}" srcOrd="0" destOrd="0" presId="urn:microsoft.com/office/officeart/2005/8/layout/hierarchy6"/>
    <dgm:cxn modelId="{766628C9-97EA-4028-BB28-ECC915624D4E}" type="presOf" srcId="{1B22746C-BFE9-486B-9CC6-C0623B1F7DE9}" destId="{346A26B1-4154-48F4-B0C1-BE88845E4D67}" srcOrd="0" destOrd="0" presId="urn:microsoft.com/office/officeart/2005/8/layout/hierarchy6"/>
    <dgm:cxn modelId="{3B7EF0CC-60F7-4E79-B9BF-221CD7ED7707}" srcId="{46AC0048-E7FE-455F-BCF2-D77C3C72B6F2}" destId="{BC641C92-2A71-4AA8-AE93-D0023CDA3747}" srcOrd="0" destOrd="0" parTransId="{751F548D-4B62-42F6-A64E-68C556D09C2C}" sibTransId="{A038BABA-E168-4931-A19E-C0EEF954DA1E}"/>
    <dgm:cxn modelId="{C9E4E5CE-E48C-4796-9922-8F51C842E26B}" type="presOf" srcId="{042433F3-4E8F-4003-BAB9-E229B02D5E35}" destId="{A814F662-BB78-4F56-9A51-54EEDB94D96E}" srcOrd="0" destOrd="0" presId="urn:microsoft.com/office/officeart/2005/8/layout/hierarchy6"/>
    <dgm:cxn modelId="{1CFC13CF-7A20-4FD3-88E1-E578475C8AC7}" type="presOf" srcId="{76D54002-42A0-4DB0-A51D-17FA7AA30B69}" destId="{92981218-5AFA-447C-A3BD-85D3CC83CBE1}" srcOrd="0" destOrd="0" presId="urn:microsoft.com/office/officeart/2005/8/layout/hierarchy6"/>
    <dgm:cxn modelId="{CCFF80CF-0C87-487C-9FF0-C7AED77DC689}" type="presOf" srcId="{F0F9A8FD-7BAF-4473-99A0-50AD30E55A44}" destId="{4716B355-F34D-464C-BCC1-FE8FD371DF33}" srcOrd="0" destOrd="0" presId="urn:microsoft.com/office/officeart/2005/8/layout/hierarchy6"/>
    <dgm:cxn modelId="{F1B2DCD3-0B8F-445F-B08A-6C4521C66D68}" srcId="{042433F3-4E8F-4003-BAB9-E229B02D5E35}" destId="{2997FCC4-0E13-4917-A431-33405B476831}" srcOrd="0" destOrd="0" parTransId="{CD9A046F-6E0E-4994-A5F0-77B7E319BA28}" sibTransId="{0CCC592E-56AE-4BFB-B927-2DAEFFF10683}"/>
    <dgm:cxn modelId="{DD8B66D4-14D0-414F-856E-E3BA31085B5D}" srcId="{72F6561E-DA06-400E-BA39-FE491E3FED60}" destId="{7891BB5A-DA25-46F1-8A32-E83B2445DF34}" srcOrd="0" destOrd="0" parTransId="{2F5FF9C7-FBFC-4B13-AEA3-27C606643369}" sibTransId="{1F749897-B912-4A9B-B381-888172B02B24}"/>
    <dgm:cxn modelId="{5245BBDA-710F-493A-BC7C-4C66A59FF6D4}" type="presOf" srcId="{1624F485-EE14-43C0-8E7B-3E7E6401D2C3}" destId="{3D6F0572-825D-4838-A47B-5B8EF207B333}" srcOrd="0" destOrd="0" presId="urn:microsoft.com/office/officeart/2005/8/layout/hierarchy6"/>
    <dgm:cxn modelId="{FE8AB9DC-6579-41D7-B52A-A2C8E4F7BD90}" srcId="{619996A8-B27E-485A-89DE-B829A5F15FE9}" destId="{281AE90F-58EE-406A-87C8-4E26FA76311E}" srcOrd="0" destOrd="0" parTransId="{D99C8BD1-7E93-4DDC-96B1-0857E2BFF077}" sibTransId="{D2E392E8-0BF0-47A4-A464-9521F962825A}"/>
    <dgm:cxn modelId="{49AF07EC-F2B1-4334-84AF-44940684A3E8}" type="presOf" srcId="{CD9A046F-6E0E-4994-A5F0-77B7E319BA28}" destId="{27E68A12-39E1-4EB1-8DF8-D60DC38DC118}" srcOrd="0" destOrd="0" presId="urn:microsoft.com/office/officeart/2005/8/layout/hierarchy6"/>
    <dgm:cxn modelId="{5C502DED-B51F-4CE9-9C37-5AAEEF0CDD9A}" srcId="{76D54002-42A0-4DB0-A51D-17FA7AA30B69}" destId="{A55CBDEE-45BA-4C71-BBB2-FF1D9BB0A4DE}" srcOrd="1" destOrd="0" parTransId="{B1F6CE64-AD06-4BDA-89DF-A9B231864DCF}" sibTransId="{7CB675C5-5AA3-4CA4-9D21-64951C45B2F1}"/>
    <dgm:cxn modelId="{BCE693F3-B8A0-46C0-AEFE-91D12F46F2CB}" srcId="{CB716188-A402-4EF7-BECC-0C1597A23816}" destId="{EE730F84-B128-4F7E-951B-3B0FA6B1C683}" srcOrd="0" destOrd="0" parTransId="{C276956D-52FC-4431-A30D-DF2B3508502B}" sibTransId="{89157D49-58FA-442C-9139-E85326581576}"/>
    <dgm:cxn modelId="{DE9C05FF-05FD-40DD-BC84-D7ABCD754887}" srcId="{647E34BD-CC2D-41C2-A0A8-4486C374EEF4}" destId="{8EDA12C0-3167-4CEF-AC03-20E0DA0B3F57}" srcOrd="0" destOrd="0" parTransId="{1B22746C-BFE9-486B-9CC6-C0623B1F7DE9}" sibTransId="{319279B4-B10D-49EF-9378-94C49387BE2B}"/>
    <dgm:cxn modelId="{EC98954F-E9A7-4201-8C51-3FEC2A66152B}" type="presParOf" srcId="{81E2C9DC-92F3-485E-9937-66DA93A91AA1}" destId="{9E0E20AA-948E-4F02-A7B0-19978F3EE64F}" srcOrd="0" destOrd="0" presId="urn:microsoft.com/office/officeart/2005/8/layout/hierarchy6"/>
    <dgm:cxn modelId="{6AD43E43-8EA6-4091-84ED-1108C4F9CC85}" type="presParOf" srcId="{9E0E20AA-948E-4F02-A7B0-19978F3EE64F}" destId="{4B53D7D4-8D0A-467F-AC1B-B808F494E2B7}" srcOrd="0" destOrd="0" presId="urn:microsoft.com/office/officeart/2005/8/layout/hierarchy6"/>
    <dgm:cxn modelId="{37C0C919-7E56-4E83-843B-1EC3626616BD}" type="presParOf" srcId="{4B53D7D4-8D0A-467F-AC1B-B808F494E2B7}" destId="{F6C6B03B-F7B3-485B-9868-65DA42BF6E5B}" srcOrd="0" destOrd="0" presId="urn:microsoft.com/office/officeart/2005/8/layout/hierarchy6"/>
    <dgm:cxn modelId="{E9B2B265-C964-4E76-AE97-1FF0A0AF8B66}" type="presParOf" srcId="{F6C6B03B-F7B3-485B-9868-65DA42BF6E5B}" destId="{1F57736E-83F9-436C-AB71-0CF838AC3EB2}" srcOrd="0" destOrd="0" presId="urn:microsoft.com/office/officeart/2005/8/layout/hierarchy6"/>
    <dgm:cxn modelId="{00A7A903-4CAB-4792-B9BE-C71BD0AD9B72}" type="presParOf" srcId="{F6C6B03B-F7B3-485B-9868-65DA42BF6E5B}" destId="{CCB26D1F-96C6-4B5E-914A-4C0CD156672C}" srcOrd="1" destOrd="0" presId="urn:microsoft.com/office/officeart/2005/8/layout/hierarchy6"/>
    <dgm:cxn modelId="{9ABBADD7-4C94-4426-A269-875FCC6EA345}" type="presParOf" srcId="{CCB26D1F-96C6-4B5E-914A-4C0CD156672C}" destId="{4716B355-F34D-464C-BCC1-FE8FD371DF33}" srcOrd="0" destOrd="0" presId="urn:microsoft.com/office/officeart/2005/8/layout/hierarchy6"/>
    <dgm:cxn modelId="{79DE50B3-5937-485A-91F3-D274A5448080}" type="presParOf" srcId="{CCB26D1F-96C6-4B5E-914A-4C0CD156672C}" destId="{6A98D53B-CBF3-4023-8FF5-7D10C4F3360D}" srcOrd="1" destOrd="0" presId="urn:microsoft.com/office/officeart/2005/8/layout/hierarchy6"/>
    <dgm:cxn modelId="{7ABB0C4B-7AA9-4A41-91C0-A1A3CE9E304D}" type="presParOf" srcId="{6A98D53B-CBF3-4023-8FF5-7D10C4F3360D}" destId="{04EC2B26-9F56-4CBA-BE06-DE6F144D4EF7}" srcOrd="0" destOrd="0" presId="urn:microsoft.com/office/officeart/2005/8/layout/hierarchy6"/>
    <dgm:cxn modelId="{D1530BE7-6F62-4193-9D23-A741E566E29D}" type="presParOf" srcId="{6A98D53B-CBF3-4023-8FF5-7D10C4F3360D}" destId="{83B34C4D-81AD-48B6-A84B-2E361C276DAB}" srcOrd="1" destOrd="0" presId="urn:microsoft.com/office/officeart/2005/8/layout/hierarchy6"/>
    <dgm:cxn modelId="{F7A683F6-1F2B-480A-9BDA-F135B82D36F2}" type="presParOf" srcId="{83B34C4D-81AD-48B6-A84B-2E361C276DAB}" destId="{50F0B181-411F-4F06-8FF4-06F04C8A9AE5}" srcOrd="0" destOrd="0" presId="urn:microsoft.com/office/officeart/2005/8/layout/hierarchy6"/>
    <dgm:cxn modelId="{C12EA6DC-B46E-4532-BB7D-5AFA4FA549B8}" type="presParOf" srcId="{83B34C4D-81AD-48B6-A84B-2E361C276DAB}" destId="{D8698837-8BF8-4C45-86BC-D3497A3084C4}" srcOrd="1" destOrd="0" presId="urn:microsoft.com/office/officeart/2005/8/layout/hierarchy6"/>
    <dgm:cxn modelId="{C2E7D6F9-CC29-432F-B6B5-885F611AA61E}" type="presParOf" srcId="{D8698837-8BF8-4C45-86BC-D3497A3084C4}" destId="{17CC8EC9-BF60-4D20-AB5C-CB22423A12F9}" srcOrd="0" destOrd="0" presId="urn:microsoft.com/office/officeart/2005/8/layout/hierarchy6"/>
    <dgm:cxn modelId="{F0EF45C0-EC25-4CFB-AF32-F9ABA4D60DB2}" type="presParOf" srcId="{D8698837-8BF8-4C45-86BC-D3497A3084C4}" destId="{0C3F849A-B22C-4EB7-9AF9-82F9F0296609}" srcOrd="1" destOrd="0" presId="urn:microsoft.com/office/officeart/2005/8/layout/hierarchy6"/>
    <dgm:cxn modelId="{304625D0-AAEB-463F-BE36-AF60F859F8D7}" type="presParOf" srcId="{0C3F849A-B22C-4EB7-9AF9-82F9F0296609}" destId="{FDC1B5B2-FD9B-4AE4-8945-F087A8DC8EB8}" srcOrd="0" destOrd="0" presId="urn:microsoft.com/office/officeart/2005/8/layout/hierarchy6"/>
    <dgm:cxn modelId="{5F24D88D-1A68-4379-B9BF-475E790F01D3}" type="presParOf" srcId="{0C3F849A-B22C-4EB7-9AF9-82F9F0296609}" destId="{37BDD6D0-C129-4BAC-B44A-5AD37F63CB24}" srcOrd="1" destOrd="0" presId="urn:microsoft.com/office/officeart/2005/8/layout/hierarchy6"/>
    <dgm:cxn modelId="{845A6927-C0A2-485E-B160-525D53F0188B}" type="presParOf" srcId="{37BDD6D0-C129-4BAC-B44A-5AD37F63CB24}" destId="{4749BA73-F0BF-485F-A6D0-BAD5029FDFB5}" srcOrd="0" destOrd="0" presId="urn:microsoft.com/office/officeart/2005/8/layout/hierarchy6"/>
    <dgm:cxn modelId="{682ACDC0-484A-49C2-92BD-A522C8BA9540}" type="presParOf" srcId="{37BDD6D0-C129-4BAC-B44A-5AD37F63CB24}" destId="{1D255E6C-4672-4E58-8CE6-9F4B57BC51D0}" srcOrd="1" destOrd="0" presId="urn:microsoft.com/office/officeart/2005/8/layout/hierarchy6"/>
    <dgm:cxn modelId="{89BB8F43-A414-44F3-869C-0547E4088D10}" type="presParOf" srcId="{1D255E6C-4672-4E58-8CE6-9F4B57BC51D0}" destId="{285D208F-78AE-4BE3-B5E3-0DD4DF78EA85}" srcOrd="0" destOrd="0" presId="urn:microsoft.com/office/officeart/2005/8/layout/hierarchy6"/>
    <dgm:cxn modelId="{73BBCFBC-5BD2-43F6-9E4F-B037F19ACC0A}" type="presParOf" srcId="{1D255E6C-4672-4E58-8CE6-9F4B57BC51D0}" destId="{DA52A3CC-CFF1-4D95-B91C-A87A1BB9EC35}" srcOrd="1" destOrd="0" presId="urn:microsoft.com/office/officeart/2005/8/layout/hierarchy6"/>
    <dgm:cxn modelId="{B83FE8A4-C01B-4C94-A058-18FBE1823BE4}" type="presParOf" srcId="{DA52A3CC-CFF1-4D95-B91C-A87A1BB9EC35}" destId="{3D6F0572-825D-4838-A47B-5B8EF207B333}" srcOrd="0" destOrd="0" presId="urn:microsoft.com/office/officeart/2005/8/layout/hierarchy6"/>
    <dgm:cxn modelId="{948567CA-EBCE-48B6-9649-8AA1686317E8}" type="presParOf" srcId="{DA52A3CC-CFF1-4D95-B91C-A87A1BB9EC35}" destId="{C784F108-0CB9-4745-8739-9817D6BB1C3D}" srcOrd="1" destOrd="0" presId="urn:microsoft.com/office/officeart/2005/8/layout/hierarchy6"/>
    <dgm:cxn modelId="{AC0CF521-7D14-4C35-AE93-B98ED2ADDF7C}" type="presParOf" srcId="{C784F108-0CB9-4745-8739-9817D6BB1C3D}" destId="{EC5A51E6-84C3-4970-8CE5-F9608192E762}" srcOrd="0" destOrd="0" presId="urn:microsoft.com/office/officeart/2005/8/layout/hierarchy6"/>
    <dgm:cxn modelId="{5AC0FA1D-A5A0-4404-A090-FA7F560E1F7C}" type="presParOf" srcId="{C784F108-0CB9-4745-8739-9817D6BB1C3D}" destId="{2202C054-C3E3-479B-83EE-7D251AC3E7D8}" srcOrd="1" destOrd="0" presId="urn:microsoft.com/office/officeart/2005/8/layout/hierarchy6"/>
    <dgm:cxn modelId="{F1085319-D093-4471-96D7-ED34B63B973F}" type="presParOf" srcId="{2202C054-C3E3-479B-83EE-7D251AC3E7D8}" destId="{F7E3A1FA-8166-43BD-B8A0-ABA3A46D2DDA}" srcOrd="0" destOrd="0" presId="urn:microsoft.com/office/officeart/2005/8/layout/hierarchy6"/>
    <dgm:cxn modelId="{E78813EF-532C-4CBC-9687-BE81B14C2CC1}" type="presParOf" srcId="{2202C054-C3E3-479B-83EE-7D251AC3E7D8}" destId="{B14161F9-A851-4168-9F23-3AFF6082CE62}" srcOrd="1" destOrd="0" presId="urn:microsoft.com/office/officeart/2005/8/layout/hierarchy6"/>
    <dgm:cxn modelId="{7F1B7FC1-80E2-4D15-8560-A45AE8B4D6BB}" type="presParOf" srcId="{1D255E6C-4672-4E58-8CE6-9F4B57BC51D0}" destId="{A31A0F7F-AA2B-4DF5-8DD3-CF447E518AD1}" srcOrd="2" destOrd="0" presId="urn:microsoft.com/office/officeart/2005/8/layout/hierarchy6"/>
    <dgm:cxn modelId="{B576BB81-0767-4199-B486-DC2B7C95552F}" type="presParOf" srcId="{1D255E6C-4672-4E58-8CE6-9F4B57BC51D0}" destId="{60FDFA61-C2FD-46F1-A64E-18A8643F332B}" srcOrd="3" destOrd="0" presId="urn:microsoft.com/office/officeart/2005/8/layout/hierarchy6"/>
    <dgm:cxn modelId="{8CA2B5B9-D36F-48B8-8C99-021F11648925}" type="presParOf" srcId="{60FDFA61-C2FD-46F1-A64E-18A8643F332B}" destId="{A814F662-BB78-4F56-9A51-54EEDB94D96E}" srcOrd="0" destOrd="0" presId="urn:microsoft.com/office/officeart/2005/8/layout/hierarchy6"/>
    <dgm:cxn modelId="{E8FCFA37-5055-4A67-92FA-3598FBF38E84}" type="presParOf" srcId="{60FDFA61-C2FD-46F1-A64E-18A8643F332B}" destId="{A5AE7020-6B09-458A-B327-D28A14B9BE42}" srcOrd="1" destOrd="0" presId="urn:microsoft.com/office/officeart/2005/8/layout/hierarchy6"/>
    <dgm:cxn modelId="{DCC936ED-EE09-48CE-90F9-2543D2797E89}" type="presParOf" srcId="{A5AE7020-6B09-458A-B327-D28A14B9BE42}" destId="{27E68A12-39E1-4EB1-8DF8-D60DC38DC118}" srcOrd="0" destOrd="0" presId="urn:microsoft.com/office/officeart/2005/8/layout/hierarchy6"/>
    <dgm:cxn modelId="{133B29CC-8F5A-4028-9E41-B6E053CD79BC}" type="presParOf" srcId="{A5AE7020-6B09-458A-B327-D28A14B9BE42}" destId="{AB8918B3-7066-4711-BA88-098103DF0568}" srcOrd="1" destOrd="0" presId="urn:microsoft.com/office/officeart/2005/8/layout/hierarchy6"/>
    <dgm:cxn modelId="{852CCF74-0313-44B0-B7AE-E247522A6659}" type="presParOf" srcId="{AB8918B3-7066-4711-BA88-098103DF0568}" destId="{22A37BE5-9713-4CE7-B850-62F9AD9B2360}" srcOrd="0" destOrd="0" presId="urn:microsoft.com/office/officeart/2005/8/layout/hierarchy6"/>
    <dgm:cxn modelId="{234FBB4C-C92E-4854-B9ED-AEFDE3255474}" type="presParOf" srcId="{AB8918B3-7066-4711-BA88-098103DF0568}" destId="{81828944-8E33-4B92-9F26-8A89293AC1CB}" srcOrd="1" destOrd="0" presId="urn:microsoft.com/office/officeart/2005/8/layout/hierarchy6"/>
    <dgm:cxn modelId="{B4185F41-ABBA-464B-BD5A-BC7C26BC0BB7}" type="presParOf" srcId="{83B34C4D-81AD-48B6-A84B-2E361C276DAB}" destId="{469635AB-CEF8-4A75-A481-1A8EEE6F4B95}" srcOrd="2" destOrd="0" presId="urn:microsoft.com/office/officeart/2005/8/layout/hierarchy6"/>
    <dgm:cxn modelId="{EB442FCD-78B5-468F-9ABA-C237825D157A}" type="presParOf" srcId="{83B34C4D-81AD-48B6-A84B-2E361C276DAB}" destId="{B9A9DA5F-F419-42AC-A5AE-B6CD3C15B7F7}" srcOrd="3" destOrd="0" presId="urn:microsoft.com/office/officeart/2005/8/layout/hierarchy6"/>
    <dgm:cxn modelId="{6A07054F-9381-40CE-B7F2-049B4995BF28}" type="presParOf" srcId="{B9A9DA5F-F419-42AC-A5AE-B6CD3C15B7F7}" destId="{44B9B8E5-9439-4CB2-87B0-6B8C853513AA}" srcOrd="0" destOrd="0" presId="urn:microsoft.com/office/officeart/2005/8/layout/hierarchy6"/>
    <dgm:cxn modelId="{09FA0EE7-14C1-47CB-85AB-41982CE0890D}" type="presParOf" srcId="{B9A9DA5F-F419-42AC-A5AE-B6CD3C15B7F7}" destId="{558CA9CD-A218-4591-8179-43376736D612}" srcOrd="1" destOrd="0" presId="urn:microsoft.com/office/officeart/2005/8/layout/hierarchy6"/>
    <dgm:cxn modelId="{12AB0B73-1880-4BF7-9C22-9161BCEAE2FA}" type="presParOf" srcId="{558CA9CD-A218-4591-8179-43376736D612}" destId="{516FFB21-241F-4BE5-B3A4-446DA36EFA27}" srcOrd="0" destOrd="0" presId="urn:microsoft.com/office/officeart/2005/8/layout/hierarchy6"/>
    <dgm:cxn modelId="{F224CDD7-F4B8-4C8E-9223-3F09BEF66237}" type="presParOf" srcId="{558CA9CD-A218-4591-8179-43376736D612}" destId="{157E76CC-C2E5-4869-850D-9FE01E24D309}" srcOrd="1" destOrd="0" presId="urn:microsoft.com/office/officeart/2005/8/layout/hierarchy6"/>
    <dgm:cxn modelId="{2A4B6904-FBDE-43C1-9651-89083A7EA532}" type="presParOf" srcId="{157E76CC-C2E5-4869-850D-9FE01E24D309}" destId="{67FF2426-B7B6-4C5D-B90F-C0752E5A4C72}" srcOrd="0" destOrd="0" presId="urn:microsoft.com/office/officeart/2005/8/layout/hierarchy6"/>
    <dgm:cxn modelId="{75717F3A-6D4B-43A6-9F34-714CD4A031EC}" type="presParOf" srcId="{157E76CC-C2E5-4869-850D-9FE01E24D309}" destId="{15B2C182-2718-442D-A894-1C1FBE668E93}" srcOrd="1" destOrd="0" presId="urn:microsoft.com/office/officeart/2005/8/layout/hierarchy6"/>
    <dgm:cxn modelId="{DC037DAC-CF1C-438F-A110-4841540AA06F}" type="presParOf" srcId="{15B2C182-2718-442D-A894-1C1FBE668E93}" destId="{A647FCF8-135C-44C0-AE70-E9757517870C}" srcOrd="0" destOrd="0" presId="urn:microsoft.com/office/officeart/2005/8/layout/hierarchy6"/>
    <dgm:cxn modelId="{957B2396-8B35-499F-B349-233960A9E4D2}" type="presParOf" srcId="{15B2C182-2718-442D-A894-1C1FBE668E93}" destId="{77234B34-C857-4B0A-8C3F-6A1F8CE1265C}" srcOrd="1" destOrd="0" presId="urn:microsoft.com/office/officeart/2005/8/layout/hierarchy6"/>
    <dgm:cxn modelId="{B735801C-15A0-46CD-A383-3A7D15FA04C5}" type="presParOf" srcId="{77234B34-C857-4B0A-8C3F-6A1F8CE1265C}" destId="{5C5D26F8-72A3-4EA9-9A79-86F61292521C}" srcOrd="0" destOrd="0" presId="urn:microsoft.com/office/officeart/2005/8/layout/hierarchy6"/>
    <dgm:cxn modelId="{78E9E920-D179-4425-A241-8554692E3D88}" type="presParOf" srcId="{77234B34-C857-4B0A-8C3F-6A1F8CE1265C}" destId="{5F8B22D0-32C5-4A03-98BE-87EB8AEBCE31}" srcOrd="1" destOrd="0" presId="urn:microsoft.com/office/officeart/2005/8/layout/hierarchy6"/>
    <dgm:cxn modelId="{97D021CB-DFBC-4F4B-B9C6-35856F3D3DE3}" type="presParOf" srcId="{5F8B22D0-32C5-4A03-98BE-87EB8AEBCE31}" destId="{346A26B1-4154-48F4-B0C1-BE88845E4D67}" srcOrd="0" destOrd="0" presId="urn:microsoft.com/office/officeart/2005/8/layout/hierarchy6"/>
    <dgm:cxn modelId="{6B969519-C658-4B4A-9ACA-8722C6C19C9A}" type="presParOf" srcId="{5F8B22D0-32C5-4A03-98BE-87EB8AEBCE31}" destId="{6E69C4FB-5922-4ED5-B8CB-888A768AD21E}" srcOrd="1" destOrd="0" presId="urn:microsoft.com/office/officeart/2005/8/layout/hierarchy6"/>
    <dgm:cxn modelId="{65254BF8-CEE0-4FF1-905A-D5E4DE1C309F}" type="presParOf" srcId="{6E69C4FB-5922-4ED5-B8CB-888A768AD21E}" destId="{ABF98A21-64DC-4421-8187-1FA62531EAC5}" srcOrd="0" destOrd="0" presId="urn:microsoft.com/office/officeart/2005/8/layout/hierarchy6"/>
    <dgm:cxn modelId="{4DA7BFCC-7B69-4B4D-9F6F-B40D805D54A0}" type="presParOf" srcId="{6E69C4FB-5922-4ED5-B8CB-888A768AD21E}" destId="{0AC1712C-B3E4-459F-BF13-7B4FBDD36D30}" srcOrd="1" destOrd="0" presId="urn:microsoft.com/office/officeart/2005/8/layout/hierarchy6"/>
    <dgm:cxn modelId="{FAAF17AB-2A74-4425-A5CC-2BE0BB099C1B}" type="presParOf" srcId="{558CA9CD-A218-4591-8179-43376736D612}" destId="{A4927DC4-99AC-4C4F-B624-7322C75D1B11}" srcOrd="2" destOrd="0" presId="urn:microsoft.com/office/officeart/2005/8/layout/hierarchy6"/>
    <dgm:cxn modelId="{3F21C945-A4D4-47F5-8535-ADE0F624257D}" type="presParOf" srcId="{558CA9CD-A218-4591-8179-43376736D612}" destId="{3F0564D3-A4A6-4DAF-A06D-EF52268EEB25}" srcOrd="3" destOrd="0" presId="urn:microsoft.com/office/officeart/2005/8/layout/hierarchy6"/>
    <dgm:cxn modelId="{53E6B081-C3F4-473C-9986-545110D43326}" type="presParOf" srcId="{3F0564D3-A4A6-4DAF-A06D-EF52268EEB25}" destId="{92981218-5AFA-447C-A3BD-85D3CC83CBE1}" srcOrd="0" destOrd="0" presId="urn:microsoft.com/office/officeart/2005/8/layout/hierarchy6"/>
    <dgm:cxn modelId="{0F901F02-554C-4432-A9C8-6B51FDF8F6BD}" type="presParOf" srcId="{3F0564D3-A4A6-4DAF-A06D-EF52268EEB25}" destId="{BF3869C1-622A-4916-9F95-0E0DEE978C16}" srcOrd="1" destOrd="0" presId="urn:microsoft.com/office/officeart/2005/8/layout/hierarchy6"/>
    <dgm:cxn modelId="{4F0A9EC8-21F5-450F-8AF2-A4CAFBBC8EF2}" type="presParOf" srcId="{BF3869C1-622A-4916-9F95-0E0DEE978C16}" destId="{96E86E3C-DB4E-4974-BC6C-081C346968AA}" srcOrd="0" destOrd="0" presId="urn:microsoft.com/office/officeart/2005/8/layout/hierarchy6"/>
    <dgm:cxn modelId="{DD94953E-C461-4821-918A-9CE1C896ACBA}" type="presParOf" srcId="{BF3869C1-622A-4916-9F95-0E0DEE978C16}" destId="{6AA2B428-3E28-4D4F-AACA-3A0CAD1173EA}" srcOrd="1" destOrd="0" presId="urn:microsoft.com/office/officeart/2005/8/layout/hierarchy6"/>
    <dgm:cxn modelId="{3AEB72B1-78CA-451B-B5A6-EB39334B8516}" type="presParOf" srcId="{6AA2B428-3E28-4D4F-AACA-3A0CAD1173EA}" destId="{6D7AC87D-45F2-4503-8752-ACB71A238606}" srcOrd="0" destOrd="0" presId="urn:microsoft.com/office/officeart/2005/8/layout/hierarchy6"/>
    <dgm:cxn modelId="{BFC3F5FF-DD50-4745-9627-88352B5E4257}" type="presParOf" srcId="{6AA2B428-3E28-4D4F-AACA-3A0CAD1173EA}" destId="{8C4A1559-CE8D-4D14-A963-A8516CFCCF35}" srcOrd="1" destOrd="0" presId="urn:microsoft.com/office/officeart/2005/8/layout/hierarchy6"/>
    <dgm:cxn modelId="{6E6ABFBD-7243-4238-9123-2E3D9C6D39C8}" type="presParOf" srcId="{8C4A1559-CE8D-4D14-A963-A8516CFCCF35}" destId="{D48F2F78-0EED-4DB1-8C44-0EB215BA907A}" srcOrd="0" destOrd="0" presId="urn:microsoft.com/office/officeart/2005/8/layout/hierarchy6"/>
    <dgm:cxn modelId="{52A5F618-6366-4793-8374-E9995A5C4BB7}" type="presParOf" srcId="{8C4A1559-CE8D-4D14-A963-A8516CFCCF35}" destId="{0A5790A5-FDC7-4175-BFED-AE8B2C451E5F}" srcOrd="1" destOrd="0" presId="urn:microsoft.com/office/officeart/2005/8/layout/hierarchy6"/>
    <dgm:cxn modelId="{C5DC332D-F3DC-4240-8357-8BC3A33DF2AC}" type="presParOf" srcId="{0A5790A5-FDC7-4175-BFED-AE8B2C451E5F}" destId="{BFFA7763-9353-46F3-BB1C-B94390278A5F}" srcOrd="0" destOrd="0" presId="urn:microsoft.com/office/officeart/2005/8/layout/hierarchy6"/>
    <dgm:cxn modelId="{DEAB77DB-98A2-4544-A1EC-1C0F70F9CA52}" type="presParOf" srcId="{0A5790A5-FDC7-4175-BFED-AE8B2C451E5F}" destId="{93D025F1-C881-43C8-B6DF-0C4C2947D631}" srcOrd="1" destOrd="0" presId="urn:microsoft.com/office/officeart/2005/8/layout/hierarchy6"/>
    <dgm:cxn modelId="{E8614CB2-0F16-4389-8DCD-F5597DD7E285}" type="presParOf" srcId="{BF3869C1-622A-4916-9F95-0E0DEE978C16}" destId="{6C68C92E-39B9-4C82-AB02-50795D1C1866}" srcOrd="2" destOrd="0" presId="urn:microsoft.com/office/officeart/2005/8/layout/hierarchy6"/>
    <dgm:cxn modelId="{AFC071B7-0761-40D5-BFFC-04FE961EC2D6}" type="presParOf" srcId="{BF3869C1-622A-4916-9F95-0E0DEE978C16}" destId="{90C6D661-4C6F-41F0-831F-49262955AFC2}" srcOrd="3" destOrd="0" presId="urn:microsoft.com/office/officeart/2005/8/layout/hierarchy6"/>
    <dgm:cxn modelId="{618F6BB5-5F07-48D2-B3FF-7E276E512A8F}" type="presParOf" srcId="{90C6D661-4C6F-41F0-831F-49262955AFC2}" destId="{F5694382-2575-43A3-993E-3876AEB96F8C}" srcOrd="0" destOrd="0" presId="urn:microsoft.com/office/officeart/2005/8/layout/hierarchy6"/>
    <dgm:cxn modelId="{EABCD77F-4718-4591-BC96-39FF9CE64B29}" type="presParOf" srcId="{90C6D661-4C6F-41F0-831F-49262955AFC2}" destId="{724FC380-772F-472E-AA33-10F885B58D5F}" srcOrd="1" destOrd="0" presId="urn:microsoft.com/office/officeart/2005/8/layout/hierarchy6"/>
    <dgm:cxn modelId="{D7422D24-978B-4D2D-BA4D-503F58E5BC84}" type="presParOf" srcId="{724FC380-772F-472E-AA33-10F885B58D5F}" destId="{0BE5B7DA-D59D-4A49-990C-CDC0EE2137B4}" srcOrd="0" destOrd="0" presId="urn:microsoft.com/office/officeart/2005/8/layout/hierarchy6"/>
    <dgm:cxn modelId="{3B97578B-2F45-44AD-9C16-4AF0290D4101}" type="presParOf" srcId="{724FC380-772F-472E-AA33-10F885B58D5F}" destId="{9C37660D-49AF-463D-9A82-B57DF2F9EBCB}" srcOrd="1" destOrd="0" presId="urn:microsoft.com/office/officeart/2005/8/layout/hierarchy6"/>
    <dgm:cxn modelId="{C29F696B-321D-4B9A-8C3F-DDDCEA3D29A8}" type="presParOf" srcId="{9C37660D-49AF-463D-9A82-B57DF2F9EBCB}" destId="{8C161BC8-7535-410E-82EA-BF43C437C91D}" srcOrd="0" destOrd="0" presId="urn:microsoft.com/office/officeart/2005/8/layout/hierarchy6"/>
    <dgm:cxn modelId="{1898A4A9-CC63-4F08-9165-37F2B762BDC2}" type="presParOf" srcId="{9C37660D-49AF-463D-9A82-B57DF2F9EBCB}" destId="{B5C561C0-E4F7-4DB9-8FAB-36479834DC97}" srcOrd="1" destOrd="0" presId="urn:microsoft.com/office/officeart/2005/8/layout/hierarchy6"/>
    <dgm:cxn modelId="{C651139E-D68B-416C-8B20-ABF461A71315}" type="presParOf" srcId="{81E2C9DC-92F3-485E-9937-66DA93A91AA1}" destId="{325F9425-100E-47E8-B439-DC70B8E03D8A}" srcOrd="1" destOrd="0" presId="urn:microsoft.com/office/officeart/2005/8/layout/hierarchy6"/>
  </dgm:cxnLst>
  <dgm:bg>
    <a:noFill/>
  </dgm:bg>
  <dgm:whole>
    <a:ln>
      <a:noFill/>
    </a:ln>
  </dgm:whole>
  <dgm:extLst>
    <a:ext uri="http://schemas.microsoft.com/office/drawing/2008/diagram">
      <dsp:dataModelExt xmlns:dsp="http://schemas.microsoft.com/office/drawing/2008/diagram" relId="rId10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619996A8-B27E-485A-89DE-B829A5F15FE9}" type="doc">
      <dgm:prSet loTypeId="urn:microsoft.com/office/officeart/2005/8/layout/hierarchy6" loCatId="hierarchy" qsTypeId="urn:microsoft.com/office/officeart/2005/8/quickstyle/3d1" qsCatId="3D" csTypeId="urn:microsoft.com/office/officeart/2005/8/colors/colorful3" csCatId="colorful" phldr="1"/>
      <dgm:spPr/>
      <dgm:t>
        <a:bodyPr/>
        <a:lstStyle/>
        <a:p>
          <a:endParaRPr lang="en-US"/>
        </a:p>
      </dgm:t>
    </dgm:pt>
    <dgm:pt modelId="{281AE90F-58EE-406A-87C8-4E26FA76311E}">
      <dgm:prSet phldrT="[Text]" custT="1"/>
      <dgm:spPr>
        <a:blipFill>
          <a:blip xmlns:r="http://schemas.openxmlformats.org/officeDocument/2006/relationships" r:embed="rId1"/>
          <a:stretch>
            <a:fillRect/>
          </a:stretch>
        </a:blipFill>
        <a:ln>
          <a:noFill/>
        </a:ln>
        <a:effectLst/>
        <a:scene3d>
          <a:camera prst="orthographicFront"/>
          <a:lightRig rig="flat" dir="t"/>
        </a:scene3d>
      </dgm:spPr>
      <dgm:t>
        <a:bodyPr/>
        <a:lstStyle/>
        <a:p>
          <a:r>
            <a:rPr lang="en-IL">
              <a:noFill/>
            </a:rPr>
            <a:t> </a:t>
          </a:r>
        </a:p>
      </dgm:t>
    </dgm:pt>
    <dgm:pt modelId="{D99C8BD1-7E93-4DDC-96B1-0857E2BFF077}" type="parTrans" cxnId="{FE8AB9DC-6579-41D7-B52A-A2C8E4F7BD90}">
      <dgm:prSet/>
      <dgm:spPr/>
      <dgm:t>
        <a:bodyPr/>
        <a:lstStyle/>
        <a:p>
          <a:endParaRPr lang="en-US" sz="4000"/>
        </a:p>
      </dgm:t>
    </dgm:pt>
    <dgm:pt modelId="{D2E392E8-0BF0-47A4-A464-9521F962825A}" type="sibTrans" cxnId="{FE8AB9DC-6579-41D7-B52A-A2C8E4F7BD90}">
      <dgm:prSet/>
      <dgm:spPr/>
      <dgm:t>
        <a:bodyPr/>
        <a:lstStyle/>
        <a:p>
          <a:endParaRPr lang="en-US" sz="4000"/>
        </a:p>
      </dgm:t>
    </dgm:pt>
    <dgm:pt modelId="{3C6E430F-359E-4019-8204-7C4628357612}">
      <dgm:prSet phldrT="[Text]" custT="1"/>
      <dgm:spPr>
        <a:blipFill>
          <a:blip xmlns:r="http://schemas.openxmlformats.org/officeDocument/2006/relationships" r:embed="rId2"/>
          <a:stretch>
            <a:fillRect/>
          </a:stretch>
        </a:blipFill>
        <a:ln>
          <a:noFill/>
        </a:ln>
        <a:effectLst/>
        <a:scene3d>
          <a:camera prst="orthographicFront"/>
          <a:lightRig rig="flat" dir="t"/>
        </a:scene3d>
      </dgm:spPr>
      <dgm:t>
        <a:bodyPr/>
        <a:lstStyle/>
        <a:p>
          <a:r>
            <a:rPr lang="en-IL">
              <a:noFill/>
            </a:rPr>
            <a:t> </a:t>
          </a:r>
        </a:p>
      </dgm:t>
    </dgm:pt>
    <dgm:pt modelId="{F0F9A8FD-7BAF-4473-99A0-50AD30E55A44}" type="parTrans" cxnId="{489C816F-AC62-4301-B9E6-828A6F92D088}">
      <dgm:prSet/>
      <dgm:spPr>
        <a:ln w="19050">
          <a:solidFill>
            <a:schemeClr val="accent1">
              <a:lumMod val="75000"/>
            </a:schemeClr>
          </a:solidFill>
          <a:headEnd type="none" w="med" len="med"/>
          <a:tailEnd type="triangle" w="med" len="med"/>
        </a:ln>
      </dgm:spPr>
      <dgm:t>
        <a:bodyPr/>
        <a:lstStyle/>
        <a:p>
          <a:endParaRPr lang="en-US" sz="4000"/>
        </a:p>
      </dgm:t>
    </dgm:pt>
    <dgm:pt modelId="{4F975A01-2F77-44F0-BE99-CB91E3517692}" type="sibTrans" cxnId="{489C816F-AC62-4301-B9E6-828A6F92D088}">
      <dgm:prSet/>
      <dgm:spPr/>
      <dgm:t>
        <a:bodyPr/>
        <a:lstStyle/>
        <a:p>
          <a:endParaRPr lang="en-US" sz="4000"/>
        </a:p>
      </dgm:t>
    </dgm:pt>
    <dgm:pt modelId="{46AC0048-E7FE-455F-BCF2-D77C3C72B6F2}">
      <dgm:prSet phldrT="[Text]" custT="1"/>
      <dgm:spPr>
        <a:blipFill>
          <a:blip xmlns:r="http://schemas.openxmlformats.org/officeDocument/2006/relationships" r:embed="rId3"/>
          <a:stretch>
            <a:fillRect/>
          </a:stretch>
        </a:blipFill>
        <a:ln>
          <a:noFill/>
        </a:ln>
        <a:effectLst/>
        <a:scene3d>
          <a:camera prst="orthographicFront"/>
          <a:lightRig rig="flat" dir="t"/>
        </a:scene3d>
      </dgm:spPr>
      <dgm:t>
        <a:bodyPr/>
        <a:lstStyle/>
        <a:p>
          <a:r>
            <a:rPr lang="en-IL">
              <a:noFill/>
            </a:rPr>
            <a:t> </a:t>
          </a:r>
        </a:p>
      </dgm:t>
    </dgm:pt>
    <dgm:pt modelId="{0DD35C28-6EA9-4F56-BF7D-CABD0F1A57CF}" type="parTrans" cxnId="{71F823A5-E1F5-4C46-A7D9-BEF67EE13E82}">
      <dgm:prSet/>
      <dgm:spPr>
        <a:ln w="19050">
          <a:solidFill>
            <a:schemeClr val="accent1">
              <a:lumMod val="75000"/>
            </a:schemeClr>
          </a:solidFill>
          <a:headEnd type="none" w="med" len="med"/>
          <a:tailEnd type="triangle" w="med" len="med"/>
        </a:ln>
      </dgm:spPr>
      <dgm:t>
        <a:bodyPr/>
        <a:lstStyle/>
        <a:p>
          <a:endParaRPr lang="en-US" sz="4000"/>
        </a:p>
      </dgm:t>
    </dgm:pt>
    <dgm:pt modelId="{440287EB-176C-4145-8F2C-2670E6868A85}" type="sibTrans" cxnId="{71F823A5-E1F5-4C46-A7D9-BEF67EE13E82}">
      <dgm:prSet/>
      <dgm:spPr/>
      <dgm:t>
        <a:bodyPr/>
        <a:lstStyle/>
        <a:p>
          <a:endParaRPr lang="en-US" sz="4000"/>
        </a:p>
      </dgm:t>
    </dgm:pt>
    <dgm:pt modelId="{CB716188-A402-4EF7-BECC-0C1597A23816}">
      <dgm:prSet phldrT="[Text]" custT="1"/>
      <dgm:spPr>
        <a:blipFill>
          <a:blip xmlns:r="http://schemas.openxmlformats.org/officeDocument/2006/relationships" r:embed="rId4"/>
          <a:stretch>
            <a:fillRect/>
          </a:stretch>
        </a:blipFill>
        <a:ln>
          <a:noFill/>
        </a:ln>
        <a:effectLst/>
        <a:scene3d>
          <a:camera prst="orthographicFront"/>
          <a:lightRig rig="flat" dir="t"/>
        </a:scene3d>
      </dgm:spPr>
      <dgm:t>
        <a:bodyPr/>
        <a:lstStyle/>
        <a:p>
          <a:r>
            <a:rPr lang="en-IL">
              <a:noFill/>
            </a:rPr>
            <a:t> </a:t>
          </a:r>
        </a:p>
      </dgm:t>
    </dgm:pt>
    <dgm:pt modelId="{A2BB7D03-23E3-4233-902D-7B59772D944D}" type="parTrans" cxnId="{ACD75984-B069-4A33-98D3-27C1DD45C6A0}">
      <dgm:prSet/>
      <dgm:spPr>
        <a:ln w="19050">
          <a:solidFill>
            <a:schemeClr val="accent1">
              <a:lumMod val="75000"/>
            </a:schemeClr>
          </a:solidFill>
          <a:headEnd type="none" w="med" len="med"/>
          <a:tailEnd type="triangle" w="med" len="med"/>
        </a:ln>
      </dgm:spPr>
      <dgm:t>
        <a:bodyPr/>
        <a:lstStyle/>
        <a:p>
          <a:endParaRPr lang="en-US" sz="4000"/>
        </a:p>
      </dgm:t>
    </dgm:pt>
    <dgm:pt modelId="{B713A48E-DEF9-4A6D-A061-56429B796FD5}" type="sibTrans" cxnId="{ACD75984-B069-4A33-98D3-27C1DD45C6A0}">
      <dgm:prSet/>
      <dgm:spPr/>
      <dgm:t>
        <a:bodyPr/>
        <a:lstStyle/>
        <a:p>
          <a:endParaRPr lang="en-US" sz="4000"/>
        </a:p>
      </dgm:t>
    </dgm:pt>
    <dgm:pt modelId="{BC641C92-2A71-4AA8-AE93-D0023CDA3747}">
      <dgm:prSet phldrT="[Text]" custT="1"/>
      <dgm:spPr>
        <a:blipFill>
          <a:blip xmlns:r="http://schemas.openxmlformats.org/officeDocument/2006/relationships" r:embed="rId5"/>
          <a:stretch>
            <a:fillRect/>
          </a:stretch>
        </a:blipFill>
        <a:ln>
          <a:noFill/>
        </a:ln>
        <a:effectLst/>
        <a:scene3d>
          <a:camera prst="orthographicFront"/>
          <a:lightRig rig="flat" dir="t"/>
        </a:scene3d>
      </dgm:spPr>
      <dgm:t>
        <a:bodyPr/>
        <a:lstStyle/>
        <a:p>
          <a:r>
            <a:rPr lang="en-IL">
              <a:noFill/>
            </a:rPr>
            <a:t> </a:t>
          </a:r>
        </a:p>
      </dgm:t>
    </dgm:pt>
    <dgm:pt modelId="{751F548D-4B62-42F6-A64E-68C556D09C2C}" type="parTrans" cxnId="{3B7EF0CC-60F7-4E79-B9BF-221CD7ED7707}">
      <dgm:prSet/>
      <dgm:spPr>
        <a:ln w="19050">
          <a:solidFill>
            <a:schemeClr val="accent1">
              <a:lumMod val="75000"/>
            </a:schemeClr>
          </a:solidFill>
          <a:headEnd type="none" w="med" len="med"/>
          <a:tailEnd type="triangle" w="med" len="med"/>
        </a:ln>
      </dgm:spPr>
      <dgm:t>
        <a:bodyPr/>
        <a:lstStyle/>
        <a:p>
          <a:endParaRPr lang="en-US" sz="4000"/>
        </a:p>
      </dgm:t>
    </dgm:pt>
    <dgm:pt modelId="{A038BABA-E168-4931-A19E-C0EEF954DA1E}" type="sibTrans" cxnId="{3B7EF0CC-60F7-4E79-B9BF-221CD7ED7707}">
      <dgm:prSet/>
      <dgm:spPr/>
      <dgm:t>
        <a:bodyPr/>
        <a:lstStyle/>
        <a:p>
          <a:endParaRPr lang="en-US" sz="4000"/>
        </a:p>
      </dgm:t>
    </dgm:pt>
    <dgm:pt modelId="{76D54002-42A0-4DB0-A51D-17FA7AA30B69}">
      <dgm:prSet phldrT="[Text]" custT="1"/>
      <dgm:spPr>
        <a:blipFill>
          <a:blip xmlns:r="http://schemas.openxmlformats.org/officeDocument/2006/relationships" r:embed="rId6"/>
          <a:stretch>
            <a:fillRect/>
          </a:stretch>
        </a:blipFill>
        <a:ln>
          <a:noFill/>
        </a:ln>
        <a:effectLst/>
        <a:scene3d>
          <a:camera prst="orthographicFront"/>
          <a:lightRig rig="flat" dir="t"/>
        </a:scene3d>
      </dgm:spPr>
      <dgm:t>
        <a:bodyPr/>
        <a:lstStyle/>
        <a:p>
          <a:r>
            <a:rPr lang="en-IL">
              <a:noFill/>
            </a:rPr>
            <a:t> </a:t>
          </a:r>
        </a:p>
      </dgm:t>
    </dgm:pt>
    <dgm:pt modelId="{06143FDB-0B64-45E5-922F-79DA57655CA0}" type="parTrans" cxnId="{E1297898-5AA5-4DAB-A892-821DD6CE4413}">
      <dgm:prSet/>
      <dgm:spPr>
        <a:ln w="19050">
          <a:solidFill>
            <a:schemeClr val="accent1">
              <a:lumMod val="75000"/>
            </a:schemeClr>
          </a:solidFill>
          <a:headEnd type="none" w="med" len="med"/>
          <a:tailEnd type="triangle" w="med" len="med"/>
        </a:ln>
      </dgm:spPr>
      <dgm:t>
        <a:bodyPr/>
        <a:lstStyle/>
        <a:p>
          <a:endParaRPr lang="en-US" sz="4000"/>
        </a:p>
      </dgm:t>
    </dgm:pt>
    <dgm:pt modelId="{E0A43BD0-B6F6-49B0-AADA-B2EF0509C274}" type="sibTrans" cxnId="{E1297898-5AA5-4DAB-A892-821DD6CE4413}">
      <dgm:prSet/>
      <dgm:spPr/>
      <dgm:t>
        <a:bodyPr/>
        <a:lstStyle/>
        <a:p>
          <a:endParaRPr lang="en-US" sz="4000"/>
        </a:p>
      </dgm:t>
    </dgm:pt>
    <dgm:pt modelId="{EE730F84-B128-4F7E-951B-3B0FA6B1C683}">
      <dgm:prSet phldrT="[Text]" custT="1"/>
      <dgm:spPr>
        <a:blipFill>
          <a:blip xmlns:r="http://schemas.openxmlformats.org/officeDocument/2006/relationships" r:embed="rId7"/>
          <a:stretch>
            <a:fillRect/>
          </a:stretch>
        </a:blipFill>
        <a:ln>
          <a:noFill/>
        </a:ln>
        <a:effectLst/>
        <a:scene3d>
          <a:camera prst="orthographicFront"/>
          <a:lightRig rig="flat" dir="t"/>
        </a:scene3d>
      </dgm:spPr>
      <dgm:t>
        <a:bodyPr/>
        <a:lstStyle/>
        <a:p>
          <a:r>
            <a:rPr lang="en-IL">
              <a:noFill/>
            </a:rPr>
            <a:t> </a:t>
          </a:r>
        </a:p>
      </dgm:t>
    </dgm:pt>
    <dgm:pt modelId="{C276956D-52FC-4431-A30D-DF2B3508502B}" type="parTrans" cxnId="{BCE693F3-B8A0-46C0-AEFE-91D12F46F2CB}">
      <dgm:prSet/>
      <dgm:spPr>
        <a:ln w="19050">
          <a:solidFill>
            <a:schemeClr val="accent1">
              <a:lumMod val="75000"/>
            </a:schemeClr>
          </a:solidFill>
          <a:headEnd type="none" w="med" len="med"/>
          <a:tailEnd type="triangle" w="med" len="med"/>
        </a:ln>
      </dgm:spPr>
      <dgm:t>
        <a:bodyPr/>
        <a:lstStyle/>
        <a:p>
          <a:endParaRPr lang="en-US" sz="4000"/>
        </a:p>
      </dgm:t>
    </dgm:pt>
    <dgm:pt modelId="{89157D49-58FA-442C-9139-E85326581576}" type="sibTrans" cxnId="{BCE693F3-B8A0-46C0-AEFE-91D12F46F2CB}">
      <dgm:prSet/>
      <dgm:spPr/>
      <dgm:t>
        <a:bodyPr/>
        <a:lstStyle/>
        <a:p>
          <a:endParaRPr lang="en-US" sz="4000"/>
        </a:p>
      </dgm:t>
    </dgm:pt>
    <dgm:pt modelId="{1624F485-EE14-43C0-8E7B-3E7E6401D2C3}">
      <dgm:prSet phldrT="[Text]" custT="1"/>
      <dgm:spPr>
        <a:blipFill>
          <a:blip xmlns:r="http://schemas.openxmlformats.org/officeDocument/2006/relationships" r:embed="rId8"/>
          <a:stretch>
            <a:fillRect/>
          </a:stretch>
        </a:blipFill>
        <a:ln>
          <a:noFill/>
        </a:ln>
        <a:effectLst/>
        <a:scene3d>
          <a:camera prst="orthographicFront"/>
          <a:lightRig rig="flat" dir="t"/>
        </a:scene3d>
      </dgm:spPr>
      <dgm:t>
        <a:bodyPr/>
        <a:lstStyle/>
        <a:p>
          <a:r>
            <a:rPr lang="en-IL">
              <a:noFill/>
            </a:rPr>
            <a:t> </a:t>
          </a:r>
        </a:p>
      </dgm:t>
    </dgm:pt>
    <dgm:pt modelId="{84264CEE-991D-416D-B235-C3E6D60DE421}" type="parTrans" cxnId="{4271948F-FDD7-44ED-82A6-E6B5CA2DD766}">
      <dgm:prSet/>
      <dgm:spPr>
        <a:ln w="19050">
          <a:solidFill>
            <a:schemeClr val="accent1">
              <a:lumMod val="75000"/>
            </a:schemeClr>
          </a:solidFill>
          <a:headEnd type="none" w="med" len="med"/>
          <a:tailEnd type="triangle" w="med" len="med"/>
        </a:ln>
      </dgm:spPr>
      <dgm:t>
        <a:bodyPr/>
        <a:lstStyle/>
        <a:p>
          <a:endParaRPr lang="en-US" sz="4000"/>
        </a:p>
      </dgm:t>
    </dgm:pt>
    <dgm:pt modelId="{2814AF37-0736-4BA1-AC4C-57DAA561622A}" type="sibTrans" cxnId="{4271948F-FDD7-44ED-82A6-E6B5CA2DD766}">
      <dgm:prSet/>
      <dgm:spPr/>
      <dgm:t>
        <a:bodyPr/>
        <a:lstStyle/>
        <a:p>
          <a:endParaRPr lang="en-US" sz="4000"/>
        </a:p>
      </dgm:t>
    </dgm:pt>
    <dgm:pt modelId="{042433F3-4E8F-4003-BAB9-E229B02D5E35}">
      <dgm:prSet phldrT="[Text]" custT="1"/>
      <dgm:spPr>
        <a:blipFill>
          <a:blip xmlns:r="http://schemas.openxmlformats.org/officeDocument/2006/relationships" r:embed="rId9"/>
          <a:stretch>
            <a:fillRect/>
          </a:stretch>
        </a:blipFill>
        <a:ln>
          <a:noFill/>
        </a:ln>
        <a:effectLst/>
        <a:scene3d>
          <a:camera prst="orthographicFront"/>
          <a:lightRig rig="flat" dir="t"/>
        </a:scene3d>
      </dgm:spPr>
      <dgm:t>
        <a:bodyPr/>
        <a:lstStyle/>
        <a:p>
          <a:r>
            <a:rPr lang="en-IL">
              <a:noFill/>
            </a:rPr>
            <a:t> </a:t>
          </a:r>
        </a:p>
      </dgm:t>
    </dgm:pt>
    <dgm:pt modelId="{6C2E7740-90DB-4388-B75A-86E64CE08A99}" type="parTrans" cxnId="{E6780427-C74E-4E09-B41B-5BCA9F40207C}">
      <dgm:prSet/>
      <dgm:spPr>
        <a:ln w="19050">
          <a:solidFill>
            <a:schemeClr val="accent1">
              <a:lumMod val="75000"/>
            </a:schemeClr>
          </a:solidFill>
          <a:headEnd type="none" w="med" len="med"/>
          <a:tailEnd type="triangle" w="med" len="med"/>
        </a:ln>
      </dgm:spPr>
      <dgm:t>
        <a:bodyPr/>
        <a:lstStyle/>
        <a:p>
          <a:endParaRPr lang="en-US" sz="4000"/>
        </a:p>
      </dgm:t>
    </dgm:pt>
    <dgm:pt modelId="{5FC175A4-A36D-4210-B744-A30F574FA17B}" type="sibTrans" cxnId="{E6780427-C74E-4E09-B41B-5BCA9F40207C}">
      <dgm:prSet/>
      <dgm:spPr/>
      <dgm:t>
        <a:bodyPr/>
        <a:lstStyle/>
        <a:p>
          <a:endParaRPr lang="en-US" sz="4000"/>
        </a:p>
      </dgm:t>
    </dgm:pt>
    <dgm:pt modelId="{647E34BD-CC2D-41C2-A0A8-4486C374EEF4}">
      <dgm:prSet phldrT="[Text]" custT="1"/>
      <dgm:spPr>
        <a:blipFill>
          <a:blip xmlns:r="http://schemas.openxmlformats.org/officeDocument/2006/relationships" r:embed="rId10"/>
          <a:stretch>
            <a:fillRect/>
          </a:stretch>
        </a:blipFill>
        <a:ln>
          <a:noFill/>
        </a:ln>
        <a:effectLst/>
        <a:scene3d>
          <a:camera prst="orthographicFront"/>
          <a:lightRig rig="flat" dir="t"/>
        </a:scene3d>
      </dgm:spPr>
      <dgm:t>
        <a:bodyPr/>
        <a:lstStyle/>
        <a:p>
          <a:r>
            <a:rPr lang="en-IL">
              <a:noFill/>
            </a:rPr>
            <a:t> </a:t>
          </a:r>
        </a:p>
      </dgm:t>
    </dgm:pt>
    <dgm:pt modelId="{7C460232-A3AE-4F99-9D98-9B09C557965A}" type="parTrans" cxnId="{DACD94A3-D79A-4B4A-9221-A6C9F753469F}">
      <dgm:prSet/>
      <dgm:spPr>
        <a:ln w="19050">
          <a:solidFill>
            <a:schemeClr val="accent1">
              <a:lumMod val="75000"/>
            </a:schemeClr>
          </a:solidFill>
          <a:headEnd type="none" w="med" len="med"/>
          <a:tailEnd type="triangle" w="med" len="med"/>
        </a:ln>
      </dgm:spPr>
      <dgm:t>
        <a:bodyPr/>
        <a:lstStyle/>
        <a:p>
          <a:endParaRPr lang="en-US" sz="4000"/>
        </a:p>
      </dgm:t>
    </dgm:pt>
    <dgm:pt modelId="{AE2891C0-0035-4E59-BC07-B6145C5D11AD}" type="sibTrans" cxnId="{DACD94A3-D79A-4B4A-9221-A6C9F753469F}">
      <dgm:prSet/>
      <dgm:spPr/>
      <dgm:t>
        <a:bodyPr/>
        <a:lstStyle/>
        <a:p>
          <a:endParaRPr lang="en-US" sz="4000"/>
        </a:p>
      </dgm:t>
    </dgm:pt>
    <dgm:pt modelId="{A55CBDEE-45BA-4C71-BBB2-FF1D9BB0A4DE}">
      <dgm:prSet phldrT="[Text]" custT="1"/>
      <dgm:spPr>
        <a:blipFill>
          <a:blip xmlns:r="http://schemas.openxmlformats.org/officeDocument/2006/relationships" r:embed="rId11"/>
          <a:stretch>
            <a:fillRect/>
          </a:stretch>
        </a:blipFill>
        <a:ln>
          <a:noFill/>
        </a:ln>
        <a:effectLst/>
        <a:scene3d>
          <a:camera prst="orthographicFront"/>
          <a:lightRig rig="flat" dir="t"/>
        </a:scene3d>
      </dgm:spPr>
      <dgm:t>
        <a:bodyPr/>
        <a:lstStyle/>
        <a:p>
          <a:r>
            <a:rPr lang="en-IL">
              <a:noFill/>
            </a:rPr>
            <a:t> </a:t>
          </a:r>
        </a:p>
      </dgm:t>
    </dgm:pt>
    <dgm:pt modelId="{B1F6CE64-AD06-4BDA-89DF-A9B231864DCF}" type="parTrans" cxnId="{5C502DED-B51F-4CE9-9C37-5AAEEF0CDD9A}">
      <dgm:prSet/>
      <dgm:spPr>
        <a:ln w="19050">
          <a:solidFill>
            <a:schemeClr val="accent1">
              <a:lumMod val="75000"/>
            </a:schemeClr>
          </a:solidFill>
          <a:headEnd type="none" w="med" len="med"/>
          <a:tailEnd type="triangle" w="med" len="med"/>
        </a:ln>
      </dgm:spPr>
      <dgm:t>
        <a:bodyPr/>
        <a:lstStyle/>
        <a:p>
          <a:endParaRPr lang="en-US" sz="4000"/>
        </a:p>
      </dgm:t>
    </dgm:pt>
    <dgm:pt modelId="{7CB675C5-5AA3-4CA4-9D21-64951C45B2F1}" type="sibTrans" cxnId="{5C502DED-B51F-4CE9-9C37-5AAEEF0CDD9A}">
      <dgm:prSet/>
      <dgm:spPr/>
      <dgm:t>
        <a:bodyPr/>
        <a:lstStyle/>
        <a:p>
          <a:endParaRPr lang="en-US" sz="4000"/>
        </a:p>
      </dgm:t>
    </dgm:pt>
    <dgm:pt modelId="{72F6561E-DA06-400E-BA39-FE491E3FED60}">
      <dgm:prSet phldrT="[Text]" custT="1"/>
      <dgm:spPr>
        <a:blipFill>
          <a:blip xmlns:r="http://schemas.openxmlformats.org/officeDocument/2006/relationships" r:embed="rId12"/>
          <a:stretch>
            <a:fillRect/>
          </a:stretch>
        </a:blipFill>
        <a:ln>
          <a:noFill/>
        </a:ln>
        <a:effectLst/>
        <a:scene3d>
          <a:camera prst="orthographicFront"/>
          <a:lightRig rig="flat" dir="t"/>
        </a:scene3d>
      </dgm:spPr>
      <dgm:t>
        <a:bodyPr/>
        <a:lstStyle/>
        <a:p>
          <a:r>
            <a:rPr lang="en-IL">
              <a:noFill/>
            </a:rPr>
            <a:t> </a:t>
          </a:r>
        </a:p>
      </dgm:t>
    </dgm:pt>
    <dgm:pt modelId="{21C3578F-A1DD-4DC7-80F4-ACFDA6036408}" type="parTrans" cxnId="{C7E23428-E8A9-4A62-A024-5DDC177490C3}">
      <dgm:prSet/>
      <dgm:spPr>
        <a:ln w="19050">
          <a:solidFill>
            <a:schemeClr val="accent1">
              <a:lumMod val="75000"/>
            </a:schemeClr>
          </a:solidFill>
          <a:headEnd type="none" w="med" len="med"/>
          <a:tailEnd type="triangle" w="med" len="med"/>
        </a:ln>
      </dgm:spPr>
      <dgm:t>
        <a:bodyPr/>
        <a:lstStyle/>
        <a:p>
          <a:endParaRPr lang="en-US" sz="4000"/>
        </a:p>
      </dgm:t>
    </dgm:pt>
    <dgm:pt modelId="{8F2E50C6-2141-4A32-A74D-9612E663D563}" type="sibTrans" cxnId="{C7E23428-E8A9-4A62-A024-5DDC177490C3}">
      <dgm:prSet/>
      <dgm:spPr/>
      <dgm:t>
        <a:bodyPr/>
        <a:lstStyle/>
        <a:p>
          <a:endParaRPr lang="en-US" sz="4000"/>
        </a:p>
      </dgm:t>
    </dgm:pt>
    <dgm:pt modelId="{5AA4FD96-206A-45E9-92E7-1F6232F7DD60}">
      <dgm:prSet phldrT="[Text]" custT="1"/>
      <dgm:spPr>
        <a:blipFill>
          <a:blip xmlns:r="http://schemas.openxmlformats.org/officeDocument/2006/relationships" r:embed="rId13"/>
          <a:stretch>
            <a:fillRect/>
          </a:stretch>
        </a:blipFill>
        <a:ln>
          <a:noFill/>
        </a:ln>
      </dgm:spPr>
      <dgm:t>
        <a:bodyPr/>
        <a:lstStyle/>
        <a:p>
          <a:r>
            <a:rPr lang="en-IL">
              <a:noFill/>
            </a:rPr>
            <a:t> </a:t>
          </a:r>
        </a:p>
      </dgm:t>
    </dgm:pt>
    <dgm:pt modelId="{A5C15E05-BE46-4C54-B0B5-D32F89584C23}" type="parTrans" cxnId="{AB400052-3BD7-489B-8DD3-1AB7B76806AE}">
      <dgm:prSet/>
      <dgm:spPr>
        <a:ln w="19050">
          <a:solidFill>
            <a:schemeClr val="accent1">
              <a:lumMod val="75000"/>
            </a:schemeClr>
          </a:solidFill>
          <a:headEnd type="none" w="med" len="med"/>
          <a:tailEnd type="triangle" w="med" len="med"/>
        </a:ln>
      </dgm:spPr>
      <dgm:t>
        <a:bodyPr/>
        <a:lstStyle/>
        <a:p>
          <a:endParaRPr lang="en-US" sz="4000"/>
        </a:p>
      </dgm:t>
    </dgm:pt>
    <dgm:pt modelId="{4407F708-D3C1-4BA7-94CF-E9C4425F2287}" type="sibTrans" cxnId="{AB400052-3BD7-489B-8DD3-1AB7B76806AE}">
      <dgm:prSet/>
      <dgm:spPr/>
      <dgm:t>
        <a:bodyPr/>
        <a:lstStyle/>
        <a:p>
          <a:endParaRPr lang="en-US" sz="4000"/>
        </a:p>
      </dgm:t>
    </dgm:pt>
    <dgm:pt modelId="{2997FCC4-0E13-4917-A431-33405B476831}">
      <dgm:prSet phldrT="[Text]" custT="1"/>
      <dgm:spPr>
        <a:blipFill>
          <a:blip xmlns:r="http://schemas.openxmlformats.org/officeDocument/2006/relationships" r:embed="rId14"/>
          <a:stretch>
            <a:fillRect/>
          </a:stretch>
        </a:blipFill>
        <a:ln>
          <a:noFill/>
        </a:ln>
      </dgm:spPr>
      <dgm:t>
        <a:bodyPr/>
        <a:lstStyle/>
        <a:p>
          <a:r>
            <a:rPr lang="en-IL">
              <a:noFill/>
            </a:rPr>
            <a:t> </a:t>
          </a:r>
        </a:p>
      </dgm:t>
    </dgm:pt>
    <dgm:pt modelId="{CD9A046F-6E0E-4994-A5F0-77B7E319BA28}" type="parTrans" cxnId="{F1B2DCD3-0B8F-445F-B08A-6C4521C66D68}">
      <dgm:prSet/>
      <dgm:spPr>
        <a:ln w="19050">
          <a:solidFill>
            <a:schemeClr val="accent1">
              <a:lumMod val="75000"/>
            </a:schemeClr>
          </a:solidFill>
          <a:headEnd type="none" w="med" len="med"/>
          <a:tailEnd type="triangle" w="med" len="med"/>
        </a:ln>
      </dgm:spPr>
      <dgm:t>
        <a:bodyPr/>
        <a:lstStyle/>
        <a:p>
          <a:endParaRPr lang="en-US" sz="4000"/>
        </a:p>
      </dgm:t>
    </dgm:pt>
    <dgm:pt modelId="{0CCC592E-56AE-4BFB-B927-2DAEFFF10683}" type="sibTrans" cxnId="{F1B2DCD3-0B8F-445F-B08A-6C4521C66D68}">
      <dgm:prSet/>
      <dgm:spPr/>
      <dgm:t>
        <a:bodyPr/>
        <a:lstStyle/>
        <a:p>
          <a:endParaRPr lang="en-US" sz="4000"/>
        </a:p>
      </dgm:t>
    </dgm:pt>
    <dgm:pt modelId="{8EDA12C0-3167-4CEF-AC03-20E0DA0B3F57}">
      <dgm:prSet phldrT="[Text]" custT="1"/>
      <dgm:spPr>
        <a:blipFill>
          <a:blip xmlns:r="http://schemas.openxmlformats.org/officeDocument/2006/relationships" r:embed="rId15"/>
          <a:stretch>
            <a:fillRect/>
          </a:stretch>
        </a:blipFill>
        <a:ln>
          <a:noFill/>
        </a:ln>
      </dgm:spPr>
      <dgm:t>
        <a:bodyPr/>
        <a:lstStyle/>
        <a:p>
          <a:r>
            <a:rPr lang="en-IL">
              <a:noFill/>
            </a:rPr>
            <a:t> </a:t>
          </a:r>
        </a:p>
      </dgm:t>
    </dgm:pt>
    <dgm:pt modelId="{1B22746C-BFE9-486B-9CC6-C0623B1F7DE9}" type="parTrans" cxnId="{DE9C05FF-05FD-40DD-BC84-D7ABCD754887}">
      <dgm:prSet/>
      <dgm:spPr>
        <a:ln w="19050">
          <a:solidFill>
            <a:schemeClr val="accent1">
              <a:lumMod val="75000"/>
            </a:schemeClr>
          </a:solidFill>
          <a:headEnd type="none" w="med" len="med"/>
          <a:tailEnd type="triangle" w="med" len="med"/>
        </a:ln>
      </dgm:spPr>
      <dgm:t>
        <a:bodyPr/>
        <a:lstStyle/>
        <a:p>
          <a:endParaRPr lang="en-US" sz="4000"/>
        </a:p>
      </dgm:t>
    </dgm:pt>
    <dgm:pt modelId="{319279B4-B10D-49EF-9378-94C49387BE2B}" type="sibTrans" cxnId="{DE9C05FF-05FD-40DD-BC84-D7ABCD754887}">
      <dgm:prSet/>
      <dgm:spPr/>
      <dgm:t>
        <a:bodyPr/>
        <a:lstStyle/>
        <a:p>
          <a:endParaRPr lang="en-US" sz="4000"/>
        </a:p>
      </dgm:t>
    </dgm:pt>
    <dgm:pt modelId="{7891BB5A-DA25-46F1-8A32-E83B2445DF34}">
      <dgm:prSet phldrT="[Text]" custT="1"/>
      <dgm:spPr>
        <a:blipFill>
          <a:blip xmlns:r="http://schemas.openxmlformats.org/officeDocument/2006/relationships" r:embed="rId16"/>
          <a:stretch>
            <a:fillRect/>
          </a:stretch>
        </a:blipFill>
        <a:ln>
          <a:noFill/>
        </a:ln>
      </dgm:spPr>
      <dgm:t>
        <a:bodyPr/>
        <a:lstStyle/>
        <a:p>
          <a:r>
            <a:rPr lang="en-IL">
              <a:noFill/>
            </a:rPr>
            <a:t> </a:t>
          </a:r>
        </a:p>
      </dgm:t>
    </dgm:pt>
    <dgm:pt modelId="{2F5FF9C7-FBFC-4B13-AEA3-27C606643369}" type="parTrans" cxnId="{DD8B66D4-14D0-414F-856E-E3BA31085B5D}">
      <dgm:prSet/>
      <dgm:spPr>
        <a:ln w="19050">
          <a:solidFill>
            <a:schemeClr val="accent1">
              <a:lumMod val="75000"/>
            </a:schemeClr>
          </a:solidFill>
          <a:headEnd type="none" w="med" len="med"/>
          <a:tailEnd type="triangle" w="med" len="med"/>
        </a:ln>
      </dgm:spPr>
      <dgm:t>
        <a:bodyPr/>
        <a:lstStyle/>
        <a:p>
          <a:endParaRPr lang="en-US" sz="4000"/>
        </a:p>
      </dgm:t>
    </dgm:pt>
    <dgm:pt modelId="{1F749897-B912-4A9B-B381-888172B02B24}" type="sibTrans" cxnId="{DD8B66D4-14D0-414F-856E-E3BA31085B5D}">
      <dgm:prSet/>
      <dgm:spPr/>
      <dgm:t>
        <a:bodyPr/>
        <a:lstStyle/>
        <a:p>
          <a:endParaRPr lang="en-US" sz="4000"/>
        </a:p>
      </dgm:t>
    </dgm:pt>
    <dgm:pt modelId="{8BC85C18-7D12-481D-B9B8-ED6A6AEAD023}">
      <dgm:prSet phldrT="[Text]" custT="1"/>
      <dgm:spPr>
        <a:blipFill>
          <a:blip xmlns:r="http://schemas.openxmlformats.org/officeDocument/2006/relationships" r:embed="rId17"/>
          <a:stretch>
            <a:fillRect/>
          </a:stretch>
        </a:blipFill>
        <a:ln>
          <a:noFill/>
        </a:ln>
      </dgm:spPr>
      <dgm:t>
        <a:bodyPr/>
        <a:lstStyle/>
        <a:p>
          <a:r>
            <a:rPr lang="en-IL">
              <a:noFill/>
            </a:rPr>
            <a:t> </a:t>
          </a:r>
        </a:p>
      </dgm:t>
    </dgm:pt>
    <dgm:pt modelId="{15485868-CFAA-4EDD-97D3-D1D3305D4DC0}" type="parTrans" cxnId="{E07CB608-8F37-499E-A426-FD8E5E93FE8E}">
      <dgm:prSet/>
      <dgm:spPr>
        <a:ln w="19050">
          <a:solidFill>
            <a:schemeClr val="accent1">
              <a:lumMod val="75000"/>
            </a:schemeClr>
          </a:solidFill>
          <a:headEnd type="none" w="med" len="med"/>
          <a:tailEnd type="triangle" w="med" len="med"/>
        </a:ln>
      </dgm:spPr>
      <dgm:t>
        <a:bodyPr/>
        <a:lstStyle/>
        <a:p>
          <a:endParaRPr lang="en-US" sz="4000"/>
        </a:p>
      </dgm:t>
    </dgm:pt>
    <dgm:pt modelId="{5456744C-1BD6-44F4-B983-D625227439DA}" type="sibTrans" cxnId="{E07CB608-8F37-499E-A426-FD8E5E93FE8E}">
      <dgm:prSet/>
      <dgm:spPr/>
      <dgm:t>
        <a:bodyPr/>
        <a:lstStyle/>
        <a:p>
          <a:endParaRPr lang="en-US" sz="4000"/>
        </a:p>
      </dgm:t>
    </dgm:pt>
    <dgm:pt modelId="{81E2C9DC-92F3-485E-9937-66DA93A91AA1}" type="pres">
      <dgm:prSet presAssocID="{619996A8-B27E-485A-89DE-B829A5F15FE9}" presName="mainComposite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</dgm:pt>
    <dgm:pt modelId="{9E0E20AA-948E-4F02-A7B0-19978F3EE64F}" type="pres">
      <dgm:prSet presAssocID="{619996A8-B27E-485A-89DE-B829A5F15FE9}" presName="hierFlow" presStyleCnt="0"/>
      <dgm:spPr/>
    </dgm:pt>
    <dgm:pt modelId="{4B53D7D4-8D0A-467F-AC1B-B808F494E2B7}" type="pres">
      <dgm:prSet presAssocID="{619996A8-B27E-485A-89DE-B829A5F15FE9}" presName="hierChild1" presStyleCnt="0">
        <dgm:presLayoutVars>
          <dgm:chPref val="1"/>
          <dgm:animOne val="branch"/>
          <dgm:animLvl val="lvl"/>
        </dgm:presLayoutVars>
      </dgm:prSet>
      <dgm:spPr/>
    </dgm:pt>
    <dgm:pt modelId="{F6C6B03B-F7B3-485B-9868-65DA42BF6E5B}" type="pres">
      <dgm:prSet presAssocID="{281AE90F-58EE-406A-87C8-4E26FA76311E}" presName="Name14" presStyleCnt="0"/>
      <dgm:spPr/>
    </dgm:pt>
    <dgm:pt modelId="{1F57736E-83F9-436C-AB71-0CF838AC3EB2}" type="pres">
      <dgm:prSet presAssocID="{281AE90F-58EE-406A-87C8-4E26FA76311E}" presName="level1Shape" presStyleLbl="node0" presStyleIdx="0" presStyleCnt="1" custScaleX="110000" custLinFactNeighborX="-665">
        <dgm:presLayoutVars>
          <dgm:chPref val="3"/>
        </dgm:presLayoutVars>
      </dgm:prSet>
      <dgm:spPr/>
    </dgm:pt>
    <dgm:pt modelId="{CCB26D1F-96C6-4B5E-914A-4C0CD156672C}" type="pres">
      <dgm:prSet presAssocID="{281AE90F-58EE-406A-87C8-4E26FA76311E}" presName="hierChild2" presStyleCnt="0"/>
      <dgm:spPr/>
    </dgm:pt>
    <dgm:pt modelId="{4716B355-F34D-464C-BCC1-FE8FD371DF33}" type="pres">
      <dgm:prSet presAssocID="{F0F9A8FD-7BAF-4473-99A0-50AD30E55A44}" presName="Name19" presStyleLbl="parChTrans1D2" presStyleIdx="0" presStyleCnt="1"/>
      <dgm:spPr/>
    </dgm:pt>
    <dgm:pt modelId="{6A98D53B-CBF3-4023-8FF5-7D10C4F3360D}" type="pres">
      <dgm:prSet presAssocID="{3C6E430F-359E-4019-8204-7C4628357612}" presName="Name21" presStyleCnt="0"/>
      <dgm:spPr/>
    </dgm:pt>
    <dgm:pt modelId="{04EC2B26-9F56-4CBA-BE06-DE6F144D4EF7}" type="pres">
      <dgm:prSet presAssocID="{3C6E430F-359E-4019-8204-7C4628357612}" presName="level2Shape" presStyleLbl="node2" presStyleIdx="0" presStyleCnt="1" custLinFactNeighborY="19806"/>
      <dgm:spPr/>
    </dgm:pt>
    <dgm:pt modelId="{83B34C4D-81AD-48B6-A84B-2E361C276DAB}" type="pres">
      <dgm:prSet presAssocID="{3C6E430F-359E-4019-8204-7C4628357612}" presName="hierChild3" presStyleCnt="0"/>
      <dgm:spPr/>
    </dgm:pt>
    <dgm:pt modelId="{50F0B181-411F-4F06-8FF4-06F04C8A9AE5}" type="pres">
      <dgm:prSet presAssocID="{0DD35C28-6EA9-4F56-BF7D-CABD0F1A57CF}" presName="Name19" presStyleLbl="parChTrans1D3" presStyleIdx="0" presStyleCnt="2"/>
      <dgm:spPr/>
    </dgm:pt>
    <dgm:pt modelId="{D8698837-8BF8-4C45-86BC-D3497A3084C4}" type="pres">
      <dgm:prSet presAssocID="{46AC0048-E7FE-455F-BCF2-D77C3C72B6F2}" presName="Name21" presStyleCnt="0"/>
      <dgm:spPr/>
    </dgm:pt>
    <dgm:pt modelId="{17CC8EC9-BF60-4D20-AB5C-CB22423A12F9}" type="pres">
      <dgm:prSet presAssocID="{46AC0048-E7FE-455F-BCF2-D77C3C72B6F2}" presName="level2Shape" presStyleLbl="node3" presStyleIdx="0" presStyleCnt="2" custLinFactNeighborY="75552"/>
      <dgm:spPr/>
    </dgm:pt>
    <dgm:pt modelId="{0C3F849A-B22C-4EB7-9AF9-82F9F0296609}" type="pres">
      <dgm:prSet presAssocID="{46AC0048-E7FE-455F-BCF2-D77C3C72B6F2}" presName="hierChild3" presStyleCnt="0"/>
      <dgm:spPr/>
    </dgm:pt>
    <dgm:pt modelId="{FDC1B5B2-FD9B-4AE4-8945-F087A8DC8EB8}" type="pres">
      <dgm:prSet presAssocID="{751F548D-4B62-42F6-A64E-68C556D09C2C}" presName="Name19" presStyleLbl="parChTrans1D4" presStyleIdx="0" presStyleCnt="13"/>
      <dgm:spPr/>
    </dgm:pt>
    <dgm:pt modelId="{37BDD6D0-C129-4BAC-B44A-5AD37F63CB24}" type="pres">
      <dgm:prSet presAssocID="{BC641C92-2A71-4AA8-AE93-D0023CDA3747}" presName="Name21" presStyleCnt="0"/>
      <dgm:spPr/>
    </dgm:pt>
    <dgm:pt modelId="{4749BA73-F0BF-485F-A6D0-BAD5029FDFB5}" type="pres">
      <dgm:prSet presAssocID="{BC641C92-2A71-4AA8-AE93-D0023CDA3747}" presName="level2Shape" presStyleLbl="node4" presStyleIdx="0" presStyleCnt="13" custLinFactY="33618" custLinFactNeighborY="100000"/>
      <dgm:spPr/>
    </dgm:pt>
    <dgm:pt modelId="{1D255E6C-4672-4E58-8CE6-9F4B57BC51D0}" type="pres">
      <dgm:prSet presAssocID="{BC641C92-2A71-4AA8-AE93-D0023CDA3747}" presName="hierChild3" presStyleCnt="0"/>
      <dgm:spPr/>
    </dgm:pt>
    <dgm:pt modelId="{285D208F-78AE-4BE3-B5E3-0DD4DF78EA85}" type="pres">
      <dgm:prSet presAssocID="{84264CEE-991D-416D-B235-C3E6D60DE421}" presName="Name19" presStyleLbl="parChTrans1D4" presStyleIdx="1" presStyleCnt="13"/>
      <dgm:spPr/>
    </dgm:pt>
    <dgm:pt modelId="{DA52A3CC-CFF1-4D95-B91C-A87A1BB9EC35}" type="pres">
      <dgm:prSet presAssocID="{1624F485-EE14-43C0-8E7B-3E7E6401D2C3}" presName="Name21" presStyleCnt="0"/>
      <dgm:spPr/>
    </dgm:pt>
    <dgm:pt modelId="{3D6F0572-825D-4838-A47B-5B8EF207B333}" type="pres">
      <dgm:prSet presAssocID="{1624F485-EE14-43C0-8E7B-3E7E6401D2C3}" presName="level2Shape" presStyleLbl="node4" presStyleIdx="1" presStyleCnt="13" custLinFactY="91683" custLinFactNeighborY="100000"/>
      <dgm:spPr/>
    </dgm:pt>
    <dgm:pt modelId="{C784F108-0CB9-4745-8739-9817D6BB1C3D}" type="pres">
      <dgm:prSet presAssocID="{1624F485-EE14-43C0-8E7B-3E7E6401D2C3}" presName="hierChild3" presStyleCnt="0"/>
      <dgm:spPr/>
    </dgm:pt>
    <dgm:pt modelId="{EC5A51E6-84C3-4970-8CE5-F9608192E762}" type="pres">
      <dgm:prSet presAssocID="{A5C15E05-BE46-4C54-B0B5-D32F89584C23}" presName="Name19" presStyleLbl="parChTrans1D4" presStyleIdx="2" presStyleCnt="13"/>
      <dgm:spPr/>
    </dgm:pt>
    <dgm:pt modelId="{2202C054-C3E3-479B-83EE-7D251AC3E7D8}" type="pres">
      <dgm:prSet presAssocID="{5AA4FD96-206A-45E9-92E7-1F6232F7DD60}" presName="Name21" presStyleCnt="0"/>
      <dgm:spPr/>
    </dgm:pt>
    <dgm:pt modelId="{F7E3A1FA-8166-43BD-B8A0-ABA3A46D2DDA}" type="pres">
      <dgm:prSet presAssocID="{5AA4FD96-206A-45E9-92E7-1F6232F7DD60}" presName="level2Shape" presStyleLbl="node4" presStyleIdx="2" presStyleCnt="13" custLinFactY="90329" custLinFactNeighborY="100000"/>
      <dgm:spPr/>
    </dgm:pt>
    <dgm:pt modelId="{B14161F9-A851-4168-9F23-3AFF6082CE62}" type="pres">
      <dgm:prSet presAssocID="{5AA4FD96-206A-45E9-92E7-1F6232F7DD60}" presName="hierChild3" presStyleCnt="0"/>
      <dgm:spPr/>
    </dgm:pt>
    <dgm:pt modelId="{A31A0F7F-AA2B-4DF5-8DD3-CF447E518AD1}" type="pres">
      <dgm:prSet presAssocID="{6C2E7740-90DB-4388-B75A-86E64CE08A99}" presName="Name19" presStyleLbl="parChTrans1D4" presStyleIdx="3" presStyleCnt="13"/>
      <dgm:spPr/>
    </dgm:pt>
    <dgm:pt modelId="{60FDFA61-C2FD-46F1-A64E-18A8643F332B}" type="pres">
      <dgm:prSet presAssocID="{042433F3-4E8F-4003-BAB9-E229B02D5E35}" presName="Name21" presStyleCnt="0"/>
      <dgm:spPr/>
    </dgm:pt>
    <dgm:pt modelId="{A814F662-BB78-4F56-9A51-54EEDB94D96E}" type="pres">
      <dgm:prSet presAssocID="{042433F3-4E8F-4003-BAB9-E229B02D5E35}" presName="level2Shape" presStyleLbl="node4" presStyleIdx="3" presStyleCnt="13" custLinFactY="91683" custLinFactNeighborY="100000"/>
      <dgm:spPr/>
    </dgm:pt>
    <dgm:pt modelId="{A5AE7020-6B09-458A-B327-D28A14B9BE42}" type="pres">
      <dgm:prSet presAssocID="{042433F3-4E8F-4003-BAB9-E229B02D5E35}" presName="hierChild3" presStyleCnt="0"/>
      <dgm:spPr/>
    </dgm:pt>
    <dgm:pt modelId="{27E68A12-39E1-4EB1-8DF8-D60DC38DC118}" type="pres">
      <dgm:prSet presAssocID="{CD9A046F-6E0E-4994-A5F0-77B7E319BA28}" presName="Name19" presStyleLbl="parChTrans1D4" presStyleIdx="4" presStyleCnt="13"/>
      <dgm:spPr/>
    </dgm:pt>
    <dgm:pt modelId="{AB8918B3-7066-4711-BA88-098103DF0568}" type="pres">
      <dgm:prSet presAssocID="{2997FCC4-0E13-4917-A431-33405B476831}" presName="Name21" presStyleCnt="0"/>
      <dgm:spPr/>
    </dgm:pt>
    <dgm:pt modelId="{22A37BE5-9713-4CE7-B850-62F9AD9B2360}" type="pres">
      <dgm:prSet presAssocID="{2997FCC4-0E13-4917-A431-33405B476831}" presName="level2Shape" presStyleLbl="node4" presStyleIdx="4" presStyleCnt="13" custLinFactY="90329" custLinFactNeighborY="100000"/>
      <dgm:spPr/>
    </dgm:pt>
    <dgm:pt modelId="{81828944-8E33-4B92-9F26-8A89293AC1CB}" type="pres">
      <dgm:prSet presAssocID="{2997FCC4-0E13-4917-A431-33405B476831}" presName="hierChild3" presStyleCnt="0"/>
      <dgm:spPr/>
    </dgm:pt>
    <dgm:pt modelId="{469635AB-CEF8-4A75-A481-1A8EEE6F4B95}" type="pres">
      <dgm:prSet presAssocID="{A2BB7D03-23E3-4233-902D-7B59772D944D}" presName="Name19" presStyleLbl="parChTrans1D3" presStyleIdx="1" presStyleCnt="2"/>
      <dgm:spPr/>
    </dgm:pt>
    <dgm:pt modelId="{B9A9DA5F-F419-42AC-A5AE-B6CD3C15B7F7}" type="pres">
      <dgm:prSet presAssocID="{CB716188-A402-4EF7-BECC-0C1597A23816}" presName="Name21" presStyleCnt="0"/>
      <dgm:spPr/>
    </dgm:pt>
    <dgm:pt modelId="{44B9B8E5-9439-4CB2-87B0-6B8C853513AA}" type="pres">
      <dgm:prSet presAssocID="{CB716188-A402-4EF7-BECC-0C1597A23816}" presName="level2Shape" presStyleLbl="node3" presStyleIdx="1" presStyleCnt="2" custLinFactNeighborY="75552"/>
      <dgm:spPr/>
    </dgm:pt>
    <dgm:pt modelId="{558CA9CD-A218-4591-8179-43376736D612}" type="pres">
      <dgm:prSet presAssocID="{CB716188-A402-4EF7-BECC-0C1597A23816}" presName="hierChild3" presStyleCnt="0"/>
      <dgm:spPr/>
    </dgm:pt>
    <dgm:pt modelId="{516FFB21-241F-4BE5-B3A4-446DA36EFA27}" type="pres">
      <dgm:prSet presAssocID="{C276956D-52FC-4431-A30D-DF2B3508502B}" presName="Name19" presStyleLbl="parChTrans1D4" presStyleIdx="5" presStyleCnt="13"/>
      <dgm:spPr/>
    </dgm:pt>
    <dgm:pt modelId="{157E76CC-C2E5-4869-850D-9FE01E24D309}" type="pres">
      <dgm:prSet presAssocID="{EE730F84-B128-4F7E-951B-3B0FA6B1C683}" presName="Name21" presStyleCnt="0"/>
      <dgm:spPr/>
    </dgm:pt>
    <dgm:pt modelId="{67FF2426-B7B6-4C5D-B90F-C0752E5A4C72}" type="pres">
      <dgm:prSet presAssocID="{EE730F84-B128-4F7E-951B-3B0FA6B1C683}" presName="level2Shape" presStyleLbl="node4" presStyleIdx="5" presStyleCnt="13" custLinFactY="33618" custLinFactNeighborY="100000"/>
      <dgm:spPr/>
    </dgm:pt>
    <dgm:pt modelId="{15B2C182-2718-442D-A894-1C1FBE668E93}" type="pres">
      <dgm:prSet presAssocID="{EE730F84-B128-4F7E-951B-3B0FA6B1C683}" presName="hierChild3" presStyleCnt="0"/>
      <dgm:spPr/>
    </dgm:pt>
    <dgm:pt modelId="{A647FCF8-135C-44C0-AE70-E9757517870C}" type="pres">
      <dgm:prSet presAssocID="{7C460232-A3AE-4F99-9D98-9B09C557965A}" presName="Name19" presStyleLbl="parChTrans1D4" presStyleIdx="6" presStyleCnt="13"/>
      <dgm:spPr/>
    </dgm:pt>
    <dgm:pt modelId="{77234B34-C857-4B0A-8C3F-6A1F8CE1265C}" type="pres">
      <dgm:prSet presAssocID="{647E34BD-CC2D-41C2-A0A8-4486C374EEF4}" presName="Name21" presStyleCnt="0"/>
      <dgm:spPr/>
    </dgm:pt>
    <dgm:pt modelId="{5C5D26F8-72A3-4EA9-9A79-86F61292521C}" type="pres">
      <dgm:prSet presAssocID="{647E34BD-CC2D-41C2-A0A8-4486C374EEF4}" presName="level2Shape" presStyleLbl="node4" presStyleIdx="6" presStyleCnt="13" custLinFactY="91683" custLinFactNeighborY="100000"/>
      <dgm:spPr/>
    </dgm:pt>
    <dgm:pt modelId="{5F8B22D0-32C5-4A03-98BE-87EB8AEBCE31}" type="pres">
      <dgm:prSet presAssocID="{647E34BD-CC2D-41C2-A0A8-4486C374EEF4}" presName="hierChild3" presStyleCnt="0"/>
      <dgm:spPr/>
    </dgm:pt>
    <dgm:pt modelId="{346A26B1-4154-48F4-B0C1-BE88845E4D67}" type="pres">
      <dgm:prSet presAssocID="{1B22746C-BFE9-486B-9CC6-C0623B1F7DE9}" presName="Name19" presStyleLbl="parChTrans1D4" presStyleIdx="7" presStyleCnt="13"/>
      <dgm:spPr/>
    </dgm:pt>
    <dgm:pt modelId="{6E69C4FB-5922-4ED5-B8CB-888A768AD21E}" type="pres">
      <dgm:prSet presAssocID="{8EDA12C0-3167-4CEF-AC03-20E0DA0B3F57}" presName="Name21" presStyleCnt="0"/>
      <dgm:spPr/>
    </dgm:pt>
    <dgm:pt modelId="{ABF98A21-64DC-4421-8187-1FA62531EAC5}" type="pres">
      <dgm:prSet presAssocID="{8EDA12C0-3167-4CEF-AC03-20E0DA0B3F57}" presName="level2Shape" presStyleLbl="node4" presStyleIdx="7" presStyleCnt="13" custLinFactY="90329" custLinFactNeighborY="100000"/>
      <dgm:spPr/>
    </dgm:pt>
    <dgm:pt modelId="{0AC1712C-B3E4-459F-BF13-7B4FBDD36D30}" type="pres">
      <dgm:prSet presAssocID="{8EDA12C0-3167-4CEF-AC03-20E0DA0B3F57}" presName="hierChild3" presStyleCnt="0"/>
      <dgm:spPr/>
    </dgm:pt>
    <dgm:pt modelId="{A4927DC4-99AC-4C4F-B624-7322C75D1B11}" type="pres">
      <dgm:prSet presAssocID="{06143FDB-0B64-45E5-922F-79DA57655CA0}" presName="Name19" presStyleLbl="parChTrans1D4" presStyleIdx="8" presStyleCnt="13"/>
      <dgm:spPr/>
    </dgm:pt>
    <dgm:pt modelId="{3F0564D3-A4A6-4DAF-A06D-EF52268EEB25}" type="pres">
      <dgm:prSet presAssocID="{76D54002-42A0-4DB0-A51D-17FA7AA30B69}" presName="Name21" presStyleCnt="0"/>
      <dgm:spPr/>
    </dgm:pt>
    <dgm:pt modelId="{92981218-5AFA-447C-A3BD-85D3CC83CBE1}" type="pres">
      <dgm:prSet presAssocID="{76D54002-42A0-4DB0-A51D-17FA7AA30B69}" presName="level2Shape" presStyleLbl="node4" presStyleIdx="8" presStyleCnt="13" custLinFactY="33618" custLinFactNeighborY="100000"/>
      <dgm:spPr/>
    </dgm:pt>
    <dgm:pt modelId="{BF3869C1-622A-4916-9F95-0E0DEE978C16}" type="pres">
      <dgm:prSet presAssocID="{76D54002-42A0-4DB0-A51D-17FA7AA30B69}" presName="hierChild3" presStyleCnt="0"/>
      <dgm:spPr/>
    </dgm:pt>
    <dgm:pt modelId="{96E86E3C-DB4E-4974-BC6C-081C346968AA}" type="pres">
      <dgm:prSet presAssocID="{21C3578F-A1DD-4DC7-80F4-ACFDA6036408}" presName="Name19" presStyleLbl="parChTrans1D4" presStyleIdx="9" presStyleCnt="13"/>
      <dgm:spPr/>
    </dgm:pt>
    <dgm:pt modelId="{6AA2B428-3E28-4D4F-AACA-3A0CAD1173EA}" type="pres">
      <dgm:prSet presAssocID="{72F6561E-DA06-400E-BA39-FE491E3FED60}" presName="Name21" presStyleCnt="0"/>
      <dgm:spPr/>
    </dgm:pt>
    <dgm:pt modelId="{6D7AC87D-45F2-4503-8752-ACB71A238606}" type="pres">
      <dgm:prSet presAssocID="{72F6561E-DA06-400E-BA39-FE491E3FED60}" presName="level2Shape" presStyleLbl="node4" presStyleIdx="9" presStyleCnt="13" custLinFactY="91683" custLinFactNeighborY="100000"/>
      <dgm:spPr/>
    </dgm:pt>
    <dgm:pt modelId="{8C4A1559-CE8D-4D14-A963-A8516CFCCF35}" type="pres">
      <dgm:prSet presAssocID="{72F6561E-DA06-400E-BA39-FE491E3FED60}" presName="hierChild3" presStyleCnt="0"/>
      <dgm:spPr/>
    </dgm:pt>
    <dgm:pt modelId="{D48F2F78-0EED-4DB1-8C44-0EB215BA907A}" type="pres">
      <dgm:prSet presAssocID="{2F5FF9C7-FBFC-4B13-AEA3-27C606643369}" presName="Name19" presStyleLbl="parChTrans1D4" presStyleIdx="10" presStyleCnt="13"/>
      <dgm:spPr/>
    </dgm:pt>
    <dgm:pt modelId="{0A5790A5-FDC7-4175-BFED-AE8B2C451E5F}" type="pres">
      <dgm:prSet presAssocID="{7891BB5A-DA25-46F1-8A32-E83B2445DF34}" presName="Name21" presStyleCnt="0"/>
      <dgm:spPr/>
    </dgm:pt>
    <dgm:pt modelId="{BFFA7763-9353-46F3-BB1C-B94390278A5F}" type="pres">
      <dgm:prSet presAssocID="{7891BB5A-DA25-46F1-8A32-E83B2445DF34}" presName="level2Shape" presStyleLbl="node4" presStyleIdx="10" presStyleCnt="13" custLinFactY="90329" custLinFactNeighborY="100000"/>
      <dgm:spPr/>
    </dgm:pt>
    <dgm:pt modelId="{93D025F1-C881-43C8-B6DF-0C4C2947D631}" type="pres">
      <dgm:prSet presAssocID="{7891BB5A-DA25-46F1-8A32-E83B2445DF34}" presName="hierChild3" presStyleCnt="0"/>
      <dgm:spPr/>
    </dgm:pt>
    <dgm:pt modelId="{6C68C92E-39B9-4C82-AB02-50795D1C1866}" type="pres">
      <dgm:prSet presAssocID="{B1F6CE64-AD06-4BDA-89DF-A9B231864DCF}" presName="Name19" presStyleLbl="parChTrans1D4" presStyleIdx="11" presStyleCnt="13"/>
      <dgm:spPr/>
    </dgm:pt>
    <dgm:pt modelId="{90C6D661-4C6F-41F0-831F-49262955AFC2}" type="pres">
      <dgm:prSet presAssocID="{A55CBDEE-45BA-4C71-BBB2-FF1D9BB0A4DE}" presName="Name21" presStyleCnt="0"/>
      <dgm:spPr/>
    </dgm:pt>
    <dgm:pt modelId="{F5694382-2575-43A3-993E-3876AEB96F8C}" type="pres">
      <dgm:prSet presAssocID="{A55CBDEE-45BA-4C71-BBB2-FF1D9BB0A4DE}" presName="level2Shape" presStyleLbl="node4" presStyleIdx="11" presStyleCnt="13" custLinFactY="91683" custLinFactNeighborY="100000"/>
      <dgm:spPr/>
    </dgm:pt>
    <dgm:pt modelId="{724FC380-772F-472E-AA33-10F885B58D5F}" type="pres">
      <dgm:prSet presAssocID="{A55CBDEE-45BA-4C71-BBB2-FF1D9BB0A4DE}" presName="hierChild3" presStyleCnt="0"/>
      <dgm:spPr/>
    </dgm:pt>
    <dgm:pt modelId="{0BE5B7DA-D59D-4A49-990C-CDC0EE2137B4}" type="pres">
      <dgm:prSet presAssocID="{15485868-CFAA-4EDD-97D3-D1D3305D4DC0}" presName="Name19" presStyleLbl="parChTrans1D4" presStyleIdx="12" presStyleCnt="13"/>
      <dgm:spPr/>
    </dgm:pt>
    <dgm:pt modelId="{9C37660D-49AF-463D-9A82-B57DF2F9EBCB}" type="pres">
      <dgm:prSet presAssocID="{8BC85C18-7D12-481D-B9B8-ED6A6AEAD023}" presName="Name21" presStyleCnt="0"/>
      <dgm:spPr/>
    </dgm:pt>
    <dgm:pt modelId="{8C161BC8-7535-410E-82EA-BF43C437C91D}" type="pres">
      <dgm:prSet presAssocID="{8BC85C18-7D12-481D-B9B8-ED6A6AEAD023}" presName="level2Shape" presStyleLbl="node4" presStyleIdx="12" presStyleCnt="13" custLinFactY="90329" custLinFactNeighborY="100000"/>
      <dgm:spPr/>
    </dgm:pt>
    <dgm:pt modelId="{B5C561C0-E4F7-4DB9-8FAB-36479834DC97}" type="pres">
      <dgm:prSet presAssocID="{8BC85C18-7D12-481D-B9B8-ED6A6AEAD023}" presName="hierChild3" presStyleCnt="0"/>
      <dgm:spPr/>
    </dgm:pt>
    <dgm:pt modelId="{325F9425-100E-47E8-B439-DC70B8E03D8A}" type="pres">
      <dgm:prSet presAssocID="{619996A8-B27E-485A-89DE-B829A5F15FE9}" presName="bgShapesFlow" presStyleCnt="0"/>
      <dgm:spPr/>
    </dgm:pt>
  </dgm:ptLst>
  <dgm:cxnLst>
    <dgm:cxn modelId="{E07CB608-8F37-499E-A426-FD8E5E93FE8E}" srcId="{A55CBDEE-45BA-4C71-BBB2-FF1D9BB0A4DE}" destId="{8BC85C18-7D12-481D-B9B8-ED6A6AEAD023}" srcOrd="0" destOrd="0" parTransId="{15485868-CFAA-4EDD-97D3-D1D3305D4DC0}" sibTransId="{5456744C-1BD6-44F4-B983-D625227439DA}"/>
    <dgm:cxn modelId="{0E01A20D-538A-43C1-AE1A-005953C5ECF2}" type="presOf" srcId="{21C3578F-A1DD-4DC7-80F4-ACFDA6036408}" destId="{96E86E3C-DB4E-4974-BC6C-081C346968AA}" srcOrd="0" destOrd="0" presId="urn:microsoft.com/office/officeart/2005/8/layout/hierarchy6"/>
    <dgm:cxn modelId="{AED9C210-BE7B-4EF7-A0B4-7B032241E7FF}" type="presOf" srcId="{A2BB7D03-23E3-4233-902D-7B59772D944D}" destId="{469635AB-CEF8-4A75-A481-1A8EEE6F4B95}" srcOrd="0" destOrd="0" presId="urn:microsoft.com/office/officeart/2005/8/layout/hierarchy6"/>
    <dgm:cxn modelId="{B736C217-1FB6-4767-875B-BEC58ABF5BB0}" type="presOf" srcId="{84264CEE-991D-416D-B235-C3E6D60DE421}" destId="{285D208F-78AE-4BE3-B5E3-0DD4DF78EA85}" srcOrd="0" destOrd="0" presId="urn:microsoft.com/office/officeart/2005/8/layout/hierarchy6"/>
    <dgm:cxn modelId="{70BB2219-036C-4FBE-8B05-4F1919ADBF09}" type="presOf" srcId="{0DD35C28-6EA9-4F56-BF7D-CABD0F1A57CF}" destId="{50F0B181-411F-4F06-8FF4-06F04C8A9AE5}" srcOrd="0" destOrd="0" presId="urn:microsoft.com/office/officeart/2005/8/layout/hierarchy6"/>
    <dgm:cxn modelId="{471F6B1A-1B13-4EF8-8DC1-B0241E714C72}" type="presOf" srcId="{7891BB5A-DA25-46F1-8A32-E83B2445DF34}" destId="{BFFA7763-9353-46F3-BB1C-B94390278A5F}" srcOrd="0" destOrd="0" presId="urn:microsoft.com/office/officeart/2005/8/layout/hierarchy6"/>
    <dgm:cxn modelId="{045E651C-D42C-4922-9197-165494807F77}" type="presOf" srcId="{A5C15E05-BE46-4C54-B0B5-D32F89584C23}" destId="{EC5A51E6-84C3-4970-8CE5-F9608192E762}" srcOrd="0" destOrd="0" presId="urn:microsoft.com/office/officeart/2005/8/layout/hierarchy6"/>
    <dgm:cxn modelId="{96DA6120-8B72-419B-AB28-9CF1C85C5DEE}" type="presOf" srcId="{A55CBDEE-45BA-4C71-BBB2-FF1D9BB0A4DE}" destId="{F5694382-2575-43A3-993E-3876AEB96F8C}" srcOrd="0" destOrd="0" presId="urn:microsoft.com/office/officeart/2005/8/layout/hierarchy6"/>
    <dgm:cxn modelId="{E6780427-C74E-4E09-B41B-5BCA9F40207C}" srcId="{BC641C92-2A71-4AA8-AE93-D0023CDA3747}" destId="{042433F3-4E8F-4003-BAB9-E229B02D5E35}" srcOrd="1" destOrd="0" parTransId="{6C2E7740-90DB-4388-B75A-86E64CE08A99}" sibTransId="{5FC175A4-A36D-4210-B744-A30F574FA17B}"/>
    <dgm:cxn modelId="{F9833C27-EF3B-4DF5-85BE-6F6FF08424E5}" type="presOf" srcId="{8EDA12C0-3167-4CEF-AC03-20E0DA0B3F57}" destId="{ABF98A21-64DC-4421-8187-1FA62531EAC5}" srcOrd="0" destOrd="0" presId="urn:microsoft.com/office/officeart/2005/8/layout/hierarchy6"/>
    <dgm:cxn modelId="{C7E23428-E8A9-4A62-A024-5DDC177490C3}" srcId="{76D54002-42A0-4DB0-A51D-17FA7AA30B69}" destId="{72F6561E-DA06-400E-BA39-FE491E3FED60}" srcOrd="0" destOrd="0" parTransId="{21C3578F-A1DD-4DC7-80F4-ACFDA6036408}" sibTransId="{8F2E50C6-2141-4A32-A74D-9612E663D563}"/>
    <dgm:cxn modelId="{E68BD52E-F9BA-4348-9D64-47B1937EA97E}" type="presOf" srcId="{3C6E430F-359E-4019-8204-7C4628357612}" destId="{04EC2B26-9F56-4CBA-BE06-DE6F144D4EF7}" srcOrd="0" destOrd="0" presId="urn:microsoft.com/office/officeart/2005/8/layout/hierarchy6"/>
    <dgm:cxn modelId="{B724243A-0827-44E1-99F3-4F6833A7A5F4}" type="presOf" srcId="{619996A8-B27E-485A-89DE-B829A5F15FE9}" destId="{81E2C9DC-92F3-485E-9937-66DA93A91AA1}" srcOrd="0" destOrd="0" presId="urn:microsoft.com/office/officeart/2005/8/layout/hierarchy6"/>
    <dgm:cxn modelId="{3BD0DE3D-406E-49D8-BBE3-C960717D9BC7}" type="presOf" srcId="{6C2E7740-90DB-4388-B75A-86E64CE08A99}" destId="{A31A0F7F-AA2B-4DF5-8DD3-CF447E518AD1}" srcOrd="0" destOrd="0" presId="urn:microsoft.com/office/officeart/2005/8/layout/hierarchy6"/>
    <dgm:cxn modelId="{3BE8343E-0093-4430-BCCB-26FC31A92720}" type="presOf" srcId="{EE730F84-B128-4F7E-951B-3B0FA6B1C683}" destId="{67FF2426-B7B6-4C5D-B90F-C0752E5A4C72}" srcOrd="0" destOrd="0" presId="urn:microsoft.com/office/officeart/2005/8/layout/hierarchy6"/>
    <dgm:cxn modelId="{9E502960-319B-4218-86CB-C84E49C35E2B}" type="presOf" srcId="{281AE90F-58EE-406A-87C8-4E26FA76311E}" destId="{1F57736E-83F9-436C-AB71-0CF838AC3EB2}" srcOrd="0" destOrd="0" presId="urn:microsoft.com/office/officeart/2005/8/layout/hierarchy6"/>
    <dgm:cxn modelId="{60FB8D64-E597-48C8-AFB6-DFD804227F0F}" type="presOf" srcId="{751F548D-4B62-42F6-A64E-68C556D09C2C}" destId="{FDC1B5B2-FD9B-4AE4-8945-F087A8DC8EB8}" srcOrd="0" destOrd="0" presId="urn:microsoft.com/office/officeart/2005/8/layout/hierarchy6"/>
    <dgm:cxn modelId="{A7374267-A0A1-49E2-8831-175D7CAF8CCB}" type="presOf" srcId="{B1F6CE64-AD06-4BDA-89DF-A9B231864DCF}" destId="{6C68C92E-39B9-4C82-AB02-50795D1C1866}" srcOrd="0" destOrd="0" presId="urn:microsoft.com/office/officeart/2005/8/layout/hierarchy6"/>
    <dgm:cxn modelId="{A3F95D69-00A2-4B79-A3F9-C8545065484B}" type="presOf" srcId="{2F5FF9C7-FBFC-4B13-AEA3-27C606643369}" destId="{D48F2F78-0EED-4DB1-8C44-0EB215BA907A}" srcOrd="0" destOrd="0" presId="urn:microsoft.com/office/officeart/2005/8/layout/hierarchy6"/>
    <dgm:cxn modelId="{A35C446E-20AF-4123-898F-F1B764E3CBE6}" type="presOf" srcId="{46AC0048-E7FE-455F-BCF2-D77C3C72B6F2}" destId="{17CC8EC9-BF60-4D20-AB5C-CB22423A12F9}" srcOrd="0" destOrd="0" presId="urn:microsoft.com/office/officeart/2005/8/layout/hierarchy6"/>
    <dgm:cxn modelId="{489C816F-AC62-4301-B9E6-828A6F92D088}" srcId="{281AE90F-58EE-406A-87C8-4E26FA76311E}" destId="{3C6E430F-359E-4019-8204-7C4628357612}" srcOrd="0" destOrd="0" parTransId="{F0F9A8FD-7BAF-4473-99A0-50AD30E55A44}" sibTransId="{4F975A01-2F77-44F0-BE99-CB91E3517692}"/>
    <dgm:cxn modelId="{AB400052-3BD7-489B-8DD3-1AB7B76806AE}" srcId="{1624F485-EE14-43C0-8E7B-3E7E6401D2C3}" destId="{5AA4FD96-206A-45E9-92E7-1F6232F7DD60}" srcOrd="0" destOrd="0" parTransId="{A5C15E05-BE46-4C54-B0B5-D32F89584C23}" sibTransId="{4407F708-D3C1-4BA7-94CF-E9C4425F2287}"/>
    <dgm:cxn modelId="{8560427D-F265-4BC9-A1F9-FFD64D264C8E}" type="presOf" srcId="{72F6561E-DA06-400E-BA39-FE491E3FED60}" destId="{6D7AC87D-45F2-4503-8752-ACB71A238606}" srcOrd="0" destOrd="0" presId="urn:microsoft.com/office/officeart/2005/8/layout/hierarchy6"/>
    <dgm:cxn modelId="{DFD41083-3650-4FCF-A247-82729CBB33BB}" type="presOf" srcId="{06143FDB-0B64-45E5-922F-79DA57655CA0}" destId="{A4927DC4-99AC-4C4F-B624-7322C75D1B11}" srcOrd="0" destOrd="0" presId="urn:microsoft.com/office/officeart/2005/8/layout/hierarchy6"/>
    <dgm:cxn modelId="{ACD75984-B069-4A33-98D3-27C1DD45C6A0}" srcId="{3C6E430F-359E-4019-8204-7C4628357612}" destId="{CB716188-A402-4EF7-BECC-0C1597A23816}" srcOrd="1" destOrd="0" parTransId="{A2BB7D03-23E3-4233-902D-7B59772D944D}" sibTransId="{B713A48E-DEF9-4A6D-A061-56429B796FD5}"/>
    <dgm:cxn modelId="{D8E9D186-3FDA-4E17-A2A9-22AEC2E61FF9}" type="presOf" srcId="{7C460232-A3AE-4F99-9D98-9B09C557965A}" destId="{A647FCF8-135C-44C0-AE70-E9757517870C}" srcOrd="0" destOrd="0" presId="urn:microsoft.com/office/officeart/2005/8/layout/hierarchy6"/>
    <dgm:cxn modelId="{CF88798B-7ED6-4236-AEE6-C73CD90C2EFC}" type="presOf" srcId="{2997FCC4-0E13-4917-A431-33405B476831}" destId="{22A37BE5-9713-4CE7-B850-62F9AD9B2360}" srcOrd="0" destOrd="0" presId="urn:microsoft.com/office/officeart/2005/8/layout/hierarchy6"/>
    <dgm:cxn modelId="{F0673D8E-2470-467E-8893-342BE61AE1E4}" type="presOf" srcId="{CB716188-A402-4EF7-BECC-0C1597A23816}" destId="{44B9B8E5-9439-4CB2-87B0-6B8C853513AA}" srcOrd="0" destOrd="0" presId="urn:microsoft.com/office/officeart/2005/8/layout/hierarchy6"/>
    <dgm:cxn modelId="{4271948F-FDD7-44ED-82A6-E6B5CA2DD766}" srcId="{BC641C92-2A71-4AA8-AE93-D0023CDA3747}" destId="{1624F485-EE14-43C0-8E7B-3E7E6401D2C3}" srcOrd="0" destOrd="0" parTransId="{84264CEE-991D-416D-B235-C3E6D60DE421}" sibTransId="{2814AF37-0736-4BA1-AC4C-57DAA561622A}"/>
    <dgm:cxn modelId="{1B2EFC8F-ECB9-470B-AB2C-155BDDB66319}" type="presOf" srcId="{8BC85C18-7D12-481D-B9B8-ED6A6AEAD023}" destId="{8C161BC8-7535-410E-82EA-BF43C437C91D}" srcOrd="0" destOrd="0" presId="urn:microsoft.com/office/officeart/2005/8/layout/hierarchy6"/>
    <dgm:cxn modelId="{C1BBC690-EFAC-49CC-B155-C3C322082CD0}" type="presOf" srcId="{15485868-CFAA-4EDD-97D3-D1D3305D4DC0}" destId="{0BE5B7DA-D59D-4A49-990C-CDC0EE2137B4}" srcOrd="0" destOrd="0" presId="urn:microsoft.com/office/officeart/2005/8/layout/hierarchy6"/>
    <dgm:cxn modelId="{E1297898-5AA5-4DAB-A892-821DD6CE4413}" srcId="{CB716188-A402-4EF7-BECC-0C1597A23816}" destId="{76D54002-42A0-4DB0-A51D-17FA7AA30B69}" srcOrd="1" destOrd="0" parTransId="{06143FDB-0B64-45E5-922F-79DA57655CA0}" sibTransId="{E0A43BD0-B6F6-49B0-AADA-B2EF0509C274}"/>
    <dgm:cxn modelId="{DACD94A3-D79A-4B4A-9221-A6C9F753469F}" srcId="{EE730F84-B128-4F7E-951B-3B0FA6B1C683}" destId="{647E34BD-CC2D-41C2-A0A8-4486C374EEF4}" srcOrd="0" destOrd="0" parTransId="{7C460232-A3AE-4F99-9D98-9B09C557965A}" sibTransId="{AE2891C0-0035-4E59-BC07-B6145C5D11AD}"/>
    <dgm:cxn modelId="{71F823A5-E1F5-4C46-A7D9-BEF67EE13E82}" srcId="{3C6E430F-359E-4019-8204-7C4628357612}" destId="{46AC0048-E7FE-455F-BCF2-D77C3C72B6F2}" srcOrd="0" destOrd="0" parTransId="{0DD35C28-6EA9-4F56-BF7D-CABD0F1A57CF}" sibTransId="{440287EB-176C-4145-8F2C-2670E6868A85}"/>
    <dgm:cxn modelId="{ECBD24A5-F61E-4CF3-B92E-D9B2B5E5ACEA}" type="presOf" srcId="{BC641C92-2A71-4AA8-AE93-D0023CDA3747}" destId="{4749BA73-F0BF-485F-A6D0-BAD5029FDFB5}" srcOrd="0" destOrd="0" presId="urn:microsoft.com/office/officeart/2005/8/layout/hierarchy6"/>
    <dgm:cxn modelId="{DB6FCDAB-898F-44AA-8615-AC0DC121EDE7}" type="presOf" srcId="{5AA4FD96-206A-45E9-92E7-1F6232F7DD60}" destId="{F7E3A1FA-8166-43BD-B8A0-ABA3A46D2DDA}" srcOrd="0" destOrd="0" presId="urn:microsoft.com/office/officeart/2005/8/layout/hierarchy6"/>
    <dgm:cxn modelId="{46D501BB-4914-410A-B15E-CC9E2FE643B9}" type="presOf" srcId="{647E34BD-CC2D-41C2-A0A8-4486C374EEF4}" destId="{5C5D26F8-72A3-4EA9-9A79-86F61292521C}" srcOrd="0" destOrd="0" presId="urn:microsoft.com/office/officeart/2005/8/layout/hierarchy6"/>
    <dgm:cxn modelId="{38C218C8-C7BF-4B83-B0E0-A8BAC0283E91}" type="presOf" srcId="{C276956D-52FC-4431-A30D-DF2B3508502B}" destId="{516FFB21-241F-4BE5-B3A4-446DA36EFA27}" srcOrd="0" destOrd="0" presId="urn:microsoft.com/office/officeart/2005/8/layout/hierarchy6"/>
    <dgm:cxn modelId="{766628C9-97EA-4028-BB28-ECC915624D4E}" type="presOf" srcId="{1B22746C-BFE9-486B-9CC6-C0623B1F7DE9}" destId="{346A26B1-4154-48F4-B0C1-BE88845E4D67}" srcOrd="0" destOrd="0" presId="urn:microsoft.com/office/officeart/2005/8/layout/hierarchy6"/>
    <dgm:cxn modelId="{3B7EF0CC-60F7-4E79-B9BF-221CD7ED7707}" srcId="{46AC0048-E7FE-455F-BCF2-D77C3C72B6F2}" destId="{BC641C92-2A71-4AA8-AE93-D0023CDA3747}" srcOrd="0" destOrd="0" parTransId="{751F548D-4B62-42F6-A64E-68C556D09C2C}" sibTransId="{A038BABA-E168-4931-A19E-C0EEF954DA1E}"/>
    <dgm:cxn modelId="{C9E4E5CE-E48C-4796-9922-8F51C842E26B}" type="presOf" srcId="{042433F3-4E8F-4003-BAB9-E229B02D5E35}" destId="{A814F662-BB78-4F56-9A51-54EEDB94D96E}" srcOrd="0" destOrd="0" presId="urn:microsoft.com/office/officeart/2005/8/layout/hierarchy6"/>
    <dgm:cxn modelId="{1CFC13CF-7A20-4FD3-88E1-E578475C8AC7}" type="presOf" srcId="{76D54002-42A0-4DB0-A51D-17FA7AA30B69}" destId="{92981218-5AFA-447C-A3BD-85D3CC83CBE1}" srcOrd="0" destOrd="0" presId="urn:microsoft.com/office/officeart/2005/8/layout/hierarchy6"/>
    <dgm:cxn modelId="{CCFF80CF-0C87-487C-9FF0-C7AED77DC689}" type="presOf" srcId="{F0F9A8FD-7BAF-4473-99A0-50AD30E55A44}" destId="{4716B355-F34D-464C-BCC1-FE8FD371DF33}" srcOrd="0" destOrd="0" presId="urn:microsoft.com/office/officeart/2005/8/layout/hierarchy6"/>
    <dgm:cxn modelId="{F1B2DCD3-0B8F-445F-B08A-6C4521C66D68}" srcId="{042433F3-4E8F-4003-BAB9-E229B02D5E35}" destId="{2997FCC4-0E13-4917-A431-33405B476831}" srcOrd="0" destOrd="0" parTransId="{CD9A046F-6E0E-4994-A5F0-77B7E319BA28}" sibTransId="{0CCC592E-56AE-4BFB-B927-2DAEFFF10683}"/>
    <dgm:cxn modelId="{DD8B66D4-14D0-414F-856E-E3BA31085B5D}" srcId="{72F6561E-DA06-400E-BA39-FE491E3FED60}" destId="{7891BB5A-DA25-46F1-8A32-E83B2445DF34}" srcOrd="0" destOrd="0" parTransId="{2F5FF9C7-FBFC-4B13-AEA3-27C606643369}" sibTransId="{1F749897-B912-4A9B-B381-888172B02B24}"/>
    <dgm:cxn modelId="{5245BBDA-710F-493A-BC7C-4C66A59FF6D4}" type="presOf" srcId="{1624F485-EE14-43C0-8E7B-3E7E6401D2C3}" destId="{3D6F0572-825D-4838-A47B-5B8EF207B333}" srcOrd="0" destOrd="0" presId="urn:microsoft.com/office/officeart/2005/8/layout/hierarchy6"/>
    <dgm:cxn modelId="{FE8AB9DC-6579-41D7-B52A-A2C8E4F7BD90}" srcId="{619996A8-B27E-485A-89DE-B829A5F15FE9}" destId="{281AE90F-58EE-406A-87C8-4E26FA76311E}" srcOrd="0" destOrd="0" parTransId="{D99C8BD1-7E93-4DDC-96B1-0857E2BFF077}" sibTransId="{D2E392E8-0BF0-47A4-A464-9521F962825A}"/>
    <dgm:cxn modelId="{49AF07EC-F2B1-4334-84AF-44940684A3E8}" type="presOf" srcId="{CD9A046F-6E0E-4994-A5F0-77B7E319BA28}" destId="{27E68A12-39E1-4EB1-8DF8-D60DC38DC118}" srcOrd="0" destOrd="0" presId="urn:microsoft.com/office/officeart/2005/8/layout/hierarchy6"/>
    <dgm:cxn modelId="{5C502DED-B51F-4CE9-9C37-5AAEEF0CDD9A}" srcId="{76D54002-42A0-4DB0-A51D-17FA7AA30B69}" destId="{A55CBDEE-45BA-4C71-BBB2-FF1D9BB0A4DE}" srcOrd="1" destOrd="0" parTransId="{B1F6CE64-AD06-4BDA-89DF-A9B231864DCF}" sibTransId="{7CB675C5-5AA3-4CA4-9D21-64951C45B2F1}"/>
    <dgm:cxn modelId="{BCE693F3-B8A0-46C0-AEFE-91D12F46F2CB}" srcId="{CB716188-A402-4EF7-BECC-0C1597A23816}" destId="{EE730F84-B128-4F7E-951B-3B0FA6B1C683}" srcOrd="0" destOrd="0" parTransId="{C276956D-52FC-4431-A30D-DF2B3508502B}" sibTransId="{89157D49-58FA-442C-9139-E85326581576}"/>
    <dgm:cxn modelId="{DE9C05FF-05FD-40DD-BC84-D7ABCD754887}" srcId="{647E34BD-CC2D-41C2-A0A8-4486C374EEF4}" destId="{8EDA12C0-3167-4CEF-AC03-20E0DA0B3F57}" srcOrd="0" destOrd="0" parTransId="{1B22746C-BFE9-486B-9CC6-C0623B1F7DE9}" sibTransId="{319279B4-B10D-49EF-9378-94C49387BE2B}"/>
    <dgm:cxn modelId="{EC98954F-E9A7-4201-8C51-3FEC2A66152B}" type="presParOf" srcId="{81E2C9DC-92F3-485E-9937-66DA93A91AA1}" destId="{9E0E20AA-948E-4F02-A7B0-19978F3EE64F}" srcOrd="0" destOrd="0" presId="urn:microsoft.com/office/officeart/2005/8/layout/hierarchy6"/>
    <dgm:cxn modelId="{6AD43E43-8EA6-4091-84ED-1108C4F9CC85}" type="presParOf" srcId="{9E0E20AA-948E-4F02-A7B0-19978F3EE64F}" destId="{4B53D7D4-8D0A-467F-AC1B-B808F494E2B7}" srcOrd="0" destOrd="0" presId="urn:microsoft.com/office/officeart/2005/8/layout/hierarchy6"/>
    <dgm:cxn modelId="{37C0C919-7E56-4E83-843B-1EC3626616BD}" type="presParOf" srcId="{4B53D7D4-8D0A-467F-AC1B-B808F494E2B7}" destId="{F6C6B03B-F7B3-485B-9868-65DA42BF6E5B}" srcOrd="0" destOrd="0" presId="urn:microsoft.com/office/officeart/2005/8/layout/hierarchy6"/>
    <dgm:cxn modelId="{E9B2B265-C964-4E76-AE97-1FF0A0AF8B66}" type="presParOf" srcId="{F6C6B03B-F7B3-485B-9868-65DA42BF6E5B}" destId="{1F57736E-83F9-436C-AB71-0CF838AC3EB2}" srcOrd="0" destOrd="0" presId="urn:microsoft.com/office/officeart/2005/8/layout/hierarchy6"/>
    <dgm:cxn modelId="{00A7A903-4CAB-4792-B9BE-C71BD0AD9B72}" type="presParOf" srcId="{F6C6B03B-F7B3-485B-9868-65DA42BF6E5B}" destId="{CCB26D1F-96C6-4B5E-914A-4C0CD156672C}" srcOrd="1" destOrd="0" presId="urn:microsoft.com/office/officeart/2005/8/layout/hierarchy6"/>
    <dgm:cxn modelId="{9ABBADD7-4C94-4426-A269-875FCC6EA345}" type="presParOf" srcId="{CCB26D1F-96C6-4B5E-914A-4C0CD156672C}" destId="{4716B355-F34D-464C-BCC1-FE8FD371DF33}" srcOrd="0" destOrd="0" presId="urn:microsoft.com/office/officeart/2005/8/layout/hierarchy6"/>
    <dgm:cxn modelId="{79DE50B3-5937-485A-91F3-D274A5448080}" type="presParOf" srcId="{CCB26D1F-96C6-4B5E-914A-4C0CD156672C}" destId="{6A98D53B-CBF3-4023-8FF5-7D10C4F3360D}" srcOrd="1" destOrd="0" presId="urn:microsoft.com/office/officeart/2005/8/layout/hierarchy6"/>
    <dgm:cxn modelId="{7ABB0C4B-7AA9-4A41-91C0-A1A3CE9E304D}" type="presParOf" srcId="{6A98D53B-CBF3-4023-8FF5-7D10C4F3360D}" destId="{04EC2B26-9F56-4CBA-BE06-DE6F144D4EF7}" srcOrd="0" destOrd="0" presId="urn:microsoft.com/office/officeart/2005/8/layout/hierarchy6"/>
    <dgm:cxn modelId="{D1530BE7-6F62-4193-9D23-A741E566E29D}" type="presParOf" srcId="{6A98D53B-CBF3-4023-8FF5-7D10C4F3360D}" destId="{83B34C4D-81AD-48B6-A84B-2E361C276DAB}" srcOrd="1" destOrd="0" presId="urn:microsoft.com/office/officeart/2005/8/layout/hierarchy6"/>
    <dgm:cxn modelId="{F7A683F6-1F2B-480A-9BDA-F135B82D36F2}" type="presParOf" srcId="{83B34C4D-81AD-48B6-A84B-2E361C276DAB}" destId="{50F0B181-411F-4F06-8FF4-06F04C8A9AE5}" srcOrd="0" destOrd="0" presId="urn:microsoft.com/office/officeart/2005/8/layout/hierarchy6"/>
    <dgm:cxn modelId="{C12EA6DC-B46E-4532-BB7D-5AFA4FA549B8}" type="presParOf" srcId="{83B34C4D-81AD-48B6-A84B-2E361C276DAB}" destId="{D8698837-8BF8-4C45-86BC-D3497A3084C4}" srcOrd="1" destOrd="0" presId="urn:microsoft.com/office/officeart/2005/8/layout/hierarchy6"/>
    <dgm:cxn modelId="{C2E7D6F9-CC29-432F-B6B5-885F611AA61E}" type="presParOf" srcId="{D8698837-8BF8-4C45-86BC-D3497A3084C4}" destId="{17CC8EC9-BF60-4D20-AB5C-CB22423A12F9}" srcOrd="0" destOrd="0" presId="urn:microsoft.com/office/officeart/2005/8/layout/hierarchy6"/>
    <dgm:cxn modelId="{F0EF45C0-EC25-4CFB-AF32-F9ABA4D60DB2}" type="presParOf" srcId="{D8698837-8BF8-4C45-86BC-D3497A3084C4}" destId="{0C3F849A-B22C-4EB7-9AF9-82F9F0296609}" srcOrd="1" destOrd="0" presId="urn:microsoft.com/office/officeart/2005/8/layout/hierarchy6"/>
    <dgm:cxn modelId="{304625D0-AAEB-463F-BE36-AF60F859F8D7}" type="presParOf" srcId="{0C3F849A-B22C-4EB7-9AF9-82F9F0296609}" destId="{FDC1B5B2-FD9B-4AE4-8945-F087A8DC8EB8}" srcOrd="0" destOrd="0" presId="urn:microsoft.com/office/officeart/2005/8/layout/hierarchy6"/>
    <dgm:cxn modelId="{5F24D88D-1A68-4379-B9BF-475E790F01D3}" type="presParOf" srcId="{0C3F849A-B22C-4EB7-9AF9-82F9F0296609}" destId="{37BDD6D0-C129-4BAC-B44A-5AD37F63CB24}" srcOrd="1" destOrd="0" presId="urn:microsoft.com/office/officeart/2005/8/layout/hierarchy6"/>
    <dgm:cxn modelId="{845A6927-C0A2-485E-B160-525D53F0188B}" type="presParOf" srcId="{37BDD6D0-C129-4BAC-B44A-5AD37F63CB24}" destId="{4749BA73-F0BF-485F-A6D0-BAD5029FDFB5}" srcOrd="0" destOrd="0" presId="urn:microsoft.com/office/officeart/2005/8/layout/hierarchy6"/>
    <dgm:cxn modelId="{682ACDC0-484A-49C2-92BD-A522C8BA9540}" type="presParOf" srcId="{37BDD6D0-C129-4BAC-B44A-5AD37F63CB24}" destId="{1D255E6C-4672-4E58-8CE6-9F4B57BC51D0}" srcOrd="1" destOrd="0" presId="urn:microsoft.com/office/officeart/2005/8/layout/hierarchy6"/>
    <dgm:cxn modelId="{89BB8F43-A414-44F3-869C-0547E4088D10}" type="presParOf" srcId="{1D255E6C-4672-4E58-8CE6-9F4B57BC51D0}" destId="{285D208F-78AE-4BE3-B5E3-0DD4DF78EA85}" srcOrd="0" destOrd="0" presId="urn:microsoft.com/office/officeart/2005/8/layout/hierarchy6"/>
    <dgm:cxn modelId="{73BBCFBC-5BD2-43F6-9E4F-B037F19ACC0A}" type="presParOf" srcId="{1D255E6C-4672-4E58-8CE6-9F4B57BC51D0}" destId="{DA52A3CC-CFF1-4D95-B91C-A87A1BB9EC35}" srcOrd="1" destOrd="0" presId="urn:microsoft.com/office/officeart/2005/8/layout/hierarchy6"/>
    <dgm:cxn modelId="{B83FE8A4-C01B-4C94-A058-18FBE1823BE4}" type="presParOf" srcId="{DA52A3CC-CFF1-4D95-B91C-A87A1BB9EC35}" destId="{3D6F0572-825D-4838-A47B-5B8EF207B333}" srcOrd="0" destOrd="0" presId="urn:microsoft.com/office/officeart/2005/8/layout/hierarchy6"/>
    <dgm:cxn modelId="{948567CA-EBCE-48B6-9649-8AA1686317E8}" type="presParOf" srcId="{DA52A3CC-CFF1-4D95-B91C-A87A1BB9EC35}" destId="{C784F108-0CB9-4745-8739-9817D6BB1C3D}" srcOrd="1" destOrd="0" presId="urn:microsoft.com/office/officeart/2005/8/layout/hierarchy6"/>
    <dgm:cxn modelId="{AC0CF521-7D14-4C35-AE93-B98ED2ADDF7C}" type="presParOf" srcId="{C784F108-0CB9-4745-8739-9817D6BB1C3D}" destId="{EC5A51E6-84C3-4970-8CE5-F9608192E762}" srcOrd="0" destOrd="0" presId="urn:microsoft.com/office/officeart/2005/8/layout/hierarchy6"/>
    <dgm:cxn modelId="{5AC0FA1D-A5A0-4404-A090-FA7F560E1F7C}" type="presParOf" srcId="{C784F108-0CB9-4745-8739-9817D6BB1C3D}" destId="{2202C054-C3E3-479B-83EE-7D251AC3E7D8}" srcOrd="1" destOrd="0" presId="urn:microsoft.com/office/officeart/2005/8/layout/hierarchy6"/>
    <dgm:cxn modelId="{F1085319-D093-4471-96D7-ED34B63B973F}" type="presParOf" srcId="{2202C054-C3E3-479B-83EE-7D251AC3E7D8}" destId="{F7E3A1FA-8166-43BD-B8A0-ABA3A46D2DDA}" srcOrd="0" destOrd="0" presId="urn:microsoft.com/office/officeart/2005/8/layout/hierarchy6"/>
    <dgm:cxn modelId="{E78813EF-532C-4CBC-9687-BE81B14C2CC1}" type="presParOf" srcId="{2202C054-C3E3-479B-83EE-7D251AC3E7D8}" destId="{B14161F9-A851-4168-9F23-3AFF6082CE62}" srcOrd="1" destOrd="0" presId="urn:microsoft.com/office/officeart/2005/8/layout/hierarchy6"/>
    <dgm:cxn modelId="{7F1B7FC1-80E2-4D15-8560-A45AE8B4D6BB}" type="presParOf" srcId="{1D255E6C-4672-4E58-8CE6-9F4B57BC51D0}" destId="{A31A0F7F-AA2B-4DF5-8DD3-CF447E518AD1}" srcOrd="2" destOrd="0" presId="urn:microsoft.com/office/officeart/2005/8/layout/hierarchy6"/>
    <dgm:cxn modelId="{B576BB81-0767-4199-B486-DC2B7C95552F}" type="presParOf" srcId="{1D255E6C-4672-4E58-8CE6-9F4B57BC51D0}" destId="{60FDFA61-C2FD-46F1-A64E-18A8643F332B}" srcOrd="3" destOrd="0" presId="urn:microsoft.com/office/officeart/2005/8/layout/hierarchy6"/>
    <dgm:cxn modelId="{8CA2B5B9-D36F-48B8-8C99-021F11648925}" type="presParOf" srcId="{60FDFA61-C2FD-46F1-A64E-18A8643F332B}" destId="{A814F662-BB78-4F56-9A51-54EEDB94D96E}" srcOrd="0" destOrd="0" presId="urn:microsoft.com/office/officeart/2005/8/layout/hierarchy6"/>
    <dgm:cxn modelId="{E8FCFA37-5055-4A67-92FA-3598FBF38E84}" type="presParOf" srcId="{60FDFA61-C2FD-46F1-A64E-18A8643F332B}" destId="{A5AE7020-6B09-458A-B327-D28A14B9BE42}" srcOrd="1" destOrd="0" presId="urn:microsoft.com/office/officeart/2005/8/layout/hierarchy6"/>
    <dgm:cxn modelId="{DCC936ED-EE09-48CE-90F9-2543D2797E89}" type="presParOf" srcId="{A5AE7020-6B09-458A-B327-D28A14B9BE42}" destId="{27E68A12-39E1-4EB1-8DF8-D60DC38DC118}" srcOrd="0" destOrd="0" presId="urn:microsoft.com/office/officeart/2005/8/layout/hierarchy6"/>
    <dgm:cxn modelId="{133B29CC-8F5A-4028-9E41-B6E053CD79BC}" type="presParOf" srcId="{A5AE7020-6B09-458A-B327-D28A14B9BE42}" destId="{AB8918B3-7066-4711-BA88-098103DF0568}" srcOrd="1" destOrd="0" presId="urn:microsoft.com/office/officeart/2005/8/layout/hierarchy6"/>
    <dgm:cxn modelId="{852CCF74-0313-44B0-B7AE-E247522A6659}" type="presParOf" srcId="{AB8918B3-7066-4711-BA88-098103DF0568}" destId="{22A37BE5-9713-4CE7-B850-62F9AD9B2360}" srcOrd="0" destOrd="0" presId="urn:microsoft.com/office/officeart/2005/8/layout/hierarchy6"/>
    <dgm:cxn modelId="{234FBB4C-C92E-4854-B9ED-AEFDE3255474}" type="presParOf" srcId="{AB8918B3-7066-4711-BA88-098103DF0568}" destId="{81828944-8E33-4B92-9F26-8A89293AC1CB}" srcOrd="1" destOrd="0" presId="urn:microsoft.com/office/officeart/2005/8/layout/hierarchy6"/>
    <dgm:cxn modelId="{B4185F41-ABBA-464B-BD5A-BC7C26BC0BB7}" type="presParOf" srcId="{83B34C4D-81AD-48B6-A84B-2E361C276DAB}" destId="{469635AB-CEF8-4A75-A481-1A8EEE6F4B95}" srcOrd="2" destOrd="0" presId="urn:microsoft.com/office/officeart/2005/8/layout/hierarchy6"/>
    <dgm:cxn modelId="{EB442FCD-78B5-468F-9ABA-C237825D157A}" type="presParOf" srcId="{83B34C4D-81AD-48B6-A84B-2E361C276DAB}" destId="{B9A9DA5F-F419-42AC-A5AE-B6CD3C15B7F7}" srcOrd="3" destOrd="0" presId="urn:microsoft.com/office/officeart/2005/8/layout/hierarchy6"/>
    <dgm:cxn modelId="{6A07054F-9381-40CE-B7F2-049B4995BF28}" type="presParOf" srcId="{B9A9DA5F-F419-42AC-A5AE-B6CD3C15B7F7}" destId="{44B9B8E5-9439-4CB2-87B0-6B8C853513AA}" srcOrd="0" destOrd="0" presId="urn:microsoft.com/office/officeart/2005/8/layout/hierarchy6"/>
    <dgm:cxn modelId="{09FA0EE7-14C1-47CB-85AB-41982CE0890D}" type="presParOf" srcId="{B9A9DA5F-F419-42AC-A5AE-B6CD3C15B7F7}" destId="{558CA9CD-A218-4591-8179-43376736D612}" srcOrd="1" destOrd="0" presId="urn:microsoft.com/office/officeart/2005/8/layout/hierarchy6"/>
    <dgm:cxn modelId="{12AB0B73-1880-4BF7-9C22-9161BCEAE2FA}" type="presParOf" srcId="{558CA9CD-A218-4591-8179-43376736D612}" destId="{516FFB21-241F-4BE5-B3A4-446DA36EFA27}" srcOrd="0" destOrd="0" presId="urn:microsoft.com/office/officeart/2005/8/layout/hierarchy6"/>
    <dgm:cxn modelId="{F224CDD7-F4B8-4C8E-9223-3F09BEF66237}" type="presParOf" srcId="{558CA9CD-A218-4591-8179-43376736D612}" destId="{157E76CC-C2E5-4869-850D-9FE01E24D309}" srcOrd="1" destOrd="0" presId="urn:microsoft.com/office/officeart/2005/8/layout/hierarchy6"/>
    <dgm:cxn modelId="{2A4B6904-FBDE-43C1-9651-89083A7EA532}" type="presParOf" srcId="{157E76CC-C2E5-4869-850D-9FE01E24D309}" destId="{67FF2426-B7B6-4C5D-B90F-C0752E5A4C72}" srcOrd="0" destOrd="0" presId="urn:microsoft.com/office/officeart/2005/8/layout/hierarchy6"/>
    <dgm:cxn modelId="{75717F3A-6D4B-43A6-9F34-714CD4A031EC}" type="presParOf" srcId="{157E76CC-C2E5-4869-850D-9FE01E24D309}" destId="{15B2C182-2718-442D-A894-1C1FBE668E93}" srcOrd="1" destOrd="0" presId="urn:microsoft.com/office/officeart/2005/8/layout/hierarchy6"/>
    <dgm:cxn modelId="{DC037DAC-CF1C-438F-A110-4841540AA06F}" type="presParOf" srcId="{15B2C182-2718-442D-A894-1C1FBE668E93}" destId="{A647FCF8-135C-44C0-AE70-E9757517870C}" srcOrd="0" destOrd="0" presId="urn:microsoft.com/office/officeart/2005/8/layout/hierarchy6"/>
    <dgm:cxn modelId="{957B2396-8B35-499F-B349-233960A9E4D2}" type="presParOf" srcId="{15B2C182-2718-442D-A894-1C1FBE668E93}" destId="{77234B34-C857-4B0A-8C3F-6A1F8CE1265C}" srcOrd="1" destOrd="0" presId="urn:microsoft.com/office/officeart/2005/8/layout/hierarchy6"/>
    <dgm:cxn modelId="{B735801C-15A0-46CD-A383-3A7D15FA04C5}" type="presParOf" srcId="{77234B34-C857-4B0A-8C3F-6A1F8CE1265C}" destId="{5C5D26F8-72A3-4EA9-9A79-86F61292521C}" srcOrd="0" destOrd="0" presId="urn:microsoft.com/office/officeart/2005/8/layout/hierarchy6"/>
    <dgm:cxn modelId="{78E9E920-D179-4425-A241-8554692E3D88}" type="presParOf" srcId="{77234B34-C857-4B0A-8C3F-6A1F8CE1265C}" destId="{5F8B22D0-32C5-4A03-98BE-87EB8AEBCE31}" srcOrd="1" destOrd="0" presId="urn:microsoft.com/office/officeart/2005/8/layout/hierarchy6"/>
    <dgm:cxn modelId="{97D021CB-DFBC-4F4B-B9C6-35856F3D3DE3}" type="presParOf" srcId="{5F8B22D0-32C5-4A03-98BE-87EB8AEBCE31}" destId="{346A26B1-4154-48F4-B0C1-BE88845E4D67}" srcOrd="0" destOrd="0" presId="urn:microsoft.com/office/officeart/2005/8/layout/hierarchy6"/>
    <dgm:cxn modelId="{6B969519-C658-4B4A-9ACA-8722C6C19C9A}" type="presParOf" srcId="{5F8B22D0-32C5-4A03-98BE-87EB8AEBCE31}" destId="{6E69C4FB-5922-4ED5-B8CB-888A768AD21E}" srcOrd="1" destOrd="0" presId="urn:microsoft.com/office/officeart/2005/8/layout/hierarchy6"/>
    <dgm:cxn modelId="{65254BF8-CEE0-4FF1-905A-D5E4DE1C309F}" type="presParOf" srcId="{6E69C4FB-5922-4ED5-B8CB-888A768AD21E}" destId="{ABF98A21-64DC-4421-8187-1FA62531EAC5}" srcOrd="0" destOrd="0" presId="urn:microsoft.com/office/officeart/2005/8/layout/hierarchy6"/>
    <dgm:cxn modelId="{4DA7BFCC-7B69-4B4D-9F6F-B40D805D54A0}" type="presParOf" srcId="{6E69C4FB-5922-4ED5-B8CB-888A768AD21E}" destId="{0AC1712C-B3E4-459F-BF13-7B4FBDD36D30}" srcOrd="1" destOrd="0" presId="urn:microsoft.com/office/officeart/2005/8/layout/hierarchy6"/>
    <dgm:cxn modelId="{FAAF17AB-2A74-4425-A5CC-2BE0BB099C1B}" type="presParOf" srcId="{558CA9CD-A218-4591-8179-43376736D612}" destId="{A4927DC4-99AC-4C4F-B624-7322C75D1B11}" srcOrd="2" destOrd="0" presId="urn:microsoft.com/office/officeart/2005/8/layout/hierarchy6"/>
    <dgm:cxn modelId="{3F21C945-A4D4-47F5-8535-ADE0F624257D}" type="presParOf" srcId="{558CA9CD-A218-4591-8179-43376736D612}" destId="{3F0564D3-A4A6-4DAF-A06D-EF52268EEB25}" srcOrd="3" destOrd="0" presId="urn:microsoft.com/office/officeart/2005/8/layout/hierarchy6"/>
    <dgm:cxn modelId="{53E6B081-C3F4-473C-9986-545110D43326}" type="presParOf" srcId="{3F0564D3-A4A6-4DAF-A06D-EF52268EEB25}" destId="{92981218-5AFA-447C-A3BD-85D3CC83CBE1}" srcOrd="0" destOrd="0" presId="urn:microsoft.com/office/officeart/2005/8/layout/hierarchy6"/>
    <dgm:cxn modelId="{0F901F02-554C-4432-A9C8-6B51FDF8F6BD}" type="presParOf" srcId="{3F0564D3-A4A6-4DAF-A06D-EF52268EEB25}" destId="{BF3869C1-622A-4916-9F95-0E0DEE978C16}" srcOrd="1" destOrd="0" presId="urn:microsoft.com/office/officeart/2005/8/layout/hierarchy6"/>
    <dgm:cxn modelId="{4F0A9EC8-21F5-450F-8AF2-A4CAFBBC8EF2}" type="presParOf" srcId="{BF3869C1-622A-4916-9F95-0E0DEE978C16}" destId="{96E86E3C-DB4E-4974-BC6C-081C346968AA}" srcOrd="0" destOrd="0" presId="urn:microsoft.com/office/officeart/2005/8/layout/hierarchy6"/>
    <dgm:cxn modelId="{DD94953E-C461-4821-918A-9CE1C896ACBA}" type="presParOf" srcId="{BF3869C1-622A-4916-9F95-0E0DEE978C16}" destId="{6AA2B428-3E28-4D4F-AACA-3A0CAD1173EA}" srcOrd="1" destOrd="0" presId="urn:microsoft.com/office/officeart/2005/8/layout/hierarchy6"/>
    <dgm:cxn modelId="{3AEB72B1-78CA-451B-B5A6-EB39334B8516}" type="presParOf" srcId="{6AA2B428-3E28-4D4F-AACA-3A0CAD1173EA}" destId="{6D7AC87D-45F2-4503-8752-ACB71A238606}" srcOrd="0" destOrd="0" presId="urn:microsoft.com/office/officeart/2005/8/layout/hierarchy6"/>
    <dgm:cxn modelId="{BFC3F5FF-DD50-4745-9627-88352B5E4257}" type="presParOf" srcId="{6AA2B428-3E28-4D4F-AACA-3A0CAD1173EA}" destId="{8C4A1559-CE8D-4D14-A963-A8516CFCCF35}" srcOrd="1" destOrd="0" presId="urn:microsoft.com/office/officeart/2005/8/layout/hierarchy6"/>
    <dgm:cxn modelId="{6E6ABFBD-7243-4238-9123-2E3D9C6D39C8}" type="presParOf" srcId="{8C4A1559-CE8D-4D14-A963-A8516CFCCF35}" destId="{D48F2F78-0EED-4DB1-8C44-0EB215BA907A}" srcOrd="0" destOrd="0" presId="urn:microsoft.com/office/officeart/2005/8/layout/hierarchy6"/>
    <dgm:cxn modelId="{52A5F618-6366-4793-8374-E9995A5C4BB7}" type="presParOf" srcId="{8C4A1559-CE8D-4D14-A963-A8516CFCCF35}" destId="{0A5790A5-FDC7-4175-BFED-AE8B2C451E5F}" srcOrd="1" destOrd="0" presId="urn:microsoft.com/office/officeart/2005/8/layout/hierarchy6"/>
    <dgm:cxn modelId="{C5DC332D-F3DC-4240-8357-8BC3A33DF2AC}" type="presParOf" srcId="{0A5790A5-FDC7-4175-BFED-AE8B2C451E5F}" destId="{BFFA7763-9353-46F3-BB1C-B94390278A5F}" srcOrd="0" destOrd="0" presId="urn:microsoft.com/office/officeart/2005/8/layout/hierarchy6"/>
    <dgm:cxn modelId="{DEAB77DB-98A2-4544-A1EC-1C0F70F9CA52}" type="presParOf" srcId="{0A5790A5-FDC7-4175-BFED-AE8B2C451E5F}" destId="{93D025F1-C881-43C8-B6DF-0C4C2947D631}" srcOrd="1" destOrd="0" presId="urn:microsoft.com/office/officeart/2005/8/layout/hierarchy6"/>
    <dgm:cxn modelId="{E8614CB2-0F16-4389-8DCD-F5597DD7E285}" type="presParOf" srcId="{BF3869C1-622A-4916-9F95-0E0DEE978C16}" destId="{6C68C92E-39B9-4C82-AB02-50795D1C1866}" srcOrd="2" destOrd="0" presId="urn:microsoft.com/office/officeart/2005/8/layout/hierarchy6"/>
    <dgm:cxn modelId="{AFC071B7-0761-40D5-BFFC-04FE961EC2D6}" type="presParOf" srcId="{BF3869C1-622A-4916-9F95-0E0DEE978C16}" destId="{90C6D661-4C6F-41F0-831F-49262955AFC2}" srcOrd="3" destOrd="0" presId="urn:microsoft.com/office/officeart/2005/8/layout/hierarchy6"/>
    <dgm:cxn modelId="{618F6BB5-5F07-48D2-B3FF-7E276E512A8F}" type="presParOf" srcId="{90C6D661-4C6F-41F0-831F-49262955AFC2}" destId="{F5694382-2575-43A3-993E-3876AEB96F8C}" srcOrd="0" destOrd="0" presId="urn:microsoft.com/office/officeart/2005/8/layout/hierarchy6"/>
    <dgm:cxn modelId="{EABCD77F-4718-4591-BC96-39FF9CE64B29}" type="presParOf" srcId="{90C6D661-4C6F-41F0-831F-49262955AFC2}" destId="{724FC380-772F-472E-AA33-10F885B58D5F}" srcOrd="1" destOrd="0" presId="urn:microsoft.com/office/officeart/2005/8/layout/hierarchy6"/>
    <dgm:cxn modelId="{D7422D24-978B-4D2D-BA4D-503F58E5BC84}" type="presParOf" srcId="{724FC380-772F-472E-AA33-10F885B58D5F}" destId="{0BE5B7DA-D59D-4A49-990C-CDC0EE2137B4}" srcOrd="0" destOrd="0" presId="urn:microsoft.com/office/officeart/2005/8/layout/hierarchy6"/>
    <dgm:cxn modelId="{3B97578B-2F45-44AD-9C16-4AF0290D4101}" type="presParOf" srcId="{724FC380-772F-472E-AA33-10F885B58D5F}" destId="{9C37660D-49AF-463D-9A82-B57DF2F9EBCB}" srcOrd="1" destOrd="0" presId="urn:microsoft.com/office/officeart/2005/8/layout/hierarchy6"/>
    <dgm:cxn modelId="{C29F696B-321D-4B9A-8C3F-DDDCEA3D29A8}" type="presParOf" srcId="{9C37660D-49AF-463D-9A82-B57DF2F9EBCB}" destId="{8C161BC8-7535-410E-82EA-BF43C437C91D}" srcOrd="0" destOrd="0" presId="urn:microsoft.com/office/officeart/2005/8/layout/hierarchy6"/>
    <dgm:cxn modelId="{1898A4A9-CC63-4F08-9165-37F2B762BDC2}" type="presParOf" srcId="{9C37660D-49AF-463D-9A82-B57DF2F9EBCB}" destId="{B5C561C0-E4F7-4DB9-8FAB-36479834DC97}" srcOrd="1" destOrd="0" presId="urn:microsoft.com/office/officeart/2005/8/layout/hierarchy6"/>
    <dgm:cxn modelId="{C651139E-D68B-416C-8B20-ABF461A71315}" type="presParOf" srcId="{81E2C9DC-92F3-485E-9937-66DA93A91AA1}" destId="{325F9425-100E-47E8-B439-DC70B8E03D8A}" srcOrd="1" destOrd="0" presId="urn:microsoft.com/office/officeart/2005/8/layout/hierarchy6"/>
  </dgm:cxnLst>
  <dgm:bg>
    <a:noFill/>
  </dgm:bg>
  <dgm:whole>
    <a:ln>
      <a:noFill/>
    </a:ln>
  </dgm:whole>
  <dgm:extLst>
    <a:ext uri="http://schemas.microsoft.com/office/drawing/2008/diagram">
      <dsp:dataModelExt xmlns:dsp="http://schemas.microsoft.com/office/drawing/2008/diagram" relId="rId10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F57736E-83F9-436C-AB71-0CF838AC3EB2}">
      <dsp:nvSpPr>
        <dsp:cNvPr id="0" name=""/>
        <dsp:cNvSpPr/>
      </dsp:nvSpPr>
      <dsp:spPr>
        <a:xfrm>
          <a:off x="1188141" y="1090016"/>
          <a:ext cx="634789" cy="384720"/>
        </a:xfrm>
        <a:prstGeom prst="roundRect">
          <a:avLst>
            <a:gd name="adj" fmla="val 10000"/>
          </a:avLst>
        </a:prstGeom>
        <a:noFill/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14:m xmlns:a14="http://schemas.microsoft.com/office/drawing/2010/main">
            <m:oMathPara xmlns:m="http://schemas.openxmlformats.org/officeDocument/2006/math">
              <m:oMathParaPr>
                <m:jc m:val="centerGroup"/>
              </m:oMathParaPr>
              <m:oMath xmlns:m="http://schemas.openxmlformats.org/officeDocument/2006/math">
                <m:d>
                  <m:dPr>
                    <m:begChr m:val="⟨"/>
                    <m:endChr m:val="⟩"/>
                    <m:ctrlPr>
                      <a:rPr lang="en-US" sz="1400" i="1" kern="1200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</m:ctrlPr>
                  </m:dPr>
                  <m:e>
                    <m:sSub>
                      <m:sSubPr>
                        <m:ctrlPr>
                          <a:rPr lang="en-US" sz="1400" b="0" i="1" kern="120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b="0" i="1" kern="120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sz="1400" b="0" i="1" kern="120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sz="1400" b="0" i="1" kern="1200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1400" b="0" i="1" kern="1200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0</m:t>
                    </m:r>
                  </m:e>
                </m:d>
              </m:oMath>
            </m:oMathPara>
          </a14:m>
          <a:endParaRPr lang="en-US" sz="1400" kern="1200"/>
        </a:p>
      </dsp:txBody>
      <dsp:txXfrm>
        <a:off x="1199409" y="1101284"/>
        <a:ext cx="612253" cy="362184"/>
      </dsp:txXfrm>
    </dsp:sp>
    <dsp:sp modelId="{4716B355-F34D-464C-BCC1-FE8FD371DF33}">
      <dsp:nvSpPr>
        <dsp:cNvPr id="0" name=""/>
        <dsp:cNvSpPr/>
      </dsp:nvSpPr>
      <dsp:spPr>
        <a:xfrm>
          <a:off x="1459815" y="1474737"/>
          <a:ext cx="91440" cy="230086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115043"/>
              </a:lnTo>
              <a:lnTo>
                <a:pt x="49557" y="115043"/>
              </a:lnTo>
              <a:lnTo>
                <a:pt x="49557" y="230086"/>
              </a:lnTo>
            </a:path>
          </a:pathLst>
        </a:custGeom>
        <a:noFill/>
        <a:ln w="19050" cap="flat" cmpd="sng" algn="ctr">
          <a:solidFill>
            <a:schemeClr val="accent1">
              <a:lumMod val="75000"/>
            </a:schemeClr>
          </a:solidFill>
          <a:prstDash val="solid"/>
          <a:headEnd type="none" w="med" len="med"/>
          <a:tailEnd type="triangle" w="med" len="med"/>
        </a:ln>
        <a:effectLst/>
        <a:scene3d>
          <a:camera prst="orthographicFront"/>
          <a:lightRig rig="flat" dir="t"/>
        </a:scene3d>
        <a:sp3d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4EC2B26-9F56-4CBA-BE06-DE6F144D4EF7}">
      <dsp:nvSpPr>
        <dsp:cNvPr id="0" name=""/>
        <dsp:cNvSpPr/>
      </dsp:nvSpPr>
      <dsp:spPr>
        <a:xfrm>
          <a:off x="1220832" y="1704823"/>
          <a:ext cx="577081" cy="384720"/>
        </a:xfrm>
        <a:prstGeom prst="roundRect">
          <a:avLst>
            <a:gd name="adj" fmla="val 10000"/>
          </a:avLst>
        </a:prstGeom>
        <a:noFill/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14:m xmlns:a14="http://schemas.microsoft.com/office/drawing/2010/main">
            <m:oMathPara xmlns:m="http://schemas.openxmlformats.org/officeDocument/2006/math">
              <m:oMathParaPr>
                <m:jc m:val="centerGroup"/>
              </m:oMathParaPr>
              <m:oMath xmlns:m="http://schemas.openxmlformats.org/officeDocument/2006/math">
                <m:d>
                  <m:dPr>
                    <m:begChr m:val="⟨"/>
                    <m:endChr m:val="⟩"/>
                    <m:ctrlPr>
                      <a:rPr lang="en-US" sz="1400" i="1" kern="120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</m:ctrlPr>
                  </m:dPr>
                  <m:e>
                    <m:sSub>
                      <m:sSubPr>
                        <m:ctrlPr>
                          <a:rPr lang="en-US" sz="1400" b="0" i="1" kern="120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b="0" i="1" kern="120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sz="1400" b="0" i="1" kern="120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1400" b="0" i="1" kern="120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1400" b="0" i="1" kern="120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1</m:t>
                    </m:r>
                  </m:e>
                </m:d>
              </m:oMath>
            </m:oMathPara>
          </a14:m>
          <a:endParaRPr lang="en-US" sz="1400" kern="1200"/>
        </a:p>
      </dsp:txBody>
      <dsp:txXfrm>
        <a:off x="1232100" y="1716091"/>
        <a:ext cx="554545" cy="362184"/>
      </dsp:txXfrm>
    </dsp:sp>
    <dsp:sp modelId="{50F0B181-411F-4F06-8FF4-06F04C8A9AE5}">
      <dsp:nvSpPr>
        <dsp:cNvPr id="0" name=""/>
        <dsp:cNvSpPr/>
      </dsp:nvSpPr>
      <dsp:spPr>
        <a:xfrm>
          <a:off x="665392" y="2089544"/>
          <a:ext cx="843981" cy="368354"/>
        </a:xfrm>
        <a:custGeom>
          <a:avLst/>
          <a:gdLst/>
          <a:ahLst/>
          <a:cxnLst/>
          <a:rect l="0" t="0" r="0" b="0"/>
          <a:pathLst>
            <a:path>
              <a:moveTo>
                <a:pt x="843981" y="0"/>
              </a:moveTo>
              <a:lnTo>
                <a:pt x="843981" y="184177"/>
              </a:lnTo>
              <a:lnTo>
                <a:pt x="0" y="184177"/>
              </a:lnTo>
              <a:lnTo>
                <a:pt x="0" y="368354"/>
              </a:lnTo>
            </a:path>
          </a:pathLst>
        </a:custGeom>
        <a:noFill/>
        <a:ln w="19050" cap="flat" cmpd="sng" algn="ctr">
          <a:solidFill>
            <a:schemeClr val="accent1">
              <a:lumMod val="75000"/>
            </a:schemeClr>
          </a:solidFill>
          <a:prstDash val="solid"/>
          <a:headEnd type="none" w="med" len="med"/>
          <a:tailEnd type="triangle" w="med" len="med"/>
        </a:ln>
        <a:effectLst/>
        <a:scene3d>
          <a:camera prst="orthographicFront"/>
          <a:lightRig rig="flat" dir="t"/>
        </a:scene3d>
        <a:sp3d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7CC8EC9-BF60-4D20-AB5C-CB22423A12F9}">
      <dsp:nvSpPr>
        <dsp:cNvPr id="0" name=""/>
        <dsp:cNvSpPr/>
      </dsp:nvSpPr>
      <dsp:spPr>
        <a:xfrm>
          <a:off x="376851" y="2457899"/>
          <a:ext cx="577081" cy="384720"/>
        </a:xfrm>
        <a:prstGeom prst="roundRect">
          <a:avLst>
            <a:gd name="adj" fmla="val 10000"/>
          </a:avLst>
        </a:prstGeom>
        <a:noFill/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14:m xmlns:a14="http://schemas.microsoft.com/office/drawing/2010/main">
            <m:oMathPara xmlns:m="http://schemas.openxmlformats.org/officeDocument/2006/math">
              <m:oMathParaPr>
                <m:jc m:val="centerGroup"/>
              </m:oMathParaPr>
              <m:oMath xmlns:m="http://schemas.openxmlformats.org/officeDocument/2006/math">
                <m:d>
                  <m:dPr>
                    <m:begChr m:val="⟨"/>
                    <m:endChr m:val="⟩"/>
                    <m:ctrlPr>
                      <a:rPr lang="en-US" sz="1400" i="1" kern="120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</m:ctrlPr>
                  </m:dPr>
                  <m:e>
                    <m:sSub>
                      <m:sSubPr>
                        <m:ctrlPr>
                          <a:rPr lang="en-US" sz="1400" b="0" i="1" kern="1200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b="0" i="1" kern="1200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sz="1400" b="0" i="1" kern="1200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1400" b="0" i="1" kern="120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1400" b="0" i="1" kern="120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2</m:t>
                    </m:r>
                  </m:e>
                </m:d>
              </m:oMath>
            </m:oMathPara>
          </a14:m>
          <a:endParaRPr lang="en-US" sz="1400" kern="1200"/>
        </a:p>
      </dsp:txBody>
      <dsp:txXfrm>
        <a:off x="388119" y="2469167"/>
        <a:ext cx="554545" cy="362184"/>
      </dsp:txXfrm>
    </dsp:sp>
    <dsp:sp modelId="{FDC1B5B2-FD9B-4AE4-8945-F087A8DC8EB8}">
      <dsp:nvSpPr>
        <dsp:cNvPr id="0" name=""/>
        <dsp:cNvSpPr/>
      </dsp:nvSpPr>
      <dsp:spPr>
        <a:xfrm>
          <a:off x="619672" y="2842620"/>
          <a:ext cx="91440" cy="377280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377280"/>
              </a:lnTo>
            </a:path>
          </a:pathLst>
        </a:custGeom>
        <a:noFill/>
        <a:ln w="19050" cap="flat" cmpd="sng" algn="ctr">
          <a:solidFill>
            <a:schemeClr val="accent1">
              <a:lumMod val="75000"/>
            </a:schemeClr>
          </a:solidFill>
          <a:prstDash val="solid"/>
          <a:headEnd type="none" w="med" len="med"/>
          <a:tailEnd type="triangle" w="med" len="med"/>
        </a:ln>
        <a:effectLst/>
        <a:scene3d>
          <a:camera prst="orthographicFront"/>
          <a:lightRig rig="flat" dir="t"/>
        </a:scene3d>
        <a:sp3d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749BA73-F0BF-485F-A6D0-BAD5029FDFB5}">
      <dsp:nvSpPr>
        <dsp:cNvPr id="0" name=""/>
        <dsp:cNvSpPr/>
      </dsp:nvSpPr>
      <dsp:spPr>
        <a:xfrm>
          <a:off x="376851" y="3219900"/>
          <a:ext cx="577081" cy="384720"/>
        </a:xfrm>
        <a:prstGeom prst="roundRect">
          <a:avLst>
            <a:gd name="adj" fmla="val 10000"/>
          </a:avLst>
        </a:prstGeom>
        <a:noFill/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14:m xmlns:a14="http://schemas.microsoft.com/office/drawing/2010/main">
            <m:oMathPara xmlns:m="http://schemas.openxmlformats.org/officeDocument/2006/math">
              <m:oMathParaPr>
                <m:jc m:val="centerGroup"/>
              </m:oMathParaPr>
              <m:oMath xmlns:m="http://schemas.openxmlformats.org/officeDocument/2006/math">
                <m:d>
                  <m:dPr>
                    <m:begChr m:val="⟨"/>
                    <m:endChr m:val="⟩"/>
                    <m:ctrlPr>
                      <a:rPr lang="en-US" sz="1400" i="1" kern="120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</m:ctrlPr>
                  </m:dPr>
                  <m:e>
                    <m:sSub>
                      <m:sSubPr>
                        <m:ctrlPr>
                          <a:rPr lang="en-US" sz="1400" b="0" i="1" kern="120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b="0" i="1" kern="120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sz="1400" b="0" i="1" kern="120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sz="1400" b="0" i="1" kern="120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1400" b="0" i="1" kern="120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3</m:t>
                    </m:r>
                  </m:e>
                </m:d>
              </m:oMath>
            </m:oMathPara>
          </a14:m>
          <a:endParaRPr lang="en-US" sz="1400" kern="1200"/>
        </a:p>
      </dsp:txBody>
      <dsp:txXfrm>
        <a:off x="388119" y="3231168"/>
        <a:ext cx="554545" cy="362184"/>
      </dsp:txXfrm>
    </dsp:sp>
    <dsp:sp modelId="{285D208F-78AE-4BE3-B5E3-0DD4DF78EA85}">
      <dsp:nvSpPr>
        <dsp:cNvPr id="0" name=""/>
        <dsp:cNvSpPr/>
      </dsp:nvSpPr>
      <dsp:spPr>
        <a:xfrm>
          <a:off x="290289" y="3604621"/>
          <a:ext cx="375102" cy="377276"/>
        </a:xfrm>
        <a:custGeom>
          <a:avLst/>
          <a:gdLst/>
          <a:ahLst/>
          <a:cxnLst/>
          <a:rect l="0" t="0" r="0" b="0"/>
          <a:pathLst>
            <a:path>
              <a:moveTo>
                <a:pt x="375102" y="0"/>
              </a:moveTo>
              <a:lnTo>
                <a:pt x="375102" y="188638"/>
              </a:lnTo>
              <a:lnTo>
                <a:pt x="0" y="188638"/>
              </a:lnTo>
              <a:lnTo>
                <a:pt x="0" y="377276"/>
              </a:lnTo>
            </a:path>
          </a:pathLst>
        </a:custGeom>
        <a:noFill/>
        <a:ln w="19050" cap="flat" cmpd="sng" algn="ctr">
          <a:solidFill>
            <a:schemeClr val="accent1">
              <a:lumMod val="75000"/>
            </a:schemeClr>
          </a:solidFill>
          <a:prstDash val="solid"/>
          <a:headEnd type="none" w="med" len="med"/>
          <a:tailEnd type="triangle" w="med" len="med"/>
        </a:ln>
        <a:effectLst/>
        <a:scene3d>
          <a:camera prst="orthographicFront"/>
          <a:lightRig rig="flat" dir="t"/>
        </a:scene3d>
        <a:sp3d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D6F0572-825D-4838-A47B-5B8EF207B333}">
      <dsp:nvSpPr>
        <dsp:cNvPr id="0" name=""/>
        <dsp:cNvSpPr/>
      </dsp:nvSpPr>
      <dsp:spPr>
        <a:xfrm>
          <a:off x="1748" y="3981897"/>
          <a:ext cx="577081" cy="384720"/>
        </a:xfrm>
        <a:prstGeom prst="roundRect">
          <a:avLst>
            <a:gd name="adj" fmla="val 10000"/>
          </a:avLst>
        </a:prstGeom>
        <a:noFill/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14:m xmlns:a14="http://schemas.microsoft.com/office/drawing/2010/main">
            <m:oMathPara xmlns:m="http://schemas.openxmlformats.org/officeDocument/2006/math">
              <m:oMathParaPr>
                <m:jc m:val="centerGroup"/>
              </m:oMathParaPr>
              <m:oMath xmlns:m="http://schemas.openxmlformats.org/officeDocument/2006/math">
                <m:d>
                  <m:dPr>
                    <m:begChr m:val="⟨"/>
                    <m:endChr m:val="⟩"/>
                    <m:ctrlPr>
                      <a:rPr lang="en-US" sz="1400" i="1" kern="120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</m:ctrlPr>
                  </m:dPr>
                  <m:e>
                    <m:sSub>
                      <m:sSubPr>
                        <m:ctrlPr>
                          <a:rPr lang="en-US" sz="1400" b="0" i="1" kern="1200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b="0" i="1" kern="1200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sz="1400" b="0" i="1" kern="1200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1400" b="0" i="1" kern="120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1400" b="0" i="1" kern="120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4</m:t>
                    </m:r>
                  </m:e>
                </m:d>
              </m:oMath>
            </m:oMathPara>
          </a14:m>
          <a:endParaRPr lang="en-US" sz="1400" kern="1200"/>
        </a:p>
      </dsp:txBody>
      <dsp:txXfrm>
        <a:off x="13016" y="3993165"/>
        <a:ext cx="554545" cy="362184"/>
      </dsp:txXfrm>
    </dsp:sp>
    <dsp:sp modelId="{EC5A51E6-84C3-4970-8CE5-F9608192E762}">
      <dsp:nvSpPr>
        <dsp:cNvPr id="0" name=""/>
        <dsp:cNvSpPr/>
      </dsp:nvSpPr>
      <dsp:spPr>
        <a:xfrm>
          <a:off x="244569" y="4366618"/>
          <a:ext cx="91440" cy="148679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148679"/>
              </a:lnTo>
            </a:path>
          </a:pathLst>
        </a:custGeom>
        <a:noFill/>
        <a:ln w="19050" cap="flat" cmpd="sng" algn="ctr">
          <a:solidFill>
            <a:schemeClr val="accent1">
              <a:lumMod val="75000"/>
            </a:schemeClr>
          </a:solidFill>
          <a:prstDash val="solid"/>
          <a:headEnd type="none" w="med" len="med"/>
          <a:tailEnd type="triangle" w="med" len="med"/>
        </a:ln>
        <a:effectLst/>
        <a:scene3d>
          <a:camera prst="orthographicFront"/>
          <a:lightRig rig="flat" dir="t"/>
        </a:scene3d>
        <a:sp3d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7E3A1FA-8166-43BD-B8A0-ABA3A46D2DDA}">
      <dsp:nvSpPr>
        <dsp:cNvPr id="0" name=""/>
        <dsp:cNvSpPr/>
      </dsp:nvSpPr>
      <dsp:spPr>
        <a:xfrm>
          <a:off x="1748" y="4515297"/>
          <a:ext cx="577081" cy="384720"/>
        </a:xfrm>
        <a:prstGeom prst="roundRect">
          <a:avLst>
            <a:gd name="adj" fmla="val 10000"/>
          </a:avLst>
        </a:prstGeom>
        <a:noFill/>
        <a:ln>
          <a:noFill/>
        </a:ln>
        <a:effectLst>
          <a:outerShdw blurRad="65500" dist="38100" dir="5400000" rotWithShape="0">
            <a:srgbClr val="000000">
              <a:alpha val="40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14:m xmlns:a14="http://schemas.microsoft.com/office/drawing/2010/main">
            <m:oMathPara xmlns:m="http://schemas.openxmlformats.org/officeDocument/2006/math">
              <m:oMathParaPr>
                <m:jc m:val="centerGroup"/>
              </m:oMathParaPr>
              <m:oMath xmlns:m="http://schemas.openxmlformats.org/officeDocument/2006/math">
                <m:r>
                  <a:rPr lang="en-US" sz="1400" b="0" i="1" kern="1200" smtClean="0">
                    <a:solidFill>
                      <a:schemeClr val="accent2"/>
                    </a:solidFill>
                    <a:latin typeface="Cambria Math" panose="02040503050406030204" pitchFamily="18" charset="0"/>
                  </a:rPr>
                  <m:t>⋮</m:t>
                </m:r>
              </m:oMath>
            </m:oMathPara>
          </a14:m>
          <a:endParaRPr lang="en-US" sz="1400" kern="1200">
            <a:solidFill>
              <a:schemeClr val="accent2"/>
            </a:solidFill>
          </a:endParaRPr>
        </a:p>
      </dsp:txBody>
      <dsp:txXfrm>
        <a:off x="13016" y="4526565"/>
        <a:ext cx="554545" cy="362184"/>
      </dsp:txXfrm>
    </dsp:sp>
    <dsp:sp modelId="{A31A0F7F-AA2B-4DF5-8DD3-CF447E518AD1}">
      <dsp:nvSpPr>
        <dsp:cNvPr id="0" name=""/>
        <dsp:cNvSpPr/>
      </dsp:nvSpPr>
      <dsp:spPr>
        <a:xfrm>
          <a:off x="665392" y="3604621"/>
          <a:ext cx="375102" cy="37727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88638"/>
              </a:lnTo>
              <a:lnTo>
                <a:pt x="375102" y="188638"/>
              </a:lnTo>
              <a:lnTo>
                <a:pt x="375102" y="377276"/>
              </a:lnTo>
            </a:path>
          </a:pathLst>
        </a:custGeom>
        <a:noFill/>
        <a:ln w="19050" cap="flat" cmpd="sng" algn="ctr">
          <a:solidFill>
            <a:schemeClr val="accent1">
              <a:lumMod val="75000"/>
            </a:schemeClr>
          </a:solidFill>
          <a:prstDash val="solid"/>
          <a:headEnd type="none" w="med" len="med"/>
          <a:tailEnd type="triangle" w="med" len="med"/>
        </a:ln>
        <a:effectLst/>
        <a:scene3d>
          <a:camera prst="orthographicFront"/>
          <a:lightRig rig="flat" dir="t"/>
        </a:scene3d>
        <a:sp3d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814F662-BB78-4F56-9A51-54EEDB94D96E}">
      <dsp:nvSpPr>
        <dsp:cNvPr id="0" name=""/>
        <dsp:cNvSpPr/>
      </dsp:nvSpPr>
      <dsp:spPr>
        <a:xfrm>
          <a:off x="751954" y="3981897"/>
          <a:ext cx="577081" cy="384720"/>
        </a:xfrm>
        <a:prstGeom prst="roundRect">
          <a:avLst>
            <a:gd name="adj" fmla="val 10000"/>
          </a:avLst>
        </a:prstGeom>
        <a:noFill/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14:m xmlns:a14="http://schemas.microsoft.com/office/drawing/2010/main">
            <m:oMathPara xmlns:m="http://schemas.openxmlformats.org/officeDocument/2006/math">
              <m:oMathParaPr>
                <m:jc m:val="centerGroup"/>
              </m:oMathParaPr>
              <m:oMath xmlns:m="http://schemas.openxmlformats.org/officeDocument/2006/math">
                <m:d>
                  <m:dPr>
                    <m:begChr m:val="⟨"/>
                    <m:endChr m:val="⟩"/>
                    <m:ctrlPr>
                      <a:rPr lang="en-US" sz="1400" i="1" kern="120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</m:ctrlPr>
                  </m:dPr>
                  <m:e>
                    <m:sSub>
                      <m:sSubPr>
                        <m:ctrlPr>
                          <a:rPr lang="en-US" sz="1400" b="0" i="1" kern="120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b="0" i="1" kern="120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sz="1400" b="0" i="1" kern="120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sz="1400" b="0" i="1" kern="120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1400" b="0" i="1" kern="120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4</m:t>
                    </m:r>
                  </m:e>
                </m:d>
              </m:oMath>
            </m:oMathPara>
          </a14:m>
          <a:endParaRPr lang="en-US" sz="1400" kern="1200"/>
        </a:p>
      </dsp:txBody>
      <dsp:txXfrm>
        <a:off x="763222" y="3993165"/>
        <a:ext cx="554545" cy="362184"/>
      </dsp:txXfrm>
    </dsp:sp>
    <dsp:sp modelId="{27E68A12-39E1-4EB1-8DF8-D60DC38DC118}">
      <dsp:nvSpPr>
        <dsp:cNvPr id="0" name=""/>
        <dsp:cNvSpPr/>
      </dsp:nvSpPr>
      <dsp:spPr>
        <a:xfrm>
          <a:off x="994774" y="4366618"/>
          <a:ext cx="91440" cy="148679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148679"/>
              </a:lnTo>
            </a:path>
          </a:pathLst>
        </a:custGeom>
        <a:noFill/>
        <a:ln w="19050" cap="flat" cmpd="sng" algn="ctr">
          <a:solidFill>
            <a:schemeClr val="accent1">
              <a:lumMod val="75000"/>
            </a:schemeClr>
          </a:solidFill>
          <a:prstDash val="solid"/>
          <a:headEnd type="none" w="med" len="med"/>
          <a:tailEnd type="triangle" w="med" len="med"/>
        </a:ln>
        <a:effectLst/>
        <a:scene3d>
          <a:camera prst="orthographicFront"/>
          <a:lightRig rig="flat" dir="t"/>
        </a:scene3d>
        <a:sp3d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2A37BE5-9713-4CE7-B850-62F9AD9B2360}">
      <dsp:nvSpPr>
        <dsp:cNvPr id="0" name=""/>
        <dsp:cNvSpPr/>
      </dsp:nvSpPr>
      <dsp:spPr>
        <a:xfrm>
          <a:off x="751954" y="4515297"/>
          <a:ext cx="577081" cy="384720"/>
        </a:xfrm>
        <a:prstGeom prst="roundRect">
          <a:avLst>
            <a:gd name="adj" fmla="val 10000"/>
          </a:avLst>
        </a:prstGeom>
        <a:noFill/>
        <a:ln>
          <a:noFill/>
        </a:ln>
        <a:effectLst>
          <a:outerShdw blurRad="65500" dist="38100" dir="5400000" rotWithShape="0">
            <a:srgbClr val="000000">
              <a:alpha val="40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14:m xmlns:a14="http://schemas.microsoft.com/office/drawing/2010/main">
            <m:oMathPara xmlns:m="http://schemas.openxmlformats.org/officeDocument/2006/math">
              <m:oMathParaPr>
                <m:jc m:val="centerGroup"/>
              </m:oMathParaPr>
              <m:oMath xmlns:m="http://schemas.openxmlformats.org/officeDocument/2006/math">
                <m:r>
                  <a:rPr lang="en-US" sz="1400" b="0" i="1" kern="1200" smtClean="0">
                    <a:solidFill>
                      <a:schemeClr val="accent2"/>
                    </a:solidFill>
                    <a:latin typeface="Cambria Math" panose="02040503050406030204" pitchFamily="18" charset="0"/>
                  </a:rPr>
                  <m:t>⋮</m:t>
                </m:r>
              </m:oMath>
            </m:oMathPara>
          </a14:m>
          <a:endParaRPr lang="en-US" sz="1400" kern="1200"/>
        </a:p>
      </dsp:txBody>
      <dsp:txXfrm>
        <a:off x="763222" y="4526565"/>
        <a:ext cx="554545" cy="362184"/>
      </dsp:txXfrm>
    </dsp:sp>
    <dsp:sp modelId="{469635AB-CEF8-4A75-A481-1A8EEE6F4B95}">
      <dsp:nvSpPr>
        <dsp:cNvPr id="0" name=""/>
        <dsp:cNvSpPr/>
      </dsp:nvSpPr>
      <dsp:spPr>
        <a:xfrm>
          <a:off x="1509373" y="2089544"/>
          <a:ext cx="843981" cy="36835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84177"/>
              </a:lnTo>
              <a:lnTo>
                <a:pt x="843981" y="184177"/>
              </a:lnTo>
              <a:lnTo>
                <a:pt x="843981" y="368354"/>
              </a:lnTo>
            </a:path>
          </a:pathLst>
        </a:custGeom>
        <a:noFill/>
        <a:ln w="19050" cap="flat" cmpd="sng" algn="ctr">
          <a:solidFill>
            <a:schemeClr val="accent1">
              <a:lumMod val="75000"/>
            </a:schemeClr>
          </a:solidFill>
          <a:prstDash val="solid"/>
          <a:headEnd type="none" w="med" len="med"/>
          <a:tailEnd type="triangle" w="med" len="med"/>
        </a:ln>
        <a:effectLst/>
        <a:scene3d>
          <a:camera prst="orthographicFront"/>
          <a:lightRig rig="flat" dir="t"/>
        </a:scene3d>
        <a:sp3d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4B9B8E5-9439-4CB2-87B0-6B8C853513AA}">
      <dsp:nvSpPr>
        <dsp:cNvPr id="0" name=""/>
        <dsp:cNvSpPr/>
      </dsp:nvSpPr>
      <dsp:spPr>
        <a:xfrm>
          <a:off x="2064814" y="2457899"/>
          <a:ext cx="577081" cy="384720"/>
        </a:xfrm>
        <a:prstGeom prst="roundRect">
          <a:avLst>
            <a:gd name="adj" fmla="val 10000"/>
          </a:avLst>
        </a:prstGeom>
        <a:noFill/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14:m xmlns:a14="http://schemas.microsoft.com/office/drawing/2010/main">
            <m:oMathPara xmlns:m="http://schemas.openxmlformats.org/officeDocument/2006/math">
              <m:oMathParaPr>
                <m:jc m:val="centerGroup"/>
              </m:oMathParaPr>
              <m:oMath xmlns:m="http://schemas.openxmlformats.org/officeDocument/2006/math">
                <m:d>
                  <m:dPr>
                    <m:begChr m:val="⟨"/>
                    <m:endChr m:val="⟩"/>
                    <m:ctrlPr>
                      <a:rPr lang="en-US" sz="1400" i="1" kern="120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</m:ctrlPr>
                  </m:dPr>
                  <m:e>
                    <m:sSub>
                      <m:sSubPr>
                        <m:ctrlPr>
                          <a:rPr lang="en-US" sz="1400" b="0" i="1" kern="120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b="0" i="1" kern="120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sz="1400" b="0" i="1" kern="120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sz="1400" b="0" i="1" kern="120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1400" b="0" i="1" kern="120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2</m:t>
                    </m:r>
                  </m:e>
                </m:d>
              </m:oMath>
            </m:oMathPara>
          </a14:m>
          <a:endParaRPr lang="en-US" sz="1400" kern="1200"/>
        </a:p>
      </dsp:txBody>
      <dsp:txXfrm>
        <a:off x="2076082" y="2469167"/>
        <a:ext cx="554545" cy="362184"/>
      </dsp:txXfrm>
    </dsp:sp>
    <dsp:sp modelId="{516FFB21-241F-4BE5-B3A4-446DA36EFA27}">
      <dsp:nvSpPr>
        <dsp:cNvPr id="0" name=""/>
        <dsp:cNvSpPr/>
      </dsp:nvSpPr>
      <dsp:spPr>
        <a:xfrm>
          <a:off x="1790700" y="2842620"/>
          <a:ext cx="562654" cy="377280"/>
        </a:xfrm>
        <a:custGeom>
          <a:avLst/>
          <a:gdLst/>
          <a:ahLst/>
          <a:cxnLst/>
          <a:rect l="0" t="0" r="0" b="0"/>
          <a:pathLst>
            <a:path>
              <a:moveTo>
                <a:pt x="562654" y="0"/>
              </a:moveTo>
              <a:lnTo>
                <a:pt x="562654" y="188640"/>
              </a:lnTo>
              <a:lnTo>
                <a:pt x="0" y="188640"/>
              </a:lnTo>
              <a:lnTo>
                <a:pt x="0" y="377280"/>
              </a:lnTo>
            </a:path>
          </a:pathLst>
        </a:custGeom>
        <a:noFill/>
        <a:ln w="19050" cap="flat" cmpd="sng" algn="ctr">
          <a:solidFill>
            <a:schemeClr val="accent1">
              <a:lumMod val="75000"/>
            </a:schemeClr>
          </a:solidFill>
          <a:prstDash val="solid"/>
          <a:headEnd type="none" w="med" len="med"/>
          <a:tailEnd type="triangle" w="med" len="med"/>
        </a:ln>
        <a:effectLst/>
        <a:scene3d>
          <a:camera prst="orthographicFront"/>
          <a:lightRig rig="flat" dir="t"/>
        </a:scene3d>
        <a:sp3d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7FF2426-B7B6-4C5D-B90F-C0752E5A4C72}">
      <dsp:nvSpPr>
        <dsp:cNvPr id="0" name=""/>
        <dsp:cNvSpPr/>
      </dsp:nvSpPr>
      <dsp:spPr>
        <a:xfrm>
          <a:off x="1502159" y="3219900"/>
          <a:ext cx="577081" cy="384720"/>
        </a:xfrm>
        <a:prstGeom prst="roundRect">
          <a:avLst>
            <a:gd name="adj" fmla="val 10000"/>
          </a:avLst>
        </a:prstGeom>
        <a:noFill/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14:m xmlns:a14="http://schemas.microsoft.com/office/drawing/2010/main">
            <m:oMathPara xmlns:m="http://schemas.openxmlformats.org/officeDocument/2006/math">
              <m:oMathParaPr>
                <m:jc m:val="centerGroup"/>
              </m:oMathParaPr>
              <m:oMath xmlns:m="http://schemas.openxmlformats.org/officeDocument/2006/math">
                <m:d>
                  <m:dPr>
                    <m:begChr m:val="⟨"/>
                    <m:endChr m:val="⟩"/>
                    <m:ctrlPr>
                      <a:rPr lang="en-US" sz="1400" i="1" kern="120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</m:ctrlPr>
                  </m:dPr>
                  <m:e>
                    <m:sSub>
                      <m:sSubPr>
                        <m:ctrlPr>
                          <a:rPr lang="en-US" sz="1400" b="0" i="1" kern="1200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b="0" i="1" kern="1200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sz="1400" b="0" i="1" kern="1200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1400" b="0" i="1" kern="120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1400" b="0" i="1" kern="120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3</m:t>
                    </m:r>
                  </m:e>
                </m:d>
              </m:oMath>
            </m:oMathPara>
          </a14:m>
          <a:endParaRPr lang="en-US" sz="1400" kern="1200"/>
        </a:p>
      </dsp:txBody>
      <dsp:txXfrm>
        <a:off x="1513427" y="3231168"/>
        <a:ext cx="554545" cy="362184"/>
      </dsp:txXfrm>
    </dsp:sp>
    <dsp:sp modelId="{A647FCF8-135C-44C0-AE70-E9757517870C}">
      <dsp:nvSpPr>
        <dsp:cNvPr id="0" name=""/>
        <dsp:cNvSpPr/>
      </dsp:nvSpPr>
      <dsp:spPr>
        <a:xfrm>
          <a:off x="1744980" y="3604621"/>
          <a:ext cx="91440" cy="377276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377276"/>
              </a:lnTo>
            </a:path>
          </a:pathLst>
        </a:custGeom>
        <a:noFill/>
        <a:ln w="19050" cap="flat" cmpd="sng" algn="ctr">
          <a:solidFill>
            <a:schemeClr val="accent1">
              <a:lumMod val="75000"/>
            </a:schemeClr>
          </a:solidFill>
          <a:prstDash val="solid"/>
          <a:headEnd type="none" w="med" len="med"/>
          <a:tailEnd type="triangle" w="med" len="med"/>
        </a:ln>
        <a:effectLst/>
        <a:scene3d>
          <a:camera prst="orthographicFront"/>
          <a:lightRig rig="flat" dir="t"/>
        </a:scene3d>
        <a:sp3d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C5D26F8-72A3-4EA9-9A79-86F61292521C}">
      <dsp:nvSpPr>
        <dsp:cNvPr id="0" name=""/>
        <dsp:cNvSpPr/>
      </dsp:nvSpPr>
      <dsp:spPr>
        <a:xfrm>
          <a:off x="1502159" y="3981897"/>
          <a:ext cx="577081" cy="384720"/>
        </a:xfrm>
        <a:prstGeom prst="roundRect">
          <a:avLst>
            <a:gd name="adj" fmla="val 10000"/>
          </a:avLst>
        </a:prstGeom>
        <a:noFill/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14:m xmlns:a14="http://schemas.microsoft.com/office/drawing/2010/main">
            <m:oMathPara xmlns:m="http://schemas.openxmlformats.org/officeDocument/2006/math">
              <m:oMathParaPr>
                <m:jc m:val="centerGroup"/>
              </m:oMathParaPr>
              <m:oMath xmlns:m="http://schemas.openxmlformats.org/officeDocument/2006/math">
                <m:d>
                  <m:dPr>
                    <m:begChr m:val="⟨"/>
                    <m:endChr m:val="⟩"/>
                    <m:ctrlPr>
                      <a:rPr lang="en-US" sz="1400" i="1" kern="120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</m:ctrlPr>
                  </m:dPr>
                  <m:e>
                    <m:sSub>
                      <m:sSubPr>
                        <m:ctrlPr>
                          <a:rPr lang="en-US" sz="1400" b="0" i="1" kern="120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b="0" i="1" kern="120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sz="1400" b="0" i="1" kern="120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sz="1400" b="0" i="1" kern="120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1400" b="0" i="1" kern="120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4</m:t>
                    </m:r>
                  </m:e>
                </m:d>
              </m:oMath>
            </m:oMathPara>
          </a14:m>
          <a:endParaRPr lang="en-US" sz="1400" kern="1200"/>
        </a:p>
      </dsp:txBody>
      <dsp:txXfrm>
        <a:off x="1513427" y="3993165"/>
        <a:ext cx="554545" cy="362184"/>
      </dsp:txXfrm>
    </dsp:sp>
    <dsp:sp modelId="{346A26B1-4154-48F4-B0C1-BE88845E4D67}">
      <dsp:nvSpPr>
        <dsp:cNvPr id="0" name=""/>
        <dsp:cNvSpPr/>
      </dsp:nvSpPr>
      <dsp:spPr>
        <a:xfrm>
          <a:off x="1744980" y="4366618"/>
          <a:ext cx="91440" cy="148679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148679"/>
              </a:lnTo>
            </a:path>
          </a:pathLst>
        </a:custGeom>
        <a:noFill/>
        <a:ln w="19050" cap="flat" cmpd="sng" algn="ctr">
          <a:solidFill>
            <a:schemeClr val="accent1">
              <a:lumMod val="75000"/>
            </a:schemeClr>
          </a:solidFill>
          <a:prstDash val="solid"/>
          <a:headEnd type="none" w="med" len="med"/>
          <a:tailEnd type="triangle" w="med" len="med"/>
        </a:ln>
        <a:effectLst/>
        <a:scene3d>
          <a:camera prst="orthographicFront"/>
          <a:lightRig rig="flat" dir="t"/>
        </a:scene3d>
        <a:sp3d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BF98A21-64DC-4421-8187-1FA62531EAC5}">
      <dsp:nvSpPr>
        <dsp:cNvPr id="0" name=""/>
        <dsp:cNvSpPr/>
      </dsp:nvSpPr>
      <dsp:spPr>
        <a:xfrm>
          <a:off x="1502159" y="4515297"/>
          <a:ext cx="577081" cy="384720"/>
        </a:xfrm>
        <a:prstGeom prst="roundRect">
          <a:avLst>
            <a:gd name="adj" fmla="val 10000"/>
          </a:avLst>
        </a:prstGeom>
        <a:noFill/>
        <a:ln>
          <a:noFill/>
        </a:ln>
        <a:effectLst>
          <a:outerShdw blurRad="65500" dist="38100" dir="5400000" rotWithShape="0">
            <a:srgbClr val="000000">
              <a:alpha val="40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14:m xmlns:a14="http://schemas.microsoft.com/office/drawing/2010/main">
            <m:oMathPara xmlns:m="http://schemas.openxmlformats.org/officeDocument/2006/math">
              <m:oMathParaPr>
                <m:jc m:val="centerGroup"/>
              </m:oMathParaPr>
              <m:oMath xmlns:m="http://schemas.openxmlformats.org/officeDocument/2006/math">
                <m:r>
                  <a:rPr lang="en-US" sz="1400" b="0" i="1" kern="1200" smtClean="0">
                    <a:solidFill>
                      <a:schemeClr val="accent2"/>
                    </a:solidFill>
                    <a:latin typeface="Cambria Math" panose="02040503050406030204" pitchFamily="18" charset="0"/>
                  </a:rPr>
                  <m:t>⋮</m:t>
                </m:r>
              </m:oMath>
            </m:oMathPara>
          </a14:m>
          <a:endParaRPr lang="en-US" sz="1400" kern="1200"/>
        </a:p>
      </dsp:txBody>
      <dsp:txXfrm>
        <a:off x="1513427" y="4526565"/>
        <a:ext cx="554545" cy="362184"/>
      </dsp:txXfrm>
    </dsp:sp>
    <dsp:sp modelId="{A4927DC4-99AC-4C4F-B624-7322C75D1B11}">
      <dsp:nvSpPr>
        <dsp:cNvPr id="0" name=""/>
        <dsp:cNvSpPr/>
      </dsp:nvSpPr>
      <dsp:spPr>
        <a:xfrm>
          <a:off x="2353354" y="2842620"/>
          <a:ext cx="562654" cy="37728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88640"/>
              </a:lnTo>
              <a:lnTo>
                <a:pt x="562654" y="188640"/>
              </a:lnTo>
              <a:lnTo>
                <a:pt x="562654" y="377280"/>
              </a:lnTo>
            </a:path>
          </a:pathLst>
        </a:custGeom>
        <a:noFill/>
        <a:ln w="19050" cap="flat" cmpd="sng" algn="ctr">
          <a:solidFill>
            <a:schemeClr val="accent1">
              <a:lumMod val="75000"/>
            </a:schemeClr>
          </a:solidFill>
          <a:prstDash val="solid"/>
          <a:headEnd type="none" w="med" len="med"/>
          <a:tailEnd type="triangle" w="med" len="med"/>
        </a:ln>
        <a:effectLst/>
        <a:scene3d>
          <a:camera prst="orthographicFront"/>
          <a:lightRig rig="flat" dir="t"/>
        </a:scene3d>
        <a:sp3d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2981218-5AFA-447C-A3BD-85D3CC83CBE1}">
      <dsp:nvSpPr>
        <dsp:cNvPr id="0" name=""/>
        <dsp:cNvSpPr/>
      </dsp:nvSpPr>
      <dsp:spPr>
        <a:xfrm>
          <a:off x="2627468" y="3219900"/>
          <a:ext cx="577081" cy="384720"/>
        </a:xfrm>
        <a:prstGeom prst="roundRect">
          <a:avLst>
            <a:gd name="adj" fmla="val 10000"/>
          </a:avLst>
        </a:prstGeom>
        <a:noFill/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14:m xmlns:a14="http://schemas.microsoft.com/office/drawing/2010/main">
            <m:oMathPara xmlns:m="http://schemas.openxmlformats.org/officeDocument/2006/math">
              <m:oMathParaPr>
                <m:jc m:val="centerGroup"/>
              </m:oMathParaPr>
              <m:oMath xmlns:m="http://schemas.openxmlformats.org/officeDocument/2006/math">
                <m:d>
                  <m:dPr>
                    <m:begChr m:val="⟨"/>
                    <m:endChr m:val="⟩"/>
                    <m:ctrlPr>
                      <a:rPr lang="en-US" sz="1400" i="1" kern="120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</m:ctrlPr>
                  </m:dPr>
                  <m:e>
                    <m:sSub>
                      <m:sSubPr>
                        <m:ctrlPr>
                          <a:rPr lang="en-US" sz="1400" b="0" i="1" kern="120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b="0" i="1" kern="120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sz="1400" b="0" i="1" kern="120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sz="1400" b="0" i="1" kern="120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1400" b="0" i="1" kern="120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3</m:t>
                    </m:r>
                  </m:e>
                </m:d>
              </m:oMath>
            </m:oMathPara>
          </a14:m>
          <a:endParaRPr lang="en-US" sz="1400" kern="1200"/>
        </a:p>
      </dsp:txBody>
      <dsp:txXfrm>
        <a:off x="2638736" y="3231168"/>
        <a:ext cx="554545" cy="362184"/>
      </dsp:txXfrm>
    </dsp:sp>
    <dsp:sp modelId="{96E86E3C-DB4E-4974-BC6C-081C346968AA}">
      <dsp:nvSpPr>
        <dsp:cNvPr id="0" name=""/>
        <dsp:cNvSpPr/>
      </dsp:nvSpPr>
      <dsp:spPr>
        <a:xfrm>
          <a:off x="2540906" y="3604621"/>
          <a:ext cx="375102" cy="377276"/>
        </a:xfrm>
        <a:custGeom>
          <a:avLst/>
          <a:gdLst/>
          <a:ahLst/>
          <a:cxnLst/>
          <a:rect l="0" t="0" r="0" b="0"/>
          <a:pathLst>
            <a:path>
              <a:moveTo>
                <a:pt x="375102" y="0"/>
              </a:moveTo>
              <a:lnTo>
                <a:pt x="375102" y="188638"/>
              </a:lnTo>
              <a:lnTo>
                <a:pt x="0" y="188638"/>
              </a:lnTo>
              <a:lnTo>
                <a:pt x="0" y="377276"/>
              </a:lnTo>
            </a:path>
          </a:pathLst>
        </a:custGeom>
        <a:noFill/>
        <a:ln w="19050" cap="flat" cmpd="sng" algn="ctr">
          <a:solidFill>
            <a:schemeClr val="accent1">
              <a:lumMod val="75000"/>
            </a:schemeClr>
          </a:solidFill>
          <a:prstDash val="solid"/>
          <a:headEnd type="none" w="med" len="med"/>
          <a:tailEnd type="triangle" w="med" len="med"/>
        </a:ln>
        <a:effectLst/>
        <a:scene3d>
          <a:camera prst="orthographicFront"/>
          <a:lightRig rig="flat" dir="t"/>
        </a:scene3d>
        <a:sp3d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D7AC87D-45F2-4503-8752-ACB71A238606}">
      <dsp:nvSpPr>
        <dsp:cNvPr id="0" name=""/>
        <dsp:cNvSpPr/>
      </dsp:nvSpPr>
      <dsp:spPr>
        <a:xfrm>
          <a:off x="2252365" y="3981897"/>
          <a:ext cx="577081" cy="384720"/>
        </a:xfrm>
        <a:prstGeom prst="roundRect">
          <a:avLst>
            <a:gd name="adj" fmla="val 10000"/>
          </a:avLst>
        </a:prstGeom>
        <a:noFill/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14:m xmlns:a14="http://schemas.microsoft.com/office/drawing/2010/main">
            <m:oMathPara xmlns:m="http://schemas.openxmlformats.org/officeDocument/2006/math">
              <m:oMathParaPr>
                <m:jc m:val="centerGroup"/>
              </m:oMathParaPr>
              <m:oMath xmlns:m="http://schemas.openxmlformats.org/officeDocument/2006/math">
                <m:d>
                  <m:dPr>
                    <m:begChr m:val="⟨"/>
                    <m:endChr m:val="⟩"/>
                    <m:ctrlPr>
                      <a:rPr lang="en-US" sz="1400" i="1" kern="120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</m:ctrlPr>
                  </m:dPr>
                  <m:e>
                    <m:sSub>
                      <m:sSubPr>
                        <m:ctrlPr>
                          <a:rPr lang="en-US" sz="1400" b="0" i="1" kern="1200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b="0" i="1" kern="1200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sz="1400" b="0" i="1" kern="1200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1400" b="0" i="1" kern="120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1400" b="0" i="1" kern="120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4</m:t>
                    </m:r>
                  </m:e>
                </m:d>
              </m:oMath>
            </m:oMathPara>
          </a14:m>
          <a:endParaRPr lang="en-US" sz="1400" kern="1200"/>
        </a:p>
      </dsp:txBody>
      <dsp:txXfrm>
        <a:off x="2263633" y="3993165"/>
        <a:ext cx="554545" cy="362184"/>
      </dsp:txXfrm>
    </dsp:sp>
    <dsp:sp modelId="{D48F2F78-0EED-4DB1-8C44-0EB215BA907A}">
      <dsp:nvSpPr>
        <dsp:cNvPr id="0" name=""/>
        <dsp:cNvSpPr/>
      </dsp:nvSpPr>
      <dsp:spPr>
        <a:xfrm>
          <a:off x="2495186" y="4366618"/>
          <a:ext cx="91440" cy="148679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148679"/>
              </a:lnTo>
            </a:path>
          </a:pathLst>
        </a:custGeom>
        <a:noFill/>
        <a:ln w="19050" cap="flat" cmpd="sng" algn="ctr">
          <a:solidFill>
            <a:schemeClr val="accent1">
              <a:lumMod val="75000"/>
            </a:schemeClr>
          </a:solidFill>
          <a:prstDash val="solid"/>
          <a:headEnd type="none" w="med" len="med"/>
          <a:tailEnd type="triangle" w="med" len="med"/>
        </a:ln>
        <a:effectLst/>
        <a:scene3d>
          <a:camera prst="orthographicFront"/>
          <a:lightRig rig="flat" dir="t"/>
        </a:scene3d>
        <a:sp3d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FFA7763-9353-46F3-BB1C-B94390278A5F}">
      <dsp:nvSpPr>
        <dsp:cNvPr id="0" name=""/>
        <dsp:cNvSpPr/>
      </dsp:nvSpPr>
      <dsp:spPr>
        <a:xfrm>
          <a:off x="2252365" y="4515297"/>
          <a:ext cx="577081" cy="384720"/>
        </a:xfrm>
        <a:prstGeom prst="roundRect">
          <a:avLst>
            <a:gd name="adj" fmla="val 10000"/>
          </a:avLst>
        </a:prstGeom>
        <a:noFill/>
        <a:ln>
          <a:noFill/>
        </a:ln>
        <a:effectLst>
          <a:outerShdw blurRad="65500" dist="38100" dir="5400000" rotWithShape="0">
            <a:srgbClr val="000000">
              <a:alpha val="40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14:m xmlns:a14="http://schemas.microsoft.com/office/drawing/2010/main">
            <m:oMathPara xmlns:m="http://schemas.openxmlformats.org/officeDocument/2006/math">
              <m:oMathParaPr>
                <m:jc m:val="centerGroup"/>
              </m:oMathParaPr>
              <m:oMath xmlns:m="http://schemas.openxmlformats.org/officeDocument/2006/math">
                <m:r>
                  <a:rPr lang="en-US" sz="1400" b="0" i="1" kern="1200" smtClean="0">
                    <a:solidFill>
                      <a:schemeClr val="accent2"/>
                    </a:solidFill>
                    <a:latin typeface="Cambria Math" panose="02040503050406030204" pitchFamily="18" charset="0"/>
                  </a:rPr>
                  <m:t>⋮</m:t>
                </m:r>
              </m:oMath>
            </m:oMathPara>
          </a14:m>
          <a:endParaRPr lang="en-US" sz="1400" kern="1200"/>
        </a:p>
      </dsp:txBody>
      <dsp:txXfrm>
        <a:off x="2263633" y="4526565"/>
        <a:ext cx="554545" cy="362184"/>
      </dsp:txXfrm>
    </dsp:sp>
    <dsp:sp modelId="{6C68C92E-39B9-4C82-AB02-50795D1C1866}">
      <dsp:nvSpPr>
        <dsp:cNvPr id="0" name=""/>
        <dsp:cNvSpPr/>
      </dsp:nvSpPr>
      <dsp:spPr>
        <a:xfrm>
          <a:off x="2916008" y="3604621"/>
          <a:ext cx="375102" cy="37727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88638"/>
              </a:lnTo>
              <a:lnTo>
                <a:pt x="375102" y="188638"/>
              </a:lnTo>
              <a:lnTo>
                <a:pt x="375102" y="377276"/>
              </a:lnTo>
            </a:path>
          </a:pathLst>
        </a:custGeom>
        <a:noFill/>
        <a:ln w="19050" cap="flat" cmpd="sng" algn="ctr">
          <a:solidFill>
            <a:schemeClr val="accent1">
              <a:lumMod val="75000"/>
            </a:schemeClr>
          </a:solidFill>
          <a:prstDash val="solid"/>
          <a:headEnd type="none" w="med" len="med"/>
          <a:tailEnd type="triangle" w="med" len="med"/>
        </a:ln>
        <a:effectLst/>
        <a:scene3d>
          <a:camera prst="orthographicFront"/>
          <a:lightRig rig="flat" dir="t"/>
        </a:scene3d>
        <a:sp3d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5694382-2575-43A3-993E-3876AEB96F8C}">
      <dsp:nvSpPr>
        <dsp:cNvPr id="0" name=""/>
        <dsp:cNvSpPr/>
      </dsp:nvSpPr>
      <dsp:spPr>
        <a:xfrm>
          <a:off x="3002571" y="3981897"/>
          <a:ext cx="577081" cy="384720"/>
        </a:xfrm>
        <a:prstGeom prst="roundRect">
          <a:avLst>
            <a:gd name="adj" fmla="val 10000"/>
          </a:avLst>
        </a:prstGeom>
        <a:noFill/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14:m xmlns:a14="http://schemas.microsoft.com/office/drawing/2010/main">
            <m:oMathPara xmlns:m="http://schemas.openxmlformats.org/officeDocument/2006/math">
              <m:oMathParaPr>
                <m:jc m:val="centerGroup"/>
              </m:oMathParaPr>
              <m:oMath xmlns:m="http://schemas.openxmlformats.org/officeDocument/2006/math">
                <m:d>
                  <m:dPr>
                    <m:begChr m:val="⟨"/>
                    <m:endChr m:val="⟩"/>
                    <m:ctrlPr>
                      <a:rPr lang="en-US" sz="1400" i="1" kern="120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</m:ctrlPr>
                  </m:dPr>
                  <m:e>
                    <m:sSub>
                      <m:sSubPr>
                        <m:ctrlPr>
                          <a:rPr lang="en-US" sz="1400" b="0" i="1" kern="120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b="0" i="1" kern="120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sz="1400" b="0" i="1" kern="120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sz="1400" b="0" i="1" kern="120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1400" b="0" i="1" kern="120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4</m:t>
                    </m:r>
                  </m:e>
                </m:d>
              </m:oMath>
            </m:oMathPara>
          </a14:m>
          <a:endParaRPr lang="en-US" sz="1400" kern="1200"/>
        </a:p>
      </dsp:txBody>
      <dsp:txXfrm>
        <a:off x="3013839" y="3993165"/>
        <a:ext cx="554545" cy="362184"/>
      </dsp:txXfrm>
    </dsp:sp>
    <dsp:sp modelId="{0BE5B7DA-D59D-4A49-990C-CDC0EE2137B4}">
      <dsp:nvSpPr>
        <dsp:cNvPr id="0" name=""/>
        <dsp:cNvSpPr/>
      </dsp:nvSpPr>
      <dsp:spPr>
        <a:xfrm>
          <a:off x="3245391" y="4366618"/>
          <a:ext cx="91440" cy="148679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148679"/>
              </a:lnTo>
            </a:path>
          </a:pathLst>
        </a:custGeom>
        <a:noFill/>
        <a:ln w="19050" cap="flat" cmpd="sng" algn="ctr">
          <a:solidFill>
            <a:schemeClr val="accent1">
              <a:lumMod val="75000"/>
            </a:schemeClr>
          </a:solidFill>
          <a:prstDash val="solid"/>
          <a:headEnd type="none" w="med" len="med"/>
          <a:tailEnd type="triangle" w="med" len="med"/>
        </a:ln>
        <a:effectLst/>
        <a:scene3d>
          <a:camera prst="orthographicFront"/>
          <a:lightRig rig="flat" dir="t"/>
        </a:scene3d>
        <a:sp3d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C161BC8-7535-410E-82EA-BF43C437C91D}">
      <dsp:nvSpPr>
        <dsp:cNvPr id="0" name=""/>
        <dsp:cNvSpPr/>
      </dsp:nvSpPr>
      <dsp:spPr>
        <a:xfrm>
          <a:off x="3002571" y="4515297"/>
          <a:ext cx="577081" cy="384720"/>
        </a:xfrm>
        <a:prstGeom prst="roundRect">
          <a:avLst>
            <a:gd name="adj" fmla="val 10000"/>
          </a:avLst>
        </a:prstGeom>
        <a:noFill/>
        <a:ln>
          <a:noFill/>
        </a:ln>
        <a:effectLst>
          <a:outerShdw blurRad="65500" dist="38100" dir="5400000" rotWithShape="0">
            <a:srgbClr val="000000">
              <a:alpha val="40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14:m xmlns:a14="http://schemas.microsoft.com/office/drawing/2010/main">
            <m:oMathPara xmlns:m="http://schemas.openxmlformats.org/officeDocument/2006/math">
              <m:oMathParaPr>
                <m:jc m:val="centerGroup"/>
              </m:oMathParaPr>
              <m:oMath xmlns:m="http://schemas.openxmlformats.org/officeDocument/2006/math">
                <m:r>
                  <a:rPr lang="en-US" sz="1400" b="0" i="1" kern="1200" smtClean="0">
                    <a:solidFill>
                      <a:schemeClr val="accent2"/>
                    </a:solidFill>
                    <a:latin typeface="Cambria Math" panose="02040503050406030204" pitchFamily="18" charset="0"/>
                  </a:rPr>
                  <m:t>⋮</m:t>
                </m:r>
              </m:oMath>
            </m:oMathPara>
          </a14:m>
          <a:endParaRPr lang="en-US" sz="1400" kern="1200"/>
        </a:p>
      </dsp:txBody>
      <dsp:txXfrm>
        <a:off x="3013839" y="4526565"/>
        <a:ext cx="554545" cy="36218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6">
  <dgm:title val=""/>
  <dgm:desc val=""/>
  <dgm:catLst>
    <dgm:cat type="hierarchy" pri="3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4">
          <dgm:prSet phldr="1"/>
        </dgm:pt>
        <dgm:pt modelId="5">
          <dgm:prSet phldr="1"/>
        </dgm:pt>
        <dgm:pt modelId="6">
          <dgm:prSet phldr="1"/>
        </dgm:pt>
      </dgm:ptLst>
      <dgm:cxnLst>
        <dgm:cxn modelId="7" srcId="0" destId="1" srcOrd="0" destOrd="0"/>
        <dgm:cxn modelId="8" srcId="1" destId="2" srcOrd="0" destOrd="0"/>
        <dgm:cxn modelId="9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10" srcId="0" destId="4" srcOrd="1" destOrd="0"/>
        <dgm:cxn modelId="11" srcId="0" destId="5" srcOrd="2" destOrd="0"/>
        <dgm:cxn modelId="12" srcId="0" destId="6" srcOrd="3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2"/>
        <dgm:pt modelId="3"/>
      </dgm:ptLst>
      <dgm:cxnLst>
        <dgm:cxn modelId="4" srcId="0" destId="1" srcOrd="0" destOrd="0"/>
        <dgm:cxn modelId="13" srcId="1" destId="11" srcOrd="0" destOrd="0"/>
        <dgm:cxn modelId="14" srcId="1" destId="12" srcOrd="1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  <dgm:pt modelId="4"/>
        <dgm:pt modelId="5"/>
        <dgm:pt modelId="6"/>
        <dgm:pt modelId="7"/>
      </dgm:ptLst>
      <dgm:cxnLst>
        <dgm:cxn modelId="8" srcId="0" destId="1" srcOrd="0" destOrd="0"/>
        <dgm:cxn modelId="9" srcId="1" destId="2" srcOrd="0" destOrd="0"/>
        <dgm:cxn modelId="10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  <dgm:cxn modelId="11" srcId="0" destId="4" srcOrd="1" destOrd="0"/>
        <dgm:cxn modelId="12" srcId="0" destId="5" srcOrd="2" destOrd="0"/>
        <dgm:cxn modelId="13" srcId="0" destId="6" srcOrd="3" destOrd="0"/>
        <dgm:cxn modelId="14" srcId="0" destId="7" srcOrd="4" destOrd="0"/>
      </dgm:cxnLst>
      <dgm:bg/>
      <dgm:whole/>
    </dgm:dataModel>
  </dgm:clrData>
  <dgm:layoutNode name="mainComposite">
    <dgm:varLst>
      <dgm:chPref val="1"/>
      <dgm:dir/>
      <dgm:animOne val="branch"/>
      <dgm:animLvl val="lvl"/>
      <dgm:resizeHandles val="exact"/>
    </dgm:varLst>
    <dgm:alg type="composite">
      <dgm:param type="vertAlign" val="mid"/>
      <dgm:param type="horzAlign" val="ctr"/>
    </dgm:alg>
    <dgm:shape xmlns:r="http://schemas.openxmlformats.org/officeDocument/2006/relationships" r:blip="">
      <dgm:adjLst/>
    </dgm:shape>
    <dgm:presOf/>
    <dgm:choose name="Name0">
      <dgm:if name="Name1" axis="ch" ptType="node" func="cnt" op="gte" val="2">
        <dgm:choose name="Name2">
          <dgm:if name="Name3" func="var" arg="dir" op="equ" val="norm">
            <dgm:constrLst>
              <dgm:constr type="l" for="ch" forName="hierFlow" refType="w" fact="0.3"/>
              <dgm:constr type="t" for="ch" forName="hierFlow"/>
              <dgm:constr type="r" for="ch" forName="hierFlow" refType="w" fact="0.98"/>
              <dgm:constr type="b" for="ch" forName="hierFlow" refType="h" fact="0.98"/>
              <dgm:constr type="l" for="ch" forName="bgShapesFlow"/>
              <dgm:constr type="t" for="ch" forName="bgShapesFlow"/>
              <dgm:constr type="r" for="ch" forName="bgShapesFlow" refType="w"/>
              <dgm:constr type="b" for="ch" forName="bgShapesFlow" refType="h"/>
              <dgm:constr type="w" for="des" forName="level1Shape" refType="w"/>
              <dgm:constr type="h" for="des" forName="level1Shape" refType="w" refFor="des" refForName="level1Shape" fact="0.66667"/>
              <dgm:constr type="w" for="des" forName="level2Shape" refType="w" refFor="des" refForName="level1Shape" op="equ"/>
              <dgm:constr type="h" for="des" forName="level2Shape" refType="h" refFor="des" refForName="level1Shape" op="equ"/>
              <dgm:constr type="sp" for="des" refType="h" refFor="des" refForName="level1Shape" op="equ" fact="0.4"/>
              <dgm:constr type="sibSp" for="des" forName="hierChild1" refType="w" refFor="des" refForName="level1Shape" op="equ" fact="0.3"/>
              <dgm:constr type="sibSp" for="des" forName="hierChild2" refType="sibSp" refFor="des" refForName="hierChild1" op="equ"/>
              <dgm:constr type="sibSp" for="des" forName="hierChild3" refType="sibSp" refFor="des" refForName="hierChild1" op="equ"/>
              <dgm:constr type="userA" for="des" refType="h" refFor="des" refForName="level1Shape" op="equ"/>
              <dgm:constr type="userB" for="des" refType="sp" refFor="des" op="equ"/>
              <dgm:constr type="h" for="des" forName="firstBuf" refType="h" refFor="des" refForName="level1Shape" fact="0.1"/>
            </dgm:constrLst>
          </dgm:if>
          <dgm:else name="Name4">
            <dgm:constrLst>
              <dgm:constr type="l" for="ch" forName="hierFlow" refType="w" fact="0.02"/>
              <dgm:constr type="t" for="ch" forName="hierFlow"/>
              <dgm:constr type="r" for="ch" forName="hierFlow" refType="w" fact="0.7"/>
              <dgm:constr type="b" for="ch" forName="hierFlow" refType="h" fact="0.98"/>
              <dgm:constr type="l" for="ch" forName="bgShapesFlow"/>
              <dgm:constr type="t" for="ch" forName="bgShapesFlow"/>
              <dgm:constr type="r" for="ch" forName="bgShapesFlow" refType="w"/>
              <dgm:constr type="b" for="ch" forName="bgShapesFlow" refType="h"/>
              <dgm:constr type="w" for="des" forName="level1Shape" refType="w"/>
              <dgm:constr type="h" for="des" forName="level1Shape" refType="w" refFor="des" refForName="level1Shape" fact="0.66667"/>
              <dgm:constr type="w" for="des" forName="level2Shape" refType="w" refFor="des" refForName="level1Shape" op="equ"/>
              <dgm:constr type="h" for="des" forName="level2Shape" refType="h" refFor="des" refForName="level1Shape" op="equ"/>
              <dgm:constr type="sp" for="des" refType="h" refFor="des" refForName="level1Shape" op="equ" fact="0.4"/>
              <dgm:constr type="sibSp" for="des" forName="hierChild1" refType="w" refFor="des" refForName="level1Shape" op="equ" fact="0.3"/>
              <dgm:constr type="sibSp" for="des" forName="hierChild2" refType="sibSp" refFor="des" refForName="hierChild1" op="equ"/>
              <dgm:constr type="sibSp" for="des" forName="hierChild3" refType="sibSp" refFor="des" refForName="hierChild1" op="equ"/>
              <dgm:constr type="userA" for="des" refType="h" refFor="des" refForName="level1Shape" op="equ"/>
              <dgm:constr type="userB" for="des" refType="sp" refFor="des" op="equ"/>
              <dgm:constr type="h" for="des" forName="firstBuf" refType="h" refFor="des" refForName="level1Shape" fact="0.1"/>
            </dgm:constrLst>
          </dgm:else>
        </dgm:choose>
      </dgm:if>
      <dgm:else name="Name5">
        <dgm:constrLst>
          <dgm:constr type="l" for="ch" forName="hierFlow"/>
          <dgm:constr type="t" for="ch" forName="hierFlow"/>
          <dgm:constr type="r" for="ch" forName="hierFlow" refType="w"/>
          <dgm:constr type="b" for="ch" forName="hierFlow" refType="h"/>
          <dgm:constr type="l" for="ch" forName="bgShapesFlow"/>
          <dgm:constr type="t" for="ch" forName="bgShapesFlow"/>
          <dgm:constr type="r" for="ch" forName="bgShapesFlow" refType="w"/>
          <dgm:constr type="b" for="ch" forName="bgShapesFlow" refType="h"/>
          <dgm:constr type="w" for="des" forName="level1Shape" refType="w"/>
          <dgm:constr type="h" for="des" forName="level1Shape" refType="w" refFor="des" refForName="level1Shape" fact="0.66667"/>
          <dgm:constr type="w" for="des" forName="level2Shape" refType="w" refFor="des" refForName="level1Shape" op="equ"/>
          <dgm:constr type="h" for="des" forName="level2Shape" refType="h" refFor="des" refForName="level1Shape" op="equ"/>
          <dgm:constr type="sp" for="des" refType="h" refFor="des" refForName="level1Shape" op="equ" fact="0.4"/>
          <dgm:constr type="sibSp" for="des" forName="hierChild1" refType="w" refFor="des" refForName="level1Shape" op="equ" fact="0.3"/>
          <dgm:constr type="sibSp" for="des" forName="hierChild2" refType="sibSp" refFor="des" refForName="hierChild1" op="equ"/>
          <dgm:constr type="sibSp" for="des" forName="hierChild3" refType="sibSp" refFor="des" refForName="hierChild1" op="equ"/>
          <dgm:constr type="userA" for="des" refType="h" refFor="des" refForName="level1Shape" op="equ"/>
          <dgm:constr type="userB" for="des" refType="sp" refFor="des" op="equ"/>
          <dgm:constr type="h" for="des" forName="firstBuf" refType="h" refFor="des" refForName="level1Shape" fact="0.1"/>
        </dgm:constrLst>
      </dgm:else>
    </dgm:choose>
    <dgm:ruleLst/>
    <dgm:layoutNode name="hierFlow">
      <dgm:alg type="lin">
        <dgm:param type="linDir" val="fromT"/>
        <dgm:param type="nodeVertAlign" val="t"/>
        <dgm:param type="vertAlign" val="t"/>
        <dgm:param type="nodeHorzAlign" val="ctr"/>
        <dgm:param type="fallback" val="2D"/>
      </dgm:alg>
      <dgm:shape xmlns:r="http://schemas.openxmlformats.org/officeDocument/2006/relationships" r:blip="">
        <dgm:adjLst/>
      </dgm:shape>
      <dgm:presOf/>
      <dgm:constrLst/>
      <dgm:ruleLst/>
      <dgm:choose name="Name6">
        <dgm:if name="Name7" axis="ch" ptType="node" func="cnt" op="gte" val="2">
          <dgm:layoutNode name="firstBuf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if>
        <dgm:else name="Name8"/>
      </dgm:choose>
      <dgm:layoutNode name="hierChild1">
        <dgm:varLst>
          <dgm:chPref val="1"/>
          <dgm:animOne val="branch"/>
          <dgm:animLvl val="lvl"/>
        </dgm:varLst>
        <dgm:choose name="Name9">
          <dgm:if name="Name10" func="var" arg="dir" op="equ" val="norm">
            <dgm:alg type="hierChild">
              <dgm:param type="linDir" val="fromL"/>
              <dgm:param type="vertAlign" val="t"/>
            </dgm:alg>
          </dgm:if>
          <dgm:else name="Name11">
            <dgm:alg type="hierChild">
              <dgm:param type="linDir" val="fromR"/>
              <dgm:param type="vertAlign" val="t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primFontSz" for="des" ptType="node" op="equ"/>
        </dgm:constrLst>
        <dgm:ruleLst/>
        <dgm:forEach name="Name12" axis="ch" cnt="3">
          <dgm:forEach name="Name13" axis="self" ptType="node">
            <dgm:layoutNode name="Name14">
              <dgm:alg type="hierRoot"/>
              <dgm:shape xmlns:r="http://schemas.openxmlformats.org/officeDocument/2006/relationships" r:blip="">
                <dgm:adjLst/>
              </dgm:shape>
              <dgm:presOf/>
              <dgm:constrLst/>
              <dgm:ruleLst/>
              <dgm:layoutNode name="level1Shape" styleLbl="node0">
                <dgm:varLst>
                  <dgm:chPref val="3"/>
                </dgm:varLst>
                <dgm:alg type="tx"/>
                <dgm:shape xmlns:r="http://schemas.openxmlformats.org/officeDocument/2006/relationships" type="roundRect" r:blip="">
                  <dgm:adjLst>
                    <dgm:adj idx="1" val="0.1"/>
                  </dgm:adjLst>
                </dgm:shape>
                <dgm:presOf axis="self"/>
                <dgm:constrLst>
                  <dgm:constr type="primFontSz" val="65"/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hierChild2">
                <dgm:choose name="Name15">
                  <dgm:if name="Name16" func="var" arg="dir" op="equ" val="norm">
                    <dgm:alg type="hierChild">
                      <dgm:param type="linDir" val="fromL"/>
                    </dgm:alg>
                  </dgm:if>
                  <dgm:else name="Name17">
                    <dgm:alg type="hierChild">
                      <dgm:param type="linDir" val="from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  <dgm:forEach name="repeat" axis="ch">
                  <dgm:forEach name="Name18" axis="self" ptType="parTrans" cnt="1">
                    <dgm:layoutNode name="Name19">
                      <dgm:alg type="conn">
                        <dgm:param type="dim" val="1D"/>
                        <dgm:param type="endSty" val="noArr"/>
                        <dgm:param type="connRout" val="bend"/>
                        <dgm:param type="begPts" val="bCtr"/>
                        <dgm:param type="endPts" val="tCtr"/>
                      </dgm:alg>
                      <dgm:shape xmlns:r="http://schemas.openxmlformats.org/officeDocument/2006/relationships" type="conn" r:blip="">
                        <dgm:adjLst/>
                      </dgm:shape>
                      <dgm:presOf axis="self"/>
                      <dgm:constrLst>
                        <dgm:constr type="w" val="1"/>
                        <dgm:constr type="h" val="1"/>
                        <dgm:constr type="begPad"/>
                        <dgm:constr type="endPad"/>
                      </dgm:constrLst>
                      <dgm:ruleLst/>
                    </dgm:layoutNode>
                  </dgm:forEach>
                  <dgm:forEach name="Name20" axis="self" ptType="node">
                    <dgm:layoutNode name="Name21">
                      <dgm:alg type="hierRoot"/>
                      <dgm:shape xmlns:r="http://schemas.openxmlformats.org/officeDocument/2006/relationships" r:blip="">
                        <dgm:adjLst/>
                      </dgm:shape>
                      <dgm:presOf/>
                      <dgm:constrLst/>
                      <dgm:ruleLst/>
                      <dgm:layoutNode name="level2Shape">
                        <dgm:alg type="tx"/>
                        <dgm:shape xmlns:r="http://schemas.openxmlformats.org/officeDocument/2006/relationships" type="roundRect" r:blip="">
                          <dgm:adjLst>
                            <dgm:adj idx="1" val="0.1"/>
                          </dgm:adjLst>
                        </dgm:shape>
                        <dgm:presOf axis="self"/>
                        <dgm:constrLst>
                          <dgm:constr type="primFontSz" val="65"/>
                          <dgm:constr type="tMarg" refType="primFontSz" fact="0.3"/>
                          <dgm:constr type="bMarg" refType="primFontSz" fact="0.3"/>
                          <dgm:constr type="lMarg" refType="primFontSz" fact="0.3"/>
                          <dgm:constr type="rMarg" refType="primFontSz" fact="0.3"/>
                        </dgm:constrLst>
                        <dgm:ruleLst>
                          <dgm:rule type="primFontSz" val="5" fact="NaN" max="NaN"/>
                        </dgm:ruleLst>
                      </dgm:layoutNode>
                      <dgm:layoutNode name="hierChild3">
                        <dgm:choose name="Name22">
                          <dgm:if name="Name23" func="var" arg="dir" op="equ" val="norm">
                            <dgm:alg type="hierChild">
                              <dgm:param type="linDir" val="fromL"/>
                            </dgm:alg>
                          </dgm:if>
                          <dgm:else name="Name24">
                            <dgm:alg type="hierChild">
                              <dgm:param type="linDir" val="fromR"/>
                            </dgm:alg>
                          </dgm:else>
                        </dgm:choose>
                        <dgm:shape xmlns:r="http://schemas.openxmlformats.org/officeDocument/2006/relationships" r:blip="">
                          <dgm:adjLst/>
                        </dgm:shape>
                        <dgm:presOf/>
                        <dgm:constrLst/>
                        <dgm:ruleLst/>
                        <dgm:forEach name="Name25" ref="repeat"/>
                      </dgm:layoutNode>
                    </dgm:layoutNode>
                  </dgm:forEach>
                </dgm:forEach>
              </dgm:layoutNode>
            </dgm:layoutNode>
          </dgm:forEach>
        </dgm:forEach>
      </dgm:layoutNode>
    </dgm:layoutNode>
    <dgm:layoutNode name="bgShapesFlow">
      <dgm:alg type="lin">
        <dgm:param type="linDir" val="fromT"/>
        <dgm:param type="nodeVertAlign" val="t"/>
        <dgm:param type="vertAlign" val="t"/>
        <dgm:param type="nodeHorzAlign" val="ctr"/>
      </dgm:alg>
      <dgm:shape xmlns:r="http://schemas.openxmlformats.org/officeDocument/2006/relationships" r:blip="">
        <dgm:adjLst/>
      </dgm:shape>
      <dgm:presOf/>
      <dgm:constrLst>
        <dgm:constr type="userB"/>
        <dgm:constr type="w" for="ch" forName="rectComp" refType="w"/>
        <dgm:constr type="h" for="ch" forName="rectComp" refType="h"/>
        <dgm:constr type="w" for="des" forName="bgRect" refType="w"/>
        <dgm:constr type="primFontSz" for="des" forName="bgRectTx" op="equ"/>
      </dgm:constrLst>
      <dgm:ruleLst/>
      <dgm:forEach name="Name26" axis="ch" ptType="node" st="2">
        <dgm:layoutNode name="rectComp">
          <dgm:alg type="composite">
            <dgm:param type="vertAlign" val="t"/>
            <dgm:param type="horzAlign" val="ctr"/>
          </dgm:alg>
          <dgm:shape xmlns:r="http://schemas.openxmlformats.org/officeDocument/2006/relationships" r:blip="">
            <dgm:adjLst/>
          </dgm:shape>
          <dgm:presOf/>
          <dgm:choose name="Name27">
            <dgm:if name="Name28" func="var" arg="dir" op="equ" val="norm">
              <dgm:constrLst>
                <dgm:constr type="userA"/>
                <dgm:constr type="l" for="ch" forName="bgRect"/>
                <dgm:constr type="t" for="ch" forName="bgRect"/>
                <dgm:constr type="h" for="ch" forName="bgRect" refType="userA" fact="1.2"/>
                <dgm:constr type="l" for="ch" forName="bgRectTx"/>
                <dgm:constr type="t" for="ch" forName="bgRectTx"/>
                <dgm:constr type="w" for="ch" forName="bgRectTx" refType="w" refFor="ch" refForName="bgRect" fact="0.3"/>
                <dgm:constr type="h" for="ch" forName="bgRectTx" refType="h" refFor="ch" refForName="bgRect" op="equ"/>
              </dgm:constrLst>
            </dgm:if>
            <dgm:else name="Name29">
              <dgm:constrLst>
                <dgm:constr type="userA"/>
                <dgm:constr type="l" for="ch" forName="bgRect"/>
                <dgm:constr type="t" for="ch" forName="bgRect"/>
                <dgm:constr type="h" for="ch" forName="bgRect" refType="userA" fact="1.2"/>
                <dgm:constr type="r" for="ch" forName="bgRectTx" refType="w"/>
                <dgm:constr type="t" for="ch" forName="bgRectTx"/>
                <dgm:constr type="w" for="ch" forName="bgRectTx" refType="w" refFor="ch" refForName="bgRect" fact="0.3"/>
                <dgm:constr type="h" for="ch" forName="bgRectTx" refType="h" refFor="ch" refForName="bgRect" op="equ"/>
              </dgm:constrLst>
            </dgm:else>
          </dgm:choose>
          <dgm:ruleLst/>
          <dgm:layoutNode name="bgRect" styleLbl="bgShp">
            <dgm:alg type="sp"/>
            <dgm:shape xmlns:r="http://schemas.openxmlformats.org/officeDocument/2006/relationships" type="roundRect" r:blip="" zOrderOff="-999">
              <dgm:adjLst>
                <dgm:adj idx="1" val="0.1"/>
              </dgm:adjLst>
            </dgm:shape>
            <dgm:presOf axis="desOrSelf" ptType="node"/>
            <dgm:constrLst/>
            <dgm:ruleLst/>
          </dgm:layoutNode>
          <dgm:layoutNode name="bgRectTx" styleLbl="bgShp">
            <dgm:varLst>
              <dgm:bulletEnabled val="1"/>
            </dgm:varLst>
            <dgm:alg type="tx"/>
            <dgm:presOf axis="desOrSelf" ptType="node"/>
            <dgm:shape xmlns:r="http://schemas.openxmlformats.org/officeDocument/2006/relationships" type="rect" r:blip="" zOrderOff="-999" hideGeom="1">
              <dgm:adjLst/>
            </dgm:shape>
            <dgm:constrLst>
              <dgm:constr type="primFontSz" val="65"/>
            </dgm:constrLst>
            <dgm:ruleLst>
              <dgm:rule type="primFontSz" val="5" fact="NaN" max="NaN"/>
            </dgm:ruleLst>
          </dgm:layoutNode>
        </dgm:layoutNode>
        <dgm:choose name="Name30">
          <dgm:if name="Name31" axis="self" ptType="node" func="revPos" op="gte" val="2">
            <dgm:layoutNode name="spComp">
              <dgm:alg type="composite">
                <dgm:param type="vertAlign" val="t"/>
                <dgm:param type="horzAlign" val="ctr"/>
              </dgm:alg>
              <dgm:shape xmlns:r="http://schemas.openxmlformats.org/officeDocument/2006/relationships" r:blip="">
                <dgm:adjLst/>
              </dgm:shape>
              <dgm:presOf/>
              <dgm:constrLst>
                <dgm:constr type="userA"/>
                <dgm:constr type="userB"/>
                <dgm:constr type="l" for="ch" forName="vSp"/>
                <dgm:constr type="t" for="ch" forName="vSp"/>
                <dgm:constr type="h" for="ch" forName="vSp" refType="userB"/>
                <dgm:constr type="hOff" for="ch" forName="vSp" refType="userA" fact="-0.2"/>
              </dgm:constrLst>
              <dgm:ruleLst/>
              <dgm:layoutNode name="vSp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layoutNode>
          </dgm:if>
          <dgm:else name="Name32"/>
        </dgm:choose>
      </dgm:forEach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FE6E06B-AB57-4294-8372-16948D4FAE29}" type="datetimeFigureOut">
              <a:rPr lang="en-US" smtClean="0"/>
              <a:pPr/>
              <a:t>1/18/2023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27312D5-B96B-4B48-8ADE-466FDF77576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879323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DB46B1D-4663-49B6-B326-245D7D5A3682}" type="datetimeFigureOut">
              <a:rPr lang="en-US" smtClean="0"/>
              <a:pPr/>
              <a:t>1/18/2023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B1F6944-2FF9-4248-8A94-1C46CD394F9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8563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13" name="Rounded Rectangle 12"/>
          <p:cNvSpPr/>
          <p:nvPr/>
        </p:nvSpPr>
        <p:spPr>
          <a:xfrm>
            <a:off x="65313" y="69755"/>
            <a:ext cx="9013372" cy="6692201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1295400" y="3200400"/>
            <a:ext cx="6400800" cy="1600200"/>
          </a:xfrm>
        </p:spPr>
        <p:txBody>
          <a:bodyPr/>
          <a:lstStyle>
            <a:lvl1pPr marL="0" indent="0" algn="ctr">
              <a:buNone/>
              <a:defRPr sz="260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/>
              <a:t>Click to edit Master subtitle style</a:t>
            </a:r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>
          <a:xfrm>
            <a:off x="6989392" y="-499216"/>
            <a:ext cx="2476500" cy="476250"/>
          </a:xfrm>
        </p:spPr>
        <p:txBody>
          <a:bodyPr/>
          <a:lstStyle>
            <a:lvl1pPr algn="ctr">
              <a:defRPr sz="1100"/>
            </a:lvl1pPr>
          </a:lstStyle>
          <a:p>
            <a:r>
              <a:rPr lang="he-IL"/>
              <a:t>עדכון אחרון </a:t>
            </a:r>
            <a:fld id="{7B086AAE-F14E-4B30-87F9-1FD42B9BCCB9}" type="datetime8">
              <a:rPr lang="he-IL" smtClean="0"/>
              <a:pPr/>
              <a:t>18 ינואר 23</a:t>
            </a:fld>
            <a:endParaRPr lang="he-IL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>
          <a:xfrm>
            <a:off x="2743200" y="5791200"/>
            <a:ext cx="3962400" cy="457200"/>
          </a:xfrm>
        </p:spPr>
        <p:txBody>
          <a:bodyPr/>
          <a:lstStyle/>
          <a:p>
            <a:endParaRPr lang="he-IL"/>
          </a:p>
        </p:txBody>
      </p:sp>
      <p:sp>
        <p:nvSpPr>
          <p:cNvPr id="7" name="Rectangle 6"/>
          <p:cNvSpPr/>
          <p:nvPr/>
        </p:nvSpPr>
        <p:spPr>
          <a:xfrm>
            <a:off x="62931" y="1449303"/>
            <a:ext cx="9021537" cy="1527349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>
          <a:xfrm>
            <a:off x="62931" y="1396720"/>
            <a:ext cx="9021537" cy="120580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Rectangle 10"/>
          <p:cNvSpPr/>
          <p:nvPr/>
        </p:nvSpPr>
        <p:spPr>
          <a:xfrm>
            <a:off x="62931" y="2976649"/>
            <a:ext cx="9021537" cy="110532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457200" y="1505930"/>
            <a:ext cx="8229600" cy="1470025"/>
          </a:xfrm>
        </p:spPr>
        <p:txBody>
          <a:bodyPr anchor="ctr"/>
          <a:lstStyle>
            <a:lvl1pPr algn="ctr">
              <a:defRPr lang="en-US" dirty="0">
                <a:solidFill>
                  <a:srgbClr val="FFFFFF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">
        <p:dissolve/>
      </p:transition>
    </mc:Choice>
    <mc:Fallback>
      <p:transition>
        <p:dissolv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-76200"/>
            <a:ext cx="7772400" cy="1143000"/>
          </a:xfrm>
        </p:spPr>
        <p:txBody>
          <a:bodyPr/>
          <a:lstStyle>
            <a:lvl1pPr algn="ctr" rtl="1">
              <a:defRPr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667500" y="6858000"/>
            <a:ext cx="2476500" cy="476250"/>
          </a:xfrm>
        </p:spPr>
        <p:txBody>
          <a:bodyPr/>
          <a:lstStyle/>
          <a:p>
            <a:fld id="{A7F926B5-663A-4127-A287-7B83208B40AD}" type="datetime8">
              <a:rPr lang="he-IL" smtClean="0"/>
              <a:pPr/>
              <a:t>18 ינואר 23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52400" y="152400"/>
            <a:ext cx="457200" cy="457200"/>
          </a:xfrm>
        </p:spPr>
        <p:txBody>
          <a:bodyPr/>
          <a:lstStyle/>
          <a:p>
            <a:fld id="{021A1DA9-A2DD-4375-8887-E40ACC834D3F}" type="slidenum">
              <a:rPr lang="he-IL" smtClean="0"/>
              <a:pPr/>
              <a:t>‹#›</a:t>
            </a:fld>
            <a:endParaRPr lang="he-IL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7772400" cy="4572000"/>
          </a:xfrm>
        </p:spPr>
        <p:txBody>
          <a:bodyPr vert="horz"/>
          <a:lstStyle>
            <a:lvl1pPr algn="r" rtl="1">
              <a:defRPr/>
            </a:lvl1pPr>
            <a:lvl2pPr algn="r" rtl="1">
              <a:defRPr/>
            </a:lvl2pPr>
            <a:lvl3pPr algn="r" rtl="1">
              <a:defRPr/>
            </a:lvl3pPr>
            <a:lvl4pPr algn="r" rtl="1">
              <a:defRPr/>
            </a:lvl4pPr>
            <a:lvl5pPr algn="r" rtl="1">
              <a:defRPr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pic>
        <p:nvPicPr>
          <p:cNvPr id="11266" name="Picture 2" descr="http://bgu.ac.il/NR/rdonlyres/4E908188-6AC7-4C07-9237-368D40E2EEFB/41072/BGUlogo.png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547623" y="92075"/>
            <a:ext cx="520177" cy="669925"/>
          </a:xfrm>
          <a:prstGeom prst="rect">
            <a:avLst/>
          </a:prstGeom>
          <a:noFill/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">
        <p:dissolve/>
      </p:transition>
    </mc:Choice>
    <mc:Fallback>
      <p:transition>
        <p:dissolv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10" name="Rounded Rectangle 9"/>
          <p:cNvSpPr/>
          <p:nvPr/>
        </p:nvSpPr>
        <p:spPr>
          <a:xfrm>
            <a:off x="65313" y="69755"/>
            <a:ext cx="9013372" cy="6692201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3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952500"/>
            <a:ext cx="7772400" cy="1362075"/>
          </a:xfrm>
        </p:spPr>
        <p:txBody>
          <a:bodyPr anchor="b" anchorCtr="0"/>
          <a:lstStyle>
            <a:lvl1pPr algn="l">
              <a:buNone/>
              <a:defRPr sz="4000" b="0" cap="none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547938"/>
            <a:ext cx="7772400" cy="1338262"/>
          </a:xfrm>
        </p:spPr>
        <p:txBody>
          <a:bodyPr anchor="t" anchorCtr="0"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62DB6B-1EA1-4A4B-B47A-2783F935A600}" type="datetime8">
              <a:rPr lang="he-IL" smtClean="0"/>
              <a:pPr/>
              <a:t>18 ינואר 23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00100" y="6172200"/>
            <a:ext cx="4000500" cy="457200"/>
          </a:xfrm>
        </p:spPr>
        <p:txBody>
          <a:bodyPr/>
          <a:lstStyle/>
          <a:p>
            <a:endParaRPr lang="he-IL"/>
          </a:p>
        </p:txBody>
      </p:sp>
      <p:sp>
        <p:nvSpPr>
          <p:cNvPr id="7" name="Rectangle 6"/>
          <p:cNvSpPr/>
          <p:nvPr/>
        </p:nvSpPr>
        <p:spPr>
          <a:xfrm flipV="1">
            <a:off x="69412" y="2376830"/>
            <a:ext cx="9013515" cy="9144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69146" y="2341475"/>
            <a:ext cx="9013781" cy="45719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>
          <a:xfrm>
            <a:off x="68306" y="2468880"/>
            <a:ext cx="9014621" cy="45720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6304" y="6208776"/>
            <a:ext cx="457200" cy="457200"/>
          </a:xfrm>
        </p:spPr>
        <p:txBody>
          <a:bodyPr/>
          <a:lstStyle/>
          <a:p>
            <a:fld id="{021A1DA9-A2DD-4375-8887-E40ACC834D3F}" type="slidenum">
              <a:rPr lang="he-IL" smtClean="0"/>
              <a:pPr/>
              <a:t>‹#›</a:t>
            </a:fld>
            <a:endParaRPr lang="he-IL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">
        <p:dissolve/>
      </p:transition>
    </mc:Choice>
    <mc:Fallback>
      <p:transition>
        <p:dissolv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D960C7-BACF-420D-A557-A385D6297D29}" type="datetime8">
              <a:rPr lang="he-IL" smtClean="0"/>
              <a:pPr/>
              <a:t>18 ינואר 23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A1DA9-A2DD-4375-8887-E40ACC834D3F}" type="slidenum">
              <a:rPr lang="he-IL" smtClean="0"/>
              <a:pPr/>
              <a:t>‹#›</a:t>
            </a:fld>
            <a:endParaRPr lang="he-IL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3749040" cy="4572000"/>
          </a:xfrm>
        </p:spPr>
        <p:txBody>
          <a:bodyPr vert="horz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933950" y="1447800"/>
            <a:ext cx="3749040" cy="4572000"/>
          </a:xfrm>
        </p:spPr>
        <p:txBody>
          <a:bodyPr vert="horz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pic>
        <p:nvPicPr>
          <p:cNvPr id="9218" name="Picture 2" descr="http://bgu.ac.il/NR/rdonlyres/4E908188-6AC7-4C07-9237-368D40E2EEFB/41075/BGUsig1H.png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965950" y="-136525"/>
            <a:ext cx="2406650" cy="1203325"/>
          </a:xfrm>
          <a:prstGeom prst="rect">
            <a:avLst/>
          </a:prstGeom>
          <a:noFill/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">
        <p:dissolve/>
      </p:transition>
    </mc:Choice>
    <mc:Fallback>
      <p:transition>
        <p:dissolv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3050"/>
            <a:ext cx="7772400" cy="1143000"/>
          </a:xfrm>
        </p:spPr>
        <p:txBody>
          <a:bodyPr anchor="b" anchorCtr="0"/>
          <a:lstStyle>
            <a:lvl1pPr>
              <a:defRPr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0" y="1447800"/>
            <a:ext cx="3733800" cy="762000"/>
          </a:xfrm>
          <a:noFill/>
          <a:ln w="12700" cap="sq" cmpd="sng" algn="ctr">
            <a:noFill/>
            <a:prstDash val="solid"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953000" y="1447800"/>
            <a:ext cx="3733800" cy="762000"/>
          </a:xfrm>
          <a:noFill/>
          <a:ln w="12700" cap="sq" cmpd="sng" algn="ctr">
            <a:noFill/>
            <a:prstDash val="solid"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91B3A8-D963-425B-825B-E4B738A1D92A}" type="datetime8">
              <a:rPr lang="he-IL" smtClean="0"/>
              <a:pPr/>
              <a:t>18 ינואר 23</a:t>
            </a:fld>
            <a:endParaRPr lang="he-IL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A1DA9-A2DD-4375-8887-E40ACC834D3F}" type="slidenum">
              <a:rPr lang="he-IL" smtClean="0"/>
              <a:pPr/>
              <a:t>‹#›</a:t>
            </a:fld>
            <a:endParaRPr lang="he-IL"/>
          </a:p>
        </p:txBody>
      </p:sp>
      <p:sp>
        <p:nvSpPr>
          <p:cNvPr id="11" name="Content Placeholder 10"/>
          <p:cNvSpPr>
            <a:spLocks noGrp="1"/>
          </p:cNvSpPr>
          <p:nvPr>
            <p:ph sz="half" idx="2"/>
          </p:nvPr>
        </p:nvSpPr>
        <p:spPr>
          <a:xfrm>
            <a:off x="914400" y="2247900"/>
            <a:ext cx="3733800" cy="3886200"/>
          </a:xfrm>
        </p:spPr>
        <p:txBody>
          <a:bodyPr vert="horz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half" idx="4"/>
          </p:nvPr>
        </p:nvSpPr>
        <p:spPr>
          <a:xfrm>
            <a:off x="4953000" y="2247900"/>
            <a:ext cx="3733800" cy="3886200"/>
          </a:xfrm>
        </p:spPr>
        <p:txBody>
          <a:bodyPr vert="horz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">
        <p:dissolve/>
      </p:transition>
    </mc:Choice>
    <mc:Fallback>
      <p:transition>
        <p:dissolv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A5639-DD31-47F9-A956-C8B80FFDA535}" type="datetime8">
              <a:rPr lang="he-IL" smtClean="0"/>
              <a:pPr/>
              <a:t>18 ינואר 23</a:t>
            </a:fld>
            <a:endParaRPr lang="he-I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A1DA9-A2DD-4375-8887-E40ACC834D3F}" type="slidenum">
              <a:rPr lang="he-IL" smtClean="0"/>
              <a:pPr/>
              <a:t>‹#›</a:t>
            </a:fld>
            <a:endParaRPr lang="he-IL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">
        <p:dissolve/>
      </p:transition>
    </mc:Choice>
    <mc:Fallback>
      <p:transition>
        <p:dissolv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FFA75-80ED-4127-A1CE-377B00428A30}" type="datetime8">
              <a:rPr lang="he-IL" smtClean="0"/>
              <a:pPr/>
              <a:t>18 ינואר 23</a:t>
            </a:fld>
            <a:endParaRPr lang="he-IL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A1DA9-A2DD-4375-8887-E40ACC834D3F}" type="slidenum">
              <a:rPr lang="he-IL" smtClean="0"/>
              <a:pPr/>
              <a:t>‹#›</a:t>
            </a:fld>
            <a:endParaRPr lang="he-IL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">
        <p:dissolve/>
      </p:transition>
    </mc:Choice>
    <mc:Fallback>
      <p:transition>
        <p:dissolv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9" name="Rounded Rectangle 8"/>
          <p:cNvSpPr/>
          <p:nvPr/>
        </p:nvSpPr>
        <p:spPr>
          <a:xfrm>
            <a:off x="64008" y="69755"/>
            <a:ext cx="9013372" cy="6693408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3050"/>
            <a:ext cx="7772400" cy="1143000"/>
          </a:xfrm>
        </p:spPr>
        <p:txBody>
          <a:bodyPr anchor="b" anchorCtr="0"/>
          <a:lstStyle>
            <a:lvl1pPr algn="l">
              <a:buNone/>
              <a:defRPr sz="4000" b="0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914400" y="1600200"/>
            <a:ext cx="1905000" cy="4495800"/>
          </a:xfrm>
        </p:spPr>
        <p:txBody>
          <a:bodyPr/>
          <a:lstStyle>
            <a:lvl1pPr marL="0" indent="0"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553C9F-829D-4682-9136-E24C2FE7D8B1}" type="datetime8">
              <a:rPr lang="he-IL" smtClean="0"/>
              <a:pPr/>
              <a:t>18 ינואר 23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A1DA9-A2DD-4375-8887-E40ACC834D3F}" type="slidenum">
              <a:rPr lang="he-IL" smtClean="0"/>
              <a:pPr/>
              <a:t>‹#›</a:t>
            </a:fld>
            <a:endParaRPr lang="he-IL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"/>
          </p:nvPr>
        </p:nvSpPr>
        <p:spPr>
          <a:xfrm>
            <a:off x="2971800" y="1600200"/>
            <a:ext cx="5715000" cy="4495800"/>
          </a:xfrm>
        </p:spPr>
        <p:txBody>
          <a:bodyPr vert="horz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">
        <p:dissolve/>
      </p:transition>
    </mc:Choice>
    <mc:Fallback>
      <p:transition>
        <p:dissolv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900550"/>
            <a:ext cx="7315200" cy="522288"/>
          </a:xfrm>
        </p:spPr>
        <p:txBody>
          <a:bodyPr anchor="ctr">
            <a:noAutofit/>
          </a:bodyPr>
          <a:lstStyle>
            <a:lvl1pPr algn="l">
              <a:buNone/>
              <a:defRPr sz="2800" b="0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5445825"/>
            <a:ext cx="7315200" cy="685800"/>
          </a:xfrm>
        </p:spPr>
        <p:txBody>
          <a:bodyPr/>
          <a:lstStyle>
            <a:lvl1pPr marL="0" indent="0">
              <a:buFontTx/>
              <a:buNone/>
              <a:defRPr sz="16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47CAF2-89CF-4D7F-8273-32FC35BA221F}" type="datetime8">
              <a:rPr lang="he-IL" smtClean="0"/>
              <a:pPr/>
              <a:t>18 ינואר 23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914400" y="6172200"/>
            <a:ext cx="3886200" cy="457200"/>
          </a:xfrm>
        </p:spPr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46304" y="6208776"/>
            <a:ext cx="457200" cy="457200"/>
          </a:xfrm>
        </p:spPr>
        <p:txBody>
          <a:bodyPr/>
          <a:lstStyle/>
          <a:p>
            <a:fld id="{021A1DA9-A2DD-4375-8887-E40ACC834D3F}" type="slidenum">
              <a:rPr lang="he-IL" smtClean="0"/>
              <a:pPr/>
              <a:t>‹#›</a:t>
            </a:fld>
            <a:endParaRPr lang="he-IL"/>
          </a:p>
        </p:txBody>
      </p:sp>
      <p:sp>
        <p:nvSpPr>
          <p:cNvPr id="11" name="Rectangle 10"/>
          <p:cNvSpPr/>
          <p:nvPr/>
        </p:nvSpPr>
        <p:spPr>
          <a:xfrm flipV="1">
            <a:off x="68307" y="4683555"/>
            <a:ext cx="9006840" cy="9144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ectangle 11"/>
          <p:cNvSpPr/>
          <p:nvPr/>
        </p:nvSpPr>
        <p:spPr>
          <a:xfrm>
            <a:off x="68508" y="4650474"/>
            <a:ext cx="9006639" cy="45719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Rectangle 12"/>
          <p:cNvSpPr/>
          <p:nvPr/>
        </p:nvSpPr>
        <p:spPr>
          <a:xfrm>
            <a:off x="68510" y="4773224"/>
            <a:ext cx="9006637" cy="48807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68308" y="66675"/>
            <a:ext cx="9001873" cy="4581525"/>
          </a:xfrm>
          <a:prstGeom prst="round2SameRect">
            <a:avLst>
              <a:gd name="adj1" fmla="val 7101"/>
              <a:gd name="adj2" fmla="val 0"/>
            </a:avLst>
          </a:prstGeom>
          <a:solidFill>
            <a:schemeClr val="bg2"/>
          </a:solidFill>
          <a:ln w="6350">
            <a:solidFill>
              <a:schemeClr val="tx1"/>
            </a:solidFill>
          </a:ln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/>
              <a:t>Click icon to add picture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">
        <p:dissolve/>
      </p:transition>
    </mc:Choice>
    <mc:Fallback>
      <p:transition>
        <p:dissolv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7E686A-5BC9-4572-9309-2F412007C7F4}" type="datetime8">
              <a:rPr lang="he-IL" smtClean="0"/>
              <a:pPr/>
              <a:t>18 ינואר 23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A1DA9-A2DD-4375-8887-E40ACC834D3F}" type="slidenum">
              <a:rPr lang="he-IL" smtClean="0"/>
              <a:pPr/>
              <a:t>‹#›</a:t>
            </a:fld>
            <a:endParaRPr lang="he-IL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">
        <p:dissolve/>
      </p:transition>
    </mc:Choice>
    <mc:Fallback>
      <p:transition>
        <p:dissolv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41"/>
            <a:ext cx="2011680" cy="5851525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4400" y="274640"/>
            <a:ext cx="5562600" cy="5851525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0EA3F7-2EBC-40FD-8DA6-2876EEB17265}" type="datetime8">
              <a:rPr lang="he-IL" smtClean="0"/>
              <a:pPr/>
              <a:t>18 ינואר 23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A1DA9-A2DD-4375-8887-E40ACC834D3F}" type="slidenum">
              <a:rPr lang="he-IL" smtClean="0"/>
              <a:pPr/>
              <a:t>‹#›</a:t>
            </a:fld>
            <a:endParaRPr lang="he-IL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">
        <p:dissolve/>
      </p:transition>
    </mc:Choice>
    <mc:Fallback>
      <p:transition>
        <p:dissolv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8" name="Rounded Rectangle 7"/>
          <p:cNvSpPr/>
          <p:nvPr/>
        </p:nvSpPr>
        <p:spPr>
          <a:xfrm>
            <a:off x="64008" y="69755"/>
            <a:ext cx="9013372" cy="6693408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914400" y="274638"/>
            <a:ext cx="7772400" cy="1143000"/>
          </a:xfrm>
          <a:prstGeom prst="rect">
            <a:avLst/>
          </a:prstGeom>
        </p:spPr>
        <p:txBody>
          <a:bodyPr bIns="91440" anchor="b" anchorCtr="0">
            <a:normAutofit/>
          </a:bodyPr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914400" y="1447800"/>
            <a:ext cx="7772400" cy="4572000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 eaLnBrk="1" latinLnBrk="0" hangingPunct="1"/>
            <a:r>
              <a:rPr kumimoji="0" lang="en-US"/>
              <a:t>Click to edit Master text styles</a:t>
            </a:r>
          </a:p>
          <a:p>
            <a:pPr lvl="1" eaLnBrk="1" latinLnBrk="0" hangingPunct="1"/>
            <a:r>
              <a:rPr kumimoji="0" lang="en-US"/>
              <a:t>Second level</a:t>
            </a:r>
          </a:p>
          <a:p>
            <a:pPr lvl="2" eaLnBrk="1" latinLnBrk="0" hangingPunct="1"/>
            <a:r>
              <a:rPr kumimoji="0" lang="en-US"/>
              <a:t>Third level</a:t>
            </a:r>
          </a:p>
          <a:p>
            <a:pPr lvl="3" eaLnBrk="1" latinLnBrk="0" hangingPunct="1"/>
            <a:r>
              <a:rPr kumimoji="0" lang="en-US"/>
              <a:t>Fourth level</a:t>
            </a:r>
          </a:p>
          <a:p>
            <a:pPr lvl="4" eaLnBrk="1" latinLnBrk="0" hangingPunct="1"/>
            <a:r>
              <a:rPr kumimoji="0" lang="en-US"/>
              <a:t>Fifth level</a:t>
            </a:r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6172200" y="6191250"/>
            <a:ext cx="2476500" cy="476250"/>
          </a:xfrm>
          <a:prstGeom prst="rect">
            <a:avLst/>
          </a:prstGeom>
        </p:spPr>
        <p:txBody>
          <a:bodyPr anchor="ctr" anchorCtr="0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900393D4-FEE5-4B2C-B85E-16899D94FADB}" type="datetime8">
              <a:rPr lang="he-IL" smtClean="0"/>
              <a:pPr/>
              <a:t>18 ינואר 23</a:t>
            </a:fld>
            <a:endParaRPr lang="he-IL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914400" y="6172200"/>
            <a:ext cx="3962400" cy="457200"/>
          </a:xfrm>
          <a:prstGeom prst="rect">
            <a:avLst/>
          </a:prstGeom>
        </p:spPr>
        <p:txBody>
          <a:bodyPr anchor="ctr" anchorCtr="0"/>
          <a:lstStyle>
            <a:lvl1pPr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endParaRPr lang="he-IL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146304" y="6210300"/>
            <a:ext cx="457200" cy="457200"/>
          </a:xfrm>
          <a:prstGeom prst="ellipse">
            <a:avLst/>
          </a:prstGeom>
          <a:solidFill>
            <a:schemeClr val="accent1"/>
          </a:solidFill>
        </p:spPr>
        <p:txBody>
          <a:bodyPr wrap="none" lIns="0" tIns="0" rIns="0" bIns="0" anchor="ctr" anchorCtr="1">
            <a:noAutofit/>
          </a:bodyPr>
          <a:lstStyle>
            <a:lvl1pPr algn="ctr" eaLnBrk="1" latinLnBrk="0" hangingPunct="1">
              <a:defRPr kumimoji="0" sz="140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fld id="{021A1DA9-A2DD-4375-8887-E40ACC834D3F}" type="slidenum">
              <a:rPr lang="he-IL" smtClean="0"/>
              <a:pPr/>
              <a:t>‹#›</a:t>
            </a:fld>
            <a:endParaRPr lang="he-IL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mc:AlternateContent xmlns:mc="http://schemas.openxmlformats.org/markup-compatibility/2006">
    <mc:Choice xmlns:p14="http://schemas.microsoft.com/office/powerpoint/2010/main" Requires="p14">
      <p:transition p14:dur="200">
        <p:dissolve/>
      </p:transition>
    </mc:Choice>
    <mc:Fallback>
      <p:transition>
        <p:dissolve/>
      </p:transition>
    </mc:Fallback>
  </mc:AlternateContent>
  <p:hf hdr="0" ftr="0"/>
  <p:txStyles>
    <p:titleStyle>
      <a:lvl1pPr algn="l" rtl="0" eaLnBrk="1" latinLnBrk="0" hangingPunct="1">
        <a:spcBef>
          <a:spcPct val="0"/>
        </a:spcBef>
        <a:buNone/>
        <a:defRPr kumimoji="0" sz="40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580"/>
        </a:spcBef>
        <a:buClr>
          <a:schemeClr val="accent1"/>
        </a:buClr>
        <a:buSzPct val="85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28600" algn="l" rtl="0" eaLnBrk="1" latinLnBrk="0" hangingPunct="1">
        <a:spcBef>
          <a:spcPts val="370"/>
        </a:spcBef>
        <a:buClr>
          <a:schemeClr val="accent2"/>
        </a:buClr>
        <a:buSzPct val="85000"/>
        <a:buFont typeface="Wingdings 2"/>
        <a:buChar char="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822960" indent="-228600" algn="l" rtl="0" eaLnBrk="1" latinLnBrk="0" hangingPunct="1">
        <a:spcBef>
          <a:spcPts val="370"/>
        </a:spcBef>
        <a:buClr>
          <a:schemeClr val="accent1">
            <a:tint val="60000"/>
          </a:schemeClr>
        </a:buClr>
        <a:buSzPct val="8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rtl="0" eaLnBrk="1" latinLnBrk="0" hangingPunct="1">
        <a:spcBef>
          <a:spcPts val="370"/>
        </a:spcBef>
        <a:buClr>
          <a:schemeClr val="accent3"/>
        </a:buClr>
        <a:buSzPct val="80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70"/>
        </a:spcBef>
        <a:buClr>
          <a:schemeClr val="accent3"/>
        </a:buClr>
        <a:buFontTx/>
        <a:buChar char="o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228600" algn="l" rtl="0" eaLnBrk="1" latinLnBrk="0" hangingPunct="1">
        <a:spcBef>
          <a:spcPts val="370"/>
        </a:spcBef>
        <a:buClr>
          <a:schemeClr val="accent3"/>
        </a:buClr>
        <a:buChar char="•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228600" algn="l" rtl="0" eaLnBrk="1" latinLnBrk="0" hangingPunct="1">
        <a:spcBef>
          <a:spcPts val="370"/>
        </a:spcBef>
        <a:buClr>
          <a:schemeClr val="accent2"/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228600" algn="l" rtl="0" eaLnBrk="1" latinLnBrk="0" hangingPunct="1">
        <a:spcBef>
          <a:spcPts val="370"/>
        </a:spcBef>
        <a:buClr>
          <a:schemeClr val="accent1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228600" algn="l" rtl="0" eaLnBrk="1" latinLnBrk="0" hangingPunct="1">
        <a:spcBef>
          <a:spcPts val="370"/>
        </a:spcBef>
        <a:buClr>
          <a:schemeClr val="accent2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diagramQuickStyle" Target="../diagrams/quickStyle1.xml"/><Relationship Id="rId13" Type="http://schemas.openxmlformats.org/officeDocument/2006/relationships/image" Target="../media/image34.png"/><Relationship Id="rId3" Type="http://schemas.openxmlformats.org/officeDocument/2006/relationships/image" Target="../media/image13.png"/><Relationship Id="rId7" Type="http://schemas.openxmlformats.org/officeDocument/2006/relationships/diagramLayout" Target="../diagrams/layout1.xml"/><Relationship Id="rId12" Type="http://schemas.openxmlformats.org/officeDocument/2006/relationships/image" Target="../media/image3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6" Type="http://schemas.openxmlformats.org/officeDocument/2006/relationships/diagramData" Target="../diagrams/data1.xml"/><Relationship Id="rId11" Type="http://schemas.openxmlformats.org/officeDocument/2006/relationships/diagramData" Target="../diagrams/data2.xml"/><Relationship Id="rId5" Type="http://schemas.openxmlformats.org/officeDocument/2006/relationships/image" Target="../media/image15.png"/><Relationship Id="rId15" Type="http://schemas.openxmlformats.org/officeDocument/2006/relationships/image" Target="../media/image36.png"/><Relationship Id="rId10" Type="http://schemas.microsoft.com/office/2007/relationships/diagramDrawing" Target="../diagrams/drawing1.xml"/><Relationship Id="rId4" Type="http://schemas.openxmlformats.org/officeDocument/2006/relationships/image" Target="../media/image14.png"/><Relationship Id="rId9" Type="http://schemas.openxmlformats.org/officeDocument/2006/relationships/diagramColors" Target="../diagrams/colors1.xml"/><Relationship Id="rId14" Type="http://schemas.openxmlformats.org/officeDocument/2006/relationships/image" Target="../media/image3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3.png"/><Relationship Id="rId5" Type="http://schemas.openxmlformats.org/officeDocument/2006/relationships/image" Target="../media/image52.png"/><Relationship Id="rId4" Type="http://schemas.openxmlformats.org/officeDocument/2006/relationships/image" Target="../media/image51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0.png"/><Relationship Id="rId3" Type="http://schemas.openxmlformats.org/officeDocument/2006/relationships/image" Target="../media/image55.png"/><Relationship Id="rId7" Type="http://schemas.openxmlformats.org/officeDocument/2006/relationships/image" Target="../media/image59.pn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8.png"/><Relationship Id="rId5" Type="http://schemas.openxmlformats.org/officeDocument/2006/relationships/image" Target="../media/image57.png"/><Relationship Id="rId4" Type="http://schemas.openxmlformats.org/officeDocument/2006/relationships/image" Target="../media/image56.png"/><Relationship Id="rId9" Type="http://schemas.openxmlformats.org/officeDocument/2006/relationships/image" Target="../media/image61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70.png"/><Relationship Id="rId13" Type="http://schemas.openxmlformats.org/officeDocument/2006/relationships/image" Target="../media/image75.png"/><Relationship Id="rId3" Type="http://schemas.openxmlformats.org/officeDocument/2006/relationships/image" Target="../media/image65.png"/><Relationship Id="rId7" Type="http://schemas.openxmlformats.org/officeDocument/2006/relationships/image" Target="../media/image69.png"/><Relationship Id="rId12" Type="http://schemas.openxmlformats.org/officeDocument/2006/relationships/image" Target="../media/image74.png"/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8.png"/><Relationship Id="rId11" Type="http://schemas.openxmlformats.org/officeDocument/2006/relationships/image" Target="../media/image73.png"/><Relationship Id="rId5" Type="http://schemas.openxmlformats.org/officeDocument/2006/relationships/image" Target="../media/image67.png"/><Relationship Id="rId10" Type="http://schemas.openxmlformats.org/officeDocument/2006/relationships/image" Target="../media/image72.png"/><Relationship Id="rId4" Type="http://schemas.openxmlformats.org/officeDocument/2006/relationships/image" Target="../media/image66.png"/><Relationship Id="rId9" Type="http://schemas.openxmlformats.org/officeDocument/2006/relationships/image" Target="../media/image71.png"/><Relationship Id="rId14" Type="http://schemas.openxmlformats.org/officeDocument/2006/relationships/image" Target="../media/image76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83.png"/><Relationship Id="rId3" Type="http://schemas.openxmlformats.org/officeDocument/2006/relationships/image" Target="../media/image78.png"/><Relationship Id="rId7" Type="http://schemas.openxmlformats.org/officeDocument/2006/relationships/image" Target="../media/image82.png"/><Relationship Id="rId2" Type="http://schemas.openxmlformats.org/officeDocument/2006/relationships/image" Target="../media/image7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1.png"/><Relationship Id="rId5" Type="http://schemas.openxmlformats.org/officeDocument/2006/relationships/image" Target="../media/image80.png"/><Relationship Id="rId10" Type="http://schemas.openxmlformats.org/officeDocument/2006/relationships/image" Target="../media/image85.png"/><Relationship Id="rId4" Type="http://schemas.openxmlformats.org/officeDocument/2006/relationships/image" Target="../media/image79.png"/><Relationship Id="rId9" Type="http://schemas.openxmlformats.org/officeDocument/2006/relationships/image" Target="../media/image84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92.png"/><Relationship Id="rId3" Type="http://schemas.openxmlformats.org/officeDocument/2006/relationships/image" Target="../media/image87.png"/><Relationship Id="rId7" Type="http://schemas.openxmlformats.org/officeDocument/2006/relationships/image" Target="../media/image91.png"/><Relationship Id="rId2" Type="http://schemas.openxmlformats.org/officeDocument/2006/relationships/image" Target="../media/image8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0.png"/><Relationship Id="rId11" Type="http://schemas.openxmlformats.org/officeDocument/2006/relationships/image" Target="../media/image95.png"/><Relationship Id="rId5" Type="http://schemas.openxmlformats.org/officeDocument/2006/relationships/image" Target="../media/image89.png"/><Relationship Id="rId10" Type="http://schemas.openxmlformats.org/officeDocument/2006/relationships/image" Target="../media/image94.png"/><Relationship Id="rId4" Type="http://schemas.openxmlformats.org/officeDocument/2006/relationships/image" Target="../media/image88.png"/><Relationship Id="rId9" Type="http://schemas.openxmlformats.org/officeDocument/2006/relationships/image" Target="../media/image9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he-IL">
                <a:latin typeface="Gisha" panose="020B0502040204020203" pitchFamily="34" charset="-79"/>
                <a:cs typeface="Gisha" panose="020B0502040204020203" pitchFamily="34" charset="-79"/>
              </a:rPr>
              <a:t>גרא וייס</a:t>
            </a:r>
          </a:p>
          <a:p>
            <a:r>
              <a:rPr lang="he-IL">
                <a:latin typeface="Gisha" panose="020B0502040204020203" pitchFamily="34" charset="-79"/>
                <a:cs typeface="Gisha" panose="020B0502040204020203" pitchFamily="34" charset="-79"/>
              </a:rPr>
              <a:t>המחלקה למדעי המחשב</a:t>
            </a:r>
          </a:p>
          <a:p>
            <a:r>
              <a:rPr lang="he-IL">
                <a:latin typeface="Gisha" panose="020B0502040204020203" pitchFamily="34" charset="-79"/>
                <a:cs typeface="Gisha" panose="020B0502040204020203" pitchFamily="34" charset="-79"/>
              </a:rPr>
              <a:t>אוניברסיטת בן-גוריון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rtl="1"/>
            <a:r>
              <a:rPr lang="en-US">
                <a:latin typeface="Gisha" panose="020B0502040204020203" pitchFamily="34" charset="-79"/>
                <a:cs typeface="Gisha" panose="020B0502040204020203" pitchFamily="34" charset="-79"/>
              </a:rPr>
              <a:t>CTL</a:t>
            </a:r>
            <a:endParaRPr lang="he-IL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sp>
        <p:nvSpPr>
          <p:cNvPr id="4" name="TextBox 3"/>
          <p:cNvSpPr txBox="1"/>
          <p:nvPr>
            <p:custDataLst>
              <p:tags r:id="rId1"/>
            </p:custDataLst>
          </p:nvPr>
        </p:nvSpPr>
        <p:spPr>
          <a:xfrm>
            <a:off x="0" y="7112000"/>
            <a:ext cx="9144000" cy="923330"/>
          </a:xfrm>
          <a:prstGeom prst="rect">
            <a:avLst/>
          </a:prstGeom>
          <a:noFill/>
        </p:spPr>
        <p:txBody>
          <a:bodyPr vert="horz" rtlCol="1">
            <a:spAutoFit/>
          </a:bodyPr>
          <a:lstStyle/>
          <a:p>
            <a:r>
              <a:rPr lang="en-US" err="1"/>
              <a:t>TexPoint</a:t>
            </a:r>
            <a:r>
              <a:rPr lang="en-US"/>
              <a:t> fonts used in EMF. </a:t>
            </a:r>
          </a:p>
          <a:p>
            <a:r>
              <a:rPr lang="en-US"/>
              <a:t>Read the TexPoint manual before you delete this box.: </a:t>
            </a:r>
            <a:r>
              <a:rPr lang="en-US">
                <a:latin typeface="CMMI10"/>
              </a:rPr>
              <a:t>A</a:t>
            </a:r>
            <a:r>
              <a:rPr lang="en-US">
                <a:latin typeface="CMR7"/>
              </a:rPr>
              <a:t>A</a:t>
            </a:r>
            <a:r>
              <a:rPr lang="en-US">
                <a:latin typeface="CMR10"/>
              </a:rPr>
              <a:t>A</a:t>
            </a:r>
            <a:r>
              <a:rPr lang="en-US">
                <a:latin typeface="CMMI7"/>
              </a:rPr>
              <a:t>A</a:t>
            </a:r>
            <a:r>
              <a:rPr lang="en-US">
                <a:latin typeface="CMSY10ORIG"/>
              </a:rPr>
              <a:t>A</a:t>
            </a:r>
            <a:r>
              <a:rPr lang="en-US">
                <a:latin typeface="CMSY7"/>
              </a:rPr>
              <a:t>A</a:t>
            </a:r>
            <a:r>
              <a:rPr lang="en-US">
                <a:latin typeface="CMMI8"/>
              </a:rPr>
              <a:t>A</a:t>
            </a:r>
            <a:r>
              <a:rPr lang="en-US">
                <a:latin typeface="LCMSS8"/>
              </a:rPr>
              <a:t>A</a:t>
            </a:r>
            <a:r>
              <a:rPr lang="en-US">
                <a:latin typeface="CMSY8"/>
              </a:rPr>
              <a:t>A</a:t>
            </a:r>
            <a:r>
              <a:rPr lang="en-US">
                <a:latin typeface="CMSY8"/>
                <a:sym typeface="STMARY10"/>
              </a:rPr>
              <a:t></a:t>
            </a:r>
            <a:r>
              <a:rPr lang="en-US">
                <a:latin typeface="CMMI5"/>
                <a:sym typeface="STMARY10"/>
              </a:rPr>
              <a:t>A</a:t>
            </a:r>
            <a:r>
              <a:rPr lang="en-US">
                <a:latin typeface="CMR5"/>
                <a:sym typeface="STMARY10"/>
              </a:rPr>
              <a:t>A</a:t>
            </a:r>
            <a:r>
              <a:rPr lang="en-US">
                <a:latin typeface="CMSY5"/>
                <a:sym typeface="STMARY10"/>
              </a:rPr>
              <a:t>A</a:t>
            </a:r>
            <a:r>
              <a:rPr lang="en-US">
                <a:latin typeface="CMEX10"/>
                <a:sym typeface="STMARY10"/>
              </a:rPr>
              <a:t>A</a:t>
            </a:r>
            <a:r>
              <a:rPr lang="en-US">
                <a:latin typeface="MSAM7"/>
                <a:sym typeface="STMARY10"/>
              </a:rPr>
              <a:t>A</a:t>
            </a:r>
            <a:r>
              <a:rPr lang="en-US">
                <a:latin typeface="HELVETICA"/>
                <a:cs typeface="HELVETICA"/>
                <a:sym typeface="STMARY10"/>
              </a:rPr>
              <a:t>A</a:t>
            </a:r>
            <a:r>
              <a:rPr lang="en-US">
                <a:latin typeface="AREVSANS-OBLIQUE"/>
                <a:cs typeface="HELVETICA"/>
                <a:sym typeface="STMARY10"/>
              </a:rPr>
              <a:t>A</a:t>
            </a:r>
            <a:r>
              <a:rPr lang="en-US">
                <a:latin typeface="AREVSANS-ROMAN"/>
                <a:cs typeface="HELVETICA"/>
                <a:sym typeface="STMARY10"/>
              </a:rPr>
              <a:t>A</a:t>
            </a:r>
            <a:r>
              <a:rPr lang="en-US">
                <a:latin typeface="MATHDESIGN-CH-BOLD-OT1-10"/>
                <a:cs typeface="HELVETICA"/>
                <a:sym typeface="STMARY10"/>
              </a:rPr>
              <a:t>A</a:t>
            </a:r>
            <a:r>
              <a:rPr lang="en-US">
                <a:latin typeface="SFRM1000"/>
                <a:cs typeface="HELVETICA"/>
                <a:sym typeface="STMARY10"/>
              </a:rPr>
              <a:t>A</a:t>
            </a:r>
            <a:r>
              <a:rPr lang="en-US">
                <a:latin typeface="SFRM1000"/>
                <a:cs typeface="HELVETICA"/>
                <a:sym typeface="SYMBOL"/>
              </a:rPr>
              <a:t></a:t>
            </a:r>
            <a:r>
              <a:rPr lang="en-US">
                <a:latin typeface="SFRM0700"/>
                <a:cs typeface="HELVETICA"/>
                <a:sym typeface="SYMBOL"/>
              </a:rPr>
              <a:t>A</a:t>
            </a:r>
            <a:r>
              <a:rPr lang="en-US">
                <a:latin typeface="SFSS1000"/>
                <a:cs typeface="HELVETICA"/>
                <a:sym typeface="SYMBOL"/>
              </a:rPr>
              <a:t>A</a:t>
            </a:r>
            <a:r>
              <a:rPr lang="en-US">
                <a:latin typeface="CMSS10"/>
                <a:cs typeface="HELVETICA"/>
                <a:sym typeface="SYMBOL"/>
              </a:rPr>
              <a:t>A</a:t>
            </a:r>
            <a:r>
              <a:rPr lang="en-US">
                <a:latin typeface="CMSS8"/>
                <a:cs typeface="HELVETICA"/>
                <a:sym typeface="SYMBOL"/>
              </a:rPr>
              <a:t>AA</a:t>
            </a:r>
            <a:r>
              <a:rPr lang="en-US">
                <a:latin typeface="MSBM10"/>
                <a:cs typeface="HELVETICA"/>
                <a:sym typeface="SYMBOL"/>
              </a:rPr>
              <a:t>A</a:t>
            </a:r>
            <a:endParaRPr lang="he-IL"/>
          </a:p>
        </p:txBody>
      </p:sp>
      <p:pic>
        <p:nvPicPr>
          <p:cNvPr id="43012" name="Picture 4" descr="http://bgu.ac.il/NR/rdonlyres/4E908188-6AC7-4C07-9237-368D40E2EEFB/41072/BGUlogo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524250" y="4581525"/>
            <a:ext cx="1885950" cy="2428875"/>
          </a:xfrm>
          <a:prstGeom prst="rect">
            <a:avLst/>
          </a:prstGeom>
          <a:noFill/>
        </p:spPr>
      </p:pic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E20646-3111-4D68-A160-C7E5A6B7FF5E}" type="datetime8">
              <a:rPr lang="he-IL" smtClean="0"/>
              <a:pPr/>
              <a:t>18 ינואר 23</a:t>
            </a:fld>
            <a:endParaRPr lang="he-IL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">
        <p:dissolve/>
      </p:transition>
    </mc:Choice>
    <mc:Fallback>
      <p:transition>
        <p:dissolv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EC7D88-1660-4F75-8CB7-21B5CF66AC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>
                <a:latin typeface="Gisha" panose="020B0502040204020203" pitchFamily="34" charset="-79"/>
                <a:cs typeface="Gisha" panose="020B0502040204020203" pitchFamily="34" charset="-79"/>
              </a:rPr>
              <a:t>מבוא</a:t>
            </a:r>
            <a:endParaRPr lang="en-US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E035D8D-484E-4582-94DE-B5EED8900F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926B5-663A-4127-A287-7B83208B40AD}" type="datetime8">
              <a:rPr lang="he-IL" smtClean="0"/>
              <a:pPr/>
              <a:t>18 ינואר 23</a:t>
            </a:fld>
            <a:endParaRPr lang="he-I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4C4754-E962-40EF-A562-53ED69A65C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A1DA9-A2DD-4375-8887-E40ACC834D3F}" type="slidenum">
              <a:rPr lang="he-IL" smtClean="0"/>
              <a:pPr/>
              <a:t>2</a:t>
            </a:fld>
            <a:endParaRPr lang="he-IL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171497F-EB49-4446-8AC3-27B26B45184E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342900" y="1600200"/>
            <a:ext cx="8458200" cy="4114800"/>
          </a:xfrm>
        </p:spPr>
        <p:txBody>
          <a:bodyPr>
            <a:normAutofit/>
          </a:bodyPr>
          <a:lstStyle/>
          <a:p>
            <a:pPr>
              <a:spcAft>
                <a:spcPts val="1800"/>
              </a:spcAft>
            </a:pPr>
            <a:r>
              <a:rPr lang="en-US">
                <a:latin typeface="Gisha" panose="020B0502040204020203" pitchFamily="34" charset="-79"/>
                <a:cs typeface="Gisha" panose="020B0502040204020203" pitchFamily="34" charset="-79"/>
              </a:rPr>
              <a:t>LTL</a:t>
            </a:r>
            <a:r>
              <a:rPr lang="he-IL">
                <a:latin typeface="Gisha" panose="020B0502040204020203" pitchFamily="34" charset="-79"/>
                <a:cs typeface="Gisha" panose="020B0502040204020203" pitchFamily="34" charset="-79"/>
              </a:rPr>
              <a:t> היא לוגיקת זמן קווית – הזמן מתקדם לאורך מילה</a:t>
            </a:r>
          </a:p>
          <a:p>
            <a:pPr>
              <a:spcAft>
                <a:spcPts val="1800"/>
              </a:spcAft>
            </a:pPr>
            <a:r>
              <a:rPr lang="he-IL">
                <a:latin typeface="Gisha" panose="020B0502040204020203" pitchFamily="34" charset="-79"/>
                <a:cs typeface="Gisha" panose="020B0502040204020203" pitchFamily="34" charset="-79"/>
              </a:rPr>
              <a:t>בכל נקודת זמן יש עוקב יחיד למצב בריצה</a:t>
            </a:r>
          </a:p>
          <a:p>
            <a:pPr>
              <a:spcAft>
                <a:spcPts val="1800"/>
              </a:spcAft>
            </a:pPr>
            <a:r>
              <a:rPr lang="he-IL">
                <a:latin typeface="Gisha" panose="020B0502040204020203" pitchFamily="34" charset="-79"/>
                <a:cs typeface="Gisha" panose="020B0502040204020203" pitchFamily="34" charset="-79"/>
              </a:rPr>
              <a:t>זה נובע מכך שנוסחאות </a:t>
            </a:r>
            <a:r>
              <a:rPr lang="en-US">
                <a:latin typeface="Gisha" panose="020B0502040204020203" pitchFamily="34" charset="-79"/>
                <a:cs typeface="Gisha" panose="020B0502040204020203" pitchFamily="34" charset="-79"/>
              </a:rPr>
              <a:t>LTL</a:t>
            </a:r>
            <a:r>
              <a:rPr lang="he-IL">
                <a:latin typeface="Gisha" panose="020B0502040204020203" pitchFamily="34" charset="-79"/>
                <a:cs typeface="Gisha" panose="020B0502040204020203" pitchFamily="34" charset="-79"/>
              </a:rPr>
              <a:t> מוגדרות מונחים של המילים המקיימות אותן</a:t>
            </a:r>
          </a:p>
          <a:p>
            <a:pPr>
              <a:spcAft>
                <a:spcPts val="1800"/>
              </a:spcAft>
            </a:pPr>
            <a:r>
              <a:rPr lang="he-IL">
                <a:latin typeface="Gisha" panose="020B0502040204020203" pitchFamily="34" charset="-79"/>
                <a:cs typeface="Gisha" panose="020B0502040204020203" pitchFamily="34" charset="-79"/>
              </a:rPr>
              <a:t>המסלולים עצמם, מייצגים חישובים של מערכת מעברים בה יש פיצולים היכולים להתחיל מספר חישובים ממצב ואפשר לדבר על תכונות של מצב בהקשר לקבוצת החישובים הנ"ל</a:t>
            </a:r>
            <a:endParaRPr lang="en-US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385995817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">
        <p:dissolve/>
      </p:transition>
    </mc:Choice>
    <mc:Fallback>
      <p:transition>
        <p:dissolv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EC7D88-1660-4F75-8CB7-21B5CF66AC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>
                <a:latin typeface="Gisha" panose="020B0502040204020203" pitchFamily="34" charset="-79"/>
                <a:cs typeface="Gisha" panose="020B0502040204020203" pitchFamily="34" charset="-79"/>
              </a:rPr>
              <a:t>מבוא</a:t>
            </a:r>
            <a:endParaRPr lang="en-US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E035D8D-484E-4582-94DE-B5EED8900F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926B5-663A-4127-A287-7B83208B40AD}" type="datetime8">
              <a:rPr lang="he-IL" smtClean="0"/>
              <a:pPr/>
              <a:t>18 ינואר 23</a:t>
            </a:fld>
            <a:endParaRPr lang="he-I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4C4754-E962-40EF-A562-53ED69A65C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A1DA9-A2DD-4375-8887-E40ACC834D3F}" type="slidenum">
              <a:rPr lang="he-IL" smtClean="0"/>
              <a:pPr/>
              <a:t>3</a:t>
            </a:fld>
            <a:endParaRPr lang="he-IL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9171497F-EB49-4446-8AC3-27B26B45184E}"/>
                  </a:ext>
                </a:extLst>
              </p:cNvPr>
              <p:cNvSpPr>
                <a:spLocks noGrp="1"/>
              </p:cNvSpPr>
              <p:nvPr>
                <p:ph sz="quarter" idx="1"/>
              </p:nvPr>
            </p:nvSpPr>
            <p:spPr>
              <a:xfrm>
                <a:off x="228600" y="1447800"/>
                <a:ext cx="8458200" cy="5181600"/>
              </a:xfrm>
            </p:spPr>
            <p:txBody>
              <a:bodyPr>
                <a:normAutofit/>
              </a:bodyPr>
              <a:lstStyle/>
              <a:p>
                <a:pPr>
                  <a:spcAft>
                    <a:spcPts val="1800"/>
                  </a:spcAft>
                </a:pPr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</a:rPr>
                  <a:t>המשמעות של קיום נוסחת </a:t>
                </a:r>
                <a:r>
                  <a:rPr lang="en-US">
                    <a:latin typeface="Gisha" panose="020B0502040204020203" pitchFamily="34" charset="-79"/>
                    <a:cs typeface="Gisha" panose="020B0502040204020203" pitchFamily="34" charset="-79"/>
                  </a:rPr>
                  <a:t>LTL</a:t>
                </a:r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</a:rPr>
                  <a:t> במצב היא במונחים של</a:t>
                </a:r>
                <a:br>
                  <a:rPr lang="en-US">
                    <a:latin typeface="Gisha" panose="020B0502040204020203" pitchFamily="34" charset="-79"/>
                    <a:cs typeface="Gisha" panose="020B0502040204020203" pitchFamily="34" charset="-79"/>
                  </a:rPr>
                </a:br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</a:rPr>
                  <a:t>"כל הריצות המתחילות במצב"</a:t>
                </a:r>
                <a:endParaRPr lang="en-US">
                  <a:latin typeface="Gisha" panose="020B0502040204020203" pitchFamily="34" charset="-79"/>
                  <a:cs typeface="Gisha" panose="020B0502040204020203" pitchFamily="34" charset="-79"/>
                </a:endParaRPr>
              </a:p>
              <a:p>
                <a:pPr>
                  <a:spcAft>
                    <a:spcPts val="1800"/>
                  </a:spcAft>
                </a:pPr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</a:rPr>
                  <a:t>אין אפשרות להגיד "יש ריצות המקיימות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cs typeface="Gisha" panose="020B0502040204020203" pitchFamily="34" charset="-79"/>
                      </a:rPr>
                      <m:t>𝜑</m:t>
                    </m:r>
                  </m:oMath>
                </a14:m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</a:rPr>
                  <a:t> ויש כאלה שלא"</a:t>
                </a:r>
              </a:p>
              <a:p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</a:rPr>
                  <a:t>אין אפשרות לדבר על תכונות מערכת כמו</a:t>
                </a:r>
                <a:r>
                  <a:rPr lang="en-US">
                    <a:latin typeface="Gisha" panose="020B0502040204020203" pitchFamily="34" charset="-79"/>
                    <a:cs typeface="Gisha" panose="020B0502040204020203" pitchFamily="34" charset="-79"/>
                  </a:rPr>
                  <a:t>:</a:t>
                </a:r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</a:rPr>
                  <a:t> </a:t>
                </a:r>
                <a:endParaRPr lang="en-US">
                  <a:latin typeface="Gisha" panose="020B0502040204020203" pitchFamily="34" charset="-79"/>
                  <a:cs typeface="Gisha" panose="020B0502040204020203" pitchFamily="34" charset="-79"/>
                </a:endParaRPr>
              </a:p>
              <a:p>
                <a:pPr marL="0" indent="0" algn="ctr">
                  <a:spcAft>
                    <a:spcPts val="1800"/>
                  </a:spcAft>
                  <a:buNone/>
                </a:pPr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</a:rPr>
                  <a:t>"</a:t>
                </a:r>
                <a:r>
                  <a:rPr lang="he-IL">
                    <a:solidFill>
                      <a:srgbClr val="0000FF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ניתן להגיע למצב ממנו כבר לא קיימת דרך לקיים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  <a:cs typeface="Gisha" panose="020B0502040204020203" pitchFamily="34" charset="-79"/>
                      </a:rPr>
                      <m:t>𝑎</m:t>
                    </m:r>
                  </m:oMath>
                </a14:m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</a:rPr>
                  <a:t>"</a:t>
                </a:r>
              </a:p>
            </p:txBody>
          </p:sp>
        </mc:Choice>
        <mc:Fallback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9171497F-EB49-4446-8AC3-27B26B45184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xfrm>
                <a:off x="228600" y="1447800"/>
                <a:ext cx="8458200" cy="5181600"/>
              </a:xfrm>
              <a:blipFill>
                <a:blip r:embed="rId2"/>
                <a:stretch>
                  <a:fillRect t="-1294" r="-721"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2" name="Group 51">
            <a:extLst>
              <a:ext uri="{FF2B5EF4-FFF2-40B4-BE49-F238E27FC236}">
                <a16:creationId xmlns:a16="http://schemas.microsoft.com/office/drawing/2014/main" id="{5C1286FB-453F-4498-B925-CE6A6B39B1B6}"/>
              </a:ext>
            </a:extLst>
          </p:cNvPr>
          <p:cNvGrpSpPr/>
          <p:nvPr/>
        </p:nvGrpSpPr>
        <p:grpSpPr>
          <a:xfrm>
            <a:off x="990600" y="4854450"/>
            <a:ext cx="2468262" cy="982366"/>
            <a:chOff x="1009649" y="4452009"/>
            <a:chExt cx="2781301" cy="1272411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6165C85A-1951-4789-9F2A-95F08B9C162D}"/>
                </a:ext>
              </a:extLst>
            </p:cNvPr>
            <p:cNvSpPr/>
            <p:nvPr/>
          </p:nvSpPr>
          <p:spPr>
            <a:xfrm>
              <a:off x="1287530" y="4455274"/>
              <a:ext cx="838200" cy="880956"/>
            </a:xfrm>
            <a:prstGeom prst="rect">
              <a:avLst/>
            </a:prstGeom>
            <a:solidFill>
              <a:schemeClr val="accent3">
                <a:lumMod val="60000"/>
                <a:lumOff val="40000"/>
              </a:schemeClr>
            </a:solidFill>
            <a:ln>
              <a:solidFill>
                <a:schemeClr val="accent4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000BCA52-0A03-4983-A915-A1FF4EE650A5}"/>
                </a:ext>
              </a:extLst>
            </p:cNvPr>
            <p:cNvSpPr/>
            <p:nvPr/>
          </p:nvSpPr>
          <p:spPr>
            <a:xfrm>
              <a:off x="2743200" y="4474422"/>
              <a:ext cx="838200" cy="880956"/>
            </a:xfrm>
            <a:prstGeom prst="rect">
              <a:avLst/>
            </a:prstGeom>
            <a:solidFill>
              <a:schemeClr val="accent3">
                <a:lumMod val="60000"/>
                <a:lumOff val="40000"/>
              </a:schemeClr>
            </a:solidFill>
            <a:ln>
              <a:solidFill>
                <a:schemeClr val="accent4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cxnSp>
          <p:nvCxnSpPr>
            <p:cNvPr id="9" name="Connector: Elbow 8">
              <a:extLst>
                <a:ext uri="{FF2B5EF4-FFF2-40B4-BE49-F238E27FC236}">
                  <a16:creationId xmlns:a16="http://schemas.microsoft.com/office/drawing/2014/main" id="{756C3A03-37C8-42E4-838D-284A926BBE56}"/>
                </a:ext>
              </a:extLst>
            </p:cNvPr>
            <p:cNvCxnSpPr>
              <a:cxnSpLocks/>
            </p:cNvCxnSpPr>
            <p:nvPr/>
          </p:nvCxnSpPr>
          <p:spPr>
            <a:xfrm rot="5400000" flipH="1" flipV="1">
              <a:off x="2413056" y="3847557"/>
              <a:ext cx="13560" cy="1222463"/>
            </a:xfrm>
            <a:prstGeom prst="bentConnector3">
              <a:avLst>
                <a:gd name="adj1" fmla="val 1800000"/>
              </a:avLst>
            </a:prstGeom>
            <a:ln w="38100">
              <a:solidFill>
                <a:schemeClr val="accent4">
                  <a:lumMod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Connector: Elbow 10">
              <a:extLst>
                <a:ext uri="{FF2B5EF4-FFF2-40B4-BE49-F238E27FC236}">
                  <a16:creationId xmlns:a16="http://schemas.microsoft.com/office/drawing/2014/main" id="{F5AC2F4D-2C6F-406D-904F-682D7D5CDED8}"/>
                </a:ext>
              </a:extLst>
            </p:cNvPr>
            <p:cNvCxnSpPr>
              <a:cxnSpLocks/>
              <a:stCxn id="7" idx="2"/>
              <a:endCxn id="6" idx="2"/>
            </p:cNvCxnSpPr>
            <p:nvPr/>
          </p:nvCxnSpPr>
          <p:spPr>
            <a:xfrm rot="5400000" flipH="1">
              <a:off x="2424891" y="4617969"/>
              <a:ext cx="19148" cy="1455670"/>
            </a:xfrm>
            <a:prstGeom prst="bentConnector3">
              <a:avLst>
                <a:gd name="adj1" fmla="val -1193858"/>
              </a:avLst>
            </a:prstGeom>
            <a:ln w="38100">
              <a:solidFill>
                <a:schemeClr val="accent4">
                  <a:lumMod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Connector: Elbow 15">
              <a:extLst>
                <a:ext uri="{FF2B5EF4-FFF2-40B4-BE49-F238E27FC236}">
                  <a16:creationId xmlns:a16="http://schemas.microsoft.com/office/drawing/2014/main" id="{2DB1DD27-3E80-42D1-85DA-89D20AF3D21D}"/>
                </a:ext>
              </a:extLst>
            </p:cNvPr>
            <p:cNvCxnSpPr>
              <a:cxnSpLocks/>
              <a:stCxn id="6" idx="1"/>
              <a:endCxn id="6" idx="0"/>
            </p:cNvCxnSpPr>
            <p:nvPr/>
          </p:nvCxnSpPr>
          <p:spPr>
            <a:xfrm rot="10800000" flipH="1">
              <a:off x="1287530" y="4455274"/>
              <a:ext cx="419100" cy="440478"/>
            </a:xfrm>
            <a:prstGeom prst="bentConnector4">
              <a:avLst>
                <a:gd name="adj1" fmla="val -54545"/>
                <a:gd name="adj2" fmla="val 151898"/>
              </a:avLst>
            </a:prstGeom>
            <a:ln w="38100">
              <a:solidFill>
                <a:schemeClr val="accent4">
                  <a:lumMod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Connector: Elbow 22">
              <a:extLst>
                <a:ext uri="{FF2B5EF4-FFF2-40B4-BE49-F238E27FC236}">
                  <a16:creationId xmlns:a16="http://schemas.microsoft.com/office/drawing/2014/main" id="{8B0AD2D6-AD72-42EC-A831-FD997E1B545E}"/>
                </a:ext>
              </a:extLst>
            </p:cNvPr>
            <p:cNvCxnSpPr>
              <a:cxnSpLocks/>
              <a:stCxn id="7" idx="3"/>
              <a:endCxn id="7" idx="0"/>
            </p:cNvCxnSpPr>
            <p:nvPr/>
          </p:nvCxnSpPr>
          <p:spPr>
            <a:xfrm flipH="1" flipV="1">
              <a:off x="3162300" y="4474422"/>
              <a:ext cx="419100" cy="440478"/>
            </a:xfrm>
            <a:prstGeom prst="bentConnector4">
              <a:avLst>
                <a:gd name="adj1" fmla="val -54545"/>
                <a:gd name="adj2" fmla="val 151898"/>
              </a:avLst>
            </a:prstGeom>
            <a:ln w="38100">
              <a:solidFill>
                <a:schemeClr val="accent4">
                  <a:lumMod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7" name="TextBox 26">
                  <a:extLst>
                    <a:ext uri="{FF2B5EF4-FFF2-40B4-BE49-F238E27FC236}">
                      <a16:creationId xmlns:a16="http://schemas.microsoft.com/office/drawing/2014/main" id="{A2EF512A-A42C-4837-813C-3CDBA0CA6EC1}"/>
                    </a:ext>
                  </a:extLst>
                </p:cNvPr>
                <p:cNvSpPr txBox="1"/>
                <p:nvPr/>
              </p:nvSpPr>
              <p:spPr>
                <a:xfrm>
                  <a:off x="3371850" y="5324581"/>
                  <a:ext cx="419100" cy="38817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l" rtl="0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{</m:t>
                        </m:r>
                        <m:r>
                          <a:rPr lang="en-US" b="0" i="1" smtClean="0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b="0" i="1" smtClean="0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}</m:t>
                        </m:r>
                      </m:oMath>
                    </m:oMathPara>
                  </a14:m>
                  <a:endParaRPr lang="en-US">
                    <a:solidFill>
                      <a:schemeClr val="accent2">
                        <a:lumMod val="75000"/>
                      </a:schemeClr>
                    </a:solidFill>
                  </a:endParaRPr>
                </a:p>
              </p:txBody>
            </p:sp>
          </mc:Choice>
          <mc:Fallback>
            <p:sp>
              <p:nvSpPr>
                <p:cNvPr id="27" name="TextBox 26">
                  <a:extLst>
                    <a:ext uri="{FF2B5EF4-FFF2-40B4-BE49-F238E27FC236}">
                      <a16:creationId xmlns:a16="http://schemas.microsoft.com/office/drawing/2014/main" id="{A2EF512A-A42C-4837-813C-3CDBA0CA6EC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371850" y="5324581"/>
                  <a:ext cx="419100" cy="388171"/>
                </a:xfrm>
                <a:prstGeom prst="rect">
                  <a:avLst/>
                </a:prstGeom>
                <a:blipFill>
                  <a:blip r:embed="rId3"/>
                  <a:stretch>
                    <a:fillRect l="-4918" r="-39344" b="-38776"/>
                  </a:stretch>
                </a:blipFill>
              </p:spPr>
              <p:txBody>
                <a:bodyPr/>
                <a:lstStyle/>
                <a:p>
                  <a:r>
                    <a:rPr lang="en-IL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8" name="TextBox 27">
                  <a:extLst>
                    <a:ext uri="{FF2B5EF4-FFF2-40B4-BE49-F238E27FC236}">
                      <a16:creationId xmlns:a16="http://schemas.microsoft.com/office/drawing/2014/main" id="{9E49FEF0-F8FD-4C8A-8168-AB31C706C2C6}"/>
                    </a:ext>
                  </a:extLst>
                </p:cNvPr>
                <p:cNvSpPr txBox="1"/>
                <p:nvPr/>
              </p:nvSpPr>
              <p:spPr>
                <a:xfrm>
                  <a:off x="1009649" y="5336249"/>
                  <a:ext cx="419100" cy="38817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l" rtl="0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{}</m:t>
                        </m:r>
                      </m:oMath>
                    </m:oMathPara>
                  </a14:m>
                  <a:endParaRPr lang="en-US">
                    <a:solidFill>
                      <a:schemeClr val="accent2">
                        <a:lumMod val="75000"/>
                      </a:schemeClr>
                    </a:solidFill>
                  </a:endParaRPr>
                </a:p>
              </p:txBody>
            </p:sp>
          </mc:Choice>
          <mc:Fallback>
            <p:sp>
              <p:nvSpPr>
                <p:cNvPr id="28" name="TextBox 27">
                  <a:extLst>
                    <a:ext uri="{FF2B5EF4-FFF2-40B4-BE49-F238E27FC236}">
                      <a16:creationId xmlns:a16="http://schemas.microsoft.com/office/drawing/2014/main" id="{9E49FEF0-F8FD-4C8A-8168-AB31C706C2C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09649" y="5336249"/>
                  <a:ext cx="419100" cy="388171"/>
                </a:xfrm>
                <a:prstGeom prst="rect">
                  <a:avLst/>
                </a:prstGeom>
                <a:blipFill>
                  <a:blip r:embed="rId4"/>
                  <a:stretch>
                    <a:fillRect l="-4918" r="-4918" b="-38776"/>
                  </a:stretch>
                </a:blipFill>
              </p:spPr>
              <p:txBody>
                <a:bodyPr/>
                <a:lstStyle/>
                <a:p>
                  <a:r>
                    <a:rPr lang="en-IL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48" name="Group 47">
            <a:extLst>
              <a:ext uri="{FF2B5EF4-FFF2-40B4-BE49-F238E27FC236}">
                <a16:creationId xmlns:a16="http://schemas.microsoft.com/office/drawing/2014/main" id="{C63558C6-C39C-4419-9528-620BE161B759}"/>
              </a:ext>
            </a:extLst>
          </p:cNvPr>
          <p:cNvGrpSpPr/>
          <p:nvPr/>
        </p:nvGrpSpPr>
        <p:grpSpPr>
          <a:xfrm>
            <a:off x="4850322" y="4930650"/>
            <a:ext cx="3651386" cy="1470150"/>
            <a:chOff x="4514849" y="4458303"/>
            <a:chExt cx="4324351" cy="1942497"/>
          </a:xfrm>
        </p:grpSpPr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ADD6AAA9-E8D3-4B49-9E8D-F06320913A48}"/>
                </a:ext>
              </a:extLst>
            </p:cNvPr>
            <p:cNvSpPr/>
            <p:nvPr/>
          </p:nvSpPr>
          <p:spPr>
            <a:xfrm>
              <a:off x="4724400" y="4465082"/>
              <a:ext cx="838200" cy="838200"/>
            </a:xfrm>
            <a:prstGeom prst="rect">
              <a:avLst/>
            </a:prstGeom>
            <a:solidFill>
              <a:schemeClr val="accent3">
                <a:lumMod val="60000"/>
                <a:lumOff val="40000"/>
              </a:schemeClr>
            </a:solidFill>
            <a:ln>
              <a:solidFill>
                <a:schemeClr val="accent4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DFA32EBA-E855-4B8B-8929-5BEE93995880}"/>
                </a:ext>
              </a:extLst>
            </p:cNvPr>
            <p:cNvSpPr/>
            <p:nvPr/>
          </p:nvSpPr>
          <p:spPr>
            <a:xfrm>
              <a:off x="6248400" y="4465082"/>
              <a:ext cx="838200" cy="838200"/>
            </a:xfrm>
            <a:prstGeom prst="rect">
              <a:avLst/>
            </a:prstGeom>
            <a:solidFill>
              <a:schemeClr val="accent3">
                <a:lumMod val="60000"/>
                <a:lumOff val="40000"/>
              </a:schemeClr>
            </a:solidFill>
            <a:ln>
              <a:solidFill>
                <a:schemeClr val="accent4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31" name="Connector: Elbow 30">
              <a:extLst>
                <a:ext uri="{FF2B5EF4-FFF2-40B4-BE49-F238E27FC236}">
                  <a16:creationId xmlns:a16="http://schemas.microsoft.com/office/drawing/2014/main" id="{F62F5830-400B-4F35-B16E-58910EF6BC3A}"/>
                </a:ext>
              </a:extLst>
            </p:cNvPr>
            <p:cNvCxnSpPr>
              <a:cxnSpLocks/>
            </p:cNvCxnSpPr>
            <p:nvPr/>
          </p:nvCxnSpPr>
          <p:spPr>
            <a:xfrm rot="5400000" flipH="1" flipV="1">
              <a:off x="5886020" y="3835330"/>
              <a:ext cx="13560" cy="1259505"/>
            </a:xfrm>
            <a:prstGeom prst="bentConnector3">
              <a:avLst>
                <a:gd name="adj1" fmla="val 1800000"/>
              </a:avLst>
            </a:prstGeom>
            <a:ln w="38100">
              <a:solidFill>
                <a:schemeClr val="accent4">
                  <a:lumMod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Connector: Elbow 31">
              <a:extLst>
                <a:ext uri="{FF2B5EF4-FFF2-40B4-BE49-F238E27FC236}">
                  <a16:creationId xmlns:a16="http://schemas.microsoft.com/office/drawing/2014/main" id="{55F5CC43-5B33-41F3-93CD-46BD0BBAB8BF}"/>
                </a:ext>
              </a:extLst>
            </p:cNvPr>
            <p:cNvCxnSpPr>
              <a:stCxn id="30" idx="2"/>
              <a:endCxn id="29" idx="2"/>
            </p:cNvCxnSpPr>
            <p:nvPr/>
          </p:nvCxnSpPr>
          <p:spPr>
            <a:xfrm rot="5400000">
              <a:off x="5905500" y="4541282"/>
              <a:ext cx="12700" cy="1524000"/>
            </a:xfrm>
            <a:prstGeom prst="bentConnector3">
              <a:avLst>
                <a:gd name="adj1" fmla="val 1800000"/>
              </a:avLst>
            </a:prstGeom>
            <a:ln w="38100">
              <a:solidFill>
                <a:schemeClr val="accent4">
                  <a:lumMod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Connector: Elbow 32">
              <a:extLst>
                <a:ext uri="{FF2B5EF4-FFF2-40B4-BE49-F238E27FC236}">
                  <a16:creationId xmlns:a16="http://schemas.microsoft.com/office/drawing/2014/main" id="{10FD877E-B814-4636-8B68-2193A80FCDC0}"/>
                </a:ext>
              </a:extLst>
            </p:cNvPr>
            <p:cNvCxnSpPr>
              <a:cxnSpLocks/>
              <a:stCxn id="29" idx="1"/>
              <a:endCxn id="29" idx="0"/>
            </p:cNvCxnSpPr>
            <p:nvPr/>
          </p:nvCxnSpPr>
          <p:spPr>
            <a:xfrm rot="10800000" flipH="1">
              <a:off x="4724400" y="4465082"/>
              <a:ext cx="419100" cy="419100"/>
            </a:xfrm>
            <a:prstGeom prst="bentConnector4">
              <a:avLst>
                <a:gd name="adj1" fmla="val -54545"/>
                <a:gd name="adj2" fmla="val 154545"/>
              </a:avLst>
            </a:prstGeom>
            <a:ln w="38100">
              <a:solidFill>
                <a:schemeClr val="accent4">
                  <a:lumMod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Connector: Elbow 33">
              <a:extLst>
                <a:ext uri="{FF2B5EF4-FFF2-40B4-BE49-F238E27FC236}">
                  <a16:creationId xmlns:a16="http://schemas.microsoft.com/office/drawing/2014/main" id="{E7295AE1-43A4-44D5-BE7A-83F36BB221B9}"/>
                </a:ext>
              </a:extLst>
            </p:cNvPr>
            <p:cNvCxnSpPr>
              <a:cxnSpLocks/>
              <a:stCxn id="30" idx="3"/>
              <a:endCxn id="30" idx="0"/>
            </p:cNvCxnSpPr>
            <p:nvPr/>
          </p:nvCxnSpPr>
          <p:spPr>
            <a:xfrm flipH="1" flipV="1">
              <a:off x="6667500" y="4465082"/>
              <a:ext cx="419100" cy="419100"/>
            </a:xfrm>
            <a:prstGeom prst="bentConnector4">
              <a:avLst>
                <a:gd name="adj1" fmla="val -54545"/>
                <a:gd name="adj2" fmla="val 154545"/>
              </a:avLst>
            </a:prstGeom>
            <a:ln w="38100">
              <a:solidFill>
                <a:schemeClr val="accent4">
                  <a:lumMod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5" name="TextBox 34">
                  <a:extLst>
                    <a:ext uri="{FF2B5EF4-FFF2-40B4-BE49-F238E27FC236}">
                      <a16:creationId xmlns:a16="http://schemas.microsoft.com/office/drawing/2014/main" id="{C8257239-A006-48A7-91BC-D57BBADEF098}"/>
                    </a:ext>
                  </a:extLst>
                </p:cNvPr>
                <p:cNvSpPr txBox="1"/>
                <p:nvPr/>
              </p:nvSpPr>
              <p:spPr>
                <a:xfrm>
                  <a:off x="6774868" y="5303282"/>
                  <a:ext cx="419100" cy="36933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l" rtl="0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{</m:t>
                        </m:r>
                        <m:r>
                          <a:rPr lang="en-US" b="0" i="1" smtClean="0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b="0" i="1" smtClean="0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}</m:t>
                        </m:r>
                      </m:oMath>
                    </m:oMathPara>
                  </a14:m>
                  <a:endParaRPr lang="en-US">
                    <a:solidFill>
                      <a:schemeClr val="accent2">
                        <a:lumMod val="75000"/>
                      </a:schemeClr>
                    </a:solidFill>
                  </a:endParaRPr>
                </a:p>
              </p:txBody>
            </p:sp>
          </mc:Choice>
          <mc:Fallback>
            <p:sp>
              <p:nvSpPr>
                <p:cNvPr id="35" name="TextBox 34">
                  <a:extLst>
                    <a:ext uri="{FF2B5EF4-FFF2-40B4-BE49-F238E27FC236}">
                      <a16:creationId xmlns:a16="http://schemas.microsoft.com/office/drawing/2014/main" id="{C8257239-A006-48A7-91BC-D57BBADEF09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774868" y="5303282"/>
                  <a:ext cx="419100" cy="369331"/>
                </a:xfrm>
                <a:prstGeom prst="rect">
                  <a:avLst/>
                </a:prstGeom>
                <a:blipFill>
                  <a:blip r:embed="rId5"/>
                  <a:stretch>
                    <a:fillRect l="-6897" r="-44828" b="-47826"/>
                  </a:stretch>
                </a:blipFill>
              </p:spPr>
              <p:txBody>
                <a:bodyPr/>
                <a:lstStyle/>
                <a:p>
                  <a:r>
                    <a:rPr lang="en-IL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6" name="TextBox 35">
                  <a:extLst>
                    <a:ext uri="{FF2B5EF4-FFF2-40B4-BE49-F238E27FC236}">
                      <a16:creationId xmlns:a16="http://schemas.microsoft.com/office/drawing/2014/main" id="{BDF24F6C-9F56-4AC6-8073-D5461D70097E}"/>
                    </a:ext>
                  </a:extLst>
                </p:cNvPr>
                <p:cNvSpPr txBox="1"/>
                <p:nvPr/>
              </p:nvSpPr>
              <p:spPr>
                <a:xfrm>
                  <a:off x="4514849" y="5314950"/>
                  <a:ext cx="419100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l" rtl="0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{}</m:t>
                        </m:r>
                      </m:oMath>
                    </m:oMathPara>
                  </a14:m>
                  <a:endParaRPr lang="en-US">
                    <a:solidFill>
                      <a:schemeClr val="accent2">
                        <a:lumMod val="75000"/>
                      </a:schemeClr>
                    </a:solidFill>
                  </a:endParaRPr>
                </a:p>
              </p:txBody>
            </p:sp>
          </mc:Choice>
          <mc:Fallback>
            <p:sp>
              <p:nvSpPr>
                <p:cNvPr id="36" name="TextBox 35">
                  <a:extLst>
                    <a:ext uri="{FF2B5EF4-FFF2-40B4-BE49-F238E27FC236}">
                      <a16:creationId xmlns:a16="http://schemas.microsoft.com/office/drawing/2014/main" id="{BDF24F6C-9F56-4AC6-8073-D5461D70097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514849" y="5314950"/>
                  <a:ext cx="419100" cy="369332"/>
                </a:xfrm>
                <a:prstGeom prst="rect">
                  <a:avLst/>
                </a:prstGeom>
                <a:blipFill>
                  <a:blip r:embed="rId6"/>
                  <a:stretch>
                    <a:fillRect l="-6897" r="-8621" b="-47826"/>
                  </a:stretch>
                </a:blipFill>
              </p:spPr>
              <p:txBody>
                <a:bodyPr/>
                <a:lstStyle/>
                <a:p>
                  <a:r>
                    <a:rPr lang="en-IL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206CC528-A83F-46D8-A5A2-C3492E649CB0}"/>
                </a:ext>
              </a:extLst>
            </p:cNvPr>
            <p:cNvSpPr/>
            <p:nvPr/>
          </p:nvSpPr>
          <p:spPr>
            <a:xfrm>
              <a:off x="7772400" y="5250339"/>
              <a:ext cx="838200" cy="838200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40" name="Connector: Elbow 39">
              <a:extLst>
                <a:ext uri="{FF2B5EF4-FFF2-40B4-BE49-F238E27FC236}">
                  <a16:creationId xmlns:a16="http://schemas.microsoft.com/office/drawing/2014/main" id="{97CCD349-5709-4E08-8B13-F24C48361E41}"/>
                </a:ext>
              </a:extLst>
            </p:cNvPr>
            <p:cNvCxnSpPr>
              <a:cxnSpLocks/>
              <a:stCxn id="39" idx="3"/>
              <a:endCxn id="39" idx="0"/>
            </p:cNvCxnSpPr>
            <p:nvPr/>
          </p:nvCxnSpPr>
          <p:spPr>
            <a:xfrm flipH="1" flipV="1">
              <a:off x="8191500" y="5250339"/>
              <a:ext cx="419100" cy="419100"/>
            </a:xfrm>
            <a:prstGeom prst="bentConnector4">
              <a:avLst>
                <a:gd name="adj1" fmla="val -54545"/>
                <a:gd name="adj2" fmla="val 154545"/>
              </a:avLst>
            </a:prstGeom>
            <a:ln w="38100">
              <a:solidFill>
                <a:schemeClr val="accent4">
                  <a:lumMod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Connector: Elbow 42">
              <a:extLst>
                <a:ext uri="{FF2B5EF4-FFF2-40B4-BE49-F238E27FC236}">
                  <a16:creationId xmlns:a16="http://schemas.microsoft.com/office/drawing/2014/main" id="{4AB8EB75-D893-49DC-961A-E89402A4AB7D}"/>
                </a:ext>
              </a:extLst>
            </p:cNvPr>
            <p:cNvCxnSpPr>
              <a:cxnSpLocks/>
            </p:cNvCxnSpPr>
            <p:nvPr/>
          </p:nvCxnSpPr>
          <p:spPr>
            <a:xfrm>
              <a:off x="7077075" y="5050375"/>
              <a:ext cx="685800" cy="588425"/>
            </a:xfrm>
            <a:prstGeom prst="bentConnector3">
              <a:avLst>
                <a:gd name="adj1" fmla="val 50000"/>
              </a:avLst>
            </a:prstGeom>
            <a:ln w="38100">
              <a:solidFill>
                <a:schemeClr val="accent4">
                  <a:lumMod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7" name="TextBox 46">
                  <a:extLst>
                    <a:ext uri="{FF2B5EF4-FFF2-40B4-BE49-F238E27FC236}">
                      <a16:creationId xmlns:a16="http://schemas.microsoft.com/office/drawing/2014/main" id="{D30A827D-2BD2-4F96-A6B6-075B222AF546}"/>
                    </a:ext>
                  </a:extLst>
                </p:cNvPr>
                <p:cNvSpPr txBox="1"/>
                <p:nvPr/>
              </p:nvSpPr>
              <p:spPr>
                <a:xfrm>
                  <a:off x="8420100" y="6031468"/>
                  <a:ext cx="419100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l" rtl="0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{}</m:t>
                        </m:r>
                      </m:oMath>
                    </m:oMathPara>
                  </a14:m>
                  <a:endParaRPr lang="en-US">
                    <a:solidFill>
                      <a:schemeClr val="accent2">
                        <a:lumMod val="75000"/>
                      </a:schemeClr>
                    </a:solidFill>
                  </a:endParaRPr>
                </a:p>
              </p:txBody>
            </p:sp>
          </mc:Choice>
          <mc:Fallback>
            <p:sp>
              <p:nvSpPr>
                <p:cNvPr id="47" name="TextBox 46">
                  <a:extLst>
                    <a:ext uri="{FF2B5EF4-FFF2-40B4-BE49-F238E27FC236}">
                      <a16:creationId xmlns:a16="http://schemas.microsoft.com/office/drawing/2014/main" id="{D30A827D-2BD2-4F96-A6B6-075B222AF54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420100" y="6031468"/>
                  <a:ext cx="419100" cy="369332"/>
                </a:xfrm>
                <a:prstGeom prst="rect">
                  <a:avLst/>
                </a:prstGeom>
                <a:blipFill>
                  <a:blip r:embed="rId7"/>
                  <a:stretch>
                    <a:fillRect l="-6897" r="-8621" b="-47826"/>
                  </a:stretch>
                </a:blipFill>
              </p:spPr>
              <p:txBody>
                <a:bodyPr/>
                <a:lstStyle/>
                <a:p>
                  <a:r>
                    <a:rPr lang="en-IL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353377916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">
        <p:dissolve/>
      </p:transition>
    </mc:Choice>
    <mc:Fallback>
      <p:transition>
        <p:dissolv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-228600"/>
            <a:ext cx="7772400" cy="1143000"/>
          </a:xfrm>
        </p:spPr>
        <p:txBody>
          <a:bodyPr/>
          <a:lstStyle/>
          <a:p>
            <a:r>
              <a:rPr lang="he-IL">
                <a:latin typeface="Gisha" panose="020B0502040204020203" pitchFamily="34" charset="-79"/>
                <a:cs typeface="Gisha" panose="020B0502040204020203" pitchFamily="34" charset="-79"/>
              </a:rPr>
              <a:t>זמן לינארי ומתפצל</a:t>
            </a:r>
            <a:endParaRPr lang="en-US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926B5-663A-4127-A287-7B83208B40AD}" type="datetime8">
              <a:rPr lang="he-IL" smtClean="0"/>
              <a:pPr/>
              <a:t>18 ינואר 23</a:t>
            </a:fld>
            <a:endParaRPr lang="he-I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A1DA9-A2DD-4375-8887-E40ACC834D3F}" type="slidenum">
              <a:rPr lang="he-IL" smtClean="0"/>
              <a:pPr/>
              <a:t>4</a:t>
            </a:fld>
            <a:endParaRPr lang="he-IL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Content Placeholder 4"/>
              <p:cNvSpPr>
                <a:spLocks noGrp="1"/>
              </p:cNvSpPr>
              <p:nvPr>
                <p:ph sz="quarter" idx="1"/>
              </p:nvPr>
            </p:nvSpPr>
            <p:spPr>
              <a:xfrm>
                <a:off x="152400" y="1143000"/>
                <a:ext cx="8839200" cy="5410200"/>
              </a:xfrm>
            </p:spPr>
            <p:txBody>
              <a:bodyPr>
                <a:normAutofit/>
              </a:bodyPr>
              <a:lstStyle/>
              <a:p>
                <a:pPr>
                  <a:spcBef>
                    <a:spcPts val="600"/>
                  </a:spcBef>
                </a:pPr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</a:rPr>
                  <a:t>לוגיקת זמן </a:t>
                </a:r>
                <a:r>
                  <a:rPr lang="he-IL">
                    <a:solidFill>
                      <a:srgbClr val="FF0000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לינארי</a:t>
                </a:r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</a:rPr>
                  <a:t> (</a:t>
                </a:r>
                <a:r>
                  <a:rPr lang="en-US">
                    <a:latin typeface="Gisha" panose="020B0502040204020203" pitchFamily="34" charset="-79"/>
                    <a:cs typeface="Gisha" panose="020B0502040204020203" pitchFamily="34" charset="-79"/>
                  </a:rPr>
                  <a:t>LTL</a:t>
                </a:r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</a:rPr>
                  <a:t>):</a:t>
                </a:r>
              </a:p>
              <a:p>
                <a:pPr lvl="1">
                  <a:spcBef>
                    <a:spcPts val="600"/>
                  </a:spcBef>
                </a:pPr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</a:rPr>
                  <a:t>אמירות לגבי קבוצת כל המסלולים המתחילים במצב</a:t>
                </a:r>
              </a:p>
              <a:p>
                <a:pPr lvl="1">
                  <a:spcBef>
                    <a:spcPts val="600"/>
                  </a:spcBef>
                </a:pPr>
                <a:r>
                  <a:rPr lang="he-IL" b="0">
                    <a:latin typeface="Gisha" panose="020B0502040204020203" pitchFamily="34" charset="-79"/>
                    <a:cs typeface="Gisha" panose="020B0502040204020203" pitchFamily="34" charset="-79"/>
                  </a:rPr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⊨</m:t>
                    </m:r>
                    <m:r>
                      <m:rPr>
                        <m:nor/>
                      </m:rPr>
                      <a:rPr lang="en-US">
                        <a:latin typeface="Gisha" panose="020B0502040204020203" pitchFamily="34" charset="-79"/>
                        <a:cs typeface="Gisha" panose="020B0502040204020203" pitchFamily="34" charset="-79"/>
                        <a:sym typeface="Symbol" panose="05050102010706020507" pitchFamily="18" charset="2"/>
                      </a:rPr>
                      <m:t></m:t>
                    </m:r>
                    <m:r>
                      <m:rPr>
                        <m:nor/>
                      </m:rPr>
                      <a:rPr lang="en-US" b="0" smtClean="0">
                        <a:latin typeface="Gisha" panose="020B0502040204020203" pitchFamily="34" charset="-79"/>
                        <a:cs typeface="Gisha" panose="020B0502040204020203" pitchFamily="34" charset="-79"/>
                        <a:sym typeface="Symbol" panose="05050102010706020507" pitchFamily="18" charset="2"/>
                      </a:rPr>
                      <m:t>(</m:t>
                    </m:r>
                    <m:r>
                      <a:rPr lang="en-US" i="1"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𝑥</m:t>
                    </m:r>
                    <m:r>
                      <a:rPr lang="en-US" i="1"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≤</m:t>
                    </m:r>
                    <m:r>
                      <a:rPr lang="en-US" i="1"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20</m:t>
                    </m:r>
                    <m:r>
                      <m:rPr>
                        <m:nor/>
                      </m:rPr>
                      <a:rPr lang="en-US" b="0" smtClean="0">
                        <a:latin typeface="Gisha" panose="020B0502040204020203" pitchFamily="34" charset="-79"/>
                        <a:cs typeface="Gisha" panose="020B0502040204020203" pitchFamily="34" charset="-79"/>
                        <a:sym typeface="Symbol" panose="05050102010706020507" pitchFamily="18" charset="2"/>
                      </a:rPr>
                      <m:t>)</m:t>
                    </m:r>
                  </m:oMath>
                </a14:m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</a:rPr>
                  <a:t> אם </a:t>
                </a:r>
                <a:r>
                  <a:rPr lang="he-IL">
                    <a:solidFill>
                      <a:srgbClr val="3333FF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בכל מסלול </a:t>
                </a:r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</a:rPr>
                  <a:t>המתחיל ב-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</a:rPr>
                  <a:t> תמיד מתקיים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20</m:t>
                    </m:r>
                  </m:oMath>
                </a14:m>
                <a:endParaRPr lang="he-IL">
                  <a:latin typeface="Gisha" panose="020B0502040204020203" pitchFamily="34" charset="-79"/>
                  <a:cs typeface="Gisha" panose="020B0502040204020203" pitchFamily="34" charset="-79"/>
                </a:endParaRPr>
              </a:p>
              <a:p>
                <a:pPr lvl="1">
                  <a:spcBef>
                    <a:spcPts val="600"/>
                  </a:spcBef>
                </a:pPr>
                <a:endParaRPr lang="en-US">
                  <a:latin typeface="Gisha" panose="020B0502040204020203" pitchFamily="34" charset="-79"/>
                  <a:cs typeface="Gisha" panose="020B0502040204020203" pitchFamily="34" charset="-79"/>
                </a:endParaRPr>
              </a:p>
              <a:p>
                <a:pPr>
                  <a:spcBef>
                    <a:spcPts val="600"/>
                  </a:spcBef>
                </a:pPr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</a:rPr>
                  <a:t>לוגיקת זמן </a:t>
                </a:r>
                <a:r>
                  <a:rPr lang="he-IL">
                    <a:solidFill>
                      <a:srgbClr val="FF0000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מתפצל</a:t>
                </a:r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</a:rPr>
                  <a:t> (</a:t>
                </a:r>
                <a:r>
                  <a:rPr lang="en-US">
                    <a:latin typeface="Gisha" panose="020B0502040204020203" pitchFamily="34" charset="-79"/>
                    <a:cs typeface="Gisha" panose="020B0502040204020203" pitchFamily="34" charset="-79"/>
                  </a:rPr>
                  <a:t>CTL</a:t>
                </a:r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</a:rPr>
                  <a:t>):</a:t>
                </a:r>
              </a:p>
              <a:p>
                <a:pPr lvl="1">
                  <a:spcBef>
                    <a:spcPts val="600"/>
                  </a:spcBef>
                </a:pPr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</a:rPr>
                  <a:t>גם אמירות לגבי קיום מסלולים המתחילים במצב</a:t>
                </a:r>
              </a:p>
              <a:p>
                <a:pPr lvl="1">
                  <a:spcBef>
                    <a:spcPts val="600"/>
                  </a:spcBef>
                </a:pP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⊨∀</m:t>
                    </m:r>
                    <m:r>
                      <m:rPr>
                        <m:nor/>
                      </m:rPr>
                      <a:rPr lang="en-US">
                        <a:latin typeface="Gisha" panose="020B0502040204020203" pitchFamily="34" charset="-79"/>
                        <a:cs typeface="Gisha" panose="020B0502040204020203" pitchFamily="34" charset="-79"/>
                        <a:sym typeface="Symbol" panose="05050102010706020507" pitchFamily="18" charset="2"/>
                      </a:rPr>
                      <m:t>(</m:t>
                    </m:r>
                    <m:r>
                      <a:rPr lang="en-US" i="1"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𝑥</m:t>
                    </m:r>
                    <m:r>
                      <a:rPr lang="en-US" i="1"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≤</m:t>
                    </m:r>
                    <m:r>
                      <a:rPr lang="en-US" i="1"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20</m:t>
                    </m:r>
                    <m:r>
                      <m:rPr>
                        <m:nor/>
                      </m:rPr>
                      <a:rPr lang="en-US">
                        <a:latin typeface="Gisha" panose="020B0502040204020203" pitchFamily="34" charset="-79"/>
                        <a:cs typeface="Gisha" panose="020B0502040204020203" pitchFamily="34" charset="-79"/>
                        <a:sym typeface="Symbol" panose="05050102010706020507" pitchFamily="18" charset="2"/>
                      </a:rPr>
                      <m:t>)</m:t>
                    </m:r>
                  </m:oMath>
                </a14:m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</a:rPr>
                  <a:t> אם </a:t>
                </a:r>
                <a:r>
                  <a:rPr lang="he-IL">
                    <a:solidFill>
                      <a:srgbClr val="FF0000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בכל</a:t>
                </a:r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</a:rPr>
                  <a:t> מסלול המתחיל ב-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</a:rPr>
                  <a:t> מתקיים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>
                        <a:latin typeface="Gisha" panose="020B0502040204020203" pitchFamily="34" charset="-79"/>
                        <a:cs typeface="Gisha" panose="020B0502040204020203" pitchFamily="34" charset="-79"/>
                        <a:sym typeface="Symbol" panose="05050102010706020507" pitchFamily="18" charset="2"/>
                      </a:rPr>
                      <m:t>(</m:t>
                    </m:r>
                    <m:r>
                      <a:rPr lang="en-US" i="1"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𝑥</m:t>
                    </m:r>
                    <m:r>
                      <a:rPr lang="en-US" i="1"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≤</m:t>
                    </m:r>
                    <m:r>
                      <a:rPr lang="en-US" i="1"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20</m:t>
                    </m:r>
                    <m:r>
                      <m:rPr>
                        <m:nor/>
                      </m:rPr>
                      <a:rPr lang="en-US">
                        <a:latin typeface="Gisha" panose="020B0502040204020203" pitchFamily="34" charset="-79"/>
                        <a:cs typeface="Gisha" panose="020B0502040204020203" pitchFamily="34" charset="-79"/>
                        <a:sym typeface="Symbol" panose="05050102010706020507" pitchFamily="18" charset="2"/>
                      </a:rPr>
                      <m:t>)</m:t>
                    </m:r>
                    <m:r>
                      <a:rPr lang="en-US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i="1">
                  <a:latin typeface="Cambria Math" panose="02040503050406030204" pitchFamily="18" charset="0"/>
                </a:endParaRPr>
              </a:p>
              <a:p>
                <a:pPr lvl="1">
                  <a:spcBef>
                    <a:spcPts val="600"/>
                  </a:spcBef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⊨∃</m:t>
                    </m:r>
                    <m:r>
                      <m:rPr>
                        <m:nor/>
                      </m:rPr>
                      <a:rPr lang="en-US">
                        <a:latin typeface="Gisha" panose="020B0502040204020203" pitchFamily="34" charset="-79"/>
                        <a:cs typeface="Gisha" panose="020B0502040204020203" pitchFamily="34" charset="-79"/>
                        <a:sym typeface="Symbol" panose="05050102010706020507" pitchFamily="18" charset="2"/>
                      </a:rPr>
                      <m:t>(</m:t>
                    </m:r>
                    <m:r>
                      <a:rPr lang="en-US" i="1"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𝑥</m:t>
                    </m:r>
                    <m:r>
                      <a:rPr lang="en-US" i="1"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≤</m:t>
                    </m:r>
                    <m:r>
                      <a:rPr lang="en-US" i="1"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20</m:t>
                    </m:r>
                    <m:r>
                      <m:rPr>
                        <m:nor/>
                      </m:rPr>
                      <a:rPr lang="en-US">
                        <a:latin typeface="Gisha" panose="020B0502040204020203" pitchFamily="34" charset="-79"/>
                        <a:cs typeface="Gisha" panose="020B0502040204020203" pitchFamily="34" charset="-79"/>
                        <a:sym typeface="Symbol" panose="05050102010706020507" pitchFamily="18" charset="2"/>
                      </a:rPr>
                      <m:t>)</m:t>
                    </m:r>
                  </m:oMath>
                </a14:m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</a:rPr>
                  <a:t> אם </a:t>
                </a:r>
                <a:r>
                  <a:rPr lang="he-IL">
                    <a:solidFill>
                      <a:srgbClr val="3333FF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קיים</a:t>
                </a:r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</a:rPr>
                  <a:t> מסלול המתחיל ב-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</a:rPr>
                  <a:t> מתקיים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>
                        <a:latin typeface="Gisha" panose="020B0502040204020203" pitchFamily="34" charset="-79"/>
                        <a:cs typeface="Gisha" panose="020B0502040204020203" pitchFamily="34" charset="-79"/>
                        <a:sym typeface="Symbol" panose="05050102010706020507" pitchFamily="18" charset="2"/>
                      </a:rPr>
                      <m:t>(</m:t>
                    </m:r>
                    <m:r>
                      <a:rPr lang="en-US" i="1"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𝑥</m:t>
                    </m:r>
                    <m:r>
                      <a:rPr lang="en-US" i="1"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≤</m:t>
                    </m:r>
                    <m:r>
                      <a:rPr lang="en-US" i="1"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20</m:t>
                    </m:r>
                    <m:r>
                      <m:rPr>
                        <m:nor/>
                      </m:rPr>
                      <a:rPr lang="en-US">
                        <a:latin typeface="Gisha" panose="020B0502040204020203" pitchFamily="34" charset="-79"/>
                        <a:cs typeface="Gisha" panose="020B0502040204020203" pitchFamily="34" charset="-79"/>
                        <a:sym typeface="Symbol" panose="05050102010706020507" pitchFamily="18" charset="2"/>
                      </a:rPr>
                      <m:t>)</m:t>
                    </m:r>
                  </m:oMath>
                </a14:m>
                <a:endParaRPr lang="he-IL">
                  <a:latin typeface="Gisha" panose="020B0502040204020203" pitchFamily="34" charset="-79"/>
                  <a:cs typeface="Gisha" panose="020B0502040204020203" pitchFamily="34" charset="-79"/>
                </a:endParaRPr>
              </a:p>
              <a:p>
                <a:pPr lvl="1">
                  <a:spcBef>
                    <a:spcPts val="600"/>
                  </a:spcBef>
                </a:pPr>
                <a:endParaRPr lang="he-IL">
                  <a:latin typeface="Gisha" panose="020B0502040204020203" pitchFamily="34" charset="-79"/>
                  <a:cs typeface="Gisha" panose="020B0502040204020203" pitchFamily="34" charset="-79"/>
                </a:endParaRPr>
              </a:p>
              <a:p>
                <a:pPr>
                  <a:spcBef>
                    <a:spcPts val="600"/>
                  </a:spcBef>
                </a:pPr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</a:rPr>
                  <a:t>אפשר לבדוק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∃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𝜑</m:t>
                    </m:r>
                  </m:oMath>
                </a14:m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</a:rPr>
                  <a:t> באמצעות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∀¬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𝜑</m:t>
                    </m:r>
                  </m:oMath>
                </a14:m>
                <a:endParaRPr lang="en-US">
                  <a:latin typeface="Gisha" panose="020B0502040204020203" pitchFamily="34" charset="-79"/>
                  <a:cs typeface="Gisha" panose="020B0502040204020203" pitchFamily="34" charset="-79"/>
                </a:endParaRPr>
              </a:p>
              <a:p>
                <a:pPr lvl="1">
                  <a:spcBef>
                    <a:spcPts val="600"/>
                  </a:spcBef>
                </a:pPr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</a:rPr>
                  <a:t>אבל זה לא יעבוד לנוסחאות מקוננות כמו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∀</m:t>
                    </m:r>
                    <m:r>
                      <m:rPr>
                        <m:nor/>
                      </m:rPr>
                      <a:rPr lang="en-US">
                        <a:sym typeface="Symbol" panose="05050102010706020507" pitchFamily="18" charset="2"/>
                      </a:rPr>
                      <m:t></m:t>
                    </m:r>
                    <m:r>
                      <a:rPr lang="en-US" i="1"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∃</m:t>
                    </m:r>
                    <m:r>
                      <m:rPr>
                        <m:nor/>
                      </m:rPr>
                      <a:rPr lang="en-US" dirty="0">
                        <a:latin typeface="cmsy10" panose="020B0500000000000000" pitchFamily="34" charset="0"/>
                      </a:rPr>
                      <m:t>}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</a:rPr>
                  <a:t> </a:t>
                </a:r>
              </a:p>
              <a:p>
                <a:pPr lvl="1">
                  <a:spcBef>
                    <a:spcPts val="600"/>
                  </a:spcBef>
                </a:pPr>
                <a:endParaRPr lang="he-IL">
                  <a:latin typeface="Gisha" panose="020B0502040204020203" pitchFamily="34" charset="-79"/>
                  <a:cs typeface="Gisha" panose="020B0502040204020203" pitchFamily="34" charset="-79"/>
                </a:endParaRPr>
              </a:p>
              <a:p>
                <a:pPr marL="320040" lvl="1" indent="0">
                  <a:spcBef>
                    <a:spcPts val="600"/>
                  </a:spcBef>
                  <a:buNone/>
                </a:pPr>
                <a:endParaRPr lang="he-IL">
                  <a:latin typeface="Gisha" panose="020B0502040204020203" pitchFamily="34" charset="-79"/>
                  <a:cs typeface="Gisha" panose="020B0502040204020203" pitchFamily="34" charset="-79"/>
                </a:endParaRPr>
              </a:p>
              <a:p>
                <a:pPr lvl="1">
                  <a:spcBef>
                    <a:spcPts val="600"/>
                  </a:spcBef>
                </a:pPr>
                <a:endParaRPr lang="en-US">
                  <a:latin typeface="Gisha" panose="020B0502040204020203" pitchFamily="34" charset="-79"/>
                  <a:cs typeface="Gisha" panose="020B0502040204020203" pitchFamily="34" charset="-79"/>
                </a:endParaRPr>
              </a:p>
            </p:txBody>
          </p:sp>
        </mc:Choice>
        <mc:Fallback>
          <p:sp>
            <p:nvSpPr>
              <p:cNvPr id="5" name="Content Placeholder 4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xfrm>
                <a:off x="152400" y="1143000"/>
                <a:ext cx="8839200" cy="5410200"/>
              </a:xfrm>
              <a:blipFill>
                <a:blip r:embed="rId2"/>
                <a:stretch>
                  <a:fillRect l="-1931" t="-1240" r="-759" b="-10598"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7229609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">
        <p:dissolve/>
      </p:transition>
    </mc:Choice>
    <mc:Fallback>
      <p:transition>
        <p:dissolv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-228600"/>
            <a:ext cx="7772400" cy="1143000"/>
          </a:xfrm>
        </p:spPr>
        <p:txBody>
          <a:bodyPr/>
          <a:lstStyle/>
          <a:p>
            <a:r>
              <a:rPr lang="he-IL">
                <a:latin typeface="Gisha" panose="020B0502040204020203" pitchFamily="34" charset="-79"/>
                <a:cs typeface="Gisha" panose="020B0502040204020203" pitchFamily="34" charset="-79"/>
              </a:rPr>
              <a:t>לוגיקה על בסיס זמן מתפצל</a:t>
            </a:r>
            <a:endParaRPr lang="en-US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926B5-663A-4127-A287-7B83208B40AD}" type="datetime8">
              <a:rPr lang="he-IL" smtClean="0">
                <a:latin typeface="Gisha" panose="020B0502040204020203" pitchFamily="34" charset="-79"/>
                <a:cs typeface="Gisha" panose="020B0502040204020203" pitchFamily="34" charset="-79"/>
              </a:rPr>
              <a:pPr/>
              <a:t>18 ינואר 23</a:t>
            </a:fld>
            <a:endParaRPr lang="he-IL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A1DA9-A2DD-4375-8887-E40ACC834D3F}" type="slidenum">
              <a:rPr lang="he-IL" smtClean="0">
                <a:latin typeface="Gisha" panose="020B0502040204020203" pitchFamily="34" charset="-79"/>
                <a:cs typeface="Gisha" panose="020B0502040204020203" pitchFamily="34" charset="-79"/>
              </a:rPr>
              <a:pPr/>
              <a:t>5</a:t>
            </a:fld>
            <a:endParaRPr lang="he-IL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sp>
        <p:nvSpPr>
          <p:cNvPr id="5" name="Content Placeholder 4"/>
          <p:cNvSpPr>
            <a:spLocks noGrp="1"/>
          </p:cNvSpPr>
          <p:nvPr>
            <p:ph sz="quarter" idx="1"/>
          </p:nvPr>
        </p:nvSpPr>
        <p:spPr>
          <a:xfrm>
            <a:off x="152400" y="1524000"/>
            <a:ext cx="8839200" cy="5486400"/>
          </a:xfrm>
        </p:spPr>
        <p:txBody>
          <a:bodyPr>
            <a:normAutofit/>
          </a:bodyPr>
          <a:lstStyle/>
          <a:p>
            <a:pPr>
              <a:spcBef>
                <a:spcPts val="600"/>
              </a:spcBef>
            </a:pPr>
            <a:r>
              <a:rPr lang="he-IL">
                <a:latin typeface="Gisha" panose="020B0502040204020203" pitchFamily="34" charset="-79"/>
                <a:cs typeface="Gisha" panose="020B0502040204020203" pitchFamily="34" charset="-79"/>
              </a:rPr>
              <a:t>נגדיר לוגיקה בשם </a:t>
            </a:r>
            <a:r>
              <a:rPr lang="en-US">
                <a:solidFill>
                  <a:srgbClr val="0000FF"/>
                </a:solidFill>
                <a:latin typeface="Gisha" panose="020B0502040204020203" pitchFamily="34" charset="-79"/>
                <a:cs typeface="Gisha" panose="020B0502040204020203" pitchFamily="34" charset="-79"/>
              </a:rPr>
              <a:t>CTL</a:t>
            </a:r>
            <a:endParaRPr lang="he-IL">
              <a:solidFill>
                <a:srgbClr val="0000FF"/>
              </a:solidFill>
              <a:latin typeface="Gisha" panose="020B0502040204020203" pitchFamily="34" charset="-79"/>
              <a:cs typeface="Gisha" panose="020B0502040204020203" pitchFamily="34" charset="-79"/>
            </a:endParaRPr>
          </a:p>
          <a:p>
            <a:pPr>
              <a:spcBef>
                <a:spcPts val="600"/>
              </a:spcBef>
            </a:pPr>
            <a:endParaRPr lang="he-IL">
              <a:latin typeface="Gisha" panose="020B0502040204020203" pitchFamily="34" charset="-79"/>
              <a:cs typeface="Gisha" panose="020B0502040204020203" pitchFamily="34" charset="-79"/>
            </a:endParaRPr>
          </a:p>
          <a:p>
            <a:pPr>
              <a:spcBef>
                <a:spcPts val="600"/>
              </a:spcBef>
            </a:pPr>
            <a:r>
              <a:rPr lang="he-IL">
                <a:latin typeface="Gisha" panose="020B0502040204020203" pitchFamily="34" charset="-79"/>
                <a:cs typeface="Gisha" panose="020B0502040204020203" pitchFamily="34" charset="-79"/>
              </a:rPr>
              <a:t>הסמנטיקה תוגדר באמצעות </a:t>
            </a:r>
            <a:r>
              <a:rPr lang="he-IL">
                <a:solidFill>
                  <a:srgbClr val="3333FF"/>
                </a:solidFill>
                <a:latin typeface="Gisha" panose="020B0502040204020203" pitchFamily="34" charset="-79"/>
                <a:cs typeface="Gisha" panose="020B0502040204020203" pitchFamily="34" charset="-79"/>
              </a:rPr>
              <a:t>עץ החישוב</a:t>
            </a:r>
          </a:p>
          <a:p>
            <a:pPr lvl="1">
              <a:spcBef>
                <a:spcPts val="600"/>
              </a:spcBef>
            </a:pPr>
            <a:r>
              <a:rPr lang="he-IL">
                <a:latin typeface="Gisha" panose="020B0502040204020203" pitchFamily="34" charset="-79"/>
                <a:cs typeface="Gisha" panose="020B0502040204020203" pitchFamily="34" charset="-79"/>
              </a:rPr>
              <a:t>עץ אינסופי של מצבים המתקבל מפריסת מערכת המעברים</a:t>
            </a:r>
          </a:p>
          <a:p>
            <a:pPr lvl="1">
              <a:spcBef>
                <a:spcPts val="600"/>
              </a:spcBef>
            </a:pPr>
            <a:r>
              <a:rPr lang="he-IL" b="0">
                <a:latin typeface="Gisha" panose="020B0502040204020203" pitchFamily="34" charset="-79"/>
                <a:cs typeface="Gisha" panose="020B0502040204020203" pitchFamily="34" charset="-79"/>
              </a:rPr>
              <a:t>לכל מצב בריצה יכול להיות יותר ממצב עוקב יחיד</a:t>
            </a:r>
            <a:endParaRPr lang="he-IL">
              <a:latin typeface="Gisha" panose="020B0502040204020203" pitchFamily="34" charset="-79"/>
              <a:cs typeface="Gisha" panose="020B0502040204020203" pitchFamily="34" charset="-79"/>
            </a:endParaRPr>
          </a:p>
          <a:p>
            <a:pPr lvl="1">
              <a:spcBef>
                <a:spcPts val="600"/>
              </a:spcBef>
            </a:pPr>
            <a:endParaRPr lang="en-US">
              <a:latin typeface="Gisha" panose="020B0502040204020203" pitchFamily="34" charset="-79"/>
              <a:cs typeface="Gisha" panose="020B0502040204020203" pitchFamily="34" charset="-79"/>
            </a:endParaRPr>
          </a:p>
          <a:p>
            <a:pPr>
              <a:spcBef>
                <a:spcPts val="600"/>
              </a:spcBef>
            </a:pPr>
            <a:r>
              <a:rPr lang="he-IL">
                <a:latin typeface="Gisha" panose="020B0502040204020203" pitchFamily="34" charset="-79"/>
                <a:cs typeface="Gisha" panose="020B0502040204020203" pitchFamily="34" charset="-79"/>
              </a:rPr>
              <a:t>יכולת ביטוי לא ניתנת להשוואה:</a:t>
            </a:r>
          </a:p>
          <a:p>
            <a:pPr lvl="1">
              <a:lnSpc>
                <a:spcPct val="150000"/>
              </a:lnSpc>
              <a:spcBef>
                <a:spcPts val="600"/>
              </a:spcBef>
            </a:pPr>
            <a:r>
              <a:rPr lang="he-IL">
                <a:latin typeface="Gisha" panose="020B0502040204020203" pitchFamily="34" charset="-79"/>
                <a:cs typeface="Gisha" panose="020B0502040204020203" pitchFamily="34" charset="-79"/>
              </a:rPr>
              <a:t>קיימות תכונות שניתן לבטא ב-</a:t>
            </a:r>
            <a:r>
              <a:rPr lang="en-US">
                <a:solidFill>
                  <a:srgbClr val="3333FF"/>
                </a:solidFill>
                <a:latin typeface="Gisha" panose="020B0502040204020203" pitchFamily="34" charset="-79"/>
                <a:cs typeface="Gisha" panose="020B0502040204020203" pitchFamily="34" charset="-79"/>
              </a:rPr>
              <a:t>CTL</a:t>
            </a:r>
            <a:r>
              <a:rPr lang="he-IL">
                <a:latin typeface="Gisha" panose="020B0502040204020203" pitchFamily="34" charset="-79"/>
                <a:cs typeface="Gisha" panose="020B0502040204020203" pitchFamily="34" charset="-79"/>
              </a:rPr>
              <a:t> ולא ניתן לבטא ב-</a:t>
            </a:r>
            <a:r>
              <a:rPr lang="en-US">
                <a:solidFill>
                  <a:srgbClr val="FF0000"/>
                </a:solidFill>
                <a:latin typeface="Gisha" panose="020B0502040204020203" pitchFamily="34" charset="-79"/>
                <a:cs typeface="Gisha" panose="020B0502040204020203" pitchFamily="34" charset="-79"/>
              </a:rPr>
              <a:t>LTL</a:t>
            </a:r>
            <a:endParaRPr lang="he-IL">
              <a:solidFill>
                <a:srgbClr val="FF0000"/>
              </a:solidFill>
              <a:latin typeface="Gisha" panose="020B0502040204020203" pitchFamily="34" charset="-79"/>
              <a:cs typeface="Gisha" panose="020B0502040204020203" pitchFamily="34" charset="-79"/>
            </a:endParaRPr>
          </a:p>
          <a:p>
            <a:pPr lvl="1">
              <a:spcBef>
                <a:spcPts val="600"/>
              </a:spcBef>
            </a:pPr>
            <a:r>
              <a:rPr lang="he-IL">
                <a:latin typeface="Gisha" panose="020B0502040204020203" pitchFamily="34" charset="-79"/>
                <a:cs typeface="Gisha" panose="020B0502040204020203" pitchFamily="34" charset="-79"/>
              </a:rPr>
              <a:t>קיימות תכונות שניתן לבטא ב-</a:t>
            </a:r>
            <a:r>
              <a:rPr lang="en-US">
                <a:solidFill>
                  <a:srgbClr val="FF0000"/>
                </a:solidFill>
                <a:latin typeface="Gisha" panose="020B0502040204020203" pitchFamily="34" charset="-79"/>
                <a:cs typeface="Gisha" panose="020B0502040204020203" pitchFamily="34" charset="-79"/>
              </a:rPr>
              <a:t>LTL</a:t>
            </a:r>
            <a:r>
              <a:rPr lang="he-IL">
                <a:latin typeface="Gisha" panose="020B0502040204020203" pitchFamily="34" charset="-79"/>
                <a:cs typeface="Gisha" panose="020B0502040204020203" pitchFamily="34" charset="-79"/>
              </a:rPr>
              <a:t> ולא ניתן לבטא ב-</a:t>
            </a:r>
            <a:r>
              <a:rPr lang="en-US">
                <a:solidFill>
                  <a:srgbClr val="3333FF"/>
                </a:solidFill>
                <a:latin typeface="Gisha" panose="020B0502040204020203" pitchFamily="34" charset="-79"/>
                <a:cs typeface="Gisha" panose="020B0502040204020203" pitchFamily="34" charset="-79"/>
              </a:rPr>
              <a:t>CTL</a:t>
            </a:r>
            <a:endParaRPr lang="he-IL">
              <a:solidFill>
                <a:srgbClr val="3333FF"/>
              </a:solidFill>
              <a:latin typeface="Gisha" panose="020B0502040204020203" pitchFamily="34" charset="-79"/>
              <a:cs typeface="Gisha" panose="020B0502040204020203" pitchFamily="34" charset="-79"/>
            </a:endParaRPr>
          </a:p>
          <a:p>
            <a:pPr marL="320040" lvl="1" indent="0">
              <a:spcBef>
                <a:spcPts val="600"/>
              </a:spcBef>
              <a:buNone/>
            </a:pPr>
            <a:endParaRPr lang="he-IL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245574080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">
        <p:dissolve/>
      </p:transition>
    </mc:Choice>
    <mc:Fallback>
      <p:transition>
        <p:dissolv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-228600"/>
            <a:ext cx="7772400" cy="1143000"/>
          </a:xfrm>
        </p:spPr>
        <p:txBody>
          <a:bodyPr/>
          <a:lstStyle/>
          <a:p>
            <a:r>
              <a:rPr lang="he-IL">
                <a:latin typeface="Gisha" panose="020B0502040204020203" pitchFamily="34" charset="-79"/>
                <a:cs typeface="Gisha" panose="020B0502040204020203" pitchFamily="34" charset="-79"/>
              </a:rPr>
              <a:t>מערכות מעברים ועצי חישוב</a:t>
            </a:r>
            <a:endParaRPr lang="en-US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926B5-663A-4127-A287-7B83208B40AD}" type="datetime8">
              <a:rPr lang="he-IL" smtClean="0"/>
              <a:pPr/>
              <a:t>18 ינואר 23</a:t>
            </a:fld>
            <a:endParaRPr lang="he-I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A1DA9-A2DD-4375-8887-E40ACC834D3F}" type="slidenum">
              <a:rPr lang="he-IL" smtClean="0"/>
              <a:pPr/>
              <a:t>6</a:t>
            </a:fld>
            <a:endParaRPr lang="he-IL"/>
          </a:p>
        </p:txBody>
      </p:sp>
      <p:grpSp>
        <p:nvGrpSpPr>
          <p:cNvPr id="30" name="Group 29"/>
          <p:cNvGrpSpPr/>
          <p:nvPr/>
        </p:nvGrpSpPr>
        <p:grpSpPr>
          <a:xfrm>
            <a:off x="1066800" y="2286000"/>
            <a:ext cx="2590800" cy="1928332"/>
            <a:chOff x="2057400" y="1084053"/>
            <a:chExt cx="2590800" cy="1928332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5" name="Rectangle 4"/>
                <p:cNvSpPr/>
                <p:nvPr/>
              </p:nvSpPr>
              <p:spPr>
                <a:xfrm>
                  <a:off x="2057400" y="1388853"/>
                  <a:ext cx="762000" cy="457200"/>
                </a:xfrm>
                <a:prstGeom prst="rect">
                  <a:avLst/>
                </a:prstGeom>
                <a:noFill/>
                <a:ln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 rtl="0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en-US">
                    <a:solidFill>
                      <a:schemeClr val="tx1"/>
                    </a:solidFill>
                  </a:endParaRPr>
                </a:p>
              </p:txBody>
            </p:sp>
          </mc:Choice>
          <mc:Fallback>
            <p:sp>
              <p:nvSpPr>
                <p:cNvPr id="5" name="Rectangle 4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57400" y="1388853"/>
                  <a:ext cx="762000" cy="457200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  <a:ln>
                  <a:solidFill>
                    <a:srgbClr val="00B050"/>
                  </a:solidFill>
                </a:ln>
              </p:spPr>
              <p:txBody>
                <a:bodyPr/>
                <a:lstStyle/>
                <a:p>
                  <a:r>
                    <a:rPr lang="en-IL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8" name="Rectangle 7"/>
                <p:cNvSpPr/>
                <p:nvPr/>
              </p:nvSpPr>
              <p:spPr>
                <a:xfrm>
                  <a:off x="3886200" y="1371600"/>
                  <a:ext cx="762000" cy="457200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 rtl="0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>
                    <a:solidFill>
                      <a:schemeClr val="tx1"/>
                    </a:solidFill>
                  </a:endParaRPr>
                </a:p>
              </p:txBody>
            </p:sp>
          </mc:Choice>
          <mc:Fallback>
            <p:sp>
              <p:nvSpPr>
                <p:cNvPr id="8" name="Rectangle 7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886200" y="1371600"/>
                  <a:ext cx="762000" cy="457200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IL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9" name="Rectangle 8"/>
                <p:cNvSpPr/>
                <p:nvPr/>
              </p:nvSpPr>
              <p:spPr>
                <a:xfrm>
                  <a:off x="3886200" y="2531852"/>
                  <a:ext cx="762000" cy="457200"/>
                </a:xfrm>
                <a:prstGeom prst="rect">
                  <a:avLst/>
                </a:prstGeom>
                <a:noFill/>
                <a:ln>
                  <a:solidFill>
                    <a:srgbClr val="3333FF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 rtl="0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>
                    <a:solidFill>
                      <a:schemeClr val="tx1"/>
                    </a:solidFill>
                  </a:endParaRPr>
                </a:p>
              </p:txBody>
            </p:sp>
          </mc:Choice>
          <mc:Fallback>
            <p:sp>
              <p:nvSpPr>
                <p:cNvPr id="9" name="Rectangle 8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886200" y="2531852"/>
                  <a:ext cx="762000" cy="457200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  <a:ln>
                  <a:solidFill>
                    <a:srgbClr val="3333FF"/>
                  </a:solidFill>
                </a:ln>
              </p:spPr>
              <p:txBody>
                <a:bodyPr/>
                <a:lstStyle/>
                <a:p>
                  <a:r>
                    <a:rPr lang="en-IL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0" name="Rectangle 9"/>
                <p:cNvSpPr/>
                <p:nvPr/>
              </p:nvSpPr>
              <p:spPr>
                <a:xfrm>
                  <a:off x="2057400" y="2555185"/>
                  <a:ext cx="762000" cy="457200"/>
                </a:xfrm>
                <a:prstGeom prst="rect">
                  <a:avLst/>
                </a:prstGeom>
                <a:noFill/>
                <a:ln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 rtl="0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>
                    <a:solidFill>
                      <a:schemeClr val="tx1"/>
                    </a:solidFill>
                  </a:endParaRPr>
                </a:p>
              </p:txBody>
            </p:sp>
          </mc:Choice>
          <mc:Fallback>
            <p:sp>
              <p:nvSpPr>
                <p:cNvPr id="10" name="Rectangle 9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57400" y="2555185"/>
                  <a:ext cx="762000" cy="457200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  <a:ln>
                  <a:solidFill>
                    <a:srgbClr val="FF0000"/>
                  </a:solidFill>
                </a:ln>
              </p:spPr>
              <p:txBody>
                <a:bodyPr/>
                <a:lstStyle/>
                <a:p>
                  <a:r>
                    <a:rPr lang="en-IL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1" name="Straight Arrow Connector 10"/>
            <p:cNvCxnSpPr>
              <a:endCxn id="5" idx="0"/>
            </p:cNvCxnSpPr>
            <p:nvPr/>
          </p:nvCxnSpPr>
          <p:spPr>
            <a:xfrm>
              <a:off x="2438400" y="1084053"/>
              <a:ext cx="0" cy="304800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12" name="Straight Arrow Connector 11"/>
            <p:cNvCxnSpPr>
              <a:stCxn id="5" idx="3"/>
              <a:endCxn id="8" idx="1"/>
            </p:cNvCxnSpPr>
            <p:nvPr/>
          </p:nvCxnSpPr>
          <p:spPr>
            <a:xfrm flipV="1">
              <a:off x="2819400" y="1600200"/>
              <a:ext cx="1066800" cy="17253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15" name="Straight Arrow Connector 14"/>
            <p:cNvCxnSpPr>
              <a:stCxn id="8" idx="2"/>
              <a:endCxn id="9" idx="0"/>
            </p:cNvCxnSpPr>
            <p:nvPr/>
          </p:nvCxnSpPr>
          <p:spPr>
            <a:xfrm>
              <a:off x="4267200" y="1828800"/>
              <a:ext cx="0" cy="703052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18" name="Straight Arrow Connector 17"/>
            <p:cNvCxnSpPr/>
            <p:nvPr/>
          </p:nvCxnSpPr>
          <p:spPr>
            <a:xfrm flipH="1">
              <a:off x="2819400" y="1846053"/>
              <a:ext cx="1066800" cy="744747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21" name="Straight Arrow Connector 20"/>
            <p:cNvCxnSpPr/>
            <p:nvPr/>
          </p:nvCxnSpPr>
          <p:spPr>
            <a:xfrm flipV="1">
              <a:off x="2819400" y="2667000"/>
              <a:ext cx="1066800" cy="23333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24" name="Straight Arrow Connector 23"/>
            <p:cNvCxnSpPr/>
            <p:nvPr/>
          </p:nvCxnSpPr>
          <p:spPr>
            <a:xfrm flipH="1">
              <a:off x="2819400" y="2819400"/>
              <a:ext cx="1066800" cy="23333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28" name="Elbow Connector 27"/>
            <p:cNvCxnSpPr>
              <a:stCxn id="10" idx="1"/>
              <a:endCxn id="10" idx="0"/>
            </p:cNvCxnSpPr>
            <p:nvPr/>
          </p:nvCxnSpPr>
          <p:spPr>
            <a:xfrm rot="10800000" flipH="1">
              <a:off x="2057400" y="2555185"/>
              <a:ext cx="381000" cy="228600"/>
            </a:xfrm>
            <a:prstGeom prst="bentConnector4">
              <a:avLst>
                <a:gd name="adj1" fmla="val -60000"/>
                <a:gd name="adj2" fmla="val 200000"/>
              </a:avLst>
            </a:prstGeom>
            <a:ln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31" name="Diagram 30"/>
              <p:cNvGraphicFramePr/>
              <p:nvPr>
                <p:extLst>
                  <p:ext uri="{D42A27DB-BD31-4B8C-83A1-F6EECF244321}">
                    <p14:modId xmlns:p14="http://schemas.microsoft.com/office/powerpoint/2010/main" val="2573853979"/>
                  </p:ext>
                </p:extLst>
              </p:nvPr>
            </p:nvGraphicFramePr>
            <p:xfrm>
              <a:off x="4648200" y="419100"/>
              <a:ext cx="3581401" cy="5257800"/>
            </p:xfrm>
            <a:graphic>
              <a:graphicData uri="http://schemas.openxmlformats.org/drawingml/2006/diagram">
                <dgm:relIds xmlns:dgm="http://schemas.openxmlformats.org/drawingml/2006/diagram" xmlns:r="http://schemas.openxmlformats.org/officeDocument/2006/relationships" r:dm="rId6" r:lo="rId7" r:qs="rId8" r:cs="rId9"/>
              </a:graphicData>
            </a:graphic>
          </p:graphicFrame>
        </mc:Choice>
        <mc:Fallback>
          <p:graphicFrame>
            <p:nvGraphicFramePr>
              <p:cNvPr id="31" name="Diagram 30"/>
              <p:cNvGraphicFramePr/>
              <p:nvPr>
                <p:extLst>
                  <p:ext uri="{D42A27DB-BD31-4B8C-83A1-F6EECF244321}">
                    <p14:modId xmlns:p14="http://schemas.microsoft.com/office/powerpoint/2010/main" val="2573853979"/>
                  </p:ext>
                </p:extLst>
              </p:nvPr>
            </p:nvGraphicFramePr>
            <p:xfrm>
              <a:off x="4648200" y="419100"/>
              <a:ext cx="3581401" cy="5257800"/>
            </p:xfrm>
            <a:graphic>
              <a:graphicData uri="http://schemas.openxmlformats.org/drawingml/2006/diagram">
                <dgm:relIds xmlns:dgm="http://schemas.openxmlformats.org/drawingml/2006/diagram" xmlns:r="http://schemas.openxmlformats.org/officeDocument/2006/relationships" r:dm="rId11" r:lo="rId7" r:qs="rId8" r:cs="rId9"/>
              </a:graphicData>
            </a:graphic>
          </p:graphicFrame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2" name="TextBox 31"/>
              <p:cNvSpPr txBox="1"/>
              <p:nvPr/>
            </p:nvSpPr>
            <p:spPr>
              <a:xfrm>
                <a:off x="1489502" y="4214332"/>
                <a:ext cx="54656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{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en-US"/>
              </a:p>
            </p:txBody>
          </p:sp>
        </mc:Choice>
        <mc:Fallback>
          <p:sp>
            <p:nvSpPr>
              <p:cNvPr id="32" name="TextBox 3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89502" y="4214332"/>
                <a:ext cx="546560" cy="369332"/>
              </a:xfrm>
              <a:prstGeom prst="rect">
                <a:avLst/>
              </a:prstGeom>
              <a:blipFill>
                <a:blip r:embed="rId12"/>
                <a:stretch>
                  <a:fillRect b="-11475"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3" name="TextBox 32"/>
              <p:cNvSpPr txBox="1"/>
              <p:nvPr/>
            </p:nvSpPr>
            <p:spPr>
              <a:xfrm>
                <a:off x="3383452" y="4214332"/>
                <a:ext cx="41549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{}</m:t>
                      </m:r>
                    </m:oMath>
                  </m:oMathPara>
                </a14:m>
                <a:endParaRPr lang="en-US"/>
              </a:p>
            </p:txBody>
          </p:sp>
        </mc:Choice>
        <mc:Fallback>
          <p:sp>
            <p:nvSpPr>
              <p:cNvPr id="33" name="TextBox 3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83452" y="4214332"/>
                <a:ext cx="415498" cy="369332"/>
              </a:xfrm>
              <a:prstGeom prst="rect">
                <a:avLst/>
              </a:prstGeom>
              <a:blipFill>
                <a:blip r:embed="rId13"/>
                <a:stretch>
                  <a:fillRect b="-11475"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4" name="TextBox 33"/>
              <p:cNvSpPr txBox="1"/>
              <p:nvPr/>
            </p:nvSpPr>
            <p:spPr>
              <a:xfrm>
                <a:off x="3449851" y="3051041"/>
                <a:ext cx="41549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{}</m:t>
                      </m:r>
                    </m:oMath>
                  </m:oMathPara>
                </a14:m>
                <a:endParaRPr lang="en-US"/>
              </a:p>
            </p:txBody>
          </p:sp>
        </mc:Choice>
        <mc:Fallback>
          <p:sp>
            <p:nvSpPr>
              <p:cNvPr id="34" name="TextBox 3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49851" y="3051041"/>
                <a:ext cx="415498" cy="369332"/>
              </a:xfrm>
              <a:prstGeom prst="rect">
                <a:avLst/>
              </a:prstGeom>
              <a:blipFill>
                <a:blip r:embed="rId14"/>
                <a:stretch>
                  <a:fillRect b="-11475"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5" name="TextBox 34"/>
              <p:cNvSpPr txBox="1"/>
              <p:nvPr/>
            </p:nvSpPr>
            <p:spPr>
              <a:xfrm>
                <a:off x="1489502" y="3013106"/>
                <a:ext cx="41549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{}</m:t>
                      </m:r>
                    </m:oMath>
                  </m:oMathPara>
                </a14:m>
                <a:endParaRPr lang="en-US"/>
              </a:p>
            </p:txBody>
          </p:sp>
        </mc:Choice>
        <mc:Fallback>
          <p:sp>
            <p:nvSpPr>
              <p:cNvPr id="35" name="TextBox 3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89502" y="3013106"/>
                <a:ext cx="415498" cy="369332"/>
              </a:xfrm>
              <a:prstGeom prst="rect">
                <a:avLst/>
              </a:prstGeom>
              <a:blipFill>
                <a:blip r:embed="rId15"/>
                <a:stretch>
                  <a:fillRect b="-11475"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1398374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">
        <p:dissolve/>
      </p:transition>
    </mc:Choice>
    <mc:Fallback>
      <p:transition>
        <p:dissolv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EC7D88-1660-4F75-8CB7-21B5CF66AC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>
                <a:latin typeface="Gisha" panose="020B0502040204020203" pitchFamily="34" charset="-79"/>
                <a:cs typeface="Gisha" panose="020B0502040204020203" pitchFamily="34" charset="-79"/>
              </a:rPr>
              <a:t>תחביר</a:t>
            </a:r>
            <a:endParaRPr lang="en-US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E035D8D-484E-4582-94DE-B5EED8900F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926B5-663A-4127-A287-7B83208B40AD}" type="datetime8">
              <a:rPr lang="he-IL" smtClean="0"/>
              <a:pPr/>
              <a:t>18 ינואר 23</a:t>
            </a:fld>
            <a:endParaRPr lang="he-I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4C4754-E962-40EF-A562-53ED69A65C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A1DA9-A2DD-4375-8887-E40ACC834D3F}" type="slidenum">
              <a:rPr lang="he-IL" smtClean="0"/>
              <a:pPr/>
              <a:t>7</a:t>
            </a:fld>
            <a:endParaRPr lang="he-IL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9171497F-EB49-4446-8AC3-27B26B45184E}"/>
                  </a:ext>
                </a:extLst>
              </p:cNvPr>
              <p:cNvSpPr>
                <a:spLocks noGrp="1"/>
              </p:cNvSpPr>
              <p:nvPr>
                <p:ph sz="quarter" idx="1"/>
              </p:nvPr>
            </p:nvSpPr>
            <p:spPr>
              <a:xfrm>
                <a:off x="342900" y="1447800"/>
                <a:ext cx="8458200" cy="3429000"/>
              </a:xfrm>
            </p:spPr>
            <p:txBody>
              <a:bodyPr>
                <a:normAutofit/>
              </a:bodyPr>
              <a:lstStyle/>
              <a:p>
                <a:pPr marL="0" indent="0">
                  <a:spcAft>
                    <a:spcPts val="1800"/>
                  </a:spcAft>
                  <a:buNone/>
                </a:pPr>
                <a:r>
                  <a:rPr lang="he-IL">
                    <a:solidFill>
                      <a:srgbClr val="0000FF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נוסחת מצב של </a:t>
                </a:r>
                <a:r>
                  <a:rPr lang="en-US">
                    <a:solidFill>
                      <a:srgbClr val="0000FF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CTL</a:t>
                </a:r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</a:rPr>
                  <a:t> מעל פסוקים אטומיים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cs typeface="Gisha" panose="020B0502040204020203" pitchFamily="34" charset="-79"/>
                      </a:rPr>
                      <m:t>𝐴𝑃</m:t>
                    </m:r>
                  </m:oMath>
                </a14:m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</a:rPr>
                  <a:t> היא מהצורה:</a:t>
                </a:r>
              </a:p>
              <a:p>
                <a:pPr marL="0" indent="0">
                  <a:spcBef>
                    <a:spcPts val="1800"/>
                  </a:spcBef>
                  <a:spcAft>
                    <a:spcPts val="30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b="0" i="0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cs typeface="Gisha" panose="020B0502040204020203" pitchFamily="34" charset="-79"/>
                        </a:rPr>
                        <m:t>Φ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cs typeface="Gisha" panose="020B0502040204020203" pitchFamily="34" charset="-79"/>
                        </a:rPr>
                        <m:t>∷=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cs typeface="Gisha" panose="020B0502040204020203" pitchFamily="34" charset="-79"/>
                        </a:rPr>
                        <m:t>𝑡𝑟𝑢𝑒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cs typeface="Gisha" panose="020B0502040204020203" pitchFamily="34" charset="-79"/>
                        </a:rPr>
                        <m:t> </m:t>
                      </m:r>
                      <m:d>
                        <m:dPr>
                          <m:begChr m:val="|"/>
                          <m:endChr m:val="|"/>
                          <m:ctrlPr>
                            <a:rPr lang="en-US" b="0" i="1" smtClean="0">
                              <a:latin typeface="Cambria Math" panose="02040503050406030204" pitchFamily="18" charset="0"/>
                              <a:cs typeface="Gisha" panose="020B0502040204020203" pitchFamily="34" charset="-79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cs typeface="Gisha" panose="020B0502040204020203" pitchFamily="34" charset="-79"/>
                            </a:rPr>
                            <m:t>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cs typeface="Gisha" panose="020B0502040204020203" pitchFamily="34" charset="-79"/>
                            </a:rPr>
                            <m:t>𝑎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cs typeface="Gisha" panose="020B0502040204020203" pitchFamily="34" charset="-79"/>
                            </a:rPr>
                            <m:t> 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  <a:cs typeface="Gisha" panose="020B0502040204020203" pitchFamily="34" charset="-79"/>
                        </a:rPr>
                        <m:t> 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cs typeface="Gisha" panose="020B0502040204020203" pitchFamily="34" charset="-79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b="0" i="0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cs typeface="Gisha" panose="020B0502040204020203" pitchFamily="34" charset="-79"/>
                            </a:rPr>
                            <m:t>Φ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cs typeface="Gisha" panose="020B0502040204020203" pitchFamily="34" charset="-79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  <a:cs typeface="Gisha" panose="020B0502040204020203" pitchFamily="34" charset="-79"/>
                        </a:rPr>
                        <m:t>∧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cs typeface="Gisha" panose="020B0502040204020203" pitchFamily="34" charset="-79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b="0" i="0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cs typeface="Gisha" panose="020B0502040204020203" pitchFamily="34" charset="-79"/>
                            </a:rPr>
                            <m:t>Φ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cs typeface="Gisha" panose="020B0502040204020203" pitchFamily="34" charset="-79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cs typeface="Gisha" panose="020B0502040204020203" pitchFamily="34" charset="-79"/>
                        </a:rPr>
                        <m:t> </m:t>
                      </m:r>
                      <m:d>
                        <m:dPr>
                          <m:begChr m:val="|"/>
                          <m:endChr m:val="|"/>
                          <m:ctrlPr>
                            <a:rPr lang="en-US" b="0" i="1" smtClean="0">
                              <a:latin typeface="Cambria Math" panose="02040503050406030204" pitchFamily="18" charset="0"/>
                              <a:cs typeface="Gisha" panose="020B0502040204020203" pitchFamily="34" charset="-79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cs typeface="Gisha" panose="020B0502040204020203" pitchFamily="34" charset="-79"/>
                            </a:rPr>
                            <m:t> ¬</m:t>
                          </m:r>
                          <m:r>
                            <m:rPr>
                              <m:sty m:val="p"/>
                            </m:rPr>
                            <a:rPr lang="en-US" b="0" i="0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cs typeface="Gisha" panose="020B0502040204020203" pitchFamily="34" charset="-79"/>
                            </a:rPr>
                            <m:t>Φ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cs typeface="Gisha" panose="020B0502040204020203" pitchFamily="34" charset="-79"/>
                            </a:rPr>
                            <m:t> 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  <a:cs typeface="Gisha" panose="020B0502040204020203" pitchFamily="34" charset="-79"/>
                        </a:rPr>
                        <m:t> ∃</m:t>
                      </m:r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Gisha" panose="020B0502040204020203" pitchFamily="34" charset="-79"/>
                        </a:rPr>
                        <m:t>𝜑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cs typeface="Gisha" panose="020B0502040204020203" pitchFamily="34" charset="-79"/>
                        </a:rPr>
                        <m:t> | ∀</m:t>
                      </m:r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Gisha" panose="020B0502040204020203" pitchFamily="34" charset="-79"/>
                        </a:rPr>
                        <m:t>𝜑</m:t>
                      </m:r>
                    </m:oMath>
                  </m:oMathPara>
                </a14:m>
                <a:endParaRPr lang="en-US">
                  <a:latin typeface="Gisha" panose="020B0502040204020203" pitchFamily="34" charset="-79"/>
                  <a:cs typeface="Gisha" panose="020B0502040204020203" pitchFamily="34" charset="-79"/>
                </a:endParaRPr>
              </a:p>
              <a:p>
                <a:pPr marL="0" indent="0">
                  <a:spcAft>
                    <a:spcPts val="1800"/>
                  </a:spcAft>
                  <a:buNone/>
                </a:pPr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</a:rPr>
                  <a:t>באשר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cs typeface="Gisha" panose="020B0502040204020203" pitchFamily="34" charset="-79"/>
                      </a:rPr>
                      <m:t>𝑎</m:t>
                    </m:r>
                    <m:r>
                      <a:rPr lang="en-US" b="0" i="1" smtClean="0">
                        <a:latin typeface="Cambria Math" panose="02040503050406030204" pitchFamily="18" charset="0"/>
                        <a:cs typeface="Gisha" panose="020B0502040204020203" pitchFamily="34" charset="-79"/>
                      </a:rPr>
                      <m:t>∈</m:t>
                    </m:r>
                    <m:r>
                      <a:rPr lang="en-US" b="0" i="1" smtClean="0">
                        <a:latin typeface="Cambria Math" panose="02040503050406030204" pitchFamily="18" charset="0"/>
                        <a:cs typeface="Gisha" panose="020B0502040204020203" pitchFamily="34" charset="-79"/>
                      </a:rPr>
                      <m:t>𝐴𝑃</m:t>
                    </m:r>
                  </m:oMath>
                </a14:m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</a:rPr>
                  <a:t> ו-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  <a:cs typeface="Gisha" panose="020B0502040204020203" pitchFamily="34" charset="-79"/>
                      </a:rPr>
                      <m:t>𝜑</m:t>
                    </m:r>
                  </m:oMath>
                </a14:m>
                <a:r>
                  <a:rPr lang="en-US">
                    <a:latin typeface="Gisha" panose="020B0502040204020203" pitchFamily="34" charset="-79"/>
                    <a:cs typeface="Gisha" panose="020B0502040204020203" pitchFamily="34" charset="-79"/>
                  </a:rPr>
                  <a:t> </a:t>
                </a:r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</a:rPr>
                  <a:t> היא </a:t>
                </a:r>
                <a:r>
                  <a:rPr lang="he-IL">
                    <a:solidFill>
                      <a:srgbClr val="FF0000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נוסחת מסלול של </a:t>
                </a:r>
                <a:r>
                  <a:rPr lang="en-US">
                    <a:solidFill>
                      <a:srgbClr val="FF0000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CTL</a:t>
                </a:r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</a:rPr>
                  <a:t> מהצורה</a:t>
                </a:r>
                <a:r>
                  <a:rPr lang="en-US">
                    <a:latin typeface="Gisha" panose="020B0502040204020203" pitchFamily="34" charset="-79"/>
                    <a:cs typeface="Gisha" panose="020B0502040204020203" pitchFamily="34" charset="-79"/>
                  </a:rPr>
                  <a:t>:</a:t>
                </a:r>
                <a:endParaRPr lang="he-IL">
                  <a:latin typeface="Gisha" panose="020B0502040204020203" pitchFamily="34" charset="-79"/>
                  <a:cs typeface="Gisha" panose="020B0502040204020203" pitchFamily="34" charset="-79"/>
                </a:endParaRPr>
              </a:p>
              <a:p>
                <a:pPr marL="0" indent="0" algn="l" rtl="0">
                  <a:spcAft>
                    <a:spcPts val="18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Gisha" panose="020B0502040204020203" pitchFamily="34" charset="-79"/>
                        </a:rPr>
                        <m:t>𝜑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cs typeface="Gisha" panose="020B0502040204020203" pitchFamily="34" charset="-79"/>
                        </a:rPr>
                        <m:t>∷=</m:t>
                      </m:r>
                      <m:r>
                        <m:rPr>
                          <m:nor/>
                        </m:rPr>
                        <a:rPr lang="he-IL" dirty="0" smtClean="0">
                          <a:latin typeface="Gisha" panose="020B0502040204020203" pitchFamily="34" charset="-79"/>
                          <a:cs typeface="Gisha" panose="020B0502040204020203" pitchFamily="34" charset="-79"/>
                        </a:rPr>
                        <m:t>◯</m:t>
                      </m:r>
                      <m:r>
                        <m:rPr>
                          <m:sty m:val="p"/>
                        </m:rPr>
                        <a:rPr lang="en-US" dirty="0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cs typeface="Gisha" panose="020B0502040204020203" pitchFamily="34" charset="-79"/>
                        </a:rPr>
                        <m:t>Φ</m:t>
                      </m:r>
                      <m:r>
                        <a:rPr lang="en-US" b="0" i="0" dirty="0" smtClean="0">
                          <a:latin typeface="Cambria Math" panose="02040503050406030204" pitchFamily="18" charset="0"/>
                          <a:cs typeface="Gisha" panose="020B0502040204020203" pitchFamily="34" charset="-79"/>
                        </a:rPr>
                        <m:t>   | 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  <a:cs typeface="Gisha" panose="020B0502040204020203" pitchFamily="34" charset="-79"/>
                        </a:rPr>
                        <m:t>  </m:t>
                      </m:r>
                      <m:sSub>
                        <m:sSubPr>
                          <m:ctrlPr>
                            <a:rPr lang="en-US" b="0" i="1" dirty="0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cs typeface="Gisha" panose="020B0502040204020203" pitchFamily="34" charset="-79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b="0" i="0" dirty="0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cs typeface="Gisha" panose="020B0502040204020203" pitchFamily="34" charset="-79"/>
                            </a:rPr>
                            <m:t>Φ</m:t>
                          </m:r>
                        </m:e>
                        <m:sub>
                          <m:r>
                            <a:rPr lang="en-US" b="0" i="1" dirty="0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cs typeface="Gisha" panose="020B0502040204020203" pitchFamily="34" charset="-79"/>
                            </a:rPr>
                            <m:t>1</m:t>
                          </m:r>
                        </m:sub>
                      </m:sSub>
                      <m:r>
                        <a:rPr lang="en-US" b="0" i="1" dirty="0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cs typeface="Gisha" panose="020B0502040204020203" pitchFamily="34" charset="-79"/>
                        </a:rPr>
                        <m:t> </m:t>
                      </m:r>
                      <m:r>
                        <m:rPr>
                          <m:nor/>
                        </m:rPr>
                        <a:rPr lang="en-US" b="0" i="0" dirty="0" smtClean="0">
                          <a:latin typeface="Gisha" panose="020B0502040204020203" pitchFamily="34" charset="-79"/>
                          <a:cs typeface="Gisha" panose="020B0502040204020203" pitchFamily="34" charset="-79"/>
                        </a:rPr>
                        <m:t>U</m:t>
                      </m:r>
                      <m:r>
                        <m:rPr>
                          <m:nor/>
                        </m:rPr>
                        <a:rPr lang="en-US" b="0" i="0" dirty="0" smtClean="0">
                          <a:latin typeface="Gisha" panose="020B0502040204020203" pitchFamily="34" charset="-79"/>
                          <a:cs typeface="Gisha" panose="020B0502040204020203" pitchFamily="34" charset="-79"/>
                        </a:rPr>
                        <m:t> </m:t>
                      </m:r>
                      <m:sSub>
                        <m:sSubPr>
                          <m:ctrlPr>
                            <a:rPr lang="en-US" b="0" i="1" dirty="0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cs typeface="Gisha" panose="020B0502040204020203" pitchFamily="34" charset="-79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b="0" i="0" dirty="0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cs typeface="Gisha" panose="020B0502040204020203" pitchFamily="34" charset="-79"/>
                            </a:rPr>
                            <m:t>Φ</m:t>
                          </m:r>
                        </m:e>
                        <m:sub>
                          <m:r>
                            <a:rPr lang="en-US" b="0" i="1" dirty="0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cs typeface="Gisha" panose="020B0502040204020203" pitchFamily="34" charset="-79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he-IL">
                  <a:latin typeface="Gisha" panose="020B0502040204020203" pitchFamily="34" charset="-79"/>
                  <a:cs typeface="Gisha" panose="020B0502040204020203" pitchFamily="34" charset="-79"/>
                </a:endParaRPr>
              </a:p>
              <a:p>
                <a:pPr marL="0" indent="0" algn="r">
                  <a:spcAft>
                    <a:spcPts val="1800"/>
                  </a:spcAft>
                  <a:buNone/>
                </a:pPr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</a:rPr>
                  <a:t>ו-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he-IL" b="0" i="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  <a:cs typeface="Gisha" panose="020B0502040204020203" pitchFamily="34" charset="-79"/>
                      </a:rPr>
                      <m:t>Φ</m:t>
                    </m:r>
                    <m:r>
                      <a:rPr lang="en-US" b="0" i="0" smtClean="0">
                        <a:latin typeface="Cambria Math" panose="02040503050406030204" pitchFamily="18" charset="0"/>
                        <a:cs typeface="Gisha" panose="020B0502040204020203" pitchFamily="34" charset="-79"/>
                      </a:rPr>
                      <m:t>,</m:t>
                    </m:r>
                    <m:sSub>
                      <m:sSubPr>
                        <m:ctrlPr>
                          <a:rPr lang="en-US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cs typeface="Gisha" panose="020B0502040204020203" pitchFamily="34" charset="-79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cs typeface="Gisha" panose="020B0502040204020203" pitchFamily="34" charset="-79"/>
                          </a:rPr>
                          <m:t>Φ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cs typeface="Gisha" panose="020B0502040204020203" pitchFamily="34" charset="-79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  <a:cs typeface="Gisha" panose="020B0502040204020203" pitchFamily="34" charset="-79"/>
                      </a:rPr>
                      <m:t>,</m:t>
                    </m:r>
                    <m:sSub>
                      <m:sSubPr>
                        <m:ctrlPr>
                          <a:rPr lang="en-US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cs typeface="Gisha" panose="020B0502040204020203" pitchFamily="34" charset="-79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cs typeface="Gisha" panose="020B0502040204020203" pitchFamily="34" charset="-79"/>
                          </a:rPr>
                          <m:t>Φ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cs typeface="Gisha" panose="020B0502040204020203" pitchFamily="34" charset="-79"/>
                          </a:rPr>
                          <m:t>2</m:t>
                        </m:r>
                      </m:sub>
                    </m:sSub>
                  </m:oMath>
                </a14:m>
                <a:r>
                  <a:rPr lang="he-IL">
                    <a:solidFill>
                      <a:srgbClr val="0000FF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 </a:t>
                </a:r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</a:rPr>
                  <a:t>הן נוסחאות מצב של </a:t>
                </a:r>
                <a:r>
                  <a:rPr lang="en-US">
                    <a:latin typeface="Gisha" panose="020B0502040204020203" pitchFamily="34" charset="-79"/>
                    <a:cs typeface="Gisha" panose="020B0502040204020203" pitchFamily="34" charset="-79"/>
                  </a:rPr>
                  <a:t>CTL</a:t>
                </a:r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</a:rPr>
                  <a:t>.</a:t>
                </a:r>
                <a:endParaRPr lang="en-US">
                  <a:latin typeface="Gisha" panose="020B0502040204020203" pitchFamily="34" charset="-79"/>
                  <a:cs typeface="Gisha" panose="020B0502040204020203" pitchFamily="34" charset="-79"/>
                </a:endParaRPr>
              </a:p>
            </p:txBody>
          </p:sp>
        </mc:Choice>
        <mc:Fallback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9171497F-EB49-4446-8AC3-27B26B45184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xfrm>
                <a:off x="342900" y="1447800"/>
                <a:ext cx="8458200" cy="3429000"/>
              </a:xfrm>
              <a:blipFill>
                <a:blip r:embed="rId2"/>
                <a:stretch>
                  <a:fillRect t="-1957" r="-1225" b="-1779"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9A049A7A-FB0F-468D-9402-C4398925FDF3}"/>
                  </a:ext>
                </a:extLst>
              </p:cNvPr>
              <p:cNvSpPr txBox="1"/>
              <p:nvPr/>
            </p:nvSpPr>
            <p:spPr>
              <a:xfrm>
                <a:off x="1383466" y="5703558"/>
                <a:ext cx="6377067" cy="506742"/>
              </a:xfrm>
              <a:prstGeom prst="rect">
                <a:avLst/>
              </a:prstGeom>
              <a:solidFill>
                <a:srgbClr val="FFFF00"/>
              </a:solidFill>
            </p:spPr>
            <p:txBody>
              <a:bodyPr wrap="none" rtlCol="0">
                <a:spAutoFit/>
              </a:bodyPr>
              <a:lstStyle/>
              <a:p>
                <a:r>
                  <a:rPr lang="he-IL" sz="2400">
                    <a:latin typeface="Gisha" panose="020B0502040204020203" pitchFamily="34" charset="-79"/>
                    <a:cs typeface="Gisha" panose="020B0502040204020203" pitchFamily="34" charset="-79"/>
                  </a:rPr>
                  <a:t>הקשרים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he-IL" sz="2400" dirty="0">
                        <a:latin typeface="Gisha" panose="020B0502040204020203" pitchFamily="34" charset="-79"/>
                        <a:cs typeface="Gisha" panose="020B0502040204020203" pitchFamily="34" charset="-79"/>
                      </a:rPr>
                      <m:t>◯</m:t>
                    </m:r>
                  </m:oMath>
                </a14:m>
                <a:r>
                  <a:rPr lang="he-IL" sz="2400">
                    <a:latin typeface="Gisha" panose="020B0502040204020203" pitchFamily="34" charset="-79"/>
                    <a:cs typeface="Gisha" panose="020B0502040204020203" pitchFamily="34" charset="-79"/>
                  </a:rPr>
                  <a:t>  ו-</a:t>
                </a:r>
                <a:r>
                  <a:rPr lang="en-US" sz="2400">
                    <a:cs typeface="Gisha" panose="020B0502040204020203" pitchFamily="34" charset="-79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2400" dirty="0">
                        <a:latin typeface="Gisha" panose="020B0502040204020203" pitchFamily="34" charset="-79"/>
                        <a:cs typeface="Gisha" panose="020B0502040204020203" pitchFamily="34" charset="-79"/>
                      </a:rPr>
                      <m:t>U</m:t>
                    </m:r>
                  </m:oMath>
                </a14:m>
                <a:r>
                  <a:rPr lang="he-IL" sz="2400">
                    <a:latin typeface="Gisha" panose="020B0502040204020203" pitchFamily="34" charset="-79"/>
                    <a:cs typeface="Gisha" panose="020B0502040204020203" pitchFamily="34" charset="-79"/>
                  </a:rPr>
                  <a:t> והקשרים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  <a:cs typeface="Gisha" panose="020B0502040204020203" pitchFamily="34" charset="-79"/>
                      </a:rPr>
                      <m:t>∀</m:t>
                    </m:r>
                  </m:oMath>
                </a14:m>
                <a:r>
                  <a:rPr lang="he-IL" sz="2400">
                    <a:latin typeface="Gisha" panose="020B0502040204020203" pitchFamily="34" charset="-79"/>
                    <a:cs typeface="Gisha" panose="020B0502040204020203" pitchFamily="34" charset="-79"/>
                  </a:rPr>
                  <a:t> ו-</a:t>
                </a:r>
                <a14:m>
                  <m:oMath xmlns:m="http://schemas.openxmlformats.org/officeDocument/2006/math">
                    <m:r>
                      <a:rPr lang="he-IL" sz="2400" b="0" i="1" dirty="0" smtClean="0">
                        <a:latin typeface="Cambria Math" panose="02040503050406030204" pitchFamily="18" charset="0"/>
                        <a:cs typeface="Gisha" panose="020B0502040204020203" pitchFamily="34" charset="-79"/>
                      </a:rPr>
                      <m:t>∃</m:t>
                    </m:r>
                  </m:oMath>
                </a14:m>
                <a:r>
                  <a:rPr lang="he-IL" sz="2400">
                    <a:latin typeface="Gisha" panose="020B0502040204020203" pitchFamily="34" charset="-79"/>
                    <a:cs typeface="Gisha" panose="020B0502040204020203" pitchFamily="34" charset="-79"/>
                  </a:rPr>
                  <a:t> מופיעים לחילופין</a:t>
                </a:r>
                <a:endParaRPr lang="en-US" sz="2400">
                  <a:latin typeface="Gisha" panose="020B0502040204020203" pitchFamily="34" charset="-79"/>
                  <a:cs typeface="Gisha" panose="020B0502040204020203" pitchFamily="34" charset="-79"/>
                </a:endParaRPr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9A049A7A-FB0F-468D-9402-C4398925FDF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83466" y="5703558"/>
                <a:ext cx="6377067" cy="506742"/>
              </a:xfrm>
              <a:prstGeom prst="rect">
                <a:avLst/>
              </a:prstGeom>
              <a:blipFill>
                <a:blip r:embed="rId3"/>
                <a:stretch>
                  <a:fillRect l="-478" t="-4819" r="-1434" b="-22892"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6173678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">
        <p:dissolve/>
      </p:transition>
    </mc:Choice>
    <mc:Fallback>
      <p:transition>
        <p:dissolv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EC7D88-1660-4F75-8CB7-21B5CF66AC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>
                <a:latin typeface="Gisha" panose="020B0502040204020203" pitchFamily="34" charset="-79"/>
                <a:cs typeface="Gisha" panose="020B0502040204020203" pitchFamily="34" charset="-79"/>
              </a:rPr>
              <a:t>סוכרים תחביריים</a:t>
            </a:r>
            <a:endParaRPr lang="en-US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E035D8D-484E-4582-94DE-B5EED8900F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926B5-663A-4127-A287-7B83208B40AD}" type="datetime8">
              <a:rPr lang="he-IL" smtClean="0"/>
              <a:pPr/>
              <a:t>18 ינואר 23</a:t>
            </a:fld>
            <a:endParaRPr lang="he-I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4C4754-E962-40EF-A562-53ED69A65C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A1DA9-A2DD-4375-8887-E40ACC834D3F}" type="slidenum">
              <a:rPr lang="he-IL" smtClean="0"/>
              <a:pPr/>
              <a:t>8</a:t>
            </a:fld>
            <a:endParaRPr lang="he-IL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9171497F-EB49-4446-8AC3-27B26B45184E}"/>
                  </a:ext>
                </a:extLst>
              </p:cNvPr>
              <p:cNvSpPr>
                <a:spLocks noGrp="1"/>
              </p:cNvSpPr>
              <p:nvPr>
                <p:ph sz="quarter" idx="1"/>
              </p:nvPr>
            </p:nvSpPr>
            <p:spPr>
              <a:xfrm>
                <a:off x="228600" y="1447800"/>
                <a:ext cx="8458200" cy="5181600"/>
              </a:xfrm>
            </p:spPr>
            <p:txBody>
              <a:bodyPr>
                <a:normAutofit/>
              </a:bodyPr>
              <a:lstStyle/>
              <a:p>
                <a:pPr marL="0" indent="0">
                  <a:spcAft>
                    <a:spcPts val="1800"/>
                  </a:spcAft>
                  <a:buNone/>
                </a:pPr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</a:rPr>
                  <a:t>נשתמש גם בקשרים הלוגיים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cs typeface="Gisha" panose="020B0502040204020203" pitchFamily="34" charset="-79"/>
                      </a:rPr>
                      <m:t>𝑓𝑎𝑙𝑠𝑒</m:t>
                    </m:r>
                    <m:r>
                      <a:rPr lang="en-US" b="0" i="1" smtClean="0">
                        <a:latin typeface="Cambria Math" panose="02040503050406030204" pitchFamily="18" charset="0"/>
                        <a:cs typeface="Gisha" panose="020B0502040204020203" pitchFamily="34" charset="-79"/>
                      </a:rPr>
                      <m:t>, ∨, →,↔</m:t>
                    </m:r>
                  </m:oMath>
                </a14:m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</a:rPr>
                  <a:t> שניתן להגדיר כסוכר תחבירי כפי שעשינו קודם.</a:t>
                </a:r>
                <a:r>
                  <a:rPr lang="en-US">
                    <a:latin typeface="Gisha" panose="020B0502040204020203" pitchFamily="34" charset="-79"/>
                    <a:cs typeface="Gisha" panose="020B0502040204020203" pitchFamily="34" charset="-79"/>
                  </a:rPr>
                  <a:t> </a:t>
                </a:r>
              </a:p>
              <a:p>
                <a:pPr marL="0" indent="0">
                  <a:spcAft>
                    <a:spcPts val="3600"/>
                  </a:spcAft>
                  <a:buNone/>
                </a:pPr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</a:rPr>
                  <a:t>נגדיר גם סוכר תחבירי:</a:t>
                </a:r>
                <a:endParaRPr lang="en-US">
                  <a:latin typeface="Gisha" panose="020B0502040204020203" pitchFamily="34" charset="-79"/>
                  <a:cs typeface="Gisha" panose="020B0502040204020203" pitchFamily="34" charset="-79"/>
                </a:endParaRPr>
              </a:p>
            </p:txBody>
          </p:sp>
        </mc:Choice>
        <mc:Fallback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9171497F-EB49-4446-8AC3-27B26B45184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xfrm>
                <a:off x="228600" y="1447800"/>
                <a:ext cx="8458200" cy="5181600"/>
              </a:xfrm>
              <a:blipFill>
                <a:blip r:embed="rId2"/>
                <a:stretch>
                  <a:fillRect t="-1294" r="-1226"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Picture 6">
            <a:extLst>
              <a:ext uri="{FF2B5EF4-FFF2-40B4-BE49-F238E27FC236}">
                <a16:creationId xmlns:a16="http://schemas.microsoft.com/office/drawing/2014/main" id="{E90B38F9-E843-4BF0-8277-F1E053B7A2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3276600"/>
            <a:ext cx="7639050" cy="31658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495989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">
        <p:dissolve/>
      </p:transition>
    </mc:Choice>
    <mc:Fallback>
      <p:transition>
        <p:dissolv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EC7D88-1660-4F75-8CB7-21B5CF66AC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>
                <a:latin typeface="Gisha" panose="020B0502040204020203" pitchFamily="34" charset="-79"/>
                <a:cs typeface="Gisha" panose="020B0502040204020203" pitchFamily="34" charset="-79"/>
              </a:rPr>
              <a:t>סמנטיקה של נוסחאות מצב של </a:t>
            </a:r>
            <a:r>
              <a:rPr lang="en-US">
                <a:latin typeface="Gisha" panose="020B0502040204020203" pitchFamily="34" charset="-79"/>
                <a:cs typeface="Gisha" panose="020B0502040204020203" pitchFamily="34" charset="-79"/>
              </a:rPr>
              <a:t>CTL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E035D8D-484E-4582-94DE-B5EED8900F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926B5-663A-4127-A287-7B83208B40AD}" type="datetime8">
              <a:rPr lang="he-IL" smtClean="0"/>
              <a:pPr/>
              <a:t>18 ינואר 23</a:t>
            </a:fld>
            <a:endParaRPr lang="he-I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4C4754-E962-40EF-A562-53ED69A65C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A1DA9-A2DD-4375-8887-E40ACC834D3F}" type="slidenum">
              <a:rPr lang="he-IL" smtClean="0"/>
              <a:pPr/>
              <a:t>9</a:t>
            </a:fld>
            <a:endParaRPr lang="he-IL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5739622B-C50B-49EE-A7C0-88EF4C40E9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800" y="2019300"/>
            <a:ext cx="7279943" cy="2819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143363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">
        <p:dissolve/>
      </p:transition>
    </mc:Choice>
    <mc:Fallback>
      <p:transition>
        <p:dissolv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EC7D88-1660-4F75-8CB7-21B5CF66AC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>
                <a:latin typeface="Gisha" panose="020B0502040204020203" pitchFamily="34" charset="-79"/>
                <a:cs typeface="Gisha" panose="020B0502040204020203" pitchFamily="34" charset="-79"/>
              </a:rPr>
              <a:t>סמנטיקה של נוסחאות מסלול</a:t>
            </a:r>
            <a:endParaRPr lang="en-US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E035D8D-484E-4582-94DE-B5EED8900F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926B5-663A-4127-A287-7B83208B40AD}" type="datetime8">
              <a:rPr lang="he-IL" smtClean="0"/>
              <a:pPr/>
              <a:t>18 ינואר 23</a:t>
            </a:fld>
            <a:endParaRPr lang="he-I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4C4754-E962-40EF-A562-53ED69A65C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A1DA9-A2DD-4375-8887-E40ACC834D3F}" type="slidenum">
              <a:rPr lang="he-IL" smtClean="0"/>
              <a:pPr/>
              <a:t>10</a:t>
            </a:fld>
            <a:endParaRPr lang="he-IL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5BB1270-3AFC-4A88-A35C-2FD3490FFC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7762" y="2526136"/>
            <a:ext cx="7305675" cy="1162050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835E2B96-3975-4ACE-BC00-3436FF14C172}"/>
                  </a:ext>
                </a:extLst>
              </p:cNvPr>
              <p:cNvSpPr txBox="1"/>
              <p:nvPr/>
            </p:nvSpPr>
            <p:spPr>
              <a:xfrm>
                <a:off x="1465220" y="5051744"/>
                <a:ext cx="621356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</a:rPr>
                  <a:t>כאן </a:t>
                </a:r>
                <a14:m>
                  <m:oMath xmlns:m="http://schemas.openxmlformats.org/officeDocument/2006/math">
                    <m:r>
                      <a:rPr lang="he-IL" b="0" i="1" smtClean="0">
                        <a:latin typeface="Cambria Math" panose="02040503050406030204" pitchFamily="18" charset="0"/>
                        <a:cs typeface="Gisha" panose="020B0502040204020203" pitchFamily="34" charset="-79"/>
                      </a:rPr>
                      <m:t>𝜋</m:t>
                    </m:r>
                    <m:d>
                      <m:dPr>
                        <m:begChr m:val="["/>
                        <m:endChr m:val="]"/>
                        <m:ctrlPr>
                          <a:rPr lang="he-IL" b="0" i="1" smtClean="0">
                            <a:latin typeface="Cambria Math" panose="02040503050406030204" pitchFamily="18" charset="0"/>
                            <a:cs typeface="Gisha" panose="020B0502040204020203" pitchFamily="34" charset="-79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cs typeface="Gisha" panose="020B0502040204020203" pitchFamily="34" charset="-79"/>
                          </a:rPr>
                          <m:t>𝑖</m:t>
                        </m:r>
                      </m:e>
                    </m:d>
                  </m:oMath>
                </a14:m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</a:rPr>
                  <a:t> מייצג את המצב ה-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cs typeface="Gisha" panose="020B0502040204020203" pitchFamily="34" charset="-79"/>
                      </a:rPr>
                      <m:t>𝑖</m:t>
                    </m:r>
                  </m:oMath>
                </a14:m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</a:rPr>
                  <a:t> ואת קבוצת המסלולים המתחילים בו</a:t>
                </a:r>
                <a:endParaRPr lang="en-US">
                  <a:latin typeface="Gisha" panose="020B0502040204020203" pitchFamily="34" charset="-79"/>
                  <a:cs typeface="Gisha" panose="020B0502040204020203" pitchFamily="34" charset="-79"/>
                </a:endParaRPr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835E2B96-3975-4ACE-BC00-3436FF14C17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65220" y="5051744"/>
                <a:ext cx="6213560" cy="369332"/>
              </a:xfrm>
              <a:prstGeom prst="rect">
                <a:avLst/>
              </a:prstGeom>
              <a:blipFill>
                <a:blip r:embed="rId3"/>
                <a:stretch>
                  <a:fillRect t="-10000" r="-784" b="-26667"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9422220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">
        <p:dissolve/>
      </p:transition>
    </mc:Choice>
    <mc:Fallback>
      <p:transition>
        <p:dissolv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EC7D88-1660-4F75-8CB7-21B5CF66AC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>
                <a:latin typeface="Gisha" panose="020B0502040204020203" pitchFamily="34" charset="-79"/>
                <a:cs typeface="Gisha" panose="020B0502040204020203" pitchFamily="34" charset="-79"/>
              </a:rPr>
              <a:t>סמנטיקה עבור מערכות מעברים</a:t>
            </a:r>
            <a:endParaRPr lang="en-US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E035D8D-484E-4582-94DE-B5EED8900F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926B5-663A-4127-A287-7B83208B40AD}" type="datetime8">
              <a:rPr lang="he-IL" smtClean="0"/>
              <a:pPr/>
              <a:t>18 ינואר 23</a:t>
            </a:fld>
            <a:endParaRPr lang="he-I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4C4754-E962-40EF-A562-53ED69A65C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A1DA9-A2DD-4375-8887-E40ACC834D3F}" type="slidenum">
              <a:rPr lang="he-IL" smtClean="0"/>
              <a:pPr/>
              <a:t>11</a:t>
            </a:fld>
            <a:endParaRPr lang="he-IL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9171497F-EB49-4446-8AC3-27B26B45184E}"/>
                  </a:ext>
                </a:extLst>
              </p:cNvPr>
              <p:cNvSpPr>
                <a:spLocks noGrp="1"/>
              </p:cNvSpPr>
              <p:nvPr>
                <p:ph sz="quarter" idx="1"/>
              </p:nvPr>
            </p:nvSpPr>
            <p:spPr>
              <a:xfrm>
                <a:off x="342900" y="1447800"/>
                <a:ext cx="8458200" cy="3429000"/>
              </a:xfrm>
            </p:spPr>
            <p:txBody>
              <a:bodyPr>
                <a:normAutofit/>
              </a:bodyPr>
              <a:lstStyle/>
              <a:p>
                <a:pPr>
                  <a:spcAft>
                    <a:spcPts val="1800"/>
                  </a:spcAft>
                </a:pPr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</a:rPr>
                  <a:t>קבוצת המצבים המספקים נוסחת מצב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  <a:cs typeface="Gisha" panose="020B0502040204020203" pitchFamily="34" charset="-79"/>
                      </a:rPr>
                      <m:t>Φ</m:t>
                    </m:r>
                  </m:oMath>
                </a14:m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</a:rPr>
                  <a:t> היא:</a:t>
                </a:r>
              </a:p>
              <a:p>
                <a:pPr marL="0" indent="0" algn="just" rtl="0">
                  <a:spcAft>
                    <a:spcPts val="18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  <a:cs typeface="Gisha" panose="020B0502040204020203" pitchFamily="34" charset="-79"/>
                        </a:rPr>
                        <m:t>𝑆𝑎𝑡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  <a:cs typeface="Gisha" panose="020B0502040204020203" pitchFamily="34" charset="-79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  <a:cs typeface="Gisha" panose="020B0502040204020203" pitchFamily="34" charset="-79"/>
                            </a:rPr>
                            <m:t>Φ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  <a:cs typeface="Gisha" panose="020B0502040204020203" pitchFamily="34" charset="-79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en-US" b="0" i="1" smtClean="0">
                              <a:latin typeface="Cambria Math" panose="02040503050406030204" pitchFamily="18" charset="0"/>
                              <a:cs typeface="Gisha" panose="020B0502040204020203" pitchFamily="34" charset="-79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cs typeface="Gisha" panose="020B0502040204020203" pitchFamily="34" charset="-79"/>
                            </a:rPr>
                            <m:t>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cs typeface="Gisha" panose="020B0502040204020203" pitchFamily="34" charset="-79"/>
                            </a:rPr>
                            <m:t>∈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cs typeface="Gisha" panose="020B0502040204020203" pitchFamily="34" charset="-79"/>
                            </a:rPr>
                            <m:t>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cs typeface="Gisha" panose="020B0502040204020203" pitchFamily="34" charset="-79"/>
                            </a:rPr>
                            <m:t>: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cs typeface="Gisha" panose="020B0502040204020203" pitchFamily="34" charset="-79"/>
                            </a:rPr>
                            <m:t>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cs typeface="Gisha" panose="020B0502040204020203" pitchFamily="34" charset="-79"/>
                            </a:rPr>
                            <m:t>⊨</m:t>
                          </m:r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  <a:cs typeface="Gisha" panose="020B0502040204020203" pitchFamily="34" charset="-79"/>
                            </a:rPr>
                            <m:t>Φ</m:t>
                          </m:r>
                        </m:e>
                      </m:d>
                    </m:oMath>
                  </m:oMathPara>
                </a14:m>
                <a:endParaRPr lang="en-US" b="0">
                  <a:latin typeface="Gisha" panose="020B0502040204020203" pitchFamily="34" charset="-79"/>
                  <a:cs typeface="Gisha" panose="020B0502040204020203" pitchFamily="34" charset="-79"/>
                </a:endParaRPr>
              </a:p>
              <a:p>
                <a:pPr algn="just">
                  <a:spcAft>
                    <a:spcPts val="1800"/>
                  </a:spcAft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cs typeface="Gisha" panose="020B0502040204020203" pitchFamily="34" charset="-79"/>
                      </a:rPr>
                      <m:t>𝑇𝑆</m:t>
                    </m:r>
                  </m:oMath>
                </a14:m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</a:rPr>
                  <a:t> מקיימת נוסחת </a:t>
                </a:r>
                <a:r>
                  <a:rPr lang="en-US">
                    <a:latin typeface="Gisha" panose="020B0502040204020203" pitchFamily="34" charset="-79"/>
                    <a:cs typeface="Gisha" panose="020B0502040204020203" pitchFamily="34" charset="-79"/>
                  </a:rPr>
                  <a:t>CTL</a:t>
                </a:r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</a:rPr>
                  <a:t> אם הנוסחה מתקיימת בכל מצבי ההתחלה:</a:t>
                </a:r>
              </a:p>
              <a:p>
                <a:pPr marL="0" indent="0" algn="just">
                  <a:spcAft>
                    <a:spcPts val="18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  <a:cs typeface="Gisha" panose="020B0502040204020203" pitchFamily="34" charset="-79"/>
                        </a:rPr>
                        <m:t>𝑇𝑆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cs typeface="Gisha" panose="020B0502040204020203" pitchFamily="34" charset="-79"/>
                        </a:rPr>
                        <m:t>⊨</m:t>
                      </m:r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  <a:cs typeface="Gisha" panose="020B0502040204020203" pitchFamily="34" charset="-79"/>
                        </a:rPr>
                        <m:t>Φ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cs typeface="Gisha" panose="020B0502040204020203" pitchFamily="34" charset="-79"/>
                        </a:rPr>
                        <m:t>   ⇔   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cs typeface="Gisha" panose="020B0502040204020203" pitchFamily="34" charset="-79"/>
                        </a:rPr>
                        <m:t>𝐼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cs typeface="Gisha" panose="020B0502040204020203" pitchFamily="34" charset="-79"/>
                        </a:rPr>
                        <m:t>⊆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cs typeface="Gisha" panose="020B0502040204020203" pitchFamily="34" charset="-79"/>
                        </a:rPr>
                        <m:t>𝑆𝑎𝑡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cs typeface="Gisha" panose="020B0502040204020203" pitchFamily="34" charset="-79"/>
                        </a:rPr>
                        <m:t>(</m:t>
                      </m:r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  <a:cs typeface="Gisha" panose="020B0502040204020203" pitchFamily="34" charset="-79"/>
                        </a:rPr>
                        <m:t>Φ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cs typeface="Gisha" panose="020B0502040204020203" pitchFamily="34" charset="-79"/>
                        </a:rPr>
                        <m:t>)</m:t>
                      </m:r>
                    </m:oMath>
                  </m:oMathPara>
                </a14:m>
                <a:endParaRPr lang="en-US">
                  <a:latin typeface="Gisha" panose="020B0502040204020203" pitchFamily="34" charset="-79"/>
                  <a:cs typeface="Gisha" panose="020B0502040204020203" pitchFamily="34" charset="-79"/>
                </a:endParaRPr>
              </a:p>
            </p:txBody>
          </p:sp>
        </mc:Choice>
        <mc:Fallback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9171497F-EB49-4446-8AC3-27B26B45184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xfrm>
                <a:off x="342900" y="1447800"/>
                <a:ext cx="8458200" cy="3429000"/>
              </a:xfrm>
              <a:blipFill>
                <a:blip r:embed="rId2"/>
                <a:stretch>
                  <a:fillRect l="-2378" t="-1957" r="-720"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9A049A7A-FB0F-468D-9402-C4398925FDF3}"/>
                  </a:ext>
                </a:extLst>
              </p:cNvPr>
              <p:cNvSpPr txBox="1"/>
              <p:nvPr/>
            </p:nvSpPr>
            <p:spPr>
              <a:xfrm>
                <a:off x="2514600" y="5405734"/>
                <a:ext cx="4998164" cy="461665"/>
              </a:xfrm>
              <a:prstGeom prst="rect">
                <a:avLst/>
              </a:prstGeom>
              <a:solidFill>
                <a:srgbClr val="FFFF00"/>
              </a:solidFill>
            </p:spPr>
            <p:txBody>
              <a:bodyPr wrap="none" rtlCol="0">
                <a:spAutoFit/>
              </a:bodyPr>
              <a:lstStyle/>
              <a:p>
                <a:r>
                  <a:rPr lang="he-IL" sz="2400">
                    <a:latin typeface="Gisha" panose="020B0502040204020203" pitchFamily="34" charset="-79"/>
                    <a:cs typeface="Gisha" panose="020B0502040204020203" pitchFamily="34" charset="-79"/>
                  </a:rPr>
                  <a:t>גם כאן ייתכן ש-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  <a:cs typeface="Gisha" panose="020B0502040204020203" pitchFamily="34" charset="-79"/>
                      </a:rPr>
                      <m:t>𝑇𝑆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Gisha" panose="020B0502040204020203" pitchFamily="34" charset="-79"/>
                      </a:rPr>
                      <m:t>⊭</m:t>
                    </m:r>
                    <m:r>
                      <m:rPr>
                        <m:sty m:val="p"/>
                      </m:rPr>
                      <a:rPr lang="en-US" sz="24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Gisha" panose="020B0502040204020203" pitchFamily="34" charset="-79"/>
                      </a:rPr>
                      <m:t>Φ</m:t>
                    </m:r>
                  </m:oMath>
                </a14:m>
                <a:r>
                  <a:rPr lang="he-IL" sz="2400">
                    <a:latin typeface="Gisha" panose="020B0502040204020203" pitchFamily="34" charset="-79"/>
                    <a:cs typeface="Gisha" panose="020B0502040204020203" pitchFamily="34" charset="-79"/>
                  </a:rPr>
                  <a:t> וגם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cs typeface="Gisha" panose="020B0502040204020203" pitchFamily="34" charset="-79"/>
                      </a:rPr>
                      <m:t>𝑇𝑆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Gisha" panose="020B0502040204020203" pitchFamily="34" charset="-79"/>
                      </a:rPr>
                      <m:t>⊭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Gisha" panose="020B0502040204020203" pitchFamily="34" charset="-79"/>
                      </a:rPr>
                      <m:t>¬</m:t>
                    </m:r>
                    <m:r>
                      <m:rPr>
                        <m:sty m:val="p"/>
                      </m:rPr>
                      <a:rPr lang="en-US" sz="2400">
                        <a:latin typeface="Cambria Math" panose="02040503050406030204" pitchFamily="18" charset="0"/>
                        <a:ea typeface="Cambria Math" panose="02040503050406030204" pitchFamily="18" charset="0"/>
                        <a:cs typeface="Gisha" panose="020B0502040204020203" pitchFamily="34" charset="-79"/>
                      </a:rPr>
                      <m:t>Φ</m:t>
                    </m:r>
                  </m:oMath>
                </a14:m>
                <a:endParaRPr lang="en-US" sz="2400">
                  <a:latin typeface="Gisha" panose="020B0502040204020203" pitchFamily="34" charset="-79"/>
                  <a:cs typeface="Gisha" panose="020B0502040204020203" pitchFamily="34" charset="-79"/>
                </a:endParaRPr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9A049A7A-FB0F-468D-9402-C4398925FDF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14600" y="5405734"/>
                <a:ext cx="4998164" cy="461665"/>
              </a:xfrm>
              <a:prstGeom prst="rect">
                <a:avLst/>
              </a:prstGeom>
              <a:blipFill>
                <a:blip r:embed="rId3"/>
                <a:stretch>
                  <a:fillRect t="-12000" r="-1954" b="-29333"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1249256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">
        <p:dissolve/>
      </p:transition>
    </mc:Choice>
    <mc:Fallback>
      <p:transition>
        <p:dissolv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EC7D88-1660-4F75-8CB7-21B5CF66AC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>
                <a:latin typeface="Gisha" panose="020B0502040204020203" pitchFamily="34" charset="-79"/>
                <a:cs typeface="Gisha" panose="020B0502040204020203" pitchFamily="34" charset="-79"/>
              </a:rPr>
              <a:t>המחשה של הסמנטיקה</a:t>
            </a:r>
            <a:endParaRPr lang="en-US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E035D8D-484E-4582-94DE-B5EED8900F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926B5-663A-4127-A287-7B83208B40AD}" type="datetime8">
              <a:rPr lang="he-IL" smtClean="0"/>
              <a:pPr/>
              <a:t>18 ינואר 23</a:t>
            </a:fld>
            <a:endParaRPr lang="he-I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4C4754-E962-40EF-A562-53ED69A65C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A1DA9-A2DD-4375-8887-E40ACC834D3F}" type="slidenum">
              <a:rPr lang="he-IL" smtClean="0"/>
              <a:pPr/>
              <a:t>12</a:t>
            </a:fld>
            <a:endParaRPr lang="he-IL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478752" y="1600200"/>
            <a:ext cx="8208048" cy="472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970364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">
        <p:dissolve/>
      </p:transition>
    </mc:Choice>
    <mc:Fallback>
      <p:transition>
        <p:dissolv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EC7D88-1660-4F75-8CB7-21B5CF66AC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>
                <a:latin typeface="Gisha" panose="020B0502040204020203" pitchFamily="34" charset="-79"/>
                <a:cs typeface="Gisha" panose="020B0502040204020203" pitchFamily="34" charset="-79"/>
              </a:rPr>
              <a:t>לעיתים תכופות</a:t>
            </a:r>
            <a:endParaRPr lang="en-US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E035D8D-484E-4582-94DE-B5EED8900F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926B5-663A-4127-A287-7B83208B40AD}" type="datetime8">
              <a:rPr lang="he-IL" smtClean="0"/>
              <a:pPr/>
              <a:t>18 ינואר 23</a:t>
            </a:fld>
            <a:endParaRPr lang="he-I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4C4754-E962-40EF-A562-53ED69A65C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A1DA9-A2DD-4375-8887-E40ACC834D3F}" type="slidenum">
              <a:rPr lang="he-IL" smtClean="0"/>
              <a:pPr/>
              <a:t>13</a:t>
            </a:fld>
            <a:endParaRPr lang="he-IL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/>
              <p:cNvSpPr txBox="1"/>
              <p:nvPr/>
            </p:nvSpPr>
            <p:spPr>
              <a:xfrm>
                <a:off x="381000" y="2209800"/>
                <a:ext cx="8534400" cy="184665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>
                  <a:spcBef>
                    <a:spcPts val="1800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solidFill>
                            <a:srgbClr val="3333FF"/>
                          </a:solidFill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en-US" sz="2800" b="0" i="1" smtClean="0">
                          <a:solidFill>
                            <a:srgbClr val="3333FF"/>
                          </a:solidFill>
                          <a:latin typeface="Cambria Math" panose="02040503050406030204" pitchFamily="18" charset="0"/>
                        </a:rPr>
                        <m:t>⊨∀</m:t>
                      </m:r>
                      <m:r>
                        <m:rPr>
                          <m:nor/>
                        </m:rPr>
                        <a:rPr lang="en-US" sz="2800">
                          <a:solidFill>
                            <a:srgbClr val="3333FF"/>
                          </a:solidFill>
                          <a:latin typeface="Perpetua" panose="02020502060401020303" pitchFamily="18" charset="0"/>
                          <a:sym typeface="Symbol" panose="05050102010706020507" pitchFamily="18" charset="2"/>
                        </a:rPr>
                        <m:t></m:t>
                      </m:r>
                      <m:r>
                        <a:rPr lang="en-US" sz="2800" i="1">
                          <a:solidFill>
                            <a:srgbClr val="3333FF"/>
                          </a:solidFill>
                          <a:latin typeface="Cambria Math" panose="02040503050406030204" pitchFamily="18" charset="0"/>
                        </a:rPr>
                        <m:t>∀</m:t>
                      </m:r>
                      <m:r>
                        <m:rPr>
                          <m:nor/>
                        </m:rPr>
                        <a:rPr lang="en-US" sz="2800">
                          <a:solidFill>
                            <a:srgbClr val="3333FF"/>
                          </a:solidFill>
                          <a:latin typeface="cmsy10" panose="020B0500000000000000" pitchFamily="34" charset="0"/>
                          <a:sym typeface="Symbol" panose="05050102010706020507" pitchFamily="18" charset="2"/>
                        </a:rPr>
                        <m:t>}</m:t>
                      </m:r>
                      <m:r>
                        <a:rPr lang="en-US" sz="2800" i="1">
                          <a:solidFill>
                            <a:srgbClr val="3333FF"/>
                          </a:solidFill>
                          <a:latin typeface="Cambria Math" panose="02040503050406030204" pitchFamily="18" charset="0"/>
                          <a:sym typeface="Symbol" panose="05050102010706020507" pitchFamily="18" charset="2"/>
                        </a:rPr>
                        <m:t>𝑎</m:t>
                      </m:r>
                    </m:oMath>
                  </m:oMathPara>
                </a14:m>
                <a:endParaRPr lang="en-US" sz="2800">
                  <a:solidFill>
                    <a:srgbClr val="3333FF"/>
                  </a:solidFill>
                  <a:latin typeface="Gisha" panose="020B0502040204020203" pitchFamily="34" charset="-79"/>
                  <a:sym typeface="Symbol" panose="05050102010706020507" pitchFamily="18" charset="2"/>
                </a:endParaRPr>
              </a:p>
              <a:p>
                <a:pPr algn="ctr">
                  <a:spcBef>
                    <a:spcPts val="1800"/>
                  </a:spcBef>
                </a:pPr>
                <a:r>
                  <a:rPr lang="he-IL" sz="2800">
                    <a:latin typeface="Gisha" panose="020B0502040204020203" pitchFamily="34" charset="-79"/>
                    <a:cs typeface="Gisha" panose="020B0502040204020203" pitchFamily="34" charset="-79"/>
                  </a:rPr>
                  <a:t>אם ורק אם</a:t>
                </a:r>
                <a:endParaRPr lang="en-US" sz="2800">
                  <a:latin typeface="Gisha" panose="020B0502040204020203" pitchFamily="34" charset="-79"/>
                  <a:cs typeface="Gisha" panose="020B0502040204020203" pitchFamily="34" charset="-79"/>
                </a:endParaRPr>
              </a:p>
              <a:p>
                <a:pPr algn="ctr">
                  <a:spcBef>
                    <a:spcPts val="1800"/>
                  </a:spcBef>
                </a:pPr>
                <a:r>
                  <a:rPr lang="he-IL" sz="2800">
                    <a:solidFill>
                      <a:srgbClr val="FF0000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 בכל 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Gisha" panose="020B0502040204020203" pitchFamily="34" charset="-79"/>
                      </a:rPr>
                      <m:t>𝜋</m:t>
                    </m:r>
                    <m:r>
                      <a:rPr lang="en-US" sz="28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Gisha" panose="020B0502040204020203" pitchFamily="34" charset="-79"/>
                      </a:rPr>
                      <m:t>∈</m:t>
                    </m:r>
                    <m:r>
                      <a:rPr lang="en-US" sz="28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Gisha" panose="020B0502040204020203" pitchFamily="34" charset="-79"/>
                      </a:rPr>
                      <m:t>𝑃𝑎𝑡</m:t>
                    </m:r>
                    <m:r>
                      <a:rPr lang="en-US" sz="28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Gisha" panose="020B0502040204020203" pitchFamily="34" charset="-79"/>
                      </a:rPr>
                      <m:t>h</m:t>
                    </m:r>
                    <m:r>
                      <a:rPr lang="en-US" sz="28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Gisha" panose="020B0502040204020203" pitchFamily="34" charset="-79"/>
                      </a:rPr>
                      <m:t>𝑠</m:t>
                    </m:r>
                    <m:r>
                      <a:rPr lang="en-US" sz="28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Gisha" panose="020B0502040204020203" pitchFamily="34" charset="-79"/>
                      </a:rPr>
                      <m:t>(</m:t>
                    </m:r>
                    <m:r>
                      <a:rPr lang="en-US" sz="28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Gisha" panose="020B0502040204020203" pitchFamily="34" charset="-79"/>
                      </a:rPr>
                      <m:t>𝑠</m:t>
                    </m:r>
                    <m:r>
                      <a:rPr lang="en-US" sz="28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Gisha" panose="020B0502040204020203" pitchFamily="34" charset="-79"/>
                      </a:rPr>
                      <m:t>)</m:t>
                    </m:r>
                  </m:oMath>
                </a14:m>
                <a:r>
                  <a:rPr lang="he-IL" sz="2800">
                    <a:solidFill>
                      <a:srgbClr val="FF0000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 יש אינסוף מצבים </a:t>
                </a:r>
                <a:r>
                  <a:rPr lang="he-IL" sz="2800" err="1">
                    <a:solidFill>
                      <a:srgbClr val="FF0000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המתוייגים</a:t>
                </a:r>
                <a:r>
                  <a:rPr lang="he-IL" sz="2800">
                    <a:solidFill>
                      <a:srgbClr val="FF0000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 ב-</a:t>
                </a:r>
                <a14:m>
                  <m:oMath xmlns:m="http://schemas.openxmlformats.org/officeDocument/2006/math">
                    <m:r>
                      <a:rPr lang="en-US" sz="280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endParaRPr lang="en-US" sz="280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1000" y="2209800"/>
                <a:ext cx="8534400" cy="1846659"/>
              </a:xfrm>
              <a:prstGeom prst="rect">
                <a:avLst/>
              </a:prstGeom>
              <a:blipFill>
                <a:blip r:embed="rId2"/>
                <a:stretch>
                  <a:fillRect b="-6623"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/>
              <p:cNvSpPr txBox="1"/>
              <p:nvPr/>
            </p:nvSpPr>
            <p:spPr>
              <a:xfrm>
                <a:off x="971550" y="7073191"/>
                <a:ext cx="7353300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 rtl="0">
                  <a:spcBef>
                    <a:spcPts val="1800"/>
                  </a:spcBef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∀</m:t>
                      </m:r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𝜋</m:t>
                      </m:r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∈</m:t>
                      </m:r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𝑃𝑎𝑡</m:t>
                      </m:r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h</m:t>
                      </m:r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𝑠</m:t>
                      </m:r>
                      <m:d>
                        <m:dPr>
                          <m:ctrlPr>
                            <a:rPr lang="en-US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, ∀</m:t>
                      </m:r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𝑗</m:t>
                      </m:r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≥</m:t>
                      </m:r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: </m:t>
                      </m:r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𝜋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..</m:t>
                          </m:r>
                        </m:e>
                      </m:d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⊨</m:t>
                      </m:r>
                      <m:r>
                        <m:rPr>
                          <m:nor/>
                        </m:rPr>
                        <a:rPr lang="en-US" sz="2000" smtClean="0">
                          <a:solidFill>
                            <a:schemeClr val="tx1"/>
                          </a:solidFill>
                          <a:latin typeface="cmsy10" panose="020B0500000000000000" pitchFamily="34" charset="0"/>
                          <a:sym typeface="Symbol" panose="05050102010706020507" pitchFamily="18" charset="2"/>
                        </a:rPr>
                        <m:t>}</m:t>
                      </m:r>
                      <m:r>
                        <a:rPr lang="en-US" sz="20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sym typeface="Symbol" panose="05050102010706020507" pitchFamily="18" charset="2"/>
                        </a:rPr>
                        <m:t>𝑎</m:t>
                      </m:r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sym typeface="Symbol" panose="05050102010706020507" pitchFamily="18" charset="2"/>
                        </a:rPr>
                        <m:t>⇒∃</m:t>
                      </m:r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sym typeface="Symbol" panose="05050102010706020507" pitchFamily="18" charset="2"/>
                        </a:rPr>
                        <m:t>𝑖</m:t>
                      </m:r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sym typeface="Symbol" panose="05050102010706020507" pitchFamily="18" charset="2"/>
                        </a:rPr>
                        <m:t>≥</m:t>
                      </m:r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sym typeface="Symbol" panose="05050102010706020507" pitchFamily="18" charset="2"/>
                        </a:rPr>
                        <m:t>𝑗</m:t>
                      </m:r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sym typeface="Symbol" panose="05050102010706020507" pitchFamily="18" charset="2"/>
                        </a:rPr>
                        <m:t>:  </m:t>
                      </m:r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sym typeface="Symbol" panose="05050102010706020507" pitchFamily="18" charset="2"/>
                        </a:rPr>
                        <m:t>𝜋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sym typeface="Symbol" panose="05050102010706020507" pitchFamily="18" charset="2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sym typeface="Symbol" panose="05050102010706020507" pitchFamily="18" charset="2"/>
                            </a:rPr>
                            <m:t>𝑖</m:t>
                          </m:r>
                        </m:e>
                      </m:d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sym typeface="Symbol" panose="05050102010706020507" pitchFamily="18" charset="2"/>
                        </a:rPr>
                        <m:t>⊨</m:t>
                      </m:r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sym typeface="Symbol" panose="05050102010706020507" pitchFamily="18" charset="2"/>
                        </a:rPr>
                        <m:t>𝑎</m:t>
                      </m:r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sym typeface="Symbol" panose="05050102010706020507" pitchFamily="18" charset="2"/>
                        </a:rPr>
                        <m:t> </m:t>
                      </m:r>
                    </m:oMath>
                  </m:oMathPara>
                </a14:m>
                <a:endParaRPr lang="en-US" sz="2000" i="1">
                  <a:solidFill>
                    <a:schemeClr val="tx1"/>
                  </a:solidFill>
                  <a:sym typeface="Symbol" panose="05050102010706020507" pitchFamily="18" charset="2"/>
                </a:endParaRPr>
              </a:p>
            </p:txBody>
          </p:sp>
        </mc:Choice>
        <mc:Fallback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1550" y="7073191"/>
                <a:ext cx="7353300" cy="400110"/>
              </a:xfrm>
              <a:prstGeom prst="rect">
                <a:avLst/>
              </a:prstGeom>
              <a:blipFill>
                <a:blip r:embed="rId3"/>
                <a:stretch>
                  <a:fillRect b="-10606"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1360813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">
        <p:dissolve/>
      </p:transition>
    </mc:Choice>
    <mc:Fallback>
      <p:transition>
        <p:dissolv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E035D8D-484E-4582-94DE-B5EED8900F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926B5-663A-4127-A287-7B83208B40AD}" type="datetime8">
              <a:rPr lang="he-IL" smtClean="0"/>
              <a:pPr/>
              <a:t>18 ינואר 23</a:t>
            </a:fld>
            <a:endParaRPr lang="he-I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4C4754-E962-40EF-A562-53ED69A65C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A1DA9-A2DD-4375-8887-E40ACC834D3F}" type="slidenum">
              <a:rPr lang="he-IL" smtClean="0"/>
              <a:pPr/>
              <a:t>14</a:t>
            </a:fld>
            <a:endParaRPr lang="he-IL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82804749-4D68-84BE-FED1-1677493A582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407" t="10058"/>
          <a:stretch/>
        </p:blipFill>
        <p:spPr>
          <a:xfrm>
            <a:off x="1757172" y="1600200"/>
            <a:ext cx="2586228" cy="479818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69F235C9-AF18-EB0F-A7C1-5645F86D47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59617" y="2280685"/>
            <a:ext cx="3848637" cy="438211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E3B908C0-5C37-3B86-A5C0-C7572653989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80701" y="3124200"/>
            <a:ext cx="3219899" cy="466790"/>
          </a:xfrm>
          <a:prstGeom prst="rect">
            <a:avLst/>
          </a:prstGeom>
        </p:spPr>
      </p:pic>
      <p:sp>
        <p:nvSpPr>
          <p:cNvPr id="15" name="Title 1">
            <a:extLst>
              <a:ext uri="{FF2B5EF4-FFF2-40B4-BE49-F238E27FC236}">
                <a16:creationId xmlns:a16="http://schemas.microsoft.com/office/drawing/2014/main" id="{E42CF742-E537-6828-DC1B-8CB712252A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-76200"/>
            <a:ext cx="7772400" cy="1143000"/>
          </a:xfrm>
        </p:spPr>
        <p:txBody>
          <a:bodyPr/>
          <a:lstStyle/>
          <a:p>
            <a:r>
              <a:rPr lang="he-IL">
                <a:latin typeface="Gisha" panose="020B0502040204020203" pitchFamily="34" charset="-79"/>
                <a:cs typeface="Gisha" panose="020B0502040204020203" pitchFamily="34" charset="-79"/>
              </a:rPr>
              <a:t>דוגמאות</a:t>
            </a:r>
            <a:endParaRPr lang="en-US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FFED1C7F-32C4-1BE9-9CE7-50FB56B7579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43769" y="4809204"/>
            <a:ext cx="1771897" cy="409632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39C9490D-9477-D277-7783-ABE26C17410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514600" y="4254119"/>
            <a:ext cx="1590897" cy="3810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334261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">
        <p:dissolve/>
      </p:transition>
    </mc:Choice>
    <mc:Fallback>
      <p:transition>
        <p:dissolv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E035D8D-484E-4582-94DE-B5EED8900F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926B5-663A-4127-A287-7B83208B40AD}" type="datetime8">
              <a:rPr lang="he-IL" smtClean="0"/>
              <a:pPr/>
              <a:t>18 ינואר 23</a:t>
            </a:fld>
            <a:endParaRPr lang="he-I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4C4754-E962-40EF-A562-53ED69A65C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A1DA9-A2DD-4375-8887-E40ACC834D3F}" type="slidenum">
              <a:rPr lang="he-IL" smtClean="0"/>
              <a:pPr/>
              <a:t>15</a:t>
            </a:fld>
            <a:endParaRPr lang="he-IL"/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E42CF742-E537-6828-DC1B-8CB712252A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1857" y="-427838"/>
            <a:ext cx="7772400" cy="1143000"/>
          </a:xfrm>
        </p:spPr>
        <p:txBody>
          <a:bodyPr/>
          <a:lstStyle/>
          <a:p>
            <a:r>
              <a:rPr lang="he-IL">
                <a:latin typeface="Gisha" panose="020B0502040204020203" pitchFamily="34" charset="-79"/>
                <a:cs typeface="Gisha" panose="020B0502040204020203" pitchFamily="34" charset="-79"/>
              </a:rPr>
              <a:t>דוגמאות</a:t>
            </a:r>
            <a:endParaRPr lang="en-US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517B77D6-709F-5CD4-2DB3-D83EA7324BEF}"/>
                  </a:ext>
                </a:extLst>
              </p:cNvPr>
              <p:cNvSpPr txBox="1"/>
              <p:nvPr/>
            </p:nvSpPr>
            <p:spPr>
              <a:xfrm>
                <a:off x="957838" y="2938227"/>
                <a:ext cx="71128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∃</m:t>
                      </m:r>
                      <m:r>
                        <a:rPr lang="en-US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</m:t>
                      </m:r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𝑎</m:t>
                      </m:r>
                    </m:oMath>
                  </m:oMathPara>
                </a14:m>
                <a:endParaRPr lang="LID4096"/>
              </a:p>
            </p:txBody>
          </p:sp>
        </mc:Choice>
        <mc:Fallback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517B77D6-709F-5CD4-2DB3-D83EA7324BE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7838" y="2938227"/>
                <a:ext cx="711285" cy="3693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65C21E11-3D24-B2A5-0E71-4C7194EA74B6}"/>
                  </a:ext>
                </a:extLst>
              </p:cNvPr>
              <p:cNvSpPr txBox="1"/>
              <p:nvPr/>
            </p:nvSpPr>
            <p:spPr>
              <a:xfrm>
                <a:off x="992405" y="4100986"/>
                <a:ext cx="64395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∃</m:t>
                      </m:r>
                      <m:r>
                        <m:rPr>
                          <m:nor/>
                        </m:rPr>
                        <a:rPr lang="en-US" b="1" smtClean="0">
                          <a:solidFill>
                            <a:schemeClr val="tx1"/>
                          </a:solidFill>
                          <a:latin typeface="Perpetua" panose="02020502060401020303" pitchFamily="18" charset="0"/>
                          <a:sym typeface="Symbol" panose="05050102010706020507" pitchFamily="18" charset="2"/>
                        </a:rPr>
                        <m:t></m:t>
                      </m:r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𝑎</m:t>
                      </m:r>
                    </m:oMath>
                  </m:oMathPara>
                </a14:m>
                <a:endParaRPr lang="LID4096"/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65C21E11-3D24-B2A5-0E71-4C7194EA74B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2405" y="4100986"/>
                <a:ext cx="643958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B93C1FB6-FAC5-8E6E-AD33-104C28FE0097}"/>
                  </a:ext>
                </a:extLst>
              </p:cNvPr>
              <p:cNvSpPr txBox="1"/>
              <p:nvPr/>
            </p:nvSpPr>
            <p:spPr>
              <a:xfrm>
                <a:off x="737425" y="5165720"/>
                <a:ext cx="115211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∃</m:t>
                      </m:r>
                      <m:r>
                        <m:rPr>
                          <m:nor/>
                        </m:rPr>
                        <a:rPr lang="en-US">
                          <a:solidFill>
                            <a:schemeClr val="tx1"/>
                          </a:solidFill>
                          <a:latin typeface="cmsy10" panose="020B0500000000000000" pitchFamily="34" charset="0"/>
                          <a:sym typeface="Symbol" panose="05050102010706020507" pitchFamily="18" charset="2"/>
                        </a:rPr>
                        <m:t>}</m:t>
                      </m:r>
                      <m:d>
                        <m:dPr>
                          <m:ctrlPr>
                            <a:rPr lang="en-US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sym typeface="Symbol" panose="05050102010706020507" pitchFamily="18" charset="2"/>
                            </a:rPr>
                          </m:ctrlPr>
                        </m:dPr>
                        <m:e>
                          <m:r>
                            <a:rPr lang="en-US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sym typeface="Symbol" panose="05050102010706020507" pitchFamily="18" charset="2"/>
                            </a:rPr>
                            <m:t>∃</m:t>
                          </m:r>
                          <m:r>
                            <m:rPr>
                              <m:nor/>
                            </m:rPr>
                            <a:rPr lang="en-US" b="1" smtClean="0">
                              <a:solidFill>
                                <a:schemeClr val="tx1"/>
                              </a:solidFill>
                              <a:latin typeface="Perpetua" panose="02020502060401020303" pitchFamily="18" charset="0"/>
                              <a:sym typeface="Symbol" panose="05050102010706020507" pitchFamily="18" charset="2"/>
                            </a:rPr>
                            <m:t></m:t>
                          </m:r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𝑎</m:t>
                          </m:r>
                        </m:e>
                      </m:d>
                    </m:oMath>
                  </m:oMathPara>
                </a14:m>
                <a:endParaRPr lang="LID4096"/>
              </a:p>
            </p:txBody>
          </p:sp>
        </mc:Choice>
        <mc:Fallback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B93C1FB6-FAC5-8E6E-AD33-104C28FE009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7425" y="5165720"/>
                <a:ext cx="1152110" cy="369332"/>
              </a:xfrm>
              <a:prstGeom prst="rect">
                <a:avLst/>
              </a:prstGeom>
              <a:blipFill>
                <a:blip r:embed="rId4"/>
                <a:stretch>
                  <a:fillRect b="-8197"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306BD1EF-AC56-C490-B303-2631FBF7AD02}"/>
                  </a:ext>
                </a:extLst>
              </p:cNvPr>
              <p:cNvSpPr txBox="1"/>
              <p:nvPr/>
            </p:nvSpPr>
            <p:spPr>
              <a:xfrm>
                <a:off x="5406018" y="2865040"/>
                <a:ext cx="71929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∀</m:t>
                      </m:r>
                      <m:r>
                        <a:rPr lang="en-US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</m:t>
                      </m:r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𝑎</m:t>
                      </m:r>
                    </m:oMath>
                  </m:oMathPara>
                </a14:m>
                <a:endParaRPr lang="LID4096"/>
              </a:p>
            </p:txBody>
          </p:sp>
        </mc:Choice>
        <mc:Fallback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306BD1EF-AC56-C490-B303-2631FBF7AD0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06018" y="2865040"/>
                <a:ext cx="719299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DCFBF60C-583E-825A-8840-0360B1BA66FC}"/>
                  </a:ext>
                </a:extLst>
              </p:cNvPr>
              <p:cNvSpPr txBox="1"/>
              <p:nvPr/>
            </p:nvSpPr>
            <p:spPr>
              <a:xfrm>
                <a:off x="5443688" y="4036625"/>
                <a:ext cx="65197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he-IL" i="1" smtClean="0">
                          <a:latin typeface="Cambria Math" panose="02040503050406030204" pitchFamily="18" charset="0"/>
                          <a:sym typeface="Symbol" panose="05050102010706020507" pitchFamily="18" charset="2"/>
                        </a:rPr>
                        <m:t>∀</m:t>
                      </m:r>
                      <m:r>
                        <m:rPr>
                          <m:nor/>
                        </m:rPr>
                        <a:rPr lang="en-US" b="1" smtClean="0">
                          <a:solidFill>
                            <a:schemeClr val="tx1"/>
                          </a:solidFill>
                          <a:latin typeface="Perpetua" panose="02020502060401020303" pitchFamily="18" charset="0"/>
                          <a:sym typeface="Symbol" panose="05050102010706020507" pitchFamily="18" charset="2"/>
                        </a:rPr>
                        <m:t></m:t>
                      </m:r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𝑎</m:t>
                      </m:r>
                    </m:oMath>
                  </m:oMathPara>
                </a14:m>
                <a:endParaRPr lang="LID4096"/>
              </a:p>
            </p:txBody>
          </p:sp>
        </mc:Choice>
        <mc:Fallback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DCFBF60C-583E-825A-8840-0360B1BA66F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43688" y="4036625"/>
                <a:ext cx="651973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5" name="Picture 24">
            <a:extLst>
              <a:ext uri="{FF2B5EF4-FFF2-40B4-BE49-F238E27FC236}">
                <a16:creationId xmlns:a16="http://schemas.microsoft.com/office/drawing/2014/main" id="{5D1BF59D-FD5B-FCF2-F5F6-B8AAE775D43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589582" y="731286"/>
            <a:ext cx="4267200" cy="1655379"/>
          </a:xfrm>
          <a:prstGeom prst="rect">
            <a:avLst/>
          </a:prstGeom>
        </p:spPr>
      </p:pic>
      <p:grpSp>
        <p:nvGrpSpPr>
          <p:cNvPr id="31" name="Group 30">
            <a:extLst>
              <a:ext uri="{FF2B5EF4-FFF2-40B4-BE49-F238E27FC236}">
                <a16:creationId xmlns:a16="http://schemas.microsoft.com/office/drawing/2014/main" id="{D9F7A5FC-90C0-EE95-0AF4-D0C834910061}"/>
              </a:ext>
            </a:extLst>
          </p:cNvPr>
          <p:cNvGrpSpPr/>
          <p:nvPr/>
        </p:nvGrpSpPr>
        <p:grpSpPr>
          <a:xfrm>
            <a:off x="1850742" y="2683709"/>
            <a:ext cx="1886919" cy="731994"/>
            <a:chOff x="1451661" y="3383323"/>
            <a:chExt cx="1886919" cy="731994"/>
          </a:xfrm>
        </p:grpSpPr>
        <p:pic>
          <p:nvPicPr>
            <p:cNvPr id="26" name="Picture 25">
              <a:extLst>
                <a:ext uri="{FF2B5EF4-FFF2-40B4-BE49-F238E27FC236}">
                  <a16:creationId xmlns:a16="http://schemas.microsoft.com/office/drawing/2014/main" id="{A21575A4-64E3-101A-6B30-156AE4112511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1451661" y="3383323"/>
              <a:ext cx="1886919" cy="731994"/>
            </a:xfrm>
            <a:prstGeom prst="rect">
              <a:avLst/>
            </a:prstGeom>
          </p:spPr>
        </p:pic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36A662E9-E18D-995D-A2D8-B9375D9AEA8E}"/>
                </a:ext>
              </a:extLst>
            </p:cNvPr>
            <p:cNvSpPr/>
            <p:nvPr/>
          </p:nvSpPr>
          <p:spPr>
            <a:xfrm>
              <a:off x="3124200" y="3581400"/>
              <a:ext cx="76200" cy="762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061B194F-183C-33E6-0016-3805A7028244}"/>
                </a:ext>
              </a:extLst>
            </p:cNvPr>
            <p:cNvSpPr/>
            <p:nvPr/>
          </p:nvSpPr>
          <p:spPr>
            <a:xfrm>
              <a:off x="2641600" y="3581400"/>
              <a:ext cx="76200" cy="762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57231939-2890-C346-6CA6-B13B95BD2D47}"/>
                </a:ext>
              </a:extLst>
            </p:cNvPr>
            <p:cNvSpPr/>
            <p:nvPr/>
          </p:nvSpPr>
          <p:spPr>
            <a:xfrm>
              <a:off x="2146300" y="3873500"/>
              <a:ext cx="76200" cy="762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30" name="Oval 29">
              <a:extLst>
                <a:ext uri="{FF2B5EF4-FFF2-40B4-BE49-F238E27FC236}">
                  <a16:creationId xmlns:a16="http://schemas.microsoft.com/office/drawing/2014/main" id="{1ADA64AA-8750-9D1F-2A38-35A00600F035}"/>
                </a:ext>
              </a:extLst>
            </p:cNvPr>
            <p:cNvSpPr/>
            <p:nvPr/>
          </p:nvSpPr>
          <p:spPr>
            <a:xfrm>
              <a:off x="1663700" y="3581400"/>
              <a:ext cx="76200" cy="762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5808CA5B-CFBF-86EB-DADD-50C10E61855B}"/>
              </a:ext>
            </a:extLst>
          </p:cNvPr>
          <p:cNvGrpSpPr/>
          <p:nvPr/>
        </p:nvGrpSpPr>
        <p:grpSpPr>
          <a:xfrm>
            <a:off x="6266481" y="2683709"/>
            <a:ext cx="1886919" cy="731994"/>
            <a:chOff x="1451661" y="3383323"/>
            <a:chExt cx="1886919" cy="731994"/>
          </a:xfrm>
        </p:grpSpPr>
        <p:pic>
          <p:nvPicPr>
            <p:cNvPr id="33" name="Picture 32">
              <a:extLst>
                <a:ext uri="{FF2B5EF4-FFF2-40B4-BE49-F238E27FC236}">
                  <a16:creationId xmlns:a16="http://schemas.microsoft.com/office/drawing/2014/main" id="{0AEABF51-8307-604E-275C-C3F972D210A2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1451661" y="3383323"/>
              <a:ext cx="1886919" cy="731994"/>
            </a:xfrm>
            <a:prstGeom prst="rect">
              <a:avLst/>
            </a:prstGeom>
          </p:spPr>
        </p:pic>
        <p:sp>
          <p:nvSpPr>
            <p:cNvPr id="34" name="Oval 33">
              <a:extLst>
                <a:ext uri="{FF2B5EF4-FFF2-40B4-BE49-F238E27FC236}">
                  <a16:creationId xmlns:a16="http://schemas.microsoft.com/office/drawing/2014/main" id="{54E96B36-A9E0-5CCF-74F2-DFDB0CE11CF1}"/>
                </a:ext>
              </a:extLst>
            </p:cNvPr>
            <p:cNvSpPr/>
            <p:nvPr/>
          </p:nvSpPr>
          <p:spPr>
            <a:xfrm>
              <a:off x="3124200" y="3581400"/>
              <a:ext cx="76200" cy="762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35" name="Oval 34">
              <a:extLst>
                <a:ext uri="{FF2B5EF4-FFF2-40B4-BE49-F238E27FC236}">
                  <a16:creationId xmlns:a16="http://schemas.microsoft.com/office/drawing/2014/main" id="{DF664F06-3A10-32A1-1E01-5B2421C60889}"/>
                </a:ext>
              </a:extLst>
            </p:cNvPr>
            <p:cNvSpPr/>
            <p:nvPr/>
          </p:nvSpPr>
          <p:spPr>
            <a:xfrm>
              <a:off x="2641600" y="3581400"/>
              <a:ext cx="76200" cy="762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36" name="Oval 35">
              <a:extLst>
                <a:ext uri="{FF2B5EF4-FFF2-40B4-BE49-F238E27FC236}">
                  <a16:creationId xmlns:a16="http://schemas.microsoft.com/office/drawing/2014/main" id="{D537D888-FBDA-9BAA-C6CC-E78FC61795D1}"/>
                </a:ext>
              </a:extLst>
            </p:cNvPr>
            <p:cNvSpPr/>
            <p:nvPr/>
          </p:nvSpPr>
          <p:spPr>
            <a:xfrm>
              <a:off x="2146300" y="3873500"/>
              <a:ext cx="76200" cy="762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0831F3C8-9795-E207-594C-018F9D65DA25}"/>
              </a:ext>
            </a:extLst>
          </p:cNvPr>
          <p:cNvGrpSpPr/>
          <p:nvPr/>
        </p:nvGrpSpPr>
        <p:grpSpPr>
          <a:xfrm>
            <a:off x="1850742" y="3919655"/>
            <a:ext cx="1886919" cy="731994"/>
            <a:chOff x="1451661" y="3383323"/>
            <a:chExt cx="1886919" cy="731994"/>
          </a:xfrm>
        </p:grpSpPr>
        <p:pic>
          <p:nvPicPr>
            <p:cNvPr id="39" name="Picture 38">
              <a:extLst>
                <a:ext uri="{FF2B5EF4-FFF2-40B4-BE49-F238E27FC236}">
                  <a16:creationId xmlns:a16="http://schemas.microsoft.com/office/drawing/2014/main" id="{EC5D9CE8-F7C4-DCAC-F6C7-02D1342FA124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1451661" y="3383323"/>
              <a:ext cx="1886919" cy="731994"/>
            </a:xfrm>
            <a:prstGeom prst="rect">
              <a:avLst/>
            </a:prstGeom>
          </p:spPr>
        </p:pic>
        <p:sp>
          <p:nvSpPr>
            <p:cNvPr id="40" name="Oval 39">
              <a:extLst>
                <a:ext uri="{FF2B5EF4-FFF2-40B4-BE49-F238E27FC236}">
                  <a16:creationId xmlns:a16="http://schemas.microsoft.com/office/drawing/2014/main" id="{DCC3EE75-EDB3-77EB-6C91-9E104F37AFDA}"/>
                </a:ext>
              </a:extLst>
            </p:cNvPr>
            <p:cNvSpPr/>
            <p:nvPr/>
          </p:nvSpPr>
          <p:spPr>
            <a:xfrm>
              <a:off x="3124200" y="3581400"/>
              <a:ext cx="76200" cy="762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41" name="Oval 40">
              <a:extLst>
                <a:ext uri="{FF2B5EF4-FFF2-40B4-BE49-F238E27FC236}">
                  <a16:creationId xmlns:a16="http://schemas.microsoft.com/office/drawing/2014/main" id="{A644F49E-5DD2-1488-8021-FCA2CC5FC639}"/>
                </a:ext>
              </a:extLst>
            </p:cNvPr>
            <p:cNvSpPr/>
            <p:nvPr/>
          </p:nvSpPr>
          <p:spPr>
            <a:xfrm>
              <a:off x="2641600" y="3581400"/>
              <a:ext cx="76200" cy="762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43" name="Oval 42">
              <a:extLst>
                <a:ext uri="{FF2B5EF4-FFF2-40B4-BE49-F238E27FC236}">
                  <a16:creationId xmlns:a16="http://schemas.microsoft.com/office/drawing/2014/main" id="{22D16FF6-3219-9165-67AC-99822DD32834}"/>
                </a:ext>
              </a:extLst>
            </p:cNvPr>
            <p:cNvSpPr/>
            <p:nvPr/>
          </p:nvSpPr>
          <p:spPr>
            <a:xfrm>
              <a:off x="1663700" y="3581400"/>
              <a:ext cx="76200" cy="762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473FE106-18BB-A330-E0D3-059EA57F866E}"/>
              </a:ext>
            </a:extLst>
          </p:cNvPr>
          <p:cNvGrpSpPr/>
          <p:nvPr/>
        </p:nvGrpSpPr>
        <p:grpSpPr>
          <a:xfrm>
            <a:off x="1850742" y="5013012"/>
            <a:ext cx="1886919" cy="731994"/>
            <a:chOff x="1451661" y="3383323"/>
            <a:chExt cx="1886919" cy="731994"/>
          </a:xfrm>
        </p:grpSpPr>
        <p:pic>
          <p:nvPicPr>
            <p:cNvPr id="45" name="Picture 44">
              <a:extLst>
                <a:ext uri="{FF2B5EF4-FFF2-40B4-BE49-F238E27FC236}">
                  <a16:creationId xmlns:a16="http://schemas.microsoft.com/office/drawing/2014/main" id="{D66CC7A3-8604-2F6C-C6F5-B9BD412A7130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1451661" y="3383323"/>
              <a:ext cx="1886919" cy="731994"/>
            </a:xfrm>
            <a:prstGeom prst="rect">
              <a:avLst/>
            </a:prstGeom>
          </p:spPr>
        </p:pic>
        <p:sp>
          <p:nvSpPr>
            <p:cNvPr id="46" name="Oval 45">
              <a:extLst>
                <a:ext uri="{FF2B5EF4-FFF2-40B4-BE49-F238E27FC236}">
                  <a16:creationId xmlns:a16="http://schemas.microsoft.com/office/drawing/2014/main" id="{BF8F0FB9-CC4C-018A-4B09-BD469B426FCD}"/>
                </a:ext>
              </a:extLst>
            </p:cNvPr>
            <p:cNvSpPr/>
            <p:nvPr/>
          </p:nvSpPr>
          <p:spPr>
            <a:xfrm>
              <a:off x="3124200" y="3581400"/>
              <a:ext cx="76200" cy="762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47" name="Oval 46">
              <a:extLst>
                <a:ext uri="{FF2B5EF4-FFF2-40B4-BE49-F238E27FC236}">
                  <a16:creationId xmlns:a16="http://schemas.microsoft.com/office/drawing/2014/main" id="{2BB93C50-77C4-5207-C0F8-B366889169B0}"/>
                </a:ext>
              </a:extLst>
            </p:cNvPr>
            <p:cNvSpPr/>
            <p:nvPr/>
          </p:nvSpPr>
          <p:spPr>
            <a:xfrm>
              <a:off x="2641600" y="3581400"/>
              <a:ext cx="76200" cy="762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48" name="Oval 47">
              <a:extLst>
                <a:ext uri="{FF2B5EF4-FFF2-40B4-BE49-F238E27FC236}">
                  <a16:creationId xmlns:a16="http://schemas.microsoft.com/office/drawing/2014/main" id="{EED3311E-ABE1-C08C-E7AB-18808E129B0E}"/>
                </a:ext>
              </a:extLst>
            </p:cNvPr>
            <p:cNvSpPr/>
            <p:nvPr/>
          </p:nvSpPr>
          <p:spPr>
            <a:xfrm>
              <a:off x="2146300" y="3873500"/>
              <a:ext cx="76200" cy="762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49" name="Oval 48">
              <a:extLst>
                <a:ext uri="{FF2B5EF4-FFF2-40B4-BE49-F238E27FC236}">
                  <a16:creationId xmlns:a16="http://schemas.microsoft.com/office/drawing/2014/main" id="{21D81B5E-FEF6-4198-AFAD-ED3A18FA9AAB}"/>
                </a:ext>
              </a:extLst>
            </p:cNvPr>
            <p:cNvSpPr/>
            <p:nvPr/>
          </p:nvSpPr>
          <p:spPr>
            <a:xfrm>
              <a:off x="1663700" y="3581400"/>
              <a:ext cx="76200" cy="762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</p:grpSp>
      <p:grpSp>
        <p:nvGrpSpPr>
          <p:cNvPr id="50" name="Group 49">
            <a:extLst>
              <a:ext uri="{FF2B5EF4-FFF2-40B4-BE49-F238E27FC236}">
                <a16:creationId xmlns:a16="http://schemas.microsoft.com/office/drawing/2014/main" id="{8FC53C53-BE56-985D-92DA-BB50A0F2E812}"/>
              </a:ext>
            </a:extLst>
          </p:cNvPr>
          <p:cNvGrpSpPr/>
          <p:nvPr/>
        </p:nvGrpSpPr>
        <p:grpSpPr>
          <a:xfrm>
            <a:off x="6266480" y="3827935"/>
            <a:ext cx="1886919" cy="731994"/>
            <a:chOff x="1451661" y="3383323"/>
            <a:chExt cx="1886919" cy="731994"/>
          </a:xfrm>
        </p:grpSpPr>
        <p:pic>
          <p:nvPicPr>
            <p:cNvPr id="51" name="Picture 50">
              <a:extLst>
                <a:ext uri="{FF2B5EF4-FFF2-40B4-BE49-F238E27FC236}">
                  <a16:creationId xmlns:a16="http://schemas.microsoft.com/office/drawing/2014/main" id="{42B6A50F-157E-E657-63DE-0F6AF0BCF5F8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1451661" y="3383323"/>
              <a:ext cx="1886919" cy="731994"/>
            </a:xfrm>
            <a:prstGeom prst="rect">
              <a:avLst/>
            </a:prstGeom>
          </p:spPr>
        </p:pic>
        <p:sp>
          <p:nvSpPr>
            <p:cNvPr id="52" name="Oval 51">
              <a:extLst>
                <a:ext uri="{FF2B5EF4-FFF2-40B4-BE49-F238E27FC236}">
                  <a16:creationId xmlns:a16="http://schemas.microsoft.com/office/drawing/2014/main" id="{D115E508-8070-D03A-9851-E0FC5ACE30CB}"/>
                </a:ext>
              </a:extLst>
            </p:cNvPr>
            <p:cNvSpPr/>
            <p:nvPr/>
          </p:nvSpPr>
          <p:spPr>
            <a:xfrm>
              <a:off x="3124200" y="3581400"/>
              <a:ext cx="76200" cy="762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</p:grpSp>
      <p:grpSp>
        <p:nvGrpSpPr>
          <p:cNvPr id="56" name="Group 55">
            <a:extLst>
              <a:ext uri="{FF2B5EF4-FFF2-40B4-BE49-F238E27FC236}">
                <a16:creationId xmlns:a16="http://schemas.microsoft.com/office/drawing/2014/main" id="{C11D0549-3C61-747C-19FF-F2A657F80002}"/>
              </a:ext>
            </a:extLst>
          </p:cNvPr>
          <p:cNvGrpSpPr/>
          <p:nvPr/>
        </p:nvGrpSpPr>
        <p:grpSpPr>
          <a:xfrm>
            <a:off x="6204503" y="4968675"/>
            <a:ext cx="1886919" cy="731994"/>
            <a:chOff x="1451661" y="3383323"/>
            <a:chExt cx="1886919" cy="731994"/>
          </a:xfrm>
        </p:grpSpPr>
        <p:pic>
          <p:nvPicPr>
            <p:cNvPr id="57" name="Picture 56">
              <a:extLst>
                <a:ext uri="{FF2B5EF4-FFF2-40B4-BE49-F238E27FC236}">
                  <a16:creationId xmlns:a16="http://schemas.microsoft.com/office/drawing/2014/main" id="{D0B999FD-FEF8-F2EE-D126-CB91668B41AE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1451661" y="3383323"/>
              <a:ext cx="1886919" cy="731994"/>
            </a:xfrm>
            <a:prstGeom prst="rect">
              <a:avLst/>
            </a:prstGeom>
          </p:spPr>
        </p:pic>
        <p:sp>
          <p:nvSpPr>
            <p:cNvPr id="59" name="Oval 58">
              <a:extLst>
                <a:ext uri="{FF2B5EF4-FFF2-40B4-BE49-F238E27FC236}">
                  <a16:creationId xmlns:a16="http://schemas.microsoft.com/office/drawing/2014/main" id="{A5FDE546-7C55-2F1E-4E5C-15690B837569}"/>
                </a:ext>
              </a:extLst>
            </p:cNvPr>
            <p:cNvSpPr/>
            <p:nvPr/>
          </p:nvSpPr>
          <p:spPr>
            <a:xfrm>
              <a:off x="2641600" y="3581400"/>
              <a:ext cx="76200" cy="762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60" name="Oval 59">
              <a:extLst>
                <a:ext uri="{FF2B5EF4-FFF2-40B4-BE49-F238E27FC236}">
                  <a16:creationId xmlns:a16="http://schemas.microsoft.com/office/drawing/2014/main" id="{E1ADBFE7-D749-6E51-1E70-C97725BFE5CA}"/>
                </a:ext>
              </a:extLst>
            </p:cNvPr>
            <p:cNvSpPr/>
            <p:nvPr/>
          </p:nvSpPr>
          <p:spPr>
            <a:xfrm>
              <a:off x="2146300" y="3873500"/>
              <a:ext cx="76200" cy="762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61" name="Oval 60">
              <a:extLst>
                <a:ext uri="{FF2B5EF4-FFF2-40B4-BE49-F238E27FC236}">
                  <a16:creationId xmlns:a16="http://schemas.microsoft.com/office/drawing/2014/main" id="{24FD8550-05EC-B9AE-D25F-1A96AAAF0518}"/>
                </a:ext>
              </a:extLst>
            </p:cNvPr>
            <p:cNvSpPr/>
            <p:nvPr/>
          </p:nvSpPr>
          <p:spPr>
            <a:xfrm>
              <a:off x="1663700" y="3581400"/>
              <a:ext cx="76200" cy="762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D58EE983-C278-8C1B-9F3F-0A8DB64CF752}"/>
                  </a:ext>
                </a:extLst>
              </p:cNvPr>
              <p:cNvSpPr txBox="1"/>
              <p:nvPr/>
            </p:nvSpPr>
            <p:spPr>
              <a:xfrm>
                <a:off x="4907246" y="5140835"/>
                <a:ext cx="117615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  <a:sym typeface="Symbol" panose="05050102010706020507" pitchFamily="18" charset="2"/>
                        </a:rPr>
                        <m:t>∀</m:t>
                      </m:r>
                      <m:d>
                        <m:dPr>
                          <m:ctrlPr>
                            <a:rPr lang="en-US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sym typeface="Symbol" panose="05050102010706020507" pitchFamily="18" charset="2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sym typeface="Symbol" panose="05050102010706020507" pitchFamily="18" charset="2"/>
                            </a:rPr>
                            <m:t>𝑎</m:t>
                          </m:r>
                          <m:r>
                            <a:rPr lang="en-US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sym typeface="Symbol" panose="05050102010706020507" pitchFamily="18" charset="2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US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sym typeface="Symbol" panose="05050102010706020507" pitchFamily="18" charset="2"/>
                            </a:rPr>
                            <m:t>U</m:t>
                          </m:r>
                          <m:r>
                            <a:rPr lang="en-US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sym typeface="Symbol" panose="05050102010706020507" pitchFamily="18" charset="2"/>
                            </a:rPr>
                            <m:t> </m:t>
                          </m:r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sym typeface="Symbol" panose="05050102010706020507" pitchFamily="18" charset="2"/>
                            </a:rPr>
                            <m:t>𝑏</m:t>
                          </m:r>
                        </m:e>
                      </m:d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 </m:t>
                      </m:r>
                    </m:oMath>
                  </m:oMathPara>
                </a14:m>
                <a:endParaRPr lang="LID4096"/>
              </a:p>
            </p:txBody>
          </p:sp>
        </mc:Choice>
        <mc:Fallback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D58EE983-C278-8C1B-9F3F-0A8DB64CF75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07246" y="5140835"/>
                <a:ext cx="1176155" cy="3693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63" name="Group 62">
            <a:extLst>
              <a:ext uri="{FF2B5EF4-FFF2-40B4-BE49-F238E27FC236}">
                <a16:creationId xmlns:a16="http://schemas.microsoft.com/office/drawing/2014/main" id="{757A7E77-C1CC-3257-D8F2-00979C4A169A}"/>
              </a:ext>
            </a:extLst>
          </p:cNvPr>
          <p:cNvGrpSpPr/>
          <p:nvPr/>
        </p:nvGrpSpPr>
        <p:grpSpPr>
          <a:xfrm>
            <a:off x="4196482" y="5745006"/>
            <a:ext cx="1886919" cy="731994"/>
            <a:chOff x="1451661" y="3383323"/>
            <a:chExt cx="1886919" cy="731994"/>
          </a:xfrm>
        </p:grpSpPr>
        <p:pic>
          <p:nvPicPr>
            <p:cNvPr id="1024" name="Picture 1023">
              <a:extLst>
                <a:ext uri="{FF2B5EF4-FFF2-40B4-BE49-F238E27FC236}">
                  <a16:creationId xmlns:a16="http://schemas.microsoft.com/office/drawing/2014/main" id="{43B1C4B7-BFE4-45AE-7D55-351FAA1C0647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1451661" y="3383323"/>
              <a:ext cx="1886919" cy="731994"/>
            </a:xfrm>
            <a:prstGeom prst="rect">
              <a:avLst/>
            </a:prstGeom>
          </p:spPr>
        </p:pic>
        <p:sp>
          <p:nvSpPr>
            <p:cNvPr id="1025" name="Oval 1024">
              <a:extLst>
                <a:ext uri="{FF2B5EF4-FFF2-40B4-BE49-F238E27FC236}">
                  <a16:creationId xmlns:a16="http://schemas.microsoft.com/office/drawing/2014/main" id="{F95AEF3B-218D-582B-F8B4-8F0C3336ACE5}"/>
                </a:ext>
              </a:extLst>
            </p:cNvPr>
            <p:cNvSpPr/>
            <p:nvPr/>
          </p:nvSpPr>
          <p:spPr>
            <a:xfrm>
              <a:off x="2641600" y="3581400"/>
              <a:ext cx="76200" cy="762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1027" name="Oval 1026">
              <a:extLst>
                <a:ext uri="{FF2B5EF4-FFF2-40B4-BE49-F238E27FC236}">
                  <a16:creationId xmlns:a16="http://schemas.microsoft.com/office/drawing/2014/main" id="{C6447906-52C9-0B12-72F6-4CDDDCDC2574}"/>
                </a:ext>
              </a:extLst>
            </p:cNvPr>
            <p:cNvSpPr/>
            <p:nvPr/>
          </p:nvSpPr>
          <p:spPr>
            <a:xfrm>
              <a:off x="2146300" y="3873500"/>
              <a:ext cx="76200" cy="762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1030" name="Oval 1029">
              <a:extLst>
                <a:ext uri="{FF2B5EF4-FFF2-40B4-BE49-F238E27FC236}">
                  <a16:creationId xmlns:a16="http://schemas.microsoft.com/office/drawing/2014/main" id="{A5011E3F-E8B9-98FA-12B0-A0675141534F}"/>
                </a:ext>
              </a:extLst>
            </p:cNvPr>
            <p:cNvSpPr/>
            <p:nvPr/>
          </p:nvSpPr>
          <p:spPr>
            <a:xfrm>
              <a:off x="1663700" y="3581400"/>
              <a:ext cx="76200" cy="762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1031" name="TextBox 1030">
                <a:extLst>
                  <a:ext uri="{FF2B5EF4-FFF2-40B4-BE49-F238E27FC236}">
                    <a16:creationId xmlns:a16="http://schemas.microsoft.com/office/drawing/2014/main" id="{0AB64E4A-3A24-F7FD-8E56-F1130B0713C0}"/>
                  </a:ext>
                </a:extLst>
              </p:cNvPr>
              <p:cNvSpPr txBox="1"/>
              <p:nvPr/>
            </p:nvSpPr>
            <p:spPr>
              <a:xfrm>
                <a:off x="1404492" y="5949707"/>
                <a:ext cx="2865849" cy="50687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  <a:sym typeface="Symbol" panose="05050102010706020507" pitchFamily="18" charset="2"/>
                        </a:rPr>
                        <m:t>∃</m:t>
                      </m:r>
                      <m:d>
                        <m:dPr>
                          <m:ctrlPr>
                            <a:rPr lang="en-US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sym typeface="Symbol" panose="05050102010706020507" pitchFamily="18" charset="2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sym typeface="Symbol" panose="05050102010706020507" pitchFamily="18" charset="2"/>
                            </a:rPr>
                            <m:t>𝑎</m:t>
                          </m:r>
                          <m:r>
                            <a:rPr lang="en-US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sym typeface="Symbol" panose="05050102010706020507" pitchFamily="18" charset="2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US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sym typeface="Symbol" panose="05050102010706020507" pitchFamily="18" charset="2"/>
                            </a:rPr>
                            <m:t>U</m:t>
                          </m:r>
                          <m:r>
                            <a:rPr lang="en-US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sym typeface="Symbol" panose="05050102010706020507" pitchFamily="18" charset="2"/>
                            </a:rPr>
                            <m:t> </m:t>
                          </m:r>
                          <m:d>
                            <m:dPr>
                              <m:ctrlPr>
                                <a:rPr lang="en-US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sym typeface="Symbol" panose="05050102010706020507" pitchFamily="18" charset="2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sym typeface="Symbol" panose="05050102010706020507" pitchFamily="18" charset="2"/>
                                </a:rPr>
                                <m:t>¬</m:t>
                              </m:r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sym typeface="Symbol" panose="05050102010706020507" pitchFamily="18" charset="2"/>
                                </a:rPr>
                                <m:t>𝑎</m:t>
                              </m:r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sym typeface="Symbol" panose="05050102010706020507" pitchFamily="18" charset="2"/>
                                </a:rPr>
                                <m:t>∧∀</m:t>
                              </m:r>
                              <m:d>
                                <m:dPr>
                                  <m:ctrlPr>
                                    <a:rPr lang="en-US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sym typeface="Symbol" panose="05050102010706020507" pitchFamily="18" charset="2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sym typeface="Symbol" panose="05050102010706020507" pitchFamily="18" charset="2"/>
                                    </a:rPr>
                                    <m:t>¬</m:t>
                                  </m:r>
                                  <m:r>
                                    <a:rPr lang="en-US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sym typeface="Symbol" panose="05050102010706020507" pitchFamily="18" charset="2"/>
                                    </a:rPr>
                                    <m:t>𝑎</m:t>
                                  </m:r>
                                  <m:r>
                                    <a:rPr lang="en-US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sym typeface="Symbol" panose="05050102010706020507" pitchFamily="18" charset="2"/>
                                    </a:rPr>
                                    <m:t> 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US" b="0" i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sym typeface="Symbol" panose="05050102010706020507" pitchFamily="18" charset="2"/>
                                    </a:rPr>
                                    <m:t>U</m:t>
                                  </m:r>
                                  <m:r>
                                    <a:rPr lang="en-US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sym typeface="Symbol" panose="05050102010706020507" pitchFamily="18" charset="2"/>
                                    </a:rPr>
                                    <m:t> </m:t>
                                  </m:r>
                                  <m:r>
                                    <a:rPr lang="en-US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sym typeface="Symbol" panose="05050102010706020507" pitchFamily="18" charset="2"/>
                                    </a:rPr>
                                    <m:t>𝑏</m:t>
                                  </m:r>
                                </m:e>
                              </m:d>
                            </m:e>
                          </m:d>
                        </m:e>
                      </m:d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 </m:t>
                      </m:r>
                    </m:oMath>
                  </m:oMathPara>
                </a14:m>
                <a:endParaRPr lang="LID4096"/>
              </a:p>
            </p:txBody>
          </p:sp>
        </mc:Choice>
        <mc:Fallback>
          <p:sp>
            <p:nvSpPr>
              <p:cNvPr id="1031" name="TextBox 1030">
                <a:extLst>
                  <a:ext uri="{FF2B5EF4-FFF2-40B4-BE49-F238E27FC236}">
                    <a16:creationId xmlns:a16="http://schemas.microsoft.com/office/drawing/2014/main" id="{0AB64E4A-3A24-F7FD-8E56-F1130B0713C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04492" y="5949707"/>
                <a:ext cx="2865849" cy="50687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6248510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">
        <p:dissolve/>
      </p:transition>
    </mc:Choice>
    <mc:Fallback>
      <p:transition>
        <p:dissolv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EC7D88-1660-4F75-8CB7-21B5CF66AC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1163" y="304800"/>
            <a:ext cx="7772400" cy="1143000"/>
          </a:xfrm>
        </p:spPr>
        <p:txBody>
          <a:bodyPr>
            <a:normAutofit/>
          </a:bodyPr>
          <a:lstStyle/>
          <a:p>
            <a:r>
              <a:rPr lang="he-IL">
                <a:latin typeface="Gisha" panose="020B0502040204020203" pitchFamily="34" charset="-79"/>
                <a:cs typeface="Gisha" panose="020B0502040204020203" pitchFamily="34" charset="-79"/>
              </a:rPr>
              <a:t>משפט לגבי קיום נוסחאות שקולות</a:t>
            </a:r>
            <a:endParaRPr lang="en-US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E035D8D-484E-4582-94DE-B5EED8900F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926B5-663A-4127-A287-7B83208B40AD}" type="datetime8">
              <a:rPr lang="he-IL" smtClean="0"/>
              <a:pPr/>
              <a:t>18 ינואר 23</a:t>
            </a:fld>
            <a:endParaRPr lang="he-I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4C4754-E962-40EF-A562-53ED69A65C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A1DA9-A2DD-4375-8887-E40ACC834D3F}" type="slidenum">
              <a:rPr lang="he-IL" smtClean="0"/>
              <a:pPr/>
              <a:t>16</a:t>
            </a:fld>
            <a:endParaRPr lang="he-IL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DAE4CF0D-D32E-4305-6332-66AA608A9F6D}"/>
                  </a:ext>
                </a:extLst>
              </p:cNvPr>
              <p:cNvSpPr txBox="1"/>
              <p:nvPr/>
            </p:nvSpPr>
            <p:spPr>
              <a:xfrm>
                <a:off x="459224" y="2536401"/>
                <a:ext cx="8225551" cy="1569660"/>
              </a:xfrm>
              <a:prstGeom prst="rect">
                <a:avLst/>
              </a:prstGeom>
              <a:solidFill>
                <a:srgbClr val="FFFF99"/>
              </a:solidFill>
              <a:ln>
                <a:solidFill>
                  <a:schemeClr val="bg1"/>
                </a:solidFill>
              </a:ln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r>
                  <a:rPr lang="he-IL" sz="2400">
                    <a:latin typeface="Gisha" panose="020B0502040204020203" pitchFamily="34" charset="-79"/>
                    <a:cs typeface="Gisha" panose="020B0502040204020203" pitchFamily="34" charset="-79"/>
                  </a:rPr>
                  <a:t>תהי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400" b="0" i="0" smtClean="0">
                        <a:latin typeface="Cambria Math" panose="02040503050406030204" pitchFamily="18" charset="0"/>
                      </a:rPr>
                      <m:t>Φ</m:t>
                    </m:r>
                  </m:oMath>
                </a14:m>
                <a:r>
                  <a:rPr lang="he-IL" sz="2400">
                    <a:latin typeface="Gisha" panose="020B0502040204020203" pitchFamily="34" charset="-79"/>
                    <a:cs typeface="Gisha" panose="020B0502040204020203" pitchFamily="34" charset="-79"/>
                  </a:rPr>
                  <a:t> נוסחאת </a:t>
                </a:r>
                <a:r>
                  <a:rPr lang="en-US" sz="2400">
                    <a:latin typeface="Gisha" panose="020B0502040204020203" pitchFamily="34" charset="-79"/>
                    <a:cs typeface="Gisha" panose="020B0502040204020203" pitchFamily="34" charset="-79"/>
                  </a:rPr>
                  <a:t>CTL</a:t>
                </a:r>
                <a:r>
                  <a:rPr lang="he-IL" sz="2400">
                    <a:latin typeface="Gisha" panose="020B0502040204020203" pitchFamily="34" charset="-79"/>
                    <a:cs typeface="Gisha" panose="020B0502040204020203" pitchFamily="34" charset="-79"/>
                  </a:rPr>
                  <a:t> ו-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𝜑</m:t>
                    </m:r>
                  </m:oMath>
                </a14:m>
                <a:r>
                  <a:rPr lang="he-IL" sz="2400">
                    <a:latin typeface="Gisha" panose="020B0502040204020203" pitchFamily="34" charset="-79"/>
                    <a:cs typeface="Gisha" panose="020B0502040204020203" pitchFamily="34" charset="-79"/>
                  </a:rPr>
                  <a:t> נוסחאת </a:t>
                </a:r>
                <a:r>
                  <a:rPr lang="en-US" sz="2400">
                    <a:latin typeface="Gisha" panose="020B0502040204020203" pitchFamily="34" charset="-79"/>
                    <a:cs typeface="Gisha" panose="020B0502040204020203" pitchFamily="34" charset="-79"/>
                  </a:rPr>
                  <a:t>LTL</a:t>
                </a:r>
                <a:r>
                  <a:rPr lang="he-IL" sz="2400">
                    <a:latin typeface="Gisha" panose="020B0502040204020203" pitchFamily="34" charset="-79"/>
                    <a:cs typeface="Gisha" panose="020B0502040204020203" pitchFamily="34" charset="-79"/>
                  </a:rPr>
                  <a:t>  המתקבלת ממחיקת כל כמתי המסלול ב-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400" i="0" dirty="0" smtClean="0">
                        <a:latin typeface="Cambria Math" panose="02040503050406030204" pitchFamily="18" charset="0"/>
                      </a:rPr>
                      <m:t>Φ</m:t>
                    </m:r>
                  </m:oMath>
                </a14:m>
                <a:r>
                  <a:rPr lang="he-IL" sz="2400">
                    <a:latin typeface="Gisha" panose="020B0502040204020203" pitchFamily="34" charset="-79"/>
                    <a:cs typeface="Gisha" panose="020B0502040204020203" pitchFamily="34" charset="-79"/>
                  </a:rPr>
                  <a:t> אז:</a:t>
                </a:r>
              </a:p>
              <a:p>
                <a:endParaRPr lang="he-IL" sz="2400">
                  <a:latin typeface="Gisha" panose="020B0502040204020203" pitchFamily="34" charset="-79"/>
                  <a:cs typeface="Gisha" panose="020B0502040204020203" pitchFamily="34" charset="-79"/>
                </a:endParaRPr>
              </a:p>
              <a:p>
                <a:pPr algn="ctr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he-IL" sz="2400" b="0" i="0" smtClean="0">
                        <a:latin typeface="Cambria Math" panose="02040503050406030204" pitchFamily="18" charset="0"/>
                      </a:rPr>
                      <m:t>Φ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≡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𝜑</m:t>
                    </m:r>
                  </m:oMath>
                </a14:m>
                <a:r>
                  <a:rPr lang="he-IL" sz="2400">
                    <a:latin typeface="Gisha" panose="020B0502040204020203" pitchFamily="34" charset="-79"/>
                    <a:cs typeface="Gisha" panose="020B0502040204020203" pitchFamily="34" charset="-79"/>
                  </a:rPr>
                  <a:t> או שלא קיימת נוסחאת </a:t>
                </a:r>
                <a:r>
                  <a:rPr lang="en-US" sz="2400">
                    <a:latin typeface="Gisha" panose="020B0502040204020203" pitchFamily="34" charset="-79"/>
                    <a:cs typeface="Gisha" panose="020B0502040204020203" pitchFamily="34" charset="-79"/>
                  </a:rPr>
                  <a:t>LTL</a:t>
                </a:r>
                <a:r>
                  <a:rPr lang="he-IL" sz="2400">
                    <a:latin typeface="Gisha" panose="020B0502040204020203" pitchFamily="34" charset="-79"/>
                    <a:cs typeface="Gisha" panose="020B0502040204020203" pitchFamily="34" charset="-79"/>
                  </a:rPr>
                  <a:t>  שקולה ל-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400" b="0" i="0" smtClean="0">
                        <a:latin typeface="Cambria Math" panose="02040503050406030204" pitchFamily="18" charset="0"/>
                      </a:rPr>
                      <m:t>Φ</m:t>
                    </m:r>
                  </m:oMath>
                </a14:m>
                <a:endParaRPr lang="en-US" sz="2400">
                  <a:latin typeface="Gisha" panose="020B0502040204020203" pitchFamily="34" charset="-79"/>
                  <a:cs typeface="Gisha" panose="020B0502040204020203" pitchFamily="34" charset="-79"/>
                </a:endParaRPr>
              </a:p>
            </p:txBody>
          </p:sp>
        </mc:Choice>
        <mc:Fallback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DAE4CF0D-D32E-4305-6332-66AA608A9F6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9224" y="2536401"/>
                <a:ext cx="8225551" cy="156966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solidFill>
                  <a:schemeClr val="bg1"/>
                </a:solidFill>
              </a:ln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0074379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">
        <p:dissolve/>
      </p:transition>
    </mc:Choice>
    <mc:Fallback>
      <p:transition>
        <p:dissolv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EC7D88-1660-4F75-8CB7-21B5CF66AC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1163" y="304800"/>
            <a:ext cx="7772400" cy="1143000"/>
          </a:xfrm>
        </p:spPr>
        <p:txBody>
          <a:bodyPr>
            <a:normAutofit fontScale="90000"/>
          </a:bodyPr>
          <a:lstStyle/>
          <a:p>
            <a:r>
              <a:rPr lang="en-US">
                <a:latin typeface="Gisha" panose="020B0502040204020203" pitchFamily="34" charset="-79"/>
                <a:cs typeface="Gisha" panose="020B0502040204020203" pitchFamily="34" charset="-79"/>
              </a:rPr>
              <a:t>LTL</a:t>
            </a:r>
            <a:r>
              <a:rPr lang="he-IL">
                <a:latin typeface="Gisha" panose="020B0502040204020203" pitchFamily="34" charset="-79"/>
                <a:cs typeface="Gisha" panose="020B0502040204020203" pitchFamily="34" charset="-79"/>
              </a:rPr>
              <a:t> ו-</a:t>
            </a:r>
            <a:r>
              <a:rPr lang="en-US">
                <a:latin typeface="Gisha" panose="020B0502040204020203" pitchFamily="34" charset="-79"/>
                <a:cs typeface="Gisha" panose="020B0502040204020203" pitchFamily="34" charset="-79"/>
              </a:rPr>
              <a:t>CTL</a:t>
            </a:r>
            <a:r>
              <a:rPr lang="he-IL">
                <a:latin typeface="Gisha" panose="020B0502040204020203" pitchFamily="34" charset="-79"/>
                <a:cs typeface="Gisha" panose="020B0502040204020203" pitchFamily="34" charset="-79"/>
              </a:rPr>
              <a:t> בעלות יכולת ביטוי</a:t>
            </a:r>
            <a:br>
              <a:rPr lang="en-US">
                <a:latin typeface="Gisha" panose="020B0502040204020203" pitchFamily="34" charset="-79"/>
                <a:cs typeface="Gisha" panose="020B0502040204020203" pitchFamily="34" charset="-79"/>
              </a:rPr>
            </a:br>
            <a:r>
              <a:rPr lang="he-IL">
                <a:latin typeface="Gisha" panose="020B0502040204020203" pitchFamily="34" charset="-79"/>
                <a:cs typeface="Gisha" panose="020B0502040204020203" pitchFamily="34" charset="-79"/>
              </a:rPr>
              <a:t>שאיננה ניתנת להשוואה</a:t>
            </a:r>
            <a:endParaRPr lang="en-US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E035D8D-484E-4582-94DE-B5EED8900F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926B5-663A-4127-A287-7B83208B40AD}" type="datetime8">
              <a:rPr lang="he-IL" smtClean="0"/>
              <a:pPr/>
              <a:t>18 ינואר 23</a:t>
            </a:fld>
            <a:endParaRPr lang="he-I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4C4754-E962-40EF-A562-53ED69A65C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A1DA9-A2DD-4375-8887-E40ACC834D3F}" type="slidenum">
              <a:rPr lang="he-IL" smtClean="0"/>
              <a:pPr/>
              <a:t>17</a:t>
            </a:fld>
            <a:endParaRPr lang="he-IL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/>
              <p:cNvSpPr txBox="1"/>
              <p:nvPr/>
            </p:nvSpPr>
            <p:spPr>
              <a:xfrm>
                <a:off x="1295400" y="1524000"/>
                <a:ext cx="6716326" cy="484748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>
                  <a:lnSpc>
                    <a:spcPct val="150000"/>
                  </a:lnSpc>
                  <a:spcBef>
                    <a:spcPts val="1800"/>
                  </a:spcBef>
                </a:pPr>
                <a:r>
                  <a:rPr lang="he-IL" sz="2800" b="0">
                    <a:solidFill>
                      <a:srgbClr val="3333FF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קיימות נוסחאות </a:t>
                </a:r>
                <a:r>
                  <a:rPr lang="en-US" sz="2800" b="0">
                    <a:solidFill>
                      <a:srgbClr val="3333FF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LTL</a:t>
                </a:r>
                <a:r>
                  <a:rPr lang="he-IL" sz="2800" b="0">
                    <a:solidFill>
                      <a:srgbClr val="3333FF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 שלא ניתן לתרגם ל-</a:t>
                </a:r>
                <a:r>
                  <a:rPr lang="en-US" sz="2800" b="0">
                    <a:solidFill>
                      <a:srgbClr val="3333FF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CTL</a:t>
                </a:r>
                <a:r>
                  <a:rPr lang="he-IL" sz="2800" b="0">
                    <a:solidFill>
                      <a:srgbClr val="3333FF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:</a:t>
                </a:r>
              </a:p>
              <a:p>
                <a:pPr algn="l" rtl="0">
                  <a:lnSpc>
                    <a:spcPct val="150000"/>
                  </a:lnSpc>
                  <a:spcBef>
                    <a:spcPts val="1800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sz="2800">
                          <a:solidFill>
                            <a:srgbClr val="3333FF"/>
                          </a:solidFill>
                          <a:latin typeface="cmsy10" panose="020B0500000000000000" pitchFamily="34" charset="0"/>
                          <a:sym typeface="Symbol" panose="05050102010706020507" pitchFamily="18" charset="2"/>
                        </a:rPr>
                        <m:t>}</m:t>
                      </m:r>
                      <m:r>
                        <m:rPr>
                          <m:nor/>
                        </m:rPr>
                        <a:rPr lang="en-US" sz="2800">
                          <a:solidFill>
                            <a:srgbClr val="3333FF"/>
                          </a:solidFill>
                          <a:latin typeface="Perpetua" panose="02020502060401020303" pitchFamily="18" charset="0"/>
                          <a:sym typeface="Symbol" panose="05050102010706020507" pitchFamily="18" charset="2"/>
                        </a:rPr>
                        <m:t></m:t>
                      </m:r>
                      <m:r>
                        <a:rPr lang="en-US" sz="2800" i="1">
                          <a:solidFill>
                            <a:srgbClr val="3333FF"/>
                          </a:solidFill>
                          <a:latin typeface="Cambria Math" panose="02040503050406030204" pitchFamily="18" charset="0"/>
                          <a:sym typeface="Symbol" panose="05050102010706020507" pitchFamily="18" charset="2"/>
                        </a:rPr>
                        <m:t>𝑎</m:t>
                      </m:r>
                    </m:oMath>
                  </m:oMathPara>
                </a14:m>
                <a:endParaRPr lang="en-US" sz="2800" i="1">
                  <a:solidFill>
                    <a:srgbClr val="3333FF"/>
                  </a:solidFill>
                  <a:latin typeface="Cambria Math" panose="02040503050406030204" pitchFamily="18" charset="0"/>
                  <a:sym typeface="Symbol" panose="05050102010706020507" pitchFamily="18" charset="2"/>
                </a:endParaRPr>
              </a:p>
              <a:p>
                <a:pPr algn="l" rtl="0">
                  <a:lnSpc>
                    <a:spcPct val="150000"/>
                  </a:lnSpc>
                  <a:spcBef>
                    <a:spcPts val="1800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sz="2800">
                          <a:solidFill>
                            <a:srgbClr val="3333FF"/>
                          </a:solidFill>
                          <a:latin typeface="cmsy10" panose="020B0500000000000000" pitchFamily="34" charset="0"/>
                          <a:sym typeface="Symbol" panose="05050102010706020507" pitchFamily="18" charset="2"/>
                        </a:rPr>
                        <m:t>}</m:t>
                      </m:r>
                      <m:d>
                        <m:dPr>
                          <m:ctrlPr>
                            <a:rPr lang="en-US" sz="2800" b="0" i="1" smtClean="0">
                              <a:solidFill>
                                <a:srgbClr val="3333FF"/>
                              </a:solidFill>
                              <a:latin typeface="Cambria Math" panose="02040503050406030204" pitchFamily="18" charset="0"/>
                              <a:sym typeface="Symbol" panose="05050102010706020507" pitchFamily="18" charset="2"/>
                            </a:rPr>
                          </m:ctrlPr>
                        </m:dPr>
                        <m:e>
                          <m:r>
                            <a:rPr lang="en-US" sz="2800" b="0" i="1" smtClean="0">
                              <a:solidFill>
                                <a:srgbClr val="3333FF"/>
                              </a:solidFill>
                              <a:latin typeface="Cambria Math" panose="02040503050406030204" pitchFamily="18" charset="0"/>
                              <a:sym typeface="Symbol" panose="05050102010706020507" pitchFamily="18" charset="2"/>
                            </a:rPr>
                            <m:t>𝑎</m:t>
                          </m:r>
                          <m:r>
                            <a:rPr lang="en-US" sz="2800" b="0" i="1" smtClean="0">
                              <a:solidFill>
                                <a:srgbClr val="3333FF"/>
                              </a:solidFill>
                              <a:latin typeface="Cambria Math" panose="02040503050406030204" pitchFamily="18" charset="0"/>
                              <a:sym typeface="Symbol" panose="05050102010706020507" pitchFamily="18" charset="2"/>
                            </a:rPr>
                            <m:t>∧</m:t>
                          </m:r>
                          <m:r>
                            <a:rPr lang="en-US" sz="28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𝑎</m:t>
                          </m:r>
                        </m:e>
                      </m:d>
                    </m:oMath>
                  </m:oMathPara>
                </a14:m>
                <a:endParaRPr lang="en-US" sz="2800">
                  <a:solidFill>
                    <a:srgbClr val="3333FF"/>
                  </a:solidFill>
                  <a:latin typeface="Gisha" panose="020B0502040204020203" pitchFamily="34" charset="-79"/>
                  <a:sym typeface="Symbol" panose="05050102010706020507" pitchFamily="18" charset="2"/>
                </a:endParaRPr>
              </a:p>
              <a:p>
                <a:pPr>
                  <a:lnSpc>
                    <a:spcPct val="150000"/>
                  </a:lnSpc>
                  <a:spcBef>
                    <a:spcPts val="1800"/>
                  </a:spcBef>
                </a:pPr>
                <a:r>
                  <a:rPr lang="he-IL" sz="2800">
                    <a:solidFill>
                      <a:srgbClr val="FF0000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קיימות נוסחאות </a:t>
                </a:r>
                <a:r>
                  <a:rPr lang="en-US" sz="2800">
                    <a:solidFill>
                      <a:srgbClr val="FF0000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CTL</a:t>
                </a:r>
                <a:r>
                  <a:rPr lang="he-IL" sz="2800">
                    <a:solidFill>
                      <a:srgbClr val="FF0000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 שלא ניתן לתרגם ל-</a:t>
                </a:r>
                <a:r>
                  <a:rPr lang="en-US" sz="2800">
                    <a:solidFill>
                      <a:srgbClr val="FF0000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LTL</a:t>
                </a:r>
                <a:r>
                  <a:rPr lang="he-IL" sz="2800">
                    <a:solidFill>
                      <a:srgbClr val="FF0000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:</a:t>
                </a:r>
              </a:p>
              <a:p>
                <a:pPr algn="l" rtl="0">
                  <a:lnSpc>
                    <a:spcPct val="150000"/>
                  </a:lnSpc>
                  <a:spcBef>
                    <a:spcPts val="1800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sym typeface="Symbol" panose="05050102010706020507" pitchFamily="18" charset="2"/>
                        </a:rPr>
                        <m:t>∀</m:t>
                      </m:r>
                      <m:r>
                        <m:rPr>
                          <m:nor/>
                        </m:rPr>
                        <a:rPr lang="en-US" sz="2800" smtClean="0">
                          <a:solidFill>
                            <a:srgbClr val="FF0000"/>
                          </a:solidFill>
                          <a:latin typeface="cmsy10" panose="020B0500000000000000" pitchFamily="34" charset="0"/>
                          <a:sym typeface="Symbol" panose="05050102010706020507" pitchFamily="18" charset="2"/>
                        </a:rPr>
                        <m:t>}</m:t>
                      </m:r>
                      <m:r>
                        <a:rPr lang="en-US" sz="28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sym typeface="Symbol" panose="05050102010706020507" pitchFamily="18" charset="2"/>
                        </a:rPr>
                        <m:t>∀</m:t>
                      </m:r>
                      <m:r>
                        <m:rPr>
                          <m:nor/>
                        </m:rPr>
                        <a:rPr lang="en-US" sz="2800" smtClean="0">
                          <a:solidFill>
                            <a:srgbClr val="FF0000"/>
                          </a:solidFill>
                          <a:latin typeface="Perpetua" panose="02020502060401020303" pitchFamily="18" charset="0"/>
                          <a:sym typeface="Symbol" panose="05050102010706020507" pitchFamily="18" charset="2"/>
                        </a:rPr>
                        <m:t></m:t>
                      </m:r>
                      <m:r>
                        <a:rPr lang="en-US" sz="28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sym typeface="Symbol" panose="05050102010706020507" pitchFamily="18" charset="2"/>
                        </a:rPr>
                        <m:t>𝑎</m:t>
                      </m:r>
                    </m:oMath>
                  </m:oMathPara>
                </a14:m>
                <a:endParaRPr lang="en-US" sz="2800" i="1">
                  <a:solidFill>
                    <a:srgbClr val="FF0000"/>
                  </a:solidFill>
                  <a:latin typeface="Cambria Math" panose="02040503050406030204" pitchFamily="18" charset="0"/>
                  <a:sym typeface="Symbol" panose="05050102010706020507" pitchFamily="18" charset="2"/>
                </a:endParaRPr>
              </a:p>
              <a:p>
                <a:pPr algn="l" rtl="0">
                  <a:lnSpc>
                    <a:spcPct val="150000"/>
                  </a:lnSpc>
                  <a:spcBef>
                    <a:spcPts val="1800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sym typeface="Symbol" panose="05050102010706020507" pitchFamily="18" charset="2"/>
                        </a:rPr>
                        <m:t>∀</m:t>
                      </m:r>
                      <m:r>
                        <m:rPr>
                          <m:nor/>
                        </m:rPr>
                        <a:rPr lang="en-US" sz="2800">
                          <a:solidFill>
                            <a:srgbClr val="FF0000"/>
                          </a:solidFill>
                          <a:latin typeface="cmsy10" panose="020B0500000000000000" pitchFamily="34" charset="0"/>
                          <a:sym typeface="Symbol" panose="05050102010706020507" pitchFamily="18" charset="2"/>
                        </a:rPr>
                        <m:t>}</m:t>
                      </m:r>
                      <m:d>
                        <m:dPr>
                          <m:ctrlPr>
                            <a:rPr lang="en-US" sz="28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sym typeface="Symbol" panose="05050102010706020507" pitchFamily="18" charset="2"/>
                            </a:rPr>
                          </m:ctrlPr>
                        </m:dPr>
                        <m:e>
                          <m:r>
                            <a:rPr lang="en-US" sz="28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sym typeface="Symbol" panose="05050102010706020507" pitchFamily="18" charset="2"/>
                            </a:rPr>
                            <m:t>𝑎</m:t>
                          </m:r>
                          <m:r>
                            <a:rPr lang="en-US" sz="28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sym typeface="Symbol" panose="05050102010706020507" pitchFamily="18" charset="2"/>
                            </a:rPr>
                            <m:t>∧∀</m:t>
                          </m:r>
                          <m:r>
                            <a:rPr lang="en-US" sz="28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𝑎</m:t>
                          </m:r>
                        </m:e>
                      </m:d>
                    </m:oMath>
                  </m:oMathPara>
                </a14:m>
                <a:endParaRPr lang="en-US" sz="2800">
                  <a:solidFill>
                    <a:srgbClr val="FF0000"/>
                  </a:solidFill>
                  <a:latin typeface="Gisha" panose="020B0502040204020203" pitchFamily="34" charset="-79"/>
                  <a:sym typeface="Wingdings" panose="05000000000000000000" pitchFamily="2" charset="2"/>
                </a:endParaRPr>
              </a:p>
              <a:p>
                <a:pPr algn="l" rtl="0">
                  <a:lnSpc>
                    <a:spcPct val="150000"/>
                  </a:lnSpc>
                  <a:spcBef>
                    <a:spcPts val="1800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sym typeface="Symbol" panose="05050102010706020507" pitchFamily="18" charset="2"/>
                        </a:rPr>
                        <m:t>∀</m:t>
                      </m:r>
                      <m:r>
                        <m:rPr>
                          <m:nor/>
                        </m:rPr>
                        <a:rPr lang="en-US" sz="2800">
                          <a:solidFill>
                            <a:srgbClr val="FF0000"/>
                          </a:solidFill>
                          <a:latin typeface="Perpetua" panose="02020502060401020303" pitchFamily="18" charset="0"/>
                          <a:sym typeface="Symbol" panose="05050102010706020507" pitchFamily="18" charset="2"/>
                        </a:rPr>
                        <m:t></m:t>
                      </m:r>
                      <m:r>
                        <a:rPr lang="en-US" sz="28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sym typeface="Symbol" panose="05050102010706020507" pitchFamily="18" charset="2"/>
                        </a:rPr>
                        <m:t>∀</m:t>
                      </m:r>
                      <m:r>
                        <m:rPr>
                          <m:nor/>
                        </m:rPr>
                        <a:rPr lang="en-US" sz="2800">
                          <a:solidFill>
                            <a:srgbClr val="FF0000"/>
                          </a:solidFill>
                          <a:latin typeface="cmsy10" panose="020B0500000000000000" pitchFamily="34" charset="0"/>
                          <a:sym typeface="Symbol" panose="05050102010706020507" pitchFamily="18" charset="2"/>
                        </a:rPr>
                        <m:t>}</m:t>
                      </m:r>
                      <m:r>
                        <a:rPr lang="en-US" sz="28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sym typeface="Symbol" panose="05050102010706020507" pitchFamily="18" charset="2"/>
                        </a:rPr>
                        <m:t>𝑎</m:t>
                      </m:r>
                    </m:oMath>
                  </m:oMathPara>
                </a14:m>
                <a:endParaRPr lang="en-US" sz="2800" i="1">
                  <a:solidFill>
                    <a:srgbClr val="FF0000"/>
                  </a:solidFill>
                  <a:latin typeface="Cambria Math" panose="02040503050406030204" pitchFamily="18" charset="0"/>
                  <a:sym typeface="Symbol" panose="05050102010706020507" pitchFamily="18" charset="2"/>
                </a:endParaRPr>
              </a:p>
            </p:txBody>
          </p:sp>
        </mc:Choice>
        <mc:Fallback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95400" y="1524000"/>
                <a:ext cx="6716326" cy="4847481"/>
              </a:xfrm>
              <a:prstGeom prst="rect">
                <a:avLst/>
              </a:prstGeom>
              <a:blipFill>
                <a:blip r:embed="rId2"/>
                <a:stretch>
                  <a:fillRect l="-817" r="-1907"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6494804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">
        <p:dissolve/>
      </p:transition>
    </mc:Choice>
    <mc:Fallback>
      <p:transition>
        <p:dissolv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>
                <a:latin typeface="Gisha" panose="020B0502040204020203" pitchFamily="34" charset="-79"/>
                <a:cs typeface="Gisha" panose="020B0502040204020203" pitchFamily="34" charset="-79"/>
              </a:rPr>
              <a:t>השוואה בין </a:t>
            </a:r>
            <a:r>
              <a:rPr lang="en-US">
                <a:latin typeface="Gisha" panose="020B0502040204020203" pitchFamily="34" charset="-79"/>
                <a:cs typeface="Gisha" panose="020B0502040204020203" pitchFamily="34" charset="-79"/>
              </a:rPr>
              <a:t>CTL</a:t>
            </a:r>
            <a:r>
              <a:rPr lang="he-IL">
                <a:latin typeface="Gisha" panose="020B0502040204020203" pitchFamily="34" charset="-79"/>
                <a:cs typeface="Gisha" panose="020B0502040204020203" pitchFamily="34" charset="-79"/>
              </a:rPr>
              <a:t> ל-</a:t>
            </a:r>
            <a:r>
              <a:rPr lang="en-US">
                <a:latin typeface="Gisha" panose="020B0502040204020203" pitchFamily="34" charset="-79"/>
                <a:cs typeface="Gisha" panose="020B0502040204020203" pitchFamily="34" charset="-79"/>
              </a:rPr>
              <a:t>LTL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926B5-663A-4127-A287-7B83208B40AD}" type="datetime8">
              <a:rPr lang="he-IL" smtClean="0"/>
              <a:pPr/>
              <a:t>18 ינואר 23</a:t>
            </a:fld>
            <a:endParaRPr lang="he-I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A1DA9-A2DD-4375-8887-E40ACC834D3F}" type="slidenum">
              <a:rPr lang="he-IL" smtClean="0"/>
              <a:pPr/>
              <a:t>18</a:t>
            </a:fld>
            <a:endParaRPr lang="he-IL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Rectangle 4"/>
              <p:cNvSpPr/>
              <p:nvPr/>
            </p:nvSpPr>
            <p:spPr>
              <a:xfrm>
                <a:off x="1422772" y="2809543"/>
                <a:ext cx="762000" cy="457200"/>
              </a:xfrm>
              <a:prstGeom prst="rect">
                <a:avLst/>
              </a:prstGeom>
              <a:noFill/>
              <a:ln w="9525" cap="flat" cmpd="sng" algn="ctr">
                <a:solidFill>
                  <a:schemeClr val="accent6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accent6"/>
              </a:fontRef>
            </p:style>
            <p:txBody>
              <a:bodyPr rtlCol="0" anchor="ctr"/>
              <a:lstStyle/>
              <a:p>
                <a:pPr algn="ctr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/>
              </a:p>
            </p:txBody>
          </p:sp>
        </mc:Choice>
        <mc:Fallback>
          <p:sp>
            <p:nvSpPr>
              <p:cNvPr id="5" name="Rectangle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22772" y="2809543"/>
                <a:ext cx="762000" cy="45720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 w="9525" cap="flat" cmpd="sng" algn="ctr">
                <a:solidFill>
                  <a:schemeClr val="accent6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Rectangle 9"/>
              <p:cNvSpPr/>
              <p:nvPr/>
            </p:nvSpPr>
            <p:spPr>
              <a:xfrm>
                <a:off x="3403972" y="2805230"/>
                <a:ext cx="762000" cy="457200"/>
              </a:xfrm>
              <a:prstGeom prst="rect">
                <a:avLst/>
              </a:prstGeom>
              <a:noFill/>
              <a:ln w="9525" cap="flat" cmpd="sng" algn="ctr">
                <a:solidFill>
                  <a:schemeClr val="accent6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accent6"/>
              </a:fontRef>
            </p:style>
            <p:txBody>
              <a:bodyPr rtlCol="0" anchor="ctr"/>
              <a:lstStyle/>
              <a:p>
                <a:pPr algn="ctr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/>
              </a:p>
            </p:txBody>
          </p:sp>
        </mc:Choice>
        <mc:Fallback>
          <p:sp>
            <p:nvSpPr>
              <p:cNvPr id="10" name="Rectangle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03972" y="2805230"/>
                <a:ext cx="762000" cy="45720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 w="9525" cap="flat" cmpd="sng" algn="ctr">
                <a:solidFill>
                  <a:schemeClr val="accent6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Rectangle 10"/>
              <p:cNvSpPr/>
              <p:nvPr/>
            </p:nvSpPr>
            <p:spPr>
              <a:xfrm>
                <a:off x="5194672" y="2813856"/>
                <a:ext cx="762000" cy="457200"/>
              </a:xfrm>
              <a:prstGeom prst="rect">
                <a:avLst/>
              </a:prstGeom>
              <a:noFill/>
              <a:ln w="9525" cap="flat" cmpd="sng" algn="ctr">
                <a:solidFill>
                  <a:schemeClr val="accent6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accent6"/>
              </a:fontRef>
            </p:style>
            <p:txBody>
              <a:bodyPr rtlCol="0" anchor="ctr"/>
              <a:lstStyle/>
              <a:p>
                <a:pPr algn="ctr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/>
              </a:p>
            </p:txBody>
          </p:sp>
        </mc:Choice>
        <mc:Fallback>
          <p:sp>
            <p:nvSpPr>
              <p:cNvPr id="11" name="Rectangle 1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94672" y="2813856"/>
                <a:ext cx="762000" cy="45720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 w="9525" cap="flat" cmpd="sng" algn="ctr">
                <a:solidFill>
                  <a:schemeClr val="accent6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" name="Rectangle 11"/>
              <p:cNvSpPr/>
              <p:nvPr/>
            </p:nvSpPr>
            <p:spPr>
              <a:xfrm>
                <a:off x="6909172" y="2102536"/>
                <a:ext cx="762000" cy="457200"/>
              </a:xfrm>
              <a:prstGeom prst="rect">
                <a:avLst/>
              </a:prstGeom>
              <a:noFill/>
              <a:ln w="9525" cap="flat" cmpd="sng" algn="ctr">
                <a:solidFill>
                  <a:schemeClr val="accent6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accent6"/>
              </a:fontRef>
            </p:style>
            <p:txBody>
              <a:bodyPr rtlCol="0" anchor="ctr"/>
              <a:lstStyle/>
              <a:p>
                <a:pPr algn="ctr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/>
              </a:p>
            </p:txBody>
          </p:sp>
        </mc:Choice>
        <mc:Fallback>
          <p:sp>
            <p:nvSpPr>
              <p:cNvPr id="12" name="Rectangle 1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09172" y="2102536"/>
                <a:ext cx="762000" cy="45720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 w="9525" cap="flat" cmpd="sng" algn="ctr">
                <a:solidFill>
                  <a:schemeClr val="accent6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" name="Rectangle 12"/>
              <p:cNvSpPr/>
              <p:nvPr/>
            </p:nvSpPr>
            <p:spPr>
              <a:xfrm>
                <a:off x="6909172" y="3537396"/>
                <a:ext cx="762000" cy="457200"/>
              </a:xfrm>
              <a:prstGeom prst="rect">
                <a:avLst/>
              </a:prstGeom>
              <a:noFill/>
              <a:ln w="9525" cap="flat" cmpd="sng" algn="ctr">
                <a:solidFill>
                  <a:schemeClr val="accent6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accent6"/>
              </a:fontRef>
            </p:style>
            <p:txBody>
              <a:bodyPr rtlCol="0" anchor="ctr"/>
              <a:lstStyle/>
              <a:p>
                <a:pPr algn="ctr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US"/>
              </a:p>
            </p:txBody>
          </p:sp>
        </mc:Choice>
        <mc:Fallback>
          <p:sp>
            <p:nvSpPr>
              <p:cNvPr id="13" name="Rectangle 1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09172" y="3537396"/>
                <a:ext cx="762000" cy="45720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 w="9525" cap="flat" cmpd="sng" algn="ctr">
                <a:solidFill>
                  <a:schemeClr val="accent6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4" name="Straight Arrow Connector 13"/>
          <p:cNvCxnSpPr>
            <a:endCxn id="11" idx="0"/>
          </p:cNvCxnSpPr>
          <p:nvPr/>
        </p:nvCxnSpPr>
        <p:spPr>
          <a:xfrm>
            <a:off x="5575672" y="2559736"/>
            <a:ext cx="0" cy="254120"/>
          </a:xfrm>
          <a:prstGeom prst="straightConnector1">
            <a:avLst/>
          </a:prstGeom>
          <a:ln>
            <a:solidFill>
              <a:schemeClr val="accent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>
            <a:stCxn id="11" idx="3"/>
          </p:cNvCxnSpPr>
          <p:nvPr/>
        </p:nvCxnSpPr>
        <p:spPr>
          <a:xfrm flipV="1">
            <a:off x="5956672" y="2559736"/>
            <a:ext cx="952500" cy="482720"/>
          </a:xfrm>
          <a:prstGeom prst="straightConnector1">
            <a:avLst/>
          </a:prstGeom>
          <a:ln>
            <a:solidFill>
              <a:schemeClr val="accent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/>
          <p:cNvCxnSpPr>
            <a:stCxn id="12" idx="2"/>
            <a:endCxn id="13" idx="0"/>
          </p:cNvCxnSpPr>
          <p:nvPr/>
        </p:nvCxnSpPr>
        <p:spPr>
          <a:xfrm>
            <a:off x="7290172" y="2559736"/>
            <a:ext cx="0" cy="977660"/>
          </a:xfrm>
          <a:prstGeom prst="straightConnector1">
            <a:avLst/>
          </a:prstGeom>
          <a:ln>
            <a:solidFill>
              <a:schemeClr val="accent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/>
          <p:cNvCxnSpPr/>
          <p:nvPr/>
        </p:nvCxnSpPr>
        <p:spPr>
          <a:xfrm flipH="1" flipV="1">
            <a:off x="5956672" y="3271056"/>
            <a:ext cx="952500" cy="266340"/>
          </a:xfrm>
          <a:prstGeom prst="straightConnector1">
            <a:avLst/>
          </a:prstGeom>
          <a:ln>
            <a:solidFill>
              <a:schemeClr val="accent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/>
          <p:cNvCxnSpPr>
            <a:stCxn id="11" idx="1"/>
            <a:endCxn id="10" idx="3"/>
          </p:cNvCxnSpPr>
          <p:nvPr/>
        </p:nvCxnSpPr>
        <p:spPr>
          <a:xfrm flipH="1" flipV="1">
            <a:off x="4165972" y="3033830"/>
            <a:ext cx="1028700" cy="8626"/>
          </a:xfrm>
          <a:prstGeom prst="straightConnector1">
            <a:avLst/>
          </a:prstGeom>
          <a:ln>
            <a:solidFill>
              <a:schemeClr val="accent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/>
          <p:cNvCxnSpPr>
            <a:stCxn id="10" idx="1"/>
            <a:endCxn id="5" idx="3"/>
          </p:cNvCxnSpPr>
          <p:nvPr/>
        </p:nvCxnSpPr>
        <p:spPr>
          <a:xfrm flipH="1">
            <a:off x="2184772" y="3033830"/>
            <a:ext cx="1219200" cy="4313"/>
          </a:xfrm>
          <a:prstGeom prst="straightConnector1">
            <a:avLst/>
          </a:prstGeom>
          <a:ln>
            <a:solidFill>
              <a:schemeClr val="accent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/>
          <p:cNvCxnSpPr>
            <a:stCxn id="5" idx="0"/>
            <a:endCxn id="5" idx="1"/>
          </p:cNvCxnSpPr>
          <p:nvPr/>
        </p:nvCxnSpPr>
        <p:spPr>
          <a:xfrm rot="16200000" flipH="1" flipV="1">
            <a:off x="1498972" y="2733343"/>
            <a:ext cx="228600" cy="381000"/>
          </a:xfrm>
          <a:prstGeom prst="curvedConnector4">
            <a:avLst>
              <a:gd name="adj1" fmla="val -100000"/>
              <a:gd name="adj2" fmla="val 160000"/>
            </a:avLst>
          </a:prstGeom>
          <a:ln>
            <a:solidFill>
              <a:schemeClr val="accent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35" name="TextBox 34"/>
              <p:cNvSpPr txBox="1"/>
              <p:nvPr/>
            </p:nvSpPr>
            <p:spPr>
              <a:xfrm>
                <a:off x="1980625" y="3262430"/>
                <a:ext cx="41549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{}</m:t>
                      </m:r>
                    </m:oMath>
                  </m:oMathPara>
                </a14:m>
                <a:endParaRPr lang="en-US"/>
              </a:p>
            </p:txBody>
          </p:sp>
        </mc:Choice>
        <mc:Fallback>
          <p:sp>
            <p:nvSpPr>
              <p:cNvPr id="35" name="TextBox 3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80625" y="3262430"/>
                <a:ext cx="415498" cy="369332"/>
              </a:xfrm>
              <a:prstGeom prst="rect">
                <a:avLst/>
              </a:prstGeom>
              <a:blipFill>
                <a:blip r:embed="rId7"/>
                <a:stretch>
                  <a:fillRect b="-11475"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6" name="TextBox 35"/>
              <p:cNvSpPr txBox="1"/>
              <p:nvPr/>
            </p:nvSpPr>
            <p:spPr>
              <a:xfrm>
                <a:off x="7417420" y="2554511"/>
                <a:ext cx="41549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{}</m:t>
                      </m:r>
                    </m:oMath>
                  </m:oMathPara>
                </a14:m>
                <a:endParaRPr lang="en-US"/>
              </a:p>
            </p:txBody>
          </p:sp>
        </mc:Choice>
        <mc:Fallback>
          <p:sp>
            <p:nvSpPr>
              <p:cNvPr id="36" name="TextBox 3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17420" y="2554511"/>
                <a:ext cx="415498" cy="369332"/>
              </a:xfrm>
              <a:prstGeom prst="rect">
                <a:avLst/>
              </a:prstGeom>
              <a:blipFill>
                <a:blip r:embed="rId8"/>
                <a:stretch>
                  <a:fillRect b="-11475"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7" name="TextBox 36"/>
              <p:cNvSpPr txBox="1"/>
              <p:nvPr/>
            </p:nvSpPr>
            <p:spPr>
              <a:xfrm>
                <a:off x="3950496" y="3271983"/>
                <a:ext cx="54938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{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en-US"/>
              </a:p>
            </p:txBody>
          </p:sp>
        </mc:Choice>
        <mc:Fallback>
          <p:sp>
            <p:nvSpPr>
              <p:cNvPr id="37" name="TextBox 3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50496" y="3271983"/>
                <a:ext cx="549381" cy="369332"/>
              </a:xfrm>
              <a:prstGeom prst="rect">
                <a:avLst/>
              </a:prstGeom>
              <a:blipFill>
                <a:blip r:embed="rId9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8" name="TextBox 37"/>
              <p:cNvSpPr txBox="1"/>
              <p:nvPr/>
            </p:nvSpPr>
            <p:spPr>
              <a:xfrm>
                <a:off x="5554734" y="3304456"/>
                <a:ext cx="54938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{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en-US"/>
              </a:p>
            </p:txBody>
          </p:sp>
        </mc:Choice>
        <mc:Fallback>
          <p:sp>
            <p:nvSpPr>
              <p:cNvPr id="38" name="TextBox 3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54734" y="3304456"/>
                <a:ext cx="549381" cy="369332"/>
              </a:xfrm>
              <a:prstGeom prst="rect">
                <a:avLst/>
              </a:prstGeom>
              <a:blipFill>
                <a:blip r:embed="rId10"/>
                <a:stretch>
                  <a:fillRect b="-11475"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9" name="TextBox 38"/>
              <p:cNvSpPr txBox="1"/>
              <p:nvPr/>
            </p:nvSpPr>
            <p:spPr>
              <a:xfrm>
                <a:off x="7350478" y="3990960"/>
                <a:ext cx="54938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{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en-US"/>
              </a:p>
            </p:txBody>
          </p:sp>
        </mc:Choice>
        <mc:Fallback>
          <p:sp>
            <p:nvSpPr>
              <p:cNvPr id="39" name="TextBox 3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50478" y="3990960"/>
                <a:ext cx="549381" cy="369332"/>
              </a:xfrm>
              <a:prstGeom prst="rect">
                <a:avLst/>
              </a:prstGeom>
              <a:blipFill>
                <a:blip r:embed="rId11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1" name="Rectangle 40"/>
              <p:cNvSpPr/>
              <p:nvPr/>
            </p:nvSpPr>
            <p:spPr>
              <a:xfrm>
                <a:off x="1613272" y="1343291"/>
                <a:ext cx="5569410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2400">
                        <a:solidFill>
                          <a:srgbClr val="3333FF"/>
                        </a:solidFill>
                        <a:latin typeface="cmsy10" panose="020B0500000000000000" pitchFamily="34" charset="0"/>
                        <a:sym typeface="Symbol" panose="05050102010706020507" pitchFamily="18" charset="2"/>
                      </a:rPr>
                      <m:t>}</m:t>
                    </m:r>
                    <m:d>
                      <m:dPr>
                        <m:ctrlPr>
                          <a:rPr lang="en-US" sz="2400" i="1">
                            <a:solidFill>
                              <a:srgbClr val="3333FF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</m:ctrlPr>
                      </m:dPr>
                      <m:e>
                        <m:r>
                          <a:rPr lang="en-US" sz="2400" i="1">
                            <a:solidFill>
                              <a:srgbClr val="3333FF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𝑎</m:t>
                        </m:r>
                        <m:r>
                          <a:rPr lang="en-US" sz="2400" i="1">
                            <a:solidFill>
                              <a:srgbClr val="3333FF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∧</m:t>
                        </m:r>
                        <m:r>
                          <a:rPr lang="en-US" sz="2400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𝑎</m:t>
                        </m:r>
                      </m:e>
                    </m:d>
                  </m:oMath>
                </a14:m>
                <a:r>
                  <a:rPr lang="en-US" sz="2400"/>
                  <a:t> </a:t>
                </a:r>
                <a:r>
                  <a:rPr lang="he-IL" sz="2400">
                    <a:latin typeface="Gisha" panose="020B0502040204020203" pitchFamily="34" charset="-79"/>
                    <a:cs typeface="Gisha" panose="020B0502040204020203" pitchFamily="34" charset="-79"/>
                  </a:rPr>
                  <a:t> איננה שקולה ל-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∀</m:t>
                    </m:r>
                    <m:r>
                      <m:rPr>
                        <m:nor/>
                      </m:rPr>
                      <a:rPr lang="en-US" sz="2400">
                        <a:solidFill>
                          <a:srgbClr val="FF0000"/>
                        </a:solidFill>
                        <a:latin typeface="cmsy10" panose="020B0500000000000000" pitchFamily="34" charset="0"/>
                        <a:sym typeface="Symbol" panose="05050102010706020507" pitchFamily="18" charset="2"/>
                      </a:rPr>
                      <m:t>}</m:t>
                    </m:r>
                    <m:d>
                      <m:dPr>
                        <m:ctrlPr>
                          <a:rPr lang="en-US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</m:ctrlPr>
                      </m:dPr>
                      <m:e>
                        <m:r>
                          <a:rPr lang="en-US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𝑎</m:t>
                        </m:r>
                        <m:r>
                          <a:rPr lang="en-US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∧∀</m:t>
                        </m:r>
                        <m:r>
                          <a:rPr lang="en-US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𝑎</m:t>
                        </m:r>
                      </m:e>
                    </m:d>
                  </m:oMath>
                </a14:m>
                <a:endParaRPr lang="en-US" sz="2400">
                  <a:latin typeface="Gisha" panose="020B0502040204020203" pitchFamily="34" charset="-79"/>
                  <a:cs typeface="Gisha" panose="020B0502040204020203" pitchFamily="34" charset="-79"/>
                </a:endParaRPr>
              </a:p>
            </p:txBody>
          </p:sp>
        </mc:Choice>
        <mc:Fallback>
          <p:sp>
            <p:nvSpPr>
              <p:cNvPr id="41" name="Rectangle 4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13272" y="1343291"/>
                <a:ext cx="5569410" cy="461665"/>
              </a:xfrm>
              <a:prstGeom prst="rect">
                <a:avLst/>
              </a:prstGeom>
              <a:blipFill>
                <a:blip r:embed="rId12"/>
                <a:stretch>
                  <a:fillRect t="-15789" b="-23684"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3" name="Rectangle 42"/>
              <p:cNvSpPr/>
              <p:nvPr/>
            </p:nvSpPr>
            <p:spPr>
              <a:xfrm>
                <a:off x="1587872" y="5020509"/>
                <a:ext cx="5546711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solidFill>
                              <a:srgbClr val="3333FF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</m:ctrlPr>
                      </m:sSubPr>
                      <m:e>
                        <m:r>
                          <a:rPr lang="en-US" sz="2400" i="1" smtClean="0">
                            <a:solidFill>
                              <a:srgbClr val="3333FF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𝑠</m:t>
                        </m:r>
                      </m:e>
                      <m:sub>
                        <m:r>
                          <a:rPr lang="en-US" sz="2400" b="0" i="1" smtClean="0">
                            <a:solidFill>
                              <a:srgbClr val="3333FF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0</m:t>
                        </m:r>
                      </m:sub>
                    </m:sSub>
                    <m:r>
                      <a:rPr lang="en-US" sz="2400" b="0" i="1" smtClean="0">
                        <a:solidFill>
                          <a:srgbClr val="3333FF"/>
                        </a:solidFill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⊨</m:t>
                    </m:r>
                    <m:r>
                      <m:rPr>
                        <m:nor/>
                      </m:rPr>
                      <a:rPr lang="en-US" sz="2400">
                        <a:solidFill>
                          <a:srgbClr val="3333FF"/>
                        </a:solidFill>
                        <a:latin typeface="cmsy10" panose="020B0500000000000000" pitchFamily="34" charset="0"/>
                        <a:sym typeface="Symbol" panose="05050102010706020507" pitchFamily="18" charset="2"/>
                      </a:rPr>
                      <m:t>}</m:t>
                    </m:r>
                    <m:d>
                      <m:dPr>
                        <m:ctrlPr>
                          <a:rPr lang="en-US" sz="2400" i="1">
                            <a:solidFill>
                              <a:srgbClr val="3333FF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</m:ctrlPr>
                      </m:dPr>
                      <m:e>
                        <m:r>
                          <a:rPr lang="en-US" sz="2400" i="1">
                            <a:solidFill>
                              <a:srgbClr val="3333FF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𝑎</m:t>
                        </m:r>
                        <m:r>
                          <a:rPr lang="en-US" sz="2400" i="1">
                            <a:solidFill>
                              <a:srgbClr val="3333FF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∧</m:t>
                        </m:r>
                        <m:r>
                          <a:rPr lang="en-US" sz="2400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𝑎</m:t>
                        </m:r>
                      </m:e>
                    </m:d>
                  </m:oMath>
                </a14:m>
                <a:r>
                  <a:rPr lang="en-US" sz="2400"/>
                  <a:t> </a:t>
                </a:r>
                <a:r>
                  <a:rPr lang="he-IL" sz="2400">
                    <a:latin typeface="Gisha" panose="020B0502040204020203" pitchFamily="34" charset="-79"/>
                    <a:cs typeface="Gisha" panose="020B0502040204020203" pitchFamily="34" charset="-79"/>
                  </a:rPr>
                  <a:t> אבל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𝑠</m:t>
                        </m:r>
                      </m:e>
                      <m:sub>
                        <m:r>
                          <a:rPr lang="en-US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0</m:t>
                        </m:r>
                      </m:sub>
                    </m:sSub>
                    <m:r>
                      <a:rPr lang="en-US" sz="2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Symbol" panose="05050102010706020507" pitchFamily="18" charset="2"/>
                      </a:rPr>
                      <m:t>⊭</m:t>
                    </m:r>
                    <m:r>
                      <a:rPr lang="en-US" sz="24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∀</m:t>
                    </m:r>
                    <m:r>
                      <m:rPr>
                        <m:nor/>
                      </m:rPr>
                      <a:rPr lang="en-US" sz="2400">
                        <a:solidFill>
                          <a:srgbClr val="FF0000"/>
                        </a:solidFill>
                        <a:latin typeface="cmsy10" panose="020B0500000000000000" pitchFamily="34" charset="0"/>
                        <a:sym typeface="Symbol" panose="05050102010706020507" pitchFamily="18" charset="2"/>
                      </a:rPr>
                      <m:t>}</m:t>
                    </m:r>
                    <m:d>
                      <m:dPr>
                        <m:ctrlPr>
                          <a:rPr lang="en-US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</m:ctrlPr>
                      </m:dPr>
                      <m:e>
                        <m:r>
                          <a:rPr lang="en-US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𝑎</m:t>
                        </m:r>
                        <m:r>
                          <a:rPr lang="en-US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∧∀</m:t>
                        </m:r>
                        <m:r>
                          <a:rPr lang="en-US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𝑎</m:t>
                        </m:r>
                      </m:e>
                    </m:d>
                  </m:oMath>
                </a14:m>
                <a:endParaRPr lang="en-US" sz="2400">
                  <a:latin typeface="Gisha" panose="020B0502040204020203" pitchFamily="34" charset="-79"/>
                  <a:cs typeface="Gisha" panose="020B0502040204020203" pitchFamily="34" charset="-79"/>
                </a:endParaRPr>
              </a:p>
            </p:txBody>
          </p:sp>
        </mc:Choice>
        <mc:Fallback>
          <p:sp>
            <p:nvSpPr>
              <p:cNvPr id="43" name="Rectangle 4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87872" y="5020509"/>
                <a:ext cx="5546711" cy="461665"/>
              </a:xfrm>
              <a:prstGeom prst="rect">
                <a:avLst/>
              </a:prstGeom>
              <a:blipFill>
                <a:blip r:embed="rId13"/>
                <a:stretch>
                  <a:fillRect t="-16000" b="-25333"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7" name="Straight Arrow Connector 46"/>
          <p:cNvCxnSpPr/>
          <p:nvPr/>
        </p:nvCxnSpPr>
        <p:spPr>
          <a:xfrm flipV="1">
            <a:off x="3124200" y="5482174"/>
            <a:ext cx="0" cy="38522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48" name="TextBox 47"/>
              <p:cNvSpPr txBox="1"/>
              <p:nvPr/>
            </p:nvSpPr>
            <p:spPr>
              <a:xfrm>
                <a:off x="1220004" y="5892800"/>
                <a:ext cx="3580596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he-IL" sz="2000">
                    <a:solidFill>
                      <a:srgbClr val="FF0000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המסלול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Gisha" panose="020B0502040204020203" pitchFamily="34" charset="-79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Gisha" panose="020B0502040204020203" pitchFamily="34" charset="-79"/>
                          </a:rPr>
                          <m:t>𝑠</m:t>
                        </m:r>
                      </m:e>
                      <m:sub>
                        <m:r>
                          <a:rPr lang="en-US" sz="20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Gisha" panose="020B0502040204020203" pitchFamily="34" charset="-79"/>
                          </a:rPr>
                          <m:t>0</m:t>
                        </m:r>
                      </m:sub>
                    </m:sSub>
                    <m:sSub>
                      <m:sSubPr>
                        <m:ctrlPr>
                          <a:rPr lang="en-US" sz="20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Gisha" panose="020B0502040204020203" pitchFamily="34" charset="-79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Gisha" panose="020B0502040204020203" pitchFamily="34" charset="-79"/>
                          </a:rPr>
                          <m:t>𝑠</m:t>
                        </m:r>
                      </m:e>
                      <m:sub>
                        <m:r>
                          <a:rPr lang="en-US" sz="20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Gisha" panose="020B0502040204020203" pitchFamily="34" charset="-79"/>
                          </a:rPr>
                          <m:t>1</m:t>
                        </m:r>
                      </m:sub>
                    </m:sSub>
                    <m:sSubSup>
                      <m:sSubSupPr>
                        <m:ctrlPr>
                          <a:rPr lang="en-US" sz="20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Gisha" panose="020B0502040204020203" pitchFamily="34" charset="-79"/>
                          </a:rPr>
                        </m:ctrlPr>
                      </m:sSubSupPr>
                      <m:e>
                        <m:r>
                          <a:rPr lang="en-US" sz="20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Gisha" panose="020B0502040204020203" pitchFamily="34" charset="-79"/>
                          </a:rPr>
                          <m:t>𝑠</m:t>
                        </m:r>
                      </m:e>
                      <m:sub>
                        <m:r>
                          <a:rPr lang="en-US" sz="20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Gisha" panose="020B0502040204020203" pitchFamily="34" charset="-79"/>
                          </a:rPr>
                          <m:t>2</m:t>
                        </m:r>
                      </m:sub>
                      <m:sup>
                        <m:r>
                          <a:rPr lang="en-US" sz="20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Gisha" panose="020B0502040204020203" pitchFamily="34" charset="-79"/>
                          </a:rPr>
                          <m:t>𝜔</m:t>
                        </m:r>
                      </m:sup>
                    </m:sSubSup>
                  </m:oMath>
                </a14:m>
                <a:r>
                  <a:rPr lang="he-IL" sz="2000">
                    <a:solidFill>
                      <a:srgbClr val="FF0000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 הוא דוגמה נגדית</a:t>
                </a:r>
                <a:endParaRPr lang="en-US" sz="2000">
                  <a:solidFill>
                    <a:srgbClr val="FF0000"/>
                  </a:solidFill>
                  <a:latin typeface="Gisha" panose="020B0502040204020203" pitchFamily="34" charset="-79"/>
                  <a:cs typeface="Gisha" panose="020B0502040204020203" pitchFamily="34" charset="-79"/>
                </a:endParaRPr>
              </a:p>
            </p:txBody>
          </p:sp>
        </mc:Choice>
        <mc:Fallback>
          <p:sp>
            <p:nvSpPr>
              <p:cNvPr id="48" name="TextBox 4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20004" y="5892800"/>
                <a:ext cx="3580596" cy="400110"/>
              </a:xfrm>
              <a:prstGeom prst="rect">
                <a:avLst/>
              </a:prstGeom>
              <a:blipFill>
                <a:blip r:embed="rId14"/>
                <a:stretch>
                  <a:fillRect l="-850" t="-9231" r="-1701" b="-27692"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4106976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">
        <p:dissolve/>
      </p:transition>
    </mc:Choice>
    <mc:Fallback>
      <p:transition>
        <p:dissolv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>
                <a:latin typeface="Gisha" panose="020B0502040204020203" pitchFamily="34" charset="-79"/>
                <a:cs typeface="Gisha" panose="020B0502040204020203" pitchFamily="34" charset="-79"/>
              </a:rPr>
              <a:t>השוואה בין </a:t>
            </a:r>
            <a:r>
              <a:rPr lang="en-US">
                <a:latin typeface="Gisha" panose="020B0502040204020203" pitchFamily="34" charset="-79"/>
                <a:cs typeface="Gisha" panose="020B0502040204020203" pitchFamily="34" charset="-79"/>
              </a:rPr>
              <a:t>CTL</a:t>
            </a:r>
            <a:r>
              <a:rPr lang="he-IL">
                <a:latin typeface="Gisha" panose="020B0502040204020203" pitchFamily="34" charset="-79"/>
                <a:cs typeface="Gisha" panose="020B0502040204020203" pitchFamily="34" charset="-79"/>
              </a:rPr>
              <a:t> ל-</a:t>
            </a:r>
            <a:r>
              <a:rPr lang="en-US">
                <a:latin typeface="Gisha" panose="020B0502040204020203" pitchFamily="34" charset="-79"/>
                <a:cs typeface="Gisha" panose="020B0502040204020203" pitchFamily="34" charset="-79"/>
              </a:rPr>
              <a:t>LTL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926B5-663A-4127-A287-7B83208B40AD}" type="datetime8">
              <a:rPr lang="he-IL" smtClean="0"/>
              <a:pPr/>
              <a:t>18 ינואר 23</a:t>
            </a:fld>
            <a:endParaRPr lang="he-I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A1DA9-A2DD-4375-8887-E40ACC834D3F}" type="slidenum">
              <a:rPr lang="he-IL" smtClean="0"/>
              <a:pPr/>
              <a:t>19</a:t>
            </a:fld>
            <a:endParaRPr lang="he-IL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Rectangle 4"/>
              <p:cNvSpPr/>
              <p:nvPr/>
            </p:nvSpPr>
            <p:spPr>
              <a:xfrm>
                <a:off x="2136931" y="2810243"/>
                <a:ext cx="762000" cy="457200"/>
              </a:xfrm>
              <a:prstGeom prst="rect">
                <a:avLst/>
              </a:prstGeom>
              <a:noFill/>
              <a:ln w="9525" cap="flat" cmpd="sng" algn="ctr">
                <a:solidFill>
                  <a:schemeClr val="accent6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accent6"/>
              </a:fontRef>
            </p:style>
            <p:txBody>
              <a:bodyPr rtlCol="0" anchor="ctr"/>
              <a:lstStyle/>
              <a:p>
                <a:pPr algn="ctr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he-IL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/>
              </a:p>
            </p:txBody>
          </p:sp>
        </mc:Choice>
        <mc:Fallback>
          <p:sp>
            <p:nvSpPr>
              <p:cNvPr id="5" name="Rectangle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36931" y="2810243"/>
                <a:ext cx="762000" cy="45720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 w="9525" cap="flat" cmpd="sng" algn="ctr">
                <a:solidFill>
                  <a:schemeClr val="accent6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Rectangle 9"/>
              <p:cNvSpPr/>
              <p:nvPr/>
            </p:nvSpPr>
            <p:spPr>
              <a:xfrm>
                <a:off x="4118131" y="2805930"/>
                <a:ext cx="762000" cy="457200"/>
              </a:xfrm>
              <a:prstGeom prst="rect">
                <a:avLst/>
              </a:prstGeom>
              <a:noFill/>
              <a:ln w="9525" cap="flat" cmpd="sng" algn="ctr">
                <a:solidFill>
                  <a:schemeClr val="accent6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accent6"/>
              </a:fontRef>
            </p:style>
            <p:txBody>
              <a:bodyPr rtlCol="0" anchor="ctr"/>
              <a:lstStyle/>
              <a:p>
                <a:pPr algn="ctr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/>
              </a:p>
            </p:txBody>
          </p:sp>
        </mc:Choice>
        <mc:Fallback>
          <p:sp>
            <p:nvSpPr>
              <p:cNvPr id="10" name="Rectangle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18131" y="2805930"/>
                <a:ext cx="762000" cy="45720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 w="9525" cap="flat" cmpd="sng" algn="ctr">
                <a:solidFill>
                  <a:schemeClr val="accent6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9" name="Straight Arrow Connector 28"/>
          <p:cNvCxnSpPr/>
          <p:nvPr/>
        </p:nvCxnSpPr>
        <p:spPr>
          <a:xfrm>
            <a:off x="1628559" y="3051782"/>
            <a:ext cx="508372" cy="0"/>
          </a:xfrm>
          <a:prstGeom prst="straightConnector1">
            <a:avLst/>
          </a:prstGeom>
          <a:ln>
            <a:solidFill>
              <a:schemeClr val="accent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/>
          <p:cNvCxnSpPr/>
          <p:nvPr/>
        </p:nvCxnSpPr>
        <p:spPr>
          <a:xfrm rot="15480000" flipH="1">
            <a:off x="2679344" y="2717381"/>
            <a:ext cx="182880" cy="274320"/>
          </a:xfrm>
          <a:prstGeom prst="curvedConnector4">
            <a:avLst>
              <a:gd name="adj1" fmla="val -100000"/>
              <a:gd name="adj2" fmla="val 160000"/>
            </a:avLst>
          </a:prstGeom>
          <a:ln>
            <a:solidFill>
              <a:schemeClr val="accent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35" name="TextBox 34"/>
              <p:cNvSpPr txBox="1"/>
              <p:nvPr/>
            </p:nvSpPr>
            <p:spPr>
              <a:xfrm>
                <a:off x="2694784" y="3263130"/>
                <a:ext cx="54938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{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en-US"/>
              </a:p>
            </p:txBody>
          </p:sp>
        </mc:Choice>
        <mc:Fallback>
          <p:sp>
            <p:nvSpPr>
              <p:cNvPr id="35" name="TextBox 3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94784" y="3263130"/>
                <a:ext cx="549381" cy="369332"/>
              </a:xfrm>
              <a:prstGeom prst="rect">
                <a:avLst/>
              </a:prstGeom>
              <a:blipFill>
                <a:blip r:embed="rId4"/>
                <a:stretch>
                  <a:fillRect b="-11475"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7" name="TextBox 36"/>
              <p:cNvSpPr txBox="1"/>
              <p:nvPr/>
            </p:nvSpPr>
            <p:spPr>
              <a:xfrm>
                <a:off x="4664655" y="3272683"/>
                <a:ext cx="41549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{}</m:t>
                      </m:r>
                    </m:oMath>
                  </m:oMathPara>
                </a14:m>
                <a:endParaRPr lang="en-US"/>
              </a:p>
            </p:txBody>
          </p:sp>
        </mc:Choice>
        <mc:Fallback>
          <p:sp>
            <p:nvSpPr>
              <p:cNvPr id="37" name="TextBox 3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64655" y="3272683"/>
                <a:ext cx="415498" cy="369332"/>
              </a:xfrm>
              <a:prstGeom prst="rect">
                <a:avLst/>
              </a:prstGeom>
              <a:blipFill>
                <a:blip r:embed="rId5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1" name="Rectangle 40"/>
              <p:cNvSpPr/>
              <p:nvPr/>
            </p:nvSpPr>
            <p:spPr>
              <a:xfrm>
                <a:off x="2615373" y="1389128"/>
                <a:ext cx="3816108" cy="83099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2400">
                        <a:solidFill>
                          <a:srgbClr val="3333FF"/>
                        </a:solidFill>
                        <a:latin typeface="cmsy10" panose="020B0500000000000000" pitchFamily="34" charset="0"/>
                        <a:sym typeface="Symbol" panose="05050102010706020507" pitchFamily="18" charset="2"/>
                      </a:rPr>
                      <m:t>}</m:t>
                    </m:r>
                    <m:r>
                      <m:rPr>
                        <m:nor/>
                      </m:rPr>
                      <a:rPr lang="en-US" sz="2400">
                        <a:solidFill>
                          <a:srgbClr val="3333FF"/>
                        </a:solidFill>
                        <a:latin typeface="Perpetua" panose="02020502060401020303" pitchFamily="18" charset="0"/>
                        <a:sym typeface="Symbol" panose="05050102010706020507" pitchFamily="18" charset="2"/>
                      </a:rPr>
                      <m:t></m:t>
                    </m:r>
                    <m:r>
                      <a:rPr lang="en-US" sz="2400" i="1">
                        <a:solidFill>
                          <a:srgbClr val="3333FF"/>
                        </a:solidFill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𝑎</m:t>
                    </m:r>
                  </m:oMath>
                </a14:m>
                <a:r>
                  <a:rPr lang="he-IL" sz="2400">
                    <a:latin typeface="Gisha" panose="020B0502040204020203" pitchFamily="34" charset="-79"/>
                    <a:cs typeface="Gisha" panose="020B0502040204020203" pitchFamily="34" charset="-79"/>
                  </a:rPr>
                  <a:t> איננה שקולה ל-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∀</m:t>
                    </m:r>
                    <m:r>
                      <m:rPr>
                        <m:nor/>
                      </m:rPr>
                      <a:rPr lang="en-US" sz="2400">
                        <a:solidFill>
                          <a:srgbClr val="FF0000"/>
                        </a:solidFill>
                        <a:latin typeface="cmsy10" panose="020B0500000000000000" pitchFamily="34" charset="0"/>
                        <a:sym typeface="Symbol" panose="05050102010706020507" pitchFamily="18" charset="2"/>
                      </a:rPr>
                      <m:t>}</m:t>
                    </m:r>
                    <m:r>
                      <a:rPr lang="en-US" sz="24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∀</m:t>
                    </m:r>
                    <m:r>
                      <m:rPr>
                        <m:nor/>
                      </m:rPr>
                      <a:rPr lang="en-US" sz="2400">
                        <a:solidFill>
                          <a:srgbClr val="FF0000"/>
                        </a:solidFill>
                        <a:latin typeface="Perpetua" panose="02020502060401020303" pitchFamily="18" charset="0"/>
                        <a:sym typeface="Symbol" panose="05050102010706020507" pitchFamily="18" charset="2"/>
                      </a:rPr>
                      <m:t></m:t>
                    </m:r>
                    <m:r>
                      <a:rPr lang="en-US" sz="24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𝑎</m:t>
                    </m:r>
                  </m:oMath>
                </a14:m>
                <a:endParaRPr lang="en-US" sz="2400" i="1">
                  <a:solidFill>
                    <a:srgbClr val="FF0000"/>
                  </a:solidFill>
                  <a:latin typeface="Cambria Math" panose="02040503050406030204" pitchFamily="18" charset="0"/>
                  <a:sym typeface="Symbol" panose="05050102010706020507" pitchFamily="18" charset="2"/>
                </a:endParaRPr>
              </a:p>
              <a:p>
                <a:endParaRPr lang="en-US" sz="2400">
                  <a:latin typeface="Gisha" panose="020B0502040204020203" pitchFamily="34" charset="-79"/>
                  <a:cs typeface="Gisha" panose="020B0502040204020203" pitchFamily="34" charset="-79"/>
                </a:endParaRPr>
              </a:p>
            </p:txBody>
          </p:sp>
        </mc:Choice>
        <mc:Fallback>
          <p:sp>
            <p:nvSpPr>
              <p:cNvPr id="41" name="Rectangle 4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15373" y="1389128"/>
                <a:ext cx="3816108" cy="830997"/>
              </a:xfrm>
              <a:prstGeom prst="rect">
                <a:avLst/>
              </a:prstGeom>
              <a:blipFill>
                <a:blip r:embed="rId6"/>
                <a:stretch>
                  <a:fillRect t="-5882"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3" name="Rectangle 42"/>
              <p:cNvSpPr/>
              <p:nvPr/>
            </p:nvSpPr>
            <p:spPr>
              <a:xfrm>
                <a:off x="2383193" y="4401707"/>
                <a:ext cx="4048288" cy="83099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solidFill>
                              <a:srgbClr val="3333FF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</m:ctrlPr>
                      </m:sSubPr>
                      <m:e>
                        <m:r>
                          <a:rPr lang="en-US" sz="2400" i="1" smtClean="0">
                            <a:solidFill>
                              <a:srgbClr val="3333FF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𝑠</m:t>
                        </m:r>
                      </m:e>
                      <m:sub>
                        <m:r>
                          <a:rPr lang="en-US" sz="2400" b="0" i="1" smtClean="0">
                            <a:solidFill>
                              <a:srgbClr val="3333FF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0</m:t>
                        </m:r>
                      </m:sub>
                    </m:sSub>
                    <m:r>
                      <a:rPr lang="en-US" sz="2400" b="0" i="1" smtClean="0">
                        <a:solidFill>
                          <a:srgbClr val="3333FF"/>
                        </a:solidFill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⊨</m:t>
                    </m:r>
                    <m:r>
                      <m:rPr>
                        <m:nor/>
                      </m:rPr>
                      <a:rPr lang="en-US" sz="2400">
                        <a:solidFill>
                          <a:srgbClr val="3333FF"/>
                        </a:solidFill>
                        <a:latin typeface="cmsy10" panose="020B0500000000000000" pitchFamily="34" charset="0"/>
                        <a:sym typeface="Symbol" panose="05050102010706020507" pitchFamily="18" charset="2"/>
                      </a:rPr>
                      <m:t>}</m:t>
                    </m:r>
                    <m:r>
                      <m:rPr>
                        <m:nor/>
                      </m:rPr>
                      <a:rPr lang="en-US" sz="2400">
                        <a:solidFill>
                          <a:srgbClr val="3333FF"/>
                        </a:solidFill>
                        <a:latin typeface="Perpetua" panose="02020502060401020303" pitchFamily="18" charset="0"/>
                        <a:sym typeface="Symbol" panose="05050102010706020507" pitchFamily="18" charset="2"/>
                      </a:rPr>
                      <m:t></m:t>
                    </m:r>
                    <m:r>
                      <a:rPr lang="en-US" sz="2400" i="1">
                        <a:solidFill>
                          <a:srgbClr val="3333FF"/>
                        </a:solidFill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𝑎</m:t>
                    </m:r>
                  </m:oMath>
                </a14:m>
                <a:r>
                  <a:rPr lang="he-IL" sz="2400">
                    <a:latin typeface="Gisha" panose="020B0502040204020203" pitchFamily="34" charset="-79"/>
                    <a:cs typeface="Gisha" panose="020B0502040204020203" pitchFamily="34" charset="-79"/>
                  </a:rPr>
                  <a:t>  אבל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𝑠</m:t>
                        </m:r>
                      </m:e>
                      <m:sub>
                        <m:r>
                          <a:rPr lang="en-US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0</m:t>
                        </m:r>
                      </m:sub>
                    </m:sSub>
                    <m:r>
                      <a:rPr lang="en-US" sz="2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Symbol" panose="05050102010706020507" pitchFamily="18" charset="2"/>
                      </a:rPr>
                      <m:t>⊭</m:t>
                    </m:r>
                    <m:r>
                      <a:rPr lang="en-US" sz="24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∀</m:t>
                    </m:r>
                    <m:r>
                      <m:rPr>
                        <m:nor/>
                      </m:rPr>
                      <a:rPr lang="en-US" sz="2400">
                        <a:solidFill>
                          <a:srgbClr val="FF0000"/>
                        </a:solidFill>
                        <a:latin typeface="cmsy10" panose="020B0500000000000000" pitchFamily="34" charset="0"/>
                        <a:sym typeface="Symbol" panose="05050102010706020507" pitchFamily="18" charset="2"/>
                      </a:rPr>
                      <m:t>}</m:t>
                    </m:r>
                    <m:r>
                      <a:rPr lang="en-US" sz="24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∀</m:t>
                    </m:r>
                    <m:r>
                      <m:rPr>
                        <m:nor/>
                      </m:rPr>
                      <a:rPr lang="en-US" sz="2400">
                        <a:solidFill>
                          <a:srgbClr val="FF0000"/>
                        </a:solidFill>
                        <a:latin typeface="Perpetua" panose="02020502060401020303" pitchFamily="18" charset="0"/>
                        <a:sym typeface="Symbol" panose="05050102010706020507" pitchFamily="18" charset="2"/>
                      </a:rPr>
                      <m:t></m:t>
                    </m:r>
                    <m:r>
                      <a:rPr lang="en-US" sz="24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𝑎</m:t>
                    </m:r>
                  </m:oMath>
                </a14:m>
                <a:endParaRPr lang="en-US" sz="2400" i="1">
                  <a:solidFill>
                    <a:srgbClr val="FF0000"/>
                  </a:solidFill>
                  <a:latin typeface="Cambria Math" panose="02040503050406030204" pitchFamily="18" charset="0"/>
                  <a:sym typeface="Symbol" panose="05050102010706020507" pitchFamily="18" charset="2"/>
                </a:endParaRPr>
              </a:p>
              <a:p>
                <a:endParaRPr lang="en-US" sz="2400">
                  <a:latin typeface="Gisha" panose="020B0502040204020203" pitchFamily="34" charset="-79"/>
                  <a:cs typeface="Gisha" panose="020B0502040204020203" pitchFamily="34" charset="-79"/>
                </a:endParaRPr>
              </a:p>
            </p:txBody>
          </p:sp>
        </mc:Choice>
        <mc:Fallback>
          <p:sp>
            <p:nvSpPr>
              <p:cNvPr id="43" name="Rectangle 4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83193" y="4401707"/>
                <a:ext cx="4048288" cy="830997"/>
              </a:xfrm>
              <a:prstGeom prst="rect">
                <a:avLst/>
              </a:prstGeom>
              <a:blipFill>
                <a:blip r:embed="rId7"/>
                <a:stretch>
                  <a:fillRect t="-5882"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7" name="Straight Arrow Connector 46"/>
          <p:cNvCxnSpPr/>
          <p:nvPr/>
        </p:nvCxnSpPr>
        <p:spPr>
          <a:xfrm flipV="1">
            <a:off x="3339676" y="4948774"/>
            <a:ext cx="0" cy="38522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48" name="TextBox 47"/>
              <p:cNvSpPr txBox="1"/>
              <p:nvPr/>
            </p:nvSpPr>
            <p:spPr>
              <a:xfrm>
                <a:off x="1757546" y="5334000"/>
                <a:ext cx="3122585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he-IL" sz="2000">
                    <a:solidFill>
                      <a:srgbClr val="FF0000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המסלול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20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Gisha" panose="020B0502040204020203" pitchFamily="34" charset="-79"/>
                          </a:rPr>
                        </m:ctrlPr>
                      </m:sSubSupPr>
                      <m:e>
                        <m:r>
                          <a:rPr lang="en-US" sz="20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Gisha" panose="020B0502040204020203" pitchFamily="34" charset="-79"/>
                          </a:rPr>
                          <m:t>𝑠</m:t>
                        </m:r>
                      </m:e>
                      <m:sub>
                        <m:r>
                          <a:rPr lang="he-IL" sz="20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Gisha" panose="020B0502040204020203" pitchFamily="34" charset="-79"/>
                          </a:rPr>
                          <m:t>0</m:t>
                        </m:r>
                      </m:sub>
                      <m:sup>
                        <m:r>
                          <a:rPr lang="en-US" sz="20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Gisha" panose="020B0502040204020203" pitchFamily="34" charset="-79"/>
                          </a:rPr>
                          <m:t>𝜔</m:t>
                        </m:r>
                      </m:sup>
                    </m:sSubSup>
                  </m:oMath>
                </a14:m>
                <a:r>
                  <a:rPr lang="he-IL" sz="2000">
                    <a:solidFill>
                      <a:srgbClr val="FF0000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 הוא דוגמה נגדית</a:t>
                </a:r>
                <a:endParaRPr lang="en-US" sz="2000">
                  <a:solidFill>
                    <a:srgbClr val="FF0000"/>
                  </a:solidFill>
                  <a:latin typeface="Gisha" panose="020B0502040204020203" pitchFamily="34" charset="-79"/>
                  <a:cs typeface="Gisha" panose="020B0502040204020203" pitchFamily="34" charset="-79"/>
                </a:endParaRPr>
              </a:p>
            </p:txBody>
          </p:sp>
        </mc:Choice>
        <mc:Fallback>
          <p:sp>
            <p:nvSpPr>
              <p:cNvPr id="48" name="TextBox 4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57546" y="5334000"/>
                <a:ext cx="3122585" cy="400110"/>
              </a:xfrm>
              <a:prstGeom prst="rect">
                <a:avLst/>
              </a:prstGeom>
              <a:blipFill>
                <a:blip r:embed="rId8"/>
                <a:stretch>
                  <a:fillRect l="-975" t="-7576" r="-1949" b="-25758"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0" name="Straight Arrow Connector 29"/>
          <p:cNvCxnSpPr>
            <a:stCxn id="5" idx="3"/>
            <a:endCxn id="10" idx="1"/>
          </p:cNvCxnSpPr>
          <p:nvPr/>
        </p:nvCxnSpPr>
        <p:spPr>
          <a:xfrm flipV="1">
            <a:off x="2898931" y="3034530"/>
            <a:ext cx="1219200" cy="4313"/>
          </a:xfrm>
          <a:prstGeom prst="straightConnector1">
            <a:avLst/>
          </a:prstGeom>
          <a:ln>
            <a:solidFill>
              <a:schemeClr val="accent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40" name="Rectangle 39"/>
              <p:cNvSpPr/>
              <p:nvPr/>
            </p:nvSpPr>
            <p:spPr>
              <a:xfrm>
                <a:off x="6099331" y="2815483"/>
                <a:ext cx="762000" cy="457200"/>
              </a:xfrm>
              <a:prstGeom prst="rect">
                <a:avLst/>
              </a:prstGeom>
              <a:noFill/>
              <a:ln w="9525" cap="flat" cmpd="sng" algn="ctr">
                <a:solidFill>
                  <a:schemeClr val="accent6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accent6"/>
              </a:fontRef>
            </p:style>
            <p:txBody>
              <a:bodyPr rtlCol="0" anchor="ctr"/>
              <a:lstStyle/>
              <a:p>
                <a:pPr algn="ctr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/>
              </a:p>
            </p:txBody>
          </p:sp>
        </mc:Choice>
        <mc:Fallback>
          <p:sp>
            <p:nvSpPr>
              <p:cNvPr id="40" name="Rectangle 3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9331" y="2815483"/>
                <a:ext cx="762000" cy="45720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  <a:ln w="9525" cap="flat" cmpd="sng" algn="ctr">
                <a:solidFill>
                  <a:schemeClr val="accent6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2" name="Straight Arrow Connector 31"/>
          <p:cNvCxnSpPr/>
          <p:nvPr/>
        </p:nvCxnSpPr>
        <p:spPr>
          <a:xfrm rot="15480000" flipH="1">
            <a:off x="6641744" y="2722621"/>
            <a:ext cx="182880" cy="274320"/>
          </a:xfrm>
          <a:prstGeom prst="curvedConnector4">
            <a:avLst>
              <a:gd name="adj1" fmla="val -100000"/>
              <a:gd name="adj2" fmla="val 160000"/>
            </a:avLst>
          </a:prstGeom>
          <a:ln>
            <a:solidFill>
              <a:schemeClr val="accent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/>
          <p:cNvCxnSpPr>
            <a:stCxn id="10" idx="3"/>
            <a:endCxn id="40" idx="1"/>
          </p:cNvCxnSpPr>
          <p:nvPr/>
        </p:nvCxnSpPr>
        <p:spPr>
          <a:xfrm>
            <a:off x="4880131" y="3034530"/>
            <a:ext cx="1219200" cy="9553"/>
          </a:xfrm>
          <a:prstGeom prst="straightConnector1">
            <a:avLst/>
          </a:prstGeom>
          <a:ln>
            <a:solidFill>
              <a:schemeClr val="accent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45" name="TextBox 44"/>
              <p:cNvSpPr txBox="1"/>
              <p:nvPr/>
            </p:nvSpPr>
            <p:spPr>
              <a:xfrm>
                <a:off x="6586640" y="3263130"/>
                <a:ext cx="54938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{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en-US"/>
              </a:p>
            </p:txBody>
          </p:sp>
        </mc:Choice>
        <mc:Fallback>
          <p:sp>
            <p:nvSpPr>
              <p:cNvPr id="45" name="TextBox 4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86640" y="3263130"/>
                <a:ext cx="549381" cy="369332"/>
              </a:xfrm>
              <a:prstGeom prst="rect">
                <a:avLst/>
              </a:prstGeom>
              <a:blipFill>
                <a:blip r:embed="rId10"/>
                <a:stretch>
                  <a:fillRect b="-11475"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7647075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">
        <p:dissolve/>
      </p:transition>
    </mc:Choice>
    <mc:Fallback>
      <p:transition>
        <p:dissolv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926B5-663A-4127-A287-7B83208B40AD}" type="datetime8">
              <a:rPr lang="he-IL" smtClean="0"/>
              <a:pPr/>
              <a:t>18 ינואר 23</a:t>
            </a:fld>
            <a:endParaRPr lang="he-I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A1DA9-A2DD-4375-8887-E40ACC834D3F}" type="slidenum">
              <a:rPr lang="he-IL" smtClean="0"/>
              <a:pPr/>
              <a:t>20</a:t>
            </a:fld>
            <a:endParaRPr lang="he-IL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Content Placeholder 4"/>
              <p:cNvSpPr>
                <a:spLocks noGrp="1"/>
              </p:cNvSpPr>
              <p:nvPr>
                <p:ph sz="quarter" idx="1"/>
              </p:nvPr>
            </p:nvSpPr>
            <p:spPr>
              <a:xfrm>
                <a:off x="1050715" y="1361384"/>
                <a:ext cx="7407485" cy="457200"/>
              </a:xfrm>
              <a:solidFill>
                <a:schemeClr val="bg1"/>
              </a:solidFill>
            </p:spPr>
            <p:txBody>
              <a:bodyPr>
                <a:normAutofit lnSpcReduction="10000"/>
              </a:bodyPr>
              <a:lstStyle/>
              <a:p>
                <a:pPr marL="0" indent="0" algn="ctr">
                  <a:buNone/>
                </a:pPr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</a:rPr>
                  <a:t>טענה: נוסחת ה- </a:t>
                </a:r>
                <a:r>
                  <a:rPr lang="en-US">
                    <a:latin typeface="Gisha" panose="020B0502040204020203" pitchFamily="34" charset="-79"/>
                    <a:cs typeface="Gisha" panose="020B0502040204020203" pitchFamily="34" charset="-79"/>
                  </a:rPr>
                  <a:t>CTL</a:t>
                </a:r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∀</m:t>
                    </m:r>
                    <m:r>
                      <m:rPr>
                        <m:nor/>
                      </m:rPr>
                      <a:rPr lang="en-US" sz="2400">
                        <a:solidFill>
                          <a:srgbClr val="FF0000"/>
                        </a:solidFill>
                        <a:latin typeface="Perpetua" panose="02020502060401020303" pitchFamily="18" charset="0"/>
                        <a:sym typeface="Symbol" panose="05050102010706020507" pitchFamily="18" charset="2"/>
                      </a:rPr>
                      <m:t></m:t>
                    </m:r>
                    <m:r>
                      <a:rPr lang="en-US" sz="2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∃</m:t>
                    </m:r>
                    <m:r>
                      <m:rPr>
                        <m:nor/>
                      </m:rPr>
                      <a:rPr lang="en-US" sz="2400">
                        <a:solidFill>
                          <a:srgbClr val="FF0000"/>
                        </a:solidFill>
                        <a:latin typeface="cmsy10" panose="020B0500000000000000" pitchFamily="34" charset="0"/>
                        <a:sym typeface="Symbol" panose="05050102010706020507" pitchFamily="18" charset="2"/>
                      </a:rPr>
                      <m:t>}</m:t>
                    </m:r>
                    <m:r>
                      <a:rPr lang="en-US" sz="24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𝑎</m:t>
                    </m:r>
                  </m:oMath>
                </a14:m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</a:rPr>
                  <a:t> לא ניתנת לתרגום ל-</a:t>
                </a:r>
                <a:r>
                  <a:rPr lang="en-US">
                    <a:latin typeface="Gisha" panose="020B0502040204020203" pitchFamily="34" charset="-79"/>
                    <a:cs typeface="Gisha" panose="020B0502040204020203" pitchFamily="34" charset="-79"/>
                  </a:rPr>
                  <a:t>LTL</a:t>
                </a:r>
              </a:p>
            </p:txBody>
          </p:sp>
        </mc:Choice>
        <mc:Fallback>
          <p:sp>
            <p:nvSpPr>
              <p:cNvPr id="5" name="Content Placeholder 4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xfrm>
                <a:off x="1050715" y="1361384"/>
                <a:ext cx="7407485" cy="457200"/>
              </a:xfrm>
              <a:blipFill>
                <a:blip r:embed="rId2"/>
                <a:stretch>
                  <a:fillRect l="-164" t="-21333" r="-247" b="-32000"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914400" y="-76200"/>
            <a:ext cx="7772400" cy="1143000"/>
          </a:xfrm>
        </p:spPr>
        <p:txBody>
          <a:bodyPr/>
          <a:lstStyle/>
          <a:p>
            <a:r>
              <a:rPr lang="he-IL">
                <a:latin typeface="Gisha" panose="020B0502040204020203" pitchFamily="34" charset="-79"/>
                <a:cs typeface="Gisha" panose="020B0502040204020203" pitchFamily="34" charset="-79"/>
              </a:rPr>
              <a:t>השוואה בין </a:t>
            </a:r>
            <a:r>
              <a:rPr lang="en-US">
                <a:latin typeface="Gisha" panose="020B0502040204020203" pitchFamily="34" charset="-79"/>
                <a:cs typeface="Gisha" panose="020B0502040204020203" pitchFamily="34" charset="-79"/>
              </a:rPr>
              <a:t>CTL</a:t>
            </a:r>
            <a:r>
              <a:rPr lang="he-IL">
                <a:latin typeface="Gisha" panose="020B0502040204020203" pitchFamily="34" charset="-79"/>
                <a:cs typeface="Gisha" panose="020B0502040204020203" pitchFamily="34" charset="-79"/>
              </a:rPr>
              <a:t> ל-</a:t>
            </a:r>
            <a:r>
              <a:rPr lang="en-US">
                <a:latin typeface="Gisha" panose="020B0502040204020203" pitchFamily="34" charset="-79"/>
                <a:cs typeface="Gisha" panose="020B0502040204020203" pitchFamily="34" charset="-79"/>
              </a:rPr>
              <a:t>LTL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Rectangle 6"/>
              <p:cNvSpPr/>
              <p:nvPr/>
            </p:nvSpPr>
            <p:spPr>
              <a:xfrm>
                <a:off x="1690768" y="2602135"/>
                <a:ext cx="762000" cy="457200"/>
              </a:xfrm>
              <a:prstGeom prst="rect">
                <a:avLst/>
              </a:prstGeom>
              <a:noFill/>
              <a:ln w="9525" cap="flat" cmpd="sng" algn="ctr">
                <a:solidFill>
                  <a:schemeClr val="accent6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accent6"/>
              </a:fontRef>
            </p:style>
            <p:txBody>
              <a:bodyPr rtlCol="0" anchor="ctr"/>
              <a:lstStyle/>
              <a:p>
                <a:pPr algn="ctr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he-IL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/>
              </a:p>
            </p:txBody>
          </p:sp>
        </mc:Choice>
        <mc:Fallback>
          <p:sp>
            <p:nvSpPr>
              <p:cNvPr id="7" name="Rectangle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90768" y="2602135"/>
                <a:ext cx="762000" cy="45720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 w="9525" cap="flat" cmpd="sng" algn="ctr">
                <a:solidFill>
                  <a:schemeClr val="accent6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Rectangle 7"/>
              <p:cNvSpPr/>
              <p:nvPr/>
            </p:nvSpPr>
            <p:spPr>
              <a:xfrm>
                <a:off x="3671968" y="2597822"/>
                <a:ext cx="762000" cy="457200"/>
              </a:xfrm>
              <a:prstGeom prst="rect">
                <a:avLst/>
              </a:prstGeom>
              <a:noFill/>
              <a:ln w="9525" cap="flat" cmpd="sng" algn="ctr">
                <a:solidFill>
                  <a:schemeClr val="accent6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accent6"/>
              </a:fontRef>
            </p:style>
            <p:txBody>
              <a:bodyPr rtlCol="0" anchor="ctr"/>
              <a:lstStyle/>
              <a:p>
                <a:pPr algn="ctr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/>
              </a:p>
            </p:txBody>
          </p:sp>
        </mc:Choice>
        <mc:Fallback>
          <p:sp>
            <p:nvSpPr>
              <p:cNvPr id="8" name="Rectangle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71968" y="2597822"/>
                <a:ext cx="762000" cy="45720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 w="9525" cap="flat" cmpd="sng" algn="ctr">
                <a:solidFill>
                  <a:schemeClr val="accent6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" name="Straight Arrow Connector 8"/>
          <p:cNvCxnSpPr/>
          <p:nvPr/>
        </p:nvCxnSpPr>
        <p:spPr>
          <a:xfrm>
            <a:off x="1462168" y="2835975"/>
            <a:ext cx="228600" cy="7699"/>
          </a:xfrm>
          <a:prstGeom prst="straightConnector1">
            <a:avLst/>
          </a:prstGeom>
          <a:ln>
            <a:solidFill>
              <a:schemeClr val="accent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31"/>
          <p:cNvCxnSpPr/>
          <p:nvPr/>
        </p:nvCxnSpPr>
        <p:spPr>
          <a:xfrm rot="15480000" flipH="1">
            <a:off x="2233181" y="2509273"/>
            <a:ext cx="182880" cy="274320"/>
          </a:xfrm>
          <a:prstGeom prst="curvedConnector4">
            <a:avLst>
              <a:gd name="adj1" fmla="val -100000"/>
              <a:gd name="adj2" fmla="val 160000"/>
            </a:avLst>
          </a:prstGeom>
          <a:ln>
            <a:solidFill>
              <a:schemeClr val="accent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10"/>
              <p:cNvSpPr txBox="1"/>
              <p:nvPr/>
            </p:nvSpPr>
            <p:spPr>
              <a:xfrm>
                <a:off x="2248621" y="3055022"/>
                <a:ext cx="41549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{}</m:t>
                      </m:r>
                    </m:oMath>
                  </m:oMathPara>
                </a14:m>
                <a:endParaRPr lang="en-US"/>
              </a:p>
            </p:txBody>
          </p:sp>
        </mc:Choice>
        <mc:Fallback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48621" y="3055022"/>
                <a:ext cx="415498" cy="369332"/>
              </a:xfrm>
              <a:prstGeom prst="rect">
                <a:avLst/>
              </a:prstGeom>
              <a:blipFill>
                <a:blip r:embed="rId5"/>
                <a:stretch>
                  <a:fillRect b="-11475"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" name="TextBox 11"/>
              <p:cNvSpPr txBox="1"/>
              <p:nvPr/>
            </p:nvSpPr>
            <p:spPr>
              <a:xfrm>
                <a:off x="4218492" y="3064575"/>
                <a:ext cx="54938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{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en-US"/>
              </a:p>
            </p:txBody>
          </p:sp>
        </mc:Choice>
        <mc:Fallback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18492" y="3064575"/>
                <a:ext cx="549381" cy="369332"/>
              </a:xfrm>
              <a:prstGeom prst="rect">
                <a:avLst/>
              </a:prstGeom>
              <a:blipFill>
                <a:blip r:embed="rId6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3" name="Straight Arrow Connector 12"/>
          <p:cNvCxnSpPr>
            <a:stCxn id="7" idx="3"/>
            <a:endCxn id="8" idx="1"/>
          </p:cNvCxnSpPr>
          <p:nvPr/>
        </p:nvCxnSpPr>
        <p:spPr>
          <a:xfrm flipV="1">
            <a:off x="2452768" y="2826422"/>
            <a:ext cx="1219200" cy="4313"/>
          </a:xfrm>
          <a:prstGeom prst="straightConnector1">
            <a:avLst/>
          </a:prstGeom>
          <a:ln>
            <a:solidFill>
              <a:schemeClr val="accent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4" name="Rectangle 13"/>
              <p:cNvSpPr/>
              <p:nvPr/>
            </p:nvSpPr>
            <p:spPr>
              <a:xfrm>
                <a:off x="6553200" y="2630246"/>
                <a:ext cx="762000" cy="457200"/>
              </a:xfrm>
              <a:prstGeom prst="rect">
                <a:avLst/>
              </a:prstGeom>
              <a:noFill/>
              <a:ln w="9525" cap="flat" cmpd="sng" algn="ctr">
                <a:solidFill>
                  <a:schemeClr val="accent6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accent6"/>
              </a:fontRef>
            </p:style>
            <p:txBody>
              <a:bodyPr rtlCol="0" anchor="ctr"/>
              <a:lstStyle/>
              <a:p>
                <a:pPr algn="ctr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he-IL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/>
              </a:p>
            </p:txBody>
          </p:sp>
        </mc:Choice>
        <mc:Fallback>
          <p:sp>
            <p:nvSpPr>
              <p:cNvPr id="14" name="Rectangle 1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53200" y="2630246"/>
                <a:ext cx="762000" cy="45720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 w="9525" cap="flat" cmpd="sng" algn="ctr">
                <a:solidFill>
                  <a:schemeClr val="accent6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5" name="Straight Arrow Connector 31"/>
          <p:cNvCxnSpPr/>
          <p:nvPr/>
        </p:nvCxnSpPr>
        <p:spPr>
          <a:xfrm rot="15480000" flipH="1">
            <a:off x="7095613" y="2537384"/>
            <a:ext cx="182880" cy="274320"/>
          </a:xfrm>
          <a:prstGeom prst="curvedConnector4">
            <a:avLst>
              <a:gd name="adj1" fmla="val -100000"/>
              <a:gd name="adj2" fmla="val 160000"/>
            </a:avLst>
          </a:prstGeom>
          <a:ln>
            <a:solidFill>
              <a:schemeClr val="accent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>
            <a:endCxn id="14" idx="1"/>
          </p:cNvCxnSpPr>
          <p:nvPr/>
        </p:nvCxnSpPr>
        <p:spPr>
          <a:xfrm>
            <a:off x="6168869" y="2849293"/>
            <a:ext cx="384331" cy="9553"/>
          </a:xfrm>
          <a:prstGeom prst="straightConnector1">
            <a:avLst/>
          </a:prstGeom>
          <a:ln>
            <a:solidFill>
              <a:schemeClr val="accent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7" name="TextBox 16"/>
              <p:cNvSpPr txBox="1"/>
              <p:nvPr/>
            </p:nvSpPr>
            <p:spPr>
              <a:xfrm>
                <a:off x="7040509" y="3077893"/>
                <a:ext cx="41549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{}</m:t>
                      </m:r>
                    </m:oMath>
                  </m:oMathPara>
                </a14:m>
                <a:endParaRPr lang="en-US"/>
              </a:p>
            </p:txBody>
          </p:sp>
        </mc:Choice>
        <mc:Fallback>
          <p:sp>
            <p:nvSpPr>
              <p:cNvPr id="17" name="TextBox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40509" y="3077893"/>
                <a:ext cx="415498" cy="369332"/>
              </a:xfrm>
              <a:prstGeom prst="rect">
                <a:avLst/>
              </a:prstGeom>
              <a:blipFill>
                <a:blip r:embed="rId8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1" name="TextBox 20"/>
              <p:cNvSpPr txBox="1"/>
              <p:nvPr/>
            </p:nvSpPr>
            <p:spPr>
              <a:xfrm>
                <a:off x="1050715" y="2084014"/>
                <a:ext cx="59259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𝑇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21" name="TextBox 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0715" y="2084014"/>
                <a:ext cx="592598" cy="36933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2" name="TextBox 21"/>
              <p:cNvSpPr txBox="1"/>
              <p:nvPr/>
            </p:nvSpPr>
            <p:spPr>
              <a:xfrm>
                <a:off x="5781366" y="2154151"/>
                <a:ext cx="59259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𝑇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>
                  <a:solidFill>
                    <a:srgbClr val="0000FF"/>
                  </a:solidFill>
                </a:endParaRPr>
              </a:p>
            </p:txBody>
          </p:sp>
        </mc:Choice>
        <mc:Fallback>
          <p:sp>
            <p:nvSpPr>
              <p:cNvPr id="22" name="TextBox 2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81366" y="2154151"/>
                <a:ext cx="592598" cy="369332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3" name="TextBox 22"/>
              <p:cNvSpPr txBox="1"/>
              <p:nvPr/>
            </p:nvSpPr>
            <p:spPr>
              <a:xfrm>
                <a:off x="419100" y="4147689"/>
                <a:ext cx="8305800" cy="203132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spcBef>
                    <a:spcPts val="1200"/>
                  </a:spcBef>
                  <a:buFont typeface="Arial" panose="020B0604020202020204" pitchFamily="34" charset="0"/>
                  <a:buChar char="•"/>
                </a:pPr>
                <a:r>
                  <a:rPr lang="he-IL" sz="2400">
                    <a:latin typeface="Gisha" panose="020B0502040204020203" pitchFamily="34" charset="-79"/>
                    <a:cs typeface="Gisha" panose="020B0502040204020203" pitchFamily="34" charset="-79"/>
                  </a:rPr>
                  <a:t>נניח, לצורך שלילה, שקיימת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  <a:cs typeface="Gisha" panose="020B0502040204020203" pitchFamily="34" charset="-79"/>
                      </a:rPr>
                      <m:t>𝜑</m:t>
                    </m:r>
                  </m:oMath>
                </a14:m>
                <a:r>
                  <a:rPr lang="he-IL" sz="2400">
                    <a:latin typeface="Gisha" panose="020B0502040204020203" pitchFamily="34" charset="-79"/>
                    <a:cs typeface="Gisha" panose="020B0502040204020203" pitchFamily="34" charset="-79"/>
                  </a:rPr>
                  <a:t> מתאימה</a:t>
                </a:r>
              </a:p>
              <a:p>
                <a:pPr marL="342900" indent="-342900">
                  <a:spcBef>
                    <a:spcPts val="1200"/>
                  </a:spcBef>
                  <a:buFont typeface="Arial" panose="020B0604020202020204" pitchFamily="34" charset="0"/>
                  <a:buChar char="•"/>
                </a:pPr>
                <a:r>
                  <a:rPr lang="he-IL" sz="2400">
                    <a:latin typeface="Gisha" panose="020B0502040204020203" pitchFamily="34" charset="-79"/>
                    <a:cs typeface="Gisha" panose="020B0502040204020203" pitchFamily="34" charset="-79"/>
                  </a:rPr>
                  <a:t>מכיוון ש-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  <a:cs typeface="Gisha" panose="020B0502040204020203" pitchFamily="34" charset="-79"/>
                      </a:rPr>
                      <m:t>𝑇</m:t>
                    </m:r>
                    <m:sSub>
                      <m:sSubPr>
                        <m:ctrlPr>
                          <a:rPr lang="he-IL" sz="2400" b="0" i="1" smtClean="0">
                            <a:latin typeface="Cambria Math" panose="02040503050406030204" pitchFamily="18" charset="0"/>
                            <a:cs typeface="Gisha" panose="020B0502040204020203" pitchFamily="34" charset="-79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Gisha" panose="020B0502040204020203" pitchFamily="34" charset="-79"/>
                          </a:rPr>
                          <m:t>𝑆</m:t>
                        </m:r>
                      </m:e>
                      <m:sub>
                        <m:r>
                          <a:rPr lang="he-IL" sz="2400" b="0" i="1" smtClean="0">
                            <a:latin typeface="Cambria Math" panose="02040503050406030204" pitchFamily="18" charset="0"/>
                            <a:cs typeface="Gisha" panose="020B0502040204020203" pitchFamily="34" charset="-79"/>
                          </a:rPr>
                          <m:t>1</m:t>
                        </m:r>
                      </m:sub>
                    </m:sSub>
                  </m:oMath>
                </a14:m>
                <a:r>
                  <a:rPr lang="he-IL" sz="2400">
                    <a:latin typeface="Gisha" panose="020B0502040204020203" pitchFamily="34" charset="-79"/>
                    <a:cs typeface="Gisha" panose="020B0502040204020203" pitchFamily="34" charset="-79"/>
                  </a:rPr>
                  <a:t>  מקיימת את נוסחת ה-</a:t>
                </a:r>
                <a:r>
                  <a:rPr lang="en-US" sz="2400">
                    <a:latin typeface="Gisha" panose="020B0502040204020203" pitchFamily="34" charset="-79"/>
                    <a:cs typeface="Gisha" panose="020B0502040204020203" pitchFamily="34" charset="-79"/>
                  </a:rPr>
                  <a:t>CTL</a:t>
                </a:r>
                <a:r>
                  <a:rPr lang="he-IL" sz="2400">
                    <a:latin typeface="Gisha" panose="020B0502040204020203" pitchFamily="34" charset="-79"/>
                    <a:cs typeface="Gisha" panose="020B0502040204020203" pitchFamily="34" charset="-79"/>
                  </a:rPr>
                  <a:t> היא מקיימת גם את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  <a:cs typeface="Gisha" panose="020B0502040204020203" pitchFamily="34" charset="-79"/>
                      </a:rPr>
                      <m:t>𝜑</m:t>
                    </m:r>
                  </m:oMath>
                </a14:m>
                <a:endParaRPr lang="en-US" sz="2400">
                  <a:latin typeface="Gisha" panose="020B0502040204020203" pitchFamily="34" charset="-79"/>
                  <a:cs typeface="Gisha" panose="020B0502040204020203" pitchFamily="34" charset="-79"/>
                </a:endParaRPr>
              </a:p>
              <a:p>
                <a:pPr marL="342900" indent="-342900">
                  <a:spcBef>
                    <a:spcPts val="1200"/>
                  </a:spcBef>
                  <a:buFont typeface="Arial" panose="020B0604020202020204" pitchFamily="34" charset="0"/>
                  <a:buChar char="•"/>
                </a:pPr>
                <a:r>
                  <a:rPr lang="he-IL" sz="2400">
                    <a:latin typeface="Gisha" panose="020B0502040204020203" pitchFamily="34" charset="-79"/>
                    <a:cs typeface="Gisha" panose="020B0502040204020203" pitchFamily="34" charset="-79"/>
                  </a:rPr>
                  <a:t>מכיוון ש-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  <a:cs typeface="Gisha" panose="020B0502040204020203" pitchFamily="34" charset="-79"/>
                      </a:rPr>
                      <m:t>𝑃𝑎𝑡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cs typeface="Gisha" panose="020B0502040204020203" pitchFamily="34" charset="-79"/>
                      </a:rPr>
                      <m:t>h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cs typeface="Gisha" panose="020B0502040204020203" pitchFamily="34" charset="-79"/>
                      </a:rPr>
                      <m:t>𝑠</m:t>
                    </m:r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  <a:cs typeface="Gisha" panose="020B0502040204020203" pitchFamily="34" charset="-79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Gisha" panose="020B0502040204020203" pitchFamily="34" charset="-79"/>
                          </a:rPr>
                          <m:t>𝑇</m:t>
                        </m:r>
                        <m:sSub>
                          <m:sSub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  <a:cs typeface="Gisha" panose="020B0502040204020203" pitchFamily="34" charset="-79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cs typeface="Gisha" panose="020B0502040204020203" pitchFamily="34" charset="-79"/>
                              </a:rPr>
                              <m:t>𝑆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cs typeface="Gisha" panose="020B0502040204020203" pitchFamily="34" charset="-79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  <a:cs typeface="Gisha" panose="020B0502040204020203" pitchFamily="34" charset="-79"/>
                      </a:rPr>
                      <m:t>⊆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cs typeface="Gisha" panose="020B0502040204020203" pitchFamily="34" charset="-79"/>
                      </a:rPr>
                      <m:t>𝑃𝑎𝑡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cs typeface="Gisha" panose="020B0502040204020203" pitchFamily="34" charset="-79"/>
                      </a:rPr>
                      <m:t>h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cs typeface="Gisha" panose="020B0502040204020203" pitchFamily="34" charset="-79"/>
                      </a:rPr>
                      <m:t>𝑠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cs typeface="Gisha" panose="020B0502040204020203" pitchFamily="34" charset="-79"/>
                      </a:rPr>
                      <m:t>(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cs typeface="Gisha" panose="020B0502040204020203" pitchFamily="34" charset="-79"/>
                      </a:rPr>
                      <m:t>𝑇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  <a:cs typeface="Gisha" panose="020B0502040204020203" pitchFamily="34" charset="-79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Gisha" panose="020B0502040204020203" pitchFamily="34" charset="-79"/>
                          </a:rPr>
                          <m:t>𝑆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Gisha" panose="020B0502040204020203" pitchFamily="34" charset="-79"/>
                          </a:rPr>
                          <m:t>1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  <a:cs typeface="Gisha" panose="020B0502040204020203" pitchFamily="34" charset="-79"/>
                      </a:rPr>
                      <m:t>)</m:t>
                    </m:r>
                  </m:oMath>
                </a14:m>
                <a:r>
                  <a:rPr lang="he-IL" sz="2400">
                    <a:latin typeface="Gisha" panose="020B0502040204020203" pitchFamily="34" charset="-79"/>
                    <a:cs typeface="Gisha" panose="020B0502040204020203" pitchFamily="34" charset="-79"/>
                  </a:rPr>
                  <a:t> גם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  <a:cs typeface="Gisha" panose="020B0502040204020203" pitchFamily="34" charset="-79"/>
                      </a:rPr>
                      <m:t>𝑇</m:t>
                    </m:r>
                    <m:sSub>
                      <m:sSubPr>
                        <m:ctrlPr>
                          <a:rPr lang="he-IL" sz="2400" b="0" i="1" smtClean="0">
                            <a:latin typeface="Cambria Math" panose="02040503050406030204" pitchFamily="18" charset="0"/>
                            <a:cs typeface="Gisha" panose="020B0502040204020203" pitchFamily="34" charset="-79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Gisha" panose="020B0502040204020203" pitchFamily="34" charset="-79"/>
                          </a:rPr>
                          <m:t>𝑆</m:t>
                        </m:r>
                      </m:e>
                      <m:sub>
                        <m:r>
                          <a:rPr lang="he-IL" sz="2400" b="0" i="1" smtClean="0">
                            <a:latin typeface="Cambria Math" panose="02040503050406030204" pitchFamily="18" charset="0"/>
                            <a:cs typeface="Gisha" panose="020B0502040204020203" pitchFamily="34" charset="-79"/>
                          </a:rPr>
                          <m:t>2</m:t>
                        </m:r>
                      </m:sub>
                    </m:sSub>
                  </m:oMath>
                </a14:m>
                <a:r>
                  <a:rPr lang="he-IL" sz="2400">
                    <a:latin typeface="Gisha" panose="020B0502040204020203" pitchFamily="34" charset="-79"/>
                    <a:cs typeface="Gisha" panose="020B0502040204020203" pitchFamily="34" charset="-79"/>
                  </a:rPr>
                  <a:t> מקיימת את </a:t>
                </a:r>
                <a14:m>
                  <m:oMath xmlns:m="http://schemas.openxmlformats.org/officeDocument/2006/math">
                    <m:r>
                      <a:rPr lang="he-IL" sz="2400" b="0" i="1" smtClean="0">
                        <a:latin typeface="Cambria Math" panose="02040503050406030204" pitchFamily="18" charset="0"/>
                        <a:cs typeface="Gisha" panose="020B0502040204020203" pitchFamily="34" charset="-79"/>
                      </a:rPr>
                      <m:t>𝜑</m:t>
                    </m:r>
                  </m:oMath>
                </a14:m>
                <a:endParaRPr lang="en-US" sz="2400">
                  <a:latin typeface="Gisha" panose="020B0502040204020203" pitchFamily="34" charset="-79"/>
                  <a:cs typeface="Gisha" panose="020B0502040204020203" pitchFamily="34" charset="-79"/>
                </a:endParaRPr>
              </a:p>
              <a:p>
                <a:pPr marL="342900" indent="-342900">
                  <a:spcBef>
                    <a:spcPts val="1200"/>
                  </a:spcBef>
                  <a:buFont typeface="Arial" panose="020B0604020202020204" pitchFamily="34" charset="0"/>
                  <a:buChar char="•"/>
                </a:pPr>
                <a:r>
                  <a:rPr lang="he-IL" sz="2400">
                    <a:latin typeface="Gisha" panose="020B0502040204020203" pitchFamily="34" charset="-79"/>
                    <a:cs typeface="Gisha" panose="020B0502040204020203" pitchFamily="34" charset="-79"/>
                  </a:rPr>
                  <a:t>אבל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  <a:cs typeface="Gisha" panose="020B0502040204020203" pitchFamily="34" charset="-79"/>
                      </a:rPr>
                      <m:t>𝑇</m:t>
                    </m:r>
                    <m:sSub>
                      <m:sSubPr>
                        <m:ctrlPr>
                          <a:rPr lang="he-IL" sz="2400" b="0" i="1" smtClean="0">
                            <a:latin typeface="Cambria Math" panose="02040503050406030204" pitchFamily="18" charset="0"/>
                            <a:cs typeface="Gisha" panose="020B0502040204020203" pitchFamily="34" charset="-79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Gisha" panose="020B0502040204020203" pitchFamily="34" charset="-79"/>
                          </a:rPr>
                          <m:t>𝑆</m:t>
                        </m:r>
                      </m:e>
                      <m:sub>
                        <m:r>
                          <a:rPr lang="he-IL" sz="2400" b="0" i="1" smtClean="0">
                            <a:latin typeface="Cambria Math" panose="02040503050406030204" pitchFamily="18" charset="0"/>
                            <a:cs typeface="Gisha" panose="020B0502040204020203" pitchFamily="34" charset="-79"/>
                          </a:rPr>
                          <m:t>2</m:t>
                        </m:r>
                      </m:sub>
                    </m:sSub>
                  </m:oMath>
                </a14:m>
                <a:r>
                  <a:rPr lang="he-IL" sz="2400">
                    <a:latin typeface="Gisha" panose="020B0502040204020203" pitchFamily="34" charset="-79"/>
                    <a:cs typeface="Gisha" panose="020B0502040204020203" pitchFamily="34" charset="-79"/>
                  </a:rPr>
                  <a:t> איננה מקיימת את נוסחת ה-</a:t>
                </a:r>
                <a:r>
                  <a:rPr lang="en-US" sz="2400">
                    <a:latin typeface="Gisha" panose="020B0502040204020203" pitchFamily="34" charset="-79"/>
                    <a:cs typeface="Gisha" panose="020B0502040204020203" pitchFamily="34" charset="-79"/>
                  </a:rPr>
                  <a:t>CTL</a:t>
                </a:r>
              </a:p>
            </p:txBody>
          </p:sp>
        </mc:Choice>
        <mc:Fallback>
          <p:sp>
            <p:nvSpPr>
              <p:cNvPr id="23" name="TextBox 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9100" y="4147689"/>
                <a:ext cx="8305800" cy="2031325"/>
              </a:xfrm>
              <a:prstGeom prst="rect">
                <a:avLst/>
              </a:prstGeom>
              <a:blipFill>
                <a:blip r:embed="rId11"/>
                <a:stretch>
                  <a:fillRect t="-2695" r="-1028" b="-5389"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4" name="Straight Arrow Connector 31"/>
          <p:cNvCxnSpPr/>
          <p:nvPr/>
        </p:nvCxnSpPr>
        <p:spPr>
          <a:xfrm rot="15480000" flipH="1">
            <a:off x="4189353" y="2493085"/>
            <a:ext cx="182880" cy="274320"/>
          </a:xfrm>
          <a:prstGeom prst="curvedConnector4">
            <a:avLst>
              <a:gd name="adj1" fmla="val -100000"/>
              <a:gd name="adj2" fmla="val 160000"/>
            </a:avLst>
          </a:prstGeom>
          <a:ln>
            <a:solidFill>
              <a:schemeClr val="accent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4464834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">
        <p:dissolve/>
      </p:transition>
    </mc:Choice>
    <mc:Fallback>
      <p:transition>
        <p:dissolve/>
      </p:transition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IRSTADMINISTRATOR@3HZWZZR6INUPNVTI" val="3557"/>
  <p:tag name="FIRSTGERAW@YFUXXLKFUVWYY57I" val="3555"/>
  <p:tag name="DEFAULTDISPLAYSOURCE" val="\documentclass{article}\pagestyle{empty}&#10;&#10;\begin{document}&#10;&#10;\end{document}&#10;"/>
  <p:tag name="EMBEDFONTS" val="1"/>
  <p:tag name="FIRSTUSER@YFBVXUQFUVWYY57I" val="3590"/>
  <p:tag name="FIRSTGERAW@QQDGEKMFUVWYY57I" val="3978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IDDENFONTSHAPE" val="true"/>
</p:tagLst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Equity">
  <a:themeElements>
    <a:clrScheme name="Equity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Equity">
      <a:majorFont>
        <a:latin typeface="Franklin Gothic Book"/>
        <a:ea typeface=""/>
        <a:cs typeface=""/>
        <a:font script="Grek" typeface="Calibri"/>
        <a:font script="Cyrl" typeface="Calibri"/>
        <a:font script="Jpan" typeface="HGｺﾞｼｯｸM"/>
        <a:font script="Hang" typeface="바탕"/>
        <a:font script="Hans" typeface="幼圆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Perpetua"/>
        <a:ea typeface=""/>
        <a:cs typeface=""/>
        <a:font script="Grek" typeface="Cambria"/>
        <a:font script="Cyrl" typeface="Cambria"/>
        <a:font script="Jpan" typeface="HG創英ﾌﾟﾚｾﾞﾝｽEB"/>
        <a:font script="Hang" typeface="맑은 고딕"/>
        <a:font script="Hans" typeface="宋体"/>
        <a:font script="Hant" typeface="新細明體"/>
        <a:font script="Arab" typeface="Times New Roman"/>
        <a:font script="Hebr" typeface="Aharoni"/>
        <a:font script="Thai" typeface="Eucrosia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A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atMod val="270000"/>
              </a:schemeClr>
            </a:gs>
            <a:gs pos="25000">
              <a:schemeClr val="phClr">
                <a:tint val="60000"/>
                <a:satMod val="300000"/>
              </a:schemeClr>
            </a:gs>
            <a:gs pos="100000">
              <a:schemeClr val="phClr">
                <a:tint val="29000"/>
                <a:satMod val="40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45000"/>
                <a:satMod val="155000"/>
              </a:schemeClr>
            </a:gs>
            <a:gs pos="60000">
              <a:schemeClr val="phClr">
                <a:shade val="95000"/>
                <a:satMod val="150000"/>
              </a:schemeClr>
            </a:gs>
            <a:gs pos="100000">
              <a:schemeClr val="phClr">
                <a:tint val="87000"/>
                <a:satMod val="2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atMod val="150000"/>
            </a:schemeClr>
          </a:solidFill>
          <a:prstDash val="solid"/>
        </a:ln>
        <a:ln w="425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5500" dist="381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65500" dist="381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65500" dist="38100" dir="5400000" rotWithShape="0">
              <a:srgbClr val="000000">
                <a:alpha val="40000"/>
              </a:srgbClr>
            </a:outerShdw>
          </a:effectLst>
          <a:scene3d>
            <a:camera prst="orthographicFront" fov="0">
              <a:rot lat="0" lon="0" rev="0"/>
            </a:camera>
            <a:lightRig rig="contrasting" dir="t">
              <a:rot lat="0" lon="0" rev="12000000"/>
            </a:lightRig>
          </a:scene3d>
          <a:sp3d prstMaterial="powder">
            <a:bevelT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40000"/>
                <a:satMod val="165000"/>
              </a:schemeClr>
            </a:gs>
            <a:gs pos="50000">
              <a:schemeClr val="phClr">
                <a:shade val="80000"/>
                <a:satMod val="155000"/>
              </a:schemeClr>
            </a:gs>
            <a:gs pos="100000">
              <a:schemeClr val="phClr">
                <a:tint val="95000"/>
                <a:satMod val="20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tint val="95000"/>
                <a:satMod val="200000"/>
              </a:schemeClr>
              <a:schemeClr val="phClr">
                <a:shade val="80000"/>
                <a:satMod val="100000"/>
              </a:schemeClr>
            </a:duotone>
          </a:blip>
          <a:tile tx="0" ty="0" sx="55000" sy="55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Equity</Template>
  <TotalTime>0</TotalTime>
  <Words>862</Words>
  <Application>Microsoft Office PowerPoint</Application>
  <PresentationFormat>On-screen Show (4:3)</PresentationFormat>
  <Paragraphs>193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53" baseType="lpstr">
      <vt:lpstr>AREVSANS-OBLIQUE</vt:lpstr>
      <vt:lpstr>AREVSANS-ROMAN</vt:lpstr>
      <vt:lpstr>Arial</vt:lpstr>
      <vt:lpstr>Calibri</vt:lpstr>
      <vt:lpstr>Cambria Math</vt:lpstr>
      <vt:lpstr>CMEX10</vt:lpstr>
      <vt:lpstr>CMMI10</vt:lpstr>
      <vt:lpstr>CMMI5</vt:lpstr>
      <vt:lpstr>CMMI7</vt:lpstr>
      <vt:lpstr>CMMI8</vt:lpstr>
      <vt:lpstr>CMR10</vt:lpstr>
      <vt:lpstr>CMR5</vt:lpstr>
      <vt:lpstr>CMR7</vt:lpstr>
      <vt:lpstr>CMSS10</vt:lpstr>
      <vt:lpstr>CMSS8</vt:lpstr>
      <vt:lpstr>cmsy10</vt:lpstr>
      <vt:lpstr>CMSY10ORIG</vt:lpstr>
      <vt:lpstr>CMSY5</vt:lpstr>
      <vt:lpstr>CMSY7</vt:lpstr>
      <vt:lpstr>CMSY8</vt:lpstr>
      <vt:lpstr>Franklin Gothic Book</vt:lpstr>
      <vt:lpstr>Gisha</vt:lpstr>
      <vt:lpstr>HELVETICA</vt:lpstr>
      <vt:lpstr>LCMSS8</vt:lpstr>
      <vt:lpstr>MATHDESIGN-CH-BOLD-OT1-10</vt:lpstr>
      <vt:lpstr>MSAM7</vt:lpstr>
      <vt:lpstr>MSBM10</vt:lpstr>
      <vt:lpstr>Perpetua</vt:lpstr>
      <vt:lpstr>SFRM0700</vt:lpstr>
      <vt:lpstr>SFRM1000</vt:lpstr>
      <vt:lpstr>SFSS1000</vt:lpstr>
      <vt:lpstr>Wingdings 2</vt:lpstr>
      <vt:lpstr>Equity</vt:lpstr>
      <vt:lpstr>CTL</vt:lpstr>
      <vt:lpstr>מבוא</vt:lpstr>
      <vt:lpstr>מבוא</vt:lpstr>
      <vt:lpstr>זמן לינארי ומתפצל</vt:lpstr>
      <vt:lpstr>לוגיקה על בסיס זמן מתפצל</vt:lpstr>
      <vt:lpstr>מערכות מעברים ועצי חישוב</vt:lpstr>
      <vt:lpstr>תחביר</vt:lpstr>
      <vt:lpstr>סוכרים תחביריים</vt:lpstr>
      <vt:lpstr>סמנטיקה של נוסחאות מצב של CTL</vt:lpstr>
      <vt:lpstr>סמנטיקה של נוסחאות מסלול</vt:lpstr>
      <vt:lpstr>סמנטיקה עבור מערכות מעברים</vt:lpstr>
      <vt:lpstr>המחשה של הסמנטיקה</vt:lpstr>
      <vt:lpstr>לעיתים תכופות</vt:lpstr>
      <vt:lpstr>דוגמאות</vt:lpstr>
      <vt:lpstr>דוגמאות</vt:lpstr>
      <vt:lpstr>משפט לגבי קיום נוסחאות שקולות</vt:lpstr>
      <vt:lpstr>LTL ו-CTL בעלות יכולת ביטוי שאיננה ניתנת להשוואה</vt:lpstr>
      <vt:lpstr>השוואה בין CTL ל-LTL</vt:lpstr>
      <vt:lpstr>השוואה בין CTL ל-LTL</vt:lpstr>
      <vt:lpstr>השוואה בין CTL ל-LTL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מקביליות</dc:title>
  <dc:creator>John Doil</dc:creator>
  <cp:lastModifiedBy>Gera Weiss</cp:lastModifiedBy>
  <cp:revision>1</cp:revision>
  <dcterms:created xsi:type="dcterms:W3CDTF">2009-09-27T20:49:26Z</dcterms:created>
  <dcterms:modified xsi:type="dcterms:W3CDTF">2023-01-18T07:07:15Z</dcterms:modified>
</cp:coreProperties>
</file>