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embedTrueTypeFonts="1" saveSubsetFonts="1">
  <p:sldMasterIdLst>
    <p:sldMasterId id="2147483708" r:id="rId1"/>
  </p:sldMasterIdLst>
  <p:notesMasterIdLst>
    <p:notesMasterId r:id="rId48"/>
  </p:notesMasterIdLst>
  <p:handoutMasterIdLst>
    <p:handoutMasterId r:id="rId49"/>
  </p:handoutMasterIdLst>
  <p:sldIdLst>
    <p:sldId id="256" r:id="rId2"/>
    <p:sldId id="328" r:id="rId3"/>
    <p:sldId id="290" r:id="rId4"/>
    <p:sldId id="329" r:id="rId5"/>
    <p:sldId id="285" r:id="rId6"/>
    <p:sldId id="258" r:id="rId7"/>
    <p:sldId id="330" r:id="rId8"/>
    <p:sldId id="259" r:id="rId9"/>
    <p:sldId id="261" r:id="rId10"/>
    <p:sldId id="360" r:id="rId11"/>
    <p:sldId id="361" r:id="rId12"/>
    <p:sldId id="382" r:id="rId13"/>
    <p:sldId id="362" r:id="rId14"/>
    <p:sldId id="363" r:id="rId15"/>
    <p:sldId id="364" r:id="rId16"/>
    <p:sldId id="365" r:id="rId17"/>
    <p:sldId id="366" r:id="rId18"/>
    <p:sldId id="367" r:id="rId19"/>
    <p:sldId id="368" r:id="rId20"/>
    <p:sldId id="369" r:id="rId21"/>
    <p:sldId id="370" r:id="rId22"/>
    <p:sldId id="371" r:id="rId23"/>
    <p:sldId id="372" r:id="rId24"/>
    <p:sldId id="373" r:id="rId25"/>
    <p:sldId id="331" r:id="rId26"/>
    <p:sldId id="260" r:id="rId27"/>
    <p:sldId id="288" r:id="rId28"/>
    <p:sldId id="359" r:id="rId29"/>
    <p:sldId id="358" r:id="rId30"/>
    <p:sldId id="266" r:id="rId31"/>
    <p:sldId id="356" r:id="rId32"/>
    <p:sldId id="384" r:id="rId33"/>
    <p:sldId id="268" r:id="rId34"/>
    <p:sldId id="269" r:id="rId35"/>
    <p:sldId id="270" r:id="rId36"/>
    <p:sldId id="385" r:id="rId37"/>
    <p:sldId id="386" r:id="rId38"/>
    <p:sldId id="305" r:id="rId39"/>
    <p:sldId id="306" r:id="rId40"/>
    <p:sldId id="374" r:id="rId41"/>
    <p:sldId id="375" r:id="rId42"/>
    <p:sldId id="381" r:id="rId43"/>
    <p:sldId id="376" r:id="rId44"/>
    <p:sldId id="377" r:id="rId45"/>
    <p:sldId id="378" r:id="rId46"/>
    <p:sldId id="379" r:id="rId47"/>
  </p:sldIdLst>
  <p:sldSz cx="9144000" cy="6858000" type="screen4x3"/>
  <p:notesSz cx="6858000" cy="9144000"/>
  <p:embeddedFontLst>
    <p:embeddedFont>
      <p:font typeface="Arial Rounded MT Bold" panose="020F0704030504030204" pitchFamily="34" charset="0"/>
      <p:regular r:id="rId50"/>
    </p:embeddedFont>
    <p:embeddedFont>
      <p:font typeface="Cambria Math" panose="02040503050406030204" pitchFamily="18" charset="0"/>
      <p:regular r:id="rId51"/>
    </p:embeddedFont>
    <p:embeddedFont>
      <p:font typeface="cmmi10" panose="020B0500000000000000" pitchFamily="34" charset="0"/>
      <p:regular r:id="rId52"/>
    </p:embeddedFont>
    <p:embeddedFont>
      <p:font typeface="cmr10" panose="020B0500000000000000" pitchFamily="34" charset="0"/>
      <p:regular r:id="rId53"/>
    </p:embeddedFont>
    <p:embeddedFont>
      <p:font typeface="cmsy10" panose="020B0500000000000000" pitchFamily="34" charset="0"/>
      <p:regular r:id="rId54"/>
    </p:embeddedFont>
    <p:embeddedFont>
      <p:font typeface="Consolas" panose="020B0609020204030204" pitchFamily="49" charset="0"/>
      <p:regular r:id="rId55"/>
      <p:bold r:id="rId56"/>
      <p:italic r:id="rId57"/>
      <p:boldItalic r:id="rId58"/>
    </p:embeddedFont>
    <p:embeddedFont>
      <p:font typeface="Franklin Gothic Book" panose="020B0503020102020204" pitchFamily="34" charset="0"/>
      <p:regular r:id="rId59"/>
      <p:italic r:id="rId60"/>
    </p:embeddedFont>
    <p:embeddedFont>
      <p:font typeface="Gisha" panose="020B0502040204020203" pitchFamily="34" charset="-79"/>
      <p:regular r:id="rId61"/>
      <p:bold r:id="rId62"/>
    </p:embeddedFont>
    <p:embeddedFont>
      <p:font typeface="modstmary10" panose="02000500020000020004" pitchFamily="2" charset="0"/>
      <p:regular r:id="rId63"/>
    </p:embeddedFont>
    <p:embeddedFont>
      <p:font typeface="Perpetua" panose="02020502060401020303" pitchFamily="18" charset="0"/>
      <p:regular r:id="rId64"/>
      <p:bold r:id="rId65"/>
      <p:italic r:id="rId66"/>
      <p:boldItalic r:id="rId67"/>
    </p:embeddedFont>
    <p:embeddedFont>
      <p:font typeface="Wingdings 2" panose="05020102010507070707" pitchFamily="18" charset="2"/>
      <p:regular r:id="rId68"/>
    </p:embeddedFont>
  </p:embeddedFontLst>
  <p:custDataLst>
    <p:tags r:id="rId69"/>
  </p:custDataLst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6566"/>
    <a:srgbClr val="051AE1"/>
    <a:srgbClr val="C4D20C"/>
    <a:srgbClr val="007635"/>
    <a:srgbClr val="2E41FA"/>
    <a:srgbClr val="FFFFC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148" d="100"/>
          <a:sy n="148" d="100"/>
        </p:scale>
        <p:origin x="2076" y="1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4.fntdata"/><Relationship Id="rId68" Type="http://schemas.openxmlformats.org/officeDocument/2006/relationships/font" Target="fonts/font1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4.fntdata"/><Relationship Id="rId58" Type="http://schemas.openxmlformats.org/officeDocument/2006/relationships/font" Target="fonts/font9.fntdata"/><Relationship Id="rId66" Type="http://schemas.openxmlformats.org/officeDocument/2006/relationships/font" Target="fonts/font17.fntdata"/><Relationship Id="rId74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font" Target="fonts/font12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7.fntdata"/><Relationship Id="rId64" Type="http://schemas.openxmlformats.org/officeDocument/2006/relationships/font" Target="fonts/font15.fntdata"/><Relationship Id="rId69" Type="http://schemas.openxmlformats.org/officeDocument/2006/relationships/tags" Target="tags/tag1.xml"/><Relationship Id="rId8" Type="http://schemas.openxmlformats.org/officeDocument/2006/relationships/slide" Target="slides/slide7.xml"/><Relationship Id="rId51" Type="http://schemas.openxmlformats.org/officeDocument/2006/relationships/font" Target="fonts/font2.fntdata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0.fntdata"/><Relationship Id="rId67" Type="http://schemas.openxmlformats.org/officeDocument/2006/relationships/font" Target="fonts/font18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5.fntdata"/><Relationship Id="rId62" Type="http://schemas.openxmlformats.org/officeDocument/2006/relationships/font" Target="fonts/font13.fntdata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Relationship Id="rId57" Type="http://schemas.openxmlformats.org/officeDocument/2006/relationships/font" Target="fonts/font8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3.fntdata"/><Relationship Id="rId60" Type="http://schemas.openxmlformats.org/officeDocument/2006/relationships/font" Target="fonts/font11.fntdata"/><Relationship Id="rId65" Type="http://schemas.openxmlformats.org/officeDocument/2006/relationships/font" Target="fonts/font16.fntdata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font" Target="fonts/font1.fntdata"/><Relationship Id="rId55" Type="http://schemas.openxmlformats.org/officeDocument/2006/relationships/font" Target="fonts/font6.fntdata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a Weiss" userId="f0aa0173-552d-4808-9782-d425e6aaf8d9" providerId="ADAL" clId="{0DAE3A28-1E0D-40B3-83DB-4009ABA62CCD}"/>
    <pc:docChg chg="custSel modSld">
      <pc:chgData name="Gera Weiss" userId="f0aa0173-552d-4808-9782-d425e6aaf8d9" providerId="ADAL" clId="{0DAE3A28-1E0D-40B3-83DB-4009ABA62CCD}" dt="2025-04-02T11:33:46.387" v="13" actId="20577"/>
      <pc:docMkLst>
        <pc:docMk/>
      </pc:docMkLst>
      <pc:sldChg chg="delSp modSp mod">
        <pc:chgData name="Gera Weiss" userId="f0aa0173-552d-4808-9782-d425e6aaf8d9" providerId="ADAL" clId="{0DAE3A28-1E0D-40B3-83DB-4009ABA62CCD}" dt="2025-03-31T08:58:50.063" v="7" actId="478"/>
        <pc:sldMkLst>
          <pc:docMk/>
          <pc:sldMk cId="0" sldId="256"/>
        </pc:sldMkLst>
      </pc:sldChg>
      <pc:sldChg chg="mod modShow">
        <pc:chgData name="Gera Weiss" userId="f0aa0173-552d-4808-9782-d425e6aaf8d9" providerId="ADAL" clId="{0DAE3A28-1E0D-40B3-83DB-4009ABA62CCD}" dt="2025-03-31T08:52:15.785" v="4" actId="729"/>
        <pc:sldMkLst>
          <pc:docMk/>
          <pc:sldMk cId="0" sldId="258"/>
        </pc:sldMkLst>
      </pc:sldChg>
      <pc:sldChg chg="mod modShow">
        <pc:chgData name="Gera Weiss" userId="f0aa0173-552d-4808-9782-d425e6aaf8d9" providerId="ADAL" clId="{0DAE3A28-1E0D-40B3-83DB-4009ABA62CCD}" dt="2025-03-31T08:52:45.065" v="6" actId="729"/>
        <pc:sldMkLst>
          <pc:docMk/>
          <pc:sldMk cId="0" sldId="259"/>
        </pc:sldMkLst>
      </pc:sldChg>
      <pc:sldChg chg="mod modShow">
        <pc:chgData name="Gera Weiss" userId="f0aa0173-552d-4808-9782-d425e6aaf8d9" providerId="ADAL" clId="{0DAE3A28-1E0D-40B3-83DB-4009ABA62CCD}" dt="2025-04-02T09:00:34.256" v="9" actId="729"/>
        <pc:sldMkLst>
          <pc:docMk/>
          <pc:sldMk cId="0" sldId="260"/>
        </pc:sldMkLst>
      </pc:sldChg>
      <pc:sldChg chg="mod modShow">
        <pc:chgData name="Gera Weiss" userId="f0aa0173-552d-4808-9782-d425e6aaf8d9" providerId="ADAL" clId="{0DAE3A28-1E0D-40B3-83DB-4009ABA62CCD}" dt="2025-03-31T08:52:07.535" v="3" actId="729"/>
        <pc:sldMkLst>
          <pc:docMk/>
          <pc:sldMk cId="0" sldId="285"/>
        </pc:sldMkLst>
      </pc:sldChg>
      <pc:sldChg chg="mod modShow">
        <pc:chgData name="Gera Weiss" userId="f0aa0173-552d-4808-9782-d425e6aaf8d9" providerId="ADAL" clId="{0DAE3A28-1E0D-40B3-83DB-4009ABA62CCD}" dt="2025-03-31T08:51:47.785" v="2" actId="729"/>
        <pc:sldMkLst>
          <pc:docMk/>
          <pc:sldMk cId="4045941489" sldId="329"/>
        </pc:sldMkLst>
      </pc:sldChg>
      <pc:sldChg chg="mod modShow">
        <pc:chgData name="Gera Weiss" userId="f0aa0173-552d-4808-9782-d425e6aaf8d9" providerId="ADAL" clId="{0DAE3A28-1E0D-40B3-83DB-4009ABA62CCD}" dt="2025-03-31T08:52:18.805" v="5" actId="729"/>
        <pc:sldMkLst>
          <pc:docMk/>
          <pc:sldMk cId="1958035376" sldId="330"/>
        </pc:sldMkLst>
      </pc:sldChg>
      <pc:sldChg chg="mod modShow">
        <pc:chgData name="Gera Weiss" userId="f0aa0173-552d-4808-9782-d425e6aaf8d9" providerId="ADAL" clId="{0DAE3A28-1E0D-40B3-83DB-4009ABA62CCD}" dt="2025-04-02T09:00:31.515" v="8" actId="729"/>
        <pc:sldMkLst>
          <pc:docMk/>
          <pc:sldMk cId="1767173866" sldId="361"/>
        </pc:sldMkLst>
      </pc:sldChg>
      <pc:sldChg chg="mod modShow">
        <pc:chgData name="Gera Weiss" userId="f0aa0173-552d-4808-9782-d425e6aaf8d9" providerId="ADAL" clId="{0DAE3A28-1E0D-40B3-83DB-4009ABA62CCD}" dt="2025-04-02T09:00:31.515" v="8" actId="729"/>
        <pc:sldMkLst>
          <pc:docMk/>
          <pc:sldMk cId="803534814" sldId="362"/>
        </pc:sldMkLst>
      </pc:sldChg>
      <pc:sldChg chg="mod modShow">
        <pc:chgData name="Gera Weiss" userId="f0aa0173-552d-4808-9782-d425e6aaf8d9" providerId="ADAL" clId="{0DAE3A28-1E0D-40B3-83DB-4009ABA62CCD}" dt="2025-04-02T09:00:31.515" v="8" actId="729"/>
        <pc:sldMkLst>
          <pc:docMk/>
          <pc:sldMk cId="288271631" sldId="363"/>
        </pc:sldMkLst>
      </pc:sldChg>
      <pc:sldChg chg="mod modShow">
        <pc:chgData name="Gera Weiss" userId="f0aa0173-552d-4808-9782-d425e6aaf8d9" providerId="ADAL" clId="{0DAE3A28-1E0D-40B3-83DB-4009ABA62CCD}" dt="2025-04-02T09:00:31.515" v="8" actId="729"/>
        <pc:sldMkLst>
          <pc:docMk/>
          <pc:sldMk cId="58724417" sldId="364"/>
        </pc:sldMkLst>
      </pc:sldChg>
      <pc:sldChg chg="mod modShow">
        <pc:chgData name="Gera Weiss" userId="f0aa0173-552d-4808-9782-d425e6aaf8d9" providerId="ADAL" clId="{0DAE3A28-1E0D-40B3-83DB-4009ABA62CCD}" dt="2025-04-02T09:00:31.515" v="8" actId="729"/>
        <pc:sldMkLst>
          <pc:docMk/>
          <pc:sldMk cId="3191343619" sldId="365"/>
        </pc:sldMkLst>
      </pc:sldChg>
      <pc:sldChg chg="mod modShow">
        <pc:chgData name="Gera Weiss" userId="f0aa0173-552d-4808-9782-d425e6aaf8d9" providerId="ADAL" clId="{0DAE3A28-1E0D-40B3-83DB-4009ABA62CCD}" dt="2025-04-02T09:00:31.515" v="8" actId="729"/>
        <pc:sldMkLst>
          <pc:docMk/>
          <pc:sldMk cId="2301169937" sldId="366"/>
        </pc:sldMkLst>
      </pc:sldChg>
      <pc:sldChg chg="mod modShow">
        <pc:chgData name="Gera Weiss" userId="f0aa0173-552d-4808-9782-d425e6aaf8d9" providerId="ADAL" clId="{0DAE3A28-1E0D-40B3-83DB-4009ABA62CCD}" dt="2025-04-02T09:00:31.515" v="8" actId="729"/>
        <pc:sldMkLst>
          <pc:docMk/>
          <pc:sldMk cId="788523766" sldId="367"/>
        </pc:sldMkLst>
      </pc:sldChg>
      <pc:sldChg chg="mod modShow">
        <pc:chgData name="Gera Weiss" userId="f0aa0173-552d-4808-9782-d425e6aaf8d9" providerId="ADAL" clId="{0DAE3A28-1E0D-40B3-83DB-4009ABA62CCD}" dt="2025-04-02T09:00:31.515" v="8" actId="729"/>
        <pc:sldMkLst>
          <pc:docMk/>
          <pc:sldMk cId="3620469622" sldId="368"/>
        </pc:sldMkLst>
      </pc:sldChg>
      <pc:sldChg chg="mod modShow">
        <pc:chgData name="Gera Weiss" userId="f0aa0173-552d-4808-9782-d425e6aaf8d9" providerId="ADAL" clId="{0DAE3A28-1E0D-40B3-83DB-4009ABA62CCD}" dt="2025-04-02T09:00:31.515" v="8" actId="729"/>
        <pc:sldMkLst>
          <pc:docMk/>
          <pc:sldMk cId="3675526402" sldId="369"/>
        </pc:sldMkLst>
      </pc:sldChg>
      <pc:sldChg chg="mod modShow">
        <pc:chgData name="Gera Weiss" userId="f0aa0173-552d-4808-9782-d425e6aaf8d9" providerId="ADAL" clId="{0DAE3A28-1E0D-40B3-83DB-4009ABA62CCD}" dt="2025-04-02T09:00:31.515" v="8" actId="729"/>
        <pc:sldMkLst>
          <pc:docMk/>
          <pc:sldMk cId="1248765102" sldId="370"/>
        </pc:sldMkLst>
      </pc:sldChg>
      <pc:sldChg chg="mod modShow">
        <pc:chgData name="Gera Weiss" userId="f0aa0173-552d-4808-9782-d425e6aaf8d9" providerId="ADAL" clId="{0DAE3A28-1E0D-40B3-83DB-4009ABA62CCD}" dt="2025-04-02T09:00:31.515" v="8" actId="729"/>
        <pc:sldMkLst>
          <pc:docMk/>
          <pc:sldMk cId="4170048943" sldId="371"/>
        </pc:sldMkLst>
      </pc:sldChg>
      <pc:sldChg chg="mod modShow">
        <pc:chgData name="Gera Weiss" userId="f0aa0173-552d-4808-9782-d425e6aaf8d9" providerId="ADAL" clId="{0DAE3A28-1E0D-40B3-83DB-4009ABA62CCD}" dt="2025-04-02T09:00:31.515" v="8" actId="729"/>
        <pc:sldMkLst>
          <pc:docMk/>
          <pc:sldMk cId="2393018364" sldId="372"/>
        </pc:sldMkLst>
      </pc:sldChg>
      <pc:sldChg chg="mod modShow">
        <pc:chgData name="Gera Weiss" userId="f0aa0173-552d-4808-9782-d425e6aaf8d9" providerId="ADAL" clId="{0DAE3A28-1E0D-40B3-83DB-4009ABA62CCD}" dt="2025-04-02T09:00:31.515" v="8" actId="729"/>
        <pc:sldMkLst>
          <pc:docMk/>
          <pc:sldMk cId="2773586144" sldId="373"/>
        </pc:sldMkLst>
      </pc:sldChg>
      <pc:sldChg chg="modSp mod modShow">
        <pc:chgData name="Gera Weiss" userId="f0aa0173-552d-4808-9782-d425e6aaf8d9" providerId="ADAL" clId="{0DAE3A28-1E0D-40B3-83DB-4009ABA62CCD}" dt="2025-04-02T11:33:46.387" v="13" actId="20577"/>
        <pc:sldMkLst>
          <pc:docMk/>
          <pc:sldMk cId="835123374" sldId="382"/>
        </pc:sldMkLst>
      </pc:sldChg>
    </pc:docChg>
  </pc:docChgLst>
  <pc:docChgLst>
    <pc:chgData name="Gera Weiss" userId="f0aa0173-552d-4808-9782-d425e6aaf8d9" providerId="ADAL" clId="{69E13AD1-F1DD-466F-AD5A-F1C804C1FF4A}"/>
    <pc:docChg chg="modSld">
      <pc:chgData name="Gera Weiss" userId="f0aa0173-552d-4808-9782-d425e6aaf8d9" providerId="ADAL" clId="{69E13AD1-F1DD-466F-AD5A-F1C804C1FF4A}" dt="2024-05-09T06:57:47.843" v="1"/>
      <pc:docMkLst>
        <pc:docMk/>
      </pc:docMkLst>
      <pc:sldChg chg="modTransition">
        <pc:chgData name="Gera Weiss" userId="f0aa0173-552d-4808-9782-d425e6aaf8d9" providerId="ADAL" clId="{69E13AD1-F1DD-466F-AD5A-F1C804C1FF4A}" dt="2024-05-09T06:57:47.843" v="1"/>
        <pc:sldMkLst>
          <pc:docMk/>
          <pc:sldMk cId="0" sldId="256"/>
        </pc:sldMkLst>
      </pc:sldChg>
      <pc:sldChg chg="modTransition">
        <pc:chgData name="Gera Weiss" userId="f0aa0173-552d-4808-9782-d425e6aaf8d9" providerId="ADAL" clId="{69E13AD1-F1DD-466F-AD5A-F1C804C1FF4A}" dt="2024-05-09T06:57:38.932" v="0"/>
        <pc:sldMkLst>
          <pc:docMk/>
          <pc:sldMk cId="0" sldId="258"/>
        </pc:sldMkLst>
      </pc:sldChg>
      <pc:sldChg chg="modTransition">
        <pc:chgData name="Gera Weiss" userId="f0aa0173-552d-4808-9782-d425e6aaf8d9" providerId="ADAL" clId="{69E13AD1-F1DD-466F-AD5A-F1C804C1FF4A}" dt="2024-05-09T06:57:38.932" v="0"/>
        <pc:sldMkLst>
          <pc:docMk/>
          <pc:sldMk cId="0" sldId="259"/>
        </pc:sldMkLst>
      </pc:sldChg>
      <pc:sldChg chg="modTransition">
        <pc:chgData name="Gera Weiss" userId="f0aa0173-552d-4808-9782-d425e6aaf8d9" providerId="ADAL" clId="{69E13AD1-F1DD-466F-AD5A-F1C804C1FF4A}" dt="2024-05-09T06:57:38.932" v="0"/>
        <pc:sldMkLst>
          <pc:docMk/>
          <pc:sldMk cId="0" sldId="260"/>
        </pc:sldMkLst>
      </pc:sldChg>
      <pc:sldChg chg="modTransition">
        <pc:chgData name="Gera Weiss" userId="f0aa0173-552d-4808-9782-d425e6aaf8d9" providerId="ADAL" clId="{69E13AD1-F1DD-466F-AD5A-F1C804C1FF4A}" dt="2024-05-09T06:57:38.932" v="0"/>
        <pc:sldMkLst>
          <pc:docMk/>
          <pc:sldMk cId="0" sldId="261"/>
        </pc:sldMkLst>
      </pc:sldChg>
      <pc:sldChg chg="modTransition">
        <pc:chgData name="Gera Weiss" userId="f0aa0173-552d-4808-9782-d425e6aaf8d9" providerId="ADAL" clId="{69E13AD1-F1DD-466F-AD5A-F1C804C1FF4A}" dt="2024-05-09T06:57:38.932" v="0"/>
        <pc:sldMkLst>
          <pc:docMk/>
          <pc:sldMk cId="0" sldId="266"/>
        </pc:sldMkLst>
      </pc:sldChg>
      <pc:sldChg chg="modTransition">
        <pc:chgData name="Gera Weiss" userId="f0aa0173-552d-4808-9782-d425e6aaf8d9" providerId="ADAL" clId="{69E13AD1-F1DD-466F-AD5A-F1C804C1FF4A}" dt="2024-05-09T06:57:38.932" v="0"/>
        <pc:sldMkLst>
          <pc:docMk/>
          <pc:sldMk cId="0" sldId="268"/>
        </pc:sldMkLst>
      </pc:sldChg>
      <pc:sldChg chg="modTransition">
        <pc:chgData name="Gera Weiss" userId="f0aa0173-552d-4808-9782-d425e6aaf8d9" providerId="ADAL" clId="{69E13AD1-F1DD-466F-AD5A-F1C804C1FF4A}" dt="2024-05-09T06:57:38.932" v="0"/>
        <pc:sldMkLst>
          <pc:docMk/>
          <pc:sldMk cId="0" sldId="269"/>
        </pc:sldMkLst>
      </pc:sldChg>
      <pc:sldChg chg="modTransition">
        <pc:chgData name="Gera Weiss" userId="f0aa0173-552d-4808-9782-d425e6aaf8d9" providerId="ADAL" clId="{69E13AD1-F1DD-466F-AD5A-F1C804C1FF4A}" dt="2024-05-09T06:57:38.932" v="0"/>
        <pc:sldMkLst>
          <pc:docMk/>
          <pc:sldMk cId="0" sldId="270"/>
        </pc:sldMkLst>
      </pc:sldChg>
      <pc:sldChg chg="modTransition">
        <pc:chgData name="Gera Weiss" userId="f0aa0173-552d-4808-9782-d425e6aaf8d9" providerId="ADAL" clId="{69E13AD1-F1DD-466F-AD5A-F1C804C1FF4A}" dt="2024-05-09T06:57:38.932" v="0"/>
        <pc:sldMkLst>
          <pc:docMk/>
          <pc:sldMk cId="0" sldId="285"/>
        </pc:sldMkLst>
      </pc:sldChg>
      <pc:sldChg chg="modTransition">
        <pc:chgData name="Gera Weiss" userId="f0aa0173-552d-4808-9782-d425e6aaf8d9" providerId="ADAL" clId="{69E13AD1-F1DD-466F-AD5A-F1C804C1FF4A}" dt="2024-05-09T06:57:38.932" v="0"/>
        <pc:sldMkLst>
          <pc:docMk/>
          <pc:sldMk cId="0" sldId="288"/>
        </pc:sldMkLst>
      </pc:sldChg>
      <pc:sldChg chg="modTransition">
        <pc:chgData name="Gera Weiss" userId="f0aa0173-552d-4808-9782-d425e6aaf8d9" providerId="ADAL" clId="{69E13AD1-F1DD-466F-AD5A-F1C804C1FF4A}" dt="2024-05-09T06:57:38.932" v="0"/>
        <pc:sldMkLst>
          <pc:docMk/>
          <pc:sldMk cId="3643978021" sldId="290"/>
        </pc:sldMkLst>
      </pc:sldChg>
      <pc:sldChg chg="modTransition">
        <pc:chgData name="Gera Weiss" userId="f0aa0173-552d-4808-9782-d425e6aaf8d9" providerId="ADAL" clId="{69E13AD1-F1DD-466F-AD5A-F1C804C1FF4A}" dt="2024-05-09T06:57:38.932" v="0"/>
        <pc:sldMkLst>
          <pc:docMk/>
          <pc:sldMk cId="3163639297" sldId="305"/>
        </pc:sldMkLst>
      </pc:sldChg>
      <pc:sldChg chg="modTransition">
        <pc:chgData name="Gera Weiss" userId="f0aa0173-552d-4808-9782-d425e6aaf8d9" providerId="ADAL" clId="{69E13AD1-F1DD-466F-AD5A-F1C804C1FF4A}" dt="2024-05-09T06:57:38.932" v="0"/>
        <pc:sldMkLst>
          <pc:docMk/>
          <pc:sldMk cId="993427303" sldId="306"/>
        </pc:sldMkLst>
      </pc:sldChg>
      <pc:sldChg chg="modTransition">
        <pc:chgData name="Gera Weiss" userId="f0aa0173-552d-4808-9782-d425e6aaf8d9" providerId="ADAL" clId="{69E13AD1-F1DD-466F-AD5A-F1C804C1FF4A}" dt="2024-05-09T06:57:38.932" v="0"/>
        <pc:sldMkLst>
          <pc:docMk/>
          <pc:sldMk cId="2903867142" sldId="327"/>
        </pc:sldMkLst>
      </pc:sldChg>
      <pc:sldChg chg="modTransition">
        <pc:chgData name="Gera Weiss" userId="f0aa0173-552d-4808-9782-d425e6aaf8d9" providerId="ADAL" clId="{69E13AD1-F1DD-466F-AD5A-F1C804C1FF4A}" dt="2024-05-09T06:57:38.932" v="0"/>
        <pc:sldMkLst>
          <pc:docMk/>
          <pc:sldMk cId="2455228017" sldId="328"/>
        </pc:sldMkLst>
      </pc:sldChg>
      <pc:sldChg chg="modTransition">
        <pc:chgData name="Gera Weiss" userId="f0aa0173-552d-4808-9782-d425e6aaf8d9" providerId="ADAL" clId="{69E13AD1-F1DD-466F-AD5A-F1C804C1FF4A}" dt="2024-05-09T06:57:38.932" v="0"/>
        <pc:sldMkLst>
          <pc:docMk/>
          <pc:sldMk cId="4045941489" sldId="329"/>
        </pc:sldMkLst>
      </pc:sldChg>
      <pc:sldChg chg="modTransition">
        <pc:chgData name="Gera Weiss" userId="f0aa0173-552d-4808-9782-d425e6aaf8d9" providerId="ADAL" clId="{69E13AD1-F1DD-466F-AD5A-F1C804C1FF4A}" dt="2024-05-09T06:57:38.932" v="0"/>
        <pc:sldMkLst>
          <pc:docMk/>
          <pc:sldMk cId="1958035376" sldId="330"/>
        </pc:sldMkLst>
      </pc:sldChg>
      <pc:sldChg chg="modTransition">
        <pc:chgData name="Gera Weiss" userId="f0aa0173-552d-4808-9782-d425e6aaf8d9" providerId="ADAL" clId="{69E13AD1-F1DD-466F-AD5A-F1C804C1FF4A}" dt="2024-05-09T06:57:38.932" v="0"/>
        <pc:sldMkLst>
          <pc:docMk/>
          <pc:sldMk cId="510506936" sldId="331"/>
        </pc:sldMkLst>
      </pc:sldChg>
      <pc:sldChg chg="modTransition">
        <pc:chgData name="Gera Weiss" userId="f0aa0173-552d-4808-9782-d425e6aaf8d9" providerId="ADAL" clId="{69E13AD1-F1DD-466F-AD5A-F1C804C1FF4A}" dt="2024-05-09T06:57:38.932" v="0"/>
        <pc:sldMkLst>
          <pc:docMk/>
          <pc:sldMk cId="2231902486" sldId="356"/>
        </pc:sldMkLst>
      </pc:sldChg>
      <pc:sldChg chg="modTransition">
        <pc:chgData name="Gera Weiss" userId="f0aa0173-552d-4808-9782-d425e6aaf8d9" providerId="ADAL" clId="{69E13AD1-F1DD-466F-AD5A-F1C804C1FF4A}" dt="2024-05-09T06:57:38.932" v="0"/>
        <pc:sldMkLst>
          <pc:docMk/>
          <pc:sldMk cId="1415149428" sldId="358"/>
        </pc:sldMkLst>
      </pc:sldChg>
      <pc:sldChg chg="modTransition">
        <pc:chgData name="Gera Weiss" userId="f0aa0173-552d-4808-9782-d425e6aaf8d9" providerId="ADAL" clId="{69E13AD1-F1DD-466F-AD5A-F1C804C1FF4A}" dt="2024-05-09T06:57:38.932" v="0"/>
        <pc:sldMkLst>
          <pc:docMk/>
          <pc:sldMk cId="3359195444" sldId="359"/>
        </pc:sldMkLst>
      </pc:sldChg>
      <pc:sldChg chg="modTransition">
        <pc:chgData name="Gera Weiss" userId="f0aa0173-552d-4808-9782-d425e6aaf8d9" providerId="ADAL" clId="{69E13AD1-F1DD-466F-AD5A-F1C804C1FF4A}" dt="2024-05-09T06:57:38.932" v="0"/>
        <pc:sldMkLst>
          <pc:docMk/>
          <pc:sldMk cId="2846551274" sldId="360"/>
        </pc:sldMkLst>
      </pc:sldChg>
      <pc:sldChg chg="modTransition">
        <pc:chgData name="Gera Weiss" userId="f0aa0173-552d-4808-9782-d425e6aaf8d9" providerId="ADAL" clId="{69E13AD1-F1DD-466F-AD5A-F1C804C1FF4A}" dt="2024-05-09T06:57:38.932" v="0"/>
        <pc:sldMkLst>
          <pc:docMk/>
          <pc:sldMk cId="1767173866" sldId="361"/>
        </pc:sldMkLst>
      </pc:sldChg>
      <pc:sldChg chg="modTransition">
        <pc:chgData name="Gera Weiss" userId="f0aa0173-552d-4808-9782-d425e6aaf8d9" providerId="ADAL" clId="{69E13AD1-F1DD-466F-AD5A-F1C804C1FF4A}" dt="2024-05-09T06:57:38.932" v="0"/>
        <pc:sldMkLst>
          <pc:docMk/>
          <pc:sldMk cId="803534814" sldId="362"/>
        </pc:sldMkLst>
      </pc:sldChg>
      <pc:sldChg chg="modTransition">
        <pc:chgData name="Gera Weiss" userId="f0aa0173-552d-4808-9782-d425e6aaf8d9" providerId="ADAL" clId="{69E13AD1-F1DD-466F-AD5A-F1C804C1FF4A}" dt="2024-05-09T06:57:38.932" v="0"/>
        <pc:sldMkLst>
          <pc:docMk/>
          <pc:sldMk cId="288271631" sldId="363"/>
        </pc:sldMkLst>
      </pc:sldChg>
      <pc:sldChg chg="modTransition">
        <pc:chgData name="Gera Weiss" userId="f0aa0173-552d-4808-9782-d425e6aaf8d9" providerId="ADAL" clId="{69E13AD1-F1DD-466F-AD5A-F1C804C1FF4A}" dt="2024-05-09T06:57:38.932" v="0"/>
        <pc:sldMkLst>
          <pc:docMk/>
          <pc:sldMk cId="58724417" sldId="364"/>
        </pc:sldMkLst>
      </pc:sldChg>
      <pc:sldChg chg="modTransition">
        <pc:chgData name="Gera Weiss" userId="f0aa0173-552d-4808-9782-d425e6aaf8d9" providerId="ADAL" clId="{69E13AD1-F1DD-466F-AD5A-F1C804C1FF4A}" dt="2024-05-09T06:57:38.932" v="0"/>
        <pc:sldMkLst>
          <pc:docMk/>
          <pc:sldMk cId="3191343619" sldId="365"/>
        </pc:sldMkLst>
      </pc:sldChg>
      <pc:sldChg chg="modTransition">
        <pc:chgData name="Gera Weiss" userId="f0aa0173-552d-4808-9782-d425e6aaf8d9" providerId="ADAL" clId="{69E13AD1-F1DD-466F-AD5A-F1C804C1FF4A}" dt="2024-05-09T06:57:38.932" v="0"/>
        <pc:sldMkLst>
          <pc:docMk/>
          <pc:sldMk cId="2301169937" sldId="366"/>
        </pc:sldMkLst>
      </pc:sldChg>
      <pc:sldChg chg="modTransition">
        <pc:chgData name="Gera Weiss" userId="f0aa0173-552d-4808-9782-d425e6aaf8d9" providerId="ADAL" clId="{69E13AD1-F1DD-466F-AD5A-F1C804C1FF4A}" dt="2024-05-09T06:57:38.932" v="0"/>
        <pc:sldMkLst>
          <pc:docMk/>
          <pc:sldMk cId="788523766" sldId="367"/>
        </pc:sldMkLst>
      </pc:sldChg>
      <pc:sldChg chg="modTransition">
        <pc:chgData name="Gera Weiss" userId="f0aa0173-552d-4808-9782-d425e6aaf8d9" providerId="ADAL" clId="{69E13AD1-F1DD-466F-AD5A-F1C804C1FF4A}" dt="2024-05-09T06:57:38.932" v="0"/>
        <pc:sldMkLst>
          <pc:docMk/>
          <pc:sldMk cId="3620469622" sldId="368"/>
        </pc:sldMkLst>
      </pc:sldChg>
      <pc:sldChg chg="modTransition">
        <pc:chgData name="Gera Weiss" userId="f0aa0173-552d-4808-9782-d425e6aaf8d9" providerId="ADAL" clId="{69E13AD1-F1DD-466F-AD5A-F1C804C1FF4A}" dt="2024-05-09T06:57:38.932" v="0"/>
        <pc:sldMkLst>
          <pc:docMk/>
          <pc:sldMk cId="3675526402" sldId="369"/>
        </pc:sldMkLst>
      </pc:sldChg>
      <pc:sldChg chg="modTransition">
        <pc:chgData name="Gera Weiss" userId="f0aa0173-552d-4808-9782-d425e6aaf8d9" providerId="ADAL" clId="{69E13AD1-F1DD-466F-AD5A-F1C804C1FF4A}" dt="2024-05-09T06:57:38.932" v="0"/>
        <pc:sldMkLst>
          <pc:docMk/>
          <pc:sldMk cId="1248765102" sldId="370"/>
        </pc:sldMkLst>
      </pc:sldChg>
      <pc:sldChg chg="modTransition">
        <pc:chgData name="Gera Weiss" userId="f0aa0173-552d-4808-9782-d425e6aaf8d9" providerId="ADAL" clId="{69E13AD1-F1DD-466F-AD5A-F1C804C1FF4A}" dt="2024-05-09T06:57:38.932" v="0"/>
        <pc:sldMkLst>
          <pc:docMk/>
          <pc:sldMk cId="4170048943" sldId="371"/>
        </pc:sldMkLst>
      </pc:sldChg>
      <pc:sldChg chg="modTransition">
        <pc:chgData name="Gera Weiss" userId="f0aa0173-552d-4808-9782-d425e6aaf8d9" providerId="ADAL" clId="{69E13AD1-F1DD-466F-AD5A-F1C804C1FF4A}" dt="2024-05-09T06:57:38.932" v="0"/>
        <pc:sldMkLst>
          <pc:docMk/>
          <pc:sldMk cId="2393018364" sldId="372"/>
        </pc:sldMkLst>
      </pc:sldChg>
      <pc:sldChg chg="modTransition">
        <pc:chgData name="Gera Weiss" userId="f0aa0173-552d-4808-9782-d425e6aaf8d9" providerId="ADAL" clId="{69E13AD1-F1DD-466F-AD5A-F1C804C1FF4A}" dt="2024-05-09T06:57:38.932" v="0"/>
        <pc:sldMkLst>
          <pc:docMk/>
          <pc:sldMk cId="2773586144" sldId="373"/>
        </pc:sldMkLst>
      </pc:sldChg>
      <pc:sldChg chg="modTransition">
        <pc:chgData name="Gera Weiss" userId="f0aa0173-552d-4808-9782-d425e6aaf8d9" providerId="ADAL" clId="{69E13AD1-F1DD-466F-AD5A-F1C804C1FF4A}" dt="2024-05-09T06:57:38.932" v="0"/>
        <pc:sldMkLst>
          <pc:docMk/>
          <pc:sldMk cId="4023381409" sldId="374"/>
        </pc:sldMkLst>
      </pc:sldChg>
      <pc:sldChg chg="modTransition">
        <pc:chgData name="Gera Weiss" userId="f0aa0173-552d-4808-9782-d425e6aaf8d9" providerId="ADAL" clId="{69E13AD1-F1DD-466F-AD5A-F1C804C1FF4A}" dt="2024-05-09T06:57:38.932" v="0"/>
        <pc:sldMkLst>
          <pc:docMk/>
          <pc:sldMk cId="245336751" sldId="375"/>
        </pc:sldMkLst>
      </pc:sldChg>
      <pc:sldChg chg="modTransition">
        <pc:chgData name="Gera Weiss" userId="f0aa0173-552d-4808-9782-d425e6aaf8d9" providerId="ADAL" clId="{69E13AD1-F1DD-466F-AD5A-F1C804C1FF4A}" dt="2024-05-09T06:57:38.932" v="0"/>
        <pc:sldMkLst>
          <pc:docMk/>
          <pc:sldMk cId="3363989611" sldId="376"/>
        </pc:sldMkLst>
      </pc:sldChg>
      <pc:sldChg chg="modTransition">
        <pc:chgData name="Gera Weiss" userId="f0aa0173-552d-4808-9782-d425e6aaf8d9" providerId="ADAL" clId="{69E13AD1-F1DD-466F-AD5A-F1C804C1FF4A}" dt="2024-05-09T06:57:38.932" v="0"/>
        <pc:sldMkLst>
          <pc:docMk/>
          <pc:sldMk cId="843577643" sldId="377"/>
        </pc:sldMkLst>
      </pc:sldChg>
      <pc:sldChg chg="modTransition">
        <pc:chgData name="Gera Weiss" userId="f0aa0173-552d-4808-9782-d425e6aaf8d9" providerId="ADAL" clId="{69E13AD1-F1DD-466F-AD5A-F1C804C1FF4A}" dt="2024-05-09T06:57:38.932" v="0"/>
        <pc:sldMkLst>
          <pc:docMk/>
          <pc:sldMk cId="2912684084" sldId="378"/>
        </pc:sldMkLst>
      </pc:sldChg>
      <pc:sldChg chg="modTransition">
        <pc:chgData name="Gera Weiss" userId="f0aa0173-552d-4808-9782-d425e6aaf8d9" providerId="ADAL" clId="{69E13AD1-F1DD-466F-AD5A-F1C804C1FF4A}" dt="2024-05-09T06:57:38.932" v="0"/>
        <pc:sldMkLst>
          <pc:docMk/>
          <pc:sldMk cId="3178178542" sldId="379"/>
        </pc:sldMkLst>
      </pc:sldChg>
      <pc:sldChg chg="modTransition">
        <pc:chgData name="Gera Weiss" userId="f0aa0173-552d-4808-9782-d425e6aaf8d9" providerId="ADAL" clId="{69E13AD1-F1DD-466F-AD5A-F1C804C1FF4A}" dt="2024-05-09T06:57:38.932" v="0"/>
        <pc:sldMkLst>
          <pc:docMk/>
          <pc:sldMk cId="226930578" sldId="380"/>
        </pc:sldMkLst>
      </pc:sldChg>
      <pc:sldChg chg="modTransition">
        <pc:chgData name="Gera Weiss" userId="f0aa0173-552d-4808-9782-d425e6aaf8d9" providerId="ADAL" clId="{69E13AD1-F1DD-466F-AD5A-F1C804C1FF4A}" dt="2024-05-09T06:57:38.932" v="0"/>
        <pc:sldMkLst>
          <pc:docMk/>
          <pc:sldMk cId="2793344165" sldId="381"/>
        </pc:sldMkLst>
      </pc:sldChg>
      <pc:sldChg chg="modTransition">
        <pc:chgData name="Gera Weiss" userId="f0aa0173-552d-4808-9782-d425e6aaf8d9" providerId="ADAL" clId="{69E13AD1-F1DD-466F-AD5A-F1C804C1FF4A}" dt="2024-05-09T06:57:38.932" v="0"/>
        <pc:sldMkLst>
          <pc:docMk/>
          <pc:sldMk cId="835123374" sldId="382"/>
        </pc:sldMkLst>
      </pc:sldChg>
      <pc:sldChg chg="modTransition">
        <pc:chgData name="Gera Weiss" userId="f0aa0173-552d-4808-9782-d425e6aaf8d9" providerId="ADAL" clId="{69E13AD1-F1DD-466F-AD5A-F1C804C1FF4A}" dt="2024-05-09T06:57:38.932" v="0"/>
        <pc:sldMkLst>
          <pc:docMk/>
          <pc:sldMk cId="17546654" sldId="383"/>
        </pc:sldMkLst>
      </pc:sldChg>
    </pc:docChg>
  </pc:docChgLst>
  <pc:docChgLst>
    <pc:chgData name="Gera Weiss" userId="f0aa0173-552d-4808-9782-d425e6aaf8d9" providerId="ADAL" clId="{B23A8E08-6703-4983-A2DC-20313E4CAD66}"/>
    <pc:docChg chg="undo custSel addSld delSld modSld sldOrd">
      <pc:chgData name="Gera Weiss" userId="f0aa0173-552d-4808-9782-d425e6aaf8d9" providerId="ADAL" clId="{B23A8E08-6703-4983-A2DC-20313E4CAD66}" dt="2025-04-02T07:51:25.099" v="187"/>
      <pc:docMkLst>
        <pc:docMk/>
      </pc:docMkLst>
      <pc:sldChg chg="modSp mod">
        <pc:chgData name="Gera Weiss" userId="f0aa0173-552d-4808-9782-d425e6aaf8d9" providerId="ADAL" clId="{B23A8E08-6703-4983-A2DC-20313E4CAD66}" dt="2025-04-02T07:37:57.672" v="161" actId="20577"/>
        <pc:sldMkLst>
          <pc:docMk/>
          <pc:sldMk cId="0" sldId="256"/>
        </pc:sldMkLst>
      </pc:sldChg>
      <pc:sldChg chg="modSp mod">
        <pc:chgData name="Gera Weiss" userId="f0aa0173-552d-4808-9782-d425e6aaf8d9" providerId="ADAL" clId="{B23A8E08-6703-4983-A2DC-20313E4CAD66}" dt="2025-03-25T07:10:17.976" v="8" actId="6549"/>
        <pc:sldMkLst>
          <pc:docMk/>
          <pc:sldMk cId="0" sldId="258"/>
        </pc:sldMkLst>
      </pc:sldChg>
      <pc:sldChg chg="modSp mod">
        <pc:chgData name="Gera Weiss" userId="f0aa0173-552d-4808-9782-d425e6aaf8d9" providerId="ADAL" clId="{B23A8E08-6703-4983-A2DC-20313E4CAD66}" dt="2025-04-02T07:40:44.680" v="165" actId="1036"/>
        <pc:sldMkLst>
          <pc:docMk/>
          <pc:sldMk cId="0" sldId="266"/>
        </pc:sldMkLst>
      </pc:sldChg>
      <pc:sldChg chg="delSp mod">
        <pc:chgData name="Gera Weiss" userId="f0aa0173-552d-4808-9782-d425e6aaf8d9" providerId="ADAL" clId="{B23A8E08-6703-4983-A2DC-20313E4CAD66}" dt="2025-04-02T07:43:02.870" v="166" actId="478"/>
        <pc:sldMkLst>
          <pc:docMk/>
          <pc:sldMk cId="0" sldId="268"/>
        </pc:sldMkLst>
      </pc:sldChg>
      <pc:sldChg chg="ord">
        <pc:chgData name="Gera Weiss" userId="f0aa0173-552d-4808-9782-d425e6aaf8d9" providerId="ADAL" clId="{B23A8E08-6703-4983-A2DC-20313E4CAD66}" dt="2025-04-02T07:51:25.099" v="187"/>
        <pc:sldMkLst>
          <pc:docMk/>
          <pc:sldMk cId="0" sldId="270"/>
        </pc:sldMkLst>
      </pc:sldChg>
      <pc:sldChg chg="addSp delSp modSp mod">
        <pc:chgData name="Gera Weiss" userId="f0aa0173-552d-4808-9782-d425e6aaf8d9" providerId="ADAL" clId="{B23A8E08-6703-4983-A2DC-20313E4CAD66}" dt="2025-03-25T07:20:10.667" v="11" actId="478"/>
        <pc:sldMkLst>
          <pc:docMk/>
          <pc:sldMk cId="0" sldId="285"/>
        </pc:sldMkLst>
      </pc:sldChg>
      <pc:sldChg chg="del">
        <pc:chgData name="Gera Weiss" userId="f0aa0173-552d-4808-9782-d425e6aaf8d9" providerId="ADAL" clId="{B23A8E08-6703-4983-A2DC-20313E4CAD66}" dt="2025-03-25T07:09:20.249" v="7" actId="47"/>
        <pc:sldMkLst>
          <pc:docMk/>
          <pc:sldMk cId="2903867142" sldId="327"/>
        </pc:sldMkLst>
      </pc:sldChg>
      <pc:sldChg chg="add del mod modShow">
        <pc:chgData name="Gera Weiss" userId="f0aa0173-552d-4808-9782-d425e6aaf8d9" providerId="ADAL" clId="{B23A8E08-6703-4983-A2DC-20313E4CAD66}" dt="2025-03-25T07:09:11.816" v="5" actId="47"/>
        <pc:sldMkLst>
          <pc:docMk/>
          <pc:sldMk cId="2455228017" sldId="328"/>
        </pc:sldMkLst>
      </pc:sldChg>
      <pc:sldChg chg="add del">
        <pc:chgData name="Gera Weiss" userId="f0aa0173-552d-4808-9782-d425e6aaf8d9" providerId="ADAL" clId="{B23A8E08-6703-4983-A2DC-20313E4CAD66}" dt="2025-03-25T07:09:16.021" v="6" actId="47"/>
        <pc:sldMkLst>
          <pc:docMk/>
          <pc:sldMk cId="226930578" sldId="380"/>
        </pc:sldMkLst>
      </pc:sldChg>
      <pc:sldChg chg="add del">
        <pc:chgData name="Gera Weiss" userId="f0aa0173-552d-4808-9782-d425e6aaf8d9" providerId="ADAL" clId="{B23A8E08-6703-4983-A2DC-20313E4CAD66}" dt="2025-03-25T07:09:16.021" v="6" actId="47"/>
        <pc:sldMkLst>
          <pc:docMk/>
          <pc:sldMk cId="17546654" sldId="383"/>
        </pc:sldMkLst>
      </pc:sldChg>
      <pc:sldChg chg="mod modShow">
        <pc:chgData name="Gera Weiss" userId="f0aa0173-552d-4808-9782-d425e6aaf8d9" providerId="ADAL" clId="{B23A8E08-6703-4983-A2DC-20313E4CAD66}" dt="2025-04-02T07:51:23.884" v="185" actId="729"/>
        <pc:sldMkLst>
          <pc:docMk/>
          <pc:sldMk cId="1387372228" sldId="385"/>
        </pc:sldMkLst>
      </pc:sldChg>
      <pc:sldChg chg="addSp delSp modSp add mod ord modAnim modShow">
        <pc:chgData name="Gera Weiss" userId="f0aa0173-552d-4808-9782-d425e6aaf8d9" providerId="ADAL" clId="{B23A8E08-6703-4983-A2DC-20313E4CAD66}" dt="2025-04-02T07:51:15.283" v="184" actId="729"/>
        <pc:sldMkLst>
          <pc:docMk/>
          <pc:sldMk cId="0" sldId="386"/>
        </pc:sldMkLst>
      </pc:sldChg>
      <pc:sldChg chg="addSp delSp modSp new del mod">
        <pc:chgData name="Gera Weiss" userId="f0aa0173-552d-4808-9782-d425e6aaf8d9" providerId="ADAL" clId="{B23A8E08-6703-4983-A2DC-20313E4CAD66}" dt="2025-03-25T08:06:44.414" v="150" actId="47"/>
        <pc:sldMkLst>
          <pc:docMk/>
          <pc:sldMk cId="3938176355" sldId="386"/>
        </pc:sldMkLst>
      </pc:sldChg>
    </pc:docChg>
  </pc:docChgLst>
  <pc:docChgLst>
    <pc:chgData name="גרא וייס" userId="f0aa0173-552d-4808-9782-d425e6aaf8d9" providerId="ADAL" clId="{8D2A0B5A-9ED4-4DFF-B2FE-E76CF74B691D}"/>
    <pc:docChg chg="undo custSel modSld">
      <pc:chgData name="גרא וייס" userId="f0aa0173-552d-4808-9782-d425e6aaf8d9" providerId="ADAL" clId="{8D2A0B5A-9ED4-4DFF-B2FE-E76CF74B691D}" dt="2022-11-01T19:59:52.501" v="530" actId="1036"/>
      <pc:docMkLst>
        <pc:docMk/>
      </pc:docMkLst>
      <pc:sldChg chg="modSp">
        <pc:chgData name="גרא וייס" userId="f0aa0173-552d-4808-9782-d425e6aaf8d9" providerId="ADAL" clId="{8D2A0B5A-9ED4-4DFF-B2FE-E76CF74B691D}" dt="2022-10-30T20:26:58.906" v="63" actId="14100"/>
        <pc:sldMkLst>
          <pc:docMk/>
          <pc:sldMk cId="0" sldId="258"/>
        </pc:sldMkLst>
      </pc:sldChg>
      <pc:sldChg chg="modSp">
        <pc:chgData name="גרא וייס" userId="f0aa0173-552d-4808-9782-d425e6aaf8d9" providerId="ADAL" clId="{8D2A0B5A-9ED4-4DFF-B2FE-E76CF74B691D}" dt="2022-10-30T20:55:18.163" v="167" actId="114"/>
        <pc:sldMkLst>
          <pc:docMk/>
          <pc:sldMk cId="0" sldId="269"/>
        </pc:sldMkLst>
      </pc:sldChg>
      <pc:sldChg chg="addSp delSp modSp">
        <pc:chgData name="גרא וייס" userId="f0aa0173-552d-4808-9782-d425e6aaf8d9" providerId="ADAL" clId="{8D2A0B5A-9ED4-4DFF-B2FE-E76CF74B691D}" dt="2022-11-01T19:59:52.501" v="530" actId="1036"/>
        <pc:sldMkLst>
          <pc:docMk/>
          <pc:sldMk cId="0" sldId="270"/>
        </pc:sldMkLst>
      </pc:sldChg>
      <pc:sldChg chg="modSp">
        <pc:chgData name="גרא וייס" userId="f0aa0173-552d-4808-9782-d425e6aaf8d9" providerId="ADAL" clId="{8D2A0B5A-9ED4-4DFF-B2FE-E76CF74B691D}" dt="2022-10-30T20:53:06.465" v="164" actId="1076"/>
        <pc:sldMkLst>
          <pc:docMk/>
          <pc:sldMk cId="0" sldId="288"/>
        </pc:sldMkLst>
      </pc:sldChg>
      <pc:sldChg chg="modTransition">
        <pc:chgData name="גרא וייס" userId="f0aa0173-552d-4808-9782-d425e6aaf8d9" providerId="ADAL" clId="{8D2A0B5A-9ED4-4DFF-B2FE-E76CF74B691D}" dt="2022-10-30T20:19:40.914" v="0"/>
        <pc:sldMkLst>
          <pc:docMk/>
          <pc:sldMk cId="2903867142" sldId="327"/>
        </pc:sldMkLst>
      </pc:sldChg>
      <pc:sldChg chg="modTransition">
        <pc:chgData name="גרא וייס" userId="f0aa0173-552d-4808-9782-d425e6aaf8d9" providerId="ADAL" clId="{8D2A0B5A-9ED4-4DFF-B2FE-E76CF74B691D}" dt="2022-10-30T20:24:10.461" v="1"/>
        <pc:sldMkLst>
          <pc:docMk/>
          <pc:sldMk cId="4045941489" sldId="329"/>
        </pc:sldMkLst>
      </pc:sldChg>
      <pc:sldChg chg="modSp">
        <pc:chgData name="גרא וייס" userId="f0aa0173-552d-4808-9782-d425e6aaf8d9" providerId="ADAL" clId="{8D2A0B5A-9ED4-4DFF-B2FE-E76CF74B691D}" dt="2022-10-30T20:47:22.957" v="161" actId="20577"/>
        <pc:sldMkLst>
          <pc:docMk/>
          <pc:sldMk cId="2846551274" sldId="360"/>
        </pc:sldMkLst>
      </pc:sldChg>
      <pc:sldChg chg="modSp">
        <pc:chgData name="גרא וייס" userId="f0aa0173-552d-4808-9782-d425e6aaf8d9" providerId="ADAL" clId="{8D2A0B5A-9ED4-4DFF-B2FE-E76CF74B691D}" dt="2022-10-30T21:00:46.164" v="201" actId="6549"/>
        <pc:sldMkLst>
          <pc:docMk/>
          <pc:sldMk cId="2912684084" sldId="378"/>
        </pc:sldMkLst>
      </pc:sldChg>
    </pc:docChg>
  </pc:docChgLst>
  <pc:docChgLst>
    <pc:chgData name="גרא וייס" userId="f0aa0173-552d-4808-9782-d425e6aaf8d9" providerId="ADAL" clId="{48300667-EB98-4B51-98D6-3F989AACA0B5}"/>
    <pc:docChg chg="custSel modSld modMainMaster">
      <pc:chgData name="גרא וייס" userId="f0aa0173-552d-4808-9782-d425e6aaf8d9" providerId="ADAL" clId="{48300667-EB98-4B51-98D6-3F989AACA0B5}" dt="2024-05-08T18:54:58.638" v="3" actId="1076"/>
      <pc:docMkLst>
        <pc:docMk/>
      </pc:docMkLst>
      <pc:sldChg chg="addSp modSp">
        <pc:chgData name="גרא וייס" userId="f0aa0173-552d-4808-9782-d425e6aaf8d9" providerId="ADAL" clId="{48300667-EB98-4B51-98D6-3F989AACA0B5}" dt="2024-05-08T18:54:41.227" v="0"/>
        <pc:sldMkLst>
          <pc:docMk/>
          <pc:sldMk cId="0" sldId="256"/>
        </pc:sldMkLst>
      </pc:sldChg>
      <pc:sldMasterChg chg="modSldLayout">
        <pc:chgData name="גרא וייס" userId="f0aa0173-552d-4808-9782-d425e6aaf8d9" providerId="ADAL" clId="{48300667-EB98-4B51-98D6-3F989AACA0B5}" dt="2024-05-08T18:54:58.638" v="3" actId="1076"/>
        <pc:sldMasterMkLst>
          <pc:docMk/>
          <pc:sldMasterMk cId="0" sldId="2147483708"/>
        </pc:sldMasterMkLst>
        <pc:sldLayoutChg chg="addSp delSp modSp mod">
          <pc:chgData name="גרא וייס" userId="f0aa0173-552d-4808-9782-d425e6aaf8d9" providerId="ADAL" clId="{48300667-EB98-4B51-98D6-3F989AACA0B5}" dt="2024-05-08T18:54:58.638" v="3" actId="1076"/>
          <pc:sldLayoutMkLst>
            <pc:docMk/>
            <pc:sldMasterMk cId="0" sldId="2147483708"/>
            <pc:sldLayoutMk cId="0" sldId="2147483710"/>
          </pc:sldLayoutMkLst>
        </pc:sldLayoutChg>
      </pc:sldMasterChg>
    </pc:docChg>
  </pc:docChgLst>
  <pc:docChgLst>
    <pc:chgData name="Gera Weiss" userId="f0aa0173-552d-4808-9782-d425e6aaf8d9" providerId="ADAL" clId="{48300667-EB98-4B51-98D6-3F989AACA0B5}"/>
    <pc:docChg chg="undo custSel addSld delSld modSld sldOrd">
      <pc:chgData name="Gera Weiss" userId="f0aa0173-552d-4808-9782-d425e6aaf8d9" providerId="ADAL" clId="{48300667-EB98-4B51-98D6-3F989AACA0B5}" dt="2024-05-11T21:02:32.214" v="164" actId="14100"/>
      <pc:docMkLst>
        <pc:docMk/>
      </pc:docMkLst>
      <pc:sldChg chg="modSp mod">
        <pc:chgData name="Gera Weiss" userId="f0aa0173-552d-4808-9782-d425e6aaf8d9" providerId="ADAL" clId="{48300667-EB98-4B51-98D6-3F989AACA0B5}" dt="2024-05-11T20:28:18.131" v="5" actId="6549"/>
        <pc:sldMkLst>
          <pc:docMk/>
          <pc:sldMk cId="0" sldId="256"/>
        </pc:sldMkLst>
      </pc:sldChg>
      <pc:sldChg chg="mod modShow">
        <pc:chgData name="Gera Weiss" userId="f0aa0173-552d-4808-9782-d425e6aaf8d9" providerId="ADAL" clId="{48300667-EB98-4B51-98D6-3F989AACA0B5}" dt="2024-05-11T20:29:03.926" v="8" actId="729"/>
        <pc:sldMkLst>
          <pc:docMk/>
          <pc:sldMk cId="0" sldId="258"/>
        </pc:sldMkLst>
      </pc:sldChg>
      <pc:sldChg chg="addSp delSp modSp mod">
        <pc:chgData name="Gera Weiss" userId="f0aa0173-552d-4808-9782-d425e6aaf8d9" providerId="ADAL" clId="{48300667-EB98-4B51-98D6-3F989AACA0B5}" dt="2024-05-11T21:02:32.214" v="164" actId="14100"/>
        <pc:sldMkLst>
          <pc:docMk/>
          <pc:sldMk cId="0" sldId="266"/>
        </pc:sldMkLst>
      </pc:sldChg>
      <pc:sldChg chg="addSp modSp mod">
        <pc:chgData name="Gera Weiss" userId="f0aa0173-552d-4808-9782-d425e6aaf8d9" providerId="ADAL" clId="{48300667-EB98-4B51-98D6-3F989AACA0B5}" dt="2024-05-11T20:43:05.574" v="70" actId="1076"/>
        <pc:sldMkLst>
          <pc:docMk/>
          <pc:sldMk cId="0" sldId="268"/>
        </pc:sldMkLst>
      </pc:sldChg>
      <pc:sldChg chg="addSp delSp modSp mod ord">
        <pc:chgData name="Gera Weiss" userId="f0aa0173-552d-4808-9782-d425e6aaf8d9" providerId="ADAL" clId="{48300667-EB98-4B51-98D6-3F989AACA0B5}" dt="2024-05-11T20:50:31.502" v="111"/>
        <pc:sldMkLst>
          <pc:docMk/>
          <pc:sldMk cId="0" sldId="269"/>
        </pc:sldMkLst>
      </pc:sldChg>
      <pc:sldChg chg="addSp modSp mod">
        <pc:chgData name="Gera Weiss" userId="f0aa0173-552d-4808-9782-d425e6aaf8d9" providerId="ADAL" clId="{48300667-EB98-4B51-98D6-3F989AACA0B5}" dt="2024-05-11T20:52:47.371" v="147" actId="1036"/>
        <pc:sldMkLst>
          <pc:docMk/>
          <pc:sldMk cId="0" sldId="270"/>
        </pc:sldMkLst>
      </pc:sldChg>
      <pc:sldChg chg="mod modShow">
        <pc:chgData name="Gera Weiss" userId="f0aa0173-552d-4808-9782-d425e6aaf8d9" providerId="ADAL" clId="{48300667-EB98-4B51-98D6-3F989AACA0B5}" dt="2024-05-11T20:28:52.627" v="7" actId="729"/>
        <pc:sldMkLst>
          <pc:docMk/>
          <pc:sldMk cId="0" sldId="285"/>
        </pc:sldMkLst>
      </pc:sldChg>
      <pc:sldChg chg="addSp delSp modSp mod">
        <pc:chgData name="Gera Weiss" userId="f0aa0173-552d-4808-9782-d425e6aaf8d9" providerId="ADAL" clId="{48300667-EB98-4B51-98D6-3F989AACA0B5}" dt="2024-05-11T20:37:12.525" v="35" actId="1076"/>
        <pc:sldMkLst>
          <pc:docMk/>
          <pc:sldMk cId="0" sldId="288"/>
        </pc:sldMkLst>
      </pc:sldChg>
      <pc:sldChg chg="mod modShow">
        <pc:chgData name="Gera Weiss" userId="f0aa0173-552d-4808-9782-d425e6aaf8d9" providerId="ADAL" clId="{48300667-EB98-4B51-98D6-3F989AACA0B5}" dt="2024-05-11T20:28:32.553" v="6" actId="729"/>
        <pc:sldMkLst>
          <pc:docMk/>
          <pc:sldMk cId="2455228017" sldId="328"/>
        </pc:sldMkLst>
      </pc:sldChg>
      <pc:sldChg chg="mod modShow">
        <pc:chgData name="Gera Weiss" userId="f0aa0173-552d-4808-9782-d425e6aaf8d9" providerId="ADAL" clId="{48300667-EB98-4B51-98D6-3F989AACA0B5}" dt="2024-05-11T20:29:03.926" v="8" actId="729"/>
        <pc:sldMkLst>
          <pc:docMk/>
          <pc:sldMk cId="1958035376" sldId="330"/>
        </pc:sldMkLst>
      </pc:sldChg>
      <pc:sldChg chg="addSp delSp modSp mod">
        <pc:chgData name="Gera Weiss" userId="f0aa0173-552d-4808-9782-d425e6aaf8d9" providerId="ADAL" clId="{48300667-EB98-4B51-98D6-3F989AACA0B5}" dt="2024-05-11T20:49:20.783" v="109" actId="478"/>
        <pc:sldMkLst>
          <pc:docMk/>
          <pc:sldMk cId="2231902486" sldId="356"/>
        </pc:sldMkLst>
      </pc:sldChg>
      <pc:sldChg chg="addSp delSp modSp mod">
        <pc:chgData name="Gera Weiss" userId="f0aa0173-552d-4808-9782-d425e6aaf8d9" providerId="ADAL" clId="{48300667-EB98-4B51-98D6-3F989AACA0B5}" dt="2024-05-11T20:48:06.988" v="95" actId="21"/>
        <pc:sldMkLst>
          <pc:docMk/>
          <pc:sldMk cId="843577643" sldId="377"/>
        </pc:sldMkLst>
      </pc:sldChg>
      <pc:sldChg chg="mod modShow">
        <pc:chgData name="Gera Weiss" userId="f0aa0173-552d-4808-9782-d425e6aaf8d9" providerId="ADAL" clId="{48300667-EB98-4B51-98D6-3F989AACA0B5}" dt="2024-05-11T20:28:32.553" v="6" actId="729"/>
        <pc:sldMkLst>
          <pc:docMk/>
          <pc:sldMk cId="226930578" sldId="380"/>
        </pc:sldMkLst>
      </pc:sldChg>
      <pc:sldChg chg="mod modShow">
        <pc:chgData name="Gera Weiss" userId="f0aa0173-552d-4808-9782-d425e6aaf8d9" providerId="ADAL" clId="{48300667-EB98-4B51-98D6-3F989AACA0B5}" dt="2024-05-11T20:28:32.553" v="6" actId="729"/>
        <pc:sldMkLst>
          <pc:docMk/>
          <pc:sldMk cId="17546654" sldId="383"/>
        </pc:sldMkLst>
      </pc:sldChg>
      <pc:sldChg chg="add">
        <pc:chgData name="Gera Weiss" userId="f0aa0173-552d-4808-9782-d425e6aaf8d9" providerId="ADAL" clId="{48300667-EB98-4B51-98D6-3F989AACA0B5}" dt="2024-05-11T20:49:16.096" v="108" actId="2890"/>
        <pc:sldMkLst>
          <pc:docMk/>
          <pc:sldMk cId="146437960" sldId="384"/>
        </pc:sldMkLst>
      </pc:sldChg>
      <pc:sldChg chg="add del">
        <pc:chgData name="Gera Weiss" userId="f0aa0173-552d-4808-9782-d425e6aaf8d9" providerId="ADAL" clId="{48300667-EB98-4B51-98D6-3F989AACA0B5}" dt="2024-05-11T20:49:08.570" v="106" actId="2890"/>
        <pc:sldMkLst>
          <pc:docMk/>
          <pc:sldMk cId="3338434360" sldId="384"/>
        </pc:sldMkLst>
      </pc:sldChg>
      <pc:sldChg chg="delSp modSp add mod">
        <pc:chgData name="Gera Weiss" userId="f0aa0173-552d-4808-9782-d425e6aaf8d9" providerId="ADAL" clId="{48300667-EB98-4B51-98D6-3F989AACA0B5}" dt="2024-05-11T20:52:24.853" v="146" actId="1036"/>
        <pc:sldMkLst>
          <pc:docMk/>
          <pc:sldMk cId="1387372228" sldId="385"/>
        </pc:sldMkLst>
      </pc:sldChg>
      <pc:sldChg chg="add del">
        <pc:chgData name="Gera Weiss" userId="f0aa0173-552d-4808-9782-d425e6aaf8d9" providerId="ADAL" clId="{48300667-EB98-4B51-98D6-3F989AACA0B5}" dt="2024-05-11T20:49:07.383" v="105"/>
        <pc:sldMkLst>
          <pc:docMk/>
          <pc:sldMk cId="4162433943" sldId="385"/>
        </pc:sldMkLst>
      </pc:sldChg>
      <pc:sldChg chg="add del">
        <pc:chgData name="Gera Weiss" userId="f0aa0173-552d-4808-9782-d425e6aaf8d9" providerId="ADAL" clId="{48300667-EB98-4B51-98D6-3F989AACA0B5}" dt="2024-05-11T20:49:04.945" v="104"/>
        <pc:sldMkLst>
          <pc:docMk/>
          <pc:sldMk cId="364127020" sldId="386"/>
        </pc:sldMkLst>
      </pc:sldChg>
    </pc:docChg>
  </pc:docChgLst>
  <pc:docChgLst>
    <pc:chgData name="Gera Weiss" userId="f0aa0173-552d-4808-9782-d425e6aaf8d9" providerId="ADAL" clId="{5FFB232B-B19B-4721-B11A-46249CA4404B}"/>
    <pc:docChg chg="undo custSel modSld">
      <pc:chgData name="Gera Weiss" userId="f0aa0173-552d-4808-9782-d425e6aaf8d9" providerId="ADAL" clId="{5FFB232B-B19B-4721-B11A-46249CA4404B}" dt="2025-09-30T14:33:38.571" v="17" actId="1076"/>
      <pc:docMkLst>
        <pc:docMk/>
      </pc:docMkLst>
      <pc:sldChg chg="addSp delSp mod">
        <pc:chgData name="Gera Weiss" userId="f0aa0173-552d-4808-9782-d425e6aaf8d9" providerId="ADAL" clId="{5FFB232B-B19B-4721-B11A-46249CA4404B}" dt="2025-09-30T14:15:03.172" v="10" actId="9405"/>
        <pc:sldMkLst>
          <pc:docMk/>
          <pc:sldMk cId="0" sldId="268"/>
        </pc:sldMkLst>
        <pc:inkChg chg="add del">
          <ac:chgData name="Gera Weiss" userId="f0aa0173-552d-4808-9782-d425e6aaf8d9" providerId="ADAL" clId="{5FFB232B-B19B-4721-B11A-46249CA4404B}" dt="2025-09-30T14:14:35.797" v="7" actId="9405"/>
          <ac:inkMkLst>
            <pc:docMk/>
            <pc:sldMk cId="0" sldId="268"/>
            <ac:inkMk id="5" creationId="{2D7B0456-B142-B3FE-3464-2FF668241766}"/>
          </ac:inkMkLst>
        </pc:inkChg>
        <pc:inkChg chg="add">
          <ac:chgData name="Gera Weiss" userId="f0aa0173-552d-4808-9782-d425e6aaf8d9" providerId="ADAL" clId="{5FFB232B-B19B-4721-B11A-46249CA4404B}" dt="2025-09-30T14:14:51.723" v="8" actId="9405"/>
          <ac:inkMkLst>
            <pc:docMk/>
            <pc:sldMk cId="0" sldId="268"/>
            <ac:inkMk id="6" creationId="{0D1D0497-6638-7A99-1E48-B00FCCE71831}"/>
          </ac:inkMkLst>
        </pc:inkChg>
        <pc:inkChg chg="add del">
          <ac:chgData name="Gera Weiss" userId="f0aa0173-552d-4808-9782-d425e6aaf8d9" providerId="ADAL" clId="{5FFB232B-B19B-4721-B11A-46249CA4404B}" dt="2025-09-30T14:15:03.172" v="10" actId="9405"/>
          <ac:inkMkLst>
            <pc:docMk/>
            <pc:sldMk cId="0" sldId="268"/>
            <ac:inkMk id="7" creationId="{0E1C1B66-2CA7-0BBE-C39A-55937EF0203F}"/>
          </ac:inkMkLst>
        </pc:inkChg>
      </pc:sldChg>
      <pc:sldChg chg="addSp delSp mod">
        <pc:chgData name="Gera Weiss" userId="f0aa0173-552d-4808-9782-d425e6aaf8d9" providerId="ADAL" clId="{5FFB232B-B19B-4721-B11A-46249CA4404B}" dt="2025-09-30T14:13:14.423" v="5" actId="478"/>
        <pc:sldMkLst>
          <pc:docMk/>
          <pc:sldMk cId="2231902486" sldId="356"/>
        </pc:sldMkLst>
        <pc:inkChg chg="add del">
          <ac:chgData name="Gera Weiss" userId="f0aa0173-552d-4808-9782-d425e6aaf8d9" providerId="ADAL" clId="{5FFB232B-B19B-4721-B11A-46249CA4404B}" dt="2025-09-30T14:13:12.767" v="4" actId="478"/>
          <ac:inkMkLst>
            <pc:docMk/>
            <pc:sldMk cId="2231902486" sldId="356"/>
            <ac:inkMk id="7" creationId="{026D1E53-73BC-80D8-E97C-79F8570507DD}"/>
          </ac:inkMkLst>
        </pc:inkChg>
        <pc:inkChg chg="add">
          <ac:chgData name="Gera Weiss" userId="f0aa0173-552d-4808-9782-d425e6aaf8d9" providerId="ADAL" clId="{5FFB232B-B19B-4721-B11A-46249CA4404B}" dt="2025-09-30T14:12:54.330" v="1" actId="9405"/>
          <ac:inkMkLst>
            <pc:docMk/>
            <pc:sldMk cId="2231902486" sldId="356"/>
            <ac:inkMk id="9" creationId="{4E31E9F3-A497-7371-FB1A-F91F81A8AC74}"/>
          </ac:inkMkLst>
        </pc:inkChg>
        <pc:inkChg chg="add">
          <ac:chgData name="Gera Weiss" userId="f0aa0173-552d-4808-9782-d425e6aaf8d9" providerId="ADAL" clId="{5FFB232B-B19B-4721-B11A-46249CA4404B}" dt="2025-09-30T14:12:57.598" v="2" actId="9405"/>
          <ac:inkMkLst>
            <pc:docMk/>
            <pc:sldMk cId="2231902486" sldId="356"/>
            <ac:inkMk id="10" creationId="{3A557957-59A8-ABD4-E591-766CE8304612}"/>
          </ac:inkMkLst>
        </pc:inkChg>
        <pc:inkChg chg="add del">
          <ac:chgData name="Gera Weiss" userId="f0aa0173-552d-4808-9782-d425e6aaf8d9" providerId="ADAL" clId="{5FFB232B-B19B-4721-B11A-46249CA4404B}" dt="2025-09-30T14:13:14.423" v="5" actId="478"/>
          <ac:inkMkLst>
            <pc:docMk/>
            <pc:sldMk cId="2231902486" sldId="356"/>
            <ac:inkMk id="11" creationId="{45E7C0E7-3FC6-3D3F-B8DE-450F843DC931}"/>
          </ac:inkMkLst>
        </pc:inkChg>
      </pc:sldChg>
      <pc:sldChg chg="modSp mod">
        <pc:chgData name="Gera Weiss" userId="f0aa0173-552d-4808-9782-d425e6aaf8d9" providerId="ADAL" clId="{5FFB232B-B19B-4721-B11A-46249CA4404B}" dt="2025-09-30T14:28:16.676" v="16" actId="1076"/>
        <pc:sldMkLst>
          <pc:docMk/>
          <pc:sldMk cId="245336751" sldId="375"/>
        </pc:sldMkLst>
        <pc:spChg chg="mod">
          <ac:chgData name="Gera Weiss" userId="f0aa0173-552d-4808-9782-d425e6aaf8d9" providerId="ADAL" clId="{5FFB232B-B19B-4721-B11A-46249CA4404B}" dt="2025-09-30T14:28:16.676" v="16" actId="1076"/>
          <ac:spMkLst>
            <pc:docMk/>
            <pc:sldMk cId="245336751" sldId="375"/>
            <ac:spMk id="18" creationId="{00000000-0000-0000-0000-000000000000}"/>
          </ac:spMkLst>
        </pc:spChg>
      </pc:sldChg>
      <pc:sldChg chg="modSp mod">
        <pc:chgData name="Gera Weiss" userId="f0aa0173-552d-4808-9782-d425e6aaf8d9" providerId="ADAL" clId="{5FFB232B-B19B-4721-B11A-46249CA4404B}" dt="2025-09-30T14:33:38.571" v="17" actId="1076"/>
        <pc:sldMkLst>
          <pc:docMk/>
          <pc:sldMk cId="843577643" sldId="377"/>
        </pc:sldMkLst>
        <pc:picChg chg="mod">
          <ac:chgData name="Gera Weiss" userId="f0aa0173-552d-4808-9782-d425e6aaf8d9" providerId="ADAL" clId="{5FFB232B-B19B-4721-B11A-46249CA4404B}" dt="2025-09-30T14:33:38.571" v="17" actId="1076"/>
          <ac:picMkLst>
            <pc:docMk/>
            <pc:sldMk cId="843577643" sldId="377"/>
            <ac:picMk id="4" creationId="{00000000-0000-0000-0000-000000000000}"/>
          </ac:picMkLst>
        </pc:picChg>
      </pc:sldChg>
      <pc:sldChg chg="addSp delSp mod">
        <pc:chgData name="Gera Weiss" userId="f0aa0173-552d-4808-9782-d425e6aaf8d9" providerId="ADAL" clId="{5FFB232B-B19B-4721-B11A-46249CA4404B}" dt="2025-09-30T14:21:54.446" v="14" actId="478"/>
        <pc:sldMkLst>
          <pc:docMk/>
          <pc:sldMk cId="1387372228" sldId="385"/>
        </pc:sldMkLst>
        <pc:inkChg chg="add del">
          <ac:chgData name="Gera Weiss" userId="f0aa0173-552d-4808-9782-d425e6aaf8d9" providerId="ADAL" clId="{5FFB232B-B19B-4721-B11A-46249CA4404B}" dt="2025-09-30T14:21:54.446" v="14" actId="478"/>
          <ac:inkMkLst>
            <pc:docMk/>
            <pc:sldMk cId="1387372228" sldId="385"/>
            <ac:inkMk id="4" creationId="{97C57A90-8F04-CFFC-2D4E-BFDE6D2C05A2}"/>
          </ac:inkMkLst>
        </pc:inkChg>
        <pc:inkChg chg="add del">
          <ac:chgData name="Gera Weiss" userId="f0aa0173-552d-4808-9782-d425e6aaf8d9" providerId="ADAL" clId="{5FFB232B-B19B-4721-B11A-46249CA4404B}" dt="2025-09-30T14:21:18.869" v="13" actId="9405"/>
          <ac:inkMkLst>
            <pc:docMk/>
            <pc:sldMk cId="1387372228" sldId="385"/>
            <ac:inkMk id="5" creationId="{1AB88AA1-ADAF-0A30-9BFD-88E0A569F5DA}"/>
          </ac:inkMkLst>
        </pc:ink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F8195B-E738-4A7A-99AA-0C83C22A7DF2}" type="doc">
      <dgm:prSet loTypeId="urn:microsoft.com/office/officeart/2005/8/layout/process2" loCatId="process" qsTypeId="urn:microsoft.com/office/officeart/2005/8/quickstyle/simple1" qsCatId="simple" csTypeId="urn:microsoft.com/office/officeart/2005/8/colors/colorful4" csCatId="colorful" phldr="1"/>
      <dgm:spPr/>
    </dgm:pt>
    <dgm:pt modelId="{AA5C6325-34A6-4CFC-9AD0-3B76573E214F}">
      <dgm:prSet phldrT="[Text]"/>
      <dgm:spPr/>
      <dgm:t>
        <a:bodyPr/>
        <a:lstStyle/>
        <a:p>
          <a:pPr rtl="1"/>
          <a:r>
            <a:rPr lang="he-IL">
              <a:latin typeface="Gisha" panose="020B0502040204020203" pitchFamily="34" charset="-79"/>
              <a:cs typeface="Gisha" panose="020B0502040204020203" pitchFamily="34" charset="-79"/>
            </a:rPr>
            <a:t>ריצה במקביל של רכיבים בלתי תלויים</a:t>
          </a:r>
        </a:p>
        <a:p>
          <a:pPr rtl="1"/>
          <a:r>
            <a:rPr lang="he-IL">
              <a:latin typeface="Gisha" panose="020B0502040204020203" pitchFamily="34" charset="-79"/>
              <a:cs typeface="Gisha" panose="020B0502040204020203" pitchFamily="34" charset="-79"/>
            </a:rPr>
            <a:t>(בלי תקשורת בין תהליכים)</a:t>
          </a:r>
          <a:endParaRPr lang="en-US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1B7F3F58-959F-453B-BA29-4E69243A9906}" type="parTrans" cxnId="{38761575-DCCF-4099-8CAD-A7249B02EFE1}">
      <dgm:prSet/>
      <dgm:spPr/>
      <dgm:t>
        <a:bodyPr/>
        <a:lstStyle/>
        <a:p>
          <a:endParaRPr lang="en-US"/>
        </a:p>
      </dgm:t>
    </dgm:pt>
    <dgm:pt modelId="{8F08940F-6CA3-4572-A4D4-87F9B1D7E998}" type="sibTrans" cxnId="{38761575-DCCF-4099-8CAD-A7249B02EFE1}">
      <dgm:prSet/>
      <dgm:spPr/>
      <dgm:t>
        <a:bodyPr/>
        <a:lstStyle/>
        <a:p>
          <a:endParaRPr lang="en-US"/>
        </a:p>
      </dgm:t>
    </dgm:pt>
    <dgm:pt modelId="{65EAD815-6D41-4A4F-A15C-36117B51553F}">
      <dgm:prSet phldrT="[Text]"/>
      <dgm:spPr/>
      <dgm:t>
        <a:bodyPr anchor="t"/>
        <a:lstStyle/>
        <a:p>
          <a:pPr rtl="1"/>
          <a:r>
            <a:rPr lang="he-IL">
              <a:latin typeface="Gisha" panose="020B0502040204020203" pitchFamily="34" charset="-79"/>
              <a:cs typeface="Gisha" panose="020B0502040204020203" pitchFamily="34" charset="-79"/>
            </a:rPr>
            <a:t>תקשורת סינכרונית</a:t>
          </a:r>
          <a:endParaRPr lang="en-US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8BD0C613-61C3-45B7-90A3-1051CE7CBA1B}" type="parTrans" cxnId="{C3127E3B-C9AE-449F-A5D6-85D8B75EC7BF}">
      <dgm:prSet/>
      <dgm:spPr/>
      <dgm:t>
        <a:bodyPr/>
        <a:lstStyle/>
        <a:p>
          <a:endParaRPr lang="en-US"/>
        </a:p>
      </dgm:t>
    </dgm:pt>
    <dgm:pt modelId="{3AEC2A6F-AC42-4626-B8D5-BDCD3E919A05}" type="sibTrans" cxnId="{C3127E3B-C9AE-449F-A5D6-85D8B75EC7BF}">
      <dgm:prSet/>
      <dgm:spPr/>
      <dgm:t>
        <a:bodyPr/>
        <a:lstStyle/>
        <a:p>
          <a:endParaRPr lang="en-US"/>
        </a:p>
      </dgm:t>
    </dgm:pt>
    <dgm:pt modelId="{5E6AE96C-1EAD-4406-AB69-C88F4F06D0C0}">
      <dgm:prSet phldrT="[Text]"/>
      <dgm:spPr/>
      <dgm:t>
        <a:bodyPr anchor="t"/>
        <a:lstStyle/>
        <a:p>
          <a:pPr rtl="1"/>
          <a:r>
            <a:rPr lang="he-IL">
              <a:latin typeface="Gisha" panose="020B0502040204020203" pitchFamily="34" charset="-79"/>
              <a:cs typeface="Gisha" panose="020B0502040204020203" pitchFamily="34" charset="-79"/>
            </a:rPr>
            <a:t>תקשורת </a:t>
          </a:r>
          <a:r>
            <a:rPr lang="he-IL" err="1">
              <a:latin typeface="Gisha" panose="020B0502040204020203" pitchFamily="34" charset="-79"/>
              <a:cs typeface="Gisha" panose="020B0502040204020203" pitchFamily="34" charset="-79"/>
            </a:rPr>
            <a:t>אסינכרונית</a:t>
          </a:r>
          <a:endParaRPr lang="en-US">
            <a:latin typeface="Gisha" panose="020B0502040204020203" pitchFamily="34" charset="-79"/>
            <a:cs typeface="Gisha" panose="020B0502040204020203" pitchFamily="34" charset="-79"/>
          </a:endParaRPr>
        </a:p>
      </dgm:t>
    </dgm:pt>
    <dgm:pt modelId="{363F6D4F-5031-4E93-AA18-73F04AD0E804}" type="parTrans" cxnId="{46D96892-91A9-4F61-9071-8558A185770F}">
      <dgm:prSet/>
      <dgm:spPr/>
      <dgm:t>
        <a:bodyPr/>
        <a:lstStyle/>
        <a:p>
          <a:endParaRPr lang="en-US"/>
        </a:p>
      </dgm:t>
    </dgm:pt>
    <dgm:pt modelId="{19416D42-F3DE-46B9-B251-9F05A874D0F7}" type="sibTrans" cxnId="{46D96892-91A9-4F61-9071-8558A185770F}">
      <dgm:prSet/>
      <dgm:spPr/>
      <dgm:t>
        <a:bodyPr/>
        <a:lstStyle/>
        <a:p>
          <a:endParaRPr lang="en-US"/>
        </a:p>
      </dgm:t>
    </dgm:pt>
    <dgm:pt modelId="{A34ABC57-29ED-41D4-8FF4-C29EC2ED609E}" type="pres">
      <dgm:prSet presAssocID="{62F8195B-E738-4A7A-99AA-0C83C22A7DF2}" presName="linearFlow" presStyleCnt="0">
        <dgm:presLayoutVars>
          <dgm:resizeHandles val="exact"/>
        </dgm:presLayoutVars>
      </dgm:prSet>
      <dgm:spPr/>
    </dgm:pt>
    <dgm:pt modelId="{6EDF5A3F-15F0-4EB9-B3A0-5EB974F35DA7}" type="pres">
      <dgm:prSet presAssocID="{AA5C6325-34A6-4CFC-9AD0-3B76573E214F}" presName="node" presStyleLbl="node1" presStyleIdx="0" presStyleCnt="3" custScaleX="275000" custLinFactNeighborX="1136" custLinFactNeighborY="-48485">
        <dgm:presLayoutVars>
          <dgm:bulletEnabled val="1"/>
        </dgm:presLayoutVars>
      </dgm:prSet>
      <dgm:spPr/>
    </dgm:pt>
    <dgm:pt modelId="{5AD33E7B-1AF9-45A0-9ED2-58E1CDB42BC2}" type="pres">
      <dgm:prSet presAssocID="{8F08940F-6CA3-4572-A4D4-87F9B1D7E998}" presName="sibTrans" presStyleLbl="sibTrans2D1" presStyleIdx="0" presStyleCnt="2"/>
      <dgm:spPr/>
    </dgm:pt>
    <dgm:pt modelId="{34F44968-A1FD-4FAD-94E8-51464E55C8E5}" type="pres">
      <dgm:prSet presAssocID="{8F08940F-6CA3-4572-A4D4-87F9B1D7E998}" presName="connectorText" presStyleLbl="sibTrans2D1" presStyleIdx="0" presStyleCnt="2"/>
      <dgm:spPr/>
    </dgm:pt>
    <dgm:pt modelId="{C3CF0271-C7A6-42E8-90B6-1C94BE929795}" type="pres">
      <dgm:prSet presAssocID="{65EAD815-6D41-4A4F-A15C-36117B51553F}" presName="node" presStyleLbl="node1" presStyleIdx="1" presStyleCnt="3" custScaleX="275000" custScaleY="139061">
        <dgm:presLayoutVars>
          <dgm:bulletEnabled val="1"/>
        </dgm:presLayoutVars>
      </dgm:prSet>
      <dgm:spPr/>
    </dgm:pt>
    <dgm:pt modelId="{D157AF44-77A9-4369-9FFA-2A3EB3228636}" type="pres">
      <dgm:prSet presAssocID="{3AEC2A6F-AC42-4626-B8D5-BDCD3E919A05}" presName="sibTrans" presStyleLbl="sibTrans2D1" presStyleIdx="1" presStyleCnt="2"/>
      <dgm:spPr/>
    </dgm:pt>
    <dgm:pt modelId="{E7666EAC-12FE-49A9-AE6C-549B6F6ED9B8}" type="pres">
      <dgm:prSet presAssocID="{3AEC2A6F-AC42-4626-B8D5-BDCD3E919A05}" presName="connectorText" presStyleLbl="sibTrans2D1" presStyleIdx="1" presStyleCnt="2"/>
      <dgm:spPr/>
    </dgm:pt>
    <dgm:pt modelId="{CCB41DE0-54F4-48B0-A71D-A0ADEF119EEF}" type="pres">
      <dgm:prSet presAssocID="{5E6AE96C-1EAD-4406-AB69-C88F4F06D0C0}" presName="node" presStyleLbl="node1" presStyleIdx="2" presStyleCnt="3" custScaleX="275000" custScaleY="135201">
        <dgm:presLayoutVars>
          <dgm:bulletEnabled val="1"/>
        </dgm:presLayoutVars>
      </dgm:prSet>
      <dgm:spPr/>
    </dgm:pt>
  </dgm:ptLst>
  <dgm:cxnLst>
    <dgm:cxn modelId="{67235D04-F6A8-4358-943E-A3D84E031F5B}" type="presOf" srcId="{3AEC2A6F-AC42-4626-B8D5-BDCD3E919A05}" destId="{E7666EAC-12FE-49A9-AE6C-549B6F6ED9B8}" srcOrd="1" destOrd="0" presId="urn:microsoft.com/office/officeart/2005/8/layout/process2"/>
    <dgm:cxn modelId="{D7DF7620-5403-4D98-9FC4-579E9168AB26}" type="presOf" srcId="{8F08940F-6CA3-4572-A4D4-87F9B1D7E998}" destId="{5AD33E7B-1AF9-45A0-9ED2-58E1CDB42BC2}" srcOrd="0" destOrd="0" presId="urn:microsoft.com/office/officeart/2005/8/layout/process2"/>
    <dgm:cxn modelId="{7D1A303A-7CE0-4715-A94B-5BCE0B21BC29}" type="presOf" srcId="{62F8195B-E738-4A7A-99AA-0C83C22A7DF2}" destId="{A34ABC57-29ED-41D4-8FF4-C29EC2ED609E}" srcOrd="0" destOrd="0" presId="urn:microsoft.com/office/officeart/2005/8/layout/process2"/>
    <dgm:cxn modelId="{C3127E3B-C9AE-449F-A5D6-85D8B75EC7BF}" srcId="{62F8195B-E738-4A7A-99AA-0C83C22A7DF2}" destId="{65EAD815-6D41-4A4F-A15C-36117B51553F}" srcOrd="1" destOrd="0" parTransId="{8BD0C613-61C3-45B7-90A3-1051CE7CBA1B}" sibTransId="{3AEC2A6F-AC42-4626-B8D5-BDCD3E919A05}"/>
    <dgm:cxn modelId="{38761575-DCCF-4099-8CAD-A7249B02EFE1}" srcId="{62F8195B-E738-4A7A-99AA-0C83C22A7DF2}" destId="{AA5C6325-34A6-4CFC-9AD0-3B76573E214F}" srcOrd="0" destOrd="0" parTransId="{1B7F3F58-959F-453B-BA29-4E69243A9906}" sibTransId="{8F08940F-6CA3-4572-A4D4-87F9B1D7E998}"/>
    <dgm:cxn modelId="{D64FB888-2F68-401C-A3B5-49850C46A1E7}" type="presOf" srcId="{8F08940F-6CA3-4572-A4D4-87F9B1D7E998}" destId="{34F44968-A1FD-4FAD-94E8-51464E55C8E5}" srcOrd="1" destOrd="0" presId="urn:microsoft.com/office/officeart/2005/8/layout/process2"/>
    <dgm:cxn modelId="{46D96892-91A9-4F61-9071-8558A185770F}" srcId="{62F8195B-E738-4A7A-99AA-0C83C22A7DF2}" destId="{5E6AE96C-1EAD-4406-AB69-C88F4F06D0C0}" srcOrd="2" destOrd="0" parTransId="{363F6D4F-5031-4E93-AA18-73F04AD0E804}" sibTransId="{19416D42-F3DE-46B9-B251-9F05A874D0F7}"/>
    <dgm:cxn modelId="{11B748BC-F33F-4577-AE62-796E0F8C8637}" type="presOf" srcId="{AA5C6325-34A6-4CFC-9AD0-3B76573E214F}" destId="{6EDF5A3F-15F0-4EB9-B3A0-5EB974F35DA7}" srcOrd="0" destOrd="0" presId="urn:microsoft.com/office/officeart/2005/8/layout/process2"/>
    <dgm:cxn modelId="{D56410E7-47E4-450A-8FB6-D859EAFC7487}" type="presOf" srcId="{3AEC2A6F-AC42-4626-B8D5-BDCD3E919A05}" destId="{D157AF44-77A9-4369-9FFA-2A3EB3228636}" srcOrd="0" destOrd="0" presId="urn:microsoft.com/office/officeart/2005/8/layout/process2"/>
    <dgm:cxn modelId="{DC701DEC-9A38-469B-922B-C1D5E941A5C2}" type="presOf" srcId="{65EAD815-6D41-4A4F-A15C-36117B51553F}" destId="{C3CF0271-C7A6-42E8-90B6-1C94BE929795}" srcOrd="0" destOrd="0" presId="urn:microsoft.com/office/officeart/2005/8/layout/process2"/>
    <dgm:cxn modelId="{B80233FA-3A00-4F4D-A032-B452E57CF005}" type="presOf" srcId="{5E6AE96C-1EAD-4406-AB69-C88F4F06D0C0}" destId="{CCB41DE0-54F4-48B0-A71D-A0ADEF119EEF}" srcOrd="0" destOrd="0" presId="urn:microsoft.com/office/officeart/2005/8/layout/process2"/>
    <dgm:cxn modelId="{B6CC0E4D-56C1-47AE-B089-50073D88C7C8}" type="presParOf" srcId="{A34ABC57-29ED-41D4-8FF4-C29EC2ED609E}" destId="{6EDF5A3F-15F0-4EB9-B3A0-5EB974F35DA7}" srcOrd="0" destOrd="0" presId="urn:microsoft.com/office/officeart/2005/8/layout/process2"/>
    <dgm:cxn modelId="{CA726BCD-1BC8-42BC-8AC3-BBDB7ADA8AC1}" type="presParOf" srcId="{A34ABC57-29ED-41D4-8FF4-C29EC2ED609E}" destId="{5AD33E7B-1AF9-45A0-9ED2-58E1CDB42BC2}" srcOrd="1" destOrd="0" presId="urn:microsoft.com/office/officeart/2005/8/layout/process2"/>
    <dgm:cxn modelId="{BFE440ED-F6C2-4FEE-98C4-DF579DFF48A7}" type="presParOf" srcId="{5AD33E7B-1AF9-45A0-9ED2-58E1CDB42BC2}" destId="{34F44968-A1FD-4FAD-94E8-51464E55C8E5}" srcOrd="0" destOrd="0" presId="urn:microsoft.com/office/officeart/2005/8/layout/process2"/>
    <dgm:cxn modelId="{4C976064-0C73-4941-8FBE-A2A5E96C1831}" type="presParOf" srcId="{A34ABC57-29ED-41D4-8FF4-C29EC2ED609E}" destId="{C3CF0271-C7A6-42E8-90B6-1C94BE929795}" srcOrd="2" destOrd="0" presId="urn:microsoft.com/office/officeart/2005/8/layout/process2"/>
    <dgm:cxn modelId="{79F42D20-A835-48C2-BEEE-AD0EF997F6A3}" type="presParOf" srcId="{A34ABC57-29ED-41D4-8FF4-C29EC2ED609E}" destId="{D157AF44-77A9-4369-9FFA-2A3EB3228636}" srcOrd="3" destOrd="0" presId="urn:microsoft.com/office/officeart/2005/8/layout/process2"/>
    <dgm:cxn modelId="{E49EA274-08F5-41A9-B4D3-949D452E09AA}" type="presParOf" srcId="{D157AF44-77A9-4369-9FFA-2A3EB3228636}" destId="{E7666EAC-12FE-49A9-AE6C-549B6F6ED9B8}" srcOrd="0" destOrd="0" presId="urn:microsoft.com/office/officeart/2005/8/layout/process2"/>
    <dgm:cxn modelId="{E92CE37B-E936-4FDB-808F-4A01AA9E212B}" type="presParOf" srcId="{A34ABC57-29ED-41D4-8FF4-C29EC2ED609E}" destId="{CCB41DE0-54F4-48B0-A71D-A0ADEF119EEF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DF5A3F-15F0-4EB9-B3A0-5EB974F35DA7}">
      <dsp:nvSpPr>
        <dsp:cNvPr id="0" name=""/>
        <dsp:cNvSpPr/>
      </dsp:nvSpPr>
      <dsp:spPr>
        <a:xfrm>
          <a:off x="561409" y="0"/>
          <a:ext cx="5245114" cy="105961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kern="1200">
              <a:latin typeface="Gisha" panose="020B0502040204020203" pitchFamily="34" charset="-79"/>
              <a:cs typeface="Gisha" panose="020B0502040204020203" pitchFamily="34" charset="-79"/>
            </a:rPr>
            <a:t>ריצה במקביל של רכיבים בלתי תלויים</a:t>
          </a:r>
        </a:p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kern="1200">
              <a:latin typeface="Gisha" panose="020B0502040204020203" pitchFamily="34" charset="-79"/>
              <a:cs typeface="Gisha" panose="020B0502040204020203" pitchFamily="34" charset="-79"/>
            </a:rPr>
            <a:t>(בלי תקשורת בין תהליכים)</a:t>
          </a:r>
          <a:endParaRPr lang="en-US" sz="24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592444" y="31035"/>
        <a:ext cx="5183044" cy="997549"/>
      </dsp:txXfrm>
    </dsp:sp>
    <dsp:sp modelId="{5AD33E7B-1AF9-45A0-9ED2-58E1CDB42BC2}">
      <dsp:nvSpPr>
        <dsp:cNvPr id="0" name=""/>
        <dsp:cNvSpPr/>
      </dsp:nvSpPr>
      <dsp:spPr>
        <a:xfrm rot="5441418">
          <a:off x="2974969" y="1087066"/>
          <a:ext cx="398822" cy="4768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-5400000">
        <a:off x="3032053" y="1126073"/>
        <a:ext cx="286096" cy="279175"/>
      </dsp:txXfrm>
    </dsp:sp>
    <dsp:sp modelId="{C3CF0271-C7A6-42E8-90B6-1C94BE929795}">
      <dsp:nvSpPr>
        <dsp:cNvPr id="0" name=""/>
        <dsp:cNvSpPr/>
      </dsp:nvSpPr>
      <dsp:spPr>
        <a:xfrm>
          <a:off x="539742" y="1591343"/>
          <a:ext cx="5245114" cy="1473516"/>
        </a:xfrm>
        <a:prstGeom prst="roundRect">
          <a:avLst>
            <a:gd name="adj" fmla="val 10000"/>
          </a:avLst>
        </a:prstGeom>
        <a:solidFill>
          <a:schemeClr val="accent4">
            <a:hueOff val="10211516"/>
            <a:satOff val="-11993"/>
            <a:lumOff val="4608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kern="1200">
              <a:latin typeface="Gisha" panose="020B0502040204020203" pitchFamily="34" charset="-79"/>
              <a:cs typeface="Gisha" panose="020B0502040204020203" pitchFamily="34" charset="-79"/>
            </a:rPr>
            <a:t>תקשורת סינכרונית</a:t>
          </a:r>
          <a:endParaRPr lang="en-US" sz="24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582900" y="1634501"/>
        <a:ext cx="5158798" cy="1387200"/>
      </dsp:txXfrm>
    </dsp:sp>
    <dsp:sp modelId="{D157AF44-77A9-4369-9FFA-2A3EB3228636}">
      <dsp:nvSpPr>
        <dsp:cNvPr id="0" name=""/>
        <dsp:cNvSpPr/>
      </dsp:nvSpPr>
      <dsp:spPr>
        <a:xfrm rot="5400000">
          <a:off x="2963621" y="3091350"/>
          <a:ext cx="397357" cy="4768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20423033"/>
            <a:satOff val="-23986"/>
            <a:lumOff val="921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-5400000">
        <a:off x="3019252" y="3131086"/>
        <a:ext cx="286096" cy="278150"/>
      </dsp:txXfrm>
    </dsp:sp>
    <dsp:sp modelId="{CCB41DE0-54F4-48B0-A71D-A0ADEF119EEF}">
      <dsp:nvSpPr>
        <dsp:cNvPr id="0" name=""/>
        <dsp:cNvSpPr/>
      </dsp:nvSpPr>
      <dsp:spPr>
        <a:xfrm>
          <a:off x="539742" y="3594669"/>
          <a:ext cx="5245114" cy="1432615"/>
        </a:xfrm>
        <a:prstGeom prst="roundRect">
          <a:avLst>
            <a:gd name="adj" fmla="val 10000"/>
          </a:avLst>
        </a:prstGeom>
        <a:solidFill>
          <a:schemeClr val="accent4">
            <a:hueOff val="20423033"/>
            <a:satOff val="-23986"/>
            <a:lumOff val="9216"/>
            <a:alphaOff val="0"/>
          </a:schemeClr>
        </a:solidFill>
        <a:ln w="425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kern="1200">
              <a:latin typeface="Gisha" panose="020B0502040204020203" pitchFamily="34" charset="-79"/>
              <a:cs typeface="Gisha" panose="020B0502040204020203" pitchFamily="34" charset="-79"/>
            </a:rPr>
            <a:t>תקשורת </a:t>
          </a:r>
          <a:r>
            <a:rPr lang="he-IL" sz="2400" kern="1200" err="1">
              <a:latin typeface="Gisha" panose="020B0502040204020203" pitchFamily="34" charset="-79"/>
              <a:cs typeface="Gisha" panose="020B0502040204020203" pitchFamily="34" charset="-79"/>
            </a:rPr>
            <a:t>אסינכרונית</a:t>
          </a:r>
          <a:endParaRPr lang="en-US" sz="2400" kern="1200">
            <a:latin typeface="Gisha" panose="020B0502040204020203" pitchFamily="34" charset="-79"/>
            <a:cs typeface="Gisha" panose="020B0502040204020203" pitchFamily="34" charset="-79"/>
          </a:endParaRPr>
        </a:p>
      </dsp:txBody>
      <dsp:txXfrm>
        <a:off x="581702" y="3636629"/>
        <a:ext cx="5161194" cy="13486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73550C-7D8F-4465-AAA9-ABA574578001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5A2E6B-FE26-41E0-B7E2-5396F7BA57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034561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14:12:54.329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0 25 1200,'0'0'3973,"18"-24"11241,354 24-13056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14:12:57.597"/>
    </inkml:context>
    <inkml:brush xml:id="br0">
      <inkml:brushProperty name="width" value="0.05" units="cm"/>
      <inkml:brushProperty name="height" value="0.05" units="cm"/>
      <inkml:brushProperty name="color" value="#33CCFF"/>
    </inkml:brush>
  </inkml:definitions>
  <inkml:trace contextRef="#ctx0" brushRef="#br0">22 10 5737,'0'0'14435,"-21"-6"-7836,22 6-7170,6-3-724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30T14:14:51.722"/>
    </inkml:context>
    <inkml:brush xml:id="br0">
      <inkml:brushProperty name="width" value="0.05" units="cm"/>
      <inkml:brushProperty name="height" value="0.05" units="cm"/>
      <inkml:brushProperty name="color" value="#004F8B"/>
    </inkml:brush>
  </inkml:definitions>
  <inkml:trace contextRef="#ctx0" brushRef="#br0">1 1 1464,'0'0'1897,"168"119"-2345,-147-100-2465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46B1D-4663-49B6-B326-245D7D5A3682}" type="datetimeFigureOut">
              <a:rPr lang="en-US" smtClean="0"/>
              <a:pPr/>
              <a:t>9/30/2025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1F6944-2FF9-4248-8A94-1C46CD394F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985433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B1F6944-2FF9-4248-8A94-1C46CD394F92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A9DA2231-246C-45F8-8549-8FFE33D4FEF5}" type="datetime1">
              <a:rPr lang="en-US" smtClean="0"/>
              <a:t>9/30/2025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934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989392" y="-499216"/>
            <a:ext cx="2476500" cy="476250"/>
          </a:xfrm>
        </p:spPr>
        <p:txBody>
          <a:bodyPr/>
          <a:lstStyle>
            <a:lvl1pPr algn="ctr">
              <a:defRPr sz="1100"/>
            </a:lvl1pPr>
          </a:lstStyle>
          <a:p>
            <a:r>
              <a:rPr lang="he-IL"/>
              <a:t>עדכון אחרון </a:t>
            </a:r>
            <a:fld id="{A9B345D6-63C4-40F4-8432-DD464149B004}" type="datetime12">
              <a:rPr lang="he-IL" smtClean="0"/>
              <a:t>30/09/2025 17:02</a:t>
            </a:fld>
            <a:endParaRPr lang="he-IL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43200" y="5791200"/>
            <a:ext cx="39624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>
            <a:lvl1pPr algn="r" rtl="1">
              <a:defRPr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 algn="r" rtl="1">
              <a:defRPr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 algn="r" rtl="1">
              <a:defRPr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 algn="r" rtl="1">
              <a:defRPr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 algn="r" rtl="1">
              <a:defRPr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fld id="{8A55BEA7-EC5E-431F-9E4F-702D995FD846}" type="datetime12">
              <a:rPr lang="he-IL" smtClean="0"/>
              <a:pPr/>
              <a:t>30/09/2025 17:02</a:t>
            </a:fld>
            <a:endParaRPr lang="he-IL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endParaRPr lang="he-IL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9" name="Slide Number Placeholder 39"/>
          <p:cNvSpPr txBox="1">
            <a:spLocks/>
          </p:cNvSpPr>
          <p:nvPr userDrawn="1"/>
        </p:nvSpPr>
        <p:spPr>
          <a:xfrm>
            <a:off x="152400" y="2286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defPPr>
              <a:defRPr lang="he-IL"/>
            </a:defPPr>
            <a:lvl1pPr marL="0" algn="ctr" defTabSz="914400" rtl="1" eaLnBrk="1" latinLnBrk="0" hangingPunct="1"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4DFD57E-DDEE-49D6-BB2C-42224E426C32}" type="slidenum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t>‹#›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2" name="Picture 2" descr="סרט מודעות צהוב – ויקיפדיה">
            <a:extLst>
              <a:ext uri="{FF2B5EF4-FFF2-40B4-BE49-F238E27FC236}">
                <a16:creationId xmlns:a16="http://schemas.microsoft.com/office/drawing/2014/main" id="{AF665949-F7E5-24C6-910C-987D0FC8F68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8700" y="14654"/>
            <a:ext cx="493766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fld id="{D6DFACD5-BF53-4E4E-85CF-54C38DAEAE98}" type="datetime12">
              <a:rPr lang="he-IL" smtClean="0"/>
              <a:pPr/>
              <a:t>30/09/2025 17:02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endParaRPr lang="he-IL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>
            <a:lvl1pPr>
              <a:defRPr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fld id="{12EA2490-978C-4E29-B18A-3A1DCD216A31}" type="datetime12">
              <a:rPr lang="he-IL" smtClean="0"/>
              <a:pPr/>
              <a:t>30/09/2025 17:02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>
            <a:lvl1pPr>
              <a:defRPr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>
              <a:defRPr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>
              <a:defRPr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>
              <a:defRPr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>
              <a:defRPr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>
            <a:lvl1pPr>
              <a:defRPr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>
              <a:defRPr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>
              <a:defRPr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>
              <a:defRPr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>
              <a:defRPr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pic>
        <p:nvPicPr>
          <p:cNvPr id="9218" name="Picture 2" descr="http://bgu.ac.il/NR/rdonlyres/4E908188-6AC7-4C07-9237-368D40E2EEFB/41075/BGUsig1H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65950" y="-136525"/>
            <a:ext cx="2406650" cy="120332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Gisha" panose="020B0502040204020203" pitchFamily="34" charset="-79"/>
                <a:ea typeface="+mj-ea"/>
                <a:cs typeface="Gisha" panose="020B0502040204020203" pitchFamily="34" charset="-79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Gisha" panose="020B0502040204020203" pitchFamily="34" charset="-79"/>
                <a:ea typeface="+mj-ea"/>
                <a:cs typeface="Gisha" panose="020B0502040204020203" pitchFamily="34" charset="-79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fld id="{7D809E69-E781-4C85-B0E3-D58BE49C0385}" type="datetime12">
              <a:rPr lang="he-IL" smtClean="0"/>
              <a:pPr/>
              <a:t>30/09/2025 17:02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>
            <a:lvl1pPr>
              <a:defRPr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>
              <a:defRPr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>
              <a:defRPr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>
              <a:defRPr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>
              <a:defRPr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>
            <a:lvl1pPr>
              <a:defRPr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>
              <a:defRPr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>
              <a:defRPr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>
              <a:defRPr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>
              <a:defRPr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FFDA3-0F03-4F56-AB04-D4E348222267}" type="datetime12">
              <a:rPr lang="he-IL" smtClean="0"/>
              <a:t>30/09/2025 17:02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DD854-E7F9-47A3-9E37-FBFCCCDC2ADB}" type="datetime12">
              <a:rPr lang="he-IL" smtClean="0"/>
              <a:t>30/09/2025 17:02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24B31-57C2-4CBC-84EC-2C883108AF49}" type="datetime12">
              <a:rPr lang="he-IL" smtClean="0"/>
              <a:t>30/09/2025 17:02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2249EE-A0C9-419C-B427-532E34430D5B}" type="datetime12">
              <a:rPr lang="he-IL" smtClean="0"/>
              <a:t>30/09/2025 17:02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F15DF-E9A8-4CB0-8E4A-1CD0E11512F5}" type="datetime12">
              <a:rPr lang="he-IL" smtClean="0"/>
              <a:t>30/09/2025 17:02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CBAA-2018-4DF6-A194-02E82A28D854}" type="datetime12">
              <a:rPr lang="he-IL" smtClean="0"/>
              <a:t>30/09/2025 17:02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8A55BEA7-EC5E-431F-9E4F-702D995FD846}" type="datetime12">
              <a:rPr lang="he-IL" smtClean="0"/>
              <a:t>30/09/2025 17:02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he-IL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021A1DA9-A2DD-4375-8887-E40ACC834D3F}" type="slidenum">
              <a:rPr lang="he-IL" smtClean="0"/>
              <a:pPr/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6.gif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gif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7.gif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2.png"/><Relationship Id="rId18" Type="http://schemas.openxmlformats.org/officeDocument/2006/relationships/image" Target="../media/image25.png"/><Relationship Id="rId3" Type="http://schemas.openxmlformats.org/officeDocument/2006/relationships/image" Target="../media/image34.png"/><Relationship Id="rId21" Type="http://schemas.openxmlformats.org/officeDocument/2006/relationships/image" Target="../media/image45.png"/><Relationship Id="rId7" Type="http://schemas.openxmlformats.org/officeDocument/2006/relationships/image" Target="../media/image37.png"/><Relationship Id="rId12" Type="http://schemas.openxmlformats.org/officeDocument/2006/relationships/image" Target="../media/image27.png"/><Relationship Id="rId17" Type="http://schemas.openxmlformats.org/officeDocument/2006/relationships/image" Target="../media/image44.png"/><Relationship Id="rId2" Type="http://schemas.openxmlformats.org/officeDocument/2006/relationships/image" Target="../media/image33.png"/><Relationship Id="rId16" Type="http://schemas.openxmlformats.org/officeDocument/2006/relationships/image" Target="../media/image23.png"/><Relationship Id="rId20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41.png"/><Relationship Id="rId5" Type="http://schemas.openxmlformats.org/officeDocument/2006/relationships/image" Target="../media/image36.png"/><Relationship Id="rId15" Type="http://schemas.openxmlformats.org/officeDocument/2006/relationships/image" Target="../media/image43.png"/><Relationship Id="rId10" Type="http://schemas.openxmlformats.org/officeDocument/2006/relationships/image" Target="../media/image40.png"/><Relationship Id="rId19" Type="http://schemas.openxmlformats.org/officeDocument/2006/relationships/image" Target="../media/image26.png"/><Relationship Id="rId4" Type="http://schemas.openxmlformats.org/officeDocument/2006/relationships/image" Target="../media/image35.png"/><Relationship Id="rId9" Type="http://schemas.openxmlformats.org/officeDocument/2006/relationships/image" Target="../media/image39.png"/><Relationship Id="rId14" Type="http://schemas.openxmlformats.org/officeDocument/2006/relationships/image" Target="../media/image21.png"/><Relationship Id="rId22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48.png"/><Relationship Id="rId7" Type="http://schemas.openxmlformats.org/officeDocument/2006/relationships/image" Target="../media/image51.png"/><Relationship Id="rId12" Type="http://schemas.openxmlformats.org/officeDocument/2006/relationships/image" Target="../media/image53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27.png"/><Relationship Id="rId5" Type="http://schemas.openxmlformats.org/officeDocument/2006/relationships/image" Target="../media/image49.png"/><Relationship Id="rId10" Type="http://schemas.openxmlformats.org/officeDocument/2006/relationships/image" Target="../media/image29.png"/><Relationship Id="rId4" Type="http://schemas.openxmlformats.org/officeDocument/2006/relationships/image" Target="../media/image21.png"/><Relationship Id="rId9" Type="http://schemas.openxmlformats.org/officeDocument/2006/relationships/image" Target="../media/image5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55.png"/><Relationship Id="rId3" Type="http://schemas.openxmlformats.org/officeDocument/2006/relationships/image" Target="../media/image48.png"/><Relationship Id="rId7" Type="http://schemas.openxmlformats.org/officeDocument/2006/relationships/image" Target="../media/image51.png"/><Relationship Id="rId12" Type="http://schemas.openxmlformats.org/officeDocument/2006/relationships/image" Target="../media/image53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27.png"/><Relationship Id="rId5" Type="http://schemas.openxmlformats.org/officeDocument/2006/relationships/image" Target="../media/image49.png"/><Relationship Id="rId15" Type="http://schemas.openxmlformats.org/officeDocument/2006/relationships/image" Target="../media/image57.png"/><Relationship Id="rId10" Type="http://schemas.openxmlformats.org/officeDocument/2006/relationships/image" Target="../media/image54.png"/><Relationship Id="rId4" Type="http://schemas.openxmlformats.org/officeDocument/2006/relationships/image" Target="../media/image21.png"/><Relationship Id="rId9" Type="http://schemas.openxmlformats.org/officeDocument/2006/relationships/image" Target="../media/image52.png"/><Relationship Id="rId14" Type="http://schemas.openxmlformats.org/officeDocument/2006/relationships/image" Target="../media/image5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1.png"/><Relationship Id="rId12" Type="http://schemas.openxmlformats.org/officeDocument/2006/relationships/image" Target="../media/image27.png"/><Relationship Id="rId17" Type="http://schemas.openxmlformats.org/officeDocument/2006/relationships/image" Target="../media/image61.png"/><Relationship Id="rId2" Type="http://schemas.openxmlformats.org/officeDocument/2006/relationships/image" Target="../media/image47.png"/><Relationship Id="rId16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2.png"/><Relationship Id="rId5" Type="http://schemas.openxmlformats.org/officeDocument/2006/relationships/image" Target="../media/image49.png"/><Relationship Id="rId15" Type="http://schemas.openxmlformats.org/officeDocument/2006/relationships/image" Target="../media/image56.png"/><Relationship Id="rId10" Type="http://schemas.openxmlformats.org/officeDocument/2006/relationships/image" Target="../media/image29.png"/><Relationship Id="rId4" Type="http://schemas.openxmlformats.org/officeDocument/2006/relationships/image" Target="../media/image21.png"/><Relationship Id="rId9" Type="http://schemas.openxmlformats.org/officeDocument/2006/relationships/image" Target="../media/image58.png"/><Relationship Id="rId14" Type="http://schemas.openxmlformats.org/officeDocument/2006/relationships/image" Target="../media/image5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53.png"/><Relationship Id="rId18" Type="http://schemas.openxmlformats.org/officeDocument/2006/relationships/image" Target="../media/image65.png"/><Relationship Id="rId3" Type="http://schemas.openxmlformats.org/officeDocument/2006/relationships/image" Target="../media/image48.png"/><Relationship Id="rId7" Type="http://schemas.openxmlformats.org/officeDocument/2006/relationships/image" Target="../media/image51.png"/><Relationship Id="rId12" Type="http://schemas.openxmlformats.org/officeDocument/2006/relationships/image" Target="../media/image27.png"/><Relationship Id="rId17" Type="http://schemas.openxmlformats.org/officeDocument/2006/relationships/image" Target="../media/image64.png"/><Relationship Id="rId2" Type="http://schemas.openxmlformats.org/officeDocument/2006/relationships/image" Target="../media/image47.png"/><Relationship Id="rId16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8.png"/><Relationship Id="rId5" Type="http://schemas.openxmlformats.org/officeDocument/2006/relationships/image" Target="../media/image49.png"/><Relationship Id="rId15" Type="http://schemas.openxmlformats.org/officeDocument/2006/relationships/image" Target="../media/image56.png"/><Relationship Id="rId10" Type="http://schemas.openxmlformats.org/officeDocument/2006/relationships/image" Target="../media/image29.png"/><Relationship Id="rId19" Type="http://schemas.openxmlformats.org/officeDocument/2006/relationships/image" Target="../media/image60.png"/><Relationship Id="rId4" Type="http://schemas.openxmlformats.org/officeDocument/2006/relationships/image" Target="../media/image21.png"/><Relationship Id="rId9" Type="http://schemas.openxmlformats.org/officeDocument/2006/relationships/image" Target="../media/image52.png"/><Relationship Id="rId14" Type="http://schemas.openxmlformats.org/officeDocument/2006/relationships/image" Target="../media/image6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53.png"/><Relationship Id="rId18" Type="http://schemas.openxmlformats.org/officeDocument/2006/relationships/image" Target="../media/image67.png"/><Relationship Id="rId3" Type="http://schemas.openxmlformats.org/officeDocument/2006/relationships/image" Target="../media/image48.png"/><Relationship Id="rId21" Type="http://schemas.openxmlformats.org/officeDocument/2006/relationships/image" Target="../media/image60.png"/><Relationship Id="rId7" Type="http://schemas.openxmlformats.org/officeDocument/2006/relationships/image" Target="../media/image51.png"/><Relationship Id="rId12" Type="http://schemas.openxmlformats.org/officeDocument/2006/relationships/image" Target="../media/image27.png"/><Relationship Id="rId17" Type="http://schemas.openxmlformats.org/officeDocument/2006/relationships/image" Target="../media/image28.png"/><Relationship Id="rId2" Type="http://schemas.openxmlformats.org/officeDocument/2006/relationships/image" Target="../media/image47.png"/><Relationship Id="rId16" Type="http://schemas.openxmlformats.org/officeDocument/2006/relationships/image" Target="../media/image63.png"/><Relationship Id="rId20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8.png"/><Relationship Id="rId5" Type="http://schemas.openxmlformats.org/officeDocument/2006/relationships/image" Target="../media/image49.png"/><Relationship Id="rId15" Type="http://schemas.openxmlformats.org/officeDocument/2006/relationships/image" Target="../media/image56.png"/><Relationship Id="rId10" Type="http://schemas.openxmlformats.org/officeDocument/2006/relationships/image" Target="../media/image29.png"/><Relationship Id="rId19" Type="http://schemas.openxmlformats.org/officeDocument/2006/relationships/image" Target="../media/image65.png"/><Relationship Id="rId4" Type="http://schemas.openxmlformats.org/officeDocument/2006/relationships/image" Target="../media/image21.png"/><Relationship Id="rId9" Type="http://schemas.openxmlformats.org/officeDocument/2006/relationships/image" Target="../media/image52.png"/><Relationship Id="rId14" Type="http://schemas.openxmlformats.org/officeDocument/2006/relationships/image" Target="../media/image6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53.png"/><Relationship Id="rId18" Type="http://schemas.openxmlformats.org/officeDocument/2006/relationships/image" Target="../media/image67.png"/><Relationship Id="rId3" Type="http://schemas.openxmlformats.org/officeDocument/2006/relationships/image" Target="../media/image48.png"/><Relationship Id="rId21" Type="http://schemas.openxmlformats.org/officeDocument/2006/relationships/image" Target="../media/image69.png"/><Relationship Id="rId7" Type="http://schemas.openxmlformats.org/officeDocument/2006/relationships/image" Target="../media/image51.png"/><Relationship Id="rId12" Type="http://schemas.openxmlformats.org/officeDocument/2006/relationships/image" Target="../media/image27.png"/><Relationship Id="rId17" Type="http://schemas.openxmlformats.org/officeDocument/2006/relationships/image" Target="../media/image28.png"/><Relationship Id="rId2" Type="http://schemas.openxmlformats.org/officeDocument/2006/relationships/image" Target="../media/image47.png"/><Relationship Id="rId16" Type="http://schemas.openxmlformats.org/officeDocument/2006/relationships/image" Target="../media/image63.png"/><Relationship Id="rId20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8.png"/><Relationship Id="rId5" Type="http://schemas.openxmlformats.org/officeDocument/2006/relationships/image" Target="../media/image49.png"/><Relationship Id="rId15" Type="http://schemas.openxmlformats.org/officeDocument/2006/relationships/image" Target="../media/image56.png"/><Relationship Id="rId10" Type="http://schemas.openxmlformats.org/officeDocument/2006/relationships/image" Target="../media/image29.png"/><Relationship Id="rId19" Type="http://schemas.openxmlformats.org/officeDocument/2006/relationships/image" Target="../media/image64.png"/><Relationship Id="rId4" Type="http://schemas.openxmlformats.org/officeDocument/2006/relationships/image" Target="../media/image21.png"/><Relationship Id="rId9" Type="http://schemas.openxmlformats.org/officeDocument/2006/relationships/image" Target="../media/image52.png"/><Relationship Id="rId14" Type="http://schemas.openxmlformats.org/officeDocument/2006/relationships/image" Target="../media/image68.png"/><Relationship Id="rId22" Type="http://schemas.openxmlformats.org/officeDocument/2006/relationships/image" Target="../media/image6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71.png"/><Relationship Id="rId18" Type="http://schemas.openxmlformats.org/officeDocument/2006/relationships/image" Target="../media/image64.png"/><Relationship Id="rId3" Type="http://schemas.openxmlformats.org/officeDocument/2006/relationships/image" Target="../media/image48.png"/><Relationship Id="rId21" Type="http://schemas.openxmlformats.org/officeDocument/2006/relationships/image" Target="../media/image57.png"/><Relationship Id="rId7" Type="http://schemas.openxmlformats.org/officeDocument/2006/relationships/image" Target="../media/image51.png"/><Relationship Id="rId12" Type="http://schemas.openxmlformats.org/officeDocument/2006/relationships/image" Target="../media/image53.png"/><Relationship Id="rId17" Type="http://schemas.openxmlformats.org/officeDocument/2006/relationships/image" Target="../media/image67.png"/><Relationship Id="rId2" Type="http://schemas.openxmlformats.org/officeDocument/2006/relationships/image" Target="../media/image47.png"/><Relationship Id="rId16" Type="http://schemas.openxmlformats.org/officeDocument/2006/relationships/image" Target="../media/image28.png"/><Relationship Id="rId20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70.png"/><Relationship Id="rId5" Type="http://schemas.openxmlformats.org/officeDocument/2006/relationships/image" Target="../media/image49.png"/><Relationship Id="rId15" Type="http://schemas.openxmlformats.org/officeDocument/2006/relationships/image" Target="../media/image63.png"/><Relationship Id="rId10" Type="http://schemas.openxmlformats.org/officeDocument/2006/relationships/image" Target="../media/image29.png"/><Relationship Id="rId19" Type="http://schemas.openxmlformats.org/officeDocument/2006/relationships/image" Target="../media/image60.png"/><Relationship Id="rId4" Type="http://schemas.openxmlformats.org/officeDocument/2006/relationships/image" Target="../media/image21.png"/><Relationship Id="rId9" Type="http://schemas.openxmlformats.org/officeDocument/2006/relationships/image" Target="../media/image52.png"/><Relationship Id="rId14" Type="http://schemas.openxmlformats.org/officeDocument/2006/relationships/image" Target="../media/image5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72.png"/><Relationship Id="rId18" Type="http://schemas.openxmlformats.org/officeDocument/2006/relationships/image" Target="../media/image64.png"/><Relationship Id="rId3" Type="http://schemas.openxmlformats.org/officeDocument/2006/relationships/image" Target="../media/image48.png"/><Relationship Id="rId21" Type="http://schemas.openxmlformats.org/officeDocument/2006/relationships/image" Target="../media/image73.png"/><Relationship Id="rId7" Type="http://schemas.openxmlformats.org/officeDocument/2006/relationships/image" Target="../media/image51.png"/><Relationship Id="rId12" Type="http://schemas.openxmlformats.org/officeDocument/2006/relationships/image" Target="../media/image53.png"/><Relationship Id="rId17" Type="http://schemas.openxmlformats.org/officeDocument/2006/relationships/image" Target="../media/image67.png"/><Relationship Id="rId2" Type="http://schemas.openxmlformats.org/officeDocument/2006/relationships/image" Target="../media/image47.png"/><Relationship Id="rId16" Type="http://schemas.openxmlformats.org/officeDocument/2006/relationships/image" Target="../media/image28.png"/><Relationship Id="rId20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70.png"/><Relationship Id="rId5" Type="http://schemas.openxmlformats.org/officeDocument/2006/relationships/image" Target="../media/image49.png"/><Relationship Id="rId15" Type="http://schemas.openxmlformats.org/officeDocument/2006/relationships/image" Target="../media/image63.png"/><Relationship Id="rId10" Type="http://schemas.openxmlformats.org/officeDocument/2006/relationships/image" Target="../media/image29.png"/><Relationship Id="rId19" Type="http://schemas.openxmlformats.org/officeDocument/2006/relationships/image" Target="../media/image60.png"/><Relationship Id="rId4" Type="http://schemas.openxmlformats.org/officeDocument/2006/relationships/image" Target="../media/image21.png"/><Relationship Id="rId9" Type="http://schemas.openxmlformats.org/officeDocument/2006/relationships/image" Target="../media/image52.png"/><Relationship Id="rId14" Type="http://schemas.openxmlformats.org/officeDocument/2006/relationships/image" Target="../media/image5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74.png"/><Relationship Id="rId18" Type="http://schemas.openxmlformats.org/officeDocument/2006/relationships/image" Target="../media/image64.png"/><Relationship Id="rId3" Type="http://schemas.openxmlformats.org/officeDocument/2006/relationships/image" Target="../media/image48.png"/><Relationship Id="rId21" Type="http://schemas.openxmlformats.org/officeDocument/2006/relationships/image" Target="../media/image27.png"/><Relationship Id="rId7" Type="http://schemas.openxmlformats.org/officeDocument/2006/relationships/image" Target="../media/image51.png"/><Relationship Id="rId12" Type="http://schemas.openxmlformats.org/officeDocument/2006/relationships/image" Target="../media/image53.png"/><Relationship Id="rId17" Type="http://schemas.openxmlformats.org/officeDocument/2006/relationships/image" Target="../media/image67.png"/><Relationship Id="rId2" Type="http://schemas.openxmlformats.org/officeDocument/2006/relationships/image" Target="../media/image47.png"/><Relationship Id="rId16" Type="http://schemas.openxmlformats.org/officeDocument/2006/relationships/image" Target="../media/image28.png"/><Relationship Id="rId20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70.png"/><Relationship Id="rId5" Type="http://schemas.openxmlformats.org/officeDocument/2006/relationships/image" Target="../media/image49.png"/><Relationship Id="rId15" Type="http://schemas.openxmlformats.org/officeDocument/2006/relationships/image" Target="../media/image63.png"/><Relationship Id="rId10" Type="http://schemas.openxmlformats.org/officeDocument/2006/relationships/image" Target="../media/image29.png"/><Relationship Id="rId19" Type="http://schemas.openxmlformats.org/officeDocument/2006/relationships/image" Target="../media/image60.png"/><Relationship Id="rId4" Type="http://schemas.openxmlformats.org/officeDocument/2006/relationships/image" Target="../media/image21.png"/><Relationship Id="rId9" Type="http://schemas.openxmlformats.org/officeDocument/2006/relationships/image" Target="../media/image52.png"/><Relationship Id="rId14" Type="http://schemas.openxmlformats.org/officeDocument/2006/relationships/image" Target="../media/image56.png"/><Relationship Id="rId22" Type="http://schemas.openxmlformats.org/officeDocument/2006/relationships/image" Target="../media/image7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53.png"/><Relationship Id="rId18" Type="http://schemas.openxmlformats.org/officeDocument/2006/relationships/image" Target="../media/image64.png"/><Relationship Id="rId3" Type="http://schemas.openxmlformats.org/officeDocument/2006/relationships/image" Target="../media/image48.png"/><Relationship Id="rId21" Type="http://schemas.openxmlformats.org/officeDocument/2006/relationships/image" Target="../media/image59.png"/><Relationship Id="rId7" Type="http://schemas.openxmlformats.org/officeDocument/2006/relationships/image" Target="../media/image51.png"/><Relationship Id="rId12" Type="http://schemas.openxmlformats.org/officeDocument/2006/relationships/image" Target="../media/image27.png"/><Relationship Id="rId17" Type="http://schemas.openxmlformats.org/officeDocument/2006/relationships/image" Target="../media/image67.png"/><Relationship Id="rId2" Type="http://schemas.openxmlformats.org/officeDocument/2006/relationships/image" Target="../media/image47.png"/><Relationship Id="rId16" Type="http://schemas.openxmlformats.org/officeDocument/2006/relationships/image" Target="../media/image28.png"/><Relationship Id="rId20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2.png"/><Relationship Id="rId5" Type="http://schemas.openxmlformats.org/officeDocument/2006/relationships/image" Target="../media/image49.png"/><Relationship Id="rId15" Type="http://schemas.openxmlformats.org/officeDocument/2006/relationships/image" Target="../media/image63.png"/><Relationship Id="rId10" Type="http://schemas.openxmlformats.org/officeDocument/2006/relationships/image" Target="../media/image29.png"/><Relationship Id="rId19" Type="http://schemas.openxmlformats.org/officeDocument/2006/relationships/image" Target="../media/image60.png"/><Relationship Id="rId4" Type="http://schemas.openxmlformats.org/officeDocument/2006/relationships/image" Target="../media/image21.png"/><Relationship Id="rId9" Type="http://schemas.openxmlformats.org/officeDocument/2006/relationships/image" Target="../media/image58.png"/><Relationship Id="rId14" Type="http://schemas.openxmlformats.org/officeDocument/2006/relationships/image" Target="../media/image56.png"/><Relationship Id="rId22" Type="http://schemas.openxmlformats.org/officeDocument/2006/relationships/image" Target="../media/image6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53.png"/><Relationship Id="rId18" Type="http://schemas.openxmlformats.org/officeDocument/2006/relationships/image" Target="../media/image64.png"/><Relationship Id="rId3" Type="http://schemas.openxmlformats.org/officeDocument/2006/relationships/image" Target="../media/image48.png"/><Relationship Id="rId21" Type="http://schemas.openxmlformats.org/officeDocument/2006/relationships/image" Target="../media/image75.png"/><Relationship Id="rId7" Type="http://schemas.openxmlformats.org/officeDocument/2006/relationships/image" Target="../media/image51.png"/><Relationship Id="rId12" Type="http://schemas.openxmlformats.org/officeDocument/2006/relationships/image" Target="../media/image27.png"/><Relationship Id="rId17" Type="http://schemas.openxmlformats.org/officeDocument/2006/relationships/image" Target="../media/image67.png"/><Relationship Id="rId2" Type="http://schemas.openxmlformats.org/officeDocument/2006/relationships/image" Target="../media/image47.png"/><Relationship Id="rId16" Type="http://schemas.openxmlformats.org/officeDocument/2006/relationships/image" Target="../media/image28.png"/><Relationship Id="rId20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8.png"/><Relationship Id="rId5" Type="http://schemas.openxmlformats.org/officeDocument/2006/relationships/image" Target="../media/image49.png"/><Relationship Id="rId15" Type="http://schemas.openxmlformats.org/officeDocument/2006/relationships/image" Target="../media/image63.png"/><Relationship Id="rId10" Type="http://schemas.openxmlformats.org/officeDocument/2006/relationships/image" Target="../media/image29.png"/><Relationship Id="rId19" Type="http://schemas.openxmlformats.org/officeDocument/2006/relationships/image" Target="../media/image60.png"/><Relationship Id="rId4" Type="http://schemas.openxmlformats.org/officeDocument/2006/relationships/image" Target="../media/image21.png"/><Relationship Id="rId9" Type="http://schemas.openxmlformats.org/officeDocument/2006/relationships/image" Target="../media/image52.png"/><Relationship Id="rId14" Type="http://schemas.openxmlformats.org/officeDocument/2006/relationships/image" Target="../media/image56.png"/><Relationship Id="rId22" Type="http://schemas.openxmlformats.org/officeDocument/2006/relationships/image" Target="../media/image7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53.png"/><Relationship Id="rId18" Type="http://schemas.openxmlformats.org/officeDocument/2006/relationships/image" Target="../media/image64.png"/><Relationship Id="rId3" Type="http://schemas.openxmlformats.org/officeDocument/2006/relationships/image" Target="../media/image48.png"/><Relationship Id="rId21" Type="http://schemas.openxmlformats.org/officeDocument/2006/relationships/image" Target="../media/image77.png"/><Relationship Id="rId7" Type="http://schemas.openxmlformats.org/officeDocument/2006/relationships/image" Target="../media/image51.png"/><Relationship Id="rId12" Type="http://schemas.openxmlformats.org/officeDocument/2006/relationships/image" Target="../media/image27.png"/><Relationship Id="rId17" Type="http://schemas.openxmlformats.org/officeDocument/2006/relationships/image" Target="../media/image67.png"/><Relationship Id="rId2" Type="http://schemas.openxmlformats.org/officeDocument/2006/relationships/image" Target="../media/image47.png"/><Relationship Id="rId16" Type="http://schemas.openxmlformats.org/officeDocument/2006/relationships/image" Target="../media/image28.png"/><Relationship Id="rId20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8.png"/><Relationship Id="rId5" Type="http://schemas.openxmlformats.org/officeDocument/2006/relationships/image" Target="../media/image49.png"/><Relationship Id="rId15" Type="http://schemas.openxmlformats.org/officeDocument/2006/relationships/image" Target="../media/image63.png"/><Relationship Id="rId23" Type="http://schemas.openxmlformats.org/officeDocument/2006/relationships/image" Target="../media/image26.png"/><Relationship Id="rId10" Type="http://schemas.openxmlformats.org/officeDocument/2006/relationships/image" Target="../media/image29.png"/><Relationship Id="rId19" Type="http://schemas.openxmlformats.org/officeDocument/2006/relationships/image" Target="../media/image60.png"/><Relationship Id="rId4" Type="http://schemas.openxmlformats.org/officeDocument/2006/relationships/image" Target="../media/image21.png"/><Relationship Id="rId9" Type="http://schemas.openxmlformats.org/officeDocument/2006/relationships/image" Target="../media/image52.png"/><Relationship Id="rId14" Type="http://schemas.openxmlformats.org/officeDocument/2006/relationships/image" Target="../media/image56.png"/><Relationship Id="rId22" Type="http://schemas.openxmlformats.org/officeDocument/2006/relationships/image" Target="../media/image6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13" Type="http://schemas.openxmlformats.org/officeDocument/2006/relationships/image" Target="../media/image98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12" Type="http://schemas.openxmlformats.org/officeDocument/2006/relationships/image" Target="../media/image97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5" Type="http://schemas.openxmlformats.org/officeDocument/2006/relationships/image" Target="../media/image90.png"/><Relationship Id="rId10" Type="http://schemas.openxmlformats.org/officeDocument/2006/relationships/image" Target="../media/image95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image" Target="../media/image110.png"/><Relationship Id="rId18" Type="http://schemas.openxmlformats.org/officeDocument/2006/relationships/image" Target="../media/image93.png"/><Relationship Id="rId26" Type="http://schemas.openxmlformats.org/officeDocument/2006/relationships/image" Target="../media/image122.png"/><Relationship Id="rId3" Type="http://schemas.openxmlformats.org/officeDocument/2006/relationships/image" Target="../media/image100.png"/><Relationship Id="rId21" Type="http://schemas.openxmlformats.org/officeDocument/2006/relationships/image" Target="../media/image117.png"/><Relationship Id="rId7" Type="http://schemas.openxmlformats.org/officeDocument/2006/relationships/image" Target="../media/image104.png"/><Relationship Id="rId12" Type="http://schemas.openxmlformats.org/officeDocument/2006/relationships/image" Target="../media/image109.png"/><Relationship Id="rId17" Type="http://schemas.openxmlformats.org/officeDocument/2006/relationships/image" Target="../media/image114.png"/><Relationship Id="rId25" Type="http://schemas.openxmlformats.org/officeDocument/2006/relationships/image" Target="../media/image121.png"/><Relationship Id="rId2" Type="http://schemas.openxmlformats.org/officeDocument/2006/relationships/image" Target="../media/image99.png"/><Relationship Id="rId16" Type="http://schemas.openxmlformats.org/officeDocument/2006/relationships/image" Target="../media/image113.png"/><Relationship Id="rId20" Type="http://schemas.openxmlformats.org/officeDocument/2006/relationships/image" Target="../media/image1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11" Type="http://schemas.openxmlformats.org/officeDocument/2006/relationships/image" Target="../media/image108.png"/><Relationship Id="rId24" Type="http://schemas.openxmlformats.org/officeDocument/2006/relationships/image" Target="../media/image120.png"/><Relationship Id="rId5" Type="http://schemas.openxmlformats.org/officeDocument/2006/relationships/image" Target="../media/image102.png"/><Relationship Id="rId15" Type="http://schemas.openxmlformats.org/officeDocument/2006/relationships/image" Target="../media/image112.png"/><Relationship Id="rId23" Type="http://schemas.openxmlformats.org/officeDocument/2006/relationships/image" Target="../media/image119.png"/><Relationship Id="rId28" Type="http://schemas.openxmlformats.org/officeDocument/2006/relationships/image" Target="../media/image124.png"/><Relationship Id="rId10" Type="http://schemas.openxmlformats.org/officeDocument/2006/relationships/image" Target="../media/image107.png"/><Relationship Id="rId19" Type="http://schemas.openxmlformats.org/officeDocument/2006/relationships/image" Target="../media/image115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Relationship Id="rId14" Type="http://schemas.openxmlformats.org/officeDocument/2006/relationships/image" Target="../media/image111.png"/><Relationship Id="rId22" Type="http://schemas.openxmlformats.org/officeDocument/2006/relationships/image" Target="../media/image118.png"/><Relationship Id="rId27" Type="http://schemas.openxmlformats.org/officeDocument/2006/relationships/image" Target="../media/image12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13" Type="http://schemas.openxmlformats.org/officeDocument/2006/relationships/image" Target="../media/image137.png"/><Relationship Id="rId18" Type="http://schemas.openxmlformats.org/officeDocument/2006/relationships/image" Target="../media/image142.png"/><Relationship Id="rId26" Type="http://schemas.openxmlformats.org/officeDocument/2006/relationships/image" Target="../media/image149.png"/><Relationship Id="rId3" Type="http://schemas.openxmlformats.org/officeDocument/2006/relationships/image" Target="../media/image128.png"/><Relationship Id="rId21" Type="http://schemas.openxmlformats.org/officeDocument/2006/relationships/image" Target="../media/image145.png"/><Relationship Id="rId7" Type="http://schemas.openxmlformats.org/officeDocument/2006/relationships/image" Target="../media/image131.png"/><Relationship Id="rId12" Type="http://schemas.openxmlformats.org/officeDocument/2006/relationships/image" Target="../media/image136.png"/><Relationship Id="rId17" Type="http://schemas.openxmlformats.org/officeDocument/2006/relationships/image" Target="../media/image141.png"/><Relationship Id="rId25" Type="http://schemas.openxmlformats.org/officeDocument/2006/relationships/image" Target="../media/image80.png"/><Relationship Id="rId2" Type="http://schemas.openxmlformats.org/officeDocument/2006/relationships/image" Target="../media/image127.png"/><Relationship Id="rId16" Type="http://schemas.openxmlformats.org/officeDocument/2006/relationships/image" Target="../media/image140.png"/><Relationship Id="rId20" Type="http://schemas.openxmlformats.org/officeDocument/2006/relationships/image" Target="../media/image144.png"/><Relationship Id="rId29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11" Type="http://schemas.openxmlformats.org/officeDocument/2006/relationships/image" Target="../media/image135.png"/><Relationship Id="rId24" Type="http://schemas.openxmlformats.org/officeDocument/2006/relationships/image" Target="../media/image148.png"/><Relationship Id="rId5" Type="http://schemas.openxmlformats.org/officeDocument/2006/relationships/image" Target="../media/image129.png"/><Relationship Id="rId15" Type="http://schemas.openxmlformats.org/officeDocument/2006/relationships/image" Target="../media/image139.png"/><Relationship Id="rId23" Type="http://schemas.openxmlformats.org/officeDocument/2006/relationships/image" Target="../media/image147.png"/><Relationship Id="rId28" Type="http://schemas.openxmlformats.org/officeDocument/2006/relationships/image" Target="../media/image150.png"/><Relationship Id="rId10" Type="http://schemas.openxmlformats.org/officeDocument/2006/relationships/image" Target="../media/image134.png"/><Relationship Id="rId19" Type="http://schemas.openxmlformats.org/officeDocument/2006/relationships/image" Target="../media/image143.png"/><Relationship Id="rId4" Type="http://schemas.openxmlformats.org/officeDocument/2006/relationships/image" Target="../media/image79.png"/><Relationship Id="rId9" Type="http://schemas.openxmlformats.org/officeDocument/2006/relationships/image" Target="../media/image133.png"/><Relationship Id="rId14" Type="http://schemas.openxmlformats.org/officeDocument/2006/relationships/image" Target="../media/image138.png"/><Relationship Id="rId22" Type="http://schemas.openxmlformats.org/officeDocument/2006/relationships/image" Target="../media/image146.png"/><Relationship Id="rId27" Type="http://schemas.openxmlformats.org/officeDocument/2006/relationships/customXml" Target="../ink/ink1.xml"/><Relationship Id="rId30" Type="http://schemas.openxmlformats.org/officeDocument/2006/relationships/image" Target="../media/image15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13" Type="http://schemas.openxmlformats.org/officeDocument/2006/relationships/image" Target="../media/image137.png"/><Relationship Id="rId18" Type="http://schemas.openxmlformats.org/officeDocument/2006/relationships/image" Target="../media/image142.png"/><Relationship Id="rId26" Type="http://schemas.openxmlformats.org/officeDocument/2006/relationships/image" Target="../media/image149.png"/><Relationship Id="rId3" Type="http://schemas.openxmlformats.org/officeDocument/2006/relationships/image" Target="../media/image128.png"/><Relationship Id="rId21" Type="http://schemas.openxmlformats.org/officeDocument/2006/relationships/image" Target="../media/image145.png"/><Relationship Id="rId7" Type="http://schemas.openxmlformats.org/officeDocument/2006/relationships/image" Target="../media/image131.png"/><Relationship Id="rId12" Type="http://schemas.openxmlformats.org/officeDocument/2006/relationships/image" Target="../media/image136.png"/><Relationship Id="rId17" Type="http://schemas.openxmlformats.org/officeDocument/2006/relationships/image" Target="../media/image141.png"/><Relationship Id="rId25" Type="http://schemas.openxmlformats.org/officeDocument/2006/relationships/image" Target="../media/image80.png"/><Relationship Id="rId2" Type="http://schemas.openxmlformats.org/officeDocument/2006/relationships/image" Target="../media/image127.png"/><Relationship Id="rId16" Type="http://schemas.openxmlformats.org/officeDocument/2006/relationships/image" Target="../media/image140.png"/><Relationship Id="rId20" Type="http://schemas.openxmlformats.org/officeDocument/2006/relationships/image" Target="../media/image1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11" Type="http://schemas.openxmlformats.org/officeDocument/2006/relationships/image" Target="../media/image135.png"/><Relationship Id="rId24" Type="http://schemas.openxmlformats.org/officeDocument/2006/relationships/image" Target="../media/image148.png"/><Relationship Id="rId5" Type="http://schemas.openxmlformats.org/officeDocument/2006/relationships/image" Target="../media/image129.png"/><Relationship Id="rId15" Type="http://schemas.openxmlformats.org/officeDocument/2006/relationships/image" Target="../media/image139.png"/><Relationship Id="rId23" Type="http://schemas.openxmlformats.org/officeDocument/2006/relationships/image" Target="../media/image147.png"/><Relationship Id="rId10" Type="http://schemas.openxmlformats.org/officeDocument/2006/relationships/image" Target="../media/image134.png"/><Relationship Id="rId19" Type="http://schemas.openxmlformats.org/officeDocument/2006/relationships/image" Target="../media/image143.png"/><Relationship Id="rId4" Type="http://schemas.openxmlformats.org/officeDocument/2006/relationships/image" Target="../media/image79.png"/><Relationship Id="rId9" Type="http://schemas.openxmlformats.org/officeDocument/2006/relationships/image" Target="../media/image133.png"/><Relationship Id="rId14" Type="http://schemas.openxmlformats.org/officeDocument/2006/relationships/image" Target="../media/image138.png"/><Relationship Id="rId22" Type="http://schemas.openxmlformats.org/officeDocument/2006/relationships/image" Target="../media/image146.png"/><Relationship Id="rId27" Type="http://schemas.openxmlformats.org/officeDocument/2006/relationships/image" Target="../media/image15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5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0.png"/><Relationship Id="rId2" Type="http://schemas.openxmlformats.org/officeDocument/2006/relationships/image" Target="../media/image15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5.png"/><Relationship Id="rId4" Type="http://schemas.openxmlformats.org/officeDocument/2006/relationships/image" Target="../media/image154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png"/><Relationship Id="rId3" Type="http://schemas.openxmlformats.org/officeDocument/2006/relationships/image" Target="../media/image157.png"/><Relationship Id="rId7" Type="http://schemas.openxmlformats.org/officeDocument/2006/relationships/image" Target="../media/image161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image" Target="../media/image159.png"/><Relationship Id="rId10" Type="http://schemas.openxmlformats.org/officeDocument/2006/relationships/image" Target="../media/image164.png"/><Relationship Id="rId4" Type="http://schemas.openxmlformats.org/officeDocument/2006/relationships/image" Target="../media/image158.png"/><Relationship Id="rId9" Type="http://schemas.openxmlformats.org/officeDocument/2006/relationships/image" Target="../media/image163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png"/><Relationship Id="rId13" Type="http://schemas.openxmlformats.org/officeDocument/2006/relationships/image" Target="../media/image170.png"/><Relationship Id="rId3" Type="http://schemas.openxmlformats.org/officeDocument/2006/relationships/image" Target="../media/image157.png"/><Relationship Id="rId7" Type="http://schemas.openxmlformats.org/officeDocument/2006/relationships/image" Target="../media/image161.png"/><Relationship Id="rId12" Type="http://schemas.openxmlformats.org/officeDocument/2006/relationships/image" Target="../media/image169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11" Type="http://schemas.openxmlformats.org/officeDocument/2006/relationships/image" Target="../media/image168.png"/><Relationship Id="rId5" Type="http://schemas.openxmlformats.org/officeDocument/2006/relationships/image" Target="../media/image159.png"/><Relationship Id="rId10" Type="http://schemas.openxmlformats.org/officeDocument/2006/relationships/image" Target="../media/image167.svg"/><Relationship Id="rId4" Type="http://schemas.openxmlformats.org/officeDocument/2006/relationships/image" Target="../media/image165.png"/><Relationship Id="rId9" Type="http://schemas.openxmlformats.org/officeDocument/2006/relationships/image" Target="../media/image166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png"/><Relationship Id="rId13" Type="http://schemas.openxmlformats.org/officeDocument/2006/relationships/image" Target="../media/image182.png"/><Relationship Id="rId18" Type="http://schemas.openxmlformats.org/officeDocument/2006/relationships/image" Target="../media/image187.png"/><Relationship Id="rId26" Type="http://schemas.openxmlformats.org/officeDocument/2006/relationships/image" Target="../media/image195.png"/><Relationship Id="rId3" Type="http://schemas.openxmlformats.org/officeDocument/2006/relationships/image" Target="../media/image172.png"/><Relationship Id="rId21" Type="http://schemas.openxmlformats.org/officeDocument/2006/relationships/image" Target="../media/image190.png"/><Relationship Id="rId7" Type="http://schemas.openxmlformats.org/officeDocument/2006/relationships/image" Target="../media/image176.png"/><Relationship Id="rId12" Type="http://schemas.openxmlformats.org/officeDocument/2006/relationships/image" Target="../media/image181.png"/><Relationship Id="rId17" Type="http://schemas.openxmlformats.org/officeDocument/2006/relationships/image" Target="../media/image186.png"/><Relationship Id="rId25" Type="http://schemas.openxmlformats.org/officeDocument/2006/relationships/image" Target="../media/image194.png"/><Relationship Id="rId2" Type="http://schemas.openxmlformats.org/officeDocument/2006/relationships/image" Target="../media/image171.png"/><Relationship Id="rId16" Type="http://schemas.openxmlformats.org/officeDocument/2006/relationships/image" Target="../media/image185.png"/><Relationship Id="rId20" Type="http://schemas.openxmlformats.org/officeDocument/2006/relationships/image" Target="../media/image189.png"/><Relationship Id="rId29" Type="http://schemas.openxmlformats.org/officeDocument/2006/relationships/image" Target="../media/image1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5.png"/><Relationship Id="rId11" Type="http://schemas.openxmlformats.org/officeDocument/2006/relationships/image" Target="../media/image180.png"/><Relationship Id="rId24" Type="http://schemas.openxmlformats.org/officeDocument/2006/relationships/image" Target="../media/image193.png"/><Relationship Id="rId32" Type="http://schemas.openxmlformats.org/officeDocument/2006/relationships/image" Target="../media/image201.png"/><Relationship Id="rId5" Type="http://schemas.openxmlformats.org/officeDocument/2006/relationships/image" Target="../media/image174.png"/><Relationship Id="rId15" Type="http://schemas.openxmlformats.org/officeDocument/2006/relationships/image" Target="../media/image184.png"/><Relationship Id="rId23" Type="http://schemas.openxmlformats.org/officeDocument/2006/relationships/image" Target="../media/image192.png"/><Relationship Id="rId28" Type="http://schemas.openxmlformats.org/officeDocument/2006/relationships/image" Target="../media/image197.png"/><Relationship Id="rId10" Type="http://schemas.openxmlformats.org/officeDocument/2006/relationships/image" Target="../media/image179.png"/><Relationship Id="rId19" Type="http://schemas.openxmlformats.org/officeDocument/2006/relationships/image" Target="../media/image188.png"/><Relationship Id="rId31" Type="http://schemas.openxmlformats.org/officeDocument/2006/relationships/image" Target="../media/image200.png"/><Relationship Id="rId4" Type="http://schemas.openxmlformats.org/officeDocument/2006/relationships/image" Target="../media/image173.png"/><Relationship Id="rId9" Type="http://schemas.openxmlformats.org/officeDocument/2006/relationships/image" Target="../media/image178.png"/><Relationship Id="rId14" Type="http://schemas.openxmlformats.org/officeDocument/2006/relationships/image" Target="../media/image183.png"/><Relationship Id="rId22" Type="http://schemas.openxmlformats.org/officeDocument/2006/relationships/image" Target="../media/image191.png"/><Relationship Id="rId27" Type="http://schemas.openxmlformats.org/officeDocument/2006/relationships/image" Target="../media/image196.png"/><Relationship Id="rId30" Type="http://schemas.openxmlformats.org/officeDocument/2006/relationships/image" Target="../media/image19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3.png"/><Relationship Id="rId2" Type="http://schemas.openxmlformats.org/officeDocument/2006/relationships/image" Target="../media/image20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6.png"/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8.png"/><Relationship Id="rId4" Type="http://schemas.openxmlformats.org/officeDocument/2006/relationships/image" Target="../media/image20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7.png"/><Relationship Id="rId13" Type="http://schemas.openxmlformats.org/officeDocument/2006/relationships/image" Target="../media/image222.png"/><Relationship Id="rId3" Type="http://schemas.openxmlformats.org/officeDocument/2006/relationships/image" Target="../media/image212.png"/><Relationship Id="rId7" Type="http://schemas.openxmlformats.org/officeDocument/2006/relationships/image" Target="../media/image216.png"/><Relationship Id="rId12" Type="http://schemas.openxmlformats.org/officeDocument/2006/relationships/image" Target="../media/image221.png"/><Relationship Id="rId17" Type="http://schemas.openxmlformats.org/officeDocument/2006/relationships/image" Target="../media/image226.png"/><Relationship Id="rId2" Type="http://schemas.openxmlformats.org/officeDocument/2006/relationships/image" Target="../media/image211.png"/><Relationship Id="rId16" Type="http://schemas.openxmlformats.org/officeDocument/2006/relationships/image" Target="../media/image2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5.png"/><Relationship Id="rId11" Type="http://schemas.openxmlformats.org/officeDocument/2006/relationships/image" Target="../media/image220.png"/><Relationship Id="rId5" Type="http://schemas.openxmlformats.org/officeDocument/2006/relationships/image" Target="../media/image214.png"/><Relationship Id="rId15" Type="http://schemas.openxmlformats.org/officeDocument/2006/relationships/image" Target="../media/image224.png"/><Relationship Id="rId10" Type="http://schemas.openxmlformats.org/officeDocument/2006/relationships/image" Target="../media/image219.png"/><Relationship Id="rId4" Type="http://schemas.openxmlformats.org/officeDocument/2006/relationships/image" Target="../media/image213.png"/><Relationship Id="rId9" Type="http://schemas.openxmlformats.org/officeDocument/2006/relationships/image" Target="../media/image218.png"/><Relationship Id="rId14" Type="http://schemas.openxmlformats.org/officeDocument/2006/relationships/image" Target="../media/image223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png"/><Relationship Id="rId13" Type="http://schemas.openxmlformats.org/officeDocument/2006/relationships/image" Target="../media/image238.png"/><Relationship Id="rId18" Type="http://schemas.openxmlformats.org/officeDocument/2006/relationships/image" Target="../media/image242.png"/><Relationship Id="rId3" Type="http://schemas.openxmlformats.org/officeDocument/2006/relationships/image" Target="../media/image228.png"/><Relationship Id="rId7" Type="http://schemas.openxmlformats.org/officeDocument/2006/relationships/image" Target="../media/image232.png"/><Relationship Id="rId12" Type="http://schemas.openxmlformats.org/officeDocument/2006/relationships/image" Target="../media/image237.png"/><Relationship Id="rId17" Type="http://schemas.openxmlformats.org/officeDocument/2006/relationships/image" Target="../media/image241.png"/><Relationship Id="rId2" Type="http://schemas.openxmlformats.org/officeDocument/2006/relationships/image" Target="../media/image227.png"/><Relationship Id="rId16" Type="http://schemas.openxmlformats.org/officeDocument/2006/relationships/image" Target="../media/image2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1.png"/><Relationship Id="rId11" Type="http://schemas.openxmlformats.org/officeDocument/2006/relationships/image" Target="../media/image236.png"/><Relationship Id="rId5" Type="http://schemas.openxmlformats.org/officeDocument/2006/relationships/image" Target="../media/image230.png"/><Relationship Id="rId15" Type="http://schemas.openxmlformats.org/officeDocument/2006/relationships/image" Target="../media/image240.png"/><Relationship Id="rId10" Type="http://schemas.openxmlformats.org/officeDocument/2006/relationships/image" Target="../media/image235.png"/><Relationship Id="rId19" Type="http://schemas.openxmlformats.org/officeDocument/2006/relationships/image" Target="../media/image243.png"/><Relationship Id="rId4" Type="http://schemas.openxmlformats.org/officeDocument/2006/relationships/image" Target="../media/image229.png"/><Relationship Id="rId9" Type="http://schemas.openxmlformats.org/officeDocument/2006/relationships/image" Target="../media/image234.png"/><Relationship Id="rId14" Type="http://schemas.openxmlformats.org/officeDocument/2006/relationships/image" Target="../media/image239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13" Type="http://schemas.openxmlformats.org/officeDocument/2006/relationships/image" Target="../media/image255.png"/><Relationship Id="rId3" Type="http://schemas.openxmlformats.org/officeDocument/2006/relationships/image" Target="../media/image245.png"/><Relationship Id="rId7" Type="http://schemas.openxmlformats.org/officeDocument/2006/relationships/image" Target="../media/image249.png"/><Relationship Id="rId12" Type="http://schemas.openxmlformats.org/officeDocument/2006/relationships/image" Target="../media/image254.png"/><Relationship Id="rId2" Type="http://schemas.openxmlformats.org/officeDocument/2006/relationships/image" Target="../media/image2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8.png"/><Relationship Id="rId11" Type="http://schemas.openxmlformats.org/officeDocument/2006/relationships/image" Target="../media/image253.png"/><Relationship Id="rId5" Type="http://schemas.openxmlformats.org/officeDocument/2006/relationships/image" Target="../media/image247.png"/><Relationship Id="rId15" Type="http://schemas.openxmlformats.org/officeDocument/2006/relationships/image" Target="../media/image257.png"/><Relationship Id="rId10" Type="http://schemas.openxmlformats.org/officeDocument/2006/relationships/image" Target="../media/image252.png"/><Relationship Id="rId4" Type="http://schemas.openxmlformats.org/officeDocument/2006/relationships/image" Target="../media/image246.png"/><Relationship Id="rId9" Type="http://schemas.openxmlformats.org/officeDocument/2006/relationships/image" Target="../media/image251.png"/><Relationship Id="rId14" Type="http://schemas.openxmlformats.org/officeDocument/2006/relationships/image" Target="../media/image256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4.png"/><Relationship Id="rId13" Type="http://schemas.openxmlformats.org/officeDocument/2006/relationships/image" Target="../media/image269.png"/><Relationship Id="rId3" Type="http://schemas.openxmlformats.org/officeDocument/2006/relationships/image" Target="../media/image259.png"/><Relationship Id="rId7" Type="http://schemas.openxmlformats.org/officeDocument/2006/relationships/image" Target="../media/image263.png"/><Relationship Id="rId12" Type="http://schemas.openxmlformats.org/officeDocument/2006/relationships/image" Target="../media/image268.png"/><Relationship Id="rId2" Type="http://schemas.openxmlformats.org/officeDocument/2006/relationships/image" Target="../media/image2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2.png"/><Relationship Id="rId11" Type="http://schemas.openxmlformats.org/officeDocument/2006/relationships/image" Target="../media/image267.png"/><Relationship Id="rId5" Type="http://schemas.openxmlformats.org/officeDocument/2006/relationships/image" Target="../media/image261.png"/><Relationship Id="rId10" Type="http://schemas.openxmlformats.org/officeDocument/2006/relationships/image" Target="../media/image266.png"/><Relationship Id="rId4" Type="http://schemas.openxmlformats.org/officeDocument/2006/relationships/image" Target="../media/image260.png"/><Relationship Id="rId9" Type="http://schemas.openxmlformats.org/officeDocument/2006/relationships/image" Target="../media/image26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1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rtl="1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גרא וייס</a:t>
            </a:r>
          </a:p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המחלקה למדעי המחשב</a:t>
            </a:r>
          </a:p>
          <a:p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אוניברסיטת בן-גוריון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rtl="1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מידול מקביליות באמצעות שזירה</a:t>
            </a:r>
          </a:p>
        </p:txBody>
      </p:sp>
      <p:pic>
        <p:nvPicPr>
          <p:cNvPr id="43012" name="Picture 4" descr="http://bgu.ac.il/NR/rdonlyres/4E908188-6AC7-4C07-9237-368D40E2EEFB/41072/BGUlogo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24250" y="4581525"/>
            <a:ext cx="1885950" cy="2428875"/>
          </a:xfrm>
          <a:prstGeom prst="rect">
            <a:avLst/>
          </a:prstGeom>
          <a:noFill/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37379-BC36-4B79-AA7A-4A79A1536F18}" type="datetime12">
              <a:rPr lang="he-IL" smtClean="0">
                <a:latin typeface="Gisha" panose="020B0502040204020203" pitchFamily="34" charset="-79"/>
                <a:cs typeface="Gisha" panose="020B0502040204020203" pitchFamily="34" charset="-79"/>
              </a:rPr>
              <a:t>30/09/2025 17:02</a:t>
            </a:fld>
            <a:endParaRPr lang="he-IL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660215-D875-290D-B606-83E235A1230C}"/>
              </a:ext>
            </a:extLst>
          </p:cNvPr>
          <p:cNvSpPr/>
          <p:nvPr/>
        </p:nvSpPr>
        <p:spPr>
          <a:xfrm>
            <a:off x="7989770" y="-55265"/>
            <a:ext cx="10454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b="1" cap="none" spc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54</a:t>
            </a:r>
            <a:r>
              <a:rPr lang="he-IL" sz="5400" b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1</a:t>
            </a:r>
            <a:endParaRPr lang="en-US" sz="5400" b="1" cap="none" spc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pic>
        <p:nvPicPr>
          <p:cNvPr id="6" name="Picture 2" descr="סרט מודעות צהוב – ויקיפדיה">
            <a:extLst>
              <a:ext uri="{FF2B5EF4-FFF2-40B4-BE49-F238E27FC236}">
                <a16:creationId xmlns:a16="http://schemas.microsoft.com/office/drawing/2014/main" id="{13FD9FA2-66F3-A91B-70A3-2512E610DB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7171" y="368917"/>
            <a:ext cx="493766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905000"/>
            <a:ext cx="8229600" cy="3237391"/>
          </a:xfrm>
        </p:spPr>
        <p:txBody>
          <a:bodyPr>
            <a:normAutofit lnSpcReduction="10000"/>
          </a:bodyPr>
          <a:lstStyle/>
          <a:p>
            <a:pPr marL="0" lvl="1" indent="0" algn="ctr">
              <a:spcAft>
                <a:spcPts val="1200"/>
              </a:spcAft>
              <a:buNone/>
            </a:pPr>
            <a:r>
              <a:rPr lang="he-IL">
                <a:solidFill>
                  <a:srgbClr val="2E41FA"/>
                </a:solidFill>
              </a:rPr>
              <a:t> </a:t>
            </a:r>
            <a:r>
              <a:rPr lang="he-IL" sz="3200">
                <a:solidFill>
                  <a:srgbClr val="2E41FA"/>
                </a:solidFill>
              </a:rPr>
              <a:t>ריבוי משימות</a:t>
            </a:r>
          </a:p>
          <a:p>
            <a:pPr marL="0" lvl="1" indent="0" algn="ctr">
              <a:spcAft>
                <a:spcPts val="1200"/>
              </a:spcAft>
              <a:buNone/>
            </a:pPr>
            <a:r>
              <a:rPr lang="en-US" sz="3200">
                <a:solidFill>
                  <a:srgbClr val="FF0000"/>
                </a:solidFill>
              </a:rPr>
              <a:t>multi-tasking</a:t>
            </a:r>
          </a:p>
          <a:p>
            <a:pPr marL="0" lvl="1" indent="0" algn="ctr" rtl="0">
              <a:spcAft>
                <a:spcPts val="1200"/>
              </a:spcAft>
              <a:buNone/>
            </a:pPr>
            <a:r>
              <a:rPr lang="en-US" sz="3200">
                <a:solidFill>
                  <a:srgbClr val="2E41FA"/>
                </a:solidFill>
              </a:rPr>
              <a:t>multi-threading</a:t>
            </a:r>
            <a:endParaRPr lang="he-IL" sz="3200">
              <a:solidFill>
                <a:srgbClr val="2E41FA"/>
              </a:solidFill>
            </a:endParaRPr>
          </a:p>
          <a:p>
            <a:pPr marL="0" lvl="1" indent="0" algn="ctr">
              <a:spcAft>
                <a:spcPts val="1200"/>
              </a:spcAft>
              <a:buNone/>
            </a:pPr>
            <a:r>
              <a:rPr lang="he-IL" sz="3200">
                <a:solidFill>
                  <a:srgbClr val="FF0000"/>
                </a:solidFill>
              </a:rPr>
              <a:t>אלגוריתמים מבוזרים</a:t>
            </a:r>
          </a:p>
          <a:p>
            <a:pPr marL="0" lvl="1" indent="0" algn="ctr">
              <a:spcAft>
                <a:spcPts val="1200"/>
              </a:spcAft>
              <a:buNone/>
            </a:pPr>
            <a:r>
              <a:rPr lang="he-IL" sz="3200">
                <a:solidFill>
                  <a:srgbClr val="2E41FA"/>
                </a:solidFill>
              </a:rPr>
              <a:t>פרוטוקולי תקשורת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67500" y="6858000"/>
            <a:ext cx="2476500" cy="476250"/>
          </a:xfrm>
        </p:spPr>
        <p:txBody>
          <a:bodyPr/>
          <a:lstStyle/>
          <a:p>
            <a:fld id="{02D22BD9-713C-4704-91E0-9D4BB536F4E6}" type="datetime12">
              <a:rPr lang="he-IL" smtClean="0">
                <a:latin typeface="Arial Rounded MT Bold" panose="020F0704030504030204" pitchFamily="34" charset="0"/>
              </a:rPr>
              <a:t>30/09/2025 17:02</a:t>
            </a:fld>
            <a:endParaRPr lang="he-IL">
              <a:latin typeface="Arial Rounded MT Bold" panose="020F070403050403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</p:spPr>
        <p:txBody>
          <a:bodyPr>
            <a:normAutofit fontScale="90000"/>
          </a:bodyPr>
          <a:lstStyle/>
          <a:p>
            <a:pPr algn="ctr" rtl="1"/>
            <a:r>
              <a:rPr lang="he-IL"/>
              <a:t>היום נדבר על מערכות מקביליות</a:t>
            </a:r>
            <a:br>
              <a:rPr lang="en-US"/>
            </a:br>
            <a:r>
              <a:rPr lang="en-US"/>
              <a:t>concurrent systems</a:t>
            </a:r>
            <a:endParaRPr lang="he-IL"/>
          </a:p>
        </p:txBody>
      </p:sp>
      <p:sp>
        <p:nvSpPr>
          <p:cNvPr id="6" name="Rectangle 5"/>
          <p:cNvSpPr/>
          <p:nvPr/>
        </p:nvSpPr>
        <p:spPr>
          <a:xfrm>
            <a:off x="228600" y="5707808"/>
            <a:ext cx="8713649" cy="58477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0" lvl="1" indent="0" algn="ctr">
              <a:spcAft>
                <a:spcPts val="1200"/>
              </a:spcAft>
              <a:buNone/>
            </a:pPr>
            <a:r>
              <a:rPr lang="he-IL" sz="3200">
                <a:latin typeface="Gisha" panose="020B0502040204020203" pitchFamily="34" charset="-79"/>
                <a:cs typeface="Gisha" panose="020B0502040204020203" pitchFamily="34" charset="-79"/>
              </a:rPr>
              <a:t>תחום בו שיטות פורמאליות מהוות כלי עזר משמעותי</a:t>
            </a:r>
          </a:p>
        </p:txBody>
      </p:sp>
      <p:pic>
        <p:nvPicPr>
          <p:cNvPr id="1026" name="Picture 2" descr="fredForBlog Java 8 LongAdders: The Right Way To Manage Concurrent Counter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094945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fredForBlog Java 8 LongAdders: The Right Way To Manage Concurrent Counter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172200" y="2057400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52280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81000" y="1752600"/>
                <a:ext cx="8382000" cy="4876800"/>
              </a:xfrm>
            </p:spPr>
            <p:txBody>
              <a:bodyPr>
                <a:normAutofit/>
              </a:bodyPr>
              <a:lstStyle/>
              <a:p>
                <a:pPr marL="0" indent="0" algn="ctr">
                  <a:spcAft>
                    <a:spcPts val="2400"/>
                  </a:spcAft>
                  <a:buNone/>
                </a:pPr>
                <a:r>
                  <a:rPr lang="he-IL" sz="2800"/>
                  <a:t>בהנתן </a:t>
                </a:r>
                <a:r>
                  <a:rPr lang="he-IL" sz="2800">
                    <a:solidFill>
                      <a:srgbClr val="2E41FA"/>
                    </a:solidFill>
                  </a:rPr>
                  <a:t>מערכות מעברים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/>
                      </a:rPr>
                      <m:t>𝑇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smtClean="0">
                            <a:latin typeface="Cambria Math"/>
                          </a:rPr>
                          <m:t>𝑆</m:t>
                        </m:r>
                      </m:e>
                      <m:sub>
                        <m:r>
                          <a:rPr lang="en-US" sz="280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/>
                        <a:ea typeface="Cambria Math"/>
                      </a:rPr>
                      <m:t>,</m:t>
                    </m:r>
                    <m:r>
                      <a:rPr lang="en-US" sz="2800" i="1" smtClean="0">
                        <a:latin typeface="Cambria Math"/>
                        <a:ea typeface="Cambria Math"/>
                      </a:rPr>
                      <m:t>𝑇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800" i="1" smtClean="0">
                            <a:latin typeface="Cambria Math"/>
                            <a:ea typeface="Cambria Math"/>
                          </a:rPr>
                          <m:t>𝑆</m:t>
                        </m:r>
                      </m:e>
                      <m:sub>
                        <m:r>
                          <a:rPr lang="en-US" sz="2800" i="1" smtClea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sz="2800" b="0" i="1" smtClean="0">
                        <a:latin typeface="Cambria Math"/>
                        <a:ea typeface="Cambria Math"/>
                      </a:rPr>
                      <m:t>,…,</m:t>
                    </m:r>
                    <m:r>
                      <a:rPr lang="en-US" sz="2800" i="1" smtClean="0">
                        <a:latin typeface="Cambria Math"/>
                        <a:ea typeface="Cambria Math"/>
                      </a:rPr>
                      <m:t>𝑇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800" i="1" smtClean="0">
                            <a:latin typeface="Cambria Math"/>
                            <a:ea typeface="Cambria Math"/>
                          </a:rPr>
                          <m:t>𝑆</m:t>
                        </m:r>
                      </m:e>
                      <m:sub>
                        <m:r>
                          <a:rPr lang="en-US" sz="2800" i="1" smtClean="0">
                            <a:latin typeface="Cambria Math"/>
                            <a:ea typeface="Cambria Math"/>
                          </a:rPr>
                          <m:t>𝑛</m:t>
                        </m:r>
                      </m:sub>
                    </m:sSub>
                  </m:oMath>
                </a14:m>
                <a:endParaRPr lang="he-IL" sz="2800"/>
              </a:p>
              <a:p>
                <a:pPr marL="0" indent="0" algn="ctr">
                  <a:spcBef>
                    <a:spcPts val="3000"/>
                  </a:spcBef>
                  <a:spcAft>
                    <a:spcPts val="2400"/>
                  </a:spcAft>
                  <a:buNone/>
                </a:pPr>
                <a:r>
                  <a:rPr lang="he-IL" sz="2800"/>
                  <a:t>המטרה היא להגדיר </a:t>
                </a:r>
                <a:r>
                  <a:rPr lang="he-IL" sz="2800">
                    <a:solidFill>
                      <a:srgbClr val="FF0000"/>
                    </a:solidFill>
                  </a:rPr>
                  <a:t>אופרטור </a:t>
                </a:r>
                <a:r>
                  <a:rPr lang="en-US" sz="2800">
                    <a:solidFill>
                      <a:srgbClr val="FF0000"/>
                    </a:solidFill>
                    <a:latin typeface="modstmary10"/>
                  </a:rPr>
                  <a:t>Z</a:t>
                </a:r>
                <a:r>
                  <a:rPr lang="he-IL" sz="2800">
                    <a:latin typeface="modstmary10"/>
                  </a:rPr>
                  <a:t> </a:t>
                </a:r>
                <a:r>
                  <a:rPr lang="he-IL" sz="2800"/>
                  <a:t>כך ש</a:t>
                </a:r>
                <a:br>
                  <a:rPr lang="en-US" sz="2800"/>
                </a:br>
                <a:br>
                  <a:rPr lang="en-US" sz="2800"/>
                </a:br>
                <a:r>
                  <a:rPr lang="he-IL" sz="2800"/>
                  <a:t>                   </a:t>
                </a:r>
                <a:br>
                  <a:rPr lang="en-US" sz="2800"/>
                </a:br>
                <a:br>
                  <a:rPr lang="en-US" sz="2800"/>
                </a:br>
                <a:r>
                  <a:rPr lang="he-IL" sz="2800"/>
                  <a:t>היא מערכת מעברים</a:t>
                </a:r>
                <a:br>
                  <a:rPr lang="en-US" sz="2800"/>
                </a:br>
                <a:r>
                  <a:rPr lang="he-IL" sz="2800"/>
                  <a:t> המתארת את </a:t>
                </a:r>
                <a:r>
                  <a:rPr lang="he-IL" sz="2800">
                    <a:solidFill>
                      <a:srgbClr val="FF0000"/>
                    </a:solidFill>
                  </a:rPr>
                  <a:t>ההפעלה במקביל </a:t>
                </a:r>
                <a:r>
                  <a:rPr lang="he-IL" sz="2800"/>
                  <a:t>של המערכות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81000" y="1752600"/>
                <a:ext cx="8382000" cy="4876800"/>
              </a:xfrm>
              <a:blipFill>
                <a:blip r:embed="rId2"/>
                <a:stretch>
                  <a:fillRect t="-1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981200" y="3657600"/>
                <a:ext cx="4381500" cy="685800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accent5">
                    <a:lumMod val="60000"/>
                    <a:lumOff val="4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just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/>
                        </a:rPr>
                        <m:t>𝑇𝑆</m:t>
                      </m:r>
                      <m:r>
                        <a:rPr lang="en-US" sz="280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/>
                        </a:rPr>
                        <m:t>=</m:t>
                      </m:r>
                      <m:r>
                        <a:rPr lang="en-US" sz="280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/>
                        </a:rPr>
                        <m:t>𝑇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sz="280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800" dirty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modstmary10"/>
                        </a:rPr>
                        <m:t>Z</m:t>
                      </m:r>
                      <m:r>
                        <a:rPr lang="he-IL" sz="2800" i="1" dirty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800" i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/>
                          <a:ea typeface="Cambria Math"/>
                        </a:rPr>
                        <m:t>𝑇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/>
                              <a:ea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/>
                          <a:ea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modstmary10"/>
                        </a:rPr>
                        <m:t>Z</m:t>
                      </m:r>
                      <m:r>
                        <a:rPr lang="en-US" sz="2800" i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/>
                          <a:ea typeface="Cambria Math"/>
                        </a:rPr>
                        <m:t>…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modstmary10"/>
                        </a:rPr>
                        <m:t>Z</m:t>
                      </m:r>
                      <m:r>
                        <a:rPr lang="he-IL" sz="2800" i="1" dirty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800" i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/>
                          <a:ea typeface="Cambria Math"/>
                        </a:rPr>
                        <m:t>𝑇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/>
                              <a:ea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/>
                              <a:ea typeface="Cambria Math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he-IL" sz="2000">
                  <a:solidFill>
                    <a:schemeClr val="accent4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3657600"/>
                <a:ext cx="4381500" cy="6858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accent5">
                    <a:lumMod val="60000"/>
                    <a:lumOff val="40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77724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he-IL"/>
              <a:t>הרכבה מקבילית כפעולה </a:t>
            </a:r>
            <a:br>
              <a:rPr lang="en-US"/>
            </a:br>
            <a:r>
              <a:rPr lang="he-IL"/>
              <a:t>מתמטית על מערכות מעברים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667500" y="6858000"/>
            <a:ext cx="2476500" cy="476250"/>
          </a:xfrm>
        </p:spPr>
        <p:txBody>
          <a:bodyPr/>
          <a:lstStyle/>
          <a:p>
            <a:fld id="{DC79EA7A-E329-4E8D-9835-70483B9CC8DE}" type="datetime12">
              <a:rPr lang="he-IL" smtClean="0"/>
              <a:t>30/09/2025 17:02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439780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77724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he-IL"/>
              <a:t>הרכבה מקבילית כפעולה </a:t>
            </a:r>
            <a:br>
              <a:rPr lang="en-US"/>
            </a:br>
            <a:r>
              <a:rPr lang="he-IL"/>
              <a:t>מתמטית על מערכות מעברים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667500" y="6858000"/>
            <a:ext cx="2476500" cy="476250"/>
          </a:xfrm>
        </p:spPr>
        <p:txBody>
          <a:bodyPr/>
          <a:lstStyle/>
          <a:p>
            <a:fld id="{DC79EA7A-E329-4E8D-9835-70483B9CC8DE}" type="datetime12">
              <a:rPr lang="he-IL" smtClean="0"/>
              <a:t>30/09/2025 17:02</a:t>
            </a:fld>
            <a:endParaRPr lang="he-IL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>
          <a:xfrm>
            <a:off x="914400" y="1524000"/>
            <a:ext cx="7772400" cy="4572000"/>
          </a:xfrm>
        </p:spPr>
        <p:txBody>
          <a:bodyPr>
            <a:normAutofit/>
          </a:bodyPr>
          <a:lstStyle/>
          <a:p>
            <a:pPr marL="0" indent="0" algn="r">
              <a:spcBef>
                <a:spcPts val="0"/>
              </a:spcBef>
              <a:spcAft>
                <a:spcPts val="2400"/>
              </a:spcAft>
              <a:buNone/>
            </a:pPr>
            <a:r>
              <a:rPr lang="he-IL"/>
              <a:t>הסימון</a:t>
            </a:r>
            <a:br>
              <a:rPr lang="en-US"/>
            </a:br>
            <a:r>
              <a:rPr lang="he-IL"/>
              <a:t>               </a:t>
            </a:r>
            <a:br>
              <a:rPr lang="en-US"/>
            </a:br>
            <a:endParaRPr lang="he-IL"/>
          </a:p>
          <a:p>
            <a:pPr marL="0" indent="0" algn="ctr">
              <a:spcBef>
                <a:spcPts val="0"/>
              </a:spcBef>
              <a:spcAft>
                <a:spcPts val="2400"/>
              </a:spcAft>
              <a:buNone/>
            </a:pPr>
            <a:r>
              <a:rPr lang="he-IL">
                <a:latin typeface="modstmary10"/>
              </a:rPr>
              <a:t>הוא תחת ההנחה ש </a:t>
            </a:r>
            <a:r>
              <a:rPr lang="en-US">
                <a:latin typeface="modstmary10"/>
              </a:rPr>
              <a:t>Z</a:t>
            </a:r>
            <a:r>
              <a:rPr lang="he-IL">
                <a:latin typeface="modstmary10"/>
              </a:rPr>
              <a:t> </a:t>
            </a:r>
            <a:r>
              <a:rPr lang="he-IL"/>
              <a:t>אסוציאטיבית (כי אין סוגריים)</a:t>
            </a:r>
          </a:p>
          <a:p>
            <a:pPr marL="0" indent="0" algn="ctr">
              <a:spcBef>
                <a:spcPts val="0"/>
              </a:spcBef>
              <a:spcAft>
                <a:spcPts val="2400"/>
              </a:spcAft>
              <a:buNone/>
            </a:pPr>
            <a:r>
              <a:rPr lang="he-IL">
                <a:solidFill>
                  <a:srgbClr val="FF0000"/>
                </a:solidFill>
                <a:ea typeface="Cambria Math"/>
              </a:rPr>
              <a:t>נגדיר גם גרסאות אחרות של הרכבת תהליכים</a:t>
            </a:r>
          </a:p>
          <a:p>
            <a:pPr marL="0" indent="0" algn="ctr">
              <a:spcBef>
                <a:spcPts val="0"/>
              </a:spcBef>
              <a:spcAft>
                <a:spcPts val="2400"/>
              </a:spcAft>
              <a:buNone/>
            </a:pPr>
            <a:r>
              <a:rPr lang="he-IL"/>
              <a:t> לא תמיד תהייה אסוציאטיביות</a:t>
            </a:r>
          </a:p>
          <a:p>
            <a:pPr marL="0" indent="0" algn="ctr">
              <a:spcBef>
                <a:spcPts val="0"/>
              </a:spcBef>
              <a:spcAft>
                <a:spcPts val="2400"/>
              </a:spcAft>
              <a:buNone/>
            </a:pPr>
            <a:r>
              <a:rPr lang="he-IL">
                <a:solidFill>
                  <a:srgbClr val="051AE1"/>
                </a:solidFill>
              </a:rPr>
              <a:t>אופרטורים שונים של הרכבה יבטאו</a:t>
            </a:r>
            <a:br>
              <a:rPr lang="en-US">
                <a:solidFill>
                  <a:srgbClr val="051AE1"/>
                </a:solidFill>
              </a:rPr>
            </a:br>
            <a:r>
              <a:rPr lang="he-IL">
                <a:solidFill>
                  <a:srgbClr val="051AE1"/>
                </a:solidFill>
              </a:rPr>
              <a:t>סוגי תקשורת שונים בין התהליכים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533650" y="1828800"/>
                <a:ext cx="4133850" cy="647700"/>
              </a:xfrm>
              <a:prstGeom prst="rect">
                <a:avLst/>
              </a:prstGeom>
              <a:ln w="12700">
                <a:noFill/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defTabSz="985838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𝑇𝑆</m:t>
                      </m:r>
                      <m:r>
                        <a:rPr lang="en-US" sz="2800" i="1" smtClean="0">
                          <a:latin typeface="Cambria Math"/>
                        </a:rPr>
                        <m:t>=</m:t>
                      </m:r>
                      <m:r>
                        <a:rPr lang="en-US" sz="2800" i="1">
                          <a:latin typeface="Cambria Math"/>
                        </a:rPr>
                        <m:t>𝑇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sz="280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2800" dirty="0">
                          <a:latin typeface="modstmary10"/>
                        </a:rPr>
                        <m:t>Z</m:t>
                      </m:r>
                      <m:r>
                        <a:rPr lang="he-IL" sz="2800" i="1" dirty="0">
                          <a:latin typeface="Cambria Math"/>
                        </a:rPr>
                        <m:t> </m:t>
                      </m:r>
                      <m:r>
                        <a:rPr lang="en-US" sz="2800" i="1">
                          <a:latin typeface="Cambria Math"/>
                          <a:ea typeface="Cambria Math"/>
                        </a:rPr>
                        <m:t>𝑇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>
                          <a:latin typeface="modstmary10"/>
                        </a:rPr>
                        <m:t>Z</m:t>
                      </m:r>
                      <m:r>
                        <a:rPr lang="en-US" sz="2800" i="1">
                          <a:latin typeface="Cambria Math"/>
                          <a:ea typeface="Cambria Math"/>
                        </a:rPr>
                        <m:t>…</m:t>
                      </m:r>
                      <m:r>
                        <m:rPr>
                          <m:nor/>
                        </m:rPr>
                        <a:rPr lang="en-US" sz="2800" dirty="0">
                          <a:latin typeface="modstmary10"/>
                        </a:rPr>
                        <m:t>Z</m:t>
                      </m:r>
                      <m:r>
                        <a:rPr lang="he-IL" sz="2800" i="1" dirty="0">
                          <a:latin typeface="Cambria Math"/>
                        </a:rPr>
                        <m:t> </m:t>
                      </m:r>
                      <m:r>
                        <a:rPr lang="en-US" sz="2800" i="1">
                          <a:latin typeface="Cambria Math"/>
                          <a:ea typeface="Cambria Math"/>
                        </a:rPr>
                        <m:t>𝑇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  <a:ea typeface="Cambria Math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he-IL" sz="200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3650" y="1828800"/>
                <a:ext cx="4133850" cy="6477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5941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152400"/>
            <a:ext cx="7772400" cy="1143000"/>
          </a:xfrm>
        </p:spPr>
        <p:txBody>
          <a:bodyPr/>
          <a:lstStyle/>
          <a:p>
            <a:r>
              <a:rPr lang="he-IL"/>
              <a:t>תוכן העניינים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667500" y="6858000"/>
            <a:ext cx="2476500" cy="476250"/>
          </a:xfrm>
        </p:spPr>
        <p:txBody>
          <a:bodyPr/>
          <a:lstStyle/>
          <a:p>
            <a:fld id="{5E60AEFD-1B6A-4132-BF27-E319AB0C5AA0}" type="datetime12">
              <a:rPr lang="he-IL" smtClean="0"/>
              <a:t>30/09/2025 17:02</a:t>
            </a:fld>
            <a:endParaRPr lang="he-IL"/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3825838172"/>
              </p:ext>
            </p:extLst>
          </p:nvPr>
        </p:nvGraphicFramePr>
        <p:xfrm>
          <a:off x="1524000" y="1295400"/>
          <a:ext cx="6324600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050" name="Picture 2" descr="Image result for synchronous asynchronous communication"/>
          <p:cNvPicPr>
            <a:picLocks noChangeAspect="1" noChangeArrowheads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901"/>
          <a:stretch/>
        </p:blipFill>
        <p:spPr bwMode="auto">
          <a:xfrm>
            <a:off x="3200400" y="5410200"/>
            <a:ext cx="2858383" cy="761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Image result for synchronous asynchronous communication"/>
          <p:cNvPicPr>
            <a:picLocks noChangeAspect="1" noChangeArrowheads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275"/>
          <a:stretch/>
        </p:blipFill>
        <p:spPr bwMode="auto">
          <a:xfrm>
            <a:off x="3200400" y="3505200"/>
            <a:ext cx="2971800" cy="696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524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Arial Rounded MT Bold" panose="020F0704030504030204" pitchFamily="34" charset="0"/>
              </a:rPr>
              <a:t>מידול מקביליות באמצעות שזירה </a:t>
            </a:r>
            <a:r>
              <a:rPr lang="en-US"/>
              <a:t>(interleaving)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905000"/>
            <a:ext cx="8229600" cy="4495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he-IL">
                <a:solidFill>
                  <a:srgbClr val="FF0000"/>
                </a:solidFill>
              </a:rPr>
              <a:t>במציאות יכולות לפעול כמה פעולות במקביל</a:t>
            </a:r>
          </a:p>
          <a:p>
            <a:pPr marL="0" indent="0" algn="ctr">
              <a:buNone/>
            </a:pPr>
            <a:endParaRPr lang="he-IL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he-IL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he-IL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he-IL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he-IL">
                <a:solidFill>
                  <a:srgbClr val="051AE1"/>
                </a:solidFill>
              </a:rPr>
              <a:t>במודלים שלנו נתייחס כאילו הפעולות מתבצעות בְּטוּר</a:t>
            </a:r>
          </a:p>
          <a:p>
            <a:pPr marL="0" indent="0">
              <a:buNone/>
            </a:pPr>
            <a:endParaRPr lang="he-IL"/>
          </a:p>
          <a:p>
            <a:pPr marL="0" indent="0">
              <a:buNone/>
            </a:pPr>
            <a:endParaRPr lang="he-I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67500" y="6858000"/>
            <a:ext cx="2476500" cy="476250"/>
          </a:xfrm>
        </p:spPr>
        <p:txBody>
          <a:bodyPr/>
          <a:lstStyle/>
          <a:p>
            <a:fld id="{D3FEF217-6201-454B-9FD7-BD46A96BB3D2}" type="datetime12">
              <a:rPr lang="he-IL" smtClean="0"/>
              <a:t>30/09/2025 17:02</a:t>
            </a:fld>
            <a:endParaRPr lang="he-IL"/>
          </a:p>
        </p:txBody>
      </p:sp>
      <p:pic>
        <p:nvPicPr>
          <p:cNvPr id="8" name="Picture 2" descr="http://www.davidson.edu/math/chartier/Shuffle/images/shuffle.gif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46662"/>
            <a:ext cx="2209800" cy="1029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" name="Group 25"/>
          <p:cNvGrpSpPr/>
          <p:nvPr/>
        </p:nvGrpSpPr>
        <p:grpSpPr>
          <a:xfrm>
            <a:off x="2895600" y="2655195"/>
            <a:ext cx="3505200" cy="738664"/>
            <a:chOff x="2362200" y="3682320"/>
            <a:chExt cx="4305300" cy="1031692"/>
          </a:xfrm>
        </p:grpSpPr>
        <p:sp>
          <p:nvSpPr>
            <p:cNvPr id="27" name="Rectangle 26"/>
            <p:cNvSpPr/>
            <p:nvPr/>
          </p:nvSpPr>
          <p:spPr>
            <a:xfrm>
              <a:off x="2362200" y="4038600"/>
              <a:ext cx="1371600" cy="56705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>
                  <a:solidFill>
                    <a:schemeClr val="tx1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לא מוכן ליציאה</a:t>
              </a:r>
            </a:p>
          </p:txBody>
        </p:sp>
        <p:cxnSp>
          <p:nvCxnSpPr>
            <p:cNvPr id="29" name="Straight Arrow Connector 28"/>
            <p:cNvCxnSpPr>
              <a:stCxn id="27" idx="3"/>
              <a:endCxn id="33" idx="1"/>
            </p:cNvCxnSpPr>
            <p:nvPr/>
          </p:nvCxnSpPr>
          <p:spPr>
            <a:xfrm>
              <a:off x="3733800" y="4322125"/>
              <a:ext cx="1562100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3854084" y="3682320"/>
              <a:ext cx="1321531" cy="1031692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ctr"/>
              <a:r>
                <a:rPr lang="he-IL" sz="1400">
                  <a:latin typeface="Gisha" panose="020B0502040204020203" pitchFamily="34" charset="-79"/>
                  <a:cs typeface="Gisha" panose="020B0502040204020203" pitchFamily="34" charset="-79"/>
                </a:rPr>
                <a:t>חבישת כובע</a:t>
              </a:r>
            </a:p>
            <a:p>
              <a:pPr algn="ctr"/>
              <a:r>
                <a:rPr lang="he-IL" sz="1400">
                  <a:latin typeface="Gisha" panose="020B0502040204020203" pitchFamily="34" charset="-79"/>
                  <a:cs typeface="Gisha" panose="020B0502040204020203" pitchFamily="34" charset="-79"/>
                </a:rPr>
                <a:t>הליכה לדלת</a:t>
              </a:r>
            </a:p>
            <a:p>
              <a:pPr algn="ctr"/>
              <a:endParaRPr lang="he-IL" sz="1400"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5295900" y="4038600"/>
              <a:ext cx="1371600" cy="56705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>
                  <a:solidFill>
                    <a:schemeClr val="tx1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מוכן ליציאה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1990724" y="5029200"/>
            <a:ext cx="5314950" cy="1217887"/>
            <a:chOff x="857250" y="5062850"/>
            <a:chExt cx="7277100" cy="1667501"/>
          </a:xfrm>
        </p:grpSpPr>
        <p:sp>
          <p:nvSpPr>
            <p:cNvPr id="45" name="Rectangle 44"/>
            <p:cNvSpPr/>
            <p:nvPr/>
          </p:nvSpPr>
          <p:spPr>
            <a:xfrm rot="750097">
              <a:off x="5251860" y="5175880"/>
              <a:ext cx="1473145" cy="42140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he-IL" sz="1400">
                  <a:latin typeface="Gisha" panose="020B0502040204020203" pitchFamily="34" charset="-79"/>
                  <a:cs typeface="Gisha" panose="020B0502040204020203" pitchFamily="34" charset="-79"/>
                </a:rPr>
                <a:t>הליכה לדלת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857250" y="5562600"/>
              <a:ext cx="1371600" cy="56705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>
                  <a:solidFill>
                    <a:schemeClr val="tx1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לא מוכן ליציאה</a:t>
              </a:r>
            </a:p>
          </p:txBody>
        </p:sp>
        <p:cxnSp>
          <p:nvCxnSpPr>
            <p:cNvPr id="37" name="Straight Arrow Connector 36"/>
            <p:cNvCxnSpPr>
              <a:cxnSpLocks/>
              <a:stCxn id="36" idx="3"/>
              <a:endCxn id="39" idx="1"/>
            </p:cNvCxnSpPr>
            <p:nvPr/>
          </p:nvCxnSpPr>
          <p:spPr>
            <a:xfrm flipV="1">
              <a:off x="2228850" y="5346375"/>
              <a:ext cx="1489421" cy="49975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8" name="TextBox 37"/>
            <p:cNvSpPr txBox="1"/>
            <p:nvPr/>
          </p:nvSpPr>
          <p:spPr>
            <a:xfrm rot="20526891">
              <a:off x="2239219" y="5222262"/>
              <a:ext cx="1468757" cy="421401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ctr"/>
              <a:r>
                <a:rPr lang="he-IL" sz="1400">
                  <a:latin typeface="Gisha" panose="020B0502040204020203" pitchFamily="34" charset="-79"/>
                  <a:cs typeface="Gisha" panose="020B0502040204020203" pitchFamily="34" charset="-79"/>
                </a:rPr>
                <a:t>חבישת כובע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718271" y="5062850"/>
              <a:ext cx="1562101" cy="567049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>
                  <a:solidFill>
                    <a:schemeClr val="tx1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עם כובע,</a:t>
              </a:r>
              <a:br>
                <a:rPr lang="en-US" sz="1400">
                  <a:solidFill>
                    <a:schemeClr val="tx1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</a:br>
              <a:r>
                <a:rPr lang="he-IL" sz="1400">
                  <a:solidFill>
                    <a:schemeClr val="tx1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לא ליד הדלת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6762750" y="5562600"/>
              <a:ext cx="1371600" cy="56705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>
                  <a:solidFill>
                    <a:schemeClr val="tx1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מוכן ליציאה</a:t>
              </a:r>
            </a:p>
          </p:txBody>
        </p:sp>
        <p:cxnSp>
          <p:nvCxnSpPr>
            <p:cNvPr id="43" name="Straight Arrow Connector 42"/>
            <p:cNvCxnSpPr>
              <a:cxnSpLocks/>
              <a:stCxn id="39" idx="3"/>
            </p:cNvCxnSpPr>
            <p:nvPr/>
          </p:nvCxnSpPr>
          <p:spPr>
            <a:xfrm>
              <a:off x="5280372" y="5346375"/>
              <a:ext cx="1473156" cy="342462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Rectangle 45"/>
            <p:cNvSpPr/>
            <p:nvPr/>
          </p:nvSpPr>
          <p:spPr>
            <a:xfrm>
              <a:off x="3829049" y="6163301"/>
              <a:ext cx="1371600" cy="56705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>
                  <a:solidFill>
                    <a:schemeClr val="tx1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ליד הדלת, בלי כובע</a:t>
              </a:r>
            </a:p>
          </p:txBody>
        </p:sp>
        <p:cxnSp>
          <p:nvCxnSpPr>
            <p:cNvPr id="51" name="Straight Arrow Connector 50"/>
            <p:cNvCxnSpPr>
              <a:stCxn id="36" idx="3"/>
              <a:endCxn id="46" idx="1"/>
            </p:cNvCxnSpPr>
            <p:nvPr/>
          </p:nvCxnSpPr>
          <p:spPr>
            <a:xfrm>
              <a:off x="2228850" y="5846125"/>
              <a:ext cx="1600199" cy="600701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>
              <a:stCxn id="46" idx="3"/>
            </p:cNvCxnSpPr>
            <p:nvPr/>
          </p:nvCxnSpPr>
          <p:spPr>
            <a:xfrm flipV="1">
              <a:off x="5200649" y="6015702"/>
              <a:ext cx="1562101" cy="43112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Rectangle 52"/>
            <p:cNvSpPr/>
            <p:nvPr/>
          </p:nvSpPr>
          <p:spPr>
            <a:xfrm rot="1191221">
              <a:off x="2178079" y="6134272"/>
              <a:ext cx="1473145" cy="42140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he-IL" sz="1400">
                  <a:latin typeface="Gisha" panose="020B0502040204020203" pitchFamily="34" charset="-79"/>
                  <a:cs typeface="Gisha" panose="020B0502040204020203" pitchFamily="34" charset="-79"/>
                </a:rPr>
                <a:t>הליכה לדלת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 rot="20671544">
              <a:off x="5243199" y="6129542"/>
              <a:ext cx="1468757" cy="421401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ctr"/>
              <a:r>
                <a:rPr lang="he-IL" sz="1400">
                  <a:latin typeface="Gisha" panose="020B0502040204020203" pitchFamily="34" charset="-79"/>
                  <a:cs typeface="Gisha" panose="020B0502040204020203" pitchFamily="34" charset="-79"/>
                </a:rPr>
                <a:t>חבישת כובע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524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>
                <a:latin typeface="Arial Rounded MT Bold" panose="020F0704030504030204" pitchFamily="34" charset="0"/>
              </a:rPr>
              <a:t>מידול מקביליות באמצעות שזירה </a:t>
            </a:r>
            <a:r>
              <a:rPr lang="en-US"/>
              <a:t>(interleaving)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58713" y="1647867"/>
            <a:ext cx="8915400" cy="5029200"/>
          </a:xfrm>
        </p:spPr>
        <p:txBody>
          <a:bodyPr>
            <a:noAutofit/>
          </a:bodyPr>
          <a:lstStyle/>
          <a:p>
            <a:pPr marL="0" lvl="1" indent="0" algn="ctr">
              <a:buNone/>
            </a:pPr>
            <a:r>
              <a:rPr lang="he-IL"/>
              <a:t>נשתמש במודל השזירה לתיאור ריצה מקבילית של תוכניות</a:t>
            </a:r>
          </a:p>
          <a:p>
            <a:pPr marL="0" lvl="1" indent="0" algn="ctr">
              <a:buNone/>
            </a:pPr>
            <a:endParaRPr lang="he-IL"/>
          </a:p>
          <a:p>
            <a:pPr marL="0" lvl="1" indent="0" algn="ctr">
              <a:buNone/>
            </a:pPr>
            <a:endParaRPr lang="he-IL"/>
          </a:p>
          <a:p>
            <a:pPr marL="0" lvl="1" indent="0" algn="ctr">
              <a:buNone/>
            </a:pPr>
            <a:endParaRPr lang="he-IL"/>
          </a:p>
          <a:p>
            <a:pPr marL="0" lvl="1" indent="0" algn="ctr">
              <a:buNone/>
            </a:pPr>
            <a:endParaRPr lang="he-IL"/>
          </a:p>
          <a:p>
            <a:pPr marL="0" lvl="1" indent="0" algn="ctr">
              <a:buNone/>
            </a:pPr>
            <a:endParaRPr lang="he-IL"/>
          </a:p>
          <a:p>
            <a:pPr marL="0" lvl="1" indent="0" algn="ctr">
              <a:buNone/>
            </a:pPr>
            <a:r>
              <a:rPr lang="he-IL"/>
              <a:t>מתאים אם שני התהליכים על </a:t>
            </a:r>
            <a:r>
              <a:rPr lang="he-IL">
                <a:solidFill>
                  <a:srgbClr val="051AE1"/>
                </a:solidFill>
              </a:rPr>
              <a:t>מעבד יחיד </a:t>
            </a:r>
            <a:r>
              <a:rPr lang="he-IL"/>
              <a:t>ומשובצים ע"י מערכת ההפעלה </a:t>
            </a:r>
          </a:p>
          <a:p>
            <a:pPr marL="0" lvl="1" indent="0" algn="ctr">
              <a:buNone/>
            </a:pPr>
            <a:r>
              <a:rPr lang="he-IL"/>
              <a:t>וגם אם שני התהליכים על </a:t>
            </a:r>
            <a:r>
              <a:rPr lang="he-IL">
                <a:solidFill>
                  <a:srgbClr val="FF0000"/>
                </a:solidFill>
              </a:rPr>
              <a:t>מעבדים שונים </a:t>
            </a:r>
            <a:r>
              <a:rPr lang="he-IL"/>
              <a:t>והשזירה היא רק בראש שלנו</a:t>
            </a:r>
          </a:p>
          <a:p>
            <a:pPr marL="0" indent="0" algn="ctr">
              <a:buNone/>
            </a:pPr>
            <a:endParaRPr lang="he-IL" sz="2400"/>
          </a:p>
          <a:p>
            <a:pPr marL="0" indent="0" algn="ctr">
              <a:buNone/>
            </a:pPr>
            <a:r>
              <a:rPr lang="he-IL" sz="2400"/>
              <a:t>במקרה הראשון, </a:t>
            </a:r>
            <a:r>
              <a:rPr lang="he-IL" sz="2400">
                <a:solidFill>
                  <a:srgbClr val="051AE1"/>
                </a:solidFill>
              </a:rPr>
              <a:t>אנחנו לא מניחים כלום על מדיניות השיבוץ</a:t>
            </a:r>
          </a:p>
          <a:p>
            <a:pPr marL="0" indent="0" algn="ctr">
              <a:buNone/>
            </a:pPr>
            <a:r>
              <a:rPr lang="he-IL" sz="2400"/>
              <a:t>במקרה השני, </a:t>
            </a:r>
            <a:r>
              <a:rPr lang="he-IL" sz="2400">
                <a:solidFill>
                  <a:srgbClr val="FF0000"/>
                </a:solidFill>
              </a:rPr>
              <a:t>אנחנו לא מניחים כלום על קצב המעבדים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67500" y="6858000"/>
            <a:ext cx="2476500" cy="476250"/>
          </a:xfrm>
        </p:spPr>
        <p:txBody>
          <a:bodyPr/>
          <a:lstStyle/>
          <a:p>
            <a:fld id="{D3FEF217-6201-454B-9FD7-BD46A96BB3D2}" type="datetime12">
              <a:rPr lang="he-IL" smtClean="0"/>
              <a:t>30/09/2025 17:02</a:t>
            </a:fld>
            <a:endParaRPr lang="he-IL"/>
          </a:p>
        </p:txBody>
      </p:sp>
      <p:pic>
        <p:nvPicPr>
          <p:cNvPr id="8" name="Picture 2" descr="http://www.davidson.edu/math/chartier/Shuffle/images/shuffle.gif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13" y="504867"/>
            <a:ext cx="2072887" cy="965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/>
          <p:cNvGrpSpPr/>
          <p:nvPr/>
        </p:nvGrpSpPr>
        <p:grpSpPr>
          <a:xfrm>
            <a:off x="1219200" y="2392593"/>
            <a:ext cx="6426736" cy="1217887"/>
            <a:chOff x="1138544" y="5062850"/>
            <a:chExt cx="6980450" cy="1667501"/>
          </a:xfrm>
        </p:grpSpPr>
        <p:sp>
          <p:nvSpPr>
            <p:cNvPr id="9" name="Rectangle 8"/>
            <p:cNvSpPr/>
            <p:nvPr/>
          </p:nvSpPr>
          <p:spPr>
            <a:xfrm>
              <a:off x="1552370" y="5446130"/>
              <a:ext cx="1371600" cy="802982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>
                  <a:solidFill>
                    <a:schemeClr val="tx1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שני התהליכים בתחילת התוכנית</a:t>
              </a:r>
            </a:p>
          </p:txBody>
        </p:sp>
        <p:cxnSp>
          <p:nvCxnSpPr>
            <p:cNvPr id="10" name="Straight Arrow Connector 9"/>
            <p:cNvCxnSpPr>
              <a:stCxn id="9" idx="3"/>
              <a:endCxn id="12" idx="1"/>
            </p:cNvCxnSpPr>
            <p:nvPr/>
          </p:nvCxnSpPr>
          <p:spPr>
            <a:xfrm flipV="1">
              <a:off x="2923971" y="5346375"/>
              <a:ext cx="905078" cy="50124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Rectangle 11"/>
                <p:cNvSpPr/>
                <p:nvPr/>
              </p:nvSpPr>
              <p:spPr>
                <a:xfrm>
                  <a:off x="3829049" y="5062850"/>
                  <a:ext cx="1371600" cy="56705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/>
                  <a:r>
                    <a:rPr lang="he-IL" sz="1400">
                      <a:solidFill>
                        <a:schemeClr val="tx1"/>
                      </a:solidFill>
                      <a:latin typeface="Gisha" panose="020B0502040204020203" pitchFamily="34" charset="-79"/>
                      <a:cs typeface="Gisha" panose="020B0502040204020203" pitchFamily="34" charset="-79"/>
                    </a:rPr>
                    <a:t>תהליך 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a14:m>
                  <a:r>
                    <a:rPr lang="he-IL" sz="1400">
                      <a:solidFill>
                        <a:schemeClr val="tx1"/>
                      </a:solidFill>
                      <a:latin typeface="Gisha" panose="020B0502040204020203" pitchFamily="34" charset="-79"/>
                      <a:cs typeface="Gisha" panose="020B0502040204020203" pitchFamily="34" charset="-79"/>
                    </a:rPr>
                    <a:t> התקדם</a:t>
                  </a:r>
                </a:p>
              </p:txBody>
            </p:sp>
          </mc:Choice>
          <mc:Fallback>
            <p:sp>
              <p:nvSpPr>
                <p:cNvPr id="12" name="Rectangle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9049" y="5062850"/>
                  <a:ext cx="1371600" cy="56705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Rectangle 12"/>
            <p:cNvSpPr/>
            <p:nvPr/>
          </p:nvSpPr>
          <p:spPr>
            <a:xfrm>
              <a:off x="6747394" y="5443681"/>
              <a:ext cx="1371600" cy="805433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>
                  <a:solidFill>
                    <a:schemeClr val="tx1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שני התהליכים התקדמו</a:t>
              </a:r>
            </a:p>
          </p:txBody>
        </p:sp>
        <p:cxnSp>
          <p:nvCxnSpPr>
            <p:cNvPr id="14" name="Straight Arrow Connector 13"/>
            <p:cNvCxnSpPr>
              <a:stCxn id="12" idx="3"/>
            </p:cNvCxnSpPr>
            <p:nvPr/>
          </p:nvCxnSpPr>
          <p:spPr>
            <a:xfrm>
              <a:off x="5200649" y="5346375"/>
              <a:ext cx="1562101" cy="33731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Rectangle 15"/>
                <p:cNvSpPr/>
                <p:nvPr/>
              </p:nvSpPr>
              <p:spPr>
                <a:xfrm>
                  <a:off x="3829049" y="6163301"/>
                  <a:ext cx="1371600" cy="567050"/>
                </a:xfrm>
                <a:prstGeom prst="rect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/>
                  <a:r>
                    <a:rPr lang="he-IL" sz="1400">
                      <a:solidFill>
                        <a:schemeClr val="tx1"/>
                      </a:solidFill>
                      <a:latin typeface="Gisha" panose="020B0502040204020203" pitchFamily="34" charset="-79"/>
                      <a:cs typeface="Gisha" panose="020B0502040204020203" pitchFamily="34" charset="-79"/>
                    </a:rPr>
                    <a:t>תהליך </a:t>
                  </a:r>
                  <a14:m>
                    <m:oMath xmlns:m="http://schemas.openxmlformats.org/officeDocument/2006/math">
                      <m:r>
                        <a:rPr lang="en-US" sz="1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</m:oMath>
                  </a14:m>
                  <a:r>
                    <a:rPr lang="he-IL" sz="1400">
                      <a:solidFill>
                        <a:schemeClr val="tx1"/>
                      </a:solidFill>
                      <a:latin typeface="Gisha" panose="020B0502040204020203" pitchFamily="34" charset="-79"/>
                      <a:cs typeface="Gisha" panose="020B0502040204020203" pitchFamily="34" charset="-79"/>
                    </a:rPr>
                    <a:t> התקדם</a:t>
                  </a:r>
                </a:p>
              </p:txBody>
            </p:sp>
          </mc:Choice>
          <mc:Fallback>
            <p:sp>
              <p:nvSpPr>
                <p:cNvPr id="16" name="Rectangle 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9049" y="6163301"/>
                  <a:ext cx="1371600" cy="56705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LID4096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Straight Arrow Connector 16"/>
            <p:cNvCxnSpPr>
              <a:stCxn id="9" idx="3"/>
              <a:endCxn id="16" idx="1"/>
            </p:cNvCxnSpPr>
            <p:nvPr/>
          </p:nvCxnSpPr>
          <p:spPr>
            <a:xfrm>
              <a:off x="2923971" y="5847622"/>
              <a:ext cx="905078" cy="59920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16" idx="3"/>
            </p:cNvCxnSpPr>
            <p:nvPr/>
          </p:nvCxnSpPr>
          <p:spPr>
            <a:xfrm flipV="1">
              <a:off x="5200649" y="6015702"/>
              <a:ext cx="1562101" cy="43112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endCxn id="9" idx="1"/>
            </p:cNvCxnSpPr>
            <p:nvPr/>
          </p:nvCxnSpPr>
          <p:spPr>
            <a:xfrm>
              <a:off x="1138544" y="5846396"/>
              <a:ext cx="413826" cy="122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3100602" y="2476704"/>
                <a:ext cx="24878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0602" y="2476704"/>
                <a:ext cx="248786" cy="369332"/>
              </a:xfrm>
              <a:prstGeom prst="rect">
                <a:avLst/>
              </a:prstGeom>
              <a:blipFill>
                <a:blip r:embed="rId5"/>
                <a:stretch>
                  <a:fillRect r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3086803" y="3185238"/>
                <a:ext cx="24878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6803" y="3185238"/>
                <a:ext cx="248786" cy="369332"/>
              </a:xfrm>
              <a:prstGeom prst="rect">
                <a:avLst/>
              </a:prstGeom>
              <a:blipFill>
                <a:blip r:embed="rId6"/>
                <a:stretch>
                  <a:fillRect l="-4878" r="-41463" b="-1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5421201" y="2340621"/>
                <a:ext cx="24878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1201" y="2340621"/>
                <a:ext cx="248786" cy="369332"/>
              </a:xfrm>
              <a:prstGeom prst="rect">
                <a:avLst/>
              </a:prstGeom>
              <a:blipFill>
                <a:blip r:embed="rId6"/>
                <a:stretch>
                  <a:fillRect l="-4878" r="-41463" b="-9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5370279" y="3257440"/>
                <a:ext cx="24878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0279" y="3257440"/>
                <a:ext cx="248786" cy="369332"/>
              </a:xfrm>
              <a:prstGeom prst="rect">
                <a:avLst/>
              </a:prstGeom>
              <a:blipFill>
                <a:blip r:embed="rId5"/>
                <a:stretch>
                  <a:fillRect r="-268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80353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55618" y="3699296"/>
            <a:ext cx="7391400" cy="827314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76200"/>
            <a:ext cx="7772400" cy="1143000"/>
          </a:xfrm>
        </p:spPr>
        <p:txBody>
          <a:bodyPr/>
          <a:lstStyle/>
          <a:p>
            <a:r>
              <a:rPr lang="he-IL"/>
              <a:t>הצדקה למידול באמצעות שזירה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628650" y="1600200"/>
                <a:ext cx="7886700" cy="47244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he-IL" sz="2800"/>
                  <a:t>תוצאת ביצוע הפעולות הבלתי תלויות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51AE1"/>
                        </a:solidFill>
                        <a:latin typeface="Cambria Math"/>
                        <a:ea typeface="Cambria Math"/>
                      </a:rPr>
                      <m:t>𝛼</m:t>
                    </m:r>
                  </m:oMath>
                </a14:m>
                <a:r>
                  <a:rPr lang="he-IL" sz="2800">
                    <a:solidFill>
                      <a:srgbClr val="051AE1"/>
                    </a:solidFill>
                  </a:rPr>
                  <a:t> </a:t>
                </a:r>
                <a:r>
                  <a:rPr lang="he-IL" sz="2800"/>
                  <a:t>ו </a:t>
                </a:r>
                <a:r>
                  <a:rPr lang="en-US" sz="2800">
                    <a:solidFill>
                      <a:srgbClr val="2E41FA"/>
                    </a:solidFill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51AE1"/>
                        </a:solidFill>
                        <a:latin typeface="Cambria Math"/>
                        <a:ea typeface="Cambria Math"/>
                      </a:rPr>
                      <m:t>𝛽</m:t>
                    </m:r>
                  </m:oMath>
                </a14:m>
                <a:r>
                  <a:rPr lang="he-IL" sz="2800"/>
                  <a:t>במקביל שקולה לתוצאת הרצת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51AE1"/>
                        </a:solidFill>
                        <a:latin typeface="Cambria Math"/>
                        <a:ea typeface="Cambria Math"/>
                      </a:rPr>
                      <m:t>𝛼</m:t>
                    </m:r>
                  </m:oMath>
                </a14:m>
                <a:r>
                  <a:rPr lang="he-IL" sz="2800">
                    <a:solidFill>
                      <a:srgbClr val="051AE1"/>
                    </a:solidFill>
                  </a:rPr>
                  <a:t> </a:t>
                </a:r>
                <a:r>
                  <a:rPr lang="he-IL" sz="2800"/>
                  <a:t>ו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51AE1"/>
                        </a:solidFill>
                        <a:latin typeface="Cambria Math"/>
                        <a:ea typeface="Cambria Math"/>
                      </a:rPr>
                      <m:t>𝛽</m:t>
                    </m:r>
                  </m:oMath>
                </a14:m>
                <a:r>
                  <a:rPr lang="he-IL" sz="2800">
                    <a:solidFill>
                      <a:srgbClr val="051AE1"/>
                    </a:solidFill>
                  </a:rPr>
                  <a:t> </a:t>
                </a:r>
                <a:r>
                  <a:rPr lang="he-IL" sz="2800"/>
                  <a:t>בטור, </a:t>
                </a:r>
                <a:r>
                  <a:rPr lang="he-IL" sz="2800">
                    <a:solidFill>
                      <a:srgbClr val="FF0000"/>
                    </a:solidFill>
                  </a:rPr>
                  <a:t>בסדר שרירותי</a:t>
                </a:r>
                <a:br>
                  <a:rPr lang="en-US" sz="2400"/>
                </a:br>
                <a:endParaRPr lang="en-US" sz="2400"/>
              </a:p>
              <a:p>
                <a:pPr marL="0" indent="0">
                  <a:buNone/>
                </a:pPr>
                <a:r>
                  <a:rPr lang="he-IL" sz="2800"/>
                  <a:t>פורמאלית, אפשר לכתוב טענה זאת ע"י:</a:t>
                </a:r>
              </a:p>
              <a:p>
                <a:pPr algn="ctr" rtl="0">
                  <a:buNone/>
                </a:pPr>
                <a:endParaRPr lang="en-US" sz="2800" i="0">
                  <a:solidFill>
                    <a:srgbClr val="002060"/>
                  </a:solidFill>
                  <a:latin typeface="Cambria Math"/>
                </a:endParaRPr>
              </a:p>
              <a:p>
                <a:pPr algn="ctr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051AE1"/>
                          </a:solidFill>
                          <a:latin typeface="Cambria Math"/>
                        </a:rPr>
                        <m:t>𝐸𝑓𝑓𝑒𝑐𝑡</m:t>
                      </m:r>
                      <m:d>
                        <m:dPr>
                          <m:ctrlPr>
                            <a:rPr lang="en-US" sz="2800" i="1" dirty="0" smtClean="0">
                              <a:solidFill>
                                <a:srgbClr val="051AE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 smtClean="0">
                              <a:solidFill>
                                <a:srgbClr val="051AE1"/>
                              </a:solidFill>
                              <a:latin typeface="Cambria Math"/>
                              <a:ea typeface="Cambria Math"/>
                            </a:rPr>
                            <m:t>𝛼</m:t>
                          </m:r>
                          <m:r>
                            <m:rPr>
                              <m:nor/>
                            </m:rPr>
                            <a:rPr lang="en-US" sz="2800" b="0" i="0" dirty="0" smtClean="0">
                              <a:solidFill>
                                <a:srgbClr val="051AE1"/>
                              </a:solidFill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800" dirty="0">
                              <a:solidFill>
                                <a:srgbClr val="051AE1"/>
                              </a:solidFill>
                              <a:latin typeface="modstmary10"/>
                            </a:rPr>
                            <m:t>Z</m:t>
                          </m:r>
                          <m:r>
                            <a:rPr lang="en-US" sz="2800" b="0" i="1" dirty="0" smtClean="0">
                              <a:solidFill>
                                <a:srgbClr val="051AE1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sz="2800" b="0" i="1" dirty="0" smtClean="0">
                              <a:solidFill>
                                <a:srgbClr val="051AE1"/>
                              </a:solidFill>
                              <a:latin typeface="Cambria Math"/>
                            </a:rPr>
                            <m:t>𝛽</m:t>
                          </m:r>
                          <m:r>
                            <a:rPr lang="en-US" sz="2800" i="1" dirty="0">
                              <a:solidFill>
                                <a:srgbClr val="051AE1"/>
                              </a:solidFill>
                              <a:latin typeface="Cambria Math"/>
                              <a:ea typeface="Cambria Math"/>
                            </a:rPr>
                            <m:t>,</m:t>
                          </m:r>
                          <m:r>
                            <a:rPr lang="en-US" sz="2800" b="0" i="1" dirty="0" smtClean="0">
                              <a:solidFill>
                                <a:srgbClr val="051AE1"/>
                              </a:solidFill>
                              <a:latin typeface="Cambria Math" panose="02040503050406030204" pitchFamily="18" charset="0"/>
                              <a:ea typeface="Cambria Math"/>
                            </a:rPr>
                            <m:t> </m:t>
                          </m:r>
                          <m:r>
                            <a:rPr lang="en-US" sz="2800" i="1" dirty="0">
                              <a:solidFill>
                                <a:srgbClr val="051AE1"/>
                              </a:solidFill>
                              <a:latin typeface="Cambria Math"/>
                              <a:ea typeface="Cambria Math"/>
                            </a:rPr>
                            <m:t>𝜂</m:t>
                          </m:r>
                        </m:e>
                      </m:d>
                      <m:r>
                        <m:rPr>
                          <m:nor/>
                        </m:rPr>
                        <a:rPr lang="en-US" sz="2800" b="0" i="0" dirty="0" smtClean="0">
                          <a:solidFill>
                            <a:srgbClr val="051AE1"/>
                          </a:solidFill>
                          <a:latin typeface="Cambria Math"/>
                          <a:ea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 smtClean="0">
                          <a:solidFill>
                            <a:srgbClr val="051AE1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51AE1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800" b="0" i="1" dirty="0" smtClean="0">
                          <a:solidFill>
                            <a:srgbClr val="051AE1"/>
                          </a:solidFill>
                          <a:latin typeface="Cambria Math"/>
                        </a:rPr>
                        <m:t>𝐸𝑓𝑓𝑒𝑐𝑡</m:t>
                      </m:r>
                      <m:d>
                        <m:dPr>
                          <m:ctrlPr>
                            <a:rPr lang="en-US" sz="2800" b="0" i="1" dirty="0" smtClean="0">
                              <a:solidFill>
                                <a:srgbClr val="051AE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800" b="0" i="1" dirty="0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dirty="0" smtClean="0">
                                  <a:solidFill>
                                    <a:srgbClr val="051AE1"/>
                                  </a:solidFill>
                                  <a:latin typeface="Cambria Math"/>
                                  <a:ea typeface="Cambria Math"/>
                                </a:rPr>
                                <m:t>𝛼</m:t>
                              </m:r>
                              <m:r>
                                <a:rPr lang="en-US" sz="2800" b="0" i="1" dirty="0" smtClean="0">
                                  <a:solidFill>
                                    <a:srgbClr val="051AE1"/>
                                  </a:solidFill>
                                  <a:latin typeface="Cambria Math"/>
                                  <a:ea typeface="Cambria Math"/>
                                </a:rPr>
                                <m:t>;</m:t>
                              </m:r>
                              <m:r>
                                <a:rPr lang="en-US" sz="2800" b="0" i="1" dirty="0" smtClean="0">
                                  <a:solidFill>
                                    <a:srgbClr val="051AE1"/>
                                  </a:solidFill>
                                  <a:latin typeface="Cambria Math"/>
                                  <a:ea typeface="Cambria Math"/>
                                </a:rPr>
                                <m:t>𝛽</m:t>
                              </m:r>
                            </m:e>
                          </m:d>
                          <m:r>
                            <a:rPr lang="en-US" sz="2800" b="0" i="1" dirty="0" smtClean="0">
                              <a:solidFill>
                                <a:srgbClr val="051AE1"/>
                              </a:solidFill>
                              <a:latin typeface="Cambria Math"/>
                              <a:ea typeface="Cambria Math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800" b="0" i="1" dirty="0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sz="2800" i="1" dirty="0">
                                  <a:solidFill>
                                    <a:srgbClr val="051AE1"/>
                                  </a:solidFill>
                                  <a:latin typeface="Cambria Math"/>
                                  <a:ea typeface="Cambria Math"/>
                                </a:rPr>
                                <m:t>𝛽</m:t>
                              </m:r>
                              <m:r>
                                <a:rPr lang="en-US" sz="2800" b="0" i="1" dirty="0" smtClean="0">
                                  <a:solidFill>
                                    <a:srgbClr val="051AE1"/>
                                  </a:solidFill>
                                  <a:latin typeface="Cambria Math"/>
                                  <a:ea typeface="Cambria Math"/>
                                </a:rPr>
                                <m:t>;</m:t>
                              </m:r>
                              <m:r>
                                <a:rPr lang="en-US" sz="2800" b="0" i="1" dirty="0" smtClean="0">
                                  <a:solidFill>
                                    <a:srgbClr val="051AE1"/>
                                  </a:solidFill>
                                  <a:latin typeface="Cambria Math"/>
                                  <a:ea typeface="Cambria Math"/>
                                </a:rPr>
                                <m:t>𝛼</m:t>
                              </m:r>
                            </m:e>
                          </m:d>
                          <m:r>
                            <a:rPr lang="en-US" sz="2800" b="0" i="1" dirty="0" smtClean="0">
                              <a:solidFill>
                                <a:srgbClr val="051AE1"/>
                              </a:solidFill>
                              <a:latin typeface="Cambria Math"/>
                              <a:ea typeface="Cambria Math"/>
                            </a:rPr>
                            <m:t>,</m:t>
                          </m:r>
                          <m:r>
                            <a:rPr lang="en-US" sz="2800" b="0" i="1" dirty="0" smtClean="0">
                              <a:solidFill>
                                <a:srgbClr val="051AE1"/>
                              </a:solidFill>
                              <a:latin typeface="Cambria Math"/>
                              <a:ea typeface="Cambria Math"/>
                            </a:rPr>
                            <m:t>𝜂</m:t>
                          </m:r>
                        </m:e>
                      </m:d>
                    </m:oMath>
                  </m:oMathPara>
                </a14:m>
                <a:endParaRPr lang="en-US" sz="2800">
                  <a:solidFill>
                    <a:srgbClr val="2E41FA"/>
                  </a:solidFill>
                  <a:latin typeface="cmr1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628650" y="1600200"/>
                <a:ext cx="7886700" cy="4724400"/>
              </a:xfrm>
              <a:blipFill>
                <a:blip r:embed="rId2"/>
                <a:stretch>
                  <a:fillRect t="-1548" r="-1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67500" y="6858000"/>
            <a:ext cx="2476500" cy="476250"/>
          </a:xfrm>
        </p:spPr>
        <p:txBody>
          <a:bodyPr/>
          <a:lstStyle/>
          <a:p>
            <a:fld id="{75F6C15D-3CBD-4AF7-8B12-416CE076B255}" type="datetime12">
              <a:rPr lang="he-IL" smtClean="0"/>
              <a:t>30/09/2025 17:02</a:t>
            </a:fld>
            <a:endParaRPr lang="he-IL"/>
          </a:p>
        </p:txBody>
      </p:sp>
      <p:pic>
        <p:nvPicPr>
          <p:cNvPr id="7" name="Picture 2" descr="http://www.davidson.edu/math/chartier/Shuffle/images/shuffle.gif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33703"/>
            <a:ext cx="1828800" cy="852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6364553"/>
              </p:ext>
            </p:extLst>
          </p:nvPr>
        </p:nvGraphicFramePr>
        <p:xfrm>
          <a:off x="1752600" y="4762830"/>
          <a:ext cx="5219700" cy="1554480"/>
        </p:xfrm>
        <a:graphic>
          <a:graphicData uri="http://schemas.openxmlformats.org/drawingml/2006/table">
            <a:tbl>
              <a:tblPr rtl="1" firstRow="1" bandRow="1">
                <a:tableStyleId>{2D5ABB26-0587-4C30-8999-92F81FD0307C}</a:tableStyleId>
              </a:tblPr>
              <a:tblGrid>
                <a:gridCol w="717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19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1420">
                <a:tc>
                  <a:txBody>
                    <a:bodyPr/>
                    <a:lstStyle/>
                    <a:p>
                      <a:pPr algn="ctr" rtl="1"/>
                      <a:r>
                        <a:rPr lang="he-IL" sz="2800" i="0">
                          <a:solidFill>
                            <a:srgbClr val="051AE1"/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a:t>|||</a:t>
                      </a:r>
                      <a:endParaRPr lang="he-IL" sz="2800">
                        <a:solidFill>
                          <a:srgbClr val="051AE1"/>
                        </a:solidFill>
                        <a:latin typeface="Gisha" panose="020B0502040204020203" pitchFamily="34" charset="-79"/>
                        <a:cs typeface="Gisha" panose="020B0502040204020203" pitchFamily="34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2800"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a:t>מסמן את אופרטור השזירה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090">
                <a:tc>
                  <a:txBody>
                    <a:bodyPr/>
                    <a:lstStyle/>
                    <a:p>
                      <a:pPr algn="ctr" rtl="1"/>
                      <a:r>
                        <a:rPr kumimoji="0" lang="en-US" sz="2800" kern="1200">
                          <a:solidFill>
                            <a:srgbClr val="051AE1"/>
                          </a:solidFill>
                          <a:latin typeface="Gisha" panose="020B0502040204020203" pitchFamily="34" charset="-79"/>
                          <a:ea typeface="+mn-ea"/>
                          <a:cs typeface="Gisha" panose="020B0502040204020203" pitchFamily="34" charset="-79"/>
                        </a:rPr>
                        <a:t>;</a:t>
                      </a:r>
                      <a:endParaRPr kumimoji="0" lang="he-IL" sz="2800" kern="1200">
                        <a:solidFill>
                          <a:srgbClr val="051AE1"/>
                        </a:solidFill>
                        <a:latin typeface="Gisha" panose="020B0502040204020203" pitchFamily="34" charset="-79"/>
                        <a:ea typeface="+mn-ea"/>
                        <a:cs typeface="Gisha" panose="020B0502040204020203" pitchFamily="34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rtl="1"/>
                      <a:r>
                        <a:rPr kumimoji="0" lang="he-IL" sz="2800" kern="1200">
                          <a:solidFill>
                            <a:schemeClr val="tx1"/>
                          </a:solidFill>
                          <a:latin typeface="Gisha" panose="020B0502040204020203" pitchFamily="34" charset="-79"/>
                          <a:ea typeface="+mn-ea"/>
                          <a:cs typeface="Gisha" panose="020B0502040204020203" pitchFamily="34" charset="-79"/>
                        </a:rPr>
                        <a:t>מסמן הרכבה סדרתית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090">
                <a:tc>
                  <a:txBody>
                    <a:bodyPr/>
                    <a:lstStyle/>
                    <a:p>
                      <a:pPr algn="ctr" rtl="1"/>
                      <a:r>
                        <a:rPr lang="en-US" sz="2800">
                          <a:solidFill>
                            <a:srgbClr val="051AE1"/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a:t>+</a:t>
                      </a:r>
                      <a:endParaRPr lang="he-IL" sz="2800">
                        <a:solidFill>
                          <a:srgbClr val="051AE1"/>
                        </a:solidFill>
                        <a:latin typeface="Gisha" panose="020B0502040204020203" pitchFamily="34" charset="-79"/>
                        <a:cs typeface="Gisha" panose="020B0502040204020203" pitchFamily="34" charset="-79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he-IL" sz="2800" kern="1200">
                          <a:solidFill>
                            <a:schemeClr val="tx1"/>
                          </a:solidFill>
                          <a:latin typeface="Gisha" panose="020B0502040204020203" pitchFamily="34" charset="-79"/>
                          <a:ea typeface="+mn-ea"/>
                          <a:cs typeface="Gisha" panose="020B0502040204020203" pitchFamily="34" charset="-79"/>
                        </a:rPr>
                        <a:t>מסמן בחירה לא דטרמיניסטית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/>
          <a:lstStyle/>
          <a:p>
            <a:r>
              <a:rPr lang="he-IL"/>
              <a:t>הגדרה: שזירת מערכות מעברים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762000" y="1065362"/>
                <a:ext cx="8153399" cy="4572000"/>
              </a:xfrm>
            </p:spPr>
            <p:txBody>
              <a:bodyPr>
                <a:noAutofit/>
              </a:bodyPr>
              <a:lstStyle/>
              <a:p>
                <a:pPr marL="0" indent="0" algn="ctr">
                  <a:spcAft>
                    <a:spcPts val="2400"/>
                  </a:spcAft>
                  <a:buNone/>
                </a:pPr>
                <a:r>
                  <a:rPr lang="he-IL" sz="2400"/>
                  <a:t>עבור </a:t>
                </a:r>
                <a:r>
                  <a:rPr lang="he-IL" sz="2400">
                    <a:solidFill>
                      <a:srgbClr val="051AE1"/>
                    </a:solidFill>
                  </a:rPr>
                  <a:t>שתי מערכות מעברים </a:t>
                </a:r>
                <a:r>
                  <a:rPr lang="he-IL" sz="2400"/>
                  <a:t>(שני רכיבים הרצים במקביל):</a:t>
                </a:r>
                <a:endParaRPr lang="he-IL" sz="2400" b="0" i="1">
                  <a:latin typeface="Cambria Math"/>
                </a:endParaRPr>
              </a:p>
              <a:p>
                <a:pPr marL="0" indent="0" algn="ctr" rtl="0"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𝑇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〈"/>
                          <m:endChr m:val="〉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𝐴𝑐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→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he-IL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he-IL" sz="2400"/>
              </a:p>
              <a:p>
                <a:pPr marL="0" indent="0" algn="ctr">
                  <a:spcBef>
                    <a:spcPts val="1200"/>
                  </a:spcBef>
                  <a:spcAft>
                    <a:spcPts val="2400"/>
                  </a:spcAft>
                  <a:buNone/>
                </a:pPr>
                <a:r>
                  <a:rPr lang="he-IL" sz="2400">
                    <a:latin typeface="cmr10"/>
                  </a:rPr>
                  <a:t>נגדיר </a:t>
                </a:r>
                <a:r>
                  <a:rPr lang="he-IL" sz="2400">
                    <a:solidFill>
                      <a:srgbClr val="FF0000"/>
                    </a:solidFill>
                    <a:latin typeface="cmr10"/>
                  </a:rPr>
                  <a:t>מערכת מעברים המתארת הרצה ע"י שזירה</a:t>
                </a:r>
                <a:r>
                  <a:rPr lang="he-IL" sz="2400">
                    <a:latin typeface="cmr10"/>
                  </a:rPr>
                  <a:t>:</a:t>
                </a:r>
                <a:endParaRPr lang="en-US" sz="2400">
                  <a:latin typeface="cmr10"/>
                </a:endParaRPr>
              </a:p>
              <a:p>
                <a:pPr marL="0" indent="0" algn="ctr" rtl="0">
                  <a:spcBef>
                    <a:spcPts val="1200"/>
                  </a:spcBef>
                  <a:spcAft>
                    <a:spcPts val="24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/>
                        </a:rPr>
                        <m:t>𝑇𝑆</m:t>
                      </m:r>
                      <m:r>
                        <a:rPr lang="en-US" sz="2400" i="1" baseline="-25000" dirty="0" smtClean="0">
                          <a:latin typeface="Cambria Math"/>
                        </a:rPr>
                        <m:t>1</m:t>
                      </m:r>
                      <m:r>
                        <a:rPr lang="en-US" sz="2400" b="0" i="1" baseline="-25000" dirty="0" smtClean="0">
                          <a:latin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b="0" i="0" baseline="-25000" dirty="0" smtClean="0">
                          <a:latin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dirty="0">
                          <a:latin typeface="modstmary10"/>
                        </a:rPr>
                        <m:t>Z</m:t>
                      </m:r>
                      <m:r>
                        <a:rPr lang="en-US" sz="2400" b="0" i="1" dirty="0" smtClean="0">
                          <a:latin typeface="Cambria Math"/>
                        </a:rPr>
                        <m:t> </m:t>
                      </m:r>
                      <m:r>
                        <a:rPr lang="en-US" sz="2400" i="1" dirty="0">
                          <a:latin typeface="Cambria Math"/>
                        </a:rPr>
                        <m:t>𝑇𝑆</m:t>
                      </m:r>
                      <m:r>
                        <a:rPr lang="en-US" sz="2400" i="1" baseline="-25000" dirty="0">
                          <a:latin typeface="Cambria Math"/>
                        </a:rPr>
                        <m:t>2</m:t>
                      </m:r>
                      <m:r>
                        <a:rPr lang="en-US" sz="2400" i="1" dirty="0">
                          <a:latin typeface="Cambria Math"/>
                        </a:rPr>
                        <m:t> </m:t>
                      </m:r>
                      <m:r>
                        <a:rPr lang="en-US" sz="2400" i="1" dirty="0" smtClean="0">
                          <a:latin typeface="Cambria Math"/>
                        </a:rPr>
                        <m:t>=</m:t>
                      </m:r>
                      <m:r>
                        <a:rPr lang="en-US" sz="2400" b="0" i="1" dirty="0" smtClean="0">
                          <a:latin typeface="Cambria Math"/>
                        </a:rPr>
                        <m:t>〈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err="1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latin typeface="Cambria Math"/>
                        </a:rPr>
                        <m:t>,</m:t>
                      </m:r>
                      <m:r>
                        <a:rPr lang="en-US" sz="2400" i="1" dirty="0">
                          <a:latin typeface="Cambria Math"/>
                        </a:rPr>
                        <m:t>𝐴𝑐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2400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latin typeface="Cambria Math"/>
                        </a:rPr>
                        <m:t>∪</m:t>
                      </m:r>
                      <m:r>
                        <a:rPr lang="en-US" sz="2400" i="1" dirty="0">
                          <a:latin typeface="Cambria Math"/>
                        </a:rPr>
                        <m:t>𝐴𝑐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2400" i="1" dirty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latin typeface="Cambria Math"/>
                        </a:rPr>
                        <m:t>, </m:t>
                      </m:r>
                      <m:r>
                        <a:rPr lang="en-US" sz="2400" i="1" dirty="0" smtClean="0">
                          <a:solidFill>
                            <a:srgbClr val="051AE1"/>
                          </a:solidFill>
                          <a:latin typeface="Cambria Math"/>
                        </a:rPr>
                        <m:t>→</m:t>
                      </m:r>
                      <m:r>
                        <a:rPr lang="en-US" sz="2400" i="1" dirty="0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latin typeface="Cambria Math"/>
                        </a:rPr>
                        <m:t>,</m:t>
                      </m:r>
                      <m:r>
                        <a:rPr lang="en-US" sz="2400" i="1" dirty="0">
                          <a:latin typeface="Cambria Math"/>
                        </a:rPr>
                        <m:t>𝐴</m:t>
                      </m:r>
                      <m:sSub>
                        <m:sSubPr>
                          <m:ctrlPr>
                            <a:rPr lang="he-IL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he-IL" sz="2400" i="1" dirty="0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he-IL" sz="2400" i="1" dirty="0">
                          <a:latin typeface="Cambria Math"/>
                        </a:rPr>
                        <m:t>∪</m:t>
                      </m:r>
                      <m:r>
                        <a:rPr lang="en-US" sz="2400" i="1" dirty="0">
                          <a:latin typeface="Cambria Math"/>
                        </a:rPr>
                        <m:t>𝐴</m:t>
                      </m:r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/>
                            </a:rPr>
                            <m:t>𝑃</m:t>
                          </m:r>
                        </m:e>
                        <m:sub>
                          <m:r>
                            <a:rPr lang="en-US" sz="2400" i="1" dirty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400" i="1" dirty="0">
                          <a:latin typeface="Cambria Math"/>
                        </a:rPr>
                        <m:t>, </m:t>
                      </m:r>
                      <m:r>
                        <a:rPr lang="en-US" sz="2400" i="1" dirty="0">
                          <a:latin typeface="Cambria Math"/>
                        </a:rPr>
                        <m:t>𝐿</m:t>
                      </m:r>
                      <m:r>
                        <a:rPr lang="en-US" sz="2400" b="0" i="1" dirty="0" smtClean="0">
                          <a:latin typeface="Cambria Math"/>
                        </a:rPr>
                        <m:t>〉</m:t>
                      </m:r>
                    </m:oMath>
                  </m:oMathPara>
                </a14:m>
                <a:endParaRPr lang="he-IL" sz="2400">
                  <a:latin typeface="Calibri"/>
                </a:endParaRPr>
              </a:p>
              <a:p>
                <a:pPr marL="274320" lvl="2" indent="0" algn="ctr">
                  <a:spcBef>
                    <a:spcPts val="3000"/>
                  </a:spcBef>
                  <a:spcAft>
                    <a:spcPts val="2400"/>
                  </a:spcAft>
                  <a:buNone/>
                </a:pPr>
                <a:endParaRPr lang="he-IL" sz="2400">
                  <a:latin typeface="cmmi10"/>
                </a:endParaRPr>
              </a:p>
              <a:p>
                <a:pPr marL="274320" lvl="2" indent="0" algn="ctr">
                  <a:spcBef>
                    <a:spcPts val="3000"/>
                  </a:spcBef>
                  <a:spcAft>
                    <a:spcPts val="2400"/>
                  </a:spcAft>
                  <a:buNone/>
                </a:pPr>
                <a:br>
                  <a:rPr lang="en-US" sz="2400">
                    <a:latin typeface="cmmi10"/>
                  </a:rPr>
                </a:br>
                <a:r>
                  <a:rPr lang="he-IL" sz="2400">
                    <a:latin typeface="cmmi10"/>
                  </a:rPr>
                  <a:t>מתייגים כל מצב בכל התיוגים שקיבל משני הרכיבים:</a:t>
                </a:r>
                <a:br>
                  <a:rPr lang="en-US" sz="2400">
                    <a:latin typeface="cmmi10"/>
                  </a:rPr>
                </a:br>
                <a:r>
                  <a:rPr lang="he-IL" sz="2400">
                    <a:latin typeface="cmmi10"/>
                  </a:rPr>
                  <a:t> </a:t>
                </a:r>
                <a:r>
                  <a:rPr lang="en-US" sz="2400">
                    <a:latin typeface="cmmi1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𝐿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24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/>
                      </a:rPr>
                      <m:t>∪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)</m:t>
                    </m:r>
                  </m:oMath>
                </a14:m>
                <a:endParaRPr lang="he-IL" sz="2400" baseline="-25000">
                  <a:latin typeface="cmr1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762000" y="1065362"/>
                <a:ext cx="8153399" cy="4572000"/>
              </a:xfrm>
              <a:blipFill>
                <a:blip r:embed="rId2"/>
                <a:stretch>
                  <a:fillRect t="-1200" b="-170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667500" y="7143750"/>
            <a:ext cx="2476500" cy="476250"/>
          </a:xfrm>
        </p:spPr>
        <p:txBody>
          <a:bodyPr/>
          <a:lstStyle/>
          <a:p>
            <a:fld id="{3FCCC7F0-D963-4DC1-840B-58261213B54A}" type="datetime12">
              <a:rPr lang="he-IL" smtClean="0"/>
              <a:t>30/09/2025 17:02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154723" y="3810064"/>
                <a:ext cx="2819400" cy="128516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8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800" b="0" i="1" smtClean="0"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2800" b="0" i="1" smtClean="0">
                                  <a:latin typeface="Cambria Math"/>
                                </a:rPr>
                                <m:t>𝛼</m:t>
                              </m:r>
                              <m:r>
                                <a:rPr lang="en-US" sz="2800" b="0" i="1" smtClean="0">
                                  <a:latin typeface="Cambria Math"/>
                                </a:rPr>
                                <m:t>     </m:t>
                              </m:r>
                            </m:e>
                          </m:groupCh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/>
                            </a:rPr>
                            <m:t>  </m:t>
                          </m:r>
                          <m:sSubSup>
                            <m:sSubSupPr>
                              <m:ctrlP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he-IL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he-IL" sz="280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he-IL" sz="2800" b="0" i="1" smtClean="0">
                                  <a:solidFill>
                                    <a:srgbClr val="051AE1"/>
                                  </a:solidFill>
                                  <a:latin typeface="Cambria Math"/>
                                </a:rPr>
                                <m:t>𝛼</m:t>
                              </m:r>
                            </m:e>
                          </m:groupChr>
                          <m:d>
                            <m:dPr>
                              <m:begChr m:val="⟨"/>
                              <m:endChr m:val="⟩"/>
                              <m:ctrlPr>
                                <a:rPr lang="he-IL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8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sz="28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he-IL" sz="280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4723" y="3810064"/>
                <a:ext cx="2819400" cy="12851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953000" y="3810000"/>
                <a:ext cx="2819400" cy="128522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8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800" b="0" i="1" smtClean="0"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2800" b="0" i="1" smtClean="0">
                                  <a:latin typeface="Cambria Math"/>
                                </a:rPr>
                                <m:t>𝛼</m:t>
                              </m:r>
                              <m:r>
                                <a:rPr lang="en-US" sz="2800" b="0" i="1" smtClean="0">
                                  <a:latin typeface="Cambria Math"/>
                                </a:rPr>
                                <m:t>     </m:t>
                              </m:r>
                            </m:e>
                          </m:groupCh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/>
                            </a:rPr>
                            <m:t>  </m:t>
                          </m:r>
                          <m:sSubSup>
                            <m:sSubSupPr>
                              <m:ctrlP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8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he-IL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he-IL" sz="280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he-IL" sz="2800" b="0" i="1" smtClean="0">
                                  <a:solidFill>
                                    <a:srgbClr val="051AE1"/>
                                  </a:solidFill>
                                  <a:latin typeface="Cambria Math"/>
                                </a:rPr>
                                <m:t>𝛼</m:t>
                              </m:r>
                            </m:e>
                          </m:groupChr>
                          <m:d>
                            <m:dPr>
                              <m:begChr m:val="⟨"/>
                              <m:endChr m:val="⟩"/>
                              <m:ctrlPr>
                                <a:rPr lang="he-IL" sz="28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8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8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  <m:r>
                                    <a:rPr lang="en-US" sz="28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′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he-IL" sz="280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3810000"/>
                <a:ext cx="2819400" cy="128522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2" descr="http://www.davidson.edu/math/chartier/Shuffle/images/shuffle.gif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308" y="5715000"/>
            <a:ext cx="1981200" cy="923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9183" y="-457200"/>
            <a:ext cx="8229600" cy="1143000"/>
          </a:xfrm>
        </p:spPr>
        <p:txBody>
          <a:bodyPr/>
          <a:lstStyle/>
          <a:p>
            <a:r>
              <a:rPr lang="he-IL"/>
              <a:t>דוגמה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0256" y="610792"/>
                <a:ext cx="8944707" cy="4266008"/>
              </a:xfrm>
            </p:spPr>
            <p:txBody>
              <a:bodyPr>
                <a:noAutofit/>
              </a:bodyPr>
              <a:lstStyle/>
              <a:p>
                <a:pPr marL="0" indent="0" algn="ctr">
                  <a:spcAft>
                    <a:spcPts val="1200"/>
                  </a:spcAft>
                  <a:buNone/>
                </a:pPr>
                <a:r>
                  <a:rPr lang="he-IL" sz="2400"/>
                  <a:t>עבור </a:t>
                </a:r>
                <a:r>
                  <a:rPr lang="he-IL" sz="2400">
                    <a:solidFill>
                      <a:srgbClr val="051AE1"/>
                    </a:solidFill>
                  </a:rPr>
                  <a:t>שתי מערכות מעברים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he-IL" sz="2400"/>
                  <a:t> ו-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sSub>
                      <m:sSubPr>
                        <m:ctrlPr>
                          <a:rPr lang="he-IL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he-IL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he-IL" sz="2400"/>
                  <a:t> המוגדרות על ידי:</a:t>
                </a:r>
                <a:endParaRPr lang="he-IL" sz="2400" b="0" i="1">
                  <a:latin typeface="Cambria Math"/>
                </a:endParaRPr>
              </a:p>
              <a:p>
                <a:pPr marL="0" indent="0" algn="ctr" rtl="0"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𝑇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〈"/>
                          <m:endChr m:val="〉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limLow>
                            <m:limLow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sz="200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groupChr>
                            </m:e>
                            <m:lim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lim>
                          </m:limLow>
                          <m:r>
                            <a:rPr lang="en-US" sz="2000" b="0" i="1" smtClean="0">
                              <a:latin typeface="Cambria Math"/>
                            </a:rPr>
                            <m:t>,</m:t>
                          </m:r>
                          <m:limLow>
                            <m:limLow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</m:d>
                                </m:e>
                              </m:groupChr>
                            </m:e>
                            <m:lim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𝐴𝑐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lim>
                          </m:limLow>
                          <m:r>
                            <a:rPr lang="en-US" sz="2000" b="0" i="1" smtClean="0">
                              <a:latin typeface="Cambria Math"/>
                            </a:rPr>
                            <m:t>,</m:t>
                          </m:r>
                          <m:limLow>
                            <m:limLow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sz="200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 </m:t>
                                          </m:r>
                                        </m:sub>
                                      </m:sSub>
                                      <m:groupChr>
                                        <m:groupChrPr>
                                          <m:chr m:val="→"/>
                                          <m:vertJc m:val="bot"/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groupChrPr>
                                        <m:e>
                                          <m:r>
                                            <m:rPr>
                                              <m:brk m:alnAt="2"/>
                                            </m:rPr>
                                            <a:rPr lang="en-US" sz="2000" i="1">
                                              <a:latin typeface="Cambria Math"/>
                                            </a:rPr>
                                            <m:t> </m:t>
                                          </m:r>
                                          <m:r>
                                            <a:rPr lang="en-US" sz="2000" i="1">
                                              <a:latin typeface="Cambria Math"/>
                                            </a:rPr>
                                            <m:t>   </m:t>
                                          </m:r>
                                          <m:r>
                                            <a:rPr lang="en-US" sz="2000" i="1">
                                              <a:latin typeface="Cambria Math"/>
                                            </a:rPr>
                                            <m:t>𝛼</m:t>
                                          </m:r>
                                          <m:r>
                                            <a:rPr lang="en-US" sz="2000" i="1">
                                              <a:latin typeface="Cambria Math"/>
                                            </a:rPr>
                                            <m:t>     </m:t>
                                          </m:r>
                                        </m:e>
                                      </m:groupChr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groupChr>
                            </m:e>
                            <m:lim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→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lim>
                          </m:limLow>
                          <m:r>
                            <a:rPr lang="en-US" sz="2000" b="0" i="1" smtClean="0">
                              <a:latin typeface="Cambria Math"/>
                            </a:rPr>
                            <m:t>,</m:t>
                          </m:r>
                          <m:limLow>
                            <m:limLow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sz="200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groupChr>
                            </m:e>
                            <m:lim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lim>
                          </m:limLow>
                          <m:r>
                            <a:rPr lang="en-US" sz="2000" b="0" i="1" smtClean="0">
                              <a:latin typeface="Cambria Math"/>
                            </a:rPr>
                            <m:t>,</m:t>
                          </m:r>
                          <m:limLow>
                            <m:limLow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⟨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⟩,⟨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⟩</m:t>
                                      </m:r>
                                    </m:e>
                                  </m:d>
                                </m:e>
                              </m:groupChr>
                            </m:e>
                            <m:lim>
                              <m:r>
                                <a:rPr lang="en-US" sz="2000" i="1">
                                  <a:latin typeface="Cambria Math"/>
                                </a:rPr>
                                <m:t>𝐴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lim>
                          </m:limLow>
                          <m:r>
                            <a:rPr lang="en-US" sz="2000" b="0" i="1" smtClean="0">
                              <a:latin typeface="Cambria Math"/>
                            </a:rPr>
                            <m:t>,</m:t>
                          </m:r>
                          <m:limLow>
                            <m:limLow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sz="200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↦</m:t>
                                      </m:r>
                                      <m:r>
                                        <m:rPr>
                                          <m:lit/>
                                        </m:rP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{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sz="200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} ,</m:t>
                                      </m:r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↦</m:t>
                                      </m:r>
                                      <m:d>
                                        <m:dPr>
                                          <m:begChr m:val="{"/>
                                          <m:endChr m:val="}"/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𝑠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groupChr>
                            </m:e>
                            <m:lim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lim>
                          </m:limLow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he-IL" sz="2000"/>
              </a:p>
              <a:p>
                <a:pPr marL="0" indent="0" algn="ctr">
                  <a:spcBef>
                    <a:spcPts val="1200"/>
                  </a:spcBef>
                  <a:spcAft>
                    <a:spcPts val="2400"/>
                  </a:spcAft>
                  <a:buNone/>
                </a:pPr>
                <a:r>
                  <a:rPr lang="he-IL" sz="2400">
                    <a:solidFill>
                      <a:srgbClr val="FF0000"/>
                    </a:solidFill>
                    <a:latin typeface="cmr10"/>
                  </a:rPr>
                  <a:t>מערכת מעברים המתארת הרצה ע"י שזירה</a:t>
                </a:r>
                <a:r>
                  <a:rPr lang="en-US" sz="2400">
                    <a:solidFill>
                      <a:srgbClr val="FF0000"/>
                    </a:solidFill>
                    <a:latin typeface="cmr10"/>
                  </a:rPr>
                  <a:t> </a:t>
                </a:r>
                <a:r>
                  <a:rPr lang="he-IL" sz="2400">
                    <a:latin typeface="cmr10"/>
                  </a:rPr>
                  <a:t> היא</a:t>
                </a:r>
                <a:r>
                  <a:rPr lang="en-US" sz="2400">
                    <a:latin typeface="cmr1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/>
                      </a:rPr>
                      <m:t>𝑇𝑆</m:t>
                    </m:r>
                    <m:r>
                      <a:rPr lang="en-US" sz="2400" i="1" baseline="-25000" dirty="0" smtClean="0">
                        <a:latin typeface="Cambria Math"/>
                      </a:rPr>
                      <m:t>1</m:t>
                    </m:r>
                    <m:r>
                      <a:rPr lang="en-US" sz="2400" i="1" baseline="-25000" dirty="0"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2400" baseline="-25000" dirty="0"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2400" dirty="0">
                        <a:latin typeface="modstmary10"/>
                      </a:rPr>
                      <m:t>Z</m:t>
                    </m:r>
                    <m:r>
                      <a:rPr lang="en-US" sz="2400" i="1" dirty="0">
                        <a:latin typeface="Cambria Math"/>
                      </a:rPr>
                      <m:t> </m:t>
                    </m:r>
                    <m:r>
                      <a:rPr lang="en-US" sz="2400" i="1" dirty="0">
                        <a:latin typeface="Cambria Math"/>
                      </a:rPr>
                      <m:t>𝑇𝑆</m:t>
                    </m:r>
                    <m:r>
                      <a:rPr lang="en-US" sz="2400" i="1" baseline="-25000" dirty="0">
                        <a:latin typeface="Cambria Math"/>
                      </a:rPr>
                      <m:t>2</m:t>
                    </m:r>
                    <m:r>
                      <a:rPr lang="en-US" sz="2400" i="1" dirty="0">
                        <a:latin typeface="Cambria Math"/>
                      </a:rPr>
                      <m:t> </m:t>
                    </m:r>
                  </m:oMath>
                </a14:m>
                <a:r>
                  <a:rPr lang="he-IL" sz="2400">
                    <a:latin typeface="cmr10"/>
                  </a:rPr>
                  <a:t>:</a:t>
                </a:r>
                <a:endParaRPr lang="en-US" sz="2400">
                  <a:latin typeface="cmr10"/>
                </a:endParaRPr>
              </a:p>
              <a:p>
                <a:pPr marL="0" indent="0" algn="ctr" rtl="0">
                  <a:spcBef>
                    <a:spcPts val="1200"/>
                  </a:spcBef>
                  <a:spcAft>
                    <a:spcPts val="2400"/>
                  </a:spcAft>
                  <a:buNone/>
                </a:pPr>
                <a14:m>
                  <m:oMath xmlns:m="http://schemas.openxmlformats.org/officeDocument/2006/math">
                    <m:eqArr>
                      <m:eqArr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eqArrPr>
                      <m:e>
                        <m:r>
                          <a:rPr lang="he-IL" sz="2000" i="1" dirty="0">
                            <a:latin typeface="Cambria Math" panose="02040503050406030204" pitchFamily="18" charset="0"/>
                          </a:rPr>
                          <m:t>〈</m:t>
                        </m:r>
                        <m:limLow>
                          <m:limLow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groupChr>
                              <m:groupChrPr>
                                <m:chr m:val="⏟"/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groupChrPr>
                              <m:e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〈"/>
                                        <m:endChr m:val="〉"/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0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 dirty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0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 dirty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〈"/>
                                        <m:endChr m:val="〉"/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0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 dirty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0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 dirty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 dirty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〈"/>
                                        <m:endChr m:val="〉"/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0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 dirty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 dirty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0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 dirty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〈"/>
                                        <m:endChr m:val="〉"/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0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 dirty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 dirty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0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 dirty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 dirty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</m:groupChr>
                          </m:e>
                          <m:lim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lim>
                        </m:limLow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limLow>
                          <m:limLow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groupChr>
                              <m:groupChrPr>
                                <m:chr m:val="⏟"/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groupChrPr>
                              <m:e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</m:e>
                            </m:groupChr>
                          </m:e>
                          <m:lim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𝐴𝑐</m:t>
                            </m:r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∪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𝐴𝑐</m:t>
                            </m:r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lim>
                        </m:limLow>
                        <m:r>
                          <a:rPr lang="en-US" sz="2000" i="1" dirty="0">
                            <a:latin typeface="Cambria Math"/>
                          </a:rPr>
                          <m:t>, </m:t>
                        </m:r>
                        <m:r>
                          <a:rPr lang="en-US" sz="2000" i="1" dirty="0">
                            <a:solidFill>
                              <a:srgbClr val="051AE1"/>
                            </a:solidFill>
                            <a:latin typeface="Cambria Math"/>
                          </a:rPr>
                          <m:t>→</m:t>
                        </m:r>
                        <m:r>
                          <a:rPr lang="en-US" sz="2000" i="1" dirty="0">
                            <a:latin typeface="Cambria Math"/>
                          </a:rPr>
                          <m:t>,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 </m:t>
                        </m:r>
                        <m:limLow>
                          <m:limLow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groupChr>
                              <m:groupChrPr>
                                <m:chr m:val="⏟"/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groupChrPr>
                              <m:e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〈"/>
                                        <m:endChr m:val="〉"/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0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 dirty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0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i="1" dirty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</m:groupChr>
                          </m:e>
                          <m:lim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lim>
                        </m:limLow>
                        <m:r>
                          <a:rPr lang="en-US" sz="2000" i="1" dirty="0">
                            <a:latin typeface="Cambria Math"/>
                          </a:rPr>
                          <m:t>,</m:t>
                        </m:r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  </m:t>
                        </m:r>
                        <m:limLow>
                          <m:limLow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groupChr>
                              <m:groupChrPr>
                                <m:chr m:val="⏟"/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groupChrPr>
                              <m:e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begChr m:val="⟨"/>
                                        <m:endChr m:val="⟩"/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 dirty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2000" i="1" dirty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⟨"/>
                                        <m:endChr m:val="⟩"/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 dirty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2000" b="0" i="1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d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⟨"/>
                                        <m:endChr m:val="⟩"/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b="0" i="1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2000" i="1" dirty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  <m:r>
                                      <a:rPr lang="en-US" sz="2000" b="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d>
                                      <m:dPr>
                                        <m:begChr m:val="⟨"/>
                                        <m:endChr m:val="⟩"/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</m:groupChr>
                          </m:e>
                          <m:lim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0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∪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sSub>
                              <m:sSub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  <m:sub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lim>
                        </m:limLow>
                        <m:r>
                          <a:rPr lang="en-US" sz="2000" i="1" dirty="0">
                            <a:latin typeface="Cambria Math"/>
                          </a:rPr>
                          <m:t>, </m:t>
                        </m:r>
                      </m:e>
                      <m:e>
                        <m:eqArr>
                          <m:eqArr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/>
                          <m:e>
                            <m:limLow>
                              <m:limLow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groupChr>
                                  <m:groupChrPr>
                                    <m:chr m:val="⏟"/>
                                    <m:ctrlP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groupChrPr>
                                  <m:e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en-US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eqArr>
                                          <m:eqArrPr>
                                            <m:ctrlPr>
                                              <a:rPr lang="en-US" sz="20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eqArrPr>
                                          <m:e>
                                            <m:d>
                                              <m:dPr>
                                                <m:begChr m:val="〈"/>
                                                <m:endChr m:val="〉"/>
                                                <m:ctrlPr>
                                                  <a:rPr lang="en-US" sz="2000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sz="2000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000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𝑠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000" i="1" dirty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sz="2000" i="1" dirty="0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sz="2000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000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𝑠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000" i="1" dirty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  <m:r>
                                              <a:rPr lang="en-US" sz="2000" i="1" dirty="0">
                                                <a:latin typeface="Cambria Math" panose="02040503050406030204" pitchFamily="18" charset="0"/>
                                              </a:rPr>
                                              <m:t>↦</m:t>
                                            </m:r>
                                            <m:d>
                                              <m:dPr>
                                                <m:begChr m:val="{"/>
                                                <m:endChr m:val="}"/>
                                                <m:ctrlPr>
                                                  <a:rPr lang="en-US" sz="2000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sz="2000" b="0" i="1" dirty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000" b="0" i="1" dirty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𝑠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000" b="0" i="1" dirty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  <m:r>
                                              <a:rPr lang="en-US" sz="2000" i="1" dirty="0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d>
                                              <m:dPr>
                                                <m:begChr m:val="〈"/>
                                                <m:endChr m:val="〉"/>
                                                <m:ctrlPr>
                                                  <a:rPr lang="en-US" sz="2000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sz="2000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000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𝑠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000" i="1" dirty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sz="2000" i="1" dirty="0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sz="2000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000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𝑠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000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  <m:r>
                                              <a:rPr lang="en-US" sz="2000" i="1" dirty="0">
                                                <a:latin typeface="Cambria Math" panose="02040503050406030204" pitchFamily="18" charset="0"/>
                                              </a:rPr>
                                              <m:t>↦</m:t>
                                            </m:r>
                                            <m:d>
                                              <m:dPr>
                                                <m:begChr m:val="{"/>
                                                <m:endChr m:val="}"/>
                                                <m:ctrlPr>
                                                  <a:rPr lang="en-US" sz="2000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sz="2000" b="0" i="1" dirty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000" i="1" dirty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𝑠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000" b="0" i="1" dirty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sz="2000" b="0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sz="2000" b="0" i="1" dirty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000" b="0" i="1" dirty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𝑠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000" b="0" i="1" dirty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  <m:r>
                                              <a:rPr lang="en-US" sz="2000" i="1" dirty="0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</m:e>
                                          <m:e>
                                            <m:d>
                                              <m:dPr>
                                                <m:begChr m:val="〈"/>
                                                <m:endChr m:val="〉"/>
                                                <m:ctrlPr>
                                                  <a:rPr lang="en-US" sz="2000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sz="2000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000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𝑠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000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sz="2000" i="1" dirty="0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sz="2000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000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𝑠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000" i="1" dirty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  <m:r>
                                              <a:rPr lang="en-US" sz="2000" i="1" dirty="0">
                                                <a:latin typeface="Cambria Math" panose="02040503050406030204" pitchFamily="18" charset="0"/>
                                              </a:rPr>
                                              <m:t>↦</m:t>
                                            </m:r>
                                            <m:d>
                                              <m:dPr>
                                                <m:begChr m:val="{"/>
                                                <m:endChr m:val="}"/>
                                                <m:ctrlPr>
                                                  <a:rPr lang="en-US" sz="2000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sz="2000" b="0" i="1" dirty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000" i="1" dirty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𝑠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000" b="0" i="1" dirty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sz="2000" b="0" i="1" dirty="0" smtClean="0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sz="2000" b="0" i="1" dirty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000" b="0" i="1" dirty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𝑠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000" b="0" i="1" dirty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  <m:r>
                                              <a:rPr lang="en-US" sz="2000" i="1" dirty="0">
                                                <a:latin typeface="Cambria Math" panose="02040503050406030204" pitchFamily="18" charset="0"/>
                                              </a:rPr>
                                              <m:t>,</m:t>
                                            </m:r>
                                            <m:d>
                                              <m:dPr>
                                                <m:begChr m:val="〈"/>
                                                <m:endChr m:val="〉"/>
                                                <m:ctrlPr>
                                                  <a:rPr lang="en-US" sz="2000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sz="2000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000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𝑠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000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en-US" sz="2000" i="1" dirty="0">
                                                    <a:latin typeface="Cambria Math" panose="02040503050406030204" pitchFamily="18" charset="0"/>
                                                  </a:rPr>
                                                  <m:t>,</m:t>
                                                </m:r>
                                                <m:sSub>
                                                  <m:sSubPr>
                                                    <m:ctrlPr>
                                                      <a:rPr lang="en-US" sz="2000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000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𝑠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000" i="1" dirty="0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  <m:r>
                                              <a:rPr lang="en-US" sz="2000" i="1" dirty="0">
                                                <a:latin typeface="Cambria Math" panose="02040503050406030204" pitchFamily="18" charset="0"/>
                                              </a:rPr>
                                              <m:t>↦</m:t>
                                            </m:r>
                                            <m:d>
                                              <m:dPr>
                                                <m:begChr m:val="{"/>
                                                <m:endChr m:val="}"/>
                                                <m:ctrlPr>
                                                  <a:rPr lang="en-US" sz="2000" i="1" dirty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en-US" sz="2000" b="0" i="1" dirty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en-US" sz="2000" i="1" dirty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𝑠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en-US" sz="2000" b="0" i="1" dirty="0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2</m:t>
                                                    </m:r>
                                                  </m:sub>
                                                </m:sSub>
                                              </m:e>
                                            </m:d>
                                          </m:e>
                                        </m:eqArr>
                                      </m:e>
                                    </m:d>
                                    <m:r>
                                      <a:rPr lang="en-US" sz="2000" i="1" dirty="0">
                                        <a:latin typeface="Cambria Math" panose="02040503050406030204" pitchFamily="18" charset="0"/>
                                      </a:rPr>
                                      <m:t>〉</m:t>
                                    </m:r>
                                  </m:e>
                                </m:groupChr>
                              </m:e>
                              <m:lim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lim>
                            </m:limLow>
                          </m:e>
                        </m:eqArr>
                      </m:e>
                    </m:eqArr>
                    <m:r>
                      <a:rPr lang="he-IL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>
                    <a:latin typeface="Calibri"/>
                  </a:rPr>
                  <a:t> </a:t>
                </a:r>
              </a:p>
              <a:p>
                <a:pPr marL="0" indent="0" algn="ctr" rtl="0">
                  <a:spcBef>
                    <a:spcPts val="1200"/>
                  </a:spcBef>
                  <a:spcAft>
                    <a:spcPts val="2400"/>
                  </a:spcAft>
                  <a:buNone/>
                </a:pPr>
                <a:endParaRPr lang="he-IL" sz="1800">
                  <a:latin typeface="Calibri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0256" y="610792"/>
                <a:ext cx="8944707" cy="4266008"/>
              </a:xfrm>
              <a:blipFill>
                <a:blip r:embed="rId2"/>
                <a:stretch>
                  <a:fillRect t="-1286" r="-2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6667500" y="7143750"/>
            <a:ext cx="2476500" cy="476250"/>
          </a:xfrm>
        </p:spPr>
        <p:txBody>
          <a:bodyPr/>
          <a:lstStyle/>
          <a:p>
            <a:fld id="{3FCCC7F0-D963-4DC1-840B-58261213B54A}" type="datetime12">
              <a:rPr lang="he-IL" smtClean="0"/>
              <a:t>30/09/2025 17:02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934200" y="5689818"/>
                <a:ext cx="2034396" cy="94442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𝛼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  </m:t>
                              </m:r>
                            </m:e>
                          </m:groupCh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  </m:t>
                          </m:r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he-IL" sz="200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he-IL" sz="2000" b="0" i="1" smtClean="0">
                                  <a:solidFill>
                                    <a:srgbClr val="051AE1"/>
                                  </a:solidFill>
                                  <a:latin typeface="Cambria Math"/>
                                </a:rPr>
                                <m:t>𝛼</m:t>
                              </m:r>
                            </m:e>
                          </m:groupChr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he-IL" sz="200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200" y="5689818"/>
                <a:ext cx="2034396" cy="9444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918937" y="4648200"/>
                <a:ext cx="2057400" cy="93140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𝛼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  </m:t>
                              </m:r>
                            </m:e>
                          </m:groupCh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  </m:t>
                          </m:r>
                          <m:sSubSup>
                            <m:sSubSup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he-IL" sz="200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he-IL" sz="2000" b="0" i="1" smtClean="0">
                                  <a:solidFill>
                                    <a:srgbClr val="051AE1"/>
                                  </a:solidFill>
                                  <a:latin typeface="Cambria Math"/>
                                </a:rPr>
                                <m:t>𝛼</m:t>
                              </m:r>
                            </m:e>
                          </m:groupChr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′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he-IL" sz="200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8937" y="4648200"/>
                <a:ext cx="2057400" cy="9314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2" descr="http://www.davidson.edu/math/chartier/Shuffle/images/shuffle.gif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308" y="5715000"/>
            <a:ext cx="1981200" cy="923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143000" y="4919640"/>
                <a:ext cx="5649688" cy="10251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51AE1"/>
                        </a:solidFill>
                        <a:latin typeface="Cambria Math"/>
                      </a:rPr>
                      <m:t>→</m:t>
                    </m:r>
                    <m:r>
                      <a:rPr lang="en-US" sz="2400" b="0" i="1" dirty="0" smtClean="0">
                        <a:solidFill>
                          <a:srgbClr val="051AE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400" b="0" i="1" dirty="0" smtClean="0">
                        <a:solidFill>
                          <a:srgbClr val="051AE1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⟨"/>
                        <m:endChr m:val="⟩"/>
                        <m:ctrlPr>
                          <a:rPr lang="he-IL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groupChr>
                      <m:groupChrPr>
                        <m:chr m:val="→"/>
                        <m:vertJc m:val="bot"/>
                        <m:ctrlPr>
                          <a:rPr lang="he-IL" sz="2400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he-IL" sz="2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groupChr>
                    <m:r>
                      <a:rPr lang="he-IL" sz="24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⟨"/>
                        <m:endChr m:val="⟩"/>
                        <m:ctrlPr>
                          <a:rPr lang="he-IL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he-IL" sz="2400"/>
                  <a:t>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he-IL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groupChr>
                      <m:groupChrPr>
                        <m:chr m:val="→"/>
                        <m:vertJc m:val="bot"/>
                        <m:ctrlPr>
                          <a:rPr lang="he-IL" sz="24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he-IL" sz="2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groupChr>
                    <m:d>
                      <m:dPr>
                        <m:begChr m:val="⟨"/>
                        <m:endChr m:val="⟩"/>
                        <m:ctrlPr>
                          <a:rPr lang="he-IL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/>
                  <a:t>,</a:t>
                </a:r>
                <a:br>
                  <a:rPr lang="en-US" sz="2400"/>
                </a:br>
                <a:r>
                  <a:rPr lang="en-US" sz="2400"/>
                  <a:t>           </a:t>
                </a:r>
                <a:r>
                  <a:rPr lang="he-IL" sz="2400"/>
                  <a:t>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he-IL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groupChr>
                      <m:groupChrPr>
                        <m:chr m:val="→"/>
                        <m:vertJc m:val="bot"/>
                        <m:ctrlPr>
                          <a:rPr lang="he-IL" sz="24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he-IL" sz="2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groupChr>
                    <m:r>
                      <a:rPr lang="he-IL" sz="24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⟨"/>
                        <m:endChr m:val="⟩"/>
                        <m:ctrlPr>
                          <a:rPr lang="he-IL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⟨"/>
                        <m:endChr m:val="⟩"/>
                        <m:ctrlPr>
                          <a:rPr lang="he-IL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groupChr>
                      <m:groupChrPr>
                        <m:chr m:val="→"/>
                        <m:vertJc m:val="bot"/>
                        <m:ctrlPr>
                          <a:rPr lang="he-IL" sz="24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he-IL" sz="2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groupChr>
                    <m:r>
                      <a:rPr lang="he-IL" sz="24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⟨"/>
                        <m:endChr m:val="⟩"/>
                        <m:ctrlPr>
                          <a:rPr lang="he-IL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4919640"/>
                <a:ext cx="5649688" cy="1025152"/>
              </a:xfrm>
              <a:prstGeom prst="rect">
                <a:avLst/>
              </a:prstGeom>
              <a:blipFill>
                <a:blip r:embed="rId6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65512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66800" y="2057400"/>
            <a:ext cx="6926668" cy="830997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rtlCol="1">
            <a:spAutoFit/>
          </a:bodyPr>
          <a:lstStyle/>
          <a:p>
            <a:pPr algn="ctr"/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בשקפים הבאים נדגים איך שוזרים את מערכות המעברים הבאות לפי כללי הגזירה שהגדרנו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973094" y="39624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3094" y="3962400"/>
                <a:ext cx="365760" cy="3657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973094" y="5503983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3094" y="5503983"/>
                <a:ext cx="365760" cy="3657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Elbow Connector 7"/>
          <p:cNvCxnSpPr>
            <a:stCxn id="6" idx="1"/>
            <a:endCxn id="7" idx="1"/>
          </p:cNvCxnSpPr>
          <p:nvPr/>
        </p:nvCxnSpPr>
        <p:spPr>
          <a:xfrm rot="10800000" flipV="1">
            <a:off x="1973094" y="4145279"/>
            <a:ext cx="12700" cy="1541583"/>
          </a:xfrm>
          <a:prstGeom prst="bentConnector3">
            <a:avLst>
              <a:gd name="adj1" fmla="val 180000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hape 31"/>
          <p:cNvCxnSpPr>
            <a:stCxn id="7" idx="3"/>
            <a:endCxn id="6" idx="3"/>
          </p:cNvCxnSpPr>
          <p:nvPr/>
        </p:nvCxnSpPr>
        <p:spPr>
          <a:xfrm flipV="1">
            <a:off x="2338854" y="4145280"/>
            <a:ext cx="12700" cy="1541583"/>
          </a:xfrm>
          <a:prstGeom prst="bentConnector3">
            <a:avLst>
              <a:gd name="adj1" fmla="val 180000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Elbow Connector 9"/>
          <p:cNvCxnSpPr/>
          <p:nvPr/>
        </p:nvCxnSpPr>
        <p:spPr>
          <a:xfrm rot="5400000" flipH="1" flipV="1">
            <a:off x="2201206" y="3980471"/>
            <a:ext cx="2565" cy="1588"/>
          </a:xfrm>
          <a:prstGeom prst="bentConnector3">
            <a:avLst>
              <a:gd name="adj1" fmla="val 9939259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4731534" y="431292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1534" y="4312920"/>
                <a:ext cx="365760" cy="365760"/>
              </a:xfrm>
              <a:prstGeom prst="rect">
                <a:avLst/>
              </a:prstGeom>
              <a:blipFill>
                <a:blip r:embed="rId4"/>
                <a:stretch>
                  <a:fillRect b="-161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731534" y="499872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1534" y="4998720"/>
                <a:ext cx="365760" cy="365760"/>
              </a:xfrm>
              <a:prstGeom prst="rect">
                <a:avLst/>
              </a:prstGeom>
              <a:blipFill>
                <a:blip r:embed="rId5"/>
                <a:stretch>
                  <a:fillRect b="-161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Elbow Connector 12"/>
          <p:cNvCxnSpPr>
            <a:stCxn id="11" idx="1"/>
            <a:endCxn id="12" idx="1"/>
          </p:cNvCxnSpPr>
          <p:nvPr/>
        </p:nvCxnSpPr>
        <p:spPr>
          <a:xfrm rot="10800000" flipV="1">
            <a:off x="4731534" y="4495800"/>
            <a:ext cx="12700" cy="685800"/>
          </a:xfrm>
          <a:prstGeom prst="bentConnector3">
            <a:avLst>
              <a:gd name="adj1" fmla="val 180000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hape 31"/>
          <p:cNvCxnSpPr>
            <a:stCxn id="12" idx="3"/>
            <a:endCxn id="11" idx="3"/>
          </p:cNvCxnSpPr>
          <p:nvPr/>
        </p:nvCxnSpPr>
        <p:spPr>
          <a:xfrm flipV="1">
            <a:off x="5097294" y="4495800"/>
            <a:ext cx="12700" cy="685800"/>
          </a:xfrm>
          <a:prstGeom prst="bentConnector3">
            <a:avLst>
              <a:gd name="adj1" fmla="val 180000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Elbow Connector 14"/>
          <p:cNvCxnSpPr/>
          <p:nvPr/>
        </p:nvCxnSpPr>
        <p:spPr>
          <a:xfrm rot="5400000" flipH="1" flipV="1">
            <a:off x="4916174" y="4312920"/>
            <a:ext cx="1588" cy="1588"/>
          </a:xfrm>
          <a:prstGeom prst="bentConnector3">
            <a:avLst>
              <a:gd name="adj1" fmla="val 14395466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973094" y="4818183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3094" y="4818183"/>
                <a:ext cx="365760" cy="3657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hape 31"/>
          <p:cNvCxnSpPr>
            <a:stCxn id="6" idx="2"/>
            <a:endCxn id="16" idx="0"/>
          </p:cNvCxnSpPr>
          <p:nvPr/>
        </p:nvCxnSpPr>
        <p:spPr>
          <a:xfrm>
            <a:off x="2155974" y="4328160"/>
            <a:ext cx="0" cy="490023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2125494" y="4360983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5494" y="4360983"/>
                <a:ext cx="38266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439694" y="4665783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9694" y="4665783"/>
                <a:ext cx="382669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582694" y="4665783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2694" y="4665783"/>
                <a:ext cx="38266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4114800" y="45720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4572000"/>
                <a:ext cx="38266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5341134" y="461772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1134" y="4617720"/>
                <a:ext cx="38266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3344694" y="4419600"/>
                <a:ext cx="312906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3600" dirty="0">
                          <a:latin typeface="modstmary10"/>
                        </a:rPr>
                        <m:t>Z</m:t>
                      </m:r>
                    </m:oMath>
                  </m:oMathPara>
                </a14:m>
                <a:endParaRPr lang="he-IL" sz="360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694" y="4419600"/>
                <a:ext cx="312906" cy="646331"/>
              </a:xfrm>
              <a:prstGeom prst="rect">
                <a:avLst/>
              </a:prstGeom>
              <a:blipFill>
                <a:blip r:embed="rId11"/>
                <a:stretch>
                  <a:fillRect r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5859294" y="4343400"/>
                <a:ext cx="65755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he-IL" sz="3600"/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9294" y="4343400"/>
                <a:ext cx="657552" cy="64633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7078494" y="4343400"/>
                <a:ext cx="312906" cy="646331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he-IL" sz="36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8494" y="4343400"/>
                <a:ext cx="312906" cy="64633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71738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3962400" y="2819400"/>
            <a:ext cx="4785360" cy="2235470"/>
            <a:chOff x="3672840" y="3710473"/>
            <a:chExt cx="4785360" cy="223547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0772D844-ABE7-461C-83BB-84267F36BBF8}"/>
                    </a:ext>
                  </a:extLst>
                </p:cNvPr>
                <p:cNvSpPr/>
                <p:nvPr/>
              </p:nvSpPr>
              <p:spPr>
                <a:xfrm>
                  <a:off x="4206239" y="4038600"/>
                  <a:ext cx="900701" cy="365760"/>
                </a:xfrm>
                <a:prstGeom prst="rect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0772D844-ABE7-461C-83BB-84267F36BBF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6239" y="4038600"/>
                  <a:ext cx="900701" cy="365760"/>
                </a:xfrm>
                <a:prstGeom prst="rect">
                  <a:avLst/>
                </a:prstGeom>
                <a:blipFill>
                  <a:blip r:embed="rId2"/>
                  <a:stretch>
                    <a:fillRect b="-3226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BBECFAFF-F4E9-4D88-A6A5-B91BF4570EDA}"/>
                    </a:ext>
                  </a:extLst>
                </p:cNvPr>
                <p:cNvSpPr/>
                <p:nvPr/>
              </p:nvSpPr>
              <p:spPr>
                <a:xfrm>
                  <a:off x="4206239" y="5580183"/>
                  <a:ext cx="900701" cy="365760"/>
                </a:xfrm>
                <a:prstGeom prst="rect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BBECFAFF-F4E9-4D88-A6A5-B91BF4570ED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6239" y="5580183"/>
                  <a:ext cx="900701" cy="365760"/>
                </a:xfrm>
                <a:prstGeom prst="rect">
                  <a:avLst/>
                </a:prstGeom>
                <a:blipFill>
                  <a:blip r:embed="rId3"/>
                  <a:stretch>
                    <a:fillRect b="-3226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Elbow Connector 8">
              <a:extLst>
                <a:ext uri="{FF2B5EF4-FFF2-40B4-BE49-F238E27FC236}">
                  <a16:creationId xmlns:a16="http://schemas.microsoft.com/office/drawing/2014/main" id="{016AA005-7E9D-4B34-BA6C-D05C238A64F8}"/>
                </a:ext>
              </a:extLst>
            </p:cNvPr>
            <p:cNvCxnSpPr>
              <a:stCxn id="23" idx="1"/>
              <a:endCxn id="24" idx="1"/>
            </p:cNvCxnSpPr>
            <p:nvPr/>
          </p:nvCxnSpPr>
          <p:spPr>
            <a:xfrm rot="10800000" flipV="1">
              <a:off x="4206239" y="4221479"/>
              <a:ext cx="12700" cy="1541583"/>
            </a:xfrm>
            <a:prstGeom prst="bentConnector3">
              <a:avLst>
                <a:gd name="adj1" fmla="val 1800000"/>
              </a:avLst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hape 31">
              <a:extLst>
                <a:ext uri="{FF2B5EF4-FFF2-40B4-BE49-F238E27FC236}">
                  <a16:creationId xmlns:a16="http://schemas.microsoft.com/office/drawing/2014/main" id="{DB837688-D0BB-4315-8B68-71AC0638A698}"/>
                </a:ext>
              </a:extLst>
            </p:cNvPr>
            <p:cNvCxnSpPr>
              <a:stCxn id="24" idx="3"/>
              <a:endCxn id="23" idx="3"/>
            </p:cNvCxnSpPr>
            <p:nvPr/>
          </p:nvCxnSpPr>
          <p:spPr>
            <a:xfrm flipV="1">
              <a:off x="5106940" y="4221480"/>
              <a:ext cx="12700" cy="1541583"/>
            </a:xfrm>
            <a:prstGeom prst="bentConnector3">
              <a:avLst>
                <a:gd name="adj1" fmla="val 1800000"/>
              </a:avLst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Elbow Connector 10">
              <a:extLst>
                <a:ext uri="{FF2B5EF4-FFF2-40B4-BE49-F238E27FC236}">
                  <a16:creationId xmlns:a16="http://schemas.microsoft.com/office/drawing/2014/main" id="{04BEB424-9F34-4911-AE8D-DBFD655B7750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4179530" y="4114800"/>
              <a:ext cx="2325" cy="1304"/>
            </a:xfrm>
            <a:prstGeom prst="bentConnector3">
              <a:avLst>
                <a:gd name="adj1" fmla="val 17748086"/>
              </a:avLst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040AEE65-CA0E-42A2-9805-1257F5040AAE}"/>
                    </a:ext>
                  </a:extLst>
                </p:cNvPr>
                <p:cNvSpPr/>
                <p:nvPr/>
              </p:nvSpPr>
              <p:spPr>
                <a:xfrm>
                  <a:off x="4206239" y="4894383"/>
                  <a:ext cx="900701" cy="365760"/>
                </a:xfrm>
                <a:prstGeom prst="rect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040AEE65-CA0E-42A2-9805-1257F5040AA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6239" y="4894383"/>
                  <a:ext cx="900701" cy="365760"/>
                </a:xfrm>
                <a:prstGeom prst="rect">
                  <a:avLst/>
                </a:prstGeom>
                <a:blipFill>
                  <a:blip r:embed="rId4"/>
                  <a:stretch>
                    <a:fillRect b="-1613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hape 31">
              <a:extLst>
                <a:ext uri="{FF2B5EF4-FFF2-40B4-BE49-F238E27FC236}">
                  <a16:creationId xmlns:a16="http://schemas.microsoft.com/office/drawing/2014/main" id="{9099BEED-FD80-4064-B99F-8DE575F06694}"/>
                </a:ext>
              </a:extLst>
            </p:cNvPr>
            <p:cNvCxnSpPr>
              <a:stCxn id="23" idx="2"/>
              <a:endCxn id="29" idx="0"/>
            </p:cNvCxnSpPr>
            <p:nvPr/>
          </p:nvCxnSpPr>
          <p:spPr>
            <a:xfrm>
              <a:off x="4656590" y="4404360"/>
              <a:ext cx="0" cy="490023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EEBA61F2-B1CA-4CA0-A30C-9B68A25778BE}"/>
                    </a:ext>
                  </a:extLst>
                </p:cNvPr>
                <p:cNvSpPr txBox="1"/>
                <p:nvPr/>
              </p:nvSpPr>
              <p:spPr>
                <a:xfrm>
                  <a:off x="4358640" y="4437183"/>
                  <a:ext cx="942340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EEBA61F2-B1CA-4CA0-A30C-9B68A25778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58640" y="4437183"/>
                  <a:ext cx="942340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32D43BEE-ABB4-4F1A-8C16-1ABB9A011CE2}"/>
                    </a:ext>
                  </a:extLst>
                </p:cNvPr>
                <p:cNvSpPr txBox="1"/>
                <p:nvPr/>
              </p:nvSpPr>
              <p:spPr>
                <a:xfrm>
                  <a:off x="3672840" y="4741983"/>
                  <a:ext cx="382669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32D43BEE-ABB4-4F1A-8C16-1ABB9A011C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72840" y="4741983"/>
                  <a:ext cx="382669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8AF06996-13C9-44F0-8253-675063B07056}"/>
                    </a:ext>
                  </a:extLst>
                </p:cNvPr>
                <p:cNvSpPr txBox="1"/>
                <p:nvPr/>
              </p:nvSpPr>
              <p:spPr>
                <a:xfrm>
                  <a:off x="5001260" y="4572000"/>
                  <a:ext cx="942340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8AF06996-13C9-44F0-8253-675063B070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01260" y="4572000"/>
                  <a:ext cx="942340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0420AA26-A1BD-453A-A086-78EF280A5D37}"/>
                    </a:ext>
                  </a:extLst>
                </p:cNvPr>
                <p:cNvSpPr/>
                <p:nvPr/>
              </p:nvSpPr>
              <p:spPr>
                <a:xfrm>
                  <a:off x="6758956" y="4002024"/>
                  <a:ext cx="900701" cy="365760"/>
                </a:xfrm>
                <a:prstGeom prst="rect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0420AA26-A1BD-453A-A086-78EF280A5D3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8956" y="4002024"/>
                  <a:ext cx="900701" cy="365760"/>
                </a:xfrm>
                <a:prstGeom prst="rect">
                  <a:avLst/>
                </a:prstGeom>
                <a:blipFill>
                  <a:blip r:embed="rId8"/>
                  <a:stretch>
                    <a:fillRect b="-3226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B1B02EF7-2B8A-4B7E-A415-17B62A86F7BF}"/>
                    </a:ext>
                  </a:extLst>
                </p:cNvPr>
                <p:cNvSpPr/>
                <p:nvPr/>
              </p:nvSpPr>
              <p:spPr>
                <a:xfrm>
                  <a:off x="6758956" y="5543607"/>
                  <a:ext cx="900701" cy="365760"/>
                </a:xfrm>
                <a:prstGeom prst="rect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B1B02EF7-2B8A-4B7E-A415-17B62A86F7B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8956" y="5543607"/>
                  <a:ext cx="900701" cy="365760"/>
                </a:xfrm>
                <a:prstGeom prst="rect">
                  <a:avLst/>
                </a:prstGeom>
                <a:blipFill>
                  <a:blip r:embed="rId9"/>
                  <a:stretch>
                    <a:fillRect b="-3226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4" name="Elbow Connector 8">
              <a:extLst>
                <a:ext uri="{FF2B5EF4-FFF2-40B4-BE49-F238E27FC236}">
                  <a16:creationId xmlns:a16="http://schemas.microsoft.com/office/drawing/2014/main" id="{7174D4AC-2EE4-4CC9-8FAE-73113FD86FA0}"/>
                </a:ext>
              </a:extLst>
            </p:cNvPr>
            <p:cNvCxnSpPr>
              <a:stCxn id="50" idx="1"/>
              <a:endCxn id="51" idx="1"/>
            </p:cNvCxnSpPr>
            <p:nvPr/>
          </p:nvCxnSpPr>
          <p:spPr>
            <a:xfrm rot="10800000" flipV="1">
              <a:off x="6758956" y="4184903"/>
              <a:ext cx="12700" cy="1541583"/>
            </a:xfrm>
            <a:prstGeom prst="bentConnector3">
              <a:avLst>
                <a:gd name="adj1" fmla="val 1800000"/>
              </a:avLst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hape 31">
              <a:extLst>
                <a:ext uri="{FF2B5EF4-FFF2-40B4-BE49-F238E27FC236}">
                  <a16:creationId xmlns:a16="http://schemas.microsoft.com/office/drawing/2014/main" id="{2A811A98-4476-4A6D-85CB-2573A285AE31}"/>
                </a:ext>
              </a:extLst>
            </p:cNvPr>
            <p:cNvCxnSpPr>
              <a:stCxn id="51" idx="3"/>
              <a:endCxn id="50" idx="3"/>
            </p:cNvCxnSpPr>
            <p:nvPr/>
          </p:nvCxnSpPr>
          <p:spPr>
            <a:xfrm flipV="1">
              <a:off x="7659657" y="4184904"/>
              <a:ext cx="12700" cy="1541583"/>
            </a:xfrm>
            <a:prstGeom prst="bentConnector3">
              <a:avLst>
                <a:gd name="adj1" fmla="val 1800000"/>
              </a:avLst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309387FD-1916-4DA3-B9CE-353AFFDCB32F}"/>
                    </a:ext>
                  </a:extLst>
                </p:cNvPr>
                <p:cNvSpPr/>
                <p:nvPr/>
              </p:nvSpPr>
              <p:spPr>
                <a:xfrm>
                  <a:off x="6758956" y="4857807"/>
                  <a:ext cx="900701" cy="365760"/>
                </a:xfrm>
                <a:prstGeom prst="rect">
                  <a:avLst/>
                </a:prstGeom>
                <a:solidFill>
                  <a:srgbClr val="FFFF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3"/>
                </a:lnRef>
                <a:fillRef idx="1">
                  <a:schemeClr val="lt1"/>
                </a:fillRef>
                <a:effectRef idx="0">
                  <a:schemeClr val="accent3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/>
                </a:p>
              </p:txBody>
            </p:sp>
          </mc:Choice>
          <mc:Fallback xmlns=""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309387FD-1916-4DA3-B9CE-353AFFDCB32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8956" y="4857807"/>
                  <a:ext cx="900701" cy="365760"/>
                </a:xfrm>
                <a:prstGeom prst="rect">
                  <a:avLst/>
                </a:prstGeom>
                <a:blipFill>
                  <a:blip r:embed="rId10"/>
                  <a:stretch>
                    <a:fillRect b="-1613"/>
                  </a:stretch>
                </a:blipFill>
                <a:ln w="127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8" name="Shape 31">
              <a:extLst>
                <a:ext uri="{FF2B5EF4-FFF2-40B4-BE49-F238E27FC236}">
                  <a16:creationId xmlns:a16="http://schemas.microsoft.com/office/drawing/2014/main" id="{9EE30F6F-4D62-4CE7-8B0C-C0DFA7B124A8}"/>
                </a:ext>
              </a:extLst>
            </p:cNvPr>
            <p:cNvCxnSpPr>
              <a:stCxn id="50" idx="2"/>
              <a:endCxn id="57" idx="0"/>
            </p:cNvCxnSpPr>
            <p:nvPr/>
          </p:nvCxnSpPr>
          <p:spPr>
            <a:xfrm>
              <a:off x="7209307" y="4367784"/>
              <a:ext cx="0" cy="490023"/>
            </a:xfrm>
            <a:prstGeom prst="straightConnector1">
              <a:avLst/>
            </a:prstGeom>
            <a:ln w="19050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5205189A-5742-4921-B724-5697AEB5D42F}"/>
                    </a:ext>
                  </a:extLst>
                </p:cNvPr>
                <p:cNvSpPr txBox="1"/>
                <p:nvPr/>
              </p:nvSpPr>
              <p:spPr>
                <a:xfrm>
                  <a:off x="6911357" y="4400607"/>
                  <a:ext cx="942340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5205189A-5742-4921-B724-5697AEB5D4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11357" y="4400607"/>
                  <a:ext cx="942340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4D9BBB47-310D-4A51-A057-1ACD6834792D}"/>
                    </a:ext>
                  </a:extLst>
                </p:cNvPr>
                <p:cNvSpPr txBox="1"/>
                <p:nvPr/>
              </p:nvSpPr>
              <p:spPr>
                <a:xfrm>
                  <a:off x="6225557" y="4705407"/>
                  <a:ext cx="382669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4D9BBB47-310D-4A51-A057-1ACD683479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25557" y="4705407"/>
                  <a:ext cx="382669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22E1D097-E96D-460D-A46C-9D74980547E4}"/>
                    </a:ext>
                  </a:extLst>
                </p:cNvPr>
                <p:cNvSpPr txBox="1"/>
                <p:nvPr/>
              </p:nvSpPr>
              <p:spPr>
                <a:xfrm>
                  <a:off x="7515860" y="4705407"/>
                  <a:ext cx="942340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22E1D097-E96D-460D-A46C-9D74980547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5860" y="4705407"/>
                  <a:ext cx="942340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A37DEDE-38FA-4AA6-96C1-20922A3530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06941" y="4072652"/>
              <a:ext cx="1652014" cy="191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B4D49F7A-356B-4330-9CD5-ACB68D2CB707}"/>
                    </a:ext>
                  </a:extLst>
                </p:cNvPr>
                <p:cNvSpPr txBox="1"/>
                <p:nvPr/>
              </p:nvSpPr>
              <p:spPr>
                <a:xfrm>
                  <a:off x="5842888" y="3710473"/>
                  <a:ext cx="382669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B4D49F7A-356B-4330-9CD5-ACB68D2CB7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2888" y="3710473"/>
                  <a:ext cx="382669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548ED63E-5722-40B5-984F-99A70E3516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06940" y="4114800"/>
              <a:ext cx="1652016" cy="365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B5F31224-1B1B-45EB-A638-7D853D8433BF}"/>
                    </a:ext>
                  </a:extLst>
                </p:cNvPr>
                <p:cNvSpPr txBox="1"/>
                <p:nvPr/>
              </p:nvSpPr>
              <p:spPr>
                <a:xfrm>
                  <a:off x="5523771" y="4002024"/>
                  <a:ext cx="942340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B5F31224-1B1B-45EB-A638-7D853D8433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3771" y="4002024"/>
                  <a:ext cx="942340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1E60040A-C64D-45CA-9826-2580E2EC15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05401" y="5010379"/>
              <a:ext cx="1652014" cy="191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6AC4056D-2EE1-4DF5-99CF-E67E82CA30BF}"/>
                    </a:ext>
                  </a:extLst>
                </p:cNvPr>
                <p:cNvSpPr txBox="1"/>
                <p:nvPr/>
              </p:nvSpPr>
              <p:spPr>
                <a:xfrm>
                  <a:off x="5841348" y="4648200"/>
                  <a:ext cx="382669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6AC4056D-2EE1-4DF5-99CF-E67E82CA30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1348" y="4648200"/>
                  <a:ext cx="382669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91A57128-C45B-4155-860B-23CED8AB5A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05400" y="5052527"/>
              <a:ext cx="1652016" cy="365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22C99605-4B9A-40C0-80B3-3B2E5EB18435}"/>
                    </a:ext>
                  </a:extLst>
                </p:cNvPr>
                <p:cNvSpPr txBox="1"/>
                <p:nvPr/>
              </p:nvSpPr>
              <p:spPr>
                <a:xfrm>
                  <a:off x="5522231" y="4939751"/>
                  <a:ext cx="942340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22C99605-4B9A-40C0-80B3-3B2E5EB184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231" y="4939751"/>
                  <a:ext cx="942340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1FE63257-A5B9-4EB0-A011-59377AA7F7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05401" y="5644896"/>
              <a:ext cx="1652014" cy="1910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2D547277-E835-4316-8ABB-F4F2D1B03DAA}"/>
                    </a:ext>
                  </a:extLst>
                </p:cNvPr>
                <p:cNvSpPr txBox="1"/>
                <p:nvPr/>
              </p:nvSpPr>
              <p:spPr>
                <a:xfrm>
                  <a:off x="5841348" y="5282717"/>
                  <a:ext cx="382669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2D547277-E835-4316-8ABB-F4F2D1B03D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41348" y="5282717"/>
                  <a:ext cx="382669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984AAA8C-9B63-4D8E-B9D5-6D28C8BB1A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05400" y="5687044"/>
              <a:ext cx="1652016" cy="365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FB72E807-3C3D-4815-9270-2E6DE6BD9C35}"/>
                    </a:ext>
                  </a:extLst>
                </p:cNvPr>
                <p:cNvSpPr txBox="1"/>
                <p:nvPr/>
              </p:nvSpPr>
              <p:spPr>
                <a:xfrm>
                  <a:off x="5522231" y="5574268"/>
                  <a:ext cx="942340" cy="369332"/>
                </a:xfrm>
                <a:prstGeom prst="rect">
                  <a:avLst/>
                </a:prstGeom>
                <a:noFill/>
              </p:spPr>
              <p:txBody>
                <a:bodyPr wrap="squar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FB72E807-3C3D-4815-9270-2E6DE6BD9C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2231" y="5574268"/>
                  <a:ext cx="942340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/>
              <p:cNvSpPr/>
              <p:nvPr/>
            </p:nvSpPr>
            <p:spPr>
              <a:xfrm>
                <a:off x="1320008" y="1006112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6" name="Rectangle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0008" y="1006112"/>
                <a:ext cx="365760" cy="36576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tangle 71"/>
              <p:cNvSpPr/>
              <p:nvPr/>
            </p:nvSpPr>
            <p:spPr>
              <a:xfrm>
                <a:off x="1320008" y="2547695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he-IL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2" name="Rectangle 7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0008" y="2547695"/>
                <a:ext cx="365760" cy="36576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Elbow Connector 72"/>
          <p:cNvCxnSpPr>
            <a:stCxn id="56" idx="1"/>
            <a:endCxn id="72" idx="1"/>
          </p:cNvCxnSpPr>
          <p:nvPr/>
        </p:nvCxnSpPr>
        <p:spPr>
          <a:xfrm rot="10800000" flipV="1">
            <a:off x="1320008" y="1188991"/>
            <a:ext cx="12700" cy="1541583"/>
          </a:xfrm>
          <a:prstGeom prst="bentConnector3">
            <a:avLst>
              <a:gd name="adj1" fmla="val 180000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Shape 31"/>
          <p:cNvCxnSpPr>
            <a:stCxn id="72" idx="3"/>
            <a:endCxn id="56" idx="3"/>
          </p:cNvCxnSpPr>
          <p:nvPr/>
        </p:nvCxnSpPr>
        <p:spPr>
          <a:xfrm flipV="1">
            <a:off x="1685768" y="1188992"/>
            <a:ext cx="12700" cy="1541583"/>
          </a:xfrm>
          <a:prstGeom prst="bentConnector3">
            <a:avLst>
              <a:gd name="adj1" fmla="val 180000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Elbow Connector 74"/>
          <p:cNvCxnSpPr/>
          <p:nvPr/>
        </p:nvCxnSpPr>
        <p:spPr>
          <a:xfrm rot="5400000" flipH="1" flipV="1">
            <a:off x="1548120" y="1024183"/>
            <a:ext cx="2565" cy="1588"/>
          </a:xfrm>
          <a:prstGeom prst="bentConnector3">
            <a:avLst>
              <a:gd name="adj1" fmla="val 9939259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Rectangle 75"/>
              <p:cNvSpPr/>
              <p:nvPr/>
            </p:nvSpPr>
            <p:spPr>
              <a:xfrm>
                <a:off x="4078448" y="1356632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6" name="Rectangle 7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8448" y="1356632"/>
                <a:ext cx="365760" cy="365760"/>
              </a:xfrm>
              <a:prstGeom prst="rect">
                <a:avLst/>
              </a:prstGeom>
              <a:blipFill>
                <a:blip r:embed="rId16"/>
                <a:stretch>
                  <a:fillRect b="-161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Rectangle 76"/>
              <p:cNvSpPr/>
              <p:nvPr/>
            </p:nvSpPr>
            <p:spPr>
              <a:xfrm>
                <a:off x="4078448" y="2042432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7" name="Rectangle 7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8448" y="2042432"/>
                <a:ext cx="365760" cy="365760"/>
              </a:xfrm>
              <a:prstGeom prst="rect">
                <a:avLst/>
              </a:prstGeom>
              <a:blipFill>
                <a:blip r:embed="rId17"/>
                <a:stretch>
                  <a:fillRect b="-3226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Elbow Connector 77"/>
          <p:cNvCxnSpPr>
            <a:stCxn id="76" idx="1"/>
            <a:endCxn id="77" idx="1"/>
          </p:cNvCxnSpPr>
          <p:nvPr/>
        </p:nvCxnSpPr>
        <p:spPr>
          <a:xfrm rot="10800000" flipV="1">
            <a:off x="4078448" y="1539512"/>
            <a:ext cx="12700" cy="685800"/>
          </a:xfrm>
          <a:prstGeom prst="bentConnector3">
            <a:avLst>
              <a:gd name="adj1" fmla="val 180000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hape 31"/>
          <p:cNvCxnSpPr>
            <a:stCxn id="77" idx="3"/>
            <a:endCxn id="76" idx="3"/>
          </p:cNvCxnSpPr>
          <p:nvPr/>
        </p:nvCxnSpPr>
        <p:spPr>
          <a:xfrm flipV="1">
            <a:off x="4444208" y="1539512"/>
            <a:ext cx="12700" cy="685800"/>
          </a:xfrm>
          <a:prstGeom prst="bentConnector3">
            <a:avLst>
              <a:gd name="adj1" fmla="val 180000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Elbow Connector 79"/>
          <p:cNvCxnSpPr/>
          <p:nvPr/>
        </p:nvCxnSpPr>
        <p:spPr>
          <a:xfrm rot="5400000" flipH="1" flipV="1">
            <a:off x="4263088" y="1356632"/>
            <a:ext cx="1588" cy="1588"/>
          </a:xfrm>
          <a:prstGeom prst="bentConnector3">
            <a:avLst>
              <a:gd name="adj1" fmla="val 14395466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Rectangle 80"/>
              <p:cNvSpPr/>
              <p:nvPr/>
            </p:nvSpPr>
            <p:spPr>
              <a:xfrm>
                <a:off x="1320008" y="1861895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1" name="Rectangle 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0008" y="1861895"/>
                <a:ext cx="365760" cy="36576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Shape 31"/>
          <p:cNvCxnSpPr>
            <a:stCxn id="56" idx="2"/>
            <a:endCxn id="81" idx="0"/>
          </p:cNvCxnSpPr>
          <p:nvPr/>
        </p:nvCxnSpPr>
        <p:spPr>
          <a:xfrm>
            <a:off x="1502888" y="1371872"/>
            <a:ext cx="0" cy="490023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1472408" y="1404695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408" y="1404695"/>
                <a:ext cx="382669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786608" y="1709495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608" y="1709495"/>
                <a:ext cx="38266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>
                <a:off x="1929608" y="1709495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9608" y="1709495"/>
                <a:ext cx="382669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3461714" y="1615712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1714" y="1615712"/>
                <a:ext cx="382669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/>
              <p:cNvSpPr txBox="1"/>
              <p:nvPr/>
            </p:nvSpPr>
            <p:spPr>
              <a:xfrm>
                <a:off x="4688048" y="1661432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87" name="Text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048" y="1661432"/>
                <a:ext cx="382669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Rectangle 87"/>
              <p:cNvSpPr/>
              <p:nvPr/>
            </p:nvSpPr>
            <p:spPr>
              <a:xfrm>
                <a:off x="2691608" y="1463312"/>
                <a:ext cx="312906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3600" dirty="0">
                          <a:latin typeface="modstmary10"/>
                        </a:rPr>
                        <m:t>Z</m:t>
                      </m:r>
                    </m:oMath>
                  </m:oMathPara>
                </a14:m>
                <a:endParaRPr lang="he-IL" sz="3600"/>
              </a:p>
            </p:txBody>
          </p:sp>
        </mc:Choice>
        <mc:Fallback xmlns="">
          <p:sp>
            <p:nvSpPr>
              <p:cNvPr id="88" name="Rectangle 8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1608" y="1463312"/>
                <a:ext cx="312906" cy="646331"/>
              </a:xfrm>
              <a:prstGeom prst="rect">
                <a:avLst/>
              </a:prstGeom>
              <a:blipFill>
                <a:blip r:embed="rId21"/>
                <a:stretch>
                  <a:fillRect r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ectangle 88"/>
              <p:cNvSpPr/>
              <p:nvPr/>
            </p:nvSpPr>
            <p:spPr>
              <a:xfrm>
                <a:off x="5206208" y="1387112"/>
                <a:ext cx="65755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dirty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he-IL" sz="3600"/>
              </a:p>
            </p:txBody>
          </p:sp>
        </mc:Choice>
        <mc:Fallback xmlns="">
          <p:sp>
            <p:nvSpPr>
              <p:cNvPr id="89" name="Rectangle 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6208" y="1387112"/>
                <a:ext cx="657552" cy="646331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203199" y="5809445"/>
            <a:ext cx="861059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r>
              <a:rPr lang="he-IL">
                <a:solidFill>
                  <a:srgbClr val="051AE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אינטואיציה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: מדובר בשני תהליכים הרצים לגמרי במקביל, לכן מקבלים מכפלה </a:t>
            </a:r>
            <a:r>
              <a:rPr lang="he-IL" err="1">
                <a:latin typeface="Gisha" panose="020B0502040204020203" pitchFamily="34" charset="-79"/>
                <a:cs typeface="Gisha" panose="020B0502040204020203" pitchFamily="34" charset="-79"/>
              </a:rPr>
              <a:t>קרטזית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 מלאה</a:t>
            </a:r>
          </a:p>
        </p:txBody>
      </p:sp>
    </p:spTree>
    <p:extLst>
      <p:ext uri="{BB962C8B-B14F-4D97-AF65-F5344CB8AC3E}">
        <p14:creationId xmlns:p14="http://schemas.microsoft.com/office/powerpoint/2010/main" val="8351233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562600" y="381000"/>
                <a:ext cx="2011680" cy="94442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𝛼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  </m:t>
                              </m:r>
                            </m:e>
                          </m:groupCh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  </m:t>
                          </m:r>
                          <m:sSubSup>
                            <m:sSubSup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he-IL" sz="200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he-IL" sz="2000" b="0" i="1" smtClean="0">
                                  <a:solidFill>
                                    <a:srgbClr val="051AE1"/>
                                  </a:solidFill>
                                  <a:latin typeface="Cambria Math"/>
                                </a:rPr>
                                <m:t>𝛼</m:t>
                              </m:r>
                            </m:e>
                          </m:groupChr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he-IL" sz="200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381000"/>
                <a:ext cx="2011680" cy="9444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562600" y="1600200"/>
                <a:ext cx="2011680" cy="93140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𝛼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  </m:t>
                              </m:r>
                            </m:e>
                          </m:groupCh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  </m:t>
                          </m:r>
                          <m:sSubSup>
                            <m:sSubSup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he-IL" sz="200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he-IL" sz="2000" b="0" i="1" smtClean="0">
                                  <a:solidFill>
                                    <a:srgbClr val="051AE1"/>
                                  </a:solidFill>
                                  <a:latin typeface="Cambria Math"/>
                                </a:rPr>
                                <m:t>𝛼</m:t>
                              </m:r>
                            </m:e>
                          </m:groupChr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′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he-IL" sz="200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1600200"/>
                <a:ext cx="2011680" cy="9314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362200" y="592017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592017"/>
                <a:ext cx="365760" cy="3657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362200" y="21336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2133600"/>
                <a:ext cx="365760" cy="3657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Elbow Connector 8"/>
          <p:cNvCxnSpPr>
            <a:stCxn id="7" idx="1"/>
            <a:endCxn id="8" idx="1"/>
          </p:cNvCxnSpPr>
          <p:nvPr/>
        </p:nvCxnSpPr>
        <p:spPr>
          <a:xfrm rot="10800000" flipV="1">
            <a:off x="2362200" y="774896"/>
            <a:ext cx="12700" cy="1541583"/>
          </a:xfrm>
          <a:prstGeom prst="bentConnector3">
            <a:avLst>
              <a:gd name="adj1" fmla="val 180000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hape 31"/>
          <p:cNvCxnSpPr>
            <a:stCxn id="8" idx="3"/>
            <a:endCxn id="7" idx="3"/>
          </p:cNvCxnSpPr>
          <p:nvPr/>
        </p:nvCxnSpPr>
        <p:spPr>
          <a:xfrm flipV="1">
            <a:off x="2727960" y="774897"/>
            <a:ext cx="12700" cy="1541583"/>
          </a:xfrm>
          <a:prstGeom prst="bentConnector3">
            <a:avLst>
              <a:gd name="adj1" fmla="val 180000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Elbow Connector 10"/>
          <p:cNvCxnSpPr/>
          <p:nvPr/>
        </p:nvCxnSpPr>
        <p:spPr>
          <a:xfrm rot="5400000" flipH="1" flipV="1">
            <a:off x="2590312" y="610088"/>
            <a:ext cx="2565" cy="1588"/>
          </a:xfrm>
          <a:prstGeom prst="bentConnector3">
            <a:avLst>
              <a:gd name="adj1" fmla="val 9939259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053840" y="6096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840" y="609600"/>
                <a:ext cx="365760" cy="365760"/>
              </a:xfrm>
              <a:prstGeom prst="rect">
                <a:avLst/>
              </a:prstGeom>
              <a:blipFill>
                <a:blip r:embed="rId6"/>
                <a:stretch>
                  <a:fillRect b="-161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4053840" y="12954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840" y="1295400"/>
                <a:ext cx="365760" cy="365760"/>
              </a:xfrm>
              <a:prstGeom prst="rect">
                <a:avLst/>
              </a:prstGeom>
              <a:blipFill>
                <a:blip r:embed="rId7"/>
                <a:stretch>
                  <a:fillRect b="-161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Elbow Connector 13"/>
          <p:cNvCxnSpPr>
            <a:stCxn id="12" idx="1"/>
            <a:endCxn id="13" idx="1"/>
          </p:cNvCxnSpPr>
          <p:nvPr/>
        </p:nvCxnSpPr>
        <p:spPr>
          <a:xfrm rot="10800000" flipV="1">
            <a:off x="4053840" y="792480"/>
            <a:ext cx="12700" cy="685800"/>
          </a:xfrm>
          <a:prstGeom prst="bentConnector3">
            <a:avLst>
              <a:gd name="adj1" fmla="val 180000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hape 31"/>
          <p:cNvCxnSpPr>
            <a:stCxn id="13" idx="3"/>
            <a:endCxn id="12" idx="3"/>
          </p:cNvCxnSpPr>
          <p:nvPr/>
        </p:nvCxnSpPr>
        <p:spPr>
          <a:xfrm flipV="1">
            <a:off x="4419600" y="792480"/>
            <a:ext cx="12700" cy="685800"/>
          </a:xfrm>
          <a:prstGeom prst="bentConnector3">
            <a:avLst>
              <a:gd name="adj1" fmla="val 180000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Elbow Connector 15"/>
          <p:cNvCxnSpPr/>
          <p:nvPr/>
        </p:nvCxnSpPr>
        <p:spPr>
          <a:xfrm rot="5400000" flipH="1" flipV="1">
            <a:off x="4238480" y="609600"/>
            <a:ext cx="1588" cy="1588"/>
          </a:xfrm>
          <a:prstGeom prst="bentConnector3">
            <a:avLst>
              <a:gd name="adj1" fmla="val 14395466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2362200" y="14478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1447800"/>
                <a:ext cx="365760" cy="3657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hape 31"/>
          <p:cNvCxnSpPr>
            <a:stCxn id="7" idx="2"/>
            <a:endCxn id="25" idx="0"/>
          </p:cNvCxnSpPr>
          <p:nvPr/>
        </p:nvCxnSpPr>
        <p:spPr>
          <a:xfrm>
            <a:off x="2545080" y="957777"/>
            <a:ext cx="0" cy="490023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514600" y="9906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0" y="990600"/>
                <a:ext cx="38266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1828800" y="12954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1295400"/>
                <a:ext cx="38266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2971800" y="12954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1295400"/>
                <a:ext cx="38266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3520440" y="9906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0440" y="990600"/>
                <a:ext cx="38266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4663440" y="9144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3440" y="914400"/>
                <a:ext cx="38266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/>
              <p:cNvSpPr/>
              <p:nvPr/>
            </p:nvSpPr>
            <p:spPr>
              <a:xfrm>
                <a:off x="2133600" y="49682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2" name="Rectangle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4968240"/>
                <a:ext cx="762000" cy="365760"/>
              </a:xfrm>
              <a:prstGeom prst="rect">
                <a:avLst/>
              </a:prstGeom>
              <a:blipFill>
                <a:blip r:embed="rId12"/>
                <a:stretch>
                  <a:fillRect l="-1575" r="-10236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Elbow Connector 52"/>
          <p:cNvCxnSpPr>
            <a:endCxn id="52" idx="1"/>
          </p:cNvCxnSpPr>
          <p:nvPr/>
        </p:nvCxnSpPr>
        <p:spPr>
          <a:xfrm>
            <a:off x="1957754" y="5149948"/>
            <a:ext cx="175846" cy="1172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400374" y="6172740"/>
            <a:ext cx="690879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pPr algn="ctr"/>
            <a:r>
              <a:rPr lang="he-IL">
                <a:solidFill>
                  <a:srgbClr val="051AE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פורמלית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: המעברים נקבעים על הפעלה של כל כללי הגזירה האפשריים</a:t>
            </a:r>
          </a:p>
        </p:txBody>
      </p:sp>
    </p:spTree>
    <p:extLst>
      <p:ext uri="{BB962C8B-B14F-4D97-AF65-F5344CB8AC3E}">
        <p14:creationId xmlns:p14="http://schemas.microsoft.com/office/powerpoint/2010/main" val="8035348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562600" y="381000"/>
                <a:ext cx="2011680" cy="94442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𝛼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  </m:t>
                              </m:r>
                            </m:e>
                          </m:groupCh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  </m:t>
                          </m:r>
                          <m:sSubSup>
                            <m:sSubSup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he-IL" sz="200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he-IL" sz="2000" b="0" i="1" smtClean="0">
                                  <a:solidFill>
                                    <a:srgbClr val="051AE1"/>
                                  </a:solidFill>
                                  <a:latin typeface="Cambria Math"/>
                                </a:rPr>
                                <m:t>𝛼</m:t>
                              </m:r>
                            </m:e>
                          </m:groupChr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he-IL" sz="200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381000"/>
                <a:ext cx="2011680" cy="9444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562600" y="1600200"/>
                <a:ext cx="2011680" cy="93140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𝛼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  </m:t>
                              </m:r>
                            </m:e>
                          </m:groupCh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  </m:t>
                          </m:r>
                          <m:sSubSup>
                            <m:sSubSup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he-IL" sz="200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he-IL" sz="2000" b="0" i="1" smtClean="0">
                                  <a:solidFill>
                                    <a:srgbClr val="051AE1"/>
                                  </a:solidFill>
                                  <a:latin typeface="Cambria Math"/>
                                </a:rPr>
                                <m:t>𝛼</m:t>
                              </m:r>
                            </m:e>
                          </m:groupChr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′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he-IL" sz="200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1600200"/>
                <a:ext cx="2011680" cy="9314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362200" y="592017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592017"/>
                <a:ext cx="365760" cy="3657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362200" y="21336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2133600"/>
                <a:ext cx="365760" cy="3657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Elbow Connector 8"/>
          <p:cNvCxnSpPr>
            <a:stCxn id="7" idx="1"/>
            <a:endCxn id="8" idx="1"/>
          </p:cNvCxnSpPr>
          <p:nvPr/>
        </p:nvCxnSpPr>
        <p:spPr>
          <a:xfrm rot="10800000" flipV="1">
            <a:off x="2362200" y="774896"/>
            <a:ext cx="12700" cy="1541583"/>
          </a:xfrm>
          <a:prstGeom prst="bentConnector3">
            <a:avLst>
              <a:gd name="adj1" fmla="val 1800000"/>
            </a:avLst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hape 31"/>
          <p:cNvCxnSpPr>
            <a:stCxn id="8" idx="3"/>
            <a:endCxn id="7" idx="3"/>
          </p:cNvCxnSpPr>
          <p:nvPr/>
        </p:nvCxnSpPr>
        <p:spPr>
          <a:xfrm flipV="1">
            <a:off x="2727960" y="774897"/>
            <a:ext cx="12700" cy="1541583"/>
          </a:xfrm>
          <a:prstGeom prst="bentConnector3">
            <a:avLst>
              <a:gd name="adj1" fmla="val 180000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Elbow Connector 10"/>
          <p:cNvCxnSpPr/>
          <p:nvPr/>
        </p:nvCxnSpPr>
        <p:spPr>
          <a:xfrm rot="5400000" flipH="1" flipV="1">
            <a:off x="2590312" y="610088"/>
            <a:ext cx="2565" cy="1588"/>
          </a:xfrm>
          <a:prstGeom prst="bentConnector3">
            <a:avLst>
              <a:gd name="adj1" fmla="val 9939259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053840" y="6096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840" y="609600"/>
                <a:ext cx="365760" cy="365760"/>
              </a:xfrm>
              <a:prstGeom prst="rect">
                <a:avLst/>
              </a:prstGeom>
              <a:blipFill>
                <a:blip r:embed="rId6"/>
                <a:stretch>
                  <a:fillRect b="-161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4053840" y="12954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840" y="1295400"/>
                <a:ext cx="365760" cy="365760"/>
              </a:xfrm>
              <a:prstGeom prst="rect">
                <a:avLst/>
              </a:prstGeom>
              <a:blipFill>
                <a:blip r:embed="rId7"/>
                <a:stretch>
                  <a:fillRect b="-161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Elbow Connector 13"/>
          <p:cNvCxnSpPr>
            <a:stCxn id="12" idx="1"/>
            <a:endCxn id="13" idx="1"/>
          </p:cNvCxnSpPr>
          <p:nvPr/>
        </p:nvCxnSpPr>
        <p:spPr>
          <a:xfrm rot="10800000" flipV="1">
            <a:off x="4053840" y="792480"/>
            <a:ext cx="12700" cy="685800"/>
          </a:xfrm>
          <a:prstGeom prst="bentConnector3">
            <a:avLst>
              <a:gd name="adj1" fmla="val 180000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hape 31"/>
          <p:cNvCxnSpPr>
            <a:stCxn id="13" idx="3"/>
            <a:endCxn id="12" idx="3"/>
          </p:cNvCxnSpPr>
          <p:nvPr/>
        </p:nvCxnSpPr>
        <p:spPr>
          <a:xfrm flipV="1">
            <a:off x="4419600" y="792480"/>
            <a:ext cx="12700" cy="685800"/>
          </a:xfrm>
          <a:prstGeom prst="bentConnector3">
            <a:avLst>
              <a:gd name="adj1" fmla="val 180000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Elbow Connector 15"/>
          <p:cNvCxnSpPr/>
          <p:nvPr/>
        </p:nvCxnSpPr>
        <p:spPr>
          <a:xfrm rot="5400000" flipH="1" flipV="1">
            <a:off x="4238480" y="609600"/>
            <a:ext cx="1588" cy="1588"/>
          </a:xfrm>
          <a:prstGeom prst="bentConnector3">
            <a:avLst>
              <a:gd name="adj1" fmla="val 14395466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2362200" y="14478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1447800"/>
                <a:ext cx="365760" cy="3657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hape 31"/>
          <p:cNvCxnSpPr>
            <a:stCxn id="7" idx="2"/>
            <a:endCxn id="25" idx="0"/>
          </p:cNvCxnSpPr>
          <p:nvPr/>
        </p:nvCxnSpPr>
        <p:spPr>
          <a:xfrm>
            <a:off x="2545080" y="957777"/>
            <a:ext cx="0" cy="490023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514600" y="9906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0" y="990600"/>
                <a:ext cx="38266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1828800" y="12954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1295400"/>
                <a:ext cx="38266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2971800" y="12954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1295400"/>
                <a:ext cx="38266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3520440" y="9906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0440" y="990600"/>
                <a:ext cx="38266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4663440" y="9144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3440" y="914400"/>
                <a:ext cx="38266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/>
              <p:cNvSpPr/>
              <p:nvPr/>
            </p:nvSpPr>
            <p:spPr>
              <a:xfrm>
                <a:off x="2133600" y="49682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2" name="Rectangle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4968240"/>
                <a:ext cx="762000" cy="365760"/>
              </a:xfrm>
              <a:prstGeom prst="rect">
                <a:avLst/>
              </a:prstGeom>
              <a:blipFill>
                <a:blip r:embed="rId12"/>
                <a:stretch>
                  <a:fillRect l="-1575" r="-10236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Elbow Connector 52"/>
          <p:cNvCxnSpPr>
            <a:endCxn id="52" idx="1"/>
          </p:cNvCxnSpPr>
          <p:nvPr/>
        </p:nvCxnSpPr>
        <p:spPr>
          <a:xfrm>
            <a:off x="1957754" y="5149948"/>
            <a:ext cx="175846" cy="1172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352800" y="2514600"/>
                <a:ext cx="2011680" cy="1007263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  </m:t>
                              </m:r>
                            </m:e>
                          </m:groupCh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he-IL" sz="200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2000" b="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he-IL" sz="2000" b="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groupChr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he-IL" sz="200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2514600"/>
                <a:ext cx="2011680" cy="100726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Elbow Connector 2"/>
          <p:cNvCxnSpPr>
            <a:stCxn id="5" idx="3"/>
            <a:endCxn id="23" idx="3"/>
          </p:cNvCxnSpPr>
          <p:nvPr/>
        </p:nvCxnSpPr>
        <p:spPr>
          <a:xfrm flipH="1">
            <a:off x="5364480" y="853213"/>
            <a:ext cx="2209800" cy="2165019"/>
          </a:xfrm>
          <a:prstGeom prst="bentConnector3">
            <a:avLst>
              <a:gd name="adj1" fmla="val -1034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3657600" y="49682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4968240"/>
                <a:ext cx="762000" cy="365760"/>
              </a:xfrm>
              <a:prstGeom prst="rect">
                <a:avLst/>
              </a:prstGeom>
              <a:blipFill>
                <a:blip r:embed="rId14"/>
                <a:stretch>
                  <a:fillRect l="-1575" r="-11024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/>
          <p:cNvCxnSpPr>
            <a:stCxn id="52" idx="3"/>
            <a:endCxn id="33" idx="1"/>
          </p:cNvCxnSpPr>
          <p:nvPr/>
        </p:nvCxnSpPr>
        <p:spPr>
          <a:xfrm>
            <a:off x="2895600" y="5151120"/>
            <a:ext cx="762000" cy="0"/>
          </a:xfrm>
          <a:prstGeom prst="straightConnector1">
            <a:avLst/>
          </a:prstGeom>
          <a:ln w="38100">
            <a:solidFill>
              <a:srgbClr val="051AE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3048000" y="473964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>
                  <a:solidFill>
                    <a:srgbClr val="051AE1"/>
                  </a:solidFill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4739640"/>
                <a:ext cx="382669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609600" y="6137074"/>
            <a:ext cx="800437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pPr algn="ctr"/>
            <a:r>
              <a:rPr lang="he-IL">
                <a:solidFill>
                  <a:srgbClr val="051AE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טכנית</a:t>
            </a:r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: בוחרים מצב ומפעילים את כל כללי הגזירה המאפשרים לגזור לו עוקבים</a:t>
            </a:r>
          </a:p>
        </p:txBody>
      </p:sp>
    </p:spTree>
    <p:extLst>
      <p:ext uri="{BB962C8B-B14F-4D97-AF65-F5344CB8AC3E}">
        <p14:creationId xmlns:p14="http://schemas.microsoft.com/office/powerpoint/2010/main" val="2882716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562600" y="381000"/>
                <a:ext cx="2011680" cy="94442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𝛼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  </m:t>
                              </m:r>
                            </m:e>
                          </m:groupCh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  </m:t>
                          </m:r>
                          <m:sSubSup>
                            <m:sSubSup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he-IL" sz="200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he-IL" sz="2000" b="0" i="1" smtClean="0">
                                  <a:solidFill>
                                    <a:srgbClr val="051AE1"/>
                                  </a:solidFill>
                                  <a:latin typeface="Cambria Math"/>
                                </a:rPr>
                                <m:t>𝛼</m:t>
                              </m:r>
                            </m:e>
                          </m:groupChr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he-IL" sz="200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381000"/>
                <a:ext cx="2011680" cy="9444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562600" y="1600200"/>
                <a:ext cx="2011680" cy="93140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𝛼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  </m:t>
                              </m:r>
                            </m:e>
                          </m:groupCh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  </m:t>
                          </m:r>
                          <m:sSubSup>
                            <m:sSubSup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he-IL" sz="200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he-IL" sz="2000" b="0" i="1" smtClean="0">
                                  <a:solidFill>
                                    <a:srgbClr val="051AE1"/>
                                  </a:solidFill>
                                  <a:latin typeface="Cambria Math"/>
                                </a:rPr>
                                <m:t>𝛼</m:t>
                              </m:r>
                            </m:e>
                          </m:groupChr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′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he-IL" sz="200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1600200"/>
                <a:ext cx="2011680" cy="9314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362200" y="592017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592017"/>
                <a:ext cx="365760" cy="3657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362200" y="21336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2133600"/>
                <a:ext cx="365760" cy="3657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Elbow Connector 8"/>
          <p:cNvCxnSpPr>
            <a:stCxn id="7" idx="1"/>
            <a:endCxn id="8" idx="1"/>
          </p:cNvCxnSpPr>
          <p:nvPr/>
        </p:nvCxnSpPr>
        <p:spPr>
          <a:xfrm rot="10800000" flipV="1">
            <a:off x="2362200" y="774896"/>
            <a:ext cx="12700" cy="1541583"/>
          </a:xfrm>
          <a:prstGeom prst="bentConnector3">
            <a:avLst>
              <a:gd name="adj1" fmla="val 1800000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hape 31"/>
          <p:cNvCxnSpPr>
            <a:stCxn id="8" idx="3"/>
            <a:endCxn id="7" idx="3"/>
          </p:cNvCxnSpPr>
          <p:nvPr/>
        </p:nvCxnSpPr>
        <p:spPr>
          <a:xfrm flipV="1">
            <a:off x="2727960" y="774897"/>
            <a:ext cx="12700" cy="1541583"/>
          </a:xfrm>
          <a:prstGeom prst="bentConnector3">
            <a:avLst>
              <a:gd name="adj1" fmla="val 180000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Elbow Connector 10"/>
          <p:cNvCxnSpPr/>
          <p:nvPr/>
        </p:nvCxnSpPr>
        <p:spPr>
          <a:xfrm rot="5400000" flipH="1" flipV="1">
            <a:off x="2590312" y="610088"/>
            <a:ext cx="2565" cy="1588"/>
          </a:xfrm>
          <a:prstGeom prst="bentConnector3">
            <a:avLst>
              <a:gd name="adj1" fmla="val 9939259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053840" y="6096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840" y="609600"/>
                <a:ext cx="365760" cy="365760"/>
              </a:xfrm>
              <a:prstGeom prst="rect">
                <a:avLst/>
              </a:prstGeom>
              <a:blipFill>
                <a:blip r:embed="rId6"/>
                <a:stretch>
                  <a:fillRect b="-161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4053840" y="12954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840" y="1295400"/>
                <a:ext cx="365760" cy="365760"/>
              </a:xfrm>
              <a:prstGeom prst="rect">
                <a:avLst/>
              </a:prstGeom>
              <a:blipFill>
                <a:blip r:embed="rId7"/>
                <a:stretch>
                  <a:fillRect b="-161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Elbow Connector 13"/>
          <p:cNvCxnSpPr>
            <a:stCxn id="12" idx="1"/>
            <a:endCxn id="13" idx="1"/>
          </p:cNvCxnSpPr>
          <p:nvPr/>
        </p:nvCxnSpPr>
        <p:spPr>
          <a:xfrm rot="10800000" flipV="1">
            <a:off x="4053840" y="792480"/>
            <a:ext cx="12700" cy="685800"/>
          </a:xfrm>
          <a:prstGeom prst="bentConnector3">
            <a:avLst>
              <a:gd name="adj1" fmla="val 180000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hape 31"/>
          <p:cNvCxnSpPr>
            <a:stCxn id="13" idx="3"/>
            <a:endCxn id="12" idx="3"/>
          </p:cNvCxnSpPr>
          <p:nvPr/>
        </p:nvCxnSpPr>
        <p:spPr>
          <a:xfrm flipV="1">
            <a:off x="4419600" y="792480"/>
            <a:ext cx="12700" cy="685800"/>
          </a:xfrm>
          <a:prstGeom prst="bentConnector3">
            <a:avLst>
              <a:gd name="adj1" fmla="val 180000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Elbow Connector 15"/>
          <p:cNvCxnSpPr/>
          <p:nvPr/>
        </p:nvCxnSpPr>
        <p:spPr>
          <a:xfrm rot="5400000" flipH="1" flipV="1">
            <a:off x="4238480" y="609600"/>
            <a:ext cx="1588" cy="1588"/>
          </a:xfrm>
          <a:prstGeom prst="bentConnector3">
            <a:avLst>
              <a:gd name="adj1" fmla="val 14395466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2362200" y="14478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1447800"/>
                <a:ext cx="365760" cy="3657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hape 31"/>
          <p:cNvCxnSpPr>
            <a:stCxn id="7" idx="2"/>
            <a:endCxn id="25" idx="0"/>
          </p:cNvCxnSpPr>
          <p:nvPr/>
        </p:nvCxnSpPr>
        <p:spPr>
          <a:xfrm>
            <a:off x="2545080" y="957777"/>
            <a:ext cx="0" cy="490023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514600" y="9906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0" y="990600"/>
                <a:ext cx="38266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1828800" y="12954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1295400"/>
                <a:ext cx="38266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2971800" y="12954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1295400"/>
                <a:ext cx="38266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3520440" y="9906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0440" y="990600"/>
                <a:ext cx="38266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4663440" y="9144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3440" y="914400"/>
                <a:ext cx="38266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/>
              <p:cNvSpPr/>
              <p:nvPr/>
            </p:nvSpPr>
            <p:spPr>
              <a:xfrm>
                <a:off x="2133600" y="49682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2" name="Rectangle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4968240"/>
                <a:ext cx="762000" cy="365760"/>
              </a:xfrm>
              <a:prstGeom prst="rect">
                <a:avLst/>
              </a:prstGeom>
              <a:blipFill>
                <a:blip r:embed="rId13"/>
                <a:stretch>
                  <a:fillRect l="-1575" r="-10236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Elbow Connector 52"/>
          <p:cNvCxnSpPr>
            <a:endCxn id="52" idx="1"/>
          </p:cNvCxnSpPr>
          <p:nvPr/>
        </p:nvCxnSpPr>
        <p:spPr>
          <a:xfrm>
            <a:off x="1957754" y="5149948"/>
            <a:ext cx="175846" cy="1172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352800" y="2514600"/>
                <a:ext cx="2011680" cy="964431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  </m:t>
                              </m:r>
                            </m:e>
                          </m:groupCh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he-IL" sz="200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2000" b="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he-IL" sz="2000" b="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groupChr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he-IL" sz="200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2514600"/>
                <a:ext cx="2011680" cy="96443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Elbow Connector 2"/>
          <p:cNvCxnSpPr>
            <a:stCxn id="5" idx="3"/>
            <a:endCxn id="23" idx="3"/>
          </p:cNvCxnSpPr>
          <p:nvPr/>
        </p:nvCxnSpPr>
        <p:spPr>
          <a:xfrm flipH="1">
            <a:off x="5364480" y="853213"/>
            <a:ext cx="2209800" cy="2143603"/>
          </a:xfrm>
          <a:prstGeom prst="bentConnector3">
            <a:avLst>
              <a:gd name="adj1" fmla="val -1034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3657600" y="49682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4968240"/>
                <a:ext cx="762000" cy="365760"/>
              </a:xfrm>
              <a:prstGeom prst="rect">
                <a:avLst/>
              </a:prstGeom>
              <a:blipFill>
                <a:blip r:embed="rId15"/>
                <a:stretch>
                  <a:fillRect l="-1575" r="-11024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/>
          <p:cNvCxnSpPr>
            <a:stCxn id="52" idx="3"/>
            <a:endCxn id="33" idx="1"/>
          </p:cNvCxnSpPr>
          <p:nvPr/>
        </p:nvCxnSpPr>
        <p:spPr>
          <a:xfrm>
            <a:off x="2895600" y="5151120"/>
            <a:ext cx="762000" cy="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2133600" y="61112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6111240"/>
                <a:ext cx="762000" cy="365760"/>
              </a:xfrm>
              <a:prstGeom prst="rect">
                <a:avLst/>
              </a:prstGeom>
              <a:blipFill>
                <a:blip r:embed="rId16"/>
                <a:stretch>
                  <a:fillRect l="-1575" r="-11024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048000" y="473964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4739640"/>
                <a:ext cx="38266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/>
          <p:cNvCxnSpPr>
            <a:stCxn id="52" idx="2"/>
            <a:endCxn id="28" idx="0"/>
          </p:cNvCxnSpPr>
          <p:nvPr/>
        </p:nvCxnSpPr>
        <p:spPr>
          <a:xfrm>
            <a:off x="2514600" y="5334000"/>
            <a:ext cx="0" cy="777240"/>
          </a:xfrm>
          <a:prstGeom prst="straightConnector1">
            <a:avLst/>
          </a:prstGeom>
          <a:ln w="38100">
            <a:solidFill>
              <a:srgbClr val="051AE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133600" y="550164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>
                <a:defPPr>
                  <a:defRPr lang="he-IL"/>
                </a:defPPr>
                <a:lvl1pPr algn="l" rtl="0">
                  <a:defRPr b="0" i="1">
                    <a:solidFill>
                      <a:srgbClr val="051AE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5501640"/>
                <a:ext cx="382669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724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562600" y="381000"/>
                <a:ext cx="2011680" cy="94442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𝛼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  </m:t>
                              </m:r>
                            </m:e>
                          </m:groupCh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  </m:t>
                          </m:r>
                          <m:sSubSup>
                            <m:sSubSup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he-IL" sz="200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he-IL" sz="2000" b="0" i="1" smtClean="0">
                                  <a:solidFill>
                                    <a:srgbClr val="051AE1"/>
                                  </a:solidFill>
                                  <a:latin typeface="Cambria Math"/>
                                </a:rPr>
                                <m:t>𝛼</m:t>
                              </m:r>
                            </m:e>
                          </m:groupChr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he-IL" sz="200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381000"/>
                <a:ext cx="2011680" cy="9444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562600" y="1600200"/>
                <a:ext cx="2011680" cy="93140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𝛼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  </m:t>
                              </m:r>
                            </m:e>
                          </m:groupCh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  </m:t>
                          </m:r>
                          <m:sSubSup>
                            <m:sSubSup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he-IL" sz="200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he-IL" sz="2000" b="0" i="1" smtClean="0">
                                  <a:solidFill>
                                    <a:srgbClr val="051AE1"/>
                                  </a:solidFill>
                                  <a:latin typeface="Cambria Math"/>
                                </a:rPr>
                                <m:t>𝛼</m:t>
                              </m:r>
                            </m:e>
                          </m:groupChr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′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he-IL" sz="200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1600200"/>
                <a:ext cx="2011680" cy="9314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362200" y="592017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592017"/>
                <a:ext cx="365760" cy="3657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362200" y="21336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2133600"/>
                <a:ext cx="365760" cy="3657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Elbow Connector 8"/>
          <p:cNvCxnSpPr>
            <a:stCxn id="7" idx="1"/>
            <a:endCxn id="8" idx="1"/>
          </p:cNvCxnSpPr>
          <p:nvPr/>
        </p:nvCxnSpPr>
        <p:spPr>
          <a:xfrm rot="10800000" flipV="1">
            <a:off x="2362200" y="774896"/>
            <a:ext cx="12700" cy="1541583"/>
          </a:xfrm>
          <a:prstGeom prst="bentConnector3">
            <a:avLst>
              <a:gd name="adj1" fmla="val 1800000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hape 31"/>
          <p:cNvCxnSpPr>
            <a:stCxn id="8" idx="3"/>
            <a:endCxn id="7" idx="3"/>
          </p:cNvCxnSpPr>
          <p:nvPr/>
        </p:nvCxnSpPr>
        <p:spPr>
          <a:xfrm flipV="1">
            <a:off x="2727960" y="774897"/>
            <a:ext cx="12700" cy="1541583"/>
          </a:xfrm>
          <a:prstGeom prst="bentConnector3">
            <a:avLst>
              <a:gd name="adj1" fmla="val 180000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Elbow Connector 10"/>
          <p:cNvCxnSpPr/>
          <p:nvPr/>
        </p:nvCxnSpPr>
        <p:spPr>
          <a:xfrm rot="5400000" flipH="1" flipV="1">
            <a:off x="2590312" y="610088"/>
            <a:ext cx="2565" cy="1588"/>
          </a:xfrm>
          <a:prstGeom prst="bentConnector3">
            <a:avLst>
              <a:gd name="adj1" fmla="val 9939259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053840" y="6096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840" y="609600"/>
                <a:ext cx="365760" cy="365760"/>
              </a:xfrm>
              <a:prstGeom prst="rect">
                <a:avLst/>
              </a:prstGeom>
              <a:blipFill>
                <a:blip r:embed="rId6"/>
                <a:stretch>
                  <a:fillRect b="-161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4053840" y="12954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840" y="1295400"/>
                <a:ext cx="365760" cy="365760"/>
              </a:xfrm>
              <a:prstGeom prst="rect">
                <a:avLst/>
              </a:prstGeom>
              <a:blipFill>
                <a:blip r:embed="rId7"/>
                <a:stretch>
                  <a:fillRect b="-161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Elbow Connector 13"/>
          <p:cNvCxnSpPr>
            <a:stCxn id="12" idx="1"/>
            <a:endCxn id="13" idx="1"/>
          </p:cNvCxnSpPr>
          <p:nvPr/>
        </p:nvCxnSpPr>
        <p:spPr>
          <a:xfrm rot="10800000" flipV="1">
            <a:off x="4053840" y="792480"/>
            <a:ext cx="12700" cy="685800"/>
          </a:xfrm>
          <a:prstGeom prst="bentConnector3">
            <a:avLst>
              <a:gd name="adj1" fmla="val 1800000"/>
            </a:avLst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hape 31"/>
          <p:cNvCxnSpPr>
            <a:stCxn id="13" idx="3"/>
            <a:endCxn id="12" idx="3"/>
          </p:cNvCxnSpPr>
          <p:nvPr/>
        </p:nvCxnSpPr>
        <p:spPr>
          <a:xfrm flipV="1">
            <a:off x="4419600" y="792480"/>
            <a:ext cx="12700" cy="685800"/>
          </a:xfrm>
          <a:prstGeom prst="bentConnector3">
            <a:avLst>
              <a:gd name="adj1" fmla="val 180000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Elbow Connector 15"/>
          <p:cNvCxnSpPr/>
          <p:nvPr/>
        </p:nvCxnSpPr>
        <p:spPr>
          <a:xfrm rot="5400000" flipH="1" flipV="1">
            <a:off x="4238480" y="609600"/>
            <a:ext cx="1588" cy="1588"/>
          </a:xfrm>
          <a:prstGeom prst="bentConnector3">
            <a:avLst>
              <a:gd name="adj1" fmla="val 14395466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2362200" y="14478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1447800"/>
                <a:ext cx="365760" cy="3657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hape 31"/>
          <p:cNvCxnSpPr>
            <a:stCxn id="7" idx="2"/>
            <a:endCxn id="25" idx="0"/>
          </p:cNvCxnSpPr>
          <p:nvPr/>
        </p:nvCxnSpPr>
        <p:spPr>
          <a:xfrm>
            <a:off x="2545080" y="957777"/>
            <a:ext cx="0" cy="49002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514600" y="9906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0" y="990600"/>
                <a:ext cx="38266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1828800" y="12954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1295400"/>
                <a:ext cx="38266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2971800" y="12954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1295400"/>
                <a:ext cx="38266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3520440" y="9906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0440" y="990600"/>
                <a:ext cx="38266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4663440" y="9144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3440" y="914400"/>
                <a:ext cx="38266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/>
              <p:cNvSpPr/>
              <p:nvPr/>
            </p:nvSpPr>
            <p:spPr>
              <a:xfrm>
                <a:off x="2133600" y="49682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2" name="Rectangle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4968240"/>
                <a:ext cx="762000" cy="365760"/>
              </a:xfrm>
              <a:prstGeom prst="rect">
                <a:avLst/>
              </a:prstGeom>
              <a:blipFill>
                <a:blip r:embed="rId13"/>
                <a:stretch>
                  <a:fillRect l="-1575" r="-10236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Elbow Connector 52"/>
          <p:cNvCxnSpPr>
            <a:endCxn id="52" idx="1"/>
          </p:cNvCxnSpPr>
          <p:nvPr/>
        </p:nvCxnSpPr>
        <p:spPr>
          <a:xfrm>
            <a:off x="1957754" y="5149948"/>
            <a:ext cx="175846" cy="1172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352800" y="2514600"/>
                <a:ext cx="2011680" cy="964431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  </m:t>
                              </m:r>
                            </m:e>
                          </m:groupCh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he-IL" sz="200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2000" b="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he-IL" sz="2000" b="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groupChr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he-IL" sz="200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2514600"/>
                <a:ext cx="2011680" cy="96443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Elbow Connector 2"/>
          <p:cNvCxnSpPr>
            <a:stCxn id="6" idx="3"/>
            <a:endCxn id="23" idx="3"/>
          </p:cNvCxnSpPr>
          <p:nvPr/>
        </p:nvCxnSpPr>
        <p:spPr>
          <a:xfrm flipH="1">
            <a:off x="5364480" y="2065905"/>
            <a:ext cx="2209800" cy="930911"/>
          </a:xfrm>
          <a:prstGeom prst="bentConnector3">
            <a:avLst>
              <a:gd name="adj1" fmla="val -1034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3657600" y="49682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4968240"/>
                <a:ext cx="762000" cy="365760"/>
              </a:xfrm>
              <a:prstGeom prst="rect">
                <a:avLst/>
              </a:prstGeom>
              <a:blipFill>
                <a:blip r:embed="rId15"/>
                <a:stretch>
                  <a:fillRect l="-1575" r="-11024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/>
          <p:cNvCxnSpPr>
            <a:stCxn id="52" idx="3"/>
            <a:endCxn id="33" idx="1"/>
          </p:cNvCxnSpPr>
          <p:nvPr/>
        </p:nvCxnSpPr>
        <p:spPr>
          <a:xfrm>
            <a:off x="2895600" y="5151120"/>
            <a:ext cx="762000" cy="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048000" y="473964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4739640"/>
                <a:ext cx="38266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/>
          <p:cNvCxnSpPr>
            <a:stCxn id="52" idx="2"/>
          </p:cNvCxnSpPr>
          <p:nvPr/>
        </p:nvCxnSpPr>
        <p:spPr>
          <a:xfrm>
            <a:off x="2514600" y="5334000"/>
            <a:ext cx="0" cy="77724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133600" y="550164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5501640"/>
                <a:ext cx="382669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2133600" y="39014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3901440"/>
                <a:ext cx="762000" cy="365760"/>
              </a:xfrm>
              <a:prstGeom prst="rect">
                <a:avLst/>
              </a:prstGeom>
              <a:blipFill>
                <a:blip r:embed="rId17"/>
                <a:stretch>
                  <a:fillRect l="-1575" r="-11024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/>
          <p:cNvCxnSpPr>
            <a:stCxn id="52" idx="0"/>
            <a:endCxn id="36" idx="2"/>
          </p:cNvCxnSpPr>
          <p:nvPr/>
        </p:nvCxnSpPr>
        <p:spPr>
          <a:xfrm flipV="1">
            <a:off x="2514600" y="4267200"/>
            <a:ext cx="0" cy="701040"/>
          </a:xfrm>
          <a:prstGeom prst="straightConnector1">
            <a:avLst/>
          </a:prstGeom>
          <a:ln w="38100">
            <a:solidFill>
              <a:srgbClr val="051AE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2133600" y="44196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>
                <a:defPPr>
                  <a:defRPr lang="he-IL"/>
                </a:defPPr>
                <a:lvl1pPr algn="l" rtl="0">
                  <a:defRPr b="0" i="1">
                    <a:solidFill>
                      <a:srgbClr val="051AE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4419600"/>
                <a:ext cx="382669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/>
              <p:cNvSpPr/>
              <p:nvPr/>
            </p:nvSpPr>
            <p:spPr>
              <a:xfrm>
                <a:off x="2133600" y="61112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6111240"/>
                <a:ext cx="762000" cy="365760"/>
              </a:xfrm>
              <a:prstGeom prst="rect">
                <a:avLst/>
              </a:prstGeom>
              <a:blipFill>
                <a:blip r:embed="rId19"/>
                <a:stretch>
                  <a:fillRect l="-1575" r="-11024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13436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562600" y="381000"/>
                <a:ext cx="2011680" cy="94442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𝛼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  </m:t>
                              </m:r>
                            </m:e>
                          </m:groupCh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  </m:t>
                          </m:r>
                          <m:sSubSup>
                            <m:sSubSup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he-IL" sz="200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he-IL" sz="2000" b="0" i="1" smtClean="0">
                                  <a:solidFill>
                                    <a:srgbClr val="051AE1"/>
                                  </a:solidFill>
                                  <a:latin typeface="Cambria Math"/>
                                </a:rPr>
                                <m:t>𝛼</m:t>
                              </m:r>
                            </m:e>
                          </m:groupChr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he-IL" sz="200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381000"/>
                <a:ext cx="2011680" cy="9444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562600" y="1600200"/>
                <a:ext cx="2011680" cy="93140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𝛼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  </m:t>
                              </m:r>
                            </m:e>
                          </m:groupCh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  </m:t>
                          </m:r>
                          <m:sSubSup>
                            <m:sSubSup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he-IL" sz="200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he-IL" sz="2000" b="0" i="1" smtClean="0">
                                  <a:solidFill>
                                    <a:srgbClr val="051AE1"/>
                                  </a:solidFill>
                                  <a:latin typeface="Cambria Math"/>
                                </a:rPr>
                                <m:t>𝛼</m:t>
                              </m:r>
                            </m:e>
                          </m:groupChr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′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he-IL" sz="200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1600200"/>
                <a:ext cx="2011680" cy="9314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362200" y="592017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592017"/>
                <a:ext cx="365760" cy="3657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362200" y="21336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2133600"/>
                <a:ext cx="365760" cy="3657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Elbow Connector 8"/>
          <p:cNvCxnSpPr>
            <a:stCxn id="7" idx="1"/>
            <a:endCxn id="8" idx="1"/>
          </p:cNvCxnSpPr>
          <p:nvPr/>
        </p:nvCxnSpPr>
        <p:spPr>
          <a:xfrm rot="10800000" flipV="1">
            <a:off x="2362200" y="774896"/>
            <a:ext cx="12700" cy="1541583"/>
          </a:xfrm>
          <a:prstGeom prst="bentConnector3">
            <a:avLst>
              <a:gd name="adj1" fmla="val 1800000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hape 31"/>
          <p:cNvCxnSpPr>
            <a:stCxn id="8" idx="3"/>
            <a:endCxn id="7" idx="3"/>
          </p:cNvCxnSpPr>
          <p:nvPr/>
        </p:nvCxnSpPr>
        <p:spPr>
          <a:xfrm flipV="1">
            <a:off x="2727960" y="774897"/>
            <a:ext cx="12700" cy="1541583"/>
          </a:xfrm>
          <a:prstGeom prst="bentConnector3">
            <a:avLst>
              <a:gd name="adj1" fmla="val 180000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Elbow Connector 10"/>
          <p:cNvCxnSpPr/>
          <p:nvPr/>
        </p:nvCxnSpPr>
        <p:spPr>
          <a:xfrm rot="5400000" flipH="1" flipV="1">
            <a:off x="2590312" y="610088"/>
            <a:ext cx="2565" cy="1588"/>
          </a:xfrm>
          <a:prstGeom prst="bentConnector3">
            <a:avLst>
              <a:gd name="adj1" fmla="val 9939259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053840" y="6096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840" y="609600"/>
                <a:ext cx="365760" cy="365760"/>
              </a:xfrm>
              <a:prstGeom prst="rect">
                <a:avLst/>
              </a:prstGeom>
              <a:blipFill>
                <a:blip r:embed="rId6"/>
                <a:stretch>
                  <a:fillRect b="-161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4053840" y="12954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840" y="1295400"/>
                <a:ext cx="365760" cy="365760"/>
              </a:xfrm>
              <a:prstGeom prst="rect">
                <a:avLst/>
              </a:prstGeom>
              <a:blipFill>
                <a:blip r:embed="rId7"/>
                <a:stretch>
                  <a:fillRect b="-161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Elbow Connector 13"/>
          <p:cNvCxnSpPr>
            <a:stCxn id="12" idx="1"/>
            <a:endCxn id="13" idx="1"/>
          </p:cNvCxnSpPr>
          <p:nvPr/>
        </p:nvCxnSpPr>
        <p:spPr>
          <a:xfrm rot="10800000" flipV="1">
            <a:off x="4053840" y="792480"/>
            <a:ext cx="12700" cy="685800"/>
          </a:xfrm>
          <a:prstGeom prst="bentConnector3">
            <a:avLst>
              <a:gd name="adj1" fmla="val 1800000"/>
            </a:avLst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hape 31"/>
          <p:cNvCxnSpPr>
            <a:stCxn id="13" idx="3"/>
            <a:endCxn id="12" idx="3"/>
          </p:cNvCxnSpPr>
          <p:nvPr/>
        </p:nvCxnSpPr>
        <p:spPr>
          <a:xfrm flipV="1">
            <a:off x="4419600" y="792480"/>
            <a:ext cx="12700" cy="685800"/>
          </a:xfrm>
          <a:prstGeom prst="bentConnector3">
            <a:avLst>
              <a:gd name="adj1" fmla="val 180000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Elbow Connector 15"/>
          <p:cNvCxnSpPr/>
          <p:nvPr/>
        </p:nvCxnSpPr>
        <p:spPr>
          <a:xfrm rot="5400000" flipH="1" flipV="1">
            <a:off x="4238480" y="609600"/>
            <a:ext cx="1588" cy="1588"/>
          </a:xfrm>
          <a:prstGeom prst="bentConnector3">
            <a:avLst>
              <a:gd name="adj1" fmla="val 14395466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2362200" y="14478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1447800"/>
                <a:ext cx="365760" cy="3657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hape 31"/>
          <p:cNvCxnSpPr>
            <a:stCxn id="7" idx="2"/>
            <a:endCxn id="25" idx="0"/>
          </p:cNvCxnSpPr>
          <p:nvPr/>
        </p:nvCxnSpPr>
        <p:spPr>
          <a:xfrm>
            <a:off x="2545080" y="957777"/>
            <a:ext cx="0" cy="49002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514600" y="9906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0" y="990600"/>
                <a:ext cx="38266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1828800" y="12954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1295400"/>
                <a:ext cx="38266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2971800" y="12954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1295400"/>
                <a:ext cx="38266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3520440" y="9906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0440" y="990600"/>
                <a:ext cx="38266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4663440" y="9144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3440" y="914400"/>
                <a:ext cx="38266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/>
              <p:cNvSpPr/>
              <p:nvPr/>
            </p:nvSpPr>
            <p:spPr>
              <a:xfrm>
                <a:off x="2133600" y="49682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2" name="Rectangle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4968240"/>
                <a:ext cx="762000" cy="365760"/>
              </a:xfrm>
              <a:prstGeom prst="rect">
                <a:avLst/>
              </a:prstGeom>
              <a:blipFill>
                <a:blip r:embed="rId13"/>
                <a:stretch>
                  <a:fillRect l="-1575" r="-10236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Elbow Connector 52"/>
          <p:cNvCxnSpPr>
            <a:endCxn id="52" idx="1"/>
          </p:cNvCxnSpPr>
          <p:nvPr/>
        </p:nvCxnSpPr>
        <p:spPr>
          <a:xfrm>
            <a:off x="1957754" y="5149948"/>
            <a:ext cx="175846" cy="1172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352800" y="2514600"/>
                <a:ext cx="2011680" cy="964431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  </m:t>
                              </m:r>
                            </m:e>
                          </m:groupCh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he-IL" sz="200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2000" b="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he-IL" sz="2000" b="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groupChr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he-IL" sz="200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2514600"/>
                <a:ext cx="2011680" cy="96443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Elbow Connector 2"/>
          <p:cNvCxnSpPr>
            <a:stCxn id="6" idx="3"/>
            <a:endCxn id="23" idx="3"/>
          </p:cNvCxnSpPr>
          <p:nvPr/>
        </p:nvCxnSpPr>
        <p:spPr>
          <a:xfrm flipH="1">
            <a:off x="5364480" y="2065905"/>
            <a:ext cx="2209800" cy="930911"/>
          </a:xfrm>
          <a:prstGeom prst="bentConnector3">
            <a:avLst>
              <a:gd name="adj1" fmla="val -1034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3657600" y="49682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4968240"/>
                <a:ext cx="762000" cy="365760"/>
              </a:xfrm>
              <a:prstGeom prst="rect">
                <a:avLst/>
              </a:prstGeom>
              <a:blipFill>
                <a:blip r:embed="rId15"/>
                <a:stretch>
                  <a:fillRect l="-1575" r="-11024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/>
          <p:cNvCxnSpPr>
            <a:stCxn id="52" idx="3"/>
            <a:endCxn id="33" idx="1"/>
          </p:cNvCxnSpPr>
          <p:nvPr/>
        </p:nvCxnSpPr>
        <p:spPr>
          <a:xfrm>
            <a:off x="2895600" y="5151120"/>
            <a:ext cx="762000" cy="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048000" y="473964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4739640"/>
                <a:ext cx="38266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/>
          <p:cNvCxnSpPr>
            <a:stCxn id="52" idx="2"/>
          </p:cNvCxnSpPr>
          <p:nvPr/>
        </p:nvCxnSpPr>
        <p:spPr>
          <a:xfrm>
            <a:off x="2514600" y="5334000"/>
            <a:ext cx="0" cy="77724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133600" y="550164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5501640"/>
                <a:ext cx="382669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/>
          <p:cNvCxnSpPr>
            <a:stCxn id="52" idx="0"/>
          </p:cNvCxnSpPr>
          <p:nvPr/>
        </p:nvCxnSpPr>
        <p:spPr>
          <a:xfrm flipV="1">
            <a:off x="2514600" y="4267200"/>
            <a:ext cx="0" cy="70104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2133600" y="44196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4419600"/>
                <a:ext cx="382669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/>
              <p:cNvSpPr/>
              <p:nvPr/>
            </p:nvSpPr>
            <p:spPr>
              <a:xfrm>
                <a:off x="5181600" y="49682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4968240"/>
                <a:ext cx="762000" cy="365760"/>
              </a:xfrm>
              <a:prstGeom prst="rect">
                <a:avLst/>
              </a:prstGeom>
              <a:blipFill>
                <a:blip r:embed="rId18"/>
                <a:stretch>
                  <a:fillRect l="-1575" r="-11811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/>
          <p:cNvCxnSpPr>
            <a:stCxn id="33" idx="3"/>
            <a:endCxn id="44" idx="1"/>
          </p:cNvCxnSpPr>
          <p:nvPr/>
        </p:nvCxnSpPr>
        <p:spPr>
          <a:xfrm>
            <a:off x="4419600" y="5151120"/>
            <a:ext cx="762000" cy="0"/>
          </a:xfrm>
          <a:prstGeom prst="straightConnector1">
            <a:avLst/>
          </a:prstGeom>
          <a:ln w="38100">
            <a:solidFill>
              <a:srgbClr val="051AE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4572000" y="47244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>
                <a:defPPr>
                  <a:defRPr lang="he-IL"/>
                </a:defPPr>
                <a:lvl1pPr algn="l" rtl="0">
                  <a:defRPr b="0" i="1">
                    <a:solidFill>
                      <a:srgbClr val="051AE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4724400"/>
                <a:ext cx="382669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2133600" y="39014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3901440"/>
                <a:ext cx="762000" cy="365760"/>
              </a:xfrm>
              <a:prstGeom prst="rect">
                <a:avLst/>
              </a:prstGeom>
              <a:blipFill>
                <a:blip r:embed="rId20"/>
                <a:stretch>
                  <a:fillRect l="-1575" r="-11024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/>
              <p:cNvSpPr/>
              <p:nvPr/>
            </p:nvSpPr>
            <p:spPr>
              <a:xfrm>
                <a:off x="2133600" y="61112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8" name="Rectangle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6111240"/>
                <a:ext cx="762000" cy="365760"/>
              </a:xfrm>
              <a:prstGeom prst="rect">
                <a:avLst/>
              </a:prstGeom>
              <a:blipFill>
                <a:blip r:embed="rId21"/>
                <a:stretch>
                  <a:fillRect l="-1575" r="-11024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11699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562600" y="381000"/>
                <a:ext cx="2011680" cy="94442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𝛼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  </m:t>
                              </m:r>
                            </m:e>
                          </m:groupCh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  </m:t>
                          </m:r>
                          <m:sSubSup>
                            <m:sSubSup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he-IL" sz="200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he-IL" sz="2000" b="0" i="1" smtClean="0">
                                  <a:solidFill>
                                    <a:srgbClr val="051AE1"/>
                                  </a:solidFill>
                                  <a:latin typeface="Cambria Math"/>
                                </a:rPr>
                                <m:t>𝛼</m:t>
                              </m:r>
                            </m:e>
                          </m:groupChr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he-IL" sz="200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381000"/>
                <a:ext cx="2011680" cy="9444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562600" y="1600200"/>
                <a:ext cx="2011680" cy="93140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𝛼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  </m:t>
                              </m:r>
                            </m:e>
                          </m:groupCh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  </m:t>
                          </m:r>
                          <m:sSubSup>
                            <m:sSubSup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he-IL" sz="200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he-IL" sz="2000" b="0" i="1" smtClean="0">
                                  <a:solidFill>
                                    <a:srgbClr val="051AE1"/>
                                  </a:solidFill>
                                  <a:latin typeface="Cambria Math"/>
                                </a:rPr>
                                <m:t>𝛼</m:t>
                              </m:r>
                            </m:e>
                          </m:groupChr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′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he-IL" sz="200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1600200"/>
                <a:ext cx="2011680" cy="9314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362200" y="592017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592017"/>
                <a:ext cx="365760" cy="3657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362200" y="21336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2133600"/>
                <a:ext cx="365760" cy="3657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Elbow Connector 8"/>
          <p:cNvCxnSpPr>
            <a:stCxn id="7" idx="1"/>
            <a:endCxn id="8" idx="1"/>
          </p:cNvCxnSpPr>
          <p:nvPr/>
        </p:nvCxnSpPr>
        <p:spPr>
          <a:xfrm rot="10800000" flipV="1">
            <a:off x="2362200" y="774896"/>
            <a:ext cx="12700" cy="1541583"/>
          </a:xfrm>
          <a:prstGeom prst="bentConnector3">
            <a:avLst>
              <a:gd name="adj1" fmla="val 1800000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hape 31"/>
          <p:cNvCxnSpPr>
            <a:stCxn id="8" idx="3"/>
            <a:endCxn id="7" idx="3"/>
          </p:cNvCxnSpPr>
          <p:nvPr/>
        </p:nvCxnSpPr>
        <p:spPr>
          <a:xfrm flipV="1">
            <a:off x="2727960" y="774897"/>
            <a:ext cx="12700" cy="1541583"/>
          </a:xfrm>
          <a:prstGeom prst="bentConnector3">
            <a:avLst>
              <a:gd name="adj1" fmla="val 180000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Elbow Connector 10"/>
          <p:cNvCxnSpPr/>
          <p:nvPr/>
        </p:nvCxnSpPr>
        <p:spPr>
          <a:xfrm rot="5400000" flipH="1" flipV="1">
            <a:off x="2590312" y="610088"/>
            <a:ext cx="2565" cy="1588"/>
          </a:xfrm>
          <a:prstGeom prst="bentConnector3">
            <a:avLst>
              <a:gd name="adj1" fmla="val 9939259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053840" y="6096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840" y="609600"/>
                <a:ext cx="365760" cy="365760"/>
              </a:xfrm>
              <a:prstGeom prst="rect">
                <a:avLst/>
              </a:prstGeom>
              <a:blipFill>
                <a:blip r:embed="rId6"/>
                <a:stretch>
                  <a:fillRect b="-161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4053840" y="12954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840" y="1295400"/>
                <a:ext cx="365760" cy="365760"/>
              </a:xfrm>
              <a:prstGeom prst="rect">
                <a:avLst/>
              </a:prstGeom>
              <a:blipFill>
                <a:blip r:embed="rId7"/>
                <a:stretch>
                  <a:fillRect b="-161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Elbow Connector 13"/>
          <p:cNvCxnSpPr>
            <a:stCxn id="12" idx="1"/>
            <a:endCxn id="13" idx="1"/>
          </p:cNvCxnSpPr>
          <p:nvPr/>
        </p:nvCxnSpPr>
        <p:spPr>
          <a:xfrm rot="10800000" flipV="1">
            <a:off x="4053840" y="792480"/>
            <a:ext cx="12700" cy="685800"/>
          </a:xfrm>
          <a:prstGeom prst="bentConnector3">
            <a:avLst>
              <a:gd name="adj1" fmla="val 1800000"/>
            </a:avLst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hape 31"/>
          <p:cNvCxnSpPr>
            <a:stCxn id="13" idx="3"/>
            <a:endCxn id="12" idx="3"/>
          </p:cNvCxnSpPr>
          <p:nvPr/>
        </p:nvCxnSpPr>
        <p:spPr>
          <a:xfrm flipV="1">
            <a:off x="4419600" y="792480"/>
            <a:ext cx="12700" cy="685800"/>
          </a:xfrm>
          <a:prstGeom prst="bentConnector3">
            <a:avLst>
              <a:gd name="adj1" fmla="val 180000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Elbow Connector 15"/>
          <p:cNvCxnSpPr/>
          <p:nvPr/>
        </p:nvCxnSpPr>
        <p:spPr>
          <a:xfrm rot="5400000" flipH="1" flipV="1">
            <a:off x="4238480" y="609600"/>
            <a:ext cx="1588" cy="1588"/>
          </a:xfrm>
          <a:prstGeom prst="bentConnector3">
            <a:avLst>
              <a:gd name="adj1" fmla="val 14395466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2362200" y="14478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1447800"/>
                <a:ext cx="365760" cy="3657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hape 31"/>
          <p:cNvCxnSpPr>
            <a:stCxn id="7" idx="2"/>
            <a:endCxn id="25" idx="0"/>
          </p:cNvCxnSpPr>
          <p:nvPr/>
        </p:nvCxnSpPr>
        <p:spPr>
          <a:xfrm>
            <a:off x="2545080" y="957777"/>
            <a:ext cx="0" cy="49002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514600" y="9906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0" y="990600"/>
                <a:ext cx="38266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1828800" y="12954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1295400"/>
                <a:ext cx="38266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2971800" y="12954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1295400"/>
                <a:ext cx="38266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3520440" y="9906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0440" y="990600"/>
                <a:ext cx="38266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4663440" y="9144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3440" y="914400"/>
                <a:ext cx="38266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/>
              <p:cNvSpPr/>
              <p:nvPr/>
            </p:nvSpPr>
            <p:spPr>
              <a:xfrm>
                <a:off x="2133600" y="49682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2" name="Rectangle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4968240"/>
                <a:ext cx="762000" cy="365760"/>
              </a:xfrm>
              <a:prstGeom prst="rect">
                <a:avLst/>
              </a:prstGeom>
              <a:blipFill>
                <a:blip r:embed="rId13"/>
                <a:stretch>
                  <a:fillRect l="-1575" r="-10236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Elbow Connector 52"/>
          <p:cNvCxnSpPr>
            <a:endCxn id="52" idx="1"/>
          </p:cNvCxnSpPr>
          <p:nvPr/>
        </p:nvCxnSpPr>
        <p:spPr>
          <a:xfrm>
            <a:off x="1957754" y="5149948"/>
            <a:ext cx="175846" cy="1172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352800" y="2514600"/>
                <a:ext cx="2011680" cy="964431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  </m:t>
                              </m:r>
                            </m:e>
                          </m:groupCh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he-IL" sz="200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2000" b="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he-IL" sz="2000" b="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groupChr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he-IL" sz="200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2514600"/>
                <a:ext cx="2011680" cy="96443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Elbow Connector 2"/>
          <p:cNvCxnSpPr>
            <a:stCxn id="6" idx="3"/>
            <a:endCxn id="23" idx="3"/>
          </p:cNvCxnSpPr>
          <p:nvPr/>
        </p:nvCxnSpPr>
        <p:spPr>
          <a:xfrm flipH="1">
            <a:off x="5364480" y="2065905"/>
            <a:ext cx="2209800" cy="930911"/>
          </a:xfrm>
          <a:prstGeom prst="bentConnector3">
            <a:avLst>
              <a:gd name="adj1" fmla="val -1034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3657600" y="49682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4968240"/>
                <a:ext cx="762000" cy="365760"/>
              </a:xfrm>
              <a:prstGeom prst="rect">
                <a:avLst/>
              </a:prstGeom>
              <a:blipFill>
                <a:blip r:embed="rId15"/>
                <a:stretch>
                  <a:fillRect l="-1575" r="-11024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/>
          <p:cNvCxnSpPr>
            <a:stCxn id="52" idx="3"/>
            <a:endCxn id="33" idx="1"/>
          </p:cNvCxnSpPr>
          <p:nvPr/>
        </p:nvCxnSpPr>
        <p:spPr>
          <a:xfrm>
            <a:off x="2895600" y="5151120"/>
            <a:ext cx="762000" cy="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048000" y="473964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4739640"/>
                <a:ext cx="38266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/>
          <p:cNvCxnSpPr>
            <a:stCxn id="52" idx="2"/>
          </p:cNvCxnSpPr>
          <p:nvPr/>
        </p:nvCxnSpPr>
        <p:spPr>
          <a:xfrm>
            <a:off x="2514600" y="5334000"/>
            <a:ext cx="0" cy="77724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133600" y="550164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5501640"/>
                <a:ext cx="382669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/>
          <p:cNvCxnSpPr>
            <a:stCxn id="52" idx="0"/>
          </p:cNvCxnSpPr>
          <p:nvPr/>
        </p:nvCxnSpPr>
        <p:spPr>
          <a:xfrm flipV="1">
            <a:off x="2514600" y="4267200"/>
            <a:ext cx="0" cy="70104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2133600" y="44196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4419600"/>
                <a:ext cx="382669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/>
              <p:cNvSpPr/>
              <p:nvPr/>
            </p:nvSpPr>
            <p:spPr>
              <a:xfrm>
                <a:off x="5181600" y="49682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4968240"/>
                <a:ext cx="762000" cy="365760"/>
              </a:xfrm>
              <a:prstGeom prst="rect">
                <a:avLst/>
              </a:prstGeom>
              <a:blipFill>
                <a:blip r:embed="rId18"/>
                <a:stretch>
                  <a:fillRect l="-1575" r="-11811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/>
          <p:cNvCxnSpPr>
            <a:stCxn id="33" idx="3"/>
            <a:endCxn id="44" idx="1"/>
          </p:cNvCxnSpPr>
          <p:nvPr/>
        </p:nvCxnSpPr>
        <p:spPr>
          <a:xfrm>
            <a:off x="4419600" y="5151120"/>
            <a:ext cx="762000" cy="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4572000" y="47244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4724400"/>
                <a:ext cx="382669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2133600" y="39014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3901440"/>
                <a:ext cx="762000" cy="365760"/>
              </a:xfrm>
              <a:prstGeom prst="rect">
                <a:avLst/>
              </a:prstGeom>
              <a:blipFill>
                <a:blip r:embed="rId19"/>
                <a:stretch>
                  <a:fillRect l="-1575" r="-11024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/>
              <p:cNvSpPr/>
              <p:nvPr/>
            </p:nvSpPr>
            <p:spPr>
              <a:xfrm>
                <a:off x="2133600" y="61112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8" name="Rectangle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6111240"/>
                <a:ext cx="762000" cy="365760"/>
              </a:xfrm>
              <a:prstGeom prst="rect">
                <a:avLst/>
              </a:prstGeom>
              <a:blipFill>
                <a:blip r:embed="rId20"/>
                <a:stretch>
                  <a:fillRect l="-1575" r="-11024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/>
              <p:cNvSpPr/>
              <p:nvPr/>
            </p:nvSpPr>
            <p:spPr>
              <a:xfrm>
                <a:off x="3657600" y="609600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9" name="Rectangle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6096000"/>
                <a:ext cx="762000" cy="365760"/>
              </a:xfrm>
              <a:prstGeom prst="rect">
                <a:avLst/>
              </a:prstGeom>
              <a:blipFill>
                <a:blip r:embed="rId21"/>
                <a:stretch>
                  <a:fillRect l="-1575" r="-11811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Arrow Connector 49"/>
          <p:cNvCxnSpPr>
            <a:endCxn id="49" idx="1"/>
          </p:cNvCxnSpPr>
          <p:nvPr/>
        </p:nvCxnSpPr>
        <p:spPr>
          <a:xfrm>
            <a:off x="2895600" y="6278880"/>
            <a:ext cx="762000" cy="0"/>
          </a:xfrm>
          <a:prstGeom prst="straightConnector1">
            <a:avLst/>
          </a:prstGeom>
          <a:ln w="38100">
            <a:solidFill>
              <a:srgbClr val="051AE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3048000" y="585216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>
                <a:defPPr>
                  <a:defRPr lang="he-IL"/>
                </a:defPPr>
                <a:lvl1pPr algn="l" rtl="0">
                  <a:defRPr b="0" i="1">
                    <a:solidFill>
                      <a:srgbClr val="051AE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5852160"/>
                <a:ext cx="382669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85237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562600" y="381000"/>
                <a:ext cx="2011680" cy="94442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𝛼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  </m:t>
                              </m:r>
                            </m:e>
                          </m:groupCh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  </m:t>
                          </m:r>
                          <m:sSubSup>
                            <m:sSubSup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he-IL" sz="200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he-IL" sz="2000" b="0" i="1" smtClean="0">
                                  <a:solidFill>
                                    <a:srgbClr val="051AE1"/>
                                  </a:solidFill>
                                  <a:latin typeface="Cambria Math"/>
                                </a:rPr>
                                <m:t>𝛼</m:t>
                              </m:r>
                            </m:e>
                          </m:groupChr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he-IL" sz="200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381000"/>
                <a:ext cx="2011680" cy="9444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562600" y="1600200"/>
                <a:ext cx="2011680" cy="93140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𝛼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  </m:t>
                              </m:r>
                            </m:e>
                          </m:groupCh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  </m:t>
                          </m:r>
                          <m:sSubSup>
                            <m:sSubSup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he-IL" sz="200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he-IL" sz="2000" b="0" i="1" smtClean="0">
                                  <a:solidFill>
                                    <a:srgbClr val="051AE1"/>
                                  </a:solidFill>
                                  <a:latin typeface="Cambria Math"/>
                                </a:rPr>
                                <m:t>𝛼</m:t>
                              </m:r>
                            </m:e>
                          </m:groupChr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′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he-IL" sz="200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1600200"/>
                <a:ext cx="2011680" cy="9314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362200" y="592017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592017"/>
                <a:ext cx="365760" cy="3657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362200" y="21336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2133600"/>
                <a:ext cx="365760" cy="3657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Elbow Connector 8"/>
          <p:cNvCxnSpPr>
            <a:stCxn id="7" idx="1"/>
            <a:endCxn id="8" idx="1"/>
          </p:cNvCxnSpPr>
          <p:nvPr/>
        </p:nvCxnSpPr>
        <p:spPr>
          <a:xfrm rot="10800000" flipV="1">
            <a:off x="2362200" y="774896"/>
            <a:ext cx="12700" cy="1541583"/>
          </a:xfrm>
          <a:prstGeom prst="bentConnector3">
            <a:avLst>
              <a:gd name="adj1" fmla="val 1800000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hape 31"/>
          <p:cNvCxnSpPr>
            <a:stCxn id="8" idx="3"/>
            <a:endCxn id="7" idx="3"/>
          </p:cNvCxnSpPr>
          <p:nvPr/>
        </p:nvCxnSpPr>
        <p:spPr>
          <a:xfrm flipV="1">
            <a:off x="2727960" y="774897"/>
            <a:ext cx="12700" cy="1541583"/>
          </a:xfrm>
          <a:prstGeom prst="bentConnector3">
            <a:avLst>
              <a:gd name="adj1" fmla="val 180000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Elbow Connector 10"/>
          <p:cNvCxnSpPr/>
          <p:nvPr/>
        </p:nvCxnSpPr>
        <p:spPr>
          <a:xfrm rot="5400000" flipH="1" flipV="1">
            <a:off x="2590312" y="610088"/>
            <a:ext cx="2565" cy="1588"/>
          </a:xfrm>
          <a:prstGeom prst="bentConnector3">
            <a:avLst>
              <a:gd name="adj1" fmla="val 9939259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053840" y="6096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840" y="609600"/>
                <a:ext cx="365760" cy="365760"/>
              </a:xfrm>
              <a:prstGeom prst="rect">
                <a:avLst/>
              </a:prstGeom>
              <a:blipFill>
                <a:blip r:embed="rId6"/>
                <a:stretch>
                  <a:fillRect b="-161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4053840" y="12954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840" y="1295400"/>
                <a:ext cx="365760" cy="365760"/>
              </a:xfrm>
              <a:prstGeom prst="rect">
                <a:avLst/>
              </a:prstGeom>
              <a:blipFill>
                <a:blip r:embed="rId7"/>
                <a:stretch>
                  <a:fillRect b="-161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Elbow Connector 13"/>
          <p:cNvCxnSpPr>
            <a:stCxn id="12" idx="1"/>
            <a:endCxn id="13" idx="1"/>
          </p:cNvCxnSpPr>
          <p:nvPr/>
        </p:nvCxnSpPr>
        <p:spPr>
          <a:xfrm rot="10800000" flipV="1">
            <a:off x="4053840" y="792480"/>
            <a:ext cx="12700" cy="685800"/>
          </a:xfrm>
          <a:prstGeom prst="bentConnector3">
            <a:avLst>
              <a:gd name="adj1" fmla="val 1800000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hape 31"/>
          <p:cNvCxnSpPr>
            <a:stCxn id="13" idx="3"/>
            <a:endCxn id="12" idx="3"/>
          </p:cNvCxnSpPr>
          <p:nvPr/>
        </p:nvCxnSpPr>
        <p:spPr>
          <a:xfrm flipV="1">
            <a:off x="4419600" y="792480"/>
            <a:ext cx="12700" cy="685800"/>
          </a:xfrm>
          <a:prstGeom prst="bentConnector3">
            <a:avLst>
              <a:gd name="adj1" fmla="val 1800000"/>
            </a:avLst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Elbow Connector 15"/>
          <p:cNvCxnSpPr/>
          <p:nvPr/>
        </p:nvCxnSpPr>
        <p:spPr>
          <a:xfrm rot="5400000" flipH="1" flipV="1">
            <a:off x="4238480" y="609600"/>
            <a:ext cx="1588" cy="1588"/>
          </a:xfrm>
          <a:prstGeom prst="bentConnector3">
            <a:avLst>
              <a:gd name="adj1" fmla="val 14395466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2362200" y="14478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1447800"/>
                <a:ext cx="365760" cy="3657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hape 31"/>
          <p:cNvCxnSpPr>
            <a:stCxn id="7" idx="2"/>
            <a:endCxn id="25" idx="0"/>
          </p:cNvCxnSpPr>
          <p:nvPr/>
        </p:nvCxnSpPr>
        <p:spPr>
          <a:xfrm>
            <a:off x="2545080" y="957777"/>
            <a:ext cx="0" cy="49002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514600" y="9906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0" y="990600"/>
                <a:ext cx="38266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1828800" y="12954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1295400"/>
                <a:ext cx="38266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2971800" y="12954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1295400"/>
                <a:ext cx="38266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3520440" y="9906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0440" y="990600"/>
                <a:ext cx="38266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4663440" y="914400"/>
                <a:ext cx="38266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3440" y="914400"/>
                <a:ext cx="38266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/>
              <p:cNvSpPr/>
              <p:nvPr/>
            </p:nvSpPr>
            <p:spPr>
              <a:xfrm>
                <a:off x="2133600" y="49682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2" name="Rectangle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4968240"/>
                <a:ext cx="762000" cy="365760"/>
              </a:xfrm>
              <a:prstGeom prst="rect">
                <a:avLst/>
              </a:prstGeom>
              <a:blipFill>
                <a:blip r:embed="rId12"/>
                <a:stretch>
                  <a:fillRect l="-1575" r="-10236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Elbow Connector 52"/>
          <p:cNvCxnSpPr>
            <a:endCxn id="52" idx="1"/>
          </p:cNvCxnSpPr>
          <p:nvPr/>
        </p:nvCxnSpPr>
        <p:spPr>
          <a:xfrm>
            <a:off x="1957754" y="5149948"/>
            <a:ext cx="175846" cy="1172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352800" y="2514600"/>
                <a:ext cx="2011680" cy="995785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  </m:t>
                              </m:r>
                            </m:e>
                          </m:groupCh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he-IL" sz="200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he-IL" sz="2000" b="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groupChr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he-IL" sz="200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2514600"/>
                <a:ext cx="2011680" cy="99578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Elbow Connector 2"/>
          <p:cNvCxnSpPr>
            <a:stCxn id="6" idx="3"/>
            <a:endCxn id="23" idx="3"/>
          </p:cNvCxnSpPr>
          <p:nvPr/>
        </p:nvCxnSpPr>
        <p:spPr>
          <a:xfrm flipH="1">
            <a:off x="5364480" y="2065905"/>
            <a:ext cx="2209800" cy="946588"/>
          </a:xfrm>
          <a:prstGeom prst="bentConnector3">
            <a:avLst>
              <a:gd name="adj1" fmla="val -1034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3657600" y="49682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4968240"/>
                <a:ext cx="762000" cy="365760"/>
              </a:xfrm>
              <a:prstGeom prst="rect">
                <a:avLst/>
              </a:prstGeom>
              <a:blipFill>
                <a:blip r:embed="rId14"/>
                <a:stretch>
                  <a:fillRect l="-1575" r="-11024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/>
          <p:cNvCxnSpPr>
            <a:stCxn id="52" idx="3"/>
            <a:endCxn id="33" idx="1"/>
          </p:cNvCxnSpPr>
          <p:nvPr/>
        </p:nvCxnSpPr>
        <p:spPr>
          <a:xfrm>
            <a:off x="2895600" y="5151120"/>
            <a:ext cx="762000" cy="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048000" y="473964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4739640"/>
                <a:ext cx="38266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/>
          <p:cNvCxnSpPr>
            <a:stCxn id="52" idx="2"/>
          </p:cNvCxnSpPr>
          <p:nvPr/>
        </p:nvCxnSpPr>
        <p:spPr>
          <a:xfrm>
            <a:off x="2514600" y="5334000"/>
            <a:ext cx="0" cy="77724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133600" y="550164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5501640"/>
                <a:ext cx="382669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/>
          <p:cNvCxnSpPr>
            <a:stCxn id="52" idx="0"/>
          </p:cNvCxnSpPr>
          <p:nvPr/>
        </p:nvCxnSpPr>
        <p:spPr>
          <a:xfrm flipV="1">
            <a:off x="2514600" y="4267200"/>
            <a:ext cx="0" cy="70104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2133600" y="44196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4419600"/>
                <a:ext cx="382669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/>
              <p:cNvSpPr/>
              <p:nvPr/>
            </p:nvSpPr>
            <p:spPr>
              <a:xfrm>
                <a:off x="5181600" y="49682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4968240"/>
                <a:ext cx="762000" cy="365760"/>
              </a:xfrm>
              <a:prstGeom prst="rect">
                <a:avLst/>
              </a:prstGeom>
              <a:blipFill>
                <a:blip r:embed="rId17"/>
                <a:stretch>
                  <a:fillRect l="-1575" r="-11811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/>
          <p:cNvCxnSpPr>
            <a:stCxn id="33" idx="3"/>
            <a:endCxn id="44" idx="1"/>
          </p:cNvCxnSpPr>
          <p:nvPr/>
        </p:nvCxnSpPr>
        <p:spPr>
          <a:xfrm>
            <a:off x="4419600" y="5151120"/>
            <a:ext cx="762000" cy="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4572000" y="47244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4724400"/>
                <a:ext cx="382669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2133600" y="39014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3901440"/>
                <a:ext cx="762000" cy="365760"/>
              </a:xfrm>
              <a:prstGeom prst="rect">
                <a:avLst/>
              </a:prstGeom>
              <a:blipFill>
                <a:blip r:embed="rId18"/>
                <a:stretch>
                  <a:fillRect l="-1575" r="-11024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/>
              <p:cNvSpPr/>
              <p:nvPr/>
            </p:nvSpPr>
            <p:spPr>
              <a:xfrm>
                <a:off x="2133600" y="61112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8" name="Rectangle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6111240"/>
                <a:ext cx="762000" cy="365760"/>
              </a:xfrm>
              <a:prstGeom prst="rect">
                <a:avLst/>
              </a:prstGeom>
              <a:blipFill>
                <a:blip r:embed="rId19"/>
                <a:stretch>
                  <a:fillRect l="-1575" r="-11024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/>
              <p:cNvSpPr/>
              <p:nvPr/>
            </p:nvSpPr>
            <p:spPr>
              <a:xfrm>
                <a:off x="3657600" y="609600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9" name="Rectangle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6096000"/>
                <a:ext cx="762000" cy="365760"/>
              </a:xfrm>
              <a:prstGeom prst="rect">
                <a:avLst/>
              </a:prstGeom>
              <a:blipFill>
                <a:blip r:embed="rId20"/>
                <a:stretch>
                  <a:fillRect l="-1575" r="-11811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Arrow Connector 49"/>
          <p:cNvCxnSpPr>
            <a:endCxn id="49" idx="1"/>
          </p:cNvCxnSpPr>
          <p:nvPr/>
        </p:nvCxnSpPr>
        <p:spPr>
          <a:xfrm>
            <a:off x="2895600" y="6278880"/>
            <a:ext cx="762000" cy="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3048000" y="585216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5852160"/>
                <a:ext cx="382669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Elbow Connector 16"/>
          <p:cNvCxnSpPr>
            <a:stCxn id="44" idx="2"/>
            <a:endCxn id="33" idx="2"/>
          </p:cNvCxnSpPr>
          <p:nvPr/>
        </p:nvCxnSpPr>
        <p:spPr>
          <a:xfrm rot="5400000">
            <a:off x="4800600" y="4572000"/>
            <a:ext cx="12700" cy="1524000"/>
          </a:xfrm>
          <a:prstGeom prst="bentConnector3">
            <a:avLst>
              <a:gd name="adj1" fmla="val 1800000"/>
            </a:avLst>
          </a:prstGeom>
          <a:ln w="38100">
            <a:solidFill>
              <a:srgbClr val="051AE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4572000" y="52578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>
                <a:defPPr>
                  <a:defRPr lang="he-IL"/>
                </a:defPPr>
                <a:lvl1pPr algn="l" rtl="0">
                  <a:defRPr b="0" i="1">
                    <a:solidFill>
                      <a:srgbClr val="051AE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5257800"/>
                <a:ext cx="382669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04696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562600" y="381000"/>
                <a:ext cx="2011680" cy="94442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𝛼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  </m:t>
                              </m:r>
                            </m:e>
                          </m:groupCh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  </m:t>
                          </m:r>
                          <m:sSubSup>
                            <m:sSubSup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he-IL" sz="200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he-IL" sz="2000" b="0" i="1" smtClean="0">
                                  <a:solidFill>
                                    <a:srgbClr val="051AE1"/>
                                  </a:solidFill>
                                  <a:latin typeface="Cambria Math"/>
                                </a:rPr>
                                <m:t>𝛼</m:t>
                              </m:r>
                            </m:e>
                          </m:groupChr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he-IL" sz="200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381000"/>
                <a:ext cx="2011680" cy="9444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562600" y="1600200"/>
                <a:ext cx="2011680" cy="93140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𝛼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  </m:t>
                              </m:r>
                            </m:e>
                          </m:groupCh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  </m:t>
                          </m:r>
                          <m:sSubSup>
                            <m:sSubSup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he-IL" sz="200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he-IL" sz="2000" b="0" i="1" smtClean="0">
                                  <a:solidFill>
                                    <a:srgbClr val="051AE1"/>
                                  </a:solidFill>
                                  <a:latin typeface="Cambria Math"/>
                                </a:rPr>
                                <m:t>𝛼</m:t>
                              </m:r>
                            </m:e>
                          </m:groupChr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′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he-IL" sz="200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1600200"/>
                <a:ext cx="2011680" cy="9314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362200" y="592017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592017"/>
                <a:ext cx="365760" cy="3657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362200" y="21336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2133600"/>
                <a:ext cx="365760" cy="3657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Elbow Connector 8"/>
          <p:cNvCxnSpPr>
            <a:stCxn id="7" idx="1"/>
            <a:endCxn id="8" idx="1"/>
          </p:cNvCxnSpPr>
          <p:nvPr/>
        </p:nvCxnSpPr>
        <p:spPr>
          <a:xfrm rot="10800000" flipV="1">
            <a:off x="2362200" y="774896"/>
            <a:ext cx="12700" cy="1541583"/>
          </a:xfrm>
          <a:prstGeom prst="bentConnector3">
            <a:avLst>
              <a:gd name="adj1" fmla="val 1800000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hape 31"/>
          <p:cNvCxnSpPr>
            <a:stCxn id="8" idx="3"/>
            <a:endCxn id="7" idx="3"/>
          </p:cNvCxnSpPr>
          <p:nvPr/>
        </p:nvCxnSpPr>
        <p:spPr>
          <a:xfrm flipV="1">
            <a:off x="2727960" y="774897"/>
            <a:ext cx="12700" cy="1541583"/>
          </a:xfrm>
          <a:prstGeom prst="bentConnector3">
            <a:avLst>
              <a:gd name="adj1" fmla="val 180000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Elbow Connector 10"/>
          <p:cNvCxnSpPr/>
          <p:nvPr/>
        </p:nvCxnSpPr>
        <p:spPr>
          <a:xfrm rot="5400000" flipH="1" flipV="1">
            <a:off x="2590312" y="610088"/>
            <a:ext cx="2565" cy="1588"/>
          </a:xfrm>
          <a:prstGeom prst="bentConnector3">
            <a:avLst>
              <a:gd name="adj1" fmla="val 9939259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053840" y="6096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840" y="609600"/>
                <a:ext cx="365760" cy="365760"/>
              </a:xfrm>
              <a:prstGeom prst="rect">
                <a:avLst/>
              </a:prstGeom>
              <a:blipFill>
                <a:blip r:embed="rId6"/>
                <a:stretch>
                  <a:fillRect b="-161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4053840" y="12954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840" y="1295400"/>
                <a:ext cx="365760" cy="365760"/>
              </a:xfrm>
              <a:prstGeom prst="rect">
                <a:avLst/>
              </a:prstGeom>
              <a:blipFill>
                <a:blip r:embed="rId7"/>
                <a:stretch>
                  <a:fillRect b="-161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Elbow Connector 13"/>
          <p:cNvCxnSpPr>
            <a:stCxn id="12" idx="1"/>
            <a:endCxn id="13" idx="1"/>
          </p:cNvCxnSpPr>
          <p:nvPr/>
        </p:nvCxnSpPr>
        <p:spPr>
          <a:xfrm rot="10800000" flipV="1">
            <a:off x="4053840" y="792480"/>
            <a:ext cx="12700" cy="685800"/>
          </a:xfrm>
          <a:prstGeom prst="bentConnector3">
            <a:avLst>
              <a:gd name="adj1" fmla="val 1800000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hape 31"/>
          <p:cNvCxnSpPr>
            <a:stCxn id="13" idx="3"/>
            <a:endCxn id="12" idx="3"/>
          </p:cNvCxnSpPr>
          <p:nvPr/>
        </p:nvCxnSpPr>
        <p:spPr>
          <a:xfrm flipV="1">
            <a:off x="4419600" y="792480"/>
            <a:ext cx="12700" cy="685800"/>
          </a:xfrm>
          <a:prstGeom prst="bentConnector3">
            <a:avLst>
              <a:gd name="adj1" fmla="val 1800000"/>
            </a:avLst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Elbow Connector 15"/>
          <p:cNvCxnSpPr/>
          <p:nvPr/>
        </p:nvCxnSpPr>
        <p:spPr>
          <a:xfrm rot="5400000" flipH="1" flipV="1">
            <a:off x="4238480" y="609600"/>
            <a:ext cx="1588" cy="1588"/>
          </a:xfrm>
          <a:prstGeom prst="bentConnector3">
            <a:avLst>
              <a:gd name="adj1" fmla="val 14395466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2362200" y="14478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1447800"/>
                <a:ext cx="365760" cy="3657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hape 31"/>
          <p:cNvCxnSpPr>
            <a:stCxn id="7" idx="2"/>
            <a:endCxn id="25" idx="0"/>
          </p:cNvCxnSpPr>
          <p:nvPr/>
        </p:nvCxnSpPr>
        <p:spPr>
          <a:xfrm>
            <a:off x="2545080" y="957777"/>
            <a:ext cx="0" cy="49002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514600" y="9906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0" y="990600"/>
                <a:ext cx="38266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1828800" y="12954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1295400"/>
                <a:ext cx="38266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2971800" y="12954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1295400"/>
                <a:ext cx="38266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3520440" y="9906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0440" y="990600"/>
                <a:ext cx="38266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4663440" y="914400"/>
                <a:ext cx="38266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3440" y="914400"/>
                <a:ext cx="38266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/>
              <p:cNvSpPr/>
              <p:nvPr/>
            </p:nvSpPr>
            <p:spPr>
              <a:xfrm>
                <a:off x="2133600" y="49682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2" name="Rectangle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4968240"/>
                <a:ext cx="762000" cy="365760"/>
              </a:xfrm>
              <a:prstGeom prst="rect">
                <a:avLst/>
              </a:prstGeom>
              <a:blipFill>
                <a:blip r:embed="rId12"/>
                <a:stretch>
                  <a:fillRect l="-1575" r="-10236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Elbow Connector 52"/>
          <p:cNvCxnSpPr>
            <a:endCxn id="52" idx="1"/>
          </p:cNvCxnSpPr>
          <p:nvPr/>
        </p:nvCxnSpPr>
        <p:spPr>
          <a:xfrm>
            <a:off x="1957754" y="5149948"/>
            <a:ext cx="175846" cy="1172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352800" y="2514600"/>
                <a:ext cx="2011680" cy="995785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  </m:t>
                              </m:r>
                            </m:e>
                          </m:groupCh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he-IL" sz="200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he-IL" sz="2000" b="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groupChr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he-IL" sz="200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2514600"/>
                <a:ext cx="2011680" cy="99578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Elbow Connector 2"/>
          <p:cNvCxnSpPr>
            <a:stCxn id="6" idx="3"/>
            <a:endCxn id="23" idx="3"/>
          </p:cNvCxnSpPr>
          <p:nvPr/>
        </p:nvCxnSpPr>
        <p:spPr>
          <a:xfrm flipH="1">
            <a:off x="5364480" y="2065905"/>
            <a:ext cx="2209800" cy="946588"/>
          </a:xfrm>
          <a:prstGeom prst="bentConnector3">
            <a:avLst>
              <a:gd name="adj1" fmla="val -1034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3657600" y="49682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4968240"/>
                <a:ext cx="762000" cy="365760"/>
              </a:xfrm>
              <a:prstGeom prst="rect">
                <a:avLst/>
              </a:prstGeom>
              <a:blipFill>
                <a:blip r:embed="rId14"/>
                <a:stretch>
                  <a:fillRect l="-1575" r="-11024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/>
          <p:cNvCxnSpPr>
            <a:stCxn id="52" idx="3"/>
            <a:endCxn id="33" idx="1"/>
          </p:cNvCxnSpPr>
          <p:nvPr/>
        </p:nvCxnSpPr>
        <p:spPr>
          <a:xfrm>
            <a:off x="2895600" y="5151120"/>
            <a:ext cx="762000" cy="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048000" y="473964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4739640"/>
                <a:ext cx="38266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/>
          <p:cNvCxnSpPr>
            <a:stCxn id="52" idx="2"/>
          </p:cNvCxnSpPr>
          <p:nvPr/>
        </p:nvCxnSpPr>
        <p:spPr>
          <a:xfrm>
            <a:off x="2514600" y="5334000"/>
            <a:ext cx="0" cy="77724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133600" y="550164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5501640"/>
                <a:ext cx="382669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/>
          <p:cNvCxnSpPr>
            <a:stCxn id="52" idx="0"/>
          </p:cNvCxnSpPr>
          <p:nvPr/>
        </p:nvCxnSpPr>
        <p:spPr>
          <a:xfrm flipV="1">
            <a:off x="2514600" y="4267200"/>
            <a:ext cx="0" cy="70104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2133600" y="44196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4419600"/>
                <a:ext cx="382669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/>
              <p:cNvSpPr/>
              <p:nvPr/>
            </p:nvSpPr>
            <p:spPr>
              <a:xfrm>
                <a:off x="5181600" y="49682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4968240"/>
                <a:ext cx="762000" cy="365760"/>
              </a:xfrm>
              <a:prstGeom prst="rect">
                <a:avLst/>
              </a:prstGeom>
              <a:blipFill>
                <a:blip r:embed="rId17"/>
                <a:stretch>
                  <a:fillRect l="-1575" r="-11811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/>
          <p:cNvCxnSpPr>
            <a:stCxn id="33" idx="3"/>
            <a:endCxn id="44" idx="1"/>
          </p:cNvCxnSpPr>
          <p:nvPr/>
        </p:nvCxnSpPr>
        <p:spPr>
          <a:xfrm>
            <a:off x="4419600" y="5151120"/>
            <a:ext cx="762000" cy="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4572000" y="47244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4724400"/>
                <a:ext cx="382669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2133600" y="39014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3901440"/>
                <a:ext cx="762000" cy="365760"/>
              </a:xfrm>
              <a:prstGeom prst="rect">
                <a:avLst/>
              </a:prstGeom>
              <a:blipFill>
                <a:blip r:embed="rId18"/>
                <a:stretch>
                  <a:fillRect l="-1575" r="-11024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/>
              <p:cNvSpPr/>
              <p:nvPr/>
            </p:nvSpPr>
            <p:spPr>
              <a:xfrm>
                <a:off x="2133600" y="61112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8" name="Rectangle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6111240"/>
                <a:ext cx="762000" cy="365760"/>
              </a:xfrm>
              <a:prstGeom prst="rect">
                <a:avLst/>
              </a:prstGeom>
              <a:blipFill>
                <a:blip r:embed="rId19"/>
                <a:stretch>
                  <a:fillRect l="-1575" r="-11024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/>
              <p:cNvSpPr/>
              <p:nvPr/>
            </p:nvSpPr>
            <p:spPr>
              <a:xfrm>
                <a:off x="3657600" y="609600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9" name="Rectangle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6096000"/>
                <a:ext cx="762000" cy="365760"/>
              </a:xfrm>
              <a:prstGeom prst="rect">
                <a:avLst/>
              </a:prstGeom>
              <a:blipFill>
                <a:blip r:embed="rId20"/>
                <a:stretch>
                  <a:fillRect l="-1575" r="-11811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Arrow Connector 49"/>
          <p:cNvCxnSpPr>
            <a:endCxn id="49" idx="1"/>
          </p:cNvCxnSpPr>
          <p:nvPr/>
        </p:nvCxnSpPr>
        <p:spPr>
          <a:xfrm>
            <a:off x="2895600" y="6278880"/>
            <a:ext cx="762000" cy="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3048000" y="585216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5852160"/>
                <a:ext cx="382669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Elbow Connector 16"/>
          <p:cNvCxnSpPr/>
          <p:nvPr/>
        </p:nvCxnSpPr>
        <p:spPr>
          <a:xfrm rot="5400000">
            <a:off x="3270250" y="5703766"/>
            <a:ext cx="12700" cy="1524000"/>
          </a:xfrm>
          <a:prstGeom prst="bentConnector3">
            <a:avLst>
              <a:gd name="adj1" fmla="val 1800000"/>
            </a:avLst>
          </a:prstGeom>
          <a:ln w="38100">
            <a:solidFill>
              <a:srgbClr val="051AE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3041650" y="6389566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>
                <a:defPPr>
                  <a:defRPr lang="he-IL"/>
                </a:defPPr>
                <a:lvl1pPr algn="l" rtl="0">
                  <a:defRPr b="0" i="1">
                    <a:solidFill>
                      <a:srgbClr val="051AE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1650" y="6389566"/>
                <a:ext cx="382669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Elbow Connector 53"/>
          <p:cNvCxnSpPr/>
          <p:nvPr/>
        </p:nvCxnSpPr>
        <p:spPr>
          <a:xfrm rot="5400000">
            <a:off x="4800600" y="4572000"/>
            <a:ext cx="12700" cy="1524000"/>
          </a:xfrm>
          <a:prstGeom prst="bentConnector3">
            <a:avLst>
              <a:gd name="adj1" fmla="val 180000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4572000" y="52578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5257800"/>
                <a:ext cx="38266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55264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562600" y="381000"/>
                <a:ext cx="2011680" cy="94442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𝛼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  </m:t>
                              </m:r>
                            </m:e>
                          </m:groupCh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  </m:t>
                          </m:r>
                          <m:sSubSup>
                            <m:sSubSup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he-IL" sz="200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he-IL" sz="2000" b="0" i="1" smtClean="0">
                                  <a:solidFill>
                                    <a:srgbClr val="051AE1"/>
                                  </a:solidFill>
                                  <a:latin typeface="Cambria Math"/>
                                </a:rPr>
                                <m:t>𝛼</m:t>
                              </m:r>
                            </m:e>
                          </m:groupChr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he-IL" sz="200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381000"/>
                <a:ext cx="2011680" cy="9444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562600" y="1600200"/>
                <a:ext cx="2011680" cy="93140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𝛼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  </m:t>
                              </m:r>
                            </m:e>
                          </m:groupCh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  </m:t>
                          </m:r>
                          <m:sSubSup>
                            <m:sSubSup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he-IL" sz="200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he-IL" sz="2000" b="0" i="1" smtClean="0">
                                  <a:solidFill>
                                    <a:srgbClr val="051AE1"/>
                                  </a:solidFill>
                                  <a:latin typeface="Cambria Math"/>
                                </a:rPr>
                                <m:t>𝛼</m:t>
                              </m:r>
                            </m:e>
                          </m:groupChr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′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he-IL" sz="200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1600200"/>
                <a:ext cx="2011680" cy="9314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362200" y="592017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592017"/>
                <a:ext cx="365760" cy="3657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362200" y="21336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2133600"/>
                <a:ext cx="365760" cy="3657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Elbow Connector 8"/>
          <p:cNvCxnSpPr>
            <a:stCxn id="7" idx="1"/>
            <a:endCxn id="8" idx="1"/>
          </p:cNvCxnSpPr>
          <p:nvPr/>
        </p:nvCxnSpPr>
        <p:spPr>
          <a:xfrm rot="10800000" flipV="1">
            <a:off x="2362200" y="774896"/>
            <a:ext cx="12700" cy="1541583"/>
          </a:xfrm>
          <a:prstGeom prst="bentConnector3">
            <a:avLst>
              <a:gd name="adj1" fmla="val 1800000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hape 31"/>
          <p:cNvCxnSpPr>
            <a:stCxn id="8" idx="3"/>
            <a:endCxn id="7" idx="3"/>
          </p:cNvCxnSpPr>
          <p:nvPr/>
        </p:nvCxnSpPr>
        <p:spPr>
          <a:xfrm flipV="1">
            <a:off x="2727960" y="774897"/>
            <a:ext cx="12700" cy="1541583"/>
          </a:xfrm>
          <a:prstGeom prst="bentConnector3">
            <a:avLst>
              <a:gd name="adj1" fmla="val 180000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Elbow Connector 10"/>
          <p:cNvCxnSpPr/>
          <p:nvPr/>
        </p:nvCxnSpPr>
        <p:spPr>
          <a:xfrm rot="5400000" flipH="1" flipV="1">
            <a:off x="2590312" y="610088"/>
            <a:ext cx="2565" cy="1588"/>
          </a:xfrm>
          <a:prstGeom prst="bentConnector3">
            <a:avLst>
              <a:gd name="adj1" fmla="val 9939259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053840" y="6096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840" y="609600"/>
                <a:ext cx="365760" cy="365760"/>
              </a:xfrm>
              <a:prstGeom prst="rect">
                <a:avLst/>
              </a:prstGeom>
              <a:blipFill>
                <a:blip r:embed="rId6"/>
                <a:stretch>
                  <a:fillRect b="-161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4053840" y="12954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840" y="1295400"/>
                <a:ext cx="365760" cy="365760"/>
              </a:xfrm>
              <a:prstGeom prst="rect">
                <a:avLst/>
              </a:prstGeom>
              <a:blipFill>
                <a:blip r:embed="rId7"/>
                <a:stretch>
                  <a:fillRect b="-161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Elbow Connector 13"/>
          <p:cNvCxnSpPr>
            <a:stCxn id="12" idx="1"/>
            <a:endCxn id="13" idx="1"/>
          </p:cNvCxnSpPr>
          <p:nvPr/>
        </p:nvCxnSpPr>
        <p:spPr>
          <a:xfrm rot="10800000" flipV="1">
            <a:off x="4053840" y="792480"/>
            <a:ext cx="12700" cy="685800"/>
          </a:xfrm>
          <a:prstGeom prst="bentConnector3">
            <a:avLst>
              <a:gd name="adj1" fmla="val 1800000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hape 31"/>
          <p:cNvCxnSpPr>
            <a:stCxn id="13" idx="3"/>
            <a:endCxn id="12" idx="3"/>
          </p:cNvCxnSpPr>
          <p:nvPr/>
        </p:nvCxnSpPr>
        <p:spPr>
          <a:xfrm flipV="1">
            <a:off x="4419600" y="792480"/>
            <a:ext cx="12700" cy="685800"/>
          </a:xfrm>
          <a:prstGeom prst="bentConnector3">
            <a:avLst>
              <a:gd name="adj1" fmla="val 1800000"/>
            </a:avLst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Elbow Connector 15"/>
          <p:cNvCxnSpPr/>
          <p:nvPr/>
        </p:nvCxnSpPr>
        <p:spPr>
          <a:xfrm rot="5400000" flipH="1" flipV="1">
            <a:off x="4238480" y="609600"/>
            <a:ext cx="1588" cy="1588"/>
          </a:xfrm>
          <a:prstGeom prst="bentConnector3">
            <a:avLst>
              <a:gd name="adj1" fmla="val 14395466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2362200" y="14478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1447800"/>
                <a:ext cx="365760" cy="3657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hape 31"/>
          <p:cNvCxnSpPr>
            <a:stCxn id="7" idx="2"/>
            <a:endCxn id="25" idx="0"/>
          </p:cNvCxnSpPr>
          <p:nvPr/>
        </p:nvCxnSpPr>
        <p:spPr>
          <a:xfrm>
            <a:off x="2545080" y="957777"/>
            <a:ext cx="0" cy="49002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514600" y="9906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0" y="990600"/>
                <a:ext cx="38266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1828800" y="12954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1295400"/>
                <a:ext cx="38266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2971800" y="12954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1295400"/>
                <a:ext cx="38266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3520440" y="9906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0440" y="990600"/>
                <a:ext cx="38266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4663440" y="914400"/>
                <a:ext cx="38266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3440" y="914400"/>
                <a:ext cx="38266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/>
              <p:cNvSpPr/>
              <p:nvPr/>
            </p:nvSpPr>
            <p:spPr>
              <a:xfrm>
                <a:off x="2133600" y="49682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2" name="Rectangle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4968240"/>
                <a:ext cx="762000" cy="365760"/>
              </a:xfrm>
              <a:prstGeom prst="rect">
                <a:avLst/>
              </a:prstGeom>
              <a:blipFill>
                <a:blip r:embed="rId12"/>
                <a:stretch>
                  <a:fillRect l="-1575" r="-10236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Elbow Connector 52"/>
          <p:cNvCxnSpPr>
            <a:endCxn id="52" idx="1"/>
          </p:cNvCxnSpPr>
          <p:nvPr/>
        </p:nvCxnSpPr>
        <p:spPr>
          <a:xfrm>
            <a:off x="1957754" y="5149948"/>
            <a:ext cx="175846" cy="1172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352800" y="2514600"/>
                <a:ext cx="2011680" cy="995785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  </m:t>
                              </m:r>
                            </m:e>
                          </m:groupCh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he-IL" sz="200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he-IL" sz="2000" b="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groupChr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he-IL" sz="200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2514600"/>
                <a:ext cx="2011680" cy="99578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Elbow Connector 2"/>
          <p:cNvCxnSpPr>
            <a:stCxn id="6" idx="3"/>
            <a:endCxn id="23" idx="3"/>
          </p:cNvCxnSpPr>
          <p:nvPr/>
        </p:nvCxnSpPr>
        <p:spPr>
          <a:xfrm flipH="1">
            <a:off x="5364480" y="2065905"/>
            <a:ext cx="2209800" cy="946588"/>
          </a:xfrm>
          <a:prstGeom prst="bentConnector3">
            <a:avLst>
              <a:gd name="adj1" fmla="val -1034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3657600" y="49682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4968240"/>
                <a:ext cx="762000" cy="365760"/>
              </a:xfrm>
              <a:prstGeom prst="rect">
                <a:avLst/>
              </a:prstGeom>
              <a:blipFill>
                <a:blip r:embed="rId14"/>
                <a:stretch>
                  <a:fillRect l="-1575" r="-11024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/>
          <p:cNvCxnSpPr>
            <a:stCxn id="52" idx="3"/>
            <a:endCxn id="33" idx="1"/>
          </p:cNvCxnSpPr>
          <p:nvPr/>
        </p:nvCxnSpPr>
        <p:spPr>
          <a:xfrm>
            <a:off x="2895600" y="5151120"/>
            <a:ext cx="762000" cy="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048000" y="473964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4739640"/>
                <a:ext cx="38266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/>
          <p:cNvCxnSpPr>
            <a:stCxn id="52" idx="2"/>
          </p:cNvCxnSpPr>
          <p:nvPr/>
        </p:nvCxnSpPr>
        <p:spPr>
          <a:xfrm>
            <a:off x="2514600" y="5334000"/>
            <a:ext cx="0" cy="77724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133600" y="550164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5501640"/>
                <a:ext cx="382669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/>
          <p:cNvCxnSpPr>
            <a:stCxn id="52" idx="0"/>
          </p:cNvCxnSpPr>
          <p:nvPr/>
        </p:nvCxnSpPr>
        <p:spPr>
          <a:xfrm flipV="1">
            <a:off x="2514600" y="4267200"/>
            <a:ext cx="0" cy="70104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2133600" y="44196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4419600"/>
                <a:ext cx="382669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/>
              <p:cNvSpPr/>
              <p:nvPr/>
            </p:nvSpPr>
            <p:spPr>
              <a:xfrm>
                <a:off x="5181600" y="49682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4968240"/>
                <a:ext cx="762000" cy="365760"/>
              </a:xfrm>
              <a:prstGeom prst="rect">
                <a:avLst/>
              </a:prstGeom>
              <a:blipFill>
                <a:blip r:embed="rId17"/>
                <a:stretch>
                  <a:fillRect l="-1575" r="-11811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/>
          <p:cNvCxnSpPr>
            <a:stCxn id="33" idx="3"/>
            <a:endCxn id="44" idx="1"/>
          </p:cNvCxnSpPr>
          <p:nvPr/>
        </p:nvCxnSpPr>
        <p:spPr>
          <a:xfrm>
            <a:off x="4419600" y="5151120"/>
            <a:ext cx="762000" cy="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4572000" y="47244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4724400"/>
                <a:ext cx="382669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2133600" y="39014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3901440"/>
                <a:ext cx="762000" cy="365760"/>
              </a:xfrm>
              <a:prstGeom prst="rect">
                <a:avLst/>
              </a:prstGeom>
              <a:blipFill>
                <a:blip r:embed="rId18"/>
                <a:stretch>
                  <a:fillRect l="-1575" r="-11024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/>
              <p:cNvSpPr/>
              <p:nvPr/>
            </p:nvSpPr>
            <p:spPr>
              <a:xfrm>
                <a:off x="2133600" y="61112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8" name="Rectangle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6111240"/>
                <a:ext cx="762000" cy="365760"/>
              </a:xfrm>
              <a:prstGeom prst="rect">
                <a:avLst/>
              </a:prstGeom>
              <a:blipFill>
                <a:blip r:embed="rId19"/>
                <a:stretch>
                  <a:fillRect l="-1575" r="-11024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/>
              <p:cNvSpPr/>
              <p:nvPr/>
            </p:nvSpPr>
            <p:spPr>
              <a:xfrm>
                <a:off x="3657600" y="609600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9" name="Rectangle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6096000"/>
                <a:ext cx="762000" cy="365760"/>
              </a:xfrm>
              <a:prstGeom prst="rect">
                <a:avLst/>
              </a:prstGeom>
              <a:blipFill>
                <a:blip r:embed="rId20"/>
                <a:stretch>
                  <a:fillRect l="-1575" r="-11811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Arrow Connector 49"/>
          <p:cNvCxnSpPr>
            <a:endCxn id="49" idx="1"/>
          </p:cNvCxnSpPr>
          <p:nvPr/>
        </p:nvCxnSpPr>
        <p:spPr>
          <a:xfrm>
            <a:off x="2895600" y="6278880"/>
            <a:ext cx="762000" cy="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3048000" y="585216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5852160"/>
                <a:ext cx="382669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Elbow Connector 16"/>
          <p:cNvCxnSpPr/>
          <p:nvPr/>
        </p:nvCxnSpPr>
        <p:spPr>
          <a:xfrm rot="5400000">
            <a:off x="3270250" y="5703766"/>
            <a:ext cx="12700" cy="1524000"/>
          </a:xfrm>
          <a:prstGeom prst="bentConnector3">
            <a:avLst>
              <a:gd name="adj1" fmla="val 180000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3041650" y="6389566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1650" y="6389566"/>
                <a:ext cx="382669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Elbow Connector 53"/>
          <p:cNvCxnSpPr/>
          <p:nvPr/>
        </p:nvCxnSpPr>
        <p:spPr>
          <a:xfrm rot="5400000">
            <a:off x="4800600" y="4572000"/>
            <a:ext cx="12700" cy="1524000"/>
          </a:xfrm>
          <a:prstGeom prst="bentConnector3">
            <a:avLst>
              <a:gd name="adj1" fmla="val 180000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4572000" y="52578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5257800"/>
                <a:ext cx="38266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54"/>
          <p:cNvCxnSpPr/>
          <p:nvPr/>
        </p:nvCxnSpPr>
        <p:spPr>
          <a:xfrm flipV="1">
            <a:off x="2667000" y="4267200"/>
            <a:ext cx="0" cy="701040"/>
          </a:xfrm>
          <a:prstGeom prst="straightConnector1">
            <a:avLst/>
          </a:prstGeom>
          <a:ln w="38100">
            <a:solidFill>
              <a:srgbClr val="051AE1"/>
            </a:solidFill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2647747" y="4428392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>
                <a:defPPr>
                  <a:defRPr lang="he-IL"/>
                </a:defPPr>
                <a:lvl1pPr algn="l" rtl="0">
                  <a:defRPr b="0" i="1">
                    <a:solidFill>
                      <a:srgbClr val="051AE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7747" y="4428392"/>
                <a:ext cx="382669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87651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562600" y="381000"/>
                <a:ext cx="2011680" cy="94442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𝛼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  </m:t>
                              </m:r>
                            </m:e>
                          </m:groupCh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  </m:t>
                          </m:r>
                          <m:sSubSup>
                            <m:sSubSup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he-IL" sz="200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he-IL" sz="2000" b="0" i="1" smtClean="0">
                                  <a:solidFill>
                                    <a:srgbClr val="051AE1"/>
                                  </a:solidFill>
                                  <a:latin typeface="Cambria Math"/>
                                </a:rPr>
                                <m:t>𝛼</m:t>
                              </m:r>
                            </m:e>
                          </m:groupChr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he-IL" sz="200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381000"/>
                <a:ext cx="2011680" cy="9444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562600" y="1600200"/>
                <a:ext cx="2011680" cy="93140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𝛼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  </m:t>
                              </m:r>
                            </m:e>
                          </m:groupCh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  </m:t>
                          </m:r>
                          <m:sSubSup>
                            <m:sSubSup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he-IL" sz="200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he-IL" sz="2000" b="0" i="1" smtClean="0">
                                  <a:solidFill>
                                    <a:srgbClr val="051AE1"/>
                                  </a:solidFill>
                                  <a:latin typeface="Cambria Math"/>
                                </a:rPr>
                                <m:t>𝛼</m:t>
                              </m:r>
                            </m:e>
                          </m:groupChr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′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he-IL" sz="200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1600200"/>
                <a:ext cx="2011680" cy="9314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362200" y="592017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592017"/>
                <a:ext cx="365760" cy="3657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362200" y="21336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2133600"/>
                <a:ext cx="365760" cy="3657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Elbow Connector 8"/>
          <p:cNvCxnSpPr>
            <a:stCxn id="7" idx="1"/>
            <a:endCxn id="8" idx="1"/>
          </p:cNvCxnSpPr>
          <p:nvPr/>
        </p:nvCxnSpPr>
        <p:spPr>
          <a:xfrm rot="10800000" flipV="1">
            <a:off x="2362200" y="774896"/>
            <a:ext cx="12700" cy="1541583"/>
          </a:xfrm>
          <a:prstGeom prst="bentConnector3">
            <a:avLst>
              <a:gd name="adj1" fmla="val 1800000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hape 31"/>
          <p:cNvCxnSpPr>
            <a:stCxn id="8" idx="3"/>
            <a:endCxn id="7" idx="3"/>
          </p:cNvCxnSpPr>
          <p:nvPr/>
        </p:nvCxnSpPr>
        <p:spPr>
          <a:xfrm flipV="1">
            <a:off x="2727960" y="774897"/>
            <a:ext cx="12700" cy="1541583"/>
          </a:xfrm>
          <a:prstGeom prst="bentConnector3">
            <a:avLst>
              <a:gd name="adj1" fmla="val 180000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Elbow Connector 10"/>
          <p:cNvCxnSpPr/>
          <p:nvPr/>
        </p:nvCxnSpPr>
        <p:spPr>
          <a:xfrm rot="5400000" flipH="1" flipV="1">
            <a:off x="2590312" y="610088"/>
            <a:ext cx="2565" cy="1588"/>
          </a:xfrm>
          <a:prstGeom prst="bentConnector3">
            <a:avLst>
              <a:gd name="adj1" fmla="val 9939259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053840" y="6096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840" y="609600"/>
                <a:ext cx="365760" cy="365760"/>
              </a:xfrm>
              <a:prstGeom prst="rect">
                <a:avLst/>
              </a:prstGeom>
              <a:blipFill>
                <a:blip r:embed="rId6"/>
                <a:stretch>
                  <a:fillRect b="-161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4053840" y="12954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840" y="1295400"/>
                <a:ext cx="365760" cy="365760"/>
              </a:xfrm>
              <a:prstGeom prst="rect">
                <a:avLst/>
              </a:prstGeom>
              <a:blipFill>
                <a:blip r:embed="rId7"/>
                <a:stretch>
                  <a:fillRect b="-161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Elbow Connector 13"/>
          <p:cNvCxnSpPr>
            <a:stCxn id="12" idx="1"/>
            <a:endCxn id="13" idx="1"/>
          </p:cNvCxnSpPr>
          <p:nvPr/>
        </p:nvCxnSpPr>
        <p:spPr>
          <a:xfrm rot="10800000" flipV="1">
            <a:off x="4053840" y="792480"/>
            <a:ext cx="12700" cy="685800"/>
          </a:xfrm>
          <a:prstGeom prst="bentConnector3">
            <a:avLst>
              <a:gd name="adj1" fmla="val 1800000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hape 31"/>
          <p:cNvCxnSpPr>
            <a:stCxn id="13" idx="3"/>
            <a:endCxn id="12" idx="3"/>
          </p:cNvCxnSpPr>
          <p:nvPr/>
        </p:nvCxnSpPr>
        <p:spPr>
          <a:xfrm flipV="1">
            <a:off x="4419600" y="792480"/>
            <a:ext cx="12700" cy="685800"/>
          </a:xfrm>
          <a:prstGeom prst="bentConnector3">
            <a:avLst>
              <a:gd name="adj1" fmla="val 1800000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Elbow Connector 15"/>
          <p:cNvCxnSpPr/>
          <p:nvPr/>
        </p:nvCxnSpPr>
        <p:spPr>
          <a:xfrm rot="5400000" flipH="1" flipV="1">
            <a:off x="4238480" y="609600"/>
            <a:ext cx="1588" cy="1588"/>
          </a:xfrm>
          <a:prstGeom prst="bentConnector3">
            <a:avLst>
              <a:gd name="adj1" fmla="val 14395466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2362200" y="14478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1447800"/>
                <a:ext cx="365760" cy="3657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hape 31"/>
          <p:cNvCxnSpPr>
            <a:stCxn id="7" idx="2"/>
            <a:endCxn id="25" idx="0"/>
          </p:cNvCxnSpPr>
          <p:nvPr/>
        </p:nvCxnSpPr>
        <p:spPr>
          <a:xfrm>
            <a:off x="2545080" y="957777"/>
            <a:ext cx="0" cy="490023"/>
          </a:xfrm>
          <a:prstGeom prst="straightConnector1">
            <a:avLst/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514600" y="9906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0" y="990600"/>
                <a:ext cx="38266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1828800" y="12954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1295400"/>
                <a:ext cx="38266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2971800" y="12954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1295400"/>
                <a:ext cx="38266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3520440" y="9906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0440" y="990600"/>
                <a:ext cx="38266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4663440" y="914400"/>
                <a:ext cx="38266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3440" y="914400"/>
                <a:ext cx="38266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/>
              <p:cNvSpPr/>
              <p:nvPr/>
            </p:nvSpPr>
            <p:spPr>
              <a:xfrm>
                <a:off x="2133600" y="49682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2" name="Rectangle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4968240"/>
                <a:ext cx="762000" cy="365760"/>
              </a:xfrm>
              <a:prstGeom prst="rect">
                <a:avLst/>
              </a:prstGeom>
              <a:blipFill>
                <a:blip r:embed="rId13"/>
                <a:stretch>
                  <a:fillRect l="-1575" r="-10236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Elbow Connector 52"/>
          <p:cNvCxnSpPr>
            <a:endCxn id="52" idx="1"/>
          </p:cNvCxnSpPr>
          <p:nvPr/>
        </p:nvCxnSpPr>
        <p:spPr>
          <a:xfrm>
            <a:off x="1957754" y="5149948"/>
            <a:ext cx="175846" cy="1172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Elbow Connector 2"/>
          <p:cNvCxnSpPr>
            <a:stCxn id="5" idx="3"/>
          </p:cNvCxnSpPr>
          <p:nvPr/>
        </p:nvCxnSpPr>
        <p:spPr>
          <a:xfrm flipH="1">
            <a:off x="5364480" y="853213"/>
            <a:ext cx="2209800" cy="2127861"/>
          </a:xfrm>
          <a:prstGeom prst="bentConnector3">
            <a:avLst>
              <a:gd name="adj1" fmla="val -1034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3657600" y="49682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4968240"/>
                <a:ext cx="762000" cy="365760"/>
              </a:xfrm>
              <a:prstGeom prst="rect">
                <a:avLst/>
              </a:prstGeom>
              <a:blipFill>
                <a:blip r:embed="rId14"/>
                <a:stretch>
                  <a:fillRect l="-1575" r="-11024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/>
          <p:cNvCxnSpPr>
            <a:stCxn id="52" idx="3"/>
            <a:endCxn id="33" idx="1"/>
          </p:cNvCxnSpPr>
          <p:nvPr/>
        </p:nvCxnSpPr>
        <p:spPr>
          <a:xfrm>
            <a:off x="2895600" y="5151120"/>
            <a:ext cx="762000" cy="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048000" y="473964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4739640"/>
                <a:ext cx="38266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/>
          <p:cNvCxnSpPr>
            <a:stCxn id="52" idx="2"/>
          </p:cNvCxnSpPr>
          <p:nvPr/>
        </p:nvCxnSpPr>
        <p:spPr>
          <a:xfrm>
            <a:off x="2514600" y="5334000"/>
            <a:ext cx="0" cy="77724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133600" y="550164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5501640"/>
                <a:ext cx="382669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/>
          <p:cNvCxnSpPr>
            <a:stCxn id="52" idx="0"/>
          </p:cNvCxnSpPr>
          <p:nvPr/>
        </p:nvCxnSpPr>
        <p:spPr>
          <a:xfrm flipV="1">
            <a:off x="2514600" y="4267200"/>
            <a:ext cx="0" cy="70104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2133600" y="44196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4419600"/>
                <a:ext cx="382669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/>
              <p:cNvSpPr/>
              <p:nvPr/>
            </p:nvSpPr>
            <p:spPr>
              <a:xfrm>
                <a:off x="5181600" y="49682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4968240"/>
                <a:ext cx="762000" cy="365760"/>
              </a:xfrm>
              <a:prstGeom prst="rect">
                <a:avLst/>
              </a:prstGeom>
              <a:blipFill>
                <a:blip r:embed="rId17"/>
                <a:stretch>
                  <a:fillRect l="-1575" r="-11811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/>
          <p:cNvCxnSpPr>
            <a:stCxn id="33" idx="3"/>
            <a:endCxn id="44" idx="1"/>
          </p:cNvCxnSpPr>
          <p:nvPr/>
        </p:nvCxnSpPr>
        <p:spPr>
          <a:xfrm>
            <a:off x="4419600" y="5151120"/>
            <a:ext cx="762000" cy="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4572000" y="47244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4724400"/>
                <a:ext cx="382669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2133600" y="39014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3901440"/>
                <a:ext cx="762000" cy="365760"/>
              </a:xfrm>
              <a:prstGeom prst="rect">
                <a:avLst/>
              </a:prstGeom>
              <a:blipFill>
                <a:blip r:embed="rId18"/>
                <a:stretch>
                  <a:fillRect l="-1575" r="-11024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/>
              <p:cNvSpPr/>
              <p:nvPr/>
            </p:nvSpPr>
            <p:spPr>
              <a:xfrm>
                <a:off x="2133600" y="61112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8" name="Rectangle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6111240"/>
                <a:ext cx="762000" cy="365760"/>
              </a:xfrm>
              <a:prstGeom prst="rect">
                <a:avLst/>
              </a:prstGeom>
              <a:blipFill>
                <a:blip r:embed="rId19"/>
                <a:stretch>
                  <a:fillRect l="-1575" r="-11024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/>
              <p:cNvSpPr/>
              <p:nvPr/>
            </p:nvSpPr>
            <p:spPr>
              <a:xfrm>
                <a:off x="3657600" y="609600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9" name="Rectangle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6096000"/>
                <a:ext cx="762000" cy="365760"/>
              </a:xfrm>
              <a:prstGeom prst="rect">
                <a:avLst/>
              </a:prstGeom>
              <a:blipFill>
                <a:blip r:embed="rId20"/>
                <a:stretch>
                  <a:fillRect l="-1575" r="-11811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Arrow Connector 49"/>
          <p:cNvCxnSpPr>
            <a:endCxn id="49" idx="1"/>
          </p:cNvCxnSpPr>
          <p:nvPr/>
        </p:nvCxnSpPr>
        <p:spPr>
          <a:xfrm>
            <a:off x="2895600" y="6278880"/>
            <a:ext cx="762000" cy="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3048000" y="585216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5852160"/>
                <a:ext cx="382669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Elbow Connector 16"/>
          <p:cNvCxnSpPr/>
          <p:nvPr/>
        </p:nvCxnSpPr>
        <p:spPr>
          <a:xfrm rot="5400000">
            <a:off x="3270250" y="5703766"/>
            <a:ext cx="12700" cy="1524000"/>
          </a:xfrm>
          <a:prstGeom prst="bentConnector3">
            <a:avLst>
              <a:gd name="adj1" fmla="val 180000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3041650" y="6389566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1650" y="6389566"/>
                <a:ext cx="38266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Elbow Connector 53"/>
          <p:cNvCxnSpPr/>
          <p:nvPr/>
        </p:nvCxnSpPr>
        <p:spPr>
          <a:xfrm rot="5400000">
            <a:off x="4800600" y="4572000"/>
            <a:ext cx="12700" cy="1524000"/>
          </a:xfrm>
          <a:prstGeom prst="bentConnector3">
            <a:avLst>
              <a:gd name="adj1" fmla="val 180000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4572000" y="52578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5257800"/>
                <a:ext cx="38266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3352800" y="2514600"/>
                <a:ext cx="2011680" cy="964431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  </m:t>
                              </m:r>
                            </m:e>
                          </m:groupCh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he-IL" sz="200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2000" b="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he-IL" sz="2000" b="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groupChr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he-IL" sz="2000"/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2514600"/>
                <a:ext cx="2011680" cy="964431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Elbow Connector 3"/>
          <p:cNvCxnSpPr>
            <a:stCxn id="47" idx="3"/>
            <a:endCxn id="49" idx="3"/>
          </p:cNvCxnSpPr>
          <p:nvPr/>
        </p:nvCxnSpPr>
        <p:spPr>
          <a:xfrm>
            <a:off x="2895600" y="4084320"/>
            <a:ext cx="1524000" cy="2194560"/>
          </a:xfrm>
          <a:prstGeom prst="bentConnector3">
            <a:avLst>
              <a:gd name="adj1" fmla="val 222885"/>
            </a:avLst>
          </a:prstGeom>
          <a:ln w="38100">
            <a:solidFill>
              <a:srgbClr val="051AE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6248400" y="48006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>
                <a:defPPr>
                  <a:defRPr lang="he-IL"/>
                </a:defPPr>
                <a:lvl1pPr algn="l" rtl="0">
                  <a:defRPr b="0" i="1">
                    <a:solidFill>
                      <a:srgbClr val="051AE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00" y="4800600"/>
                <a:ext cx="382669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Straight Arrow Connector 63"/>
          <p:cNvCxnSpPr/>
          <p:nvPr/>
        </p:nvCxnSpPr>
        <p:spPr>
          <a:xfrm flipV="1">
            <a:off x="2667000" y="4267200"/>
            <a:ext cx="0" cy="701040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2647747" y="4428392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7747" y="4428392"/>
                <a:ext cx="38266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00489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562600" y="381000"/>
                <a:ext cx="2011680" cy="94442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𝛼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  </m:t>
                              </m:r>
                            </m:e>
                          </m:groupCh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  </m:t>
                          </m:r>
                          <m:sSubSup>
                            <m:sSubSup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he-IL" sz="200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he-IL" sz="2000" b="0" i="1" smtClean="0">
                                  <a:solidFill>
                                    <a:srgbClr val="051AE1"/>
                                  </a:solidFill>
                                  <a:latin typeface="Cambria Math"/>
                                </a:rPr>
                                <m:t>𝛼</m:t>
                              </m:r>
                            </m:e>
                          </m:groupChr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he-IL" sz="200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381000"/>
                <a:ext cx="2011680" cy="9444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562600" y="1600200"/>
                <a:ext cx="2011680" cy="93140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𝛼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  </m:t>
                              </m:r>
                            </m:e>
                          </m:groupCh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  </m:t>
                          </m:r>
                          <m:sSubSup>
                            <m:sSubSup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he-IL" sz="200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he-IL" sz="2000" b="0" i="1" smtClean="0">
                                  <a:solidFill>
                                    <a:srgbClr val="051AE1"/>
                                  </a:solidFill>
                                  <a:latin typeface="Cambria Math"/>
                                </a:rPr>
                                <m:t>𝛼</m:t>
                              </m:r>
                            </m:e>
                          </m:groupChr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′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he-IL" sz="200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1600200"/>
                <a:ext cx="2011680" cy="9314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362200" y="592017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592017"/>
                <a:ext cx="365760" cy="3657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362200" y="21336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2133600"/>
                <a:ext cx="365760" cy="3657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Elbow Connector 8"/>
          <p:cNvCxnSpPr>
            <a:stCxn id="7" idx="1"/>
            <a:endCxn id="8" idx="1"/>
          </p:cNvCxnSpPr>
          <p:nvPr/>
        </p:nvCxnSpPr>
        <p:spPr>
          <a:xfrm rot="10800000" flipV="1">
            <a:off x="2362200" y="774896"/>
            <a:ext cx="12700" cy="1541583"/>
          </a:xfrm>
          <a:prstGeom prst="bentConnector3">
            <a:avLst>
              <a:gd name="adj1" fmla="val 1800000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hape 31"/>
          <p:cNvCxnSpPr>
            <a:stCxn id="8" idx="3"/>
            <a:endCxn id="7" idx="3"/>
          </p:cNvCxnSpPr>
          <p:nvPr/>
        </p:nvCxnSpPr>
        <p:spPr>
          <a:xfrm flipV="1">
            <a:off x="2727960" y="774897"/>
            <a:ext cx="12700" cy="1541583"/>
          </a:xfrm>
          <a:prstGeom prst="bentConnector3">
            <a:avLst>
              <a:gd name="adj1" fmla="val 1800000"/>
            </a:avLst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Elbow Connector 10"/>
          <p:cNvCxnSpPr/>
          <p:nvPr/>
        </p:nvCxnSpPr>
        <p:spPr>
          <a:xfrm rot="5400000" flipH="1" flipV="1">
            <a:off x="2590312" y="610088"/>
            <a:ext cx="2565" cy="1588"/>
          </a:xfrm>
          <a:prstGeom prst="bentConnector3">
            <a:avLst>
              <a:gd name="adj1" fmla="val 9939259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053840" y="6096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840" y="609600"/>
                <a:ext cx="365760" cy="365760"/>
              </a:xfrm>
              <a:prstGeom prst="rect">
                <a:avLst/>
              </a:prstGeom>
              <a:blipFill>
                <a:blip r:embed="rId6"/>
                <a:stretch>
                  <a:fillRect b="-161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4053840" y="12954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840" y="1295400"/>
                <a:ext cx="365760" cy="365760"/>
              </a:xfrm>
              <a:prstGeom prst="rect">
                <a:avLst/>
              </a:prstGeom>
              <a:blipFill>
                <a:blip r:embed="rId7"/>
                <a:stretch>
                  <a:fillRect b="-161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Elbow Connector 13"/>
          <p:cNvCxnSpPr>
            <a:stCxn id="12" idx="1"/>
            <a:endCxn id="13" idx="1"/>
          </p:cNvCxnSpPr>
          <p:nvPr/>
        </p:nvCxnSpPr>
        <p:spPr>
          <a:xfrm rot="10800000" flipV="1">
            <a:off x="4053840" y="792480"/>
            <a:ext cx="12700" cy="685800"/>
          </a:xfrm>
          <a:prstGeom prst="bentConnector3">
            <a:avLst>
              <a:gd name="adj1" fmla="val 1800000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hape 31"/>
          <p:cNvCxnSpPr>
            <a:stCxn id="13" idx="3"/>
            <a:endCxn id="12" idx="3"/>
          </p:cNvCxnSpPr>
          <p:nvPr/>
        </p:nvCxnSpPr>
        <p:spPr>
          <a:xfrm flipV="1">
            <a:off x="4419600" y="792480"/>
            <a:ext cx="12700" cy="685800"/>
          </a:xfrm>
          <a:prstGeom prst="bentConnector3">
            <a:avLst>
              <a:gd name="adj1" fmla="val 1800000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Elbow Connector 15"/>
          <p:cNvCxnSpPr/>
          <p:nvPr/>
        </p:nvCxnSpPr>
        <p:spPr>
          <a:xfrm rot="5400000" flipH="1" flipV="1">
            <a:off x="4238480" y="609600"/>
            <a:ext cx="1588" cy="1588"/>
          </a:xfrm>
          <a:prstGeom prst="bentConnector3">
            <a:avLst>
              <a:gd name="adj1" fmla="val 14395466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2362200" y="14478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1447800"/>
                <a:ext cx="365760" cy="3657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hape 31"/>
          <p:cNvCxnSpPr>
            <a:stCxn id="7" idx="2"/>
            <a:endCxn id="25" idx="0"/>
          </p:cNvCxnSpPr>
          <p:nvPr/>
        </p:nvCxnSpPr>
        <p:spPr>
          <a:xfrm>
            <a:off x="2545080" y="957777"/>
            <a:ext cx="0" cy="49002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514600" y="9906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0" y="990600"/>
                <a:ext cx="38266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1828800" y="12954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1295400"/>
                <a:ext cx="38266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2971800" y="12954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1295400"/>
                <a:ext cx="38266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3520440" y="9906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0440" y="990600"/>
                <a:ext cx="38266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4663440" y="914400"/>
                <a:ext cx="38266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3440" y="914400"/>
                <a:ext cx="38266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/>
              <p:cNvSpPr/>
              <p:nvPr/>
            </p:nvSpPr>
            <p:spPr>
              <a:xfrm>
                <a:off x="2133600" y="49682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2" name="Rectangle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4968240"/>
                <a:ext cx="762000" cy="365760"/>
              </a:xfrm>
              <a:prstGeom prst="rect">
                <a:avLst/>
              </a:prstGeom>
              <a:blipFill>
                <a:blip r:embed="rId13"/>
                <a:stretch>
                  <a:fillRect l="-1575" r="-10236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Elbow Connector 52"/>
          <p:cNvCxnSpPr>
            <a:endCxn id="52" idx="1"/>
          </p:cNvCxnSpPr>
          <p:nvPr/>
        </p:nvCxnSpPr>
        <p:spPr>
          <a:xfrm>
            <a:off x="1957754" y="5149948"/>
            <a:ext cx="175846" cy="1172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Elbow Connector 2"/>
          <p:cNvCxnSpPr>
            <a:stCxn id="5" idx="3"/>
          </p:cNvCxnSpPr>
          <p:nvPr/>
        </p:nvCxnSpPr>
        <p:spPr>
          <a:xfrm flipH="1">
            <a:off x="5364480" y="853213"/>
            <a:ext cx="2209800" cy="2127861"/>
          </a:xfrm>
          <a:prstGeom prst="bentConnector3">
            <a:avLst>
              <a:gd name="adj1" fmla="val -1034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3657600" y="49682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4968240"/>
                <a:ext cx="762000" cy="365760"/>
              </a:xfrm>
              <a:prstGeom prst="rect">
                <a:avLst/>
              </a:prstGeom>
              <a:blipFill>
                <a:blip r:embed="rId14"/>
                <a:stretch>
                  <a:fillRect l="-1575" r="-11024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/>
          <p:cNvCxnSpPr>
            <a:stCxn id="52" idx="3"/>
            <a:endCxn id="33" idx="1"/>
          </p:cNvCxnSpPr>
          <p:nvPr/>
        </p:nvCxnSpPr>
        <p:spPr>
          <a:xfrm>
            <a:off x="2895600" y="5151120"/>
            <a:ext cx="762000" cy="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048000" y="473964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4739640"/>
                <a:ext cx="38266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/>
          <p:cNvCxnSpPr>
            <a:stCxn id="52" idx="2"/>
          </p:cNvCxnSpPr>
          <p:nvPr/>
        </p:nvCxnSpPr>
        <p:spPr>
          <a:xfrm>
            <a:off x="2514600" y="5334000"/>
            <a:ext cx="0" cy="77724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133600" y="550164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5501640"/>
                <a:ext cx="382669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/>
          <p:cNvCxnSpPr>
            <a:stCxn id="52" idx="0"/>
          </p:cNvCxnSpPr>
          <p:nvPr/>
        </p:nvCxnSpPr>
        <p:spPr>
          <a:xfrm flipV="1">
            <a:off x="2514600" y="4267200"/>
            <a:ext cx="0" cy="70104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2133600" y="44196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4419600"/>
                <a:ext cx="382669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/>
              <p:cNvSpPr/>
              <p:nvPr/>
            </p:nvSpPr>
            <p:spPr>
              <a:xfrm>
                <a:off x="5181600" y="49682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4968240"/>
                <a:ext cx="762000" cy="365760"/>
              </a:xfrm>
              <a:prstGeom prst="rect">
                <a:avLst/>
              </a:prstGeom>
              <a:blipFill>
                <a:blip r:embed="rId17"/>
                <a:stretch>
                  <a:fillRect l="-1575" r="-11811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/>
          <p:cNvCxnSpPr>
            <a:stCxn id="33" idx="3"/>
            <a:endCxn id="44" idx="1"/>
          </p:cNvCxnSpPr>
          <p:nvPr/>
        </p:nvCxnSpPr>
        <p:spPr>
          <a:xfrm>
            <a:off x="4419600" y="5151120"/>
            <a:ext cx="762000" cy="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4572000" y="47244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4724400"/>
                <a:ext cx="382669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2133600" y="39014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3901440"/>
                <a:ext cx="762000" cy="365760"/>
              </a:xfrm>
              <a:prstGeom prst="rect">
                <a:avLst/>
              </a:prstGeom>
              <a:blipFill>
                <a:blip r:embed="rId18"/>
                <a:stretch>
                  <a:fillRect l="-1575" r="-11024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/>
              <p:cNvSpPr/>
              <p:nvPr/>
            </p:nvSpPr>
            <p:spPr>
              <a:xfrm>
                <a:off x="2133600" y="61112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8" name="Rectangle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6111240"/>
                <a:ext cx="762000" cy="365760"/>
              </a:xfrm>
              <a:prstGeom prst="rect">
                <a:avLst/>
              </a:prstGeom>
              <a:blipFill>
                <a:blip r:embed="rId19"/>
                <a:stretch>
                  <a:fillRect l="-1575" r="-11024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/>
              <p:cNvSpPr/>
              <p:nvPr/>
            </p:nvSpPr>
            <p:spPr>
              <a:xfrm>
                <a:off x="3657600" y="609600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9" name="Rectangle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6096000"/>
                <a:ext cx="762000" cy="365760"/>
              </a:xfrm>
              <a:prstGeom prst="rect">
                <a:avLst/>
              </a:prstGeom>
              <a:blipFill>
                <a:blip r:embed="rId20"/>
                <a:stretch>
                  <a:fillRect l="-1575" r="-11811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Arrow Connector 49"/>
          <p:cNvCxnSpPr>
            <a:endCxn id="49" idx="1"/>
          </p:cNvCxnSpPr>
          <p:nvPr/>
        </p:nvCxnSpPr>
        <p:spPr>
          <a:xfrm>
            <a:off x="2895600" y="6278880"/>
            <a:ext cx="762000" cy="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3048000" y="585216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5852160"/>
                <a:ext cx="382669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Elbow Connector 16"/>
          <p:cNvCxnSpPr/>
          <p:nvPr/>
        </p:nvCxnSpPr>
        <p:spPr>
          <a:xfrm rot="5400000">
            <a:off x="3270250" y="5703766"/>
            <a:ext cx="12700" cy="1524000"/>
          </a:xfrm>
          <a:prstGeom prst="bentConnector3">
            <a:avLst>
              <a:gd name="adj1" fmla="val 180000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3041650" y="6389566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1650" y="6389566"/>
                <a:ext cx="38266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Elbow Connector 53"/>
          <p:cNvCxnSpPr/>
          <p:nvPr/>
        </p:nvCxnSpPr>
        <p:spPr>
          <a:xfrm rot="5400000">
            <a:off x="4800600" y="4572000"/>
            <a:ext cx="12700" cy="1524000"/>
          </a:xfrm>
          <a:prstGeom prst="bentConnector3">
            <a:avLst>
              <a:gd name="adj1" fmla="val 180000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4572000" y="52578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5257800"/>
                <a:ext cx="38266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3352800" y="2514600"/>
                <a:ext cx="2011680" cy="964431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  </m:t>
                              </m:r>
                            </m:e>
                          </m:groupCh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he-IL" sz="200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2000" b="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he-IL" sz="2000" b="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groupChr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he-IL" sz="2000"/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2514600"/>
                <a:ext cx="2011680" cy="964431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Elbow Connector 17"/>
          <p:cNvCxnSpPr/>
          <p:nvPr/>
        </p:nvCxnSpPr>
        <p:spPr>
          <a:xfrm rot="5400000">
            <a:off x="3255010" y="4739640"/>
            <a:ext cx="12700" cy="1188720"/>
          </a:xfrm>
          <a:prstGeom prst="bentConnector3">
            <a:avLst>
              <a:gd name="adj1" fmla="val 1800000"/>
            </a:avLst>
          </a:prstGeom>
          <a:ln w="38100">
            <a:solidFill>
              <a:srgbClr val="051AE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3021624" y="5468816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>
                <a:defPPr>
                  <a:defRPr lang="he-IL"/>
                </a:defPPr>
                <a:lvl1pPr algn="l" rtl="0">
                  <a:defRPr b="0" i="1">
                    <a:solidFill>
                      <a:srgbClr val="051AE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1624" y="5468816"/>
                <a:ext cx="382669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Elbow Connector 65"/>
          <p:cNvCxnSpPr/>
          <p:nvPr/>
        </p:nvCxnSpPr>
        <p:spPr>
          <a:xfrm>
            <a:off x="2895600" y="4084320"/>
            <a:ext cx="1524000" cy="2194560"/>
          </a:xfrm>
          <a:prstGeom prst="bentConnector3">
            <a:avLst>
              <a:gd name="adj1" fmla="val 222885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6248400" y="48006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00" y="4800600"/>
                <a:ext cx="382669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Straight Arrow Connector 67"/>
          <p:cNvCxnSpPr/>
          <p:nvPr/>
        </p:nvCxnSpPr>
        <p:spPr>
          <a:xfrm flipV="1">
            <a:off x="2667000" y="4267200"/>
            <a:ext cx="0" cy="701040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2647747" y="4428392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7747" y="4428392"/>
                <a:ext cx="38266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30183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562600" y="381000"/>
                <a:ext cx="2011680" cy="94442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𝛼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  </m:t>
                              </m:r>
                            </m:e>
                          </m:groupCh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  </m:t>
                          </m:r>
                          <m:sSubSup>
                            <m:sSubSup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he-IL" sz="200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he-IL" sz="2000" b="0" i="1" smtClean="0">
                                  <a:solidFill>
                                    <a:srgbClr val="051AE1"/>
                                  </a:solidFill>
                                  <a:latin typeface="Cambria Math"/>
                                </a:rPr>
                                <m:t>𝛼</m:t>
                              </m:r>
                            </m:e>
                          </m:groupChr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he-IL" sz="200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381000"/>
                <a:ext cx="2011680" cy="9444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562600" y="1600200"/>
                <a:ext cx="2011680" cy="93140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𝛼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  </m:t>
                              </m:r>
                            </m:e>
                          </m:groupCh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  </m:t>
                          </m:r>
                          <m:sSubSup>
                            <m:sSubSup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he-IL" sz="200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he-IL" sz="2000" b="0" i="1" smtClean="0">
                                  <a:solidFill>
                                    <a:srgbClr val="051AE1"/>
                                  </a:solidFill>
                                  <a:latin typeface="Cambria Math"/>
                                </a:rPr>
                                <m:t>𝛼</m:t>
                              </m:r>
                            </m:e>
                          </m:groupChr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𝑠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′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he-IL" sz="200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1600200"/>
                <a:ext cx="2011680" cy="9314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2362200" y="592017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592017"/>
                <a:ext cx="365760" cy="3657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362200" y="21336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2133600"/>
                <a:ext cx="365760" cy="3657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Elbow Connector 8"/>
          <p:cNvCxnSpPr>
            <a:stCxn id="7" idx="1"/>
            <a:endCxn id="8" idx="1"/>
          </p:cNvCxnSpPr>
          <p:nvPr/>
        </p:nvCxnSpPr>
        <p:spPr>
          <a:xfrm rot="10800000" flipV="1">
            <a:off x="2362200" y="774896"/>
            <a:ext cx="12700" cy="1541583"/>
          </a:xfrm>
          <a:prstGeom prst="bentConnector3">
            <a:avLst>
              <a:gd name="adj1" fmla="val 1800000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hape 31"/>
          <p:cNvCxnSpPr>
            <a:stCxn id="8" idx="3"/>
            <a:endCxn id="7" idx="3"/>
          </p:cNvCxnSpPr>
          <p:nvPr/>
        </p:nvCxnSpPr>
        <p:spPr>
          <a:xfrm flipV="1">
            <a:off x="2727960" y="774897"/>
            <a:ext cx="12700" cy="1541583"/>
          </a:xfrm>
          <a:prstGeom prst="bentConnector3">
            <a:avLst>
              <a:gd name="adj1" fmla="val 1800000"/>
            </a:avLst>
          </a:prstGeom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Elbow Connector 10"/>
          <p:cNvCxnSpPr/>
          <p:nvPr/>
        </p:nvCxnSpPr>
        <p:spPr>
          <a:xfrm rot="5400000" flipH="1" flipV="1">
            <a:off x="2590312" y="610088"/>
            <a:ext cx="2565" cy="1588"/>
          </a:xfrm>
          <a:prstGeom prst="bentConnector3">
            <a:avLst>
              <a:gd name="adj1" fmla="val 9939259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4053840" y="6096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840" y="609600"/>
                <a:ext cx="365760" cy="365760"/>
              </a:xfrm>
              <a:prstGeom prst="rect">
                <a:avLst/>
              </a:prstGeom>
              <a:blipFill>
                <a:blip r:embed="rId6"/>
                <a:stretch>
                  <a:fillRect b="-161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4053840" y="12954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840" y="1295400"/>
                <a:ext cx="365760" cy="365760"/>
              </a:xfrm>
              <a:prstGeom prst="rect">
                <a:avLst/>
              </a:prstGeom>
              <a:blipFill>
                <a:blip r:embed="rId7"/>
                <a:stretch>
                  <a:fillRect b="-1613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Elbow Connector 13"/>
          <p:cNvCxnSpPr>
            <a:stCxn id="12" idx="1"/>
            <a:endCxn id="13" idx="1"/>
          </p:cNvCxnSpPr>
          <p:nvPr/>
        </p:nvCxnSpPr>
        <p:spPr>
          <a:xfrm rot="10800000" flipV="1">
            <a:off x="4053840" y="792480"/>
            <a:ext cx="12700" cy="685800"/>
          </a:xfrm>
          <a:prstGeom prst="bentConnector3">
            <a:avLst>
              <a:gd name="adj1" fmla="val 1800000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hape 31"/>
          <p:cNvCxnSpPr>
            <a:stCxn id="13" idx="3"/>
            <a:endCxn id="12" idx="3"/>
          </p:cNvCxnSpPr>
          <p:nvPr/>
        </p:nvCxnSpPr>
        <p:spPr>
          <a:xfrm flipV="1">
            <a:off x="4419600" y="792480"/>
            <a:ext cx="12700" cy="685800"/>
          </a:xfrm>
          <a:prstGeom prst="bentConnector3">
            <a:avLst>
              <a:gd name="adj1" fmla="val 1800000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Elbow Connector 15"/>
          <p:cNvCxnSpPr/>
          <p:nvPr/>
        </p:nvCxnSpPr>
        <p:spPr>
          <a:xfrm rot="5400000" flipH="1" flipV="1">
            <a:off x="4238480" y="609600"/>
            <a:ext cx="1588" cy="1588"/>
          </a:xfrm>
          <a:prstGeom prst="bentConnector3">
            <a:avLst>
              <a:gd name="adj1" fmla="val 14395466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2362200" y="1447800"/>
                <a:ext cx="36576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1447800"/>
                <a:ext cx="365760" cy="3657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hape 31"/>
          <p:cNvCxnSpPr>
            <a:stCxn id="7" idx="2"/>
            <a:endCxn id="25" idx="0"/>
          </p:cNvCxnSpPr>
          <p:nvPr/>
        </p:nvCxnSpPr>
        <p:spPr>
          <a:xfrm>
            <a:off x="2545080" y="957777"/>
            <a:ext cx="0" cy="49002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514600" y="9906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600" y="990600"/>
                <a:ext cx="38266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1828800" y="12954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1295400"/>
                <a:ext cx="38266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2971800" y="12954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1295400"/>
                <a:ext cx="382669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3520440" y="9906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0440" y="990600"/>
                <a:ext cx="38266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4663440" y="914400"/>
                <a:ext cx="38266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3440" y="914400"/>
                <a:ext cx="38266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/>
              <p:cNvSpPr/>
              <p:nvPr/>
            </p:nvSpPr>
            <p:spPr>
              <a:xfrm>
                <a:off x="2133600" y="49682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52" name="Rectangle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4968240"/>
                <a:ext cx="762000" cy="365760"/>
              </a:xfrm>
              <a:prstGeom prst="rect">
                <a:avLst/>
              </a:prstGeom>
              <a:blipFill>
                <a:blip r:embed="rId13"/>
                <a:stretch>
                  <a:fillRect l="-1575" r="-10236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Elbow Connector 52"/>
          <p:cNvCxnSpPr>
            <a:endCxn id="52" idx="1"/>
          </p:cNvCxnSpPr>
          <p:nvPr/>
        </p:nvCxnSpPr>
        <p:spPr>
          <a:xfrm>
            <a:off x="1957754" y="5149948"/>
            <a:ext cx="175846" cy="1172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Elbow Connector 2"/>
          <p:cNvCxnSpPr>
            <a:stCxn id="5" idx="3"/>
          </p:cNvCxnSpPr>
          <p:nvPr/>
        </p:nvCxnSpPr>
        <p:spPr>
          <a:xfrm flipH="1">
            <a:off x="5364480" y="853213"/>
            <a:ext cx="2209800" cy="2127861"/>
          </a:xfrm>
          <a:prstGeom prst="bentConnector3">
            <a:avLst>
              <a:gd name="adj1" fmla="val -1034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3657600" y="49682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4968240"/>
                <a:ext cx="762000" cy="365760"/>
              </a:xfrm>
              <a:prstGeom prst="rect">
                <a:avLst/>
              </a:prstGeom>
              <a:blipFill>
                <a:blip r:embed="rId14"/>
                <a:stretch>
                  <a:fillRect l="-1575" r="-11024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/>
          <p:cNvCxnSpPr>
            <a:stCxn id="52" idx="3"/>
            <a:endCxn id="33" idx="1"/>
          </p:cNvCxnSpPr>
          <p:nvPr/>
        </p:nvCxnSpPr>
        <p:spPr>
          <a:xfrm>
            <a:off x="2895600" y="5151120"/>
            <a:ext cx="762000" cy="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048000" y="473964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4739640"/>
                <a:ext cx="38266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/>
          <p:cNvCxnSpPr>
            <a:stCxn id="52" idx="2"/>
          </p:cNvCxnSpPr>
          <p:nvPr/>
        </p:nvCxnSpPr>
        <p:spPr>
          <a:xfrm>
            <a:off x="2514600" y="5334000"/>
            <a:ext cx="0" cy="77724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133600" y="550164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5501640"/>
                <a:ext cx="382669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/>
          <p:cNvCxnSpPr>
            <a:stCxn id="52" idx="0"/>
          </p:cNvCxnSpPr>
          <p:nvPr/>
        </p:nvCxnSpPr>
        <p:spPr>
          <a:xfrm flipV="1">
            <a:off x="2514600" y="4267200"/>
            <a:ext cx="0" cy="70104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2133600" y="44196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4419600"/>
                <a:ext cx="382669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/>
              <p:cNvSpPr/>
              <p:nvPr/>
            </p:nvSpPr>
            <p:spPr>
              <a:xfrm>
                <a:off x="5181600" y="49682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4968240"/>
                <a:ext cx="762000" cy="365760"/>
              </a:xfrm>
              <a:prstGeom prst="rect">
                <a:avLst/>
              </a:prstGeom>
              <a:blipFill>
                <a:blip r:embed="rId17"/>
                <a:stretch>
                  <a:fillRect l="-1575" r="-11811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/>
          <p:cNvCxnSpPr>
            <a:stCxn id="33" idx="3"/>
            <a:endCxn id="44" idx="1"/>
          </p:cNvCxnSpPr>
          <p:nvPr/>
        </p:nvCxnSpPr>
        <p:spPr>
          <a:xfrm>
            <a:off x="4419600" y="5151120"/>
            <a:ext cx="762000" cy="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4572000" y="47244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4724400"/>
                <a:ext cx="382669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2133600" y="39014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3901440"/>
                <a:ext cx="762000" cy="365760"/>
              </a:xfrm>
              <a:prstGeom prst="rect">
                <a:avLst/>
              </a:prstGeom>
              <a:blipFill>
                <a:blip r:embed="rId18"/>
                <a:stretch>
                  <a:fillRect l="-1575" r="-11024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/>
              <p:cNvSpPr/>
              <p:nvPr/>
            </p:nvSpPr>
            <p:spPr>
              <a:xfrm>
                <a:off x="2133600" y="611124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8" name="Rectangle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6111240"/>
                <a:ext cx="762000" cy="365760"/>
              </a:xfrm>
              <a:prstGeom prst="rect">
                <a:avLst/>
              </a:prstGeom>
              <a:blipFill>
                <a:blip r:embed="rId19"/>
                <a:stretch>
                  <a:fillRect l="-1575" r="-11024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/>
              <p:cNvSpPr/>
              <p:nvPr/>
            </p:nvSpPr>
            <p:spPr>
              <a:xfrm>
                <a:off x="3657600" y="6096000"/>
                <a:ext cx="762000" cy="365760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49" name="Rectangle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6096000"/>
                <a:ext cx="762000" cy="365760"/>
              </a:xfrm>
              <a:prstGeom prst="rect">
                <a:avLst/>
              </a:prstGeom>
              <a:blipFill>
                <a:blip r:embed="rId20"/>
                <a:stretch>
                  <a:fillRect l="-1575" r="-11811" b="-8065"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Straight Arrow Connector 49"/>
          <p:cNvCxnSpPr>
            <a:endCxn id="49" idx="1"/>
          </p:cNvCxnSpPr>
          <p:nvPr/>
        </p:nvCxnSpPr>
        <p:spPr>
          <a:xfrm>
            <a:off x="2895600" y="6278880"/>
            <a:ext cx="762000" cy="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3048000" y="585216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5852160"/>
                <a:ext cx="382669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Elbow Connector 16"/>
          <p:cNvCxnSpPr/>
          <p:nvPr/>
        </p:nvCxnSpPr>
        <p:spPr>
          <a:xfrm rot="5400000">
            <a:off x="3270250" y="5703766"/>
            <a:ext cx="12700" cy="1524000"/>
          </a:xfrm>
          <a:prstGeom prst="bentConnector3">
            <a:avLst>
              <a:gd name="adj1" fmla="val 180000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3041650" y="6389566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1650" y="6389566"/>
                <a:ext cx="38266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Elbow Connector 53"/>
          <p:cNvCxnSpPr/>
          <p:nvPr/>
        </p:nvCxnSpPr>
        <p:spPr>
          <a:xfrm rot="5400000">
            <a:off x="4800600" y="4572000"/>
            <a:ext cx="12700" cy="1524000"/>
          </a:xfrm>
          <a:prstGeom prst="bentConnector3">
            <a:avLst>
              <a:gd name="adj1" fmla="val 180000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4572000" y="52578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5257800"/>
                <a:ext cx="382669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3352800" y="2514600"/>
                <a:ext cx="2011680" cy="964431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  </m:t>
                              </m:r>
                            </m:e>
                          </m:groupCh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he-IL" sz="200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2000" b="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he-IL" sz="2000" b="0" i="1" smtClean="0">
                                  <a:solidFill>
                                    <a:srgbClr val="051AE1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groupChr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he-IL" sz="2000"/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2800" y="2514600"/>
                <a:ext cx="2011680" cy="964431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Elbow Connector 65"/>
          <p:cNvCxnSpPr/>
          <p:nvPr/>
        </p:nvCxnSpPr>
        <p:spPr>
          <a:xfrm>
            <a:off x="2895600" y="4084320"/>
            <a:ext cx="1524000" cy="2194560"/>
          </a:xfrm>
          <a:prstGeom prst="bentConnector3">
            <a:avLst>
              <a:gd name="adj1" fmla="val 222885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6248400" y="48006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00" y="4800600"/>
                <a:ext cx="382669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Straight Arrow Connector 67"/>
          <p:cNvCxnSpPr/>
          <p:nvPr/>
        </p:nvCxnSpPr>
        <p:spPr>
          <a:xfrm flipV="1">
            <a:off x="2667000" y="4267200"/>
            <a:ext cx="0" cy="701040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2647747" y="4428392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7747" y="4428392"/>
                <a:ext cx="382669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Elbow Connector 54"/>
          <p:cNvCxnSpPr>
            <a:stCxn id="44" idx="0"/>
          </p:cNvCxnSpPr>
          <p:nvPr/>
        </p:nvCxnSpPr>
        <p:spPr>
          <a:xfrm rot="16200000" flipV="1">
            <a:off x="3840480" y="3246120"/>
            <a:ext cx="777240" cy="2667000"/>
          </a:xfrm>
          <a:prstGeom prst="bentConnector2">
            <a:avLst/>
          </a:prstGeom>
          <a:ln w="38100">
            <a:solidFill>
              <a:srgbClr val="051AE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5486400" y="4419600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>
                <a:defPPr>
                  <a:defRPr lang="he-IL"/>
                </a:defPPr>
                <a:lvl1pPr algn="l" rtl="0">
                  <a:defRPr b="0" i="1">
                    <a:solidFill>
                      <a:srgbClr val="051AE1"/>
                    </a:solidFill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4419600"/>
                <a:ext cx="382669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7" name="Elbow Connector 56"/>
          <p:cNvCxnSpPr/>
          <p:nvPr/>
        </p:nvCxnSpPr>
        <p:spPr>
          <a:xfrm rot="5400000">
            <a:off x="3255010" y="4739640"/>
            <a:ext cx="12700" cy="1188720"/>
          </a:xfrm>
          <a:prstGeom prst="bentConnector3">
            <a:avLst>
              <a:gd name="adj1" fmla="val 1800000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3021624" y="5468816"/>
                <a:ext cx="38266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>
                <a:defPPr>
                  <a:defRPr lang="he-IL"/>
                </a:defPPr>
                <a:lvl1pPr algn="l" rtl="0">
                  <a:defRPr b="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1624" y="5468816"/>
                <a:ext cx="382669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3586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Elbow Connector 62"/>
          <p:cNvCxnSpPr/>
          <p:nvPr/>
        </p:nvCxnSpPr>
        <p:spPr>
          <a:xfrm rot="16200000" flipV="1">
            <a:off x="7524750" y="4743450"/>
            <a:ext cx="381000" cy="1257300"/>
          </a:xfrm>
          <a:prstGeom prst="bentConnector2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Elbow Connector 62"/>
          <p:cNvCxnSpPr/>
          <p:nvPr/>
        </p:nvCxnSpPr>
        <p:spPr>
          <a:xfrm flipV="1">
            <a:off x="7086600" y="5867400"/>
            <a:ext cx="1257300" cy="533400"/>
          </a:xfrm>
          <a:prstGeom prst="bentConnector2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Elbow Connector 62"/>
          <p:cNvCxnSpPr/>
          <p:nvPr/>
        </p:nvCxnSpPr>
        <p:spPr>
          <a:xfrm rot="16200000" flipH="1">
            <a:off x="5124450" y="5581650"/>
            <a:ext cx="457200" cy="1181100"/>
          </a:xfrm>
          <a:prstGeom prst="bentConnector2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152400"/>
            <a:ext cx="7772400" cy="1143000"/>
          </a:xfrm>
        </p:spPr>
        <p:txBody>
          <a:bodyPr/>
          <a:lstStyle/>
          <a:p>
            <a:r>
              <a:rPr lang="he-IL"/>
              <a:t>דוגמא לשזירת מערכות מעברים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667500" y="6858000"/>
            <a:ext cx="2476500" cy="476250"/>
          </a:xfrm>
        </p:spPr>
        <p:txBody>
          <a:bodyPr/>
          <a:lstStyle/>
          <a:p>
            <a:fld id="{D8884D22-5DCD-443F-A86F-75A802C33154}" type="datetime12">
              <a:rPr lang="he-IL" smtClean="0"/>
              <a:t>30/09/2025 17:02</a:t>
            </a:fld>
            <a:endParaRPr lang="he-IL"/>
          </a:p>
        </p:txBody>
      </p:sp>
      <p:grpSp>
        <p:nvGrpSpPr>
          <p:cNvPr id="17" name="Group 16"/>
          <p:cNvGrpSpPr/>
          <p:nvPr/>
        </p:nvGrpSpPr>
        <p:grpSpPr>
          <a:xfrm>
            <a:off x="1981200" y="1447800"/>
            <a:ext cx="2667000" cy="914400"/>
            <a:chOff x="533400" y="1447800"/>
            <a:chExt cx="2667000" cy="914400"/>
          </a:xfrm>
        </p:grpSpPr>
        <p:cxnSp>
          <p:nvCxnSpPr>
            <p:cNvPr id="7" name="Straight Connector 6"/>
            <p:cNvCxnSpPr/>
            <p:nvPr/>
          </p:nvCxnSpPr>
          <p:spPr>
            <a:xfrm>
              <a:off x="533400" y="1828800"/>
              <a:ext cx="2667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533400" y="2362200"/>
              <a:ext cx="2667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533400" y="2095500"/>
              <a:ext cx="2667000" cy="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/>
            <p:cNvGrpSpPr/>
            <p:nvPr/>
          </p:nvGrpSpPr>
          <p:grpSpPr>
            <a:xfrm>
              <a:off x="1532898" y="1447800"/>
              <a:ext cx="668005" cy="254478"/>
              <a:chOff x="4563374" y="2692878"/>
              <a:chExt cx="1600200" cy="609600"/>
            </a:xfrm>
          </p:grpSpPr>
          <p:sp>
            <p:nvSpPr>
              <p:cNvPr id="15" name="Rounded Rectangle 14"/>
              <p:cNvSpPr/>
              <p:nvPr/>
            </p:nvSpPr>
            <p:spPr>
              <a:xfrm>
                <a:off x="4563374" y="2692878"/>
                <a:ext cx="1600200" cy="609600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4648200" y="2819400"/>
                <a:ext cx="381000" cy="381000"/>
              </a:xfrm>
              <a:prstGeom prst="ellips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5181600" y="2819400"/>
                <a:ext cx="381000" cy="3810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5715000" y="2819400"/>
                <a:ext cx="381000" cy="381000"/>
              </a:xfrm>
              <a:prstGeom prst="ellipse">
                <a:avLst/>
              </a:prstGeom>
              <a:solidFill>
                <a:srgbClr val="92D05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p:grpSp>
      </p:grpSp>
      <p:grpSp>
        <p:nvGrpSpPr>
          <p:cNvPr id="18" name="Group 17"/>
          <p:cNvGrpSpPr/>
          <p:nvPr/>
        </p:nvGrpSpPr>
        <p:grpSpPr>
          <a:xfrm>
            <a:off x="1981200" y="3108382"/>
            <a:ext cx="2667000" cy="914400"/>
            <a:chOff x="533400" y="1447800"/>
            <a:chExt cx="2667000" cy="914400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533400" y="1828800"/>
              <a:ext cx="2667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533400" y="2362200"/>
              <a:ext cx="266700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533400" y="2095500"/>
              <a:ext cx="2667000" cy="0"/>
            </a:xfrm>
            <a:prstGeom prst="line">
              <a:avLst/>
            </a:prstGeom>
            <a:ln>
              <a:solidFill>
                <a:schemeClr val="tx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Group 21"/>
            <p:cNvGrpSpPr/>
            <p:nvPr/>
          </p:nvGrpSpPr>
          <p:grpSpPr>
            <a:xfrm>
              <a:off x="1532898" y="1447800"/>
              <a:ext cx="668005" cy="254478"/>
              <a:chOff x="4563374" y="2692878"/>
              <a:chExt cx="1600200" cy="609600"/>
            </a:xfrm>
          </p:grpSpPr>
          <p:sp>
            <p:nvSpPr>
              <p:cNvPr id="23" name="Rounded Rectangle 22"/>
              <p:cNvSpPr/>
              <p:nvPr/>
            </p:nvSpPr>
            <p:spPr>
              <a:xfrm>
                <a:off x="4563374" y="2692878"/>
                <a:ext cx="1600200" cy="609600"/>
              </a:xfrm>
              <a:prstGeom prst="round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  <p:sp>
            <p:nvSpPr>
              <p:cNvPr id="24" name="Oval 23"/>
              <p:cNvSpPr/>
              <p:nvPr/>
            </p:nvSpPr>
            <p:spPr>
              <a:xfrm>
                <a:off x="4648200" y="2819400"/>
                <a:ext cx="381000" cy="381000"/>
              </a:xfrm>
              <a:prstGeom prst="ellips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  <p:sp>
            <p:nvSpPr>
              <p:cNvPr id="25" name="Oval 24"/>
              <p:cNvSpPr/>
              <p:nvPr/>
            </p:nvSpPr>
            <p:spPr>
              <a:xfrm>
                <a:off x="5181600" y="2819400"/>
                <a:ext cx="381000" cy="3810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  <p:sp>
            <p:nvSpPr>
              <p:cNvPr id="26" name="Oval 25"/>
              <p:cNvSpPr/>
              <p:nvPr/>
            </p:nvSpPr>
            <p:spPr>
              <a:xfrm>
                <a:off x="5715000" y="2819400"/>
                <a:ext cx="381000" cy="381000"/>
              </a:xfrm>
              <a:prstGeom prst="ellipse">
                <a:avLst/>
              </a:prstGeom>
              <a:solidFill>
                <a:srgbClr val="92D05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p:grpSp>
      </p:grpSp>
      <p:sp>
        <p:nvSpPr>
          <p:cNvPr id="27" name="Rectangle 26"/>
          <p:cNvSpPr/>
          <p:nvPr/>
        </p:nvSpPr>
        <p:spPr>
          <a:xfrm>
            <a:off x="6096000" y="1371600"/>
            <a:ext cx="762000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אדום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096000" y="2057400"/>
            <a:ext cx="762000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ירוק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30" name="Elbow Connector 29"/>
          <p:cNvCxnSpPr/>
          <p:nvPr/>
        </p:nvCxnSpPr>
        <p:spPr>
          <a:xfrm rot="10800000" flipV="1">
            <a:off x="6096000" y="1524000"/>
            <a:ext cx="1588" cy="685800"/>
          </a:xfrm>
          <a:prstGeom prst="bentConnector3">
            <a:avLst>
              <a:gd name="adj1" fmla="val 14395466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hape 31"/>
          <p:cNvCxnSpPr/>
          <p:nvPr/>
        </p:nvCxnSpPr>
        <p:spPr>
          <a:xfrm flipV="1">
            <a:off x="6858000" y="1524000"/>
            <a:ext cx="1588" cy="685800"/>
          </a:xfrm>
          <a:prstGeom prst="bentConnector3">
            <a:avLst>
              <a:gd name="adj1" fmla="val 14395466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Elbow Connector 34"/>
          <p:cNvCxnSpPr/>
          <p:nvPr/>
        </p:nvCxnSpPr>
        <p:spPr>
          <a:xfrm rot="5400000" flipH="1" flipV="1">
            <a:off x="6477000" y="1371600"/>
            <a:ext cx="1588" cy="1588"/>
          </a:xfrm>
          <a:prstGeom prst="bentConnector3">
            <a:avLst>
              <a:gd name="adj1" fmla="val 14395466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6019800" y="3184582"/>
            <a:ext cx="762000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אדום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019800" y="3870382"/>
            <a:ext cx="762000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ירוק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39" name="Elbow Connector 38"/>
          <p:cNvCxnSpPr/>
          <p:nvPr/>
        </p:nvCxnSpPr>
        <p:spPr>
          <a:xfrm rot="10800000" flipV="1">
            <a:off x="6019800" y="3336982"/>
            <a:ext cx="1588" cy="685800"/>
          </a:xfrm>
          <a:prstGeom prst="bentConnector3">
            <a:avLst>
              <a:gd name="adj1" fmla="val 14395466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hape 31"/>
          <p:cNvCxnSpPr/>
          <p:nvPr/>
        </p:nvCxnSpPr>
        <p:spPr>
          <a:xfrm flipV="1">
            <a:off x="6781800" y="3336982"/>
            <a:ext cx="1588" cy="685800"/>
          </a:xfrm>
          <a:prstGeom prst="bentConnector3">
            <a:avLst>
              <a:gd name="adj1" fmla="val 14395466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Elbow Connector 40"/>
          <p:cNvCxnSpPr/>
          <p:nvPr/>
        </p:nvCxnSpPr>
        <p:spPr>
          <a:xfrm rot="5400000" flipH="1" flipV="1">
            <a:off x="6400800" y="3184582"/>
            <a:ext cx="1588" cy="1588"/>
          </a:xfrm>
          <a:prstGeom prst="bentConnector3">
            <a:avLst>
              <a:gd name="adj1" fmla="val 14395466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5791200" y="5029200"/>
            <a:ext cx="1447800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אדום, </a:t>
            </a:r>
            <a:r>
              <a:rPr lang="he-IL" err="1">
                <a:latin typeface="Gisha" panose="020B0502040204020203" pitchFamily="34" charset="-79"/>
                <a:cs typeface="Gisha" panose="020B0502040204020203" pitchFamily="34" charset="-79"/>
              </a:rPr>
              <a:t>אדום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943600" y="6248400"/>
            <a:ext cx="1143000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ירוק, </a:t>
            </a:r>
            <a:r>
              <a:rPr lang="he-IL" err="1">
                <a:latin typeface="Gisha" panose="020B0502040204020203" pitchFamily="34" charset="-79"/>
                <a:cs typeface="Gisha" panose="020B0502040204020203" pitchFamily="34" charset="-79"/>
              </a:rPr>
              <a:t>ירוק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46" name="Elbow Connector 45"/>
          <p:cNvCxnSpPr/>
          <p:nvPr/>
        </p:nvCxnSpPr>
        <p:spPr>
          <a:xfrm rot="5400000" flipH="1" flipV="1">
            <a:off x="6515100" y="5029200"/>
            <a:ext cx="1588" cy="1588"/>
          </a:xfrm>
          <a:prstGeom prst="bentConnector3">
            <a:avLst>
              <a:gd name="adj1" fmla="val 14395466"/>
            </a:avLst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4191000" y="5638800"/>
            <a:ext cx="1143000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ירוק, אדום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7772400" y="5562600"/>
            <a:ext cx="1143000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>
                <a:latin typeface="Gisha" panose="020B0502040204020203" pitchFamily="34" charset="-79"/>
                <a:cs typeface="Gisha" panose="020B0502040204020203" pitchFamily="34" charset="-79"/>
              </a:rPr>
              <a:t>אדום, ירוק</a:t>
            </a:r>
            <a:endParaRPr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66" name="Elbow Connector 62"/>
          <p:cNvCxnSpPr>
            <a:stCxn id="53" idx="0"/>
            <a:endCxn id="42" idx="1"/>
          </p:cNvCxnSpPr>
          <p:nvPr/>
        </p:nvCxnSpPr>
        <p:spPr>
          <a:xfrm rot="5400000" flipH="1" flipV="1">
            <a:off x="5048250" y="4895850"/>
            <a:ext cx="457200" cy="1028700"/>
          </a:xfrm>
          <a:prstGeom prst="bentConnector2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381000" y="19050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TrLight</a:t>
            </a:r>
            <a:r>
              <a:rPr lang="en-US" baseline="-25000">
                <a:latin typeface="Gisha" panose="020B0502040204020203" pitchFamily="34" charset="-79"/>
                <a:cs typeface="Gisha" panose="020B0502040204020203" pitchFamily="34" charset="-79"/>
              </a:rPr>
              <a:t>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81000" y="3581400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>
                <a:latin typeface="Gisha" panose="020B0502040204020203" pitchFamily="34" charset="-79"/>
                <a:cs typeface="Gisha" panose="020B0502040204020203" pitchFamily="34" charset="-79"/>
              </a:rPr>
              <a:t>TrLight</a:t>
            </a:r>
            <a:r>
              <a:rPr lang="en-US" baseline="-25000">
                <a:latin typeface="Gisha" panose="020B0502040204020203" pitchFamily="34" charset="-79"/>
                <a:cs typeface="Gisha" panose="020B0502040204020203" pitchFamily="34" charset="-79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/>
              <p:cNvSpPr txBox="1"/>
              <p:nvPr/>
            </p:nvSpPr>
            <p:spPr>
              <a:xfrm>
                <a:off x="457200" y="5562600"/>
                <a:ext cx="2209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𝑇𝑟𝐿𝑖𝑔</m:t>
                      </m:r>
                      <m:r>
                        <a:rPr lang="en-US" i="1" dirty="0" smtClean="0">
                          <a:latin typeface="Cambria Math"/>
                        </a:rPr>
                        <m:t>h</m:t>
                      </m:r>
                      <m:r>
                        <a:rPr lang="en-US" i="1" dirty="0" smtClean="0">
                          <a:latin typeface="Cambria Math"/>
                        </a:rPr>
                        <m:t>𝑡</m:t>
                      </m:r>
                      <m:r>
                        <a:rPr lang="en-US" i="1" baseline="-25000" dirty="0" smtClean="0">
                          <a:latin typeface="Cambria Math"/>
                        </a:rPr>
                        <m:t>1</m:t>
                      </m:r>
                      <m:r>
                        <m:rPr>
                          <m:nor/>
                        </m:rPr>
                        <a:rPr lang="en-US" b="0" i="0" baseline="-25000" dirty="0" smtClean="0"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 </m:t>
                      </m:r>
                      <m:r>
                        <m:rPr>
                          <m:nor/>
                        </m:rPr>
                        <a:rPr lang="en-US" dirty="0"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m:t>Z</m:t>
                      </m:r>
                      <m:r>
                        <a:rPr lang="en-US" b="0" i="1" dirty="0" smtClean="0">
                          <a:latin typeface="Cambria Math"/>
                        </a:rPr>
                        <m:t> </m:t>
                      </m:r>
                      <m:r>
                        <a:rPr lang="en-US" i="1" dirty="0" smtClean="0">
                          <a:latin typeface="Cambria Math"/>
                        </a:rPr>
                        <m:t>𝑇𝑟𝐿𝑖𝑔</m:t>
                      </m:r>
                      <m:r>
                        <a:rPr lang="en-US" i="1" dirty="0" smtClean="0">
                          <a:latin typeface="Cambria Math"/>
                        </a:rPr>
                        <m:t>h</m:t>
                      </m:r>
                      <m:r>
                        <a:rPr lang="en-US" i="1" dirty="0" smtClean="0">
                          <a:latin typeface="Cambria Math"/>
                        </a:rPr>
                        <m:t>𝑡</m:t>
                      </m:r>
                      <m:r>
                        <a:rPr lang="en-US" i="1" baseline="-25000" dirty="0" smtClean="0"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n-US" baseline="-250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90" name="Text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5562600"/>
                <a:ext cx="2209800" cy="369332"/>
              </a:xfrm>
              <a:prstGeom prst="rect">
                <a:avLst/>
              </a:prstGeom>
              <a:blipFill>
                <a:blip r:embed="rId2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0" name="Picture 2" descr="http://www.davidson.edu/math/chartier/Shuffle/images/shuffle.gif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5" y="697701"/>
            <a:ext cx="1882752" cy="877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0506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/>
              <a:t>דוגמה לשזירת </a:t>
            </a:r>
            <a:r>
              <a:rPr lang="he-IL" err="1"/>
              <a:t>תוכניות</a:t>
            </a:r>
            <a:r>
              <a:rPr lang="he-IL"/>
              <a:t> כשמתקיימת</a:t>
            </a:r>
            <a:br>
              <a:rPr lang="en-US"/>
            </a:br>
            <a:r>
              <a:rPr lang="he-IL"/>
              <a:t>ההנחה לגבי אי התלות בסדר הביצוע</a:t>
            </a:r>
          </a:p>
        </p:txBody>
      </p:sp>
      <p:sp>
        <p:nvSpPr>
          <p:cNvPr id="4" name="Rectangle 3"/>
          <p:cNvSpPr/>
          <p:nvPr/>
        </p:nvSpPr>
        <p:spPr>
          <a:xfrm>
            <a:off x="998443" y="3380639"/>
            <a:ext cx="685800" cy="381000"/>
          </a:xfrm>
          <a:prstGeom prst="rect">
            <a:avLst/>
          </a:prstGeom>
          <a:solidFill>
            <a:srgbClr val="FFFF00"/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cmmi10"/>
              </a:rPr>
              <a:t>x</a:t>
            </a:r>
            <a:r>
              <a:rPr lang="en-US">
                <a:solidFill>
                  <a:schemeClr val="tx1"/>
                </a:solidFill>
                <a:latin typeface="cmr10"/>
              </a:rPr>
              <a:t>=0</a:t>
            </a:r>
          </a:p>
        </p:txBody>
      </p:sp>
      <p:sp>
        <p:nvSpPr>
          <p:cNvPr id="5" name="Rectangle 4"/>
          <p:cNvSpPr/>
          <p:nvPr/>
        </p:nvSpPr>
        <p:spPr>
          <a:xfrm>
            <a:off x="998443" y="5095139"/>
            <a:ext cx="685800" cy="381000"/>
          </a:xfrm>
          <a:prstGeom prst="rect">
            <a:avLst/>
          </a:prstGeom>
          <a:solidFill>
            <a:srgbClr val="FFFF00"/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cmmi10"/>
              </a:rPr>
              <a:t>x</a:t>
            </a:r>
            <a:r>
              <a:rPr lang="en-US">
                <a:solidFill>
                  <a:schemeClr val="tx1"/>
                </a:solidFill>
                <a:latin typeface="cmr10"/>
              </a:rPr>
              <a:t>=1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 rot="5400000">
            <a:off x="674593" y="4428389"/>
            <a:ext cx="1333500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408143" y="3380639"/>
            <a:ext cx="685800" cy="381000"/>
          </a:xfrm>
          <a:prstGeom prst="rect">
            <a:avLst/>
          </a:prstGeom>
          <a:solidFill>
            <a:srgbClr val="FFFF00"/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cmmi10"/>
              </a:rPr>
              <a:t>y</a:t>
            </a:r>
            <a:r>
              <a:rPr lang="en-US">
                <a:solidFill>
                  <a:schemeClr val="tx1"/>
                </a:solidFill>
                <a:latin typeface="cmr10"/>
              </a:rPr>
              <a:t>=7</a:t>
            </a:r>
          </a:p>
        </p:txBody>
      </p:sp>
      <p:sp>
        <p:nvSpPr>
          <p:cNvPr id="9" name="Rectangle 8"/>
          <p:cNvSpPr/>
          <p:nvPr/>
        </p:nvSpPr>
        <p:spPr>
          <a:xfrm>
            <a:off x="2408143" y="5095139"/>
            <a:ext cx="685800" cy="381000"/>
          </a:xfrm>
          <a:prstGeom prst="rect">
            <a:avLst/>
          </a:prstGeom>
          <a:solidFill>
            <a:srgbClr val="FFFF00"/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cmmi10"/>
              </a:rPr>
              <a:t>y</a:t>
            </a:r>
            <a:r>
              <a:rPr lang="en-US">
                <a:solidFill>
                  <a:schemeClr val="tx1"/>
                </a:solidFill>
                <a:latin typeface="cmr10"/>
              </a:rPr>
              <a:t>=5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rot="5400000">
            <a:off x="2084293" y="4428389"/>
            <a:ext cx="1333500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760443" y="4129451"/>
            <a:ext cx="394660" cy="4616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>
                <a:latin typeface="modstmary10"/>
              </a:rPr>
              <a:t>Z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rot="5400000">
            <a:off x="2549612" y="3161506"/>
            <a:ext cx="381000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rot="5400000">
            <a:off x="1151638" y="3161506"/>
            <a:ext cx="381000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427443" y="4237889"/>
            <a:ext cx="1295400" cy="381000"/>
          </a:xfrm>
          <a:prstGeom prst="rect">
            <a:avLst/>
          </a:prstGeom>
          <a:solidFill>
            <a:srgbClr val="FFFF00"/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cmmi10"/>
              </a:rPr>
              <a:t>x</a:t>
            </a:r>
            <a:r>
              <a:rPr lang="en-US">
                <a:solidFill>
                  <a:schemeClr val="tx1"/>
                </a:solidFill>
                <a:latin typeface="cmr10"/>
              </a:rPr>
              <a:t>=1, </a:t>
            </a:r>
            <a:r>
              <a:rPr lang="en-US">
                <a:solidFill>
                  <a:schemeClr val="tx1"/>
                </a:solidFill>
                <a:latin typeface="cmmi10"/>
              </a:rPr>
              <a:t>y</a:t>
            </a:r>
            <a:r>
              <a:rPr lang="en-US">
                <a:solidFill>
                  <a:schemeClr val="tx1"/>
                </a:solidFill>
                <a:latin typeface="cmr10"/>
              </a:rPr>
              <a:t>=7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37143" y="3405551"/>
            <a:ext cx="1295400" cy="381000"/>
          </a:xfrm>
          <a:prstGeom prst="rect">
            <a:avLst/>
          </a:prstGeom>
          <a:solidFill>
            <a:srgbClr val="FFFF00"/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cmmi10"/>
              </a:rPr>
              <a:t>x</a:t>
            </a:r>
            <a:r>
              <a:rPr lang="en-US">
                <a:solidFill>
                  <a:schemeClr val="tx1"/>
                </a:solidFill>
                <a:latin typeface="cmr10"/>
              </a:rPr>
              <a:t>=0, </a:t>
            </a:r>
            <a:r>
              <a:rPr lang="en-US">
                <a:solidFill>
                  <a:schemeClr val="tx1"/>
                </a:solidFill>
                <a:latin typeface="cmmi10"/>
              </a:rPr>
              <a:t>y</a:t>
            </a:r>
            <a:r>
              <a:rPr lang="en-US">
                <a:solidFill>
                  <a:schemeClr val="tx1"/>
                </a:solidFill>
                <a:latin typeface="cmr10"/>
              </a:rPr>
              <a:t>=7</a:t>
            </a:r>
          </a:p>
        </p:txBody>
      </p:sp>
      <p:cxnSp>
        <p:nvCxnSpPr>
          <p:cNvPr id="17" name="Shape 16"/>
          <p:cNvCxnSpPr/>
          <p:nvPr/>
        </p:nvCxnSpPr>
        <p:spPr>
          <a:xfrm rot="10800000" flipV="1">
            <a:off x="5075143" y="3596051"/>
            <a:ext cx="762000" cy="641838"/>
          </a:xfrm>
          <a:prstGeom prst="curvedConnector2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793593" y="3397424"/>
                <a:ext cx="47288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51AE1"/>
                          </a:solidFill>
                          <a:latin typeface="Cambria Math"/>
                        </a:rPr>
                        <m:t>𝛼</m:t>
                      </m:r>
                    </m:oMath>
                  </m:oMathPara>
                </a14:m>
                <a:endParaRPr lang="en-US" sz="2400">
                  <a:latin typeface="cmmi10"/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3593" y="3397424"/>
                <a:ext cx="472886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/>
          <p:cNvSpPr/>
          <p:nvPr/>
        </p:nvSpPr>
        <p:spPr>
          <a:xfrm>
            <a:off x="5837143" y="5120051"/>
            <a:ext cx="1295400" cy="381000"/>
          </a:xfrm>
          <a:prstGeom prst="rect">
            <a:avLst/>
          </a:prstGeom>
          <a:solidFill>
            <a:srgbClr val="FFFF00"/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cmmi10"/>
              </a:rPr>
              <a:t>x</a:t>
            </a:r>
            <a:r>
              <a:rPr lang="en-US">
                <a:solidFill>
                  <a:schemeClr val="tx1"/>
                </a:solidFill>
                <a:latin typeface="cmr10"/>
              </a:rPr>
              <a:t>=1, </a:t>
            </a:r>
            <a:r>
              <a:rPr lang="en-US">
                <a:solidFill>
                  <a:schemeClr val="tx1"/>
                </a:solidFill>
                <a:latin typeface="cmmi10"/>
              </a:rPr>
              <a:t>y</a:t>
            </a:r>
            <a:r>
              <a:rPr lang="en-US">
                <a:solidFill>
                  <a:schemeClr val="tx1"/>
                </a:solidFill>
                <a:latin typeface="cmr10"/>
              </a:rPr>
              <a:t>=5</a:t>
            </a:r>
          </a:p>
        </p:txBody>
      </p:sp>
      <p:cxnSp>
        <p:nvCxnSpPr>
          <p:cNvPr id="20" name="Shape 19"/>
          <p:cNvCxnSpPr/>
          <p:nvPr/>
        </p:nvCxnSpPr>
        <p:spPr>
          <a:xfrm rot="16200000" flipH="1">
            <a:off x="5110312" y="4583720"/>
            <a:ext cx="691662" cy="762000"/>
          </a:xfrm>
          <a:prstGeom prst="curvedConnector2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7704043" y="3397423"/>
                <a:ext cx="4744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𝛽</m:t>
                      </m:r>
                    </m:oMath>
                  </m:oMathPara>
                </a14:m>
                <a:endParaRPr lang="en-US" sz="2400">
                  <a:solidFill>
                    <a:srgbClr val="FF0000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4043" y="3397423"/>
                <a:ext cx="474489" cy="461665"/>
              </a:xfrm>
              <a:prstGeom prst="rect">
                <a:avLst/>
              </a:prstGeom>
              <a:blipFill>
                <a:blip r:embed="rId3"/>
                <a:stretch>
                  <a:fillRect l="-1282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/>
          <p:cNvSpPr/>
          <p:nvPr/>
        </p:nvSpPr>
        <p:spPr>
          <a:xfrm>
            <a:off x="7246843" y="4237889"/>
            <a:ext cx="1295400" cy="381000"/>
          </a:xfrm>
          <a:prstGeom prst="rect">
            <a:avLst/>
          </a:prstGeom>
          <a:solidFill>
            <a:srgbClr val="FFFF00"/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cmmi10"/>
              </a:rPr>
              <a:t>x</a:t>
            </a:r>
            <a:r>
              <a:rPr lang="en-US">
                <a:solidFill>
                  <a:schemeClr val="tx1"/>
                </a:solidFill>
                <a:latin typeface="cmr10"/>
              </a:rPr>
              <a:t>=0, </a:t>
            </a:r>
            <a:r>
              <a:rPr lang="en-US">
                <a:solidFill>
                  <a:schemeClr val="tx1"/>
                </a:solidFill>
                <a:latin typeface="cmmi10"/>
              </a:rPr>
              <a:t>y</a:t>
            </a:r>
            <a:r>
              <a:rPr lang="en-US">
                <a:solidFill>
                  <a:schemeClr val="tx1"/>
                </a:solidFill>
                <a:latin typeface="cmr10"/>
              </a:rPr>
              <a:t>=5</a:t>
            </a:r>
          </a:p>
        </p:txBody>
      </p:sp>
      <p:cxnSp>
        <p:nvCxnSpPr>
          <p:cNvPr id="23" name="Shape 22"/>
          <p:cNvCxnSpPr/>
          <p:nvPr/>
        </p:nvCxnSpPr>
        <p:spPr>
          <a:xfrm>
            <a:off x="7132543" y="3596051"/>
            <a:ext cx="762000" cy="641838"/>
          </a:xfrm>
          <a:prstGeom prst="curvedConnector2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hape 23"/>
          <p:cNvCxnSpPr/>
          <p:nvPr/>
        </p:nvCxnSpPr>
        <p:spPr>
          <a:xfrm rot="5400000">
            <a:off x="7167712" y="4583720"/>
            <a:ext cx="691662" cy="762000"/>
          </a:xfrm>
          <a:prstGeom prst="curvedConnector2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513044" y="4210047"/>
            <a:ext cx="394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mr10"/>
              </a:rPr>
              <a:t>=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 rot="5400000">
            <a:off x="6293550" y="3210662"/>
            <a:ext cx="381000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47338" y="1634068"/>
                <a:ext cx="795846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/>
                      </a:rPr>
                      <m:t> </m:t>
                    </m:r>
                    <m:r>
                      <a:rPr lang="en-US" sz="2800" i="1" dirty="0" smtClean="0">
                        <a:solidFill>
                          <a:srgbClr val="051AE1"/>
                        </a:solidFill>
                        <a:latin typeface="Cambria Math"/>
                      </a:rPr>
                      <m:t>𝑥</m:t>
                    </m:r>
                    <m:r>
                      <a:rPr lang="en-US" sz="2800" i="1" dirty="0" smtClean="0">
                        <a:solidFill>
                          <a:srgbClr val="051AE1"/>
                        </a:solidFill>
                        <a:latin typeface="Cambria Math"/>
                      </a:rPr>
                      <m:t>:=</m:t>
                    </m:r>
                    <m:r>
                      <a:rPr lang="en-US" sz="2800" i="1" dirty="0" smtClean="0">
                        <a:solidFill>
                          <a:srgbClr val="051AE1"/>
                        </a:solidFill>
                        <a:latin typeface="Cambria Math"/>
                      </a:rPr>
                      <m:t>𝑥</m:t>
                    </m:r>
                    <m:r>
                      <a:rPr lang="en-US" sz="2800" i="1" dirty="0" smtClean="0">
                        <a:solidFill>
                          <a:srgbClr val="051AE1"/>
                        </a:solidFill>
                        <a:latin typeface="Cambria Math"/>
                      </a:rPr>
                      <m:t>+</m:t>
                    </m:r>
                    <m:r>
                      <a:rPr lang="en-US" sz="2800" i="1" dirty="0" smtClean="0">
                        <a:solidFill>
                          <a:srgbClr val="051AE1"/>
                        </a:solidFill>
                        <a:latin typeface="Cambria Math"/>
                      </a:rPr>
                      <m:t>1</m:t>
                    </m:r>
                    <m:r>
                      <a:rPr lang="en-US" sz="2800" i="1" dirty="0" smtClean="0">
                        <a:solidFill>
                          <a:srgbClr val="051AE1"/>
                        </a:solidFill>
                        <a:latin typeface="Cambria Math"/>
                      </a:rPr>
                      <m:t> ∥   </m:t>
                    </m:r>
                    <m:r>
                      <a:rPr 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𝑦</m:t>
                    </m:r>
                    <m:r>
                      <a:rPr 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:=</m:t>
                    </m:r>
                    <m:r>
                      <a:rPr 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𝑦</m:t>
                    </m:r>
                    <m:r>
                      <a:rPr 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−</m:t>
                    </m:r>
                    <m:r>
                      <a:rPr 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  <m:r>
                      <a:rPr 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   </m:t>
                    </m:r>
                  </m:oMath>
                </a14:m>
                <a:r>
                  <a:rPr lang="he-IL" sz="28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  ובהתחלה 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/>
                      </a:rPr>
                      <m:t>𝑥</m:t>
                    </m:r>
                    <m:r>
                      <a:rPr lang="en-US" sz="2800" b="0" i="1" smtClean="0">
                        <a:latin typeface="Cambria Math"/>
                      </a:rPr>
                      <m:t>=</m:t>
                    </m:r>
                    <m:r>
                      <a:rPr lang="en-US" sz="2800" b="0" i="1" smtClean="0">
                        <a:latin typeface="Cambria Math"/>
                      </a:rPr>
                      <m:t>0</m:t>
                    </m:r>
                    <m:r>
                      <a:rPr lang="en-US" sz="2800" b="0" i="1" smtClean="0">
                        <a:latin typeface="Cambria Math"/>
                      </a:rPr>
                      <m:t>,   </m:t>
                    </m:r>
                    <m:r>
                      <a:rPr lang="en-US" sz="2800" b="0" i="1" smtClean="0">
                        <a:latin typeface="Cambria Math"/>
                      </a:rPr>
                      <m:t>𝑦</m:t>
                    </m:r>
                    <m:r>
                      <a:rPr lang="en-US" sz="2800" b="0" i="1" smtClean="0">
                        <a:latin typeface="Cambria Math"/>
                      </a:rPr>
                      <m:t>=</m:t>
                    </m:r>
                    <m:r>
                      <a:rPr lang="en-US" sz="2800" b="0" i="1" smtClean="0">
                        <a:latin typeface="Cambria Math"/>
                      </a:rPr>
                      <m:t>7</m:t>
                    </m:r>
                  </m:oMath>
                </a14:m>
                <a:endParaRPr lang="en-US" sz="28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338" y="1634068"/>
                <a:ext cx="7958462" cy="523220"/>
              </a:xfrm>
              <a:prstGeom prst="rect">
                <a:avLst/>
              </a:prstGeom>
              <a:blipFill>
                <a:blip r:embed="rId4"/>
                <a:stretch>
                  <a:fillRect t="-12791" b="-302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Left Brace 29"/>
          <p:cNvSpPr/>
          <p:nvPr/>
        </p:nvSpPr>
        <p:spPr>
          <a:xfrm rot="16200000">
            <a:off x="4894705" y="1357204"/>
            <a:ext cx="144000" cy="1620000"/>
          </a:xfrm>
          <a:prstGeom prst="leftBrace">
            <a:avLst>
              <a:gd name="adj1" fmla="val 76258"/>
              <a:gd name="adj2" fmla="val 48002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Left Brace 30"/>
          <p:cNvSpPr/>
          <p:nvPr/>
        </p:nvSpPr>
        <p:spPr>
          <a:xfrm rot="16200000">
            <a:off x="7138105" y="1267204"/>
            <a:ext cx="144000" cy="1800000"/>
          </a:xfrm>
          <a:prstGeom prst="leftBrace">
            <a:avLst>
              <a:gd name="adj1" fmla="val 76258"/>
              <a:gd name="adj2" fmla="val 48002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Date Placeholder 33"/>
          <p:cNvSpPr>
            <a:spLocks noGrp="1"/>
          </p:cNvSpPr>
          <p:nvPr>
            <p:ph type="dt" sz="half" idx="10"/>
          </p:nvPr>
        </p:nvSpPr>
        <p:spPr>
          <a:xfrm>
            <a:off x="6667500" y="6858000"/>
            <a:ext cx="2476500" cy="476250"/>
          </a:xfrm>
        </p:spPr>
        <p:txBody>
          <a:bodyPr/>
          <a:lstStyle/>
          <a:p>
            <a:fld id="{DEC6FE04-70CC-4E06-80B7-09A4F4A4B9C9}" type="datetime12">
              <a:rPr lang="he-IL" smtClean="0"/>
              <a:t>30/09/2025 17:02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4791990" y="5079718"/>
                <a:ext cx="4744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𝛽</m:t>
                      </m:r>
                    </m:oMath>
                  </m:oMathPara>
                </a14:m>
                <a:endParaRPr lang="en-US" sz="2400">
                  <a:solidFill>
                    <a:srgbClr val="FF0000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1990" y="5079718"/>
                <a:ext cx="474489" cy="461665"/>
              </a:xfrm>
              <a:prstGeom prst="rect">
                <a:avLst/>
              </a:prstGeom>
              <a:blipFill>
                <a:blip r:embed="rId5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7704043" y="5078837"/>
                <a:ext cx="47288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solidFill>
                            <a:srgbClr val="051AE1"/>
                          </a:solidFill>
                          <a:latin typeface="Cambria Math"/>
                        </a:rPr>
                        <m:t>𝛼</m:t>
                      </m:r>
                    </m:oMath>
                  </m:oMathPara>
                </a14:m>
                <a:endParaRPr lang="en-US" sz="2400">
                  <a:solidFill>
                    <a:srgbClr val="051AE1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4043" y="5078837"/>
                <a:ext cx="472886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2856698" y="4242462"/>
                <a:ext cx="4744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𝛽</m:t>
                      </m:r>
                    </m:oMath>
                  </m:oMathPara>
                </a14:m>
                <a:endParaRPr lang="en-US" sz="2400">
                  <a:latin typeface="cmmi10"/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6698" y="4242462"/>
                <a:ext cx="474489" cy="461665"/>
              </a:xfrm>
              <a:prstGeom prst="rect">
                <a:avLst/>
              </a:prstGeom>
              <a:blipFill>
                <a:blip r:embed="rId7"/>
                <a:stretch>
                  <a:fillRect l="-1299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762000" y="4197556"/>
                <a:ext cx="47288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51AE1"/>
                          </a:solidFill>
                          <a:latin typeface="Cambria Math"/>
                        </a:rPr>
                        <m:t>𝛼</m:t>
                      </m:r>
                    </m:oMath>
                  </m:oMathPara>
                </a14:m>
                <a:endParaRPr lang="en-US" sz="2400">
                  <a:solidFill>
                    <a:srgbClr val="051AE1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4197556"/>
                <a:ext cx="472886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4730262" y="2237257"/>
                <a:ext cx="47288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51AE1"/>
                          </a:solidFill>
                          <a:latin typeface="Cambria Math"/>
                        </a:rPr>
                        <m:t>𝛼</m:t>
                      </m:r>
                    </m:oMath>
                  </m:oMathPara>
                </a14:m>
                <a:endParaRPr lang="en-US" sz="2400">
                  <a:latin typeface="cmmi10"/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0262" y="2237257"/>
                <a:ext cx="472886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6929868" y="2281535"/>
                <a:ext cx="4744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𝛽</m:t>
                      </m:r>
                    </m:oMath>
                  </m:oMathPara>
                </a14:m>
                <a:endParaRPr lang="en-US" sz="2400">
                  <a:solidFill>
                    <a:srgbClr val="FF0000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9868" y="2281535"/>
                <a:ext cx="474489" cy="461665"/>
              </a:xfrm>
              <a:prstGeom prst="rect">
                <a:avLst/>
              </a:prstGeom>
              <a:blipFill>
                <a:blip r:embed="rId3"/>
                <a:stretch>
                  <a:fillRect l="-1282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705928" y="6125261"/>
            <a:ext cx="7726795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rtlCol="1">
            <a:spAutoFit/>
          </a:bodyPr>
          <a:lstStyle/>
          <a:p>
            <a:r>
              <a:rPr lang="he-IL" sz="2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זה לא היה עובד אם הפעולות היו מְשַׁנּוֹת את אותם המשתנים !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667500" y="6858000"/>
            <a:ext cx="2476500" cy="476250"/>
          </a:xfrm>
        </p:spPr>
        <p:txBody>
          <a:bodyPr/>
          <a:lstStyle/>
          <a:p>
            <a:fld id="{94E710AA-E19B-45CC-8E24-95DC7DC06B93}" type="datetime12">
              <a:rPr lang="he-IL" smtClean="0"/>
              <a:t>30/09/2025 17:02</a:t>
            </a:fld>
            <a:endParaRPr lang="he-IL"/>
          </a:p>
        </p:txBody>
      </p:sp>
      <p:sp>
        <p:nvSpPr>
          <p:cNvPr id="6" name="TextBox 5"/>
          <p:cNvSpPr txBox="1"/>
          <p:nvPr/>
        </p:nvSpPr>
        <p:spPr>
          <a:xfrm>
            <a:off x="2584602" y="838200"/>
            <a:ext cx="4588115" cy="769441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he-IL" sz="4400">
                <a:latin typeface="Gisha" panose="020B0502040204020203" pitchFamily="34" charset="-79"/>
                <a:cs typeface="Gisha" panose="020B0502040204020203" pitchFamily="34" charset="-79"/>
              </a:rPr>
              <a:t>שזירת גרפי תוכנית?</a:t>
            </a:r>
            <a:endParaRPr lang="en-US" sz="44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8" name="Picture 7" descr="A cartoon of a monster and a monster&#10;&#10;Description automatically generated with medium confidence">
            <a:extLst>
              <a:ext uri="{FF2B5EF4-FFF2-40B4-BE49-F238E27FC236}">
                <a16:creationId xmlns:a16="http://schemas.microsoft.com/office/drawing/2014/main" id="{D7BEA2C6-456E-7DD2-5A1C-199AE60E4C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2120131"/>
            <a:ext cx="4225379" cy="42253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47128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/>
              <a:t>דוגמה: איך נרכיב </a:t>
            </a:r>
            <a:r>
              <a:rPr lang="he-IL" err="1"/>
              <a:t>תוכניות</a:t>
            </a:r>
            <a:br>
              <a:rPr lang="en-US"/>
            </a:br>
            <a:r>
              <a:rPr lang="he-IL"/>
              <a:t>בלי משתנים משותפים?</a:t>
            </a:r>
          </a:p>
        </p:txBody>
      </p:sp>
      <p:sp>
        <p:nvSpPr>
          <p:cNvPr id="82" name="Left Brace 81"/>
          <p:cNvSpPr/>
          <p:nvPr/>
        </p:nvSpPr>
        <p:spPr>
          <a:xfrm rot="16200000">
            <a:off x="3146110" y="3255227"/>
            <a:ext cx="132032" cy="1036208"/>
          </a:xfrm>
          <a:prstGeom prst="leftBrace">
            <a:avLst>
              <a:gd name="adj1" fmla="val 76258"/>
              <a:gd name="adj2" fmla="val 48002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Left Brace 83"/>
          <p:cNvSpPr/>
          <p:nvPr/>
        </p:nvSpPr>
        <p:spPr>
          <a:xfrm rot="16200000">
            <a:off x="6557902" y="3244556"/>
            <a:ext cx="132151" cy="1057433"/>
          </a:xfrm>
          <a:prstGeom prst="leftBrace">
            <a:avLst>
              <a:gd name="adj1" fmla="val 76258"/>
              <a:gd name="adj2" fmla="val 48002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>
                <a:off x="2958622" y="3779050"/>
                <a:ext cx="47288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/>
                        </a:rPr>
                        <m:t>𝛼</m:t>
                      </m:r>
                    </m:oMath>
                  </m:oMathPara>
                </a14:m>
                <a:endParaRPr lang="en-US" sz="2400">
                  <a:latin typeface="cmmi10"/>
                </a:endParaRPr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8622" y="3779050"/>
                <a:ext cx="472886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6359561" y="3802904"/>
                <a:ext cx="4744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𝛽</m:t>
                      </m:r>
                    </m:oMath>
                  </m:oMathPara>
                </a14:m>
                <a:endParaRPr lang="en-US" sz="2400">
                  <a:latin typeface="cmmi10"/>
                </a:endParaRPr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9561" y="3802904"/>
                <a:ext cx="474489" cy="461665"/>
              </a:xfrm>
              <a:prstGeom prst="rect">
                <a:avLst/>
              </a:prstGeom>
              <a:blipFill>
                <a:blip r:embed="rId3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Rectangle 86"/>
              <p:cNvSpPr/>
              <p:nvPr/>
            </p:nvSpPr>
            <p:spPr>
              <a:xfrm>
                <a:off x="1846393" y="2945315"/>
                <a:ext cx="468000" cy="396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7" name="Rectangle 8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6393" y="2945315"/>
                <a:ext cx="468000" cy="396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Rectangle 87"/>
              <p:cNvSpPr/>
              <p:nvPr/>
            </p:nvSpPr>
            <p:spPr>
              <a:xfrm>
                <a:off x="1846393" y="3729819"/>
                <a:ext cx="468000" cy="396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8" name="Rectangle 8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6393" y="3729819"/>
                <a:ext cx="468000" cy="396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9" name="Straight Arrow Connector 88"/>
          <p:cNvCxnSpPr>
            <a:stCxn id="87" idx="2"/>
            <a:endCxn id="88" idx="0"/>
          </p:cNvCxnSpPr>
          <p:nvPr/>
        </p:nvCxnSpPr>
        <p:spPr>
          <a:xfrm>
            <a:off x="2080393" y="3341315"/>
            <a:ext cx="0" cy="388504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89"/>
          <p:cNvCxnSpPr>
            <a:endCxn id="87" idx="0"/>
          </p:cNvCxnSpPr>
          <p:nvPr/>
        </p:nvCxnSpPr>
        <p:spPr>
          <a:xfrm>
            <a:off x="2080393" y="2777856"/>
            <a:ext cx="0" cy="167459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1650227" y="3361415"/>
                <a:ext cx="26619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𝑡𝑟𝑢𝑒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0227" y="3361415"/>
                <a:ext cx="266190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Rectangle 91"/>
              <p:cNvSpPr/>
              <p:nvPr/>
            </p:nvSpPr>
            <p:spPr>
              <a:xfrm>
                <a:off x="5209862" y="2945315"/>
                <a:ext cx="468000" cy="396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2" name="Rectangle 9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9862" y="2945315"/>
                <a:ext cx="468000" cy="396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Rectangle 92"/>
              <p:cNvSpPr/>
              <p:nvPr/>
            </p:nvSpPr>
            <p:spPr>
              <a:xfrm>
                <a:off x="5209862" y="3729819"/>
                <a:ext cx="468000" cy="396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3" name="Rectangle 9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9862" y="3729819"/>
                <a:ext cx="468000" cy="396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4" name="Straight Arrow Connector 93"/>
          <p:cNvCxnSpPr/>
          <p:nvPr/>
        </p:nvCxnSpPr>
        <p:spPr>
          <a:xfrm>
            <a:off x="5443862" y="3341315"/>
            <a:ext cx="0" cy="388504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>
            <a:off x="5441771" y="2778916"/>
            <a:ext cx="4182" cy="166399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/>
              <p:cNvSpPr txBox="1"/>
              <p:nvPr/>
            </p:nvSpPr>
            <p:spPr>
              <a:xfrm>
                <a:off x="5034297" y="3361934"/>
                <a:ext cx="26619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𝑡𝑟𝑢𝑒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96" name="TextBox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4297" y="3361934"/>
                <a:ext cx="2661903" cy="369332"/>
              </a:xfrm>
              <a:prstGeom prst="rect">
                <a:avLst/>
              </a:prstGeom>
              <a:blipFill>
                <a:blip r:embed="rId9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Rectangle 96"/>
              <p:cNvSpPr/>
              <p:nvPr/>
            </p:nvSpPr>
            <p:spPr>
              <a:xfrm>
                <a:off x="5148596" y="4202668"/>
                <a:ext cx="58643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solidFill>
                            <a:srgbClr val="2E41FA"/>
                          </a:solidFill>
                          <a:latin typeface="Cambria Math"/>
                        </a:rPr>
                        <m:t>𝑃𝐺</m:t>
                      </m:r>
                      <m:r>
                        <a:rPr lang="en-US" i="1" baseline="-25000" dirty="0">
                          <a:solidFill>
                            <a:srgbClr val="2E41FA"/>
                          </a:solidFill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97" name="Rectangle 9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8596" y="4202668"/>
                <a:ext cx="58643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Rectangle 97"/>
              <p:cNvSpPr/>
              <p:nvPr/>
            </p:nvSpPr>
            <p:spPr>
              <a:xfrm>
                <a:off x="1765196" y="4202668"/>
                <a:ext cx="630394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solidFill>
                            <a:srgbClr val="2E41FA"/>
                          </a:solidFill>
                          <a:latin typeface="Cambria Math"/>
                        </a:rPr>
                        <m:t>𝑃𝐺</m:t>
                      </m:r>
                      <m:r>
                        <a:rPr lang="en-US" i="1" baseline="-25000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98" name="Rectangle 9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5196" y="4202668"/>
                <a:ext cx="63039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5441771" y="2565674"/>
                <a:ext cx="7594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1771" y="2565674"/>
                <a:ext cx="759452" cy="369332"/>
              </a:xfrm>
              <a:prstGeom prst="rect">
                <a:avLst/>
              </a:prstGeom>
              <a:blipFill>
                <a:blip r:embed="rId12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Box 99"/>
              <p:cNvSpPr txBox="1"/>
              <p:nvPr/>
            </p:nvSpPr>
            <p:spPr>
              <a:xfrm>
                <a:off x="2110987" y="2545830"/>
                <a:ext cx="7594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100" name="TextBox 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0987" y="2545830"/>
                <a:ext cx="759452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91954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1747" y="-319555"/>
            <a:ext cx="7772400" cy="1143000"/>
          </a:xfrm>
        </p:spPr>
        <p:txBody>
          <a:bodyPr>
            <a:normAutofit/>
          </a:bodyPr>
          <a:lstStyle/>
          <a:p>
            <a:r>
              <a:rPr lang="he-IL"/>
              <a:t>תשובה: שזירת הפריסות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913930" y="3764296"/>
                <a:ext cx="838200" cy="381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chemeClr val="dk1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sz="1600" i="1" dirty="0" smtClean="0">
                          <a:solidFill>
                            <a:schemeClr val="dk1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600" i="1" dirty="0" smtClean="0">
                          <a:solidFill>
                            <a:schemeClr val="dk1"/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sz="1600" i="1">
                  <a:solidFill>
                    <a:schemeClr val="dk1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930" y="3764296"/>
                <a:ext cx="838200" cy="381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913930" y="5478796"/>
                <a:ext cx="838200" cy="381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chemeClr val="dk1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sz="1600" i="1" dirty="0" smtClean="0">
                          <a:solidFill>
                            <a:schemeClr val="dk1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600" i="1" dirty="0" smtClean="0">
                          <a:solidFill>
                            <a:schemeClr val="dk1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1600" i="1">
                  <a:solidFill>
                    <a:schemeClr val="dk1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930" y="5478796"/>
                <a:ext cx="838200" cy="381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/>
          <p:nvPr/>
        </p:nvCxnSpPr>
        <p:spPr>
          <a:xfrm>
            <a:off x="1333030" y="4145296"/>
            <a:ext cx="0" cy="133350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323630" y="3764296"/>
                <a:ext cx="838200" cy="381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chemeClr val="dk1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sz="1600" i="1" dirty="0" smtClean="0">
                          <a:solidFill>
                            <a:schemeClr val="dk1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600" i="1" dirty="0" smtClean="0">
                          <a:solidFill>
                            <a:schemeClr val="dk1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US" sz="1600" i="1">
                  <a:solidFill>
                    <a:schemeClr val="dk1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3630" y="3764296"/>
                <a:ext cx="838200" cy="381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323630" y="5478796"/>
                <a:ext cx="838200" cy="381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chemeClr val="dk1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sz="1600" i="1" dirty="0" smtClean="0">
                          <a:solidFill>
                            <a:schemeClr val="dk1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600" i="1" dirty="0" smtClean="0">
                          <a:solidFill>
                            <a:schemeClr val="dk1"/>
                          </a:solidFill>
                          <a:latin typeface="Cambria Math"/>
                        </a:rPr>
                        <m:t>5</m:t>
                      </m:r>
                    </m:oMath>
                  </m:oMathPara>
                </a14:m>
                <a:endParaRPr lang="en-US" sz="1600" i="1">
                  <a:solidFill>
                    <a:schemeClr val="dk1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3630" y="5478796"/>
                <a:ext cx="838200" cy="381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/>
          <p:nvPr/>
        </p:nvCxnSpPr>
        <p:spPr>
          <a:xfrm>
            <a:off x="2742730" y="4145296"/>
            <a:ext cx="0" cy="133350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760443" y="4513108"/>
            <a:ext cx="394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modstmary10"/>
              </a:rPr>
              <a:t>Z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rot="5400000">
            <a:off x="2549612" y="3561789"/>
            <a:ext cx="381000" cy="1588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rot="5400000">
            <a:off x="1151638" y="3561789"/>
            <a:ext cx="381000" cy="1588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4427443" y="4621546"/>
                <a:ext cx="1295400" cy="381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chemeClr val="dk1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sz="1600" i="1" dirty="0" smtClean="0">
                          <a:solidFill>
                            <a:schemeClr val="dk1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600" i="1" dirty="0" smtClean="0">
                          <a:solidFill>
                            <a:schemeClr val="dk1"/>
                          </a:solidFill>
                          <a:latin typeface="Cambria Math"/>
                        </a:rPr>
                        <m:t>1</m:t>
                      </m:r>
                      <m:r>
                        <a:rPr lang="en-US" sz="1600" i="1" dirty="0" smtClean="0">
                          <a:solidFill>
                            <a:schemeClr val="dk1"/>
                          </a:solidFill>
                          <a:latin typeface="Cambria Math"/>
                        </a:rPr>
                        <m:t>, </m:t>
                      </m:r>
                      <m:r>
                        <a:rPr lang="en-US" sz="1600" i="1" dirty="0" smtClean="0">
                          <a:solidFill>
                            <a:schemeClr val="dk1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sz="1600" i="1" dirty="0" smtClean="0">
                          <a:solidFill>
                            <a:schemeClr val="dk1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600" i="1" dirty="0" smtClean="0">
                          <a:solidFill>
                            <a:schemeClr val="dk1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US" sz="1600" i="1">
                  <a:solidFill>
                    <a:schemeClr val="dk1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443" y="4621546"/>
                <a:ext cx="1295400" cy="381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5837143" y="3789208"/>
                <a:ext cx="1295400" cy="381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chemeClr val="dk1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sz="1600" i="1" dirty="0" smtClean="0">
                          <a:solidFill>
                            <a:schemeClr val="dk1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600" i="1" dirty="0" smtClean="0">
                          <a:solidFill>
                            <a:schemeClr val="dk1"/>
                          </a:solidFill>
                          <a:latin typeface="Cambria Math"/>
                        </a:rPr>
                        <m:t>0</m:t>
                      </m:r>
                      <m:r>
                        <a:rPr lang="en-US" sz="1600" i="1" dirty="0" smtClean="0">
                          <a:solidFill>
                            <a:schemeClr val="dk1"/>
                          </a:solidFill>
                          <a:latin typeface="Cambria Math"/>
                        </a:rPr>
                        <m:t>, </m:t>
                      </m:r>
                      <m:r>
                        <a:rPr lang="en-US" sz="1600" i="1" dirty="0" smtClean="0">
                          <a:solidFill>
                            <a:schemeClr val="dk1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sz="1600" i="1" dirty="0" smtClean="0">
                          <a:solidFill>
                            <a:schemeClr val="dk1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600" i="1" dirty="0" smtClean="0">
                          <a:solidFill>
                            <a:schemeClr val="dk1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US" sz="1600" i="1">
                  <a:solidFill>
                    <a:schemeClr val="dk1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7143" y="3789208"/>
                <a:ext cx="1295400" cy="381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hape 16"/>
          <p:cNvCxnSpPr/>
          <p:nvPr/>
        </p:nvCxnSpPr>
        <p:spPr>
          <a:xfrm rot="10800000" flipV="1">
            <a:off x="5075143" y="3979708"/>
            <a:ext cx="762000" cy="641838"/>
          </a:xfrm>
          <a:prstGeom prst="curvedConnector2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4793593" y="3781081"/>
                <a:ext cx="47288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/>
                        </a:rPr>
                        <m:t>𝛼</m:t>
                      </m:r>
                    </m:oMath>
                  </m:oMathPara>
                </a14:m>
                <a:endParaRPr lang="en-US" sz="2400">
                  <a:latin typeface="cmmi10"/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3593" y="3781081"/>
                <a:ext cx="472886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5837143" y="5503708"/>
                <a:ext cx="1295400" cy="381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chemeClr val="dk1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sz="1600" i="1" dirty="0" smtClean="0">
                          <a:solidFill>
                            <a:schemeClr val="dk1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600" i="1" dirty="0" smtClean="0">
                          <a:solidFill>
                            <a:schemeClr val="dk1"/>
                          </a:solidFill>
                          <a:latin typeface="Cambria Math"/>
                        </a:rPr>
                        <m:t>1</m:t>
                      </m:r>
                      <m:r>
                        <a:rPr lang="en-US" sz="1600" i="1" dirty="0" smtClean="0">
                          <a:solidFill>
                            <a:schemeClr val="dk1"/>
                          </a:solidFill>
                          <a:latin typeface="Cambria Math"/>
                        </a:rPr>
                        <m:t>, </m:t>
                      </m:r>
                      <m:r>
                        <a:rPr lang="en-US" sz="1600" i="1" dirty="0" smtClean="0">
                          <a:solidFill>
                            <a:schemeClr val="dk1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sz="1600" i="1" dirty="0" smtClean="0">
                          <a:solidFill>
                            <a:schemeClr val="dk1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600" i="1" dirty="0" smtClean="0">
                          <a:solidFill>
                            <a:schemeClr val="dk1"/>
                          </a:solidFill>
                          <a:latin typeface="Cambria Math"/>
                        </a:rPr>
                        <m:t>5</m:t>
                      </m:r>
                    </m:oMath>
                  </m:oMathPara>
                </a14:m>
                <a:endParaRPr lang="en-US" sz="1600" i="1">
                  <a:solidFill>
                    <a:schemeClr val="dk1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7143" y="5503708"/>
                <a:ext cx="1295400" cy="381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hape 19"/>
          <p:cNvCxnSpPr/>
          <p:nvPr/>
        </p:nvCxnSpPr>
        <p:spPr>
          <a:xfrm rot="16200000" flipH="1">
            <a:off x="5110312" y="4967377"/>
            <a:ext cx="691662" cy="762000"/>
          </a:xfrm>
          <a:prstGeom prst="curvedConnector2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7704043" y="3781080"/>
                <a:ext cx="4744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𝛽</m:t>
                      </m:r>
                    </m:oMath>
                  </m:oMathPara>
                </a14:m>
                <a:endParaRPr lang="en-US" sz="2400">
                  <a:latin typeface="cmmi10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4043" y="3781080"/>
                <a:ext cx="474489" cy="461665"/>
              </a:xfrm>
              <a:prstGeom prst="rect">
                <a:avLst/>
              </a:prstGeom>
              <a:blipFill>
                <a:blip r:embed="rId10"/>
                <a:stretch>
                  <a:fillRect l="-1282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7246843" y="4621546"/>
                <a:ext cx="1295400" cy="381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chemeClr val="dk1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sz="1600" i="1" dirty="0" smtClean="0">
                          <a:solidFill>
                            <a:schemeClr val="dk1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600" i="1" dirty="0" smtClean="0">
                          <a:solidFill>
                            <a:schemeClr val="dk1"/>
                          </a:solidFill>
                          <a:latin typeface="Cambria Math"/>
                        </a:rPr>
                        <m:t>0</m:t>
                      </m:r>
                      <m:r>
                        <a:rPr lang="en-US" sz="1600" i="1" dirty="0" smtClean="0">
                          <a:solidFill>
                            <a:schemeClr val="dk1"/>
                          </a:solidFill>
                          <a:latin typeface="Cambria Math"/>
                        </a:rPr>
                        <m:t>, </m:t>
                      </m:r>
                      <m:r>
                        <a:rPr lang="en-US" sz="1600" i="1" dirty="0" smtClean="0">
                          <a:solidFill>
                            <a:schemeClr val="dk1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sz="1600" i="1" dirty="0" smtClean="0">
                          <a:solidFill>
                            <a:schemeClr val="dk1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600" i="1" dirty="0" smtClean="0">
                          <a:solidFill>
                            <a:schemeClr val="dk1"/>
                          </a:solidFill>
                          <a:latin typeface="Cambria Math"/>
                        </a:rPr>
                        <m:t>5</m:t>
                      </m:r>
                    </m:oMath>
                  </m:oMathPara>
                </a14:m>
                <a:endParaRPr lang="en-US" sz="1600" i="1">
                  <a:solidFill>
                    <a:schemeClr val="dk1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6843" y="4621546"/>
                <a:ext cx="1295400" cy="3810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hape 22"/>
          <p:cNvCxnSpPr/>
          <p:nvPr/>
        </p:nvCxnSpPr>
        <p:spPr>
          <a:xfrm>
            <a:off x="7132543" y="3979708"/>
            <a:ext cx="762000" cy="641838"/>
          </a:xfrm>
          <a:prstGeom prst="curvedConnector2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hape 23"/>
          <p:cNvCxnSpPr/>
          <p:nvPr/>
        </p:nvCxnSpPr>
        <p:spPr>
          <a:xfrm rot="5400000">
            <a:off x="7167712" y="4967377"/>
            <a:ext cx="691662" cy="762000"/>
          </a:xfrm>
          <a:prstGeom prst="curvedConnector2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513044" y="4593704"/>
            <a:ext cx="394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mr10"/>
              </a:rPr>
              <a:t>=</a:t>
            </a:r>
          </a:p>
        </p:txBody>
      </p:sp>
      <p:cxnSp>
        <p:nvCxnSpPr>
          <p:cNvPr id="28" name="Straight Arrow Connector 27"/>
          <p:cNvCxnSpPr/>
          <p:nvPr/>
        </p:nvCxnSpPr>
        <p:spPr>
          <a:xfrm rot="5400000">
            <a:off x="6293550" y="3594319"/>
            <a:ext cx="381000" cy="1588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Left Brace 29"/>
          <p:cNvSpPr/>
          <p:nvPr/>
        </p:nvSpPr>
        <p:spPr>
          <a:xfrm rot="16200000">
            <a:off x="3369613" y="1605312"/>
            <a:ext cx="132032" cy="1036208"/>
          </a:xfrm>
          <a:prstGeom prst="leftBrace">
            <a:avLst>
              <a:gd name="adj1" fmla="val 76258"/>
              <a:gd name="adj2" fmla="val 48002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Left Brace 30"/>
          <p:cNvSpPr/>
          <p:nvPr/>
        </p:nvSpPr>
        <p:spPr>
          <a:xfrm rot="16200000">
            <a:off x="6781405" y="1594641"/>
            <a:ext cx="132151" cy="1057433"/>
          </a:xfrm>
          <a:prstGeom prst="leftBrace">
            <a:avLst>
              <a:gd name="adj1" fmla="val 76258"/>
              <a:gd name="adj2" fmla="val 48002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4791990" y="5463375"/>
                <a:ext cx="4744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𝛽</m:t>
                      </m:r>
                    </m:oMath>
                  </m:oMathPara>
                </a14:m>
                <a:endParaRPr lang="en-US" sz="2400">
                  <a:latin typeface="cmmi10"/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1990" y="5463375"/>
                <a:ext cx="474489" cy="461665"/>
              </a:xfrm>
              <a:prstGeom prst="rect">
                <a:avLst/>
              </a:prstGeom>
              <a:blipFill>
                <a:blip r:embed="rId12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7704043" y="5462494"/>
                <a:ext cx="47288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latin typeface="Cambria Math"/>
                        </a:rPr>
                        <m:t>𝛼</m:t>
                      </m:r>
                    </m:oMath>
                  </m:oMathPara>
                </a14:m>
                <a:endParaRPr lang="en-US" sz="2400">
                  <a:latin typeface="cmmi10"/>
                </a:endParaRP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4043" y="5462494"/>
                <a:ext cx="472886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2856698" y="4626119"/>
                <a:ext cx="4744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𝛽</m:t>
                      </m:r>
                    </m:oMath>
                  </m:oMathPara>
                </a14:m>
                <a:endParaRPr lang="en-US" sz="2400">
                  <a:latin typeface="cmmi10"/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6698" y="4626119"/>
                <a:ext cx="474489" cy="461665"/>
              </a:xfrm>
              <a:prstGeom prst="rect">
                <a:avLst/>
              </a:prstGeom>
              <a:blipFill>
                <a:blip r:embed="rId14"/>
                <a:stretch>
                  <a:fillRect l="-1299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762000" y="4581213"/>
                <a:ext cx="47288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/>
                        </a:rPr>
                        <m:t>𝛼</m:t>
                      </m:r>
                    </m:oMath>
                  </m:oMathPara>
                </a14:m>
                <a:endParaRPr lang="en-US" sz="2400">
                  <a:latin typeface="cmmi10"/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4581213"/>
                <a:ext cx="472886" cy="46166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3182125" y="2129135"/>
                <a:ext cx="47288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latin typeface="Cambria Math"/>
                        </a:rPr>
                        <m:t>𝛼</m:t>
                      </m:r>
                    </m:oMath>
                  </m:oMathPara>
                </a14:m>
                <a:endParaRPr lang="en-US" sz="2400">
                  <a:latin typeface="cmmi10"/>
                </a:endParaRPr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2125" y="2129135"/>
                <a:ext cx="472886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6583064" y="2152989"/>
                <a:ext cx="4744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𝛽</m:t>
                      </m:r>
                    </m:oMath>
                  </m:oMathPara>
                </a14:m>
                <a:endParaRPr lang="en-US" sz="2400">
                  <a:latin typeface="cmmi10"/>
                </a:endParaRP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064" y="2152989"/>
                <a:ext cx="474489" cy="461665"/>
              </a:xfrm>
              <a:prstGeom prst="rect">
                <a:avLst/>
              </a:prstGeom>
              <a:blipFill>
                <a:blip r:embed="rId10"/>
                <a:stretch>
                  <a:fillRect l="-1282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5410590" y="6087107"/>
                <a:ext cx="21453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solidFill>
                            <a:srgbClr val="2E41FA"/>
                          </a:solidFill>
                          <a:latin typeface="Cambria Math"/>
                        </a:rPr>
                        <m:t>𝑇𝑆</m:t>
                      </m:r>
                      <m:d>
                        <m:dPr>
                          <m:ctrlPr>
                            <a:rPr lang="en-US" i="1" dirty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𝑃𝐺</m:t>
                          </m:r>
                          <m:r>
                            <a:rPr lang="en-US" i="1" baseline="-25000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1</m:t>
                          </m:r>
                        </m:e>
                      </m:d>
                      <m:r>
                        <a:rPr lang="en-US" i="1" baseline="-25000" dirty="0">
                          <a:solidFill>
                            <a:srgbClr val="2E41FA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dirty="0">
                          <a:solidFill>
                            <a:srgbClr val="2E41FA"/>
                          </a:solidFill>
                          <a:latin typeface="modstmary10"/>
                        </a:rPr>
                        <m:t>Z</m:t>
                      </m:r>
                      <m:r>
                        <a:rPr lang="en-US" sz="1400" i="1" dirty="0">
                          <a:latin typeface="Cambria Math"/>
                        </a:rPr>
                        <m:t> </m:t>
                      </m:r>
                      <m:r>
                        <a:rPr lang="en-US" i="1" dirty="0">
                          <a:solidFill>
                            <a:srgbClr val="2E41FA"/>
                          </a:solidFill>
                          <a:latin typeface="Cambria Math"/>
                        </a:rPr>
                        <m:t>𝑇𝑆</m:t>
                      </m:r>
                      <m:r>
                        <a:rPr lang="en-US" i="1" dirty="0">
                          <a:solidFill>
                            <a:srgbClr val="2E41FA"/>
                          </a:solidFill>
                          <a:latin typeface="Cambria Math"/>
                        </a:rPr>
                        <m:t>(</m:t>
                      </m:r>
                      <m:r>
                        <a:rPr lang="en-US" i="1" dirty="0">
                          <a:solidFill>
                            <a:srgbClr val="2E41FA"/>
                          </a:solidFill>
                          <a:latin typeface="Cambria Math"/>
                        </a:rPr>
                        <m:t>𝑃𝐺</m:t>
                      </m:r>
                      <m:r>
                        <a:rPr lang="en-US" i="1" baseline="-25000" dirty="0">
                          <a:solidFill>
                            <a:srgbClr val="2E41FA"/>
                          </a:solidFill>
                          <a:latin typeface="Cambria Math"/>
                        </a:rPr>
                        <m:t>2</m:t>
                      </m:r>
                      <m:r>
                        <a:rPr lang="en-US" i="1" dirty="0">
                          <a:solidFill>
                            <a:srgbClr val="2E41FA"/>
                          </a:solidFill>
                          <a:latin typeface="Cambria Math"/>
                        </a:rPr>
                        <m:t>)</m:t>
                      </m:r>
                      <m:r>
                        <a:rPr lang="he-IL" i="1" dirty="0">
                          <a:solidFill>
                            <a:srgbClr val="2E41FA"/>
                          </a:solidFill>
                          <a:latin typeface="Cambria Math"/>
                        </a:rPr>
                        <m:t> 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590" y="6087107"/>
                <a:ext cx="2145331" cy="369332"/>
              </a:xfrm>
              <a:prstGeom prst="rect">
                <a:avLst/>
              </a:prstGeom>
              <a:blipFill>
                <a:blip r:embed="rId16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/>
              <p:cNvSpPr/>
              <p:nvPr/>
            </p:nvSpPr>
            <p:spPr>
              <a:xfrm>
                <a:off x="2069896" y="1295400"/>
                <a:ext cx="468000" cy="396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>
                  <a:solidFill>
                    <a:schemeClr val="dk1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42" name="Rectangle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9896" y="1295400"/>
                <a:ext cx="468000" cy="3960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/>
              <p:cNvSpPr/>
              <p:nvPr/>
            </p:nvSpPr>
            <p:spPr>
              <a:xfrm>
                <a:off x="2069896" y="2079904"/>
                <a:ext cx="468000" cy="396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i="1">
                  <a:solidFill>
                    <a:schemeClr val="dk1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43" name="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9896" y="2079904"/>
                <a:ext cx="468000" cy="39600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Arrow Connector 43"/>
          <p:cNvCxnSpPr>
            <a:stCxn id="42" idx="2"/>
            <a:endCxn id="43" idx="0"/>
          </p:cNvCxnSpPr>
          <p:nvPr/>
        </p:nvCxnSpPr>
        <p:spPr>
          <a:xfrm>
            <a:off x="2303896" y="1691400"/>
            <a:ext cx="0" cy="388504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endCxn id="42" idx="0"/>
          </p:cNvCxnSpPr>
          <p:nvPr/>
        </p:nvCxnSpPr>
        <p:spPr>
          <a:xfrm>
            <a:off x="2303896" y="1127941"/>
            <a:ext cx="0" cy="167459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1873730" y="1711500"/>
                <a:ext cx="26619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𝑡𝑟𝑢𝑒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3730" y="1711500"/>
                <a:ext cx="2661903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/>
              <p:cNvSpPr/>
              <p:nvPr/>
            </p:nvSpPr>
            <p:spPr>
              <a:xfrm>
                <a:off x="5433365" y="1295400"/>
                <a:ext cx="468000" cy="396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>
                  <a:solidFill>
                    <a:schemeClr val="dk1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57" name="Rectangle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3365" y="1295400"/>
                <a:ext cx="468000" cy="39600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/>
              <p:cNvSpPr/>
              <p:nvPr/>
            </p:nvSpPr>
            <p:spPr>
              <a:xfrm>
                <a:off x="5433365" y="2079904"/>
                <a:ext cx="468000" cy="396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i="1">
                  <a:solidFill>
                    <a:schemeClr val="dk1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58" name="Rectangle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3365" y="2079904"/>
                <a:ext cx="468000" cy="39600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9" name="Straight Arrow Connector 58"/>
          <p:cNvCxnSpPr/>
          <p:nvPr/>
        </p:nvCxnSpPr>
        <p:spPr>
          <a:xfrm>
            <a:off x="5667365" y="1691400"/>
            <a:ext cx="0" cy="388504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5665274" y="1129001"/>
            <a:ext cx="4182" cy="166399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5257800" y="1712019"/>
                <a:ext cx="26619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𝑡𝑟𝑢𝑒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1712019"/>
                <a:ext cx="2661903" cy="369332"/>
              </a:xfrm>
              <a:prstGeom prst="rect">
                <a:avLst/>
              </a:prstGeom>
              <a:blipFill>
                <a:blip r:embed="rId22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/>
              <p:cNvSpPr/>
              <p:nvPr/>
            </p:nvSpPr>
            <p:spPr>
              <a:xfrm>
                <a:off x="5372099" y="2552753"/>
                <a:ext cx="58643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solidFill>
                            <a:srgbClr val="2E41FA"/>
                          </a:solidFill>
                          <a:latin typeface="Cambria Math"/>
                        </a:rPr>
                        <m:t>𝑃𝐺</m:t>
                      </m:r>
                      <m:r>
                        <a:rPr lang="en-US" i="1" baseline="-25000" dirty="0">
                          <a:solidFill>
                            <a:srgbClr val="2E41FA"/>
                          </a:solidFill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67" name="Rectangle 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2099" y="2552753"/>
                <a:ext cx="586435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Rectangle 67"/>
              <p:cNvSpPr/>
              <p:nvPr/>
            </p:nvSpPr>
            <p:spPr>
              <a:xfrm>
                <a:off x="1988699" y="2552753"/>
                <a:ext cx="630394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solidFill>
                            <a:srgbClr val="2E41FA"/>
                          </a:solidFill>
                          <a:latin typeface="Cambria Math"/>
                        </a:rPr>
                        <m:t>𝑃𝐺</m:t>
                      </m:r>
                      <m:r>
                        <a:rPr lang="en-US" i="1" baseline="-25000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68" name="Rectangle 6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8699" y="2552753"/>
                <a:ext cx="630394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68"/>
              <p:cNvSpPr/>
              <p:nvPr/>
            </p:nvSpPr>
            <p:spPr>
              <a:xfrm>
                <a:off x="837559" y="6107668"/>
                <a:ext cx="100757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solidFill>
                            <a:srgbClr val="2E41FA"/>
                          </a:solidFill>
                          <a:latin typeface="Cambria Math"/>
                        </a:rPr>
                        <m:t>𝑇𝑆</m:t>
                      </m:r>
                      <m:d>
                        <m:dPr>
                          <m:ctrlPr>
                            <a:rPr lang="en-US" i="1" dirty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𝑃𝐺</m:t>
                          </m:r>
                          <m:r>
                            <a:rPr lang="en-US" i="1" baseline="-25000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9" name="Rectangle 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559" y="6107668"/>
                <a:ext cx="1007570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 69"/>
              <p:cNvSpPr/>
              <p:nvPr/>
            </p:nvSpPr>
            <p:spPr>
              <a:xfrm>
                <a:off x="2235533" y="6087107"/>
                <a:ext cx="100757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𝑇𝑆</m:t>
                      </m:r>
                      <m:d>
                        <m:dPr>
                          <m:ctrlPr>
                            <a:rPr lang="en-US" i="1" dirty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𝑃𝐺</m:t>
                          </m:r>
                          <m:r>
                            <a:rPr lang="en-US" b="0" i="1" baseline="-25000" dirty="0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70" name="Rectangle 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533" y="6087107"/>
                <a:ext cx="1007570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5665274" y="915759"/>
                <a:ext cx="7594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5274" y="915759"/>
                <a:ext cx="759452" cy="369332"/>
              </a:xfrm>
              <a:prstGeom prst="rect">
                <a:avLst/>
              </a:prstGeom>
              <a:blipFill>
                <a:blip r:embed="rId27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2334490" y="895915"/>
                <a:ext cx="7594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4490" y="895915"/>
                <a:ext cx="759452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51494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381250" y="4484748"/>
            <a:ext cx="4152900" cy="5444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/>
              <a:t>כשאין משתנים משותפים: </a:t>
            </a:r>
            <a:br>
              <a:rPr lang="en-US"/>
            </a:br>
            <a:r>
              <a:rPr lang="he-IL">
                <a:solidFill>
                  <a:srgbClr val="051AE1"/>
                </a:solidFill>
              </a:rPr>
              <a:t>שזירת הפריסות = פריסת השזירה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-76200" y="1828800"/>
                <a:ext cx="9067800" cy="4525963"/>
              </a:xfrm>
            </p:spPr>
            <p:txBody>
              <a:bodyPr>
                <a:noAutofit/>
              </a:bodyPr>
              <a:lstStyle/>
              <a:p>
                <a:pPr marL="0" indent="0">
                  <a:spcBef>
                    <a:spcPts val="1200"/>
                  </a:spcBef>
                  <a:buClr>
                    <a:schemeClr val="accent2"/>
                  </a:buClr>
                  <a:buNone/>
                </a:pPr>
                <a:r>
                  <a:rPr lang="he-IL" sz="2400"/>
                  <a:t>עבור גרפי התוכנית </a:t>
                </a:r>
                <a:r>
                  <a:rPr lang="en-US" sz="240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𝑃𝐺</m:t>
                    </m:r>
                    <m:r>
                      <a:rPr lang="en-US" sz="2400" i="1" baseline="-25000" dirty="0" smtClean="0">
                        <a:latin typeface="Cambria Math"/>
                      </a:rPr>
                      <m:t>1</m:t>
                    </m:r>
                  </m:oMath>
                </a14:m>
                <a:r>
                  <a:rPr lang="he-IL" sz="2400">
                    <a:latin typeface="cmr10"/>
                  </a:rPr>
                  <a:t>(עם משתנים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𝑉𝑎𝑟</m:t>
                    </m:r>
                    <m:r>
                      <a:rPr lang="en-US" sz="2400" i="1" baseline="-25000" dirty="0" smtClean="0">
                        <a:latin typeface="Cambria Math"/>
                      </a:rPr>
                      <m:t>1</m:t>
                    </m:r>
                  </m:oMath>
                </a14:m>
                <a:r>
                  <a:rPr lang="he-IL" sz="2400">
                    <a:latin typeface="cmr10"/>
                  </a:rPr>
                  <a:t>) ו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𝑃𝐺</m:t>
                    </m:r>
                    <m:r>
                      <a:rPr lang="en-US" sz="2400" i="1" baseline="-25000" dirty="0" smtClean="0">
                        <a:latin typeface="Cambria Math"/>
                      </a:rPr>
                      <m:t>2</m:t>
                    </m:r>
                  </m:oMath>
                </a14:m>
                <a:r>
                  <a:rPr lang="he-IL" sz="2400">
                    <a:latin typeface="cmr10"/>
                  </a:rPr>
                  <a:t> (עם משתנים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𝑉𝑎𝑟</m:t>
                    </m:r>
                    <m:r>
                      <a:rPr lang="en-US" sz="2400" i="1" baseline="-25000" dirty="0" smtClean="0">
                        <a:latin typeface="Cambria Math"/>
                      </a:rPr>
                      <m:t>2</m:t>
                    </m:r>
                  </m:oMath>
                </a14:m>
                <a:r>
                  <a:rPr lang="he-IL" sz="2400">
                    <a:latin typeface="cmr10"/>
                  </a:rPr>
                  <a:t>)</a:t>
                </a:r>
                <a:br>
                  <a:rPr lang="en-US" sz="2400">
                    <a:latin typeface="cmr10"/>
                  </a:rPr>
                </a:br>
                <a:endParaRPr lang="he-IL" sz="2400">
                  <a:latin typeface="cmr10"/>
                </a:endParaRPr>
              </a:p>
              <a:p>
                <a:pPr marL="0" indent="0">
                  <a:spcBef>
                    <a:spcPts val="1200"/>
                  </a:spcBef>
                  <a:buClr>
                    <a:schemeClr val="accent2"/>
                  </a:buClr>
                  <a:buNone/>
                </a:pPr>
                <a:r>
                  <a:rPr lang="he-IL" sz="2400">
                    <a:solidFill>
                      <a:srgbClr val="FF0000"/>
                    </a:solidFill>
                    <a:latin typeface="cmr10"/>
                  </a:rPr>
                  <a:t>כשאין משתנים משותפים:</a:t>
                </a:r>
                <a:r>
                  <a:rPr lang="he-IL" sz="2400">
                    <a:latin typeface="cmr1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𝑉𝑎𝑟</m:t>
                    </m:r>
                    <m:r>
                      <a:rPr lang="en-US" sz="2400" i="1" baseline="-25000" dirty="0" smtClean="0">
                        <a:solidFill>
                          <a:srgbClr val="FF0000"/>
                        </a:solidFill>
                        <a:latin typeface="Cambria Math"/>
                      </a:rPr>
                      <m:t>1</m:t>
                    </m:r>
                    <m:r>
                      <a:rPr lang="en-US" sz="2400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∩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 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𝑉𝑎𝑟</m:t>
                    </m:r>
                    <m:r>
                      <a:rPr lang="en-US" sz="2400" i="1" baseline="-25000" dirty="0" smtClean="0">
                        <a:solidFill>
                          <a:srgbClr val="FF0000"/>
                        </a:solidFill>
                        <a:latin typeface="Cambria Math"/>
                      </a:rPr>
                      <m:t>2</m:t>
                    </m:r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 =</m:t>
                    </m:r>
                    <m:r>
                      <a:rPr lang="en-US" sz="2400" b="0" i="1" dirty="0" smtClean="0">
                        <a:solidFill>
                          <a:srgbClr val="FF0000"/>
                        </a:solidFill>
                        <a:latin typeface="Cambria Math"/>
                      </a:rPr>
                      <m:t>∅</m:t>
                    </m:r>
                  </m:oMath>
                </a14:m>
                <a:br>
                  <a:rPr lang="en-US" sz="2400">
                    <a:latin typeface="cmsy10"/>
                  </a:rPr>
                </a:br>
                <a:endParaRPr lang="he-IL" sz="2400">
                  <a:latin typeface="cmsy10"/>
                </a:endParaRPr>
              </a:p>
              <a:p>
                <a:pPr marL="0" indent="0">
                  <a:spcBef>
                    <a:spcPts val="1200"/>
                  </a:spcBef>
                  <a:spcAft>
                    <a:spcPts val="1200"/>
                  </a:spcAft>
                  <a:buClr>
                    <a:schemeClr val="accent2"/>
                  </a:buClr>
                  <a:buNone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051AE1"/>
                        </a:solidFill>
                        <a:latin typeface="Cambria Math"/>
                      </a:rPr>
                      <m:t>𝑇𝑆</m:t>
                    </m:r>
                    <m:d>
                      <m:dPr>
                        <m:ctrlPr>
                          <a:rPr lang="en-US" sz="2400" i="1" dirty="0" smtClean="0">
                            <a:solidFill>
                              <a:srgbClr val="051AE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solidFill>
                              <a:srgbClr val="051AE1"/>
                            </a:solidFill>
                            <a:latin typeface="Cambria Math"/>
                          </a:rPr>
                          <m:t>𝑃𝐺</m:t>
                        </m:r>
                        <m:r>
                          <a:rPr lang="en-US" sz="2400" i="1" baseline="-25000" dirty="0" smtClean="0">
                            <a:solidFill>
                              <a:srgbClr val="051AE1"/>
                            </a:solidFill>
                            <a:latin typeface="Cambria Math"/>
                          </a:rPr>
                          <m:t>1</m:t>
                        </m:r>
                      </m:e>
                    </m:d>
                    <m:r>
                      <a:rPr lang="en-US" sz="2400" b="0" i="1" baseline="-25000" dirty="0" smtClean="0">
                        <a:solidFill>
                          <a:srgbClr val="051AE1"/>
                        </a:solidFill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1800" dirty="0" smtClean="0">
                        <a:solidFill>
                          <a:srgbClr val="051AE1"/>
                        </a:solidFill>
                        <a:latin typeface="modstmary10"/>
                      </a:rPr>
                      <m:t>Z</m:t>
                    </m:r>
                    <m:r>
                      <a:rPr lang="en-US" sz="1800" b="0" i="1" dirty="0" smtClean="0">
                        <a:solidFill>
                          <a:srgbClr val="051AE1"/>
                        </a:solidFill>
                        <a:latin typeface="Cambria Math"/>
                      </a:rPr>
                      <m:t> </m:t>
                    </m:r>
                    <m:r>
                      <a:rPr lang="en-US" sz="2400" i="1" dirty="0" smtClean="0">
                        <a:solidFill>
                          <a:srgbClr val="051AE1"/>
                        </a:solidFill>
                        <a:latin typeface="Cambria Math"/>
                      </a:rPr>
                      <m:t>𝑇𝑆</m:t>
                    </m:r>
                    <m:r>
                      <a:rPr lang="en-US" sz="2400" i="1" dirty="0" smtClean="0">
                        <a:solidFill>
                          <a:srgbClr val="051AE1"/>
                        </a:solidFill>
                        <a:latin typeface="Cambria Math"/>
                      </a:rPr>
                      <m:t>(</m:t>
                    </m:r>
                    <m:r>
                      <a:rPr lang="en-US" sz="2400" i="1" dirty="0" smtClean="0">
                        <a:solidFill>
                          <a:srgbClr val="051AE1"/>
                        </a:solidFill>
                        <a:latin typeface="Cambria Math"/>
                      </a:rPr>
                      <m:t>𝑃𝐺</m:t>
                    </m:r>
                    <m:r>
                      <a:rPr lang="en-US" sz="2400" i="1" baseline="-25000" dirty="0" smtClean="0">
                        <a:solidFill>
                          <a:srgbClr val="051AE1"/>
                        </a:solidFill>
                        <a:latin typeface="Cambria Math"/>
                      </a:rPr>
                      <m:t>2</m:t>
                    </m:r>
                    <m:r>
                      <a:rPr lang="en-US" sz="2400" i="1" dirty="0" smtClean="0">
                        <a:solidFill>
                          <a:srgbClr val="051AE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he-IL" sz="2400">
                    <a:solidFill>
                      <a:srgbClr val="051AE1"/>
                    </a:solidFill>
                    <a:latin typeface="cmr10"/>
                  </a:rPr>
                  <a:t> </a:t>
                </a:r>
                <a:r>
                  <a:rPr lang="he-IL" sz="2400">
                    <a:latin typeface="cmr10"/>
                  </a:rPr>
                  <a:t>מתאר נכון את ההתנהגות המקבילית</a:t>
                </a:r>
                <a:br>
                  <a:rPr lang="en-US" sz="2400">
                    <a:latin typeface="cmr10"/>
                  </a:rPr>
                </a:br>
                <a:endParaRPr lang="he-IL" sz="2400" baseline="-25000">
                  <a:latin typeface="cmr10"/>
                </a:endParaRPr>
              </a:p>
              <a:p>
                <a:pPr algn="ctr">
                  <a:spcBef>
                    <a:spcPts val="1200"/>
                  </a:spcBef>
                  <a:buClr>
                    <a:schemeClr val="accent2"/>
                  </a:buClr>
                  <a:buNone/>
                </a:pPr>
                <a:r>
                  <a:rPr lang="he-IL">
                    <a:latin typeface="cmr10"/>
                  </a:rPr>
                  <a:t>מה אם יש משתנים משותפים?</a:t>
                </a:r>
                <a:endParaRPr lang="he-IL" sz="2400" baseline="-25000">
                  <a:latin typeface="cmr1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-76200" y="1828800"/>
                <a:ext cx="9067800" cy="4525963"/>
              </a:xfrm>
              <a:blipFill>
                <a:blip r:embed="rId2"/>
                <a:stretch>
                  <a:fillRect t="-1348" r="-10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67500" y="6858000"/>
            <a:ext cx="2476500" cy="476250"/>
          </a:xfrm>
        </p:spPr>
        <p:txBody>
          <a:bodyPr/>
          <a:lstStyle/>
          <a:p>
            <a:fld id="{DA0FDEB0-9555-469F-BF3C-56785CF4593D}" type="datetime12">
              <a:rPr lang="he-IL" smtClean="0"/>
              <a:t>30/09/2025 17:02</a:t>
            </a:fld>
            <a:endParaRPr lang="he-IL"/>
          </a:p>
        </p:txBody>
      </p:sp>
      <p:pic>
        <p:nvPicPr>
          <p:cNvPr id="12" name="Picture 11" descr="Cartoon of two men covered in tangled wires&#10;&#10;Description automatically generated">
            <a:extLst>
              <a:ext uri="{FF2B5EF4-FFF2-40B4-BE49-F238E27FC236}">
                <a16:creationId xmlns:a16="http://schemas.microsoft.com/office/drawing/2014/main" id="{E3D5C6C0-1214-86C5-50BF-9390C77374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4933950"/>
            <a:ext cx="2362200" cy="19240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343067"/>
            <a:ext cx="8534400" cy="1143000"/>
          </a:xfrm>
        </p:spPr>
        <p:txBody>
          <a:bodyPr>
            <a:normAutofit/>
          </a:bodyPr>
          <a:lstStyle/>
          <a:p>
            <a:pPr rtl="1"/>
            <a:r>
              <a:rPr lang="he-IL" sz="3200"/>
              <a:t>דוגמה בעייתית: פעולות עם משתנים משותפים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55411" y="5638800"/>
            <a:ext cx="3600281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000">
                <a:solidFill>
                  <a:srgbClr val="051AE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מצבים לא עִקְבִיִּים </a:t>
            </a: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(</a:t>
            </a:r>
            <a:r>
              <a:rPr lang="en-US" sz="2000">
                <a:latin typeface="Gisha" panose="020B0502040204020203" pitchFamily="34" charset="-79"/>
                <a:cs typeface="Gisha" panose="020B0502040204020203" pitchFamily="34" charset="-79"/>
              </a:rPr>
              <a:t>inconsistent</a:t>
            </a: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269112" y="6172200"/>
                <a:ext cx="5063694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1">
                <a:spAutoFit/>
              </a:bodyPr>
              <a:lstStyle/>
              <a:p>
                <a:r>
                  <a:rPr lang="he-IL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המודל לא מתאר נכון ביצוע במקביל של</a:t>
                </a:r>
                <a:r>
                  <a:rPr lang="en-US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ושל </a:t>
                </a:r>
                <a14:m>
                  <m:oMath xmlns:m="http://schemas.openxmlformats.org/officeDocument/2006/math">
                    <m:r>
                      <a:rPr lang="he-IL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he-IL" sz="20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9112" y="6172200"/>
                <a:ext cx="5063694" cy="400110"/>
              </a:xfrm>
              <a:prstGeom prst="rect">
                <a:avLst/>
              </a:prstGeom>
              <a:blipFill>
                <a:blip r:embed="rId2"/>
                <a:stretch>
                  <a:fillRect t="-9231" r="-1324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436096" y="2676953"/>
                <a:ext cx="1188720" cy="381000"/>
              </a:xfrm>
              <a:prstGeom prst="rect">
                <a:avLst/>
              </a:prstGeom>
              <a:solidFill>
                <a:srgbClr val="FFFF00"/>
              </a:solidFill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↦</m:t>
                          </m:r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cmr10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096" y="2676953"/>
                <a:ext cx="1188720" cy="381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/>
          <p:nvPr/>
        </p:nvCxnSpPr>
        <p:spPr>
          <a:xfrm rot="5400000">
            <a:off x="385604" y="3742590"/>
            <a:ext cx="1333500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050725" y="3524248"/>
                <a:ext cx="47288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2400">
                  <a:solidFill>
                    <a:srgbClr val="051AE1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725" y="3524248"/>
                <a:ext cx="472886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/>
          <p:cNvCxnSpPr/>
          <p:nvPr/>
        </p:nvCxnSpPr>
        <p:spPr>
          <a:xfrm rot="5400000">
            <a:off x="2061210" y="3742590"/>
            <a:ext cx="1333500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2667000" y="3524248"/>
                <a:ext cx="4744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2400">
                  <a:solidFill>
                    <a:srgbClr val="FF0000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3524248"/>
                <a:ext cx="474489" cy="461665"/>
              </a:xfrm>
              <a:prstGeom prst="rect">
                <a:avLst/>
              </a:prstGeom>
              <a:blipFill>
                <a:blip r:embed="rId5"/>
                <a:stretch>
                  <a:fillRect l="-1299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1723700" y="3524248"/>
            <a:ext cx="394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sz="2400">
                <a:latin typeface="modstmary10"/>
              </a:rPr>
              <a:t>Z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 rot="5400000">
            <a:off x="2526529" y="2475706"/>
            <a:ext cx="381000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rot="5400000">
            <a:off x="865451" y="2475706"/>
            <a:ext cx="381000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hape 29"/>
          <p:cNvCxnSpPr>
            <a:stCxn id="28" idx="1"/>
          </p:cNvCxnSpPr>
          <p:nvPr/>
        </p:nvCxnSpPr>
        <p:spPr>
          <a:xfrm rot="10800000" flipV="1">
            <a:off x="5154716" y="2918449"/>
            <a:ext cx="148804" cy="633640"/>
          </a:xfrm>
          <a:prstGeom prst="curvedConnector2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hape 33"/>
          <p:cNvCxnSpPr>
            <a:stCxn id="66" idx="2"/>
            <a:endCxn id="67" idx="1"/>
          </p:cNvCxnSpPr>
          <p:nvPr/>
        </p:nvCxnSpPr>
        <p:spPr>
          <a:xfrm rot="16200000" flipH="1">
            <a:off x="4937760" y="4137649"/>
            <a:ext cx="579120" cy="182880"/>
          </a:xfrm>
          <a:prstGeom prst="curvedConnector2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hape 43"/>
          <p:cNvCxnSpPr>
            <a:stCxn id="28" idx="3"/>
          </p:cNvCxnSpPr>
          <p:nvPr/>
        </p:nvCxnSpPr>
        <p:spPr>
          <a:xfrm>
            <a:off x="7680960" y="2918449"/>
            <a:ext cx="304800" cy="655320"/>
          </a:xfrm>
          <a:prstGeom prst="curvedConnector2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hape 46"/>
          <p:cNvCxnSpPr>
            <a:endCxn id="67" idx="3"/>
          </p:cNvCxnSpPr>
          <p:nvPr/>
        </p:nvCxnSpPr>
        <p:spPr>
          <a:xfrm rot="5400000">
            <a:off x="7559040" y="4091929"/>
            <a:ext cx="563880" cy="289560"/>
          </a:xfrm>
          <a:prstGeom prst="curvedConnector2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413760" y="3497569"/>
            <a:ext cx="394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mr10"/>
              </a:rPr>
              <a:t>=</a:t>
            </a:r>
          </a:p>
        </p:txBody>
      </p:sp>
      <p:cxnSp>
        <p:nvCxnSpPr>
          <p:cNvPr id="53" name="Straight Arrow Connector 52"/>
          <p:cNvCxnSpPr/>
          <p:nvPr/>
        </p:nvCxnSpPr>
        <p:spPr>
          <a:xfrm rot="5400000">
            <a:off x="6256814" y="2544275"/>
            <a:ext cx="381000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Date Placeholder 34"/>
          <p:cNvSpPr>
            <a:spLocks noGrp="1"/>
          </p:cNvSpPr>
          <p:nvPr>
            <p:ph type="dt" sz="half" idx="10"/>
          </p:nvPr>
        </p:nvSpPr>
        <p:spPr>
          <a:xfrm>
            <a:off x="6667500" y="6858000"/>
            <a:ext cx="2476500" cy="476250"/>
          </a:xfrm>
        </p:spPr>
        <p:txBody>
          <a:bodyPr/>
          <a:lstStyle/>
          <a:p>
            <a:fld id="{A5B2F938-F3A0-4E5C-ADB3-77FA9282AA35}" type="datetime12">
              <a:rPr lang="he-IL" smtClean="0"/>
              <a:t>30/09/2025 17:02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295400" y="1383268"/>
                <a:ext cx="457200" cy="381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he-IL" sz="1600" i="1">
                  <a:solidFill>
                    <a:schemeClr val="dk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1383268"/>
                <a:ext cx="457200" cy="381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3505200" y="1383268"/>
                <a:ext cx="457200" cy="381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 sz="1600" i="1">
                  <a:solidFill>
                    <a:schemeClr val="dk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1383268"/>
                <a:ext cx="457200" cy="381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>
            <a:stCxn id="3" idx="3"/>
            <a:endCxn id="38" idx="1"/>
          </p:cNvCxnSpPr>
          <p:nvPr/>
        </p:nvCxnSpPr>
        <p:spPr>
          <a:xfrm>
            <a:off x="1752600" y="1573768"/>
            <a:ext cx="1752600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endCxn id="3" idx="1"/>
          </p:cNvCxnSpPr>
          <p:nvPr/>
        </p:nvCxnSpPr>
        <p:spPr>
          <a:xfrm>
            <a:off x="1002323" y="1564976"/>
            <a:ext cx="293077" cy="879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1792295" y="1025353"/>
                <a:ext cx="1640001" cy="5616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𝑡𝑟𝑢𝑒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:</m:t>
                      </m:r>
                      <m:limUpp>
                        <m:limUp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groupChr>
                            <m:groupChrPr>
                              <m:chr m:val="⏞"/>
                              <m:pos m:val="top"/>
                              <m:vertJc m:val="bot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≔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groupChr>
                        </m:e>
                        <m:lim>
                          <m:r>
                            <a:rPr lang="en-US" b="0" i="1" smtClean="0">
                              <a:solidFill>
                                <a:srgbClr val="051AE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lim>
                      </m:limUpp>
                    </m:oMath>
                  </m:oMathPara>
                </a14:m>
                <a:endParaRPr lang="en-US" dirty="0">
                  <a:latin typeface="cmmi10"/>
                </a:endParaRPr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2295" y="1025353"/>
                <a:ext cx="1640001" cy="56162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/>
              <p:cNvSpPr/>
              <p:nvPr/>
            </p:nvSpPr>
            <p:spPr>
              <a:xfrm>
                <a:off x="5073160" y="1383268"/>
                <a:ext cx="457200" cy="381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he-IL" sz="1600" i="1">
                  <a:solidFill>
                    <a:schemeClr val="dk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4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3160" y="1383268"/>
                <a:ext cx="457200" cy="381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/>
              <p:cNvSpPr/>
              <p:nvPr/>
            </p:nvSpPr>
            <p:spPr>
              <a:xfrm>
                <a:off x="7467600" y="1383268"/>
                <a:ext cx="457200" cy="381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 sz="1600" i="1">
                  <a:solidFill>
                    <a:schemeClr val="dk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5" name="Rectangle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600" y="1383268"/>
                <a:ext cx="457200" cy="381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Arrow Connector 55"/>
          <p:cNvCxnSpPr>
            <a:stCxn id="54" idx="3"/>
            <a:endCxn id="55" idx="1"/>
          </p:cNvCxnSpPr>
          <p:nvPr/>
        </p:nvCxnSpPr>
        <p:spPr>
          <a:xfrm>
            <a:off x="5530360" y="1573768"/>
            <a:ext cx="1937240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endCxn id="54" idx="1"/>
          </p:cNvCxnSpPr>
          <p:nvPr/>
        </p:nvCxnSpPr>
        <p:spPr>
          <a:xfrm>
            <a:off x="4780083" y="1564976"/>
            <a:ext cx="293077" cy="879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5591041" y="998644"/>
                <a:ext cx="1915717" cy="597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𝑡𝑟𝑢𝑒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:</m:t>
                      </m:r>
                      <m:limUpp>
                        <m:limUpp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groupChr>
                            <m:groupChrPr>
                              <m:chr m:val="⏞"/>
                              <m:pos m:val="top"/>
                              <m:vertJc m:val="bot"/>
                              <m:ctrlPr>
                                <a:rPr lang="en-US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≔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groupChr>
                        </m:e>
                        <m:lim>
                          <m:r>
                            <a:rPr lang="he-IL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lim>
                      </m:limUpp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1041" y="998644"/>
                <a:ext cx="1915717" cy="59798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2221523" y="1676400"/>
                <a:ext cx="638252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1523" y="1676400"/>
                <a:ext cx="638252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6248400" y="1688068"/>
                <a:ext cx="64357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00" y="1688068"/>
                <a:ext cx="643574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518160" y="4927785"/>
                <a:ext cx="1094787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𝑇𝑆</m:t>
                      </m:r>
                      <m:r>
                        <a:rPr lang="en-US" b="0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" y="4927785"/>
                <a:ext cx="1094787" cy="369332"/>
              </a:xfrm>
              <a:prstGeom prst="rect">
                <a:avLst/>
              </a:prstGeom>
              <a:blipFill>
                <a:blip r:embed="rId1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2237451" y="4927785"/>
                <a:ext cx="110010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𝑇𝑆</m:t>
                      </m:r>
                      <m:r>
                        <a:rPr lang="en-US" b="0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7451" y="4927785"/>
                <a:ext cx="1100109" cy="369332"/>
              </a:xfrm>
              <a:prstGeom prst="rect">
                <a:avLst/>
              </a:prstGeom>
              <a:blipFill>
                <a:blip r:embed="rId1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/>
              <p:cNvSpPr/>
              <p:nvPr/>
            </p:nvSpPr>
            <p:spPr>
              <a:xfrm>
                <a:off x="418512" y="4411969"/>
                <a:ext cx="1188720" cy="381000"/>
              </a:xfrm>
              <a:prstGeom prst="rect">
                <a:avLst/>
              </a:prstGeom>
              <a:solidFill>
                <a:srgbClr val="FFFF00"/>
              </a:solidFill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↦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cmr10"/>
                </a:endParaRPr>
              </a:p>
            </p:txBody>
          </p:sp>
        </mc:Choice>
        <mc:Fallback xmlns=""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512" y="4411969"/>
                <a:ext cx="1188720" cy="3810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/>
              <p:cNvSpPr/>
              <p:nvPr/>
            </p:nvSpPr>
            <p:spPr>
              <a:xfrm>
                <a:off x="2225040" y="4411969"/>
                <a:ext cx="1188720" cy="381000"/>
              </a:xfrm>
              <a:prstGeom prst="rect">
                <a:avLst/>
              </a:prstGeom>
              <a:solidFill>
                <a:srgbClr val="FFFF00"/>
              </a:solidFill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↦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cmr10"/>
                </a:endParaRPr>
              </a:p>
            </p:txBody>
          </p:sp>
        </mc:Choice>
        <mc:Fallback xmlns="">
          <p:sp>
            <p:nvSpPr>
              <p:cNvPr id="63" name="Rectangle 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040" y="4411969"/>
                <a:ext cx="1188720" cy="3810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/>
              <p:cNvSpPr/>
              <p:nvPr/>
            </p:nvSpPr>
            <p:spPr>
              <a:xfrm>
                <a:off x="2194560" y="2659369"/>
                <a:ext cx="1188720" cy="381000"/>
              </a:xfrm>
              <a:prstGeom prst="rect">
                <a:avLst/>
              </a:prstGeom>
              <a:solidFill>
                <a:srgbClr val="FFFF00"/>
              </a:solidFill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↦</m:t>
                          </m:r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cmr10"/>
                </a:endParaRPr>
              </a:p>
            </p:txBody>
          </p:sp>
        </mc:Choice>
        <mc:Fallback xmlns="">
          <p:sp>
            <p:nvSpPr>
              <p:cNvPr id="64" name="Rectangle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560" y="2659369"/>
                <a:ext cx="1188720" cy="3810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5303520" y="2735569"/>
                <a:ext cx="2377440" cy="365760"/>
              </a:xfrm>
              <a:prstGeom prst="rect">
                <a:avLst/>
              </a:prstGeom>
              <a:solidFill>
                <a:srgbClr val="FFFF00"/>
              </a:solidFill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</m:t>
                    </m:r>
                    <m:sSub>
                      <m:sSubPr>
                        <m:ctrlP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en-US" sz="16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↦</m:t>
                        </m:r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1600">
                    <a:solidFill>
                      <a:schemeClr val="tx1"/>
                    </a:solidFill>
                    <a:latin typeface="cmr10"/>
                  </a:rPr>
                  <a:t>,</a:t>
                </a:r>
                <a:r>
                  <a:rPr lang="en-US" sz="160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</m:t>
                    </m:r>
                    <m:sSub>
                      <m:sSubPr>
                        <m:ctrlP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en-US" sz="16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↦</m:t>
                        </m:r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endParaRPr lang="en-US" sz="1600">
                  <a:solidFill>
                    <a:schemeClr val="tx1"/>
                  </a:solidFill>
                  <a:latin typeface="cmr10"/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520" y="2735569"/>
                <a:ext cx="2377440" cy="36576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/>
              <p:cNvSpPr/>
              <p:nvPr/>
            </p:nvSpPr>
            <p:spPr>
              <a:xfrm>
                <a:off x="6614160" y="3573769"/>
                <a:ext cx="2377440" cy="365760"/>
              </a:xfrm>
              <a:prstGeom prst="rect">
                <a:avLst/>
              </a:prstGeom>
              <a:solidFill>
                <a:srgbClr val="FFFF00"/>
              </a:solidFill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</m:t>
                    </m:r>
                    <m:sSub>
                      <m:sSubPr>
                        <m:ctrlP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en-US" sz="16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↦</m:t>
                        </m:r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cmr10"/>
                  </a:rPr>
                  <a:t>,</a:t>
                </a:r>
                <a:r>
                  <a:rPr lang="en-US" sz="16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</m:t>
                    </m:r>
                    <m:sSub>
                      <m:sSubPr>
                        <m:ctrlP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en-US" sz="16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↦</m:t>
                        </m:r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endParaRPr lang="en-US" sz="1600" dirty="0">
                  <a:solidFill>
                    <a:schemeClr val="tx1"/>
                  </a:solidFill>
                  <a:latin typeface="cmr10"/>
                </a:endParaRPr>
              </a:p>
            </p:txBody>
          </p:sp>
        </mc:Choice>
        <mc:Fallback xmlns="">
          <p:sp>
            <p:nvSpPr>
              <p:cNvPr id="65" name="Rectangle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4160" y="3573769"/>
                <a:ext cx="2377440" cy="36576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/>
              <p:cNvSpPr/>
              <p:nvPr/>
            </p:nvSpPr>
            <p:spPr>
              <a:xfrm>
                <a:off x="3947160" y="3573769"/>
                <a:ext cx="2377440" cy="365760"/>
              </a:xfrm>
              <a:prstGeom prst="rect">
                <a:avLst/>
              </a:prstGeom>
              <a:solidFill>
                <a:srgbClr val="FFFF00"/>
              </a:solidFill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</m:t>
                    </m:r>
                    <m:sSub>
                      <m:sSubPr>
                        <m:ctrlP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en-US" sz="16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↦</m:t>
                        </m:r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cmr10"/>
                  </a:rPr>
                  <a:t>,</a:t>
                </a:r>
                <a:r>
                  <a:rPr lang="en-US" sz="16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</m:t>
                    </m:r>
                    <m:sSub>
                      <m:sSubPr>
                        <m:ctrlP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en-US" sz="16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↦</m:t>
                        </m:r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endParaRPr lang="en-US" sz="1600" dirty="0">
                  <a:solidFill>
                    <a:schemeClr val="tx1"/>
                  </a:solidFill>
                  <a:latin typeface="cmr10"/>
                </a:endParaRPr>
              </a:p>
            </p:txBody>
          </p:sp>
        </mc:Choice>
        <mc:Fallback xmlns="">
          <p:sp>
            <p:nvSpPr>
              <p:cNvPr id="66" name="Rectangle 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7160" y="3573769"/>
                <a:ext cx="2377440" cy="36576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/>
              <p:cNvSpPr/>
              <p:nvPr/>
            </p:nvSpPr>
            <p:spPr>
              <a:xfrm>
                <a:off x="5318760" y="4335769"/>
                <a:ext cx="2377440" cy="365760"/>
              </a:xfrm>
              <a:prstGeom prst="rect">
                <a:avLst/>
              </a:prstGeom>
              <a:solidFill>
                <a:srgbClr val="FFFF00"/>
              </a:solidFill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</m:t>
                    </m:r>
                    <m:sSub>
                      <m:sSubPr>
                        <m:ctrlP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en-US" sz="16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↦</m:t>
                        </m:r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cmr10"/>
                  </a:rPr>
                  <a:t>,</a:t>
                </a:r>
                <a:r>
                  <a:rPr lang="en-US" sz="16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</m:t>
                    </m:r>
                    <m:sSub>
                      <m:sSubPr>
                        <m:ctrlP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en-US" sz="16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↦</m:t>
                        </m:r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endParaRPr lang="en-US" sz="1600" dirty="0">
                  <a:solidFill>
                    <a:schemeClr val="tx1"/>
                  </a:solidFill>
                  <a:latin typeface="cmr10"/>
                </a:endParaRPr>
              </a:p>
            </p:txBody>
          </p:sp>
        </mc:Choice>
        <mc:Fallback xmlns="">
          <p:sp>
            <p:nvSpPr>
              <p:cNvPr id="67" name="Rectangle 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8760" y="4335769"/>
                <a:ext cx="2377440" cy="36576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/>
              <p:cNvSpPr txBox="1"/>
              <p:nvPr/>
            </p:nvSpPr>
            <p:spPr>
              <a:xfrm>
                <a:off x="5486400" y="4866293"/>
                <a:ext cx="209358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>
                    <a:latin typeface="modstmary10"/>
                  </a:rPr>
                  <a:t>Z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he-IL"/>
              </a:p>
            </p:txBody>
          </p:sp>
        </mc:Choice>
        <mc:Fallback xmlns=""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4866293"/>
                <a:ext cx="2093586" cy="369332"/>
              </a:xfrm>
              <a:prstGeom prst="rect">
                <a:avLst/>
              </a:prstGeom>
              <a:blipFill>
                <a:blip r:embed="rId22"/>
                <a:stretch>
                  <a:fillRect t="-4918" r="-583" b="-278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4278923" y="1219200"/>
                <a:ext cx="8152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8923" y="1219200"/>
                <a:ext cx="815223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468923" y="1219200"/>
                <a:ext cx="8152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923" y="1219200"/>
                <a:ext cx="815223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0F2F109-4D9A-47FB-A957-E095A02F5AA2}"/>
                  </a:ext>
                </a:extLst>
              </p:cNvPr>
              <p:cNvSpPr txBox="1"/>
              <p:nvPr/>
            </p:nvSpPr>
            <p:spPr>
              <a:xfrm>
                <a:off x="4724400" y="4034135"/>
                <a:ext cx="4744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2400">
                  <a:solidFill>
                    <a:srgbClr val="FF0000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0F2F109-4D9A-47FB-A957-E095A02F5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4034135"/>
                <a:ext cx="474489" cy="461665"/>
              </a:xfrm>
              <a:prstGeom prst="rect">
                <a:avLst/>
              </a:prstGeom>
              <a:blipFill>
                <a:blip r:embed="rId24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619364-CF46-4330-A2BA-53E309686681}"/>
                  </a:ext>
                </a:extLst>
              </p:cNvPr>
              <p:cNvSpPr txBox="1"/>
              <p:nvPr/>
            </p:nvSpPr>
            <p:spPr>
              <a:xfrm>
                <a:off x="7893106" y="2908451"/>
                <a:ext cx="4744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2400">
                  <a:solidFill>
                    <a:srgbClr val="FF0000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619364-CF46-4330-A2BA-53E309686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3106" y="2908451"/>
                <a:ext cx="474489" cy="461665"/>
              </a:xfrm>
              <a:prstGeom prst="rect">
                <a:avLst/>
              </a:prstGeom>
              <a:blipFill>
                <a:blip r:embed="rId25"/>
                <a:stretch>
                  <a:fillRect l="-1282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8684F91C-32FC-485A-B617-CEF45457B612}"/>
                  </a:ext>
                </a:extLst>
              </p:cNvPr>
              <p:cNvSpPr txBox="1"/>
              <p:nvPr/>
            </p:nvSpPr>
            <p:spPr>
              <a:xfrm>
                <a:off x="4708714" y="2974980"/>
                <a:ext cx="47288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2400">
                  <a:solidFill>
                    <a:srgbClr val="051AE1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8684F91C-32FC-485A-B617-CEF45457B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8714" y="2974980"/>
                <a:ext cx="472886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A7DC5F19-9EE5-4E8B-AE47-C7D229AE4A27}"/>
                  </a:ext>
                </a:extLst>
              </p:cNvPr>
              <p:cNvSpPr txBox="1"/>
              <p:nvPr/>
            </p:nvSpPr>
            <p:spPr>
              <a:xfrm>
                <a:off x="7905750" y="4148424"/>
                <a:ext cx="47288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2400">
                  <a:solidFill>
                    <a:srgbClr val="051AE1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A7DC5F19-9EE5-4E8B-AE47-C7D229AE4A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5750" y="4148424"/>
                <a:ext cx="472886" cy="461665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E31E9F3-A497-7371-FB1A-F91F81A8AC74}"/>
                  </a:ext>
                </a:extLst>
              </p14:cNvPr>
              <p14:cNvContentPartPr/>
              <p14:nvPr/>
            </p14:nvContentPartPr>
            <p14:xfrm>
              <a:off x="6347515" y="1523626"/>
              <a:ext cx="140760" cy="900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E31E9F3-A497-7371-FB1A-F91F81A8AC74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338515" y="1514986"/>
                <a:ext cx="15840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A557957-59A8-ABD4-E591-766CE8304612}"/>
                  </a:ext>
                </a:extLst>
              </p14:cNvPr>
              <p14:cNvContentPartPr/>
              <p14:nvPr/>
            </p14:nvContentPartPr>
            <p14:xfrm>
              <a:off x="9213115" y="2351626"/>
              <a:ext cx="7920" cy="36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A557957-59A8-ABD4-E591-766CE8304612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204475" y="2342986"/>
                <a:ext cx="25560" cy="2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319024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343067"/>
            <a:ext cx="8534400" cy="1143000"/>
          </a:xfrm>
        </p:spPr>
        <p:txBody>
          <a:bodyPr>
            <a:normAutofit/>
          </a:bodyPr>
          <a:lstStyle/>
          <a:p>
            <a:pPr rtl="1"/>
            <a:r>
              <a:rPr lang="he-IL" sz="3200"/>
              <a:t>דוגמה בעייתית: פעולות עם משתנים משותפים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55411" y="5638800"/>
            <a:ext cx="3600281" cy="40011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000">
                <a:solidFill>
                  <a:srgbClr val="051AE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מצבים לא עִקְבִיִּים </a:t>
            </a: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(</a:t>
            </a:r>
            <a:r>
              <a:rPr lang="en-US" sz="2000">
                <a:latin typeface="Gisha" panose="020B0502040204020203" pitchFamily="34" charset="-79"/>
                <a:cs typeface="Gisha" panose="020B0502040204020203" pitchFamily="34" charset="-79"/>
              </a:rPr>
              <a:t>inconsistent</a:t>
            </a:r>
            <a:r>
              <a:rPr lang="he-IL" sz="2000">
                <a:latin typeface="Gisha" panose="020B0502040204020203" pitchFamily="34" charset="-79"/>
                <a:cs typeface="Gisha" panose="020B0502040204020203" pitchFamily="34" charset="-79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269112" y="6172200"/>
                <a:ext cx="5063694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1">
                <a:spAutoFit/>
              </a:bodyPr>
              <a:lstStyle/>
              <a:p>
                <a:r>
                  <a:rPr lang="he-IL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המודל לא מתאר נכון ביצוע במקביל של</a:t>
                </a:r>
                <a:r>
                  <a:rPr lang="en-US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:r>
                  <a:rPr lang="he-IL" sz="20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ושל </a:t>
                </a:r>
                <a14:m>
                  <m:oMath xmlns:m="http://schemas.openxmlformats.org/officeDocument/2006/math">
                    <m:r>
                      <a:rPr lang="he-IL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he-IL" sz="20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9112" y="6172200"/>
                <a:ext cx="5063694" cy="400110"/>
              </a:xfrm>
              <a:prstGeom prst="rect">
                <a:avLst/>
              </a:prstGeom>
              <a:blipFill>
                <a:blip r:embed="rId2"/>
                <a:stretch>
                  <a:fillRect t="-9231" r="-1324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436096" y="2676953"/>
                <a:ext cx="1188720" cy="381000"/>
              </a:xfrm>
              <a:prstGeom prst="rect">
                <a:avLst/>
              </a:prstGeom>
              <a:solidFill>
                <a:srgbClr val="FFFF00"/>
              </a:solidFill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↦</m:t>
                          </m:r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cmr10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096" y="2676953"/>
                <a:ext cx="1188720" cy="381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/>
          <p:cNvCxnSpPr/>
          <p:nvPr/>
        </p:nvCxnSpPr>
        <p:spPr>
          <a:xfrm rot="5400000">
            <a:off x="385604" y="3742590"/>
            <a:ext cx="1333500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050725" y="3524248"/>
                <a:ext cx="47288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2400">
                  <a:solidFill>
                    <a:srgbClr val="051AE1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725" y="3524248"/>
                <a:ext cx="472886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/>
          <p:cNvCxnSpPr/>
          <p:nvPr/>
        </p:nvCxnSpPr>
        <p:spPr>
          <a:xfrm rot="5400000">
            <a:off x="2061210" y="3742590"/>
            <a:ext cx="1333500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2667000" y="3524248"/>
                <a:ext cx="4744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2400">
                  <a:solidFill>
                    <a:srgbClr val="FF0000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3524248"/>
                <a:ext cx="474489" cy="461665"/>
              </a:xfrm>
              <a:prstGeom prst="rect">
                <a:avLst/>
              </a:prstGeom>
              <a:blipFill>
                <a:blip r:embed="rId5"/>
                <a:stretch>
                  <a:fillRect l="-1299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1723700" y="3524248"/>
            <a:ext cx="394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/>
            <a:r>
              <a:rPr lang="en-US" sz="2400">
                <a:latin typeface="modstmary10"/>
              </a:rPr>
              <a:t>Z</a:t>
            </a:r>
          </a:p>
        </p:txBody>
      </p:sp>
      <p:cxnSp>
        <p:nvCxnSpPr>
          <p:cNvPr id="23" name="Straight Arrow Connector 22"/>
          <p:cNvCxnSpPr/>
          <p:nvPr/>
        </p:nvCxnSpPr>
        <p:spPr>
          <a:xfrm rot="5400000">
            <a:off x="2526529" y="2475706"/>
            <a:ext cx="381000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rot="5400000">
            <a:off x="865451" y="2475706"/>
            <a:ext cx="381000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hape 29"/>
          <p:cNvCxnSpPr>
            <a:stCxn id="28" idx="1"/>
          </p:cNvCxnSpPr>
          <p:nvPr/>
        </p:nvCxnSpPr>
        <p:spPr>
          <a:xfrm rot="10800000" flipV="1">
            <a:off x="5154716" y="2918449"/>
            <a:ext cx="148804" cy="633640"/>
          </a:xfrm>
          <a:prstGeom prst="curvedConnector2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hape 33"/>
          <p:cNvCxnSpPr>
            <a:stCxn id="66" idx="2"/>
            <a:endCxn id="67" idx="1"/>
          </p:cNvCxnSpPr>
          <p:nvPr/>
        </p:nvCxnSpPr>
        <p:spPr>
          <a:xfrm rot="16200000" flipH="1">
            <a:off x="4937760" y="4137649"/>
            <a:ext cx="579120" cy="182880"/>
          </a:xfrm>
          <a:prstGeom prst="curvedConnector2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hape 43"/>
          <p:cNvCxnSpPr>
            <a:stCxn id="28" idx="3"/>
          </p:cNvCxnSpPr>
          <p:nvPr/>
        </p:nvCxnSpPr>
        <p:spPr>
          <a:xfrm>
            <a:off x="7680960" y="2918449"/>
            <a:ext cx="304800" cy="655320"/>
          </a:xfrm>
          <a:prstGeom prst="curvedConnector2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hape 46"/>
          <p:cNvCxnSpPr>
            <a:endCxn id="67" idx="3"/>
          </p:cNvCxnSpPr>
          <p:nvPr/>
        </p:nvCxnSpPr>
        <p:spPr>
          <a:xfrm rot="5400000">
            <a:off x="7559040" y="4091929"/>
            <a:ext cx="563880" cy="289560"/>
          </a:xfrm>
          <a:prstGeom prst="curvedConnector2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3413760" y="3497569"/>
            <a:ext cx="3946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mr10"/>
              </a:rPr>
              <a:t>=</a:t>
            </a:r>
          </a:p>
        </p:txBody>
      </p:sp>
      <p:cxnSp>
        <p:nvCxnSpPr>
          <p:cNvPr id="53" name="Straight Arrow Connector 52"/>
          <p:cNvCxnSpPr/>
          <p:nvPr/>
        </p:nvCxnSpPr>
        <p:spPr>
          <a:xfrm rot="5400000">
            <a:off x="6256814" y="2544275"/>
            <a:ext cx="381000" cy="1588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Date Placeholder 34"/>
          <p:cNvSpPr>
            <a:spLocks noGrp="1"/>
          </p:cNvSpPr>
          <p:nvPr>
            <p:ph type="dt" sz="half" idx="10"/>
          </p:nvPr>
        </p:nvSpPr>
        <p:spPr>
          <a:xfrm>
            <a:off x="6667500" y="6858000"/>
            <a:ext cx="2476500" cy="476250"/>
          </a:xfrm>
        </p:spPr>
        <p:txBody>
          <a:bodyPr/>
          <a:lstStyle/>
          <a:p>
            <a:fld id="{A5B2F938-F3A0-4E5C-ADB3-77FA9282AA35}" type="datetime12">
              <a:rPr lang="he-IL" smtClean="0"/>
              <a:t>30/09/2025 17:02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295400" y="1383268"/>
                <a:ext cx="457200" cy="381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he-IL" sz="1600" i="1">
                  <a:solidFill>
                    <a:schemeClr val="dk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1383268"/>
                <a:ext cx="457200" cy="381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3505200" y="1383268"/>
                <a:ext cx="457200" cy="381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 sz="1600" i="1">
                  <a:solidFill>
                    <a:schemeClr val="dk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1383268"/>
                <a:ext cx="457200" cy="381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>
            <a:stCxn id="3" idx="3"/>
            <a:endCxn id="38" idx="1"/>
          </p:cNvCxnSpPr>
          <p:nvPr/>
        </p:nvCxnSpPr>
        <p:spPr>
          <a:xfrm>
            <a:off x="1752600" y="1573768"/>
            <a:ext cx="1752600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endCxn id="3" idx="1"/>
          </p:cNvCxnSpPr>
          <p:nvPr/>
        </p:nvCxnSpPr>
        <p:spPr>
          <a:xfrm>
            <a:off x="1002323" y="1564976"/>
            <a:ext cx="293077" cy="879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1792295" y="1025353"/>
                <a:ext cx="1640001" cy="5616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𝑡𝑟𝑢𝑒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:</m:t>
                      </m:r>
                      <m:limUpp>
                        <m:limUp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groupChr>
                            <m:groupChrPr>
                              <m:chr m:val="⏞"/>
                              <m:pos m:val="top"/>
                              <m:vertJc m:val="bot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≔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groupChr>
                        </m:e>
                        <m:lim>
                          <m:r>
                            <a:rPr lang="en-US" b="0" i="1" smtClean="0">
                              <a:solidFill>
                                <a:srgbClr val="051AE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lim>
                      </m:limUpp>
                    </m:oMath>
                  </m:oMathPara>
                </a14:m>
                <a:endParaRPr lang="en-US">
                  <a:latin typeface="cmmi10"/>
                </a:endParaRPr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2295" y="1025353"/>
                <a:ext cx="1640001" cy="56162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/>
              <p:cNvSpPr/>
              <p:nvPr/>
            </p:nvSpPr>
            <p:spPr>
              <a:xfrm>
                <a:off x="5073160" y="1383268"/>
                <a:ext cx="457200" cy="381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he-IL" sz="1600" i="1">
                  <a:solidFill>
                    <a:schemeClr val="dk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4" name="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3160" y="1383268"/>
                <a:ext cx="457200" cy="381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/>
              <p:cNvSpPr/>
              <p:nvPr/>
            </p:nvSpPr>
            <p:spPr>
              <a:xfrm>
                <a:off x="7467600" y="1383268"/>
                <a:ext cx="457200" cy="381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 sz="1600" i="1">
                  <a:solidFill>
                    <a:schemeClr val="dk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5" name="Rectangle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600" y="1383268"/>
                <a:ext cx="457200" cy="381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Arrow Connector 55"/>
          <p:cNvCxnSpPr>
            <a:stCxn id="54" idx="3"/>
            <a:endCxn id="55" idx="1"/>
          </p:cNvCxnSpPr>
          <p:nvPr/>
        </p:nvCxnSpPr>
        <p:spPr>
          <a:xfrm>
            <a:off x="5530360" y="1573768"/>
            <a:ext cx="1937240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>
            <a:endCxn id="54" idx="1"/>
          </p:cNvCxnSpPr>
          <p:nvPr/>
        </p:nvCxnSpPr>
        <p:spPr>
          <a:xfrm>
            <a:off x="4780083" y="1564976"/>
            <a:ext cx="293077" cy="8792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5591041" y="998644"/>
                <a:ext cx="1915717" cy="597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𝑡𝑟𝑢𝑒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 :</m:t>
                      </m:r>
                      <m:limUpp>
                        <m:limUppPr>
                          <m:ctrlP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limUppPr>
                        <m:e>
                          <m:groupChr>
                            <m:groupChrPr>
                              <m:chr m:val="⏞"/>
                              <m:pos m:val="top"/>
                              <m:vertJc m:val="bot"/>
                              <m:ctrlPr>
                                <a:rPr lang="en-US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≔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groupChr>
                        </m:e>
                        <m:lim>
                          <m:r>
                            <a:rPr lang="he-IL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lim>
                      </m:limUpp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1041" y="998644"/>
                <a:ext cx="1915717" cy="59798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2221523" y="1676400"/>
                <a:ext cx="638252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1523" y="1676400"/>
                <a:ext cx="638252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6248400" y="1688068"/>
                <a:ext cx="64357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00" y="1688068"/>
                <a:ext cx="643574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518160" y="4927785"/>
                <a:ext cx="1094787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𝑇𝑆</m:t>
                      </m:r>
                      <m:r>
                        <a:rPr lang="en-US" b="0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" y="4927785"/>
                <a:ext cx="1094787" cy="369332"/>
              </a:xfrm>
              <a:prstGeom prst="rect">
                <a:avLst/>
              </a:prstGeom>
              <a:blipFill>
                <a:blip r:embed="rId1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2237451" y="4927785"/>
                <a:ext cx="110010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𝑇𝑆</m:t>
                      </m:r>
                      <m:r>
                        <a:rPr lang="en-US" b="0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3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3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7451" y="4927785"/>
                <a:ext cx="1100109" cy="369332"/>
              </a:xfrm>
              <a:prstGeom prst="rect">
                <a:avLst/>
              </a:prstGeom>
              <a:blipFill>
                <a:blip r:embed="rId14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/>
              <p:cNvSpPr/>
              <p:nvPr/>
            </p:nvSpPr>
            <p:spPr>
              <a:xfrm>
                <a:off x="418512" y="4411969"/>
                <a:ext cx="1188720" cy="381000"/>
              </a:xfrm>
              <a:prstGeom prst="rect">
                <a:avLst/>
              </a:prstGeom>
              <a:solidFill>
                <a:srgbClr val="FFFF00"/>
              </a:solidFill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↦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cmr10"/>
                </a:endParaRPr>
              </a:p>
            </p:txBody>
          </p:sp>
        </mc:Choice>
        <mc:Fallback xmlns=""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512" y="4411969"/>
                <a:ext cx="1188720" cy="3810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/>
              <p:cNvSpPr/>
              <p:nvPr/>
            </p:nvSpPr>
            <p:spPr>
              <a:xfrm>
                <a:off x="2225040" y="4411969"/>
                <a:ext cx="1188720" cy="381000"/>
              </a:xfrm>
              <a:prstGeom prst="rect">
                <a:avLst/>
              </a:prstGeom>
              <a:solidFill>
                <a:srgbClr val="FFFF00"/>
              </a:solidFill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↦</m:t>
                          </m:r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cmr10"/>
                </a:endParaRPr>
              </a:p>
            </p:txBody>
          </p:sp>
        </mc:Choice>
        <mc:Fallback xmlns="">
          <p:sp>
            <p:nvSpPr>
              <p:cNvPr id="63" name="Rectangle 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5040" y="4411969"/>
                <a:ext cx="1188720" cy="3810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/>
              <p:cNvSpPr/>
              <p:nvPr/>
            </p:nvSpPr>
            <p:spPr>
              <a:xfrm>
                <a:off x="2194560" y="2659369"/>
                <a:ext cx="1188720" cy="381000"/>
              </a:xfrm>
              <a:prstGeom prst="rect">
                <a:avLst/>
              </a:prstGeom>
              <a:solidFill>
                <a:srgbClr val="FFFF00"/>
              </a:solidFill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↦</m:t>
                          </m:r>
                          <m:r>
                            <a:rPr 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cmr10"/>
                </a:endParaRPr>
              </a:p>
            </p:txBody>
          </p:sp>
        </mc:Choice>
        <mc:Fallback xmlns="">
          <p:sp>
            <p:nvSpPr>
              <p:cNvPr id="64" name="Rectangle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560" y="2659369"/>
                <a:ext cx="1188720" cy="38100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5303520" y="2735569"/>
                <a:ext cx="2377440" cy="365760"/>
              </a:xfrm>
              <a:prstGeom prst="rect">
                <a:avLst/>
              </a:prstGeom>
              <a:solidFill>
                <a:srgbClr val="FFFF00"/>
              </a:solidFill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</m:t>
                    </m:r>
                    <m:sSub>
                      <m:sSubPr>
                        <m:ctrlP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en-US" sz="16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↦</m:t>
                        </m:r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1600">
                    <a:solidFill>
                      <a:schemeClr val="tx1"/>
                    </a:solidFill>
                    <a:latin typeface="cmr10"/>
                  </a:rPr>
                  <a:t>,</a:t>
                </a:r>
                <a:r>
                  <a:rPr lang="en-US" sz="160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</m:t>
                    </m:r>
                    <m:sSub>
                      <m:sSubPr>
                        <m:ctrlP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en-US" sz="16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↦</m:t>
                        </m:r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endParaRPr lang="en-US" sz="1600">
                  <a:solidFill>
                    <a:schemeClr val="tx1"/>
                  </a:solidFill>
                  <a:latin typeface="cmr10"/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520" y="2735569"/>
                <a:ext cx="2377440" cy="36576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/>
              <p:cNvSpPr/>
              <p:nvPr/>
            </p:nvSpPr>
            <p:spPr>
              <a:xfrm>
                <a:off x="6614160" y="3573769"/>
                <a:ext cx="2377440" cy="365760"/>
              </a:xfrm>
              <a:prstGeom prst="rect">
                <a:avLst/>
              </a:prstGeom>
              <a:solidFill>
                <a:srgbClr val="FFFF00"/>
              </a:solidFill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</m:t>
                    </m:r>
                    <m:sSub>
                      <m:sSubPr>
                        <m:ctrlP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en-US" sz="16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↦</m:t>
                        </m:r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1600">
                    <a:solidFill>
                      <a:schemeClr val="tx1"/>
                    </a:solidFill>
                    <a:latin typeface="cmr10"/>
                  </a:rPr>
                  <a:t>,</a:t>
                </a:r>
                <a:r>
                  <a:rPr lang="en-US" sz="160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</m:t>
                    </m:r>
                    <m:sSub>
                      <m:sSubPr>
                        <m:ctrlP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en-US" sz="16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↦</m:t>
                        </m:r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endParaRPr lang="en-US" sz="1600">
                  <a:solidFill>
                    <a:schemeClr val="tx1"/>
                  </a:solidFill>
                  <a:latin typeface="cmr10"/>
                </a:endParaRPr>
              </a:p>
            </p:txBody>
          </p:sp>
        </mc:Choice>
        <mc:Fallback xmlns="">
          <p:sp>
            <p:nvSpPr>
              <p:cNvPr id="65" name="Rectangle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4160" y="3573769"/>
                <a:ext cx="2377440" cy="36576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/>
              <p:cNvSpPr/>
              <p:nvPr/>
            </p:nvSpPr>
            <p:spPr>
              <a:xfrm>
                <a:off x="3947160" y="3573769"/>
                <a:ext cx="2377440" cy="365760"/>
              </a:xfrm>
              <a:prstGeom prst="rect">
                <a:avLst/>
              </a:prstGeom>
              <a:solidFill>
                <a:srgbClr val="FFFF00"/>
              </a:solidFill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</m:t>
                    </m:r>
                    <m:sSub>
                      <m:sSubPr>
                        <m:ctrlP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en-US" sz="16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↦</m:t>
                        </m:r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1600">
                    <a:solidFill>
                      <a:schemeClr val="tx1"/>
                    </a:solidFill>
                    <a:latin typeface="cmr10"/>
                  </a:rPr>
                  <a:t>,</a:t>
                </a:r>
                <a:r>
                  <a:rPr lang="en-US" sz="160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</m:t>
                    </m:r>
                    <m:sSub>
                      <m:sSubPr>
                        <m:ctrlP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en-US" sz="16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↦</m:t>
                        </m:r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endParaRPr lang="en-US" sz="1600">
                  <a:solidFill>
                    <a:schemeClr val="tx1"/>
                  </a:solidFill>
                  <a:latin typeface="cmr10"/>
                </a:endParaRPr>
              </a:p>
            </p:txBody>
          </p:sp>
        </mc:Choice>
        <mc:Fallback xmlns="">
          <p:sp>
            <p:nvSpPr>
              <p:cNvPr id="66" name="Rectangle 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7160" y="3573769"/>
                <a:ext cx="2377440" cy="36576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/>
              <p:cNvSpPr/>
              <p:nvPr/>
            </p:nvSpPr>
            <p:spPr>
              <a:xfrm>
                <a:off x="5318760" y="4335769"/>
                <a:ext cx="2377440" cy="365760"/>
              </a:xfrm>
              <a:prstGeom prst="rect">
                <a:avLst/>
              </a:prstGeom>
              <a:solidFill>
                <a:srgbClr val="FFFF00"/>
              </a:solidFill>
              <a:ln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 xmlns:m="http://schemas.openxmlformats.org/officeDocument/2006/math"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</m:t>
                    </m:r>
                    <m:sSub>
                      <m:sSubPr>
                        <m:ctrlP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en-US" sz="16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↦</m:t>
                        </m:r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1600">
                    <a:solidFill>
                      <a:schemeClr val="tx1"/>
                    </a:solidFill>
                    <a:latin typeface="cmr10"/>
                  </a:rPr>
                  <a:t>,</a:t>
                </a:r>
                <a:r>
                  <a:rPr lang="en-US" sz="160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</m:t>
                    </m:r>
                    <m:sSub>
                      <m:sSubPr>
                        <m:ctrlP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en-US" sz="16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↦</m:t>
                        </m:r>
                        <m:r>
                          <a:rPr 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  <m:r>
                      <a:rPr 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</m:oMath>
                </a14:m>
                <a:endParaRPr lang="en-US" sz="1600">
                  <a:solidFill>
                    <a:schemeClr val="tx1"/>
                  </a:solidFill>
                  <a:latin typeface="cmr10"/>
                </a:endParaRPr>
              </a:p>
            </p:txBody>
          </p:sp>
        </mc:Choice>
        <mc:Fallback xmlns="">
          <p:sp>
            <p:nvSpPr>
              <p:cNvPr id="67" name="Rectangle 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8760" y="4335769"/>
                <a:ext cx="2377440" cy="36576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/>
              <p:cNvSpPr txBox="1"/>
              <p:nvPr/>
            </p:nvSpPr>
            <p:spPr>
              <a:xfrm>
                <a:off x="5486400" y="4866293"/>
                <a:ext cx="209358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>
                    <a:latin typeface="modstmary10"/>
                  </a:rPr>
                  <a:t>Z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he-IL"/>
              </a:p>
            </p:txBody>
          </p:sp>
        </mc:Choice>
        <mc:Fallback xmlns="">
          <p:sp>
            <p:nvSpPr>
              <p:cNvPr id="82" name="TextBox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4866293"/>
                <a:ext cx="2093586" cy="369332"/>
              </a:xfrm>
              <a:prstGeom prst="rect">
                <a:avLst/>
              </a:prstGeom>
              <a:blipFill>
                <a:blip r:embed="rId22"/>
                <a:stretch>
                  <a:fillRect t="-4918" r="-583" b="-278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4278923" y="1219200"/>
                <a:ext cx="8152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8923" y="1219200"/>
                <a:ext cx="815223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/>
              <p:cNvSpPr txBox="1"/>
              <p:nvPr/>
            </p:nvSpPr>
            <p:spPr>
              <a:xfrm>
                <a:off x="468923" y="1219200"/>
                <a:ext cx="8152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84" name="TextBox 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923" y="1219200"/>
                <a:ext cx="815223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0F2F109-4D9A-47FB-A957-E095A02F5AA2}"/>
                  </a:ext>
                </a:extLst>
              </p:cNvPr>
              <p:cNvSpPr txBox="1"/>
              <p:nvPr/>
            </p:nvSpPr>
            <p:spPr>
              <a:xfrm>
                <a:off x="4724400" y="4034135"/>
                <a:ext cx="4744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2400">
                  <a:solidFill>
                    <a:srgbClr val="FF0000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0F2F109-4D9A-47FB-A957-E095A02F5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4034135"/>
                <a:ext cx="474489" cy="461665"/>
              </a:xfrm>
              <a:prstGeom prst="rect">
                <a:avLst/>
              </a:prstGeom>
              <a:blipFill>
                <a:blip r:embed="rId24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619364-CF46-4330-A2BA-53E309686681}"/>
                  </a:ext>
                </a:extLst>
              </p:cNvPr>
              <p:cNvSpPr txBox="1"/>
              <p:nvPr/>
            </p:nvSpPr>
            <p:spPr>
              <a:xfrm>
                <a:off x="7893106" y="2908451"/>
                <a:ext cx="47448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2400">
                  <a:solidFill>
                    <a:srgbClr val="FF0000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619364-CF46-4330-A2BA-53E3096866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3106" y="2908451"/>
                <a:ext cx="474489" cy="461665"/>
              </a:xfrm>
              <a:prstGeom prst="rect">
                <a:avLst/>
              </a:prstGeom>
              <a:blipFill>
                <a:blip r:embed="rId25"/>
                <a:stretch>
                  <a:fillRect l="-1282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8684F91C-32FC-485A-B617-CEF45457B612}"/>
                  </a:ext>
                </a:extLst>
              </p:cNvPr>
              <p:cNvSpPr txBox="1"/>
              <p:nvPr/>
            </p:nvSpPr>
            <p:spPr>
              <a:xfrm>
                <a:off x="4666042" y="2974980"/>
                <a:ext cx="47288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2400">
                  <a:solidFill>
                    <a:srgbClr val="051AE1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8684F91C-32FC-485A-B617-CEF45457B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6042" y="2974980"/>
                <a:ext cx="472886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A7DC5F19-9EE5-4E8B-AE47-C7D229AE4A27}"/>
                  </a:ext>
                </a:extLst>
              </p:cNvPr>
              <p:cNvSpPr txBox="1"/>
              <p:nvPr/>
            </p:nvSpPr>
            <p:spPr>
              <a:xfrm>
                <a:off x="7905750" y="4148424"/>
                <a:ext cx="47288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dirty="0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2400">
                  <a:solidFill>
                    <a:srgbClr val="051AE1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A7DC5F19-9EE5-4E8B-AE47-C7D229AE4A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5750" y="4148424"/>
                <a:ext cx="472886" cy="461665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group of cartoon characters&#10;&#10;Description automatically generated">
            <a:extLst>
              <a:ext uri="{FF2B5EF4-FFF2-40B4-BE49-F238E27FC236}">
                <a16:creationId xmlns:a16="http://schemas.microsoft.com/office/drawing/2014/main" id="{37D0BE92-C365-4100-4379-7CA1A99466EC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6" y="592982"/>
            <a:ext cx="5918215" cy="5918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379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498599" y="5833535"/>
            <a:ext cx="6144600" cy="6011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</p:spPr>
        <p:txBody>
          <a:bodyPr/>
          <a:lstStyle/>
          <a:p>
            <a:r>
              <a:rPr lang="he-IL"/>
              <a:t>שזירת הפריסות או פריסת השזירה 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2400" y="1951038"/>
                <a:ext cx="8839200" cy="4678362"/>
              </a:xfrm>
            </p:spPr>
            <p:txBody>
              <a:bodyPr>
                <a:normAutofit/>
              </a:bodyPr>
              <a:lstStyle/>
              <a:p>
                <a:pPr marL="0" indent="0">
                  <a:spcBef>
                    <a:spcPts val="4000"/>
                  </a:spcBef>
                  <a:buNone/>
                </a:pPr>
                <a:r>
                  <a:rPr lang="he-IL" sz="2800" dirty="0"/>
                  <a:t>אם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𝑃𝐺</m:t>
                    </m:r>
                    <m:r>
                      <a:rPr lang="en-US" sz="2800" i="1" baseline="-25000" dirty="0" smtClean="0">
                        <a:latin typeface="Cambria Math"/>
                      </a:rPr>
                      <m:t>1</m:t>
                    </m:r>
                  </m:oMath>
                </a14:m>
                <a:r>
                  <a:rPr lang="he-IL" sz="2800" dirty="0"/>
                  <a:t> ו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/>
                      </a:rPr>
                      <m:t>𝑃𝐺</m:t>
                    </m:r>
                    <m:r>
                      <a:rPr lang="en-US" sz="2800" i="1" baseline="-25000" dirty="0" smtClean="0">
                        <a:latin typeface="Cambria Math"/>
                      </a:rPr>
                      <m:t>2</m:t>
                    </m:r>
                  </m:oMath>
                </a14:m>
                <a:r>
                  <a:rPr lang="he-IL" sz="2800" dirty="0"/>
                  <a:t> לא משתפות משתנים:   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51AE1"/>
                        </a:solidFill>
                        <a:latin typeface="Cambria Math"/>
                      </a:rPr>
                      <m:t>𝑇𝑆</m:t>
                    </m:r>
                    <m:d>
                      <m:dPr>
                        <m:ctrlPr>
                          <a:rPr lang="en-US" sz="2800" i="1" dirty="0" smtClean="0">
                            <a:solidFill>
                              <a:srgbClr val="051AE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 smtClean="0">
                            <a:solidFill>
                              <a:srgbClr val="051AE1"/>
                            </a:solidFill>
                            <a:latin typeface="Cambria Math"/>
                          </a:rPr>
                          <m:t>𝑃𝐺</m:t>
                        </m:r>
                        <m:r>
                          <a:rPr lang="en-US" sz="2800" i="1" baseline="-25000" dirty="0" smtClean="0">
                            <a:solidFill>
                              <a:srgbClr val="051AE1"/>
                            </a:solidFill>
                            <a:latin typeface="Cambria Math"/>
                          </a:rPr>
                          <m:t>1</m:t>
                        </m:r>
                      </m:e>
                    </m:d>
                    <m:r>
                      <a:rPr lang="en-US" sz="2800" b="0" i="1" baseline="-25000" dirty="0" smtClean="0">
                        <a:solidFill>
                          <a:srgbClr val="051AE1"/>
                        </a:solidFill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n-US" sz="2800" dirty="0">
                        <a:solidFill>
                          <a:srgbClr val="051AE1"/>
                        </a:solidFill>
                        <a:latin typeface="modstmary10"/>
                      </a:rPr>
                      <m:t>Z</m:t>
                    </m:r>
                    <m:r>
                      <a:rPr lang="en-US" sz="2800" b="0" i="1" dirty="0" smtClean="0">
                        <a:solidFill>
                          <a:srgbClr val="051AE1"/>
                        </a:solidFill>
                        <a:latin typeface="Cambria Math"/>
                      </a:rPr>
                      <m:t> </m:t>
                    </m:r>
                    <m:r>
                      <a:rPr lang="en-US" sz="2800" i="1" dirty="0" smtClean="0">
                        <a:solidFill>
                          <a:srgbClr val="051AE1"/>
                        </a:solidFill>
                        <a:latin typeface="Cambria Math"/>
                      </a:rPr>
                      <m:t>𝑇𝑆</m:t>
                    </m:r>
                    <m:d>
                      <m:dPr>
                        <m:ctrlPr>
                          <a:rPr lang="en-US" sz="2800" i="1" dirty="0" smtClean="0">
                            <a:solidFill>
                              <a:srgbClr val="051AE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 smtClean="0">
                            <a:solidFill>
                              <a:srgbClr val="051AE1"/>
                            </a:solidFill>
                            <a:latin typeface="Cambria Math"/>
                          </a:rPr>
                          <m:t>𝑃𝐺</m:t>
                        </m:r>
                        <m:r>
                          <a:rPr lang="en-US" sz="2800" i="1" baseline="-25000" dirty="0" smtClean="0">
                            <a:solidFill>
                              <a:srgbClr val="051AE1"/>
                            </a:solidFill>
                            <a:latin typeface="Cambria Math"/>
                          </a:rPr>
                          <m:t>2</m:t>
                        </m:r>
                      </m:e>
                    </m:d>
                  </m:oMath>
                </a14:m>
                <a:endParaRPr lang="en-US" sz="2800" dirty="0">
                  <a:solidFill>
                    <a:srgbClr val="2E41FA"/>
                  </a:solidFill>
                  <a:latin typeface="cmr10"/>
                </a:endParaRPr>
              </a:p>
              <a:p>
                <a:pPr marL="320040" lvl="1" indent="0">
                  <a:spcBef>
                    <a:spcPts val="3000"/>
                  </a:spcBef>
                  <a:buNone/>
                </a:pPr>
                <a:r>
                  <a:rPr lang="he-IL" sz="2400" dirty="0">
                    <a:solidFill>
                      <a:srgbClr val="2E41FA"/>
                    </a:solidFill>
                  </a:rPr>
                  <a:t>שז</a:t>
                </a:r>
                <a:r>
                  <a:rPr lang="he-IL" sz="2400" dirty="0">
                    <a:solidFill>
                      <a:srgbClr val="051AE1"/>
                    </a:solidFill>
                  </a:rPr>
                  <a:t>ירת מערכות מעברים המתקבלות מפריסת גרפי התוכנית</a:t>
                </a:r>
              </a:p>
              <a:p>
                <a:pPr marL="0" indent="0">
                  <a:spcBef>
                    <a:spcPts val="4000"/>
                  </a:spcBef>
                  <a:buNone/>
                </a:pPr>
                <a:r>
                  <a:rPr lang="he-IL" sz="2800" dirty="0"/>
                  <a:t>אם </a:t>
                </a:r>
                <a:r>
                  <a:rPr lang="en-US" sz="2800" dirty="0">
                    <a:latin typeface="cmmi10"/>
                  </a:rPr>
                  <a:t>PG</a:t>
                </a:r>
                <a:r>
                  <a:rPr lang="en-US" sz="2800" baseline="-25000" dirty="0">
                    <a:latin typeface="cmr10"/>
                  </a:rPr>
                  <a:t>1</a:t>
                </a:r>
                <a:r>
                  <a:rPr lang="he-IL" sz="2800" dirty="0"/>
                  <a:t> ו </a:t>
                </a:r>
                <a:r>
                  <a:rPr lang="en-US" sz="2800" dirty="0">
                    <a:latin typeface="cmmi10"/>
                  </a:rPr>
                  <a:t>PG</a:t>
                </a:r>
                <a:r>
                  <a:rPr lang="en-US" sz="2800" baseline="-25000" dirty="0">
                    <a:latin typeface="cmr10"/>
                  </a:rPr>
                  <a:t>2</a:t>
                </a:r>
                <a:r>
                  <a:rPr lang="he-IL" sz="2800" dirty="0"/>
                  <a:t> משתפות חלק מהמשתנים: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𝑇𝑆</m:t>
                    </m:r>
                    <m:d>
                      <m:dPr>
                        <m:ctrlPr>
                          <a:rPr lang="en-US" sz="2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𝑃𝐺</m:t>
                        </m:r>
                        <m:r>
                          <a:rPr lang="en-US" sz="2800" i="1" baseline="-25000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1</m:t>
                        </m:r>
                        <m:r>
                          <a:rPr lang="en-US" sz="2800" i="1" dirty="0">
                            <a:solidFill>
                              <a:srgbClr val="FF0000"/>
                            </a:solidFill>
                            <a:latin typeface="Cambria Math"/>
                          </a:rPr>
                          <m:t>∥</m:t>
                        </m:r>
                        <m:r>
                          <a:rPr lang="en-US" sz="2800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𝑃𝐺</m:t>
                        </m:r>
                        <m:r>
                          <a:rPr lang="en-US" sz="2800" i="1" baseline="-25000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2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rgbClr val="FF0000"/>
                    </a:solidFill>
                    <a:latin typeface="cmr10"/>
                  </a:rPr>
                  <a:t>   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</a:p>
              <a:p>
                <a:pPr marL="320040" lvl="1" indent="0">
                  <a:spcBef>
                    <a:spcPts val="3000"/>
                  </a:spcBef>
                  <a:buNone/>
                </a:pPr>
                <a:r>
                  <a:rPr lang="he-IL" sz="2400" dirty="0">
                    <a:solidFill>
                      <a:srgbClr val="FF0000"/>
                    </a:solidFill>
                  </a:rPr>
                  <a:t>שזירת גרפי התוכנית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he-IL" dirty="0">
                    <a:solidFill>
                      <a:srgbClr val="FF0000"/>
                    </a:solidFill>
                  </a:rPr>
                  <a:t>(כפי שנראה בשקפים הבאים) ופריסת התוצאה</a:t>
                </a:r>
                <a:endParaRPr lang="he-IL" sz="2400" dirty="0">
                  <a:solidFill>
                    <a:srgbClr val="FF0000"/>
                  </a:solidFill>
                </a:endParaRPr>
              </a:p>
              <a:p>
                <a:pPr>
                  <a:spcBef>
                    <a:spcPts val="4000"/>
                  </a:spcBef>
                  <a:spcAft>
                    <a:spcPts val="1200"/>
                  </a:spcAft>
                </a:pPr>
                <a:r>
                  <a:rPr lang="he-IL" sz="2800" dirty="0"/>
                  <a:t>באופן כללי:</a:t>
                </a:r>
                <a:endParaRPr lang="en-US" sz="2800" dirty="0"/>
              </a:p>
              <a:p>
                <a:pPr marL="0" indent="0" algn="ctr">
                  <a:spcBef>
                    <a:spcPts val="108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051AE1"/>
                          </a:solidFill>
                          <a:latin typeface="Cambria Math"/>
                        </a:rPr>
                        <m:t>𝑇𝑆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051AE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051AE1"/>
                              </a:solidFill>
                              <a:latin typeface="Cambria Math"/>
                            </a:rPr>
                            <m:t>𝑃𝐺</m:t>
                          </m:r>
                          <m:r>
                            <a:rPr lang="en-US" sz="2800" i="1" baseline="-25000" dirty="0" smtClean="0">
                              <a:solidFill>
                                <a:srgbClr val="051AE1"/>
                              </a:solidFill>
                              <a:latin typeface="Cambria Math"/>
                            </a:rPr>
                            <m:t>1</m:t>
                          </m:r>
                        </m:e>
                      </m:d>
                      <m:r>
                        <a:rPr lang="en-US" sz="2800" i="1" baseline="-25000" dirty="0">
                          <a:solidFill>
                            <a:srgbClr val="051AE1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800" dirty="0">
                          <a:solidFill>
                            <a:srgbClr val="051AE1"/>
                          </a:solidFill>
                          <a:latin typeface="modstmary10"/>
                        </a:rPr>
                        <m:t>Z</m:t>
                      </m:r>
                      <m:r>
                        <a:rPr lang="en-US" sz="2800" i="1" dirty="0">
                          <a:solidFill>
                            <a:srgbClr val="051AE1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800" i="1" dirty="0">
                          <a:solidFill>
                            <a:srgbClr val="051AE1"/>
                          </a:solidFill>
                          <a:latin typeface="Cambria Math"/>
                        </a:rPr>
                        <m:t>𝑇𝑆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051AE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051AE1"/>
                              </a:solidFill>
                              <a:latin typeface="Cambria Math"/>
                            </a:rPr>
                            <m:t>𝑃𝐺</m:t>
                          </m:r>
                          <m:r>
                            <a:rPr lang="en-US" sz="2800" i="1" baseline="-25000" dirty="0">
                              <a:solidFill>
                                <a:srgbClr val="051AE1"/>
                              </a:solidFill>
                              <a:latin typeface="Cambria Math"/>
                            </a:rPr>
                            <m:t>2</m:t>
                          </m:r>
                        </m:e>
                      </m:d>
                      <m:r>
                        <a:rPr lang="en-US" sz="2800" i="1" dirty="0">
                          <a:solidFill>
                            <a:srgbClr val="2E41FA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2800" i="1" dirty="0">
                          <a:latin typeface="Cambria Math"/>
                          <a:sym typeface="Symbol"/>
                        </a:rPr>
                        <m:t></m:t>
                      </m:r>
                      <m:r>
                        <a:rPr lang="en-US" sz="2800" i="1" dirty="0">
                          <a:latin typeface="Cambria Math"/>
                        </a:rPr>
                        <m:t> </m:t>
                      </m:r>
                      <m:r>
                        <a:rPr lang="en-US" sz="2800" i="1" dirty="0">
                          <a:solidFill>
                            <a:srgbClr val="FF0000"/>
                          </a:solidFill>
                          <a:latin typeface="Cambria Math"/>
                        </a:rPr>
                        <m:t>𝑇𝑆</m:t>
                      </m:r>
                      <m:d>
                        <m:dPr>
                          <m:ctrlP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𝑃𝐺</m:t>
                          </m:r>
                          <m:r>
                            <a:rPr lang="en-US" sz="2800" i="1" baseline="-25000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∥</m:t>
                          </m:r>
                          <m:r>
                            <a:rPr lang="en-US" sz="2800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𝑃𝐺</m:t>
                          </m:r>
                          <m:r>
                            <a:rPr lang="en-US" sz="2800" i="1" baseline="-25000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he-IL" sz="2800" dirty="0">
                  <a:solidFill>
                    <a:srgbClr val="FF0000"/>
                  </a:solidFill>
                  <a:latin typeface="cmr1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2400" y="1951038"/>
                <a:ext cx="8839200" cy="4678362"/>
              </a:xfrm>
              <a:blipFill>
                <a:blip r:embed="rId2"/>
                <a:stretch>
                  <a:fillRect t="-1693" r="-13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67500" y="6858000"/>
            <a:ext cx="2476500" cy="476250"/>
          </a:xfrm>
        </p:spPr>
        <p:txBody>
          <a:bodyPr/>
          <a:lstStyle/>
          <a:p>
            <a:fld id="{E4A354D0-06DD-4B55-8181-7E43C87BCB21}" type="datetime12">
              <a:rPr lang="he-IL" smtClean="0"/>
              <a:t>30/09/2025 17:02</a:t>
            </a:fld>
            <a:endParaRPr lang="he-IL"/>
          </a:p>
        </p:txBody>
      </p:sp>
      <p:cxnSp>
        <p:nvCxnSpPr>
          <p:cNvPr id="9" name="Straight Arrow Connector 8"/>
          <p:cNvCxnSpPr/>
          <p:nvPr/>
        </p:nvCxnSpPr>
        <p:spPr>
          <a:xfrm flipH="1" flipV="1">
            <a:off x="668548" y="4070753"/>
            <a:ext cx="304800" cy="29801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1905000" y="2438400"/>
            <a:ext cx="304800" cy="316973"/>
          </a:xfrm>
          <a:prstGeom prst="straightConnector1">
            <a:avLst/>
          </a:prstGeom>
          <a:ln>
            <a:solidFill>
              <a:srgbClr val="051AE1"/>
            </a:solidFill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D1D0497-6638-7A99-1E48-B00FCCE71831}"/>
                  </a:ext>
                </a:extLst>
              </p14:cNvPr>
              <p14:cNvContentPartPr/>
              <p14:nvPr/>
            </p14:nvContentPartPr>
            <p14:xfrm>
              <a:off x="-405005" y="2665810"/>
              <a:ext cx="68760" cy="500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D1D0497-6638-7A99-1E48-B00FCCE7183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413645" y="2657170"/>
                <a:ext cx="86400" cy="67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2453084" y="2779530"/>
            <a:ext cx="1374168" cy="3949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" name="Rectangle 10"/>
          <p:cNvSpPr/>
          <p:nvPr/>
        </p:nvSpPr>
        <p:spPr>
          <a:xfrm>
            <a:off x="703384" y="2779529"/>
            <a:ext cx="7543800" cy="39499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77174" y="1532495"/>
            <a:ext cx="7543800" cy="4402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228600"/>
            <a:ext cx="7772400" cy="1143000"/>
          </a:xfrm>
        </p:spPr>
        <p:txBody>
          <a:bodyPr/>
          <a:lstStyle/>
          <a:p>
            <a:r>
              <a:rPr lang="he-IL"/>
              <a:t>הגדרה: שזירת גרפי תוכנית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2400" y="1143000"/>
                <a:ext cx="8915400" cy="4876800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buNone/>
                </a:pPr>
                <a:r>
                  <a:rPr lang="he-IL" sz="2000" dirty="0"/>
                  <a:t>לשני גרפי תוכנית, עבור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/>
                      </a:rPr>
                      <m:t>𝑖</m:t>
                    </m:r>
                    <m:r>
                      <a:rPr lang="en-US" sz="2000" b="0" i="1" smtClean="0">
                        <a:latin typeface="Cambria Math"/>
                      </a:rPr>
                      <m:t>=</m:t>
                    </m:r>
                    <m:r>
                      <a:rPr lang="en-US" sz="2000" b="0" i="1" smtClean="0">
                        <a:latin typeface="Cambria Math"/>
                      </a:rPr>
                      <m:t>1</m:t>
                    </m:r>
                    <m:r>
                      <a:rPr lang="en-US" sz="2000" b="0" i="1" smtClean="0">
                        <a:latin typeface="Cambria Math"/>
                      </a:rPr>
                      <m:t>,</m:t>
                    </m:r>
                    <m:r>
                      <a:rPr lang="en-US" sz="2000" b="0" i="1" smtClean="0">
                        <a:latin typeface="Cambria Math"/>
                      </a:rPr>
                      <m:t>2</m:t>
                    </m:r>
                  </m:oMath>
                </a14:m>
                <a:r>
                  <a:rPr lang="he-IL" sz="2000" dirty="0"/>
                  <a:t>,</a:t>
                </a:r>
              </a:p>
              <a:p>
                <a:pPr algn="ctr">
                  <a:spcBef>
                    <a:spcPts val="1200"/>
                  </a:spcBef>
                  <a:spcAft>
                    <a:spcPts val="12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200" i="1" dirty="0">
                        <a:latin typeface="Cambria Math"/>
                      </a:rPr>
                      <m:t>𝑃</m:t>
                    </m:r>
                    <m:sSub>
                      <m:sSubPr>
                        <m:ctrlPr>
                          <a:rPr lang="en-US" sz="2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/>
                          </a:rPr>
                          <m:t>𝐺</m:t>
                        </m:r>
                      </m:e>
                      <m:sub>
                        <m:r>
                          <a:rPr lang="en-US" sz="22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200" i="1" dirty="0" smtClean="0">
                        <a:latin typeface="Cambria Math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en-US" sz="2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 err="1">
                            <a:latin typeface="Cambria Math"/>
                          </a:rPr>
                          <m:t>𝐿𝑜</m:t>
                        </m:r>
                        <m:sSub>
                          <m:sSubPr>
                            <m:ctrlP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 err="1"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200" i="1" dirty="0" err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sz="2200" i="1" dirty="0">
                            <a:latin typeface="Cambria Math"/>
                          </a:rPr>
                          <m:t>, </m:t>
                        </m:r>
                        <m:r>
                          <a:rPr lang="en-US" sz="2200" i="1" dirty="0" err="1">
                            <a:latin typeface="Cambria Math"/>
                          </a:rPr>
                          <m:t>𝐴𝑐</m:t>
                        </m:r>
                        <m:sSub>
                          <m:sSubPr>
                            <m:ctrlP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 err="1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2200" i="1" dirty="0" err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sz="2200" i="1" dirty="0">
                            <a:latin typeface="Cambria Math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sz="2200" i="0" dirty="0" err="1">
                            <a:latin typeface="Cambria Math"/>
                          </a:rPr>
                          <m:t>Effec</m:t>
                        </m:r>
                        <m:sSub>
                          <m:sSubPr>
                            <m:ctrlP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200" b="0" i="0" dirty="0" smtClean="0">
                                <a:latin typeface="Cambria Math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200" b="0" i="0" dirty="0" smtClean="0">
                                <a:latin typeface="Cambria Math"/>
                              </a:rPr>
                              <m:t>i</m:t>
                            </m:r>
                          </m:sub>
                        </m:sSub>
                        <m:r>
                          <a:rPr lang="en-US" sz="2200" i="1" dirty="0" err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200" b="0" i="1" dirty="0" smtClean="0">
                                <a:latin typeface="Cambria Math" panose="02040503050406030204" pitchFamily="18" charset="0"/>
                                <a:sym typeface="Symbol"/>
                              </a:rPr>
                            </m:ctrlPr>
                          </m:sSubPr>
                          <m:e>
                            <m:r>
                              <a:rPr lang="en-US" sz="2200" i="1">
                                <a:latin typeface="Cambria Math"/>
                              </a:rPr>
                              <m:t>→</m:t>
                            </m:r>
                          </m:e>
                          <m:sub>
                            <m:r>
                              <a:rPr lang="en-US" sz="2200" i="1" dirty="0" err="1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sz="2200" i="1" dirty="0">
                            <a:latin typeface="Cambria Math"/>
                          </a:rPr>
                          <m:t> , </m:t>
                        </m:r>
                        <m:r>
                          <a:rPr lang="en-US" sz="2200" i="1" dirty="0">
                            <a:latin typeface="Cambria Math"/>
                          </a:rPr>
                          <m:t>𝐿𝑜</m:t>
                        </m:r>
                        <m:sSub>
                          <m:sSubPr>
                            <m:ctrlP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latin typeface="Cambria Math"/>
                              </a:rPr>
                              <m:t>𝑐</m:t>
                            </m:r>
                          </m:e>
                          <m:sub>
                            <m:r>
                              <a:rPr lang="en-US" sz="2200" i="1" dirty="0">
                                <a:latin typeface="Cambria Math"/>
                              </a:rPr>
                              <m:t>0</m:t>
                            </m:r>
                            <m:r>
                              <a:rPr lang="en-US" sz="2200" i="1" dirty="0">
                                <a:latin typeface="Cambria Math"/>
                              </a:rPr>
                              <m:t>,</m:t>
                            </m:r>
                            <m:r>
                              <a:rPr lang="en-US" sz="2200" i="1" dirty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sz="2200" i="1" dirty="0">
                            <a:latin typeface="Cambria Math"/>
                          </a:rPr>
                          <m:t>, </m:t>
                        </m:r>
                        <m:sSub>
                          <m:sSubPr>
                            <m:ctrlPr>
                              <a:rPr lang="en-US" sz="22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i="1" dirty="0">
                                <a:latin typeface="Cambria Math"/>
                              </a:rPr>
                              <m:t>𝑔</m:t>
                            </m:r>
                          </m:e>
                          <m:sub>
                            <m:r>
                              <a:rPr lang="en-US" sz="2200" i="1" dirty="0">
                                <a:latin typeface="Cambria Math"/>
                              </a:rPr>
                              <m:t>0</m:t>
                            </m:r>
                            <m:r>
                              <a:rPr lang="en-US" sz="2200" i="1" dirty="0">
                                <a:latin typeface="Cambria Math"/>
                              </a:rPr>
                              <m:t>,</m:t>
                            </m:r>
                            <m:r>
                              <a:rPr lang="en-US" sz="2200" i="1" dirty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he-IL" sz="2200" i="1" dirty="0">
                            <a:latin typeface="Cambria Math"/>
                          </a:rPr>
                          <m:t> </m:t>
                        </m:r>
                      </m:e>
                    </m:d>
                  </m:oMath>
                </a14:m>
                <a:r>
                  <a:rPr lang="he-IL" sz="1900" dirty="0">
                    <a:latin typeface="cmsy10"/>
                  </a:rPr>
                  <a:t> מעל המשתנים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/>
                      </a:rPr>
                      <m:t>𝑉𝑎</m:t>
                    </m:r>
                    <m:sSub>
                      <m:sSubPr>
                        <m:ctrlPr>
                          <a:rPr lang="en-US" sz="2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>
                            <a:latin typeface="Cambria Math"/>
                          </a:rPr>
                          <m:t>𝑟</m:t>
                        </m:r>
                      </m:e>
                      <m:sub>
                        <m:r>
                          <a:rPr lang="en-US" sz="2200" i="1" dirty="0" err="1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endParaRPr lang="en-US" sz="1900" baseline="-25000" dirty="0">
                  <a:latin typeface="cmmi10"/>
                </a:endParaRPr>
              </a:p>
              <a:p>
                <a:pPr>
                  <a:spcBef>
                    <a:spcPts val="1800"/>
                  </a:spcBef>
                  <a:buNone/>
                </a:pPr>
                <a:r>
                  <a:rPr lang="he-IL" sz="2000" dirty="0"/>
                  <a:t>נגדיר את גרף התוכנית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51AE1"/>
                        </a:solidFill>
                        <a:latin typeface="Cambria Math"/>
                      </a:rPr>
                      <m:t>𝑃𝐺</m:t>
                    </m:r>
                    <m:r>
                      <a:rPr lang="en-US" sz="2000" i="1" baseline="-25000" dirty="0" smtClean="0">
                        <a:solidFill>
                          <a:srgbClr val="051AE1"/>
                        </a:solidFill>
                        <a:latin typeface="Cambria Math"/>
                      </a:rPr>
                      <m:t>1</m:t>
                    </m:r>
                    <m:r>
                      <a:rPr lang="en-US" sz="2000" i="1" dirty="0" smtClean="0">
                        <a:solidFill>
                          <a:srgbClr val="051AE1"/>
                        </a:solidFill>
                        <a:latin typeface="Cambria Math"/>
                      </a:rPr>
                      <m:t> ∥ </m:t>
                    </m:r>
                    <m:r>
                      <a:rPr lang="en-US" sz="2000" i="1" dirty="0" smtClean="0">
                        <a:solidFill>
                          <a:srgbClr val="051AE1"/>
                        </a:solidFill>
                        <a:latin typeface="Cambria Math"/>
                      </a:rPr>
                      <m:t>𝑃𝐺</m:t>
                    </m:r>
                    <m:r>
                      <a:rPr lang="en-US" sz="2000" i="1" baseline="-25000" dirty="0" smtClean="0">
                        <a:solidFill>
                          <a:srgbClr val="051AE1"/>
                        </a:solidFill>
                        <a:latin typeface="Cambria Math"/>
                      </a:rPr>
                      <m:t>2</m:t>
                    </m:r>
                    <m:r>
                      <a:rPr lang="he-IL" sz="2000" i="1" baseline="-25000" dirty="0" smtClean="0">
                        <a:solidFill>
                          <a:srgbClr val="051AE1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he-IL" sz="2000" dirty="0">
                    <a:solidFill>
                      <a:srgbClr val="051AE1"/>
                    </a:solidFill>
                  </a:rPr>
                  <a:t>  </a:t>
                </a:r>
                <a:r>
                  <a:rPr lang="he-IL" sz="2000" dirty="0"/>
                  <a:t>מעל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/>
                      </a:rPr>
                      <m:t>𝑉𝑎𝑟</m:t>
                    </m:r>
                    <m:r>
                      <a:rPr lang="en-US" sz="2000" i="1" baseline="-25000" dirty="0" smtClean="0">
                        <a:latin typeface="Cambria Math"/>
                      </a:rPr>
                      <m:t>1</m:t>
                    </m:r>
                    <m:r>
                      <a:rPr lang="en-US" sz="2000" b="0" i="1" dirty="0" smtClean="0">
                        <a:latin typeface="Cambria Math"/>
                      </a:rPr>
                      <m:t>∪</m:t>
                    </m:r>
                    <m:r>
                      <a:rPr lang="en-US" sz="2000" i="1" dirty="0" smtClean="0">
                        <a:latin typeface="Cambria Math"/>
                      </a:rPr>
                      <m:t> </m:t>
                    </m:r>
                    <m:r>
                      <a:rPr lang="en-US" sz="2000" i="1" dirty="0" smtClean="0">
                        <a:latin typeface="Cambria Math"/>
                      </a:rPr>
                      <m:t>𝑉𝑎𝑟</m:t>
                    </m:r>
                    <m:r>
                      <a:rPr lang="en-US" sz="2000" i="1" baseline="-25000" dirty="0" smtClean="0">
                        <a:latin typeface="Cambria Math"/>
                      </a:rPr>
                      <m:t>2</m:t>
                    </m:r>
                  </m:oMath>
                </a14:m>
                <a:r>
                  <a:rPr lang="he-IL" sz="2000" dirty="0"/>
                  <a:t>:</a:t>
                </a:r>
                <a:br>
                  <a:rPr lang="en-US" sz="2000" dirty="0"/>
                </a:br>
                <a:endParaRPr lang="en-US" sz="2000" dirty="0"/>
              </a:p>
              <a:p>
                <a:pPr algn="ctr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/>
                        </a:rPr>
                        <m:t>〈</m:t>
                      </m:r>
                      <m:r>
                        <a:rPr lang="en-US" sz="22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𝐿𝑜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20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/>
                        </a:rPr>
                        <m:t>×</m:t>
                      </m:r>
                      <m:r>
                        <a:rPr lang="en-US" sz="2200" i="1">
                          <a:solidFill>
                            <a:srgbClr val="FF0000"/>
                          </a:solidFill>
                          <a:latin typeface="Cambria Math"/>
                        </a:rPr>
                        <m:t>𝐿𝑜</m:t>
                      </m:r>
                      <m:sSub>
                        <m:sSubPr>
                          <m:ctrlPr>
                            <a:rPr lang="en-US" sz="2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2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200" i="1">
                          <a:latin typeface="Cambria Math"/>
                        </a:rPr>
                        <m:t>, </m:t>
                      </m:r>
                      <m:r>
                        <a:rPr lang="en-US" sz="2200" i="1">
                          <a:latin typeface="Cambria Math"/>
                        </a:rPr>
                        <m:t>𝐴𝑐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220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∪</m:t>
                      </m:r>
                      <m:r>
                        <a:rPr lang="en-US" sz="2200" i="1">
                          <a:latin typeface="Cambria Math"/>
                        </a:rPr>
                        <m:t>𝐴𝑐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sz="22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200" i="1">
                          <a:latin typeface="Cambria Math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200" i="0">
                          <a:latin typeface="Cambria Math"/>
                        </a:rPr>
                        <m:t>Effect</m:t>
                      </m:r>
                      <m:r>
                        <a:rPr lang="en-US" sz="2200" i="1">
                          <a:latin typeface="Cambria Math"/>
                        </a:rPr>
                        <m:t>, →,</m:t>
                      </m:r>
                      <m:r>
                        <a:rPr lang="en-US" sz="2200" i="1">
                          <a:latin typeface="Cambria Math"/>
                        </a:rPr>
                        <m:t>𝐿𝑜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200" i="1">
                              <a:latin typeface="Cambria Math"/>
                            </a:rPr>
                            <m:t>0</m:t>
                          </m:r>
                          <m:r>
                            <a:rPr lang="en-US" sz="2200" i="1">
                              <a:latin typeface="Cambria Math"/>
                            </a:rPr>
                            <m:t>,</m:t>
                          </m:r>
                          <m:r>
                            <a:rPr lang="en-US" sz="220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200" i="1">
                          <a:latin typeface="Cambria Math"/>
                        </a:rPr>
                        <m:t>×</m:t>
                      </m:r>
                      <m:r>
                        <a:rPr lang="en-US" sz="2200" i="1">
                          <a:latin typeface="Cambria Math"/>
                        </a:rPr>
                        <m:t>𝐿𝑜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200" i="1">
                              <a:latin typeface="Cambria Math"/>
                            </a:rPr>
                            <m:t>0</m:t>
                          </m:r>
                          <m:r>
                            <a:rPr lang="en-US" sz="2200" i="1">
                              <a:latin typeface="Cambria Math"/>
                            </a:rPr>
                            <m:t>,</m:t>
                          </m:r>
                          <m:r>
                            <a:rPr lang="en-US" sz="22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200" i="1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US" sz="2200" i="1">
                              <a:latin typeface="Cambria Math"/>
                            </a:rPr>
                            <m:t>0</m:t>
                          </m:r>
                          <m:r>
                            <a:rPr lang="en-US" sz="2200" i="1">
                              <a:latin typeface="Cambria Math"/>
                            </a:rPr>
                            <m:t>,</m:t>
                          </m:r>
                          <m:r>
                            <a:rPr lang="en-US" sz="220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200" i="1">
                          <a:latin typeface="Cambria Math"/>
                        </a:rPr>
                        <m:t>∧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/>
                            </a:rPr>
                            <m:t>𝑔</m:t>
                          </m:r>
                        </m:e>
                        <m:sub>
                          <m:r>
                            <a:rPr lang="en-US" sz="2200" i="1">
                              <a:latin typeface="Cambria Math"/>
                            </a:rPr>
                            <m:t>0</m:t>
                          </m:r>
                          <m:r>
                            <a:rPr lang="en-US" sz="2200" i="1">
                              <a:latin typeface="Cambria Math"/>
                            </a:rPr>
                            <m:t>,</m:t>
                          </m:r>
                          <m:r>
                            <a:rPr lang="en-US" sz="22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200" i="1">
                          <a:latin typeface="Cambria Math"/>
                        </a:rPr>
                        <m:t>〉</m:t>
                      </m:r>
                    </m:oMath>
                  </m:oMathPara>
                </a14:m>
                <a:br>
                  <a:rPr lang="en-US" sz="2200" dirty="0"/>
                </a:br>
                <a:endParaRPr lang="he-IL" sz="2200" dirty="0"/>
              </a:p>
              <a:p>
                <a:pPr>
                  <a:buNone/>
                </a:pPr>
                <a:endParaRPr lang="he-IL" sz="2000" dirty="0">
                  <a:latin typeface="cmsy10"/>
                </a:endParaRPr>
              </a:p>
              <a:p>
                <a:pPr>
                  <a:buNone/>
                </a:pPr>
                <a:r>
                  <a:rPr lang="he-IL" sz="2000" dirty="0">
                    <a:latin typeface="cmsy10"/>
                  </a:rPr>
                  <a:t>באשר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→</m:t>
                    </m:r>
                    <m:r>
                      <a:rPr lang="he-IL" sz="2000" i="1" dirty="0" smtClean="0">
                        <a:latin typeface="Cambria Math"/>
                        <a:sym typeface="Symbol"/>
                      </a:rPr>
                      <m:t> </m:t>
                    </m:r>
                  </m:oMath>
                </a14:m>
                <a:r>
                  <a:rPr lang="he-IL" sz="2000" dirty="0">
                    <a:latin typeface="Symbol"/>
                    <a:sym typeface="Symbol"/>
                  </a:rPr>
                  <a:t> מוגדר באמצעות כללי </a:t>
                </a:r>
                <a:r>
                  <a:rPr lang="he-IL" sz="2000" dirty="0" err="1">
                    <a:latin typeface="Symbol"/>
                    <a:sym typeface="Symbol"/>
                  </a:rPr>
                  <a:t>ההסק</a:t>
                </a:r>
                <a:r>
                  <a:rPr lang="he-IL" sz="2000" dirty="0">
                    <a:latin typeface="Symbol"/>
                    <a:sym typeface="Symbol"/>
                  </a:rPr>
                  <a:t>:</a:t>
                </a:r>
              </a:p>
              <a:p>
                <a:pPr>
                  <a:buNone/>
                </a:pPr>
                <a:endParaRPr lang="he-IL" sz="2000" dirty="0">
                  <a:latin typeface="Symbol"/>
                  <a:sym typeface="Symbol"/>
                </a:endParaRPr>
              </a:p>
              <a:p>
                <a:pPr>
                  <a:buNone/>
                </a:pPr>
                <a:endParaRPr lang="he-IL" sz="2000" dirty="0">
                  <a:latin typeface="Symbol"/>
                  <a:sym typeface="Symbol"/>
                </a:endParaRPr>
              </a:p>
              <a:p>
                <a:pPr>
                  <a:buNone/>
                </a:pPr>
                <a:endParaRPr lang="he-IL" sz="2000" dirty="0">
                  <a:latin typeface="Symbol"/>
                  <a:sym typeface="Symbol"/>
                </a:endParaRPr>
              </a:p>
              <a:p>
                <a:pPr>
                  <a:buNone/>
                </a:pPr>
                <a:endParaRPr lang="he-IL" sz="2000" dirty="0">
                  <a:latin typeface="Symbol"/>
                  <a:sym typeface="Symbol"/>
                </a:endParaRPr>
              </a:p>
              <a:p>
                <a:pPr>
                  <a:buNone/>
                </a:pPr>
                <a:endParaRPr lang="en-US" sz="2000" dirty="0">
                  <a:latin typeface="Symbol"/>
                  <a:sym typeface="Symbol"/>
                </a:endParaRPr>
              </a:p>
              <a:p>
                <a:pPr>
                  <a:buNone/>
                </a:pPr>
                <a:r>
                  <a:rPr lang="he-IL" sz="2000" dirty="0">
                    <a:latin typeface="Symbol"/>
                    <a:sym typeface="Symbol"/>
                  </a:rPr>
                  <a:t>ו-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i="0" dirty="0" smtClean="0">
                        <a:latin typeface="Cambria Math"/>
                        <a:sym typeface="Symbol"/>
                      </a:rPr>
                      <m:t>Effect</m:t>
                    </m:r>
                    <m:r>
                      <a:rPr lang="en-US" sz="2000" i="1" dirty="0" smtClean="0">
                        <a:latin typeface="Cambria Math"/>
                        <a:sym typeface="Symbol"/>
                      </a:rPr>
                      <m:t>(</m:t>
                    </m:r>
                    <m:r>
                      <a:rPr lang="en-US" sz="2000" b="0" i="1" dirty="0" smtClean="0">
                        <a:latin typeface="Cambria Math"/>
                        <a:sym typeface="Symbol"/>
                      </a:rPr>
                      <m:t>𝛼</m:t>
                    </m:r>
                    <m:r>
                      <a:rPr lang="en-US" sz="2000" i="1" dirty="0" smtClean="0">
                        <a:latin typeface="Cambria Math"/>
                        <a:sym typeface="Symbol"/>
                      </a:rPr>
                      <m:t>,</m:t>
                    </m:r>
                    <m:r>
                      <a:rPr lang="en-US" sz="2000" b="0" i="1" dirty="0" smtClean="0">
                        <a:latin typeface="Cambria Math"/>
                        <a:sym typeface="Symbol"/>
                      </a:rPr>
                      <m:t>𝜂</m:t>
                    </m:r>
                    <m:r>
                      <a:rPr lang="en-US" sz="2000" i="1" dirty="0" smtClean="0">
                        <a:latin typeface="Cambria Math"/>
                        <a:sym typeface="Symbol"/>
                      </a:rPr>
                      <m:t>)=</m:t>
                    </m:r>
                    <m:r>
                      <m:rPr>
                        <m:sty m:val="p"/>
                      </m:rPr>
                      <a:rPr lang="en-US" sz="2000" i="0" dirty="0" err="1" smtClean="0">
                        <a:latin typeface="Cambria Math"/>
                        <a:sym typeface="Symbol"/>
                      </a:rPr>
                      <m:t>Effect</m:t>
                    </m:r>
                    <m:r>
                      <a:rPr lang="en-US" sz="2000" i="1" baseline="-25000" dirty="0" err="1" smtClean="0">
                        <a:latin typeface="Cambria Math"/>
                        <a:sym typeface="Symbol"/>
                      </a:rPr>
                      <m:t>𝑖</m:t>
                    </m:r>
                    <m:r>
                      <a:rPr lang="en-US" sz="2000" i="1" dirty="0" smtClean="0">
                        <a:latin typeface="Cambria Math"/>
                        <a:sym typeface="Symbol"/>
                      </a:rPr>
                      <m:t>(</m:t>
                    </m:r>
                    <m:r>
                      <a:rPr lang="en-US" sz="2000" b="0" i="1" dirty="0" smtClean="0">
                        <a:latin typeface="Cambria Math"/>
                        <a:sym typeface="Symbol"/>
                      </a:rPr>
                      <m:t>𝛼</m:t>
                    </m:r>
                    <m:r>
                      <a:rPr lang="en-US" sz="2000" i="1" dirty="0" smtClean="0">
                        <a:latin typeface="Cambria Math"/>
                        <a:sym typeface="Symbol"/>
                      </a:rPr>
                      <m:t>,</m:t>
                    </m:r>
                    <m:r>
                      <a:rPr lang="en-US" sz="2000" b="0" i="1" dirty="0" smtClean="0">
                        <a:latin typeface="Cambria Math"/>
                        <a:sym typeface="Symbol"/>
                      </a:rPr>
                      <m:t>𝜂</m:t>
                    </m:r>
                    <m:r>
                      <a:rPr lang="en-US" sz="2000" i="1" dirty="0" smtClean="0">
                        <a:latin typeface="Cambria Math"/>
                        <a:sym typeface="Symbol"/>
                      </a:rPr>
                      <m:t>)</m:t>
                    </m:r>
                    <m:r>
                      <a:rPr lang="he-IL" sz="2000" i="1" dirty="0" smtClean="0">
                        <a:latin typeface="Cambria Math"/>
                        <a:sym typeface="Symbol"/>
                      </a:rPr>
                      <m:t>  </m:t>
                    </m:r>
                  </m:oMath>
                </a14:m>
                <a:r>
                  <a:rPr lang="he-IL" sz="2000" dirty="0">
                    <a:latin typeface="Symbol"/>
                    <a:sym typeface="Symbol"/>
                  </a:rPr>
                  <a:t> אם 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/>
                        <a:sym typeface="Symbol"/>
                      </a:rPr>
                      <m:t>𝛼</m:t>
                    </m:r>
                    <m:r>
                      <a:rPr lang="en-US" sz="2000" b="0" i="1" dirty="0" smtClean="0">
                        <a:latin typeface="Cambria Math"/>
                        <a:sym typeface="Symbol"/>
                      </a:rPr>
                      <m:t>∈</m:t>
                    </m:r>
                    <m:r>
                      <a:rPr lang="en-US" sz="2000" i="1" dirty="0" err="1" smtClean="0">
                        <a:latin typeface="Cambria Math"/>
                        <a:sym typeface="Symbol"/>
                      </a:rPr>
                      <m:t>𝐴𝑐𝑡</m:t>
                    </m:r>
                    <m:r>
                      <a:rPr lang="en-US" sz="2000" i="1" baseline="-25000" dirty="0" err="1" smtClean="0">
                        <a:latin typeface="Cambria Math"/>
                        <a:sym typeface="Symbol"/>
                      </a:rPr>
                      <m:t>𝑖</m:t>
                    </m:r>
                  </m:oMath>
                </a14:m>
                <a:endParaRPr lang="he-IL" sz="2000" baseline="-25000" dirty="0">
                  <a:latin typeface="Symbol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2400" y="1143000"/>
                <a:ext cx="8915400" cy="4876800"/>
              </a:xfrm>
              <a:blipFill>
                <a:blip r:embed="rId2"/>
                <a:stretch>
                  <a:fillRect t="-1250" r="-5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6667500" y="6858000"/>
            <a:ext cx="2476500" cy="476250"/>
          </a:xfrm>
        </p:spPr>
        <p:txBody>
          <a:bodyPr/>
          <a:lstStyle/>
          <a:p>
            <a:fld id="{817237BB-98DC-47CE-BA0F-64B4838E46AD}" type="datetime12">
              <a:rPr lang="he-IL" smtClean="0"/>
              <a:t>30/09/2025 17:02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2438400" y="4136842"/>
                <a:ext cx="2362200" cy="94442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</m:t>
                              </m:r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𝑔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: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𝛼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  </m:t>
                              </m:r>
                            </m:e>
                          </m:groupCh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  </m:t>
                          </m:r>
                          <m:sSubSup>
                            <m:sSubSup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𝑔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: </m:t>
                              </m:r>
                              <m:r>
                                <a:rPr lang="he-IL" sz="2000" b="0" i="1" smtClean="0">
                                  <a:latin typeface="Cambria Math"/>
                                </a:rPr>
                                <m:t>𝛼</m:t>
                              </m:r>
                              <m:r>
                                <a:rPr lang="he-IL" sz="2000" b="0" i="1" smtClean="0">
                                  <a:latin typeface="Cambria Math"/>
                                </a:rPr>
                                <m:t>  </m:t>
                              </m:r>
                            </m:e>
                          </m:groupChr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he-IL" sz="20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4136842"/>
                <a:ext cx="2362200" cy="9444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181600" y="4136842"/>
                <a:ext cx="2362200" cy="94442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</m:t>
                              </m:r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𝑔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: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𝛼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  </m:t>
                              </m:r>
                            </m:e>
                          </m:groupCh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  </m:t>
                          </m:r>
                          <m:sSubSup>
                            <m:sSubSup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𝑔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: </m:t>
                              </m:r>
                              <m:r>
                                <a:rPr lang="he-IL" sz="2000" b="0" i="1" smtClean="0">
                                  <a:latin typeface="Cambria Math"/>
                                </a:rPr>
                                <m:t>𝛼</m:t>
                              </m:r>
                              <m:r>
                                <a:rPr lang="he-IL" sz="2000" b="0" i="1" smtClean="0">
                                  <a:latin typeface="Cambria Math"/>
                                </a:rPr>
                                <m:t>  </m:t>
                              </m:r>
                            </m:e>
                          </m:groupChr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𝑙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′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he-IL" sz="200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4136842"/>
                <a:ext cx="2362200" cy="94442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maze of a cartoon character&#10;&#10;Description automatically generated with medium confidence">
            <a:extLst>
              <a:ext uri="{FF2B5EF4-FFF2-40B4-BE49-F238E27FC236}">
                <a16:creationId xmlns:a16="http://schemas.microsoft.com/office/drawing/2014/main" id="{047DF360-91F6-FCD9-0F52-C1C133AAD7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56" y="4522445"/>
            <a:ext cx="2370695" cy="23706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63220"/>
            <a:ext cx="7772400" cy="1143000"/>
          </a:xfrm>
        </p:spPr>
        <p:txBody>
          <a:bodyPr/>
          <a:lstStyle/>
          <a:p>
            <a:r>
              <a:rPr lang="he-IL"/>
              <a:t>דוגמה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2202CA4-0093-4920-BB9C-22F3AF2143F5}"/>
              </a:ext>
            </a:extLst>
          </p:cNvPr>
          <p:cNvGrpSpPr/>
          <p:nvPr/>
        </p:nvGrpSpPr>
        <p:grpSpPr>
          <a:xfrm>
            <a:off x="838200" y="1447800"/>
            <a:ext cx="7549485" cy="838200"/>
            <a:chOff x="762000" y="2960132"/>
            <a:chExt cx="7549485" cy="8382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/>
                <p:cNvSpPr/>
                <p:nvPr/>
              </p:nvSpPr>
              <p:spPr>
                <a:xfrm>
                  <a:off x="1588477" y="3124200"/>
                  <a:ext cx="457200" cy="38100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12" name="Rectangle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8477" y="3124200"/>
                  <a:ext cx="457200" cy="38100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/>
                <p:cNvSpPr/>
                <p:nvPr/>
              </p:nvSpPr>
              <p:spPr>
                <a:xfrm>
                  <a:off x="3798277" y="3124200"/>
                  <a:ext cx="457200" cy="38100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13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98277" y="3124200"/>
                  <a:ext cx="457200" cy="3810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Arrow Connector 13"/>
            <p:cNvCxnSpPr>
              <a:stCxn id="12" idx="3"/>
              <a:endCxn id="13" idx="1"/>
            </p:cNvCxnSpPr>
            <p:nvPr/>
          </p:nvCxnSpPr>
          <p:spPr>
            <a:xfrm>
              <a:off x="2045677" y="3314700"/>
              <a:ext cx="17526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endCxn id="12" idx="1"/>
            </p:cNvCxnSpPr>
            <p:nvPr/>
          </p:nvCxnSpPr>
          <p:spPr>
            <a:xfrm>
              <a:off x="1295400" y="3305908"/>
              <a:ext cx="293077" cy="879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2154117" y="2971800"/>
                  <a:ext cx="15307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:r>
                    <a:rPr lang="en-US">
                      <a:solidFill>
                        <a:schemeClr val="accent1">
                          <a:lumMod val="50000"/>
                        </a:schemeClr>
                      </a:solidFill>
                      <a:latin typeface="cmmi10"/>
                    </a:rPr>
                    <a:t>true </a:t>
                  </a:r>
                  <a:r>
                    <a:rPr lang="he-IL">
                      <a:solidFill>
                        <a:schemeClr val="accent1">
                          <a:lumMod val="50000"/>
                        </a:schemeClr>
                      </a:solidFill>
                      <a:latin typeface="cmmi10"/>
                    </a:rPr>
                    <a:t>:</a:t>
                  </a:r>
                  <a14:m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endParaRPr lang="en-US">
                    <a:solidFill>
                      <a:schemeClr val="accent1">
                        <a:lumMod val="50000"/>
                      </a:schemeClr>
                    </a:solidFill>
                    <a:latin typeface="cmmi10"/>
                  </a:endParaRPr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4117" y="2971800"/>
                  <a:ext cx="1530740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3586" t="-11475" b="-262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/>
                <p:cNvSpPr/>
                <p:nvPr/>
              </p:nvSpPr>
              <p:spPr>
                <a:xfrm>
                  <a:off x="5459845" y="3124200"/>
                  <a:ext cx="457200" cy="38100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17" name="Rectangle 1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9845" y="3124200"/>
                  <a:ext cx="457200" cy="38100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7"/>
                <p:cNvSpPr/>
                <p:nvPr/>
              </p:nvSpPr>
              <p:spPr>
                <a:xfrm>
                  <a:off x="7854285" y="3124200"/>
                  <a:ext cx="457200" cy="38100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18" name="Rectangle 1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4285" y="3124200"/>
                  <a:ext cx="457200" cy="3810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Arrow Connector 18"/>
            <p:cNvCxnSpPr>
              <a:stCxn id="17" idx="3"/>
              <a:endCxn id="18" idx="1"/>
            </p:cNvCxnSpPr>
            <p:nvPr/>
          </p:nvCxnSpPr>
          <p:spPr>
            <a:xfrm>
              <a:off x="5917045" y="3314700"/>
              <a:ext cx="19372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endCxn id="17" idx="1"/>
            </p:cNvCxnSpPr>
            <p:nvPr/>
          </p:nvCxnSpPr>
          <p:spPr>
            <a:xfrm>
              <a:off x="5166768" y="3305908"/>
              <a:ext cx="293077" cy="879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5983224" y="2971800"/>
                  <a:ext cx="178722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:r>
                    <a:rPr lang="en-US">
                      <a:solidFill>
                        <a:schemeClr val="accent1">
                          <a:lumMod val="50000"/>
                        </a:schemeClr>
                      </a:solidFill>
                      <a:latin typeface="cmmi10"/>
                    </a:rPr>
                    <a:t>true</a:t>
                  </a:r>
                  <a14:m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he-IL">
                      <a:solidFill>
                        <a:schemeClr val="accent1">
                          <a:lumMod val="50000"/>
                        </a:schemeClr>
                      </a:solidFill>
                      <a:latin typeface="cmmi10"/>
                    </a:rPr>
                    <a:t>:</a:t>
                  </a:r>
                  <a14:m>
                    <m:oMath xmlns:m="http://schemas.openxmlformats.org/officeDocument/2006/math">
                      <m:r>
                        <a:rPr lang="en-US" b="0" i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a14:m>
                  <a:endParaRPr lang="en-US">
                    <a:solidFill>
                      <a:schemeClr val="accent1">
                        <a:lumMod val="50000"/>
                      </a:schemeClr>
                    </a:solidFill>
                    <a:latin typeface="cmmi10"/>
                  </a:endParaRPr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3224" y="2971800"/>
                  <a:ext cx="1787221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2730" t="-11475" b="-262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2514600" y="3417332"/>
                  <a:ext cx="638252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3417332"/>
                  <a:ext cx="638252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6635085" y="3429000"/>
                  <a:ext cx="643574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5085" y="3429000"/>
                  <a:ext cx="643574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/>
                <p:cNvSpPr txBox="1"/>
                <p:nvPr/>
              </p:nvSpPr>
              <p:spPr>
                <a:xfrm>
                  <a:off x="4665608" y="2960132"/>
                  <a:ext cx="8152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>
                    <a:solidFill>
                      <a:schemeClr val="accent1">
                        <a:lumMod val="50000"/>
                      </a:schemeClr>
                    </a:solidFill>
                    <a:latin typeface="cmmi10"/>
                  </a:endParaRPr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5608" y="2960132"/>
                  <a:ext cx="815223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762000" y="2960132"/>
                  <a:ext cx="8152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>
                    <a:solidFill>
                      <a:schemeClr val="accent1">
                        <a:lumMod val="50000"/>
                      </a:schemeClr>
                    </a:solidFill>
                    <a:latin typeface="cmmi10"/>
                  </a:endParaRP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000" y="2960132"/>
                  <a:ext cx="815223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4" name="Picture 3" descr="A cartoon character and a tangled rope&#10;&#10;Description automatically generated with medium confidence">
            <a:extLst>
              <a:ext uri="{FF2B5EF4-FFF2-40B4-BE49-F238E27FC236}">
                <a16:creationId xmlns:a16="http://schemas.microsoft.com/office/drawing/2014/main" id="{BCF66776-B614-AD1A-543D-C9C859FD2EC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5765" y="2722641"/>
            <a:ext cx="4726401" cy="398295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363220"/>
            <a:ext cx="7772400" cy="1143000"/>
          </a:xfrm>
        </p:spPr>
        <p:txBody>
          <a:bodyPr/>
          <a:lstStyle/>
          <a:p>
            <a:r>
              <a:rPr lang="he-IL"/>
              <a:t>דוגמה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52883" y="6086853"/>
            <a:ext cx="60757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2E41FA"/>
                </a:solidFill>
                <a:latin typeface="cmmi10"/>
              </a:rPr>
              <a:t>TS</a:t>
            </a:r>
            <a:r>
              <a:rPr lang="en-US" sz="2800" dirty="0">
                <a:solidFill>
                  <a:srgbClr val="2E41FA"/>
                </a:solidFill>
                <a:latin typeface="cmr10"/>
              </a:rPr>
              <a:t>(</a:t>
            </a:r>
            <a:r>
              <a:rPr lang="en-US" sz="2800" dirty="0">
                <a:solidFill>
                  <a:srgbClr val="2E41FA"/>
                </a:solidFill>
                <a:latin typeface="cmmi10"/>
              </a:rPr>
              <a:t>PG</a:t>
            </a:r>
            <a:r>
              <a:rPr lang="en-US" sz="2800" baseline="-25000" dirty="0">
                <a:solidFill>
                  <a:srgbClr val="2E41FA"/>
                </a:solidFill>
                <a:latin typeface="cmr10"/>
              </a:rPr>
              <a:t>1</a:t>
            </a:r>
            <a:r>
              <a:rPr lang="en-US" sz="2800" dirty="0">
                <a:solidFill>
                  <a:srgbClr val="2E41FA"/>
                </a:solidFill>
                <a:latin typeface="cmr10"/>
              </a:rPr>
              <a:t>)</a:t>
            </a:r>
            <a:r>
              <a:rPr lang="en-US" sz="2800" dirty="0">
                <a:solidFill>
                  <a:srgbClr val="2E41FA"/>
                </a:solidFill>
              </a:rPr>
              <a:t> </a:t>
            </a:r>
            <a:r>
              <a:rPr lang="en-US" sz="2800" dirty="0">
                <a:solidFill>
                  <a:srgbClr val="2E41FA"/>
                </a:solidFill>
                <a:latin typeface="modstmary10"/>
              </a:rPr>
              <a:t>Z</a:t>
            </a:r>
            <a:r>
              <a:rPr lang="en-US" sz="2800" dirty="0">
                <a:solidFill>
                  <a:srgbClr val="2E41FA"/>
                </a:solidFill>
              </a:rPr>
              <a:t> </a:t>
            </a:r>
            <a:r>
              <a:rPr lang="en-US" sz="2800" dirty="0">
                <a:solidFill>
                  <a:srgbClr val="2E41FA"/>
                </a:solidFill>
                <a:latin typeface="cmmi10"/>
              </a:rPr>
              <a:t>TS</a:t>
            </a:r>
            <a:r>
              <a:rPr lang="en-US" sz="2800" dirty="0">
                <a:solidFill>
                  <a:srgbClr val="2E41FA"/>
                </a:solidFill>
                <a:latin typeface="cmr10"/>
              </a:rPr>
              <a:t>(</a:t>
            </a:r>
            <a:r>
              <a:rPr lang="en-US" sz="2800" dirty="0">
                <a:solidFill>
                  <a:srgbClr val="2E41FA"/>
                </a:solidFill>
                <a:latin typeface="cmmi10"/>
              </a:rPr>
              <a:t>PG</a:t>
            </a:r>
            <a:r>
              <a:rPr lang="en-US" sz="2800" baseline="-25000" dirty="0">
                <a:solidFill>
                  <a:srgbClr val="2E41FA"/>
                </a:solidFill>
                <a:latin typeface="cmr10"/>
              </a:rPr>
              <a:t>2</a:t>
            </a:r>
            <a:r>
              <a:rPr lang="en-US" sz="2800" dirty="0">
                <a:solidFill>
                  <a:srgbClr val="2E41FA"/>
                </a:solidFill>
                <a:latin typeface="cmr10"/>
              </a:rPr>
              <a:t>)</a:t>
            </a:r>
            <a:r>
              <a:rPr lang="en-US" sz="2800" dirty="0">
                <a:solidFill>
                  <a:srgbClr val="2E41FA"/>
                </a:solidFill>
              </a:rPr>
              <a:t> </a:t>
            </a:r>
            <a:r>
              <a:rPr lang="en-US" sz="2800" dirty="0">
                <a:latin typeface="Symbol"/>
                <a:sym typeface="Symbol"/>
              </a:rPr>
              <a:t>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  <a:latin typeface="cmmi10"/>
              </a:rPr>
              <a:t>TS</a:t>
            </a:r>
            <a:r>
              <a:rPr lang="en-US" sz="2800" dirty="0">
                <a:solidFill>
                  <a:srgbClr val="FF0000"/>
                </a:solidFill>
                <a:latin typeface="cmr10"/>
              </a:rPr>
              <a:t>(</a:t>
            </a:r>
            <a:r>
              <a:rPr lang="en-US" sz="2800" dirty="0">
                <a:solidFill>
                  <a:srgbClr val="FF0000"/>
                </a:solidFill>
                <a:latin typeface="cmmi10"/>
              </a:rPr>
              <a:t>PG</a:t>
            </a:r>
            <a:r>
              <a:rPr lang="en-US" sz="2800" baseline="-25000" dirty="0">
                <a:solidFill>
                  <a:srgbClr val="FF0000"/>
                </a:solidFill>
                <a:latin typeface="cmr10"/>
              </a:rPr>
              <a:t>1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modstmary10"/>
              </a:rPr>
              <a:t>∥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cmmi10"/>
              </a:rPr>
              <a:t>PG</a:t>
            </a:r>
            <a:r>
              <a:rPr lang="en-US" sz="2800" baseline="-25000" dirty="0">
                <a:solidFill>
                  <a:srgbClr val="FF0000"/>
                </a:solidFill>
                <a:latin typeface="cmr10"/>
              </a:rPr>
              <a:t>2</a:t>
            </a:r>
            <a:r>
              <a:rPr lang="en-US" sz="2800" dirty="0">
                <a:solidFill>
                  <a:srgbClr val="FF0000"/>
                </a:solidFill>
                <a:latin typeface="cmr10"/>
              </a:rPr>
              <a:t>)</a:t>
            </a:r>
            <a:endParaRPr lang="he-IL" sz="2800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6667500" y="6858000"/>
            <a:ext cx="2476500" cy="476250"/>
          </a:xfrm>
        </p:spPr>
        <p:txBody>
          <a:bodyPr/>
          <a:lstStyle/>
          <a:p>
            <a:fld id="{9A9854AE-1E6A-4DA3-B2B6-E2A3E7E251E4}" type="datetime12">
              <a:rPr lang="he-IL" smtClean="0"/>
              <a:t>30/09/2025 17:02</a:t>
            </a:fld>
            <a:endParaRPr lang="he-IL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2202CA4-0093-4920-BB9C-22F3AF2143F5}"/>
              </a:ext>
            </a:extLst>
          </p:cNvPr>
          <p:cNvGrpSpPr/>
          <p:nvPr/>
        </p:nvGrpSpPr>
        <p:grpSpPr>
          <a:xfrm>
            <a:off x="797257" y="990600"/>
            <a:ext cx="7549485" cy="838200"/>
            <a:chOff x="762000" y="2960132"/>
            <a:chExt cx="7549485" cy="8382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/>
                <p:cNvSpPr/>
                <p:nvPr/>
              </p:nvSpPr>
              <p:spPr>
                <a:xfrm>
                  <a:off x="1588477" y="3124200"/>
                  <a:ext cx="457200" cy="38100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12" name="Rectangle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8477" y="3124200"/>
                  <a:ext cx="457200" cy="38100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/>
                <p:cNvSpPr/>
                <p:nvPr/>
              </p:nvSpPr>
              <p:spPr>
                <a:xfrm>
                  <a:off x="3798277" y="3124200"/>
                  <a:ext cx="457200" cy="38100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13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98277" y="3124200"/>
                  <a:ext cx="457200" cy="3810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Arrow Connector 13"/>
            <p:cNvCxnSpPr>
              <a:stCxn id="12" idx="3"/>
              <a:endCxn id="13" idx="1"/>
            </p:cNvCxnSpPr>
            <p:nvPr/>
          </p:nvCxnSpPr>
          <p:spPr>
            <a:xfrm>
              <a:off x="2045677" y="3314700"/>
              <a:ext cx="17526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>
              <a:endCxn id="12" idx="1"/>
            </p:cNvCxnSpPr>
            <p:nvPr/>
          </p:nvCxnSpPr>
          <p:spPr>
            <a:xfrm>
              <a:off x="1295400" y="3305908"/>
              <a:ext cx="293077" cy="879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2154117" y="2971800"/>
                  <a:ext cx="153074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:r>
                    <a:rPr lang="en-US">
                      <a:solidFill>
                        <a:schemeClr val="accent1">
                          <a:lumMod val="50000"/>
                        </a:schemeClr>
                      </a:solidFill>
                      <a:latin typeface="cmmi10"/>
                    </a:rPr>
                    <a:t>true </a:t>
                  </a:r>
                  <a:r>
                    <a:rPr lang="he-IL">
                      <a:solidFill>
                        <a:schemeClr val="accent1">
                          <a:lumMod val="50000"/>
                        </a:schemeClr>
                      </a:solidFill>
                      <a:latin typeface="cmmi10"/>
                    </a:rPr>
                    <a:t>:</a:t>
                  </a:r>
                  <a14:m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endParaRPr lang="en-US">
                    <a:solidFill>
                      <a:schemeClr val="accent1">
                        <a:lumMod val="50000"/>
                      </a:schemeClr>
                    </a:solidFill>
                    <a:latin typeface="cmmi10"/>
                  </a:endParaRPr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54117" y="2971800"/>
                  <a:ext cx="1530740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3187" t="-11475" b="-262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/>
                <p:cNvSpPr/>
                <p:nvPr/>
              </p:nvSpPr>
              <p:spPr>
                <a:xfrm>
                  <a:off x="5459845" y="3124200"/>
                  <a:ext cx="457200" cy="38100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17" name="Rectangle 1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9845" y="3124200"/>
                  <a:ext cx="457200" cy="38100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ectangle 17"/>
                <p:cNvSpPr/>
                <p:nvPr/>
              </p:nvSpPr>
              <p:spPr>
                <a:xfrm>
                  <a:off x="7854285" y="3124200"/>
                  <a:ext cx="457200" cy="38100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he-IL"/>
                </a:p>
              </p:txBody>
            </p:sp>
          </mc:Choice>
          <mc:Fallback xmlns="">
            <p:sp>
              <p:nvSpPr>
                <p:cNvPr id="18" name="Rectangle 1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4285" y="3124200"/>
                  <a:ext cx="457200" cy="38100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" name="Straight Arrow Connector 18"/>
            <p:cNvCxnSpPr>
              <a:stCxn id="17" idx="3"/>
              <a:endCxn id="18" idx="1"/>
            </p:cNvCxnSpPr>
            <p:nvPr/>
          </p:nvCxnSpPr>
          <p:spPr>
            <a:xfrm>
              <a:off x="5917045" y="3314700"/>
              <a:ext cx="19372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endCxn id="17" idx="1"/>
            </p:cNvCxnSpPr>
            <p:nvPr/>
          </p:nvCxnSpPr>
          <p:spPr>
            <a:xfrm>
              <a:off x="5166768" y="3305908"/>
              <a:ext cx="293077" cy="879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5983224" y="2971800"/>
                  <a:ext cx="178722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:r>
                    <a:rPr lang="en-US">
                      <a:solidFill>
                        <a:schemeClr val="accent1">
                          <a:lumMod val="50000"/>
                        </a:schemeClr>
                      </a:solidFill>
                      <a:latin typeface="cmmi10"/>
                    </a:rPr>
                    <a:t>true</a:t>
                  </a:r>
                  <a14:m>
                    <m:oMath xmlns:m="http://schemas.openxmlformats.org/officeDocument/2006/math">
                      <m:r>
                        <a:rPr lang="en-US" b="0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he-IL">
                      <a:solidFill>
                        <a:schemeClr val="accent1">
                          <a:lumMod val="50000"/>
                        </a:schemeClr>
                      </a:solidFill>
                      <a:latin typeface="cmmi10"/>
                    </a:rPr>
                    <a:t>:</a:t>
                  </a:r>
                  <a14:m>
                    <m:oMath xmlns:m="http://schemas.openxmlformats.org/officeDocument/2006/math">
                      <m:r>
                        <a:rPr lang="en-US" b="0" i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a14:m>
                  <a:endParaRPr lang="en-US">
                    <a:solidFill>
                      <a:schemeClr val="accent1">
                        <a:lumMod val="50000"/>
                      </a:schemeClr>
                    </a:solidFill>
                    <a:latin typeface="cmmi10"/>
                  </a:endParaRPr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3224" y="2971800"/>
                  <a:ext cx="1787221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2730" t="-11475" b="-2623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2514600" y="3417332"/>
                  <a:ext cx="638252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4600" y="3417332"/>
                  <a:ext cx="638252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6635085" y="3429000"/>
                  <a:ext cx="643574" cy="369332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he-IL">
                    <a:solidFill>
                      <a:schemeClr val="accent2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5085" y="3429000"/>
                  <a:ext cx="643574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/>
                <p:cNvSpPr txBox="1"/>
                <p:nvPr/>
              </p:nvSpPr>
              <p:spPr>
                <a:xfrm>
                  <a:off x="4665608" y="2960132"/>
                  <a:ext cx="8152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>
                    <a:solidFill>
                      <a:schemeClr val="accent1">
                        <a:lumMod val="50000"/>
                      </a:schemeClr>
                    </a:solidFill>
                    <a:latin typeface="cmmi10"/>
                  </a:endParaRPr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5608" y="2960132"/>
                  <a:ext cx="815223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762000" y="2960132"/>
                  <a:ext cx="8152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>
                    <a:solidFill>
                      <a:schemeClr val="accent1">
                        <a:lumMod val="50000"/>
                      </a:schemeClr>
                    </a:solidFill>
                    <a:latin typeface="cmmi10"/>
                  </a:endParaRPr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2000" y="2960132"/>
                  <a:ext cx="815223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48" name="Graphic 47">
            <a:extLst>
              <a:ext uri="{FF2B5EF4-FFF2-40B4-BE49-F238E27FC236}">
                <a16:creationId xmlns:a16="http://schemas.microsoft.com/office/drawing/2014/main" id="{1C788294-A304-491E-82C0-D2AE551ABFDC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7113" t="35940" b="45763"/>
          <a:stretch/>
        </p:blipFill>
        <p:spPr>
          <a:xfrm>
            <a:off x="2171343" y="4270248"/>
            <a:ext cx="6932715" cy="13177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78263AD-2D04-4C88-9E31-4B5DA5A6E4C7}"/>
                  </a:ext>
                </a:extLst>
              </p:cNvPr>
              <p:cNvSpPr txBox="1"/>
              <p:nvPr/>
            </p:nvSpPr>
            <p:spPr>
              <a:xfrm>
                <a:off x="630549" y="2907268"/>
                <a:ext cx="15588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||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</m:t>
                      </m:r>
                    </m:oMath>
                  </m:oMathPara>
                </a14:m>
                <a:endParaRPr lang="LID4096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78263AD-2D04-4C88-9E31-4B5DA5A6E4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549" y="2907268"/>
                <a:ext cx="1558825" cy="369332"/>
              </a:xfrm>
              <a:prstGeom prst="rect">
                <a:avLst/>
              </a:prstGeom>
              <a:blipFill>
                <a:blip r:embed="rId11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7AAC914-E667-43B5-8B6A-FCE27D1008A1}"/>
                  </a:ext>
                </a:extLst>
              </p:cNvPr>
              <p:cNvSpPr txBox="1"/>
              <p:nvPr/>
            </p:nvSpPr>
            <p:spPr>
              <a:xfrm>
                <a:off x="245203" y="4742016"/>
                <a:ext cx="20153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𝑇𝑆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lit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||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</m:t>
                      </m:r>
                    </m:oMath>
                  </m:oMathPara>
                </a14:m>
                <a:endParaRPr lang="LID4096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7AAC914-E667-43B5-8B6A-FCE27D1008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203" y="4742016"/>
                <a:ext cx="2015360" cy="369332"/>
              </a:xfrm>
              <a:prstGeom prst="rect">
                <a:avLst/>
              </a:prstGeom>
              <a:blipFill>
                <a:blip r:embed="rId1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4105B538-B16D-4F2C-B89D-599114F2210B}"/>
              </a:ext>
            </a:extLst>
          </p:cNvPr>
          <p:cNvSpPr txBox="1"/>
          <p:nvPr/>
        </p:nvSpPr>
        <p:spPr>
          <a:xfrm>
            <a:off x="288564" y="3190734"/>
            <a:ext cx="1938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שזירת גרפי תכנית</a:t>
            </a:r>
            <a:endParaRPr lang="LID4096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473E3C2-28BA-489F-9F61-755FA02814D1}"/>
              </a:ext>
            </a:extLst>
          </p:cNvPr>
          <p:cNvSpPr txBox="1"/>
          <p:nvPr/>
        </p:nvSpPr>
        <p:spPr>
          <a:xfrm>
            <a:off x="-522115" y="5044568"/>
            <a:ext cx="3448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e-IL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פריסת השזירה</a:t>
            </a:r>
            <a:endParaRPr lang="LID4096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4233" y="2508652"/>
            <a:ext cx="5386388" cy="119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3722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337964"/>
            <a:ext cx="8789377" cy="685800"/>
          </a:xfrm>
        </p:spPr>
        <p:txBody>
          <a:bodyPr>
            <a:noAutofit/>
          </a:bodyPr>
          <a:lstStyle/>
          <a:p>
            <a:r>
              <a:rPr lang="he-IL" sz="2800">
                <a:latin typeface="Gisha" panose="020B0502040204020203" pitchFamily="34" charset="-79"/>
                <a:cs typeface="Gisha" panose="020B0502040204020203" pitchFamily="34" charset="-79"/>
              </a:rPr>
              <a:t>דוגמה: פריסת השזירות עובדת גם כשיש משתנים משותפים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52400" y="1524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defPPr>
              <a:defRPr lang="he-IL"/>
            </a:defPPr>
            <a:lvl1pPr marL="0" algn="ctr" defTabSz="914400" rtl="1" eaLnBrk="1" latinLnBrk="0" hangingPunct="1">
              <a:defRPr kumimoji="0" sz="1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marL="457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r" defTabSz="914400" rtl="1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21A1DA9-A2DD-4375-8887-E40ACC834D3F}" type="slidenum">
              <a:rPr lang="he-IL" smtClean="0"/>
              <a:pPr/>
              <a:t>37</a:t>
            </a:fld>
            <a:endParaRPr lang="he-IL"/>
          </a:p>
        </p:txBody>
      </p:sp>
      <p:sp>
        <p:nvSpPr>
          <p:cNvPr id="12" name="Left Brace 11"/>
          <p:cNvSpPr/>
          <p:nvPr/>
        </p:nvSpPr>
        <p:spPr>
          <a:xfrm rot="16200000">
            <a:off x="3479380" y="1731227"/>
            <a:ext cx="132032" cy="1036208"/>
          </a:xfrm>
          <a:prstGeom prst="leftBrace">
            <a:avLst>
              <a:gd name="adj1" fmla="val 76258"/>
              <a:gd name="adj2" fmla="val 48002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3175">
                <a:solidFill>
                  <a:schemeClr val="tx1"/>
                </a:solidFill>
              </a:ln>
            </a:endParaRPr>
          </a:p>
        </p:txBody>
      </p:sp>
      <p:sp>
        <p:nvSpPr>
          <p:cNvPr id="13" name="Left Brace 12"/>
          <p:cNvSpPr/>
          <p:nvPr/>
        </p:nvSpPr>
        <p:spPr>
          <a:xfrm rot="16200000">
            <a:off x="6764772" y="1817387"/>
            <a:ext cx="89426" cy="715670"/>
          </a:xfrm>
          <a:prstGeom prst="leftBrace">
            <a:avLst>
              <a:gd name="adj1" fmla="val 76258"/>
              <a:gd name="adj2" fmla="val 48002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3175">
                <a:solidFill>
                  <a:schemeClr val="tx1"/>
                </a:solidFill>
              </a:ln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346686" y="2262303"/>
                <a:ext cx="2359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686" y="2262303"/>
                <a:ext cx="235962" cy="369332"/>
              </a:xfrm>
              <a:prstGeom prst="rect">
                <a:avLst/>
              </a:prstGeom>
              <a:blipFill>
                <a:blip r:embed="rId2"/>
                <a:stretch>
                  <a:fillRect r="-2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635691" y="2245889"/>
                <a:ext cx="2551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2400">
                  <a:latin typeface="cmmi10"/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5691" y="2245889"/>
                <a:ext cx="255198" cy="369332"/>
              </a:xfrm>
              <a:prstGeom prst="rect">
                <a:avLst/>
              </a:prstGeom>
              <a:blipFill>
                <a:blip r:embed="rId3"/>
                <a:stretch>
                  <a:fillRect l="-7317" r="-36585"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2179663" y="1421315"/>
                <a:ext cx="468000" cy="396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>
                  <a:solidFill>
                    <a:schemeClr val="dk1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9663" y="1421315"/>
                <a:ext cx="468000" cy="396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2179663" y="2205819"/>
                <a:ext cx="468000" cy="396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i="1">
                  <a:solidFill>
                    <a:schemeClr val="dk1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9663" y="2205819"/>
                <a:ext cx="468000" cy="396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>
            <a:stCxn id="16" idx="2"/>
            <a:endCxn id="17" idx="0"/>
          </p:cNvCxnSpPr>
          <p:nvPr/>
        </p:nvCxnSpPr>
        <p:spPr>
          <a:xfrm>
            <a:off x="2413663" y="1817315"/>
            <a:ext cx="0" cy="388504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16" idx="0"/>
          </p:cNvCxnSpPr>
          <p:nvPr/>
        </p:nvCxnSpPr>
        <p:spPr>
          <a:xfrm>
            <a:off x="2413663" y="1253856"/>
            <a:ext cx="0" cy="167459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983497" y="1837415"/>
                <a:ext cx="26619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𝑡𝑟𝑢𝑒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3497" y="1837415"/>
                <a:ext cx="266190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5543132" y="1421315"/>
                <a:ext cx="468000" cy="396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>
                  <a:solidFill>
                    <a:schemeClr val="dk1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3132" y="1421315"/>
                <a:ext cx="468000" cy="396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5543132" y="2205819"/>
                <a:ext cx="468000" cy="396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i="1">
                  <a:solidFill>
                    <a:schemeClr val="dk1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3132" y="2205819"/>
                <a:ext cx="468000" cy="396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/>
          <p:cNvCxnSpPr/>
          <p:nvPr/>
        </p:nvCxnSpPr>
        <p:spPr>
          <a:xfrm>
            <a:off x="5777132" y="1817315"/>
            <a:ext cx="0" cy="388504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5775041" y="1254916"/>
            <a:ext cx="4182" cy="166399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229146" y="1795492"/>
                <a:ext cx="26619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𝑡𝑟𝑢𝑒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9146" y="1795492"/>
                <a:ext cx="266190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5481866" y="2678668"/>
                <a:ext cx="58643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1866" y="2678668"/>
                <a:ext cx="586435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2098466" y="2678668"/>
                <a:ext cx="630394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8466" y="2678668"/>
                <a:ext cx="63039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5775041" y="1041674"/>
                <a:ext cx="7594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5041" y="1041674"/>
                <a:ext cx="759452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2444257" y="1021830"/>
                <a:ext cx="7594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4257" y="1021830"/>
                <a:ext cx="759452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838200" y="4779641"/>
                <a:ext cx="771788" cy="396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rtlCol="1" anchor="ctr"/>
              <a:lstStyle/>
              <a:p>
                <a:pPr algn="just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〈</m:t>
                          </m:r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 sz="1600">
                  <a:solidFill>
                    <a:schemeClr val="dk1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779641"/>
                <a:ext cx="771788" cy="39600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3305281" y="4779641"/>
                <a:ext cx="771788" cy="396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rtlCol="1" anchor="ctr"/>
              <a:lstStyle/>
              <a:p>
                <a:pPr algn="just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〈</m:t>
                          </m:r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 sz="1600">
                  <a:solidFill>
                    <a:schemeClr val="dk1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5281" y="4779641"/>
                <a:ext cx="771788" cy="3960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2071741" y="3962400"/>
                <a:ext cx="771788" cy="396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rtlCol="1" anchor="ctr"/>
              <a:lstStyle/>
              <a:p>
                <a:pPr algn="just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〈</m:t>
                          </m:r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 sz="1600">
                  <a:solidFill>
                    <a:schemeClr val="dk1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1741" y="3962400"/>
                <a:ext cx="771788" cy="39600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2071741" y="5596883"/>
                <a:ext cx="771788" cy="396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0" rIns="0" bIns="0" rtlCol="1" anchor="ctr"/>
              <a:lstStyle/>
              <a:p>
                <a:pPr algn="just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〈</m:t>
                          </m:r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 sz="1600">
                  <a:solidFill>
                    <a:schemeClr val="dk1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1741" y="5596883"/>
                <a:ext cx="771788" cy="39600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Elbow Connector 39"/>
          <p:cNvCxnSpPr>
            <a:stCxn id="33" idx="3"/>
            <a:endCxn id="35" idx="0"/>
          </p:cNvCxnSpPr>
          <p:nvPr/>
        </p:nvCxnSpPr>
        <p:spPr>
          <a:xfrm>
            <a:off x="2843529" y="4160400"/>
            <a:ext cx="847646" cy="619241"/>
          </a:xfrm>
          <a:prstGeom prst="bentConnector2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2370348" y="3801746"/>
                <a:ext cx="26619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𝑡𝑟𝑢𝑒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0348" y="3801746"/>
                <a:ext cx="2661903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Elbow Connector 42"/>
          <p:cNvCxnSpPr>
            <a:stCxn id="33" idx="1"/>
            <a:endCxn id="34" idx="0"/>
          </p:cNvCxnSpPr>
          <p:nvPr/>
        </p:nvCxnSpPr>
        <p:spPr>
          <a:xfrm rot="10800000" flipV="1">
            <a:off x="1224095" y="4160399"/>
            <a:ext cx="847647" cy="619241"/>
          </a:xfrm>
          <a:prstGeom prst="bentConnector2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-204268" y="3824881"/>
                <a:ext cx="26619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𝑡𝑟𝑢𝑒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4268" y="3824881"/>
                <a:ext cx="2661903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Elbow Connector 46"/>
          <p:cNvCxnSpPr>
            <a:stCxn id="35" idx="2"/>
            <a:endCxn id="36" idx="3"/>
          </p:cNvCxnSpPr>
          <p:nvPr/>
        </p:nvCxnSpPr>
        <p:spPr>
          <a:xfrm rot="5400000">
            <a:off x="2957731" y="5061439"/>
            <a:ext cx="619242" cy="847646"/>
          </a:xfrm>
          <a:prstGeom prst="bentConnector2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Elbow Connector 49"/>
          <p:cNvCxnSpPr>
            <a:stCxn id="34" idx="2"/>
            <a:endCxn id="36" idx="1"/>
          </p:cNvCxnSpPr>
          <p:nvPr/>
        </p:nvCxnSpPr>
        <p:spPr>
          <a:xfrm rot="16200000" flipH="1">
            <a:off x="1338296" y="5061438"/>
            <a:ext cx="619242" cy="847647"/>
          </a:xfrm>
          <a:prstGeom prst="bentConnector2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-228600" y="5761069"/>
                <a:ext cx="26619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𝑡𝑟𝑢𝑒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28600" y="5761069"/>
                <a:ext cx="2661903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2497406" y="5808217"/>
                <a:ext cx="26619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𝑡𝑟𝑢𝑒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7406" y="5808217"/>
                <a:ext cx="2661903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54"/>
          <p:cNvCxnSpPr/>
          <p:nvPr/>
        </p:nvCxnSpPr>
        <p:spPr>
          <a:xfrm>
            <a:off x="2515235" y="3798426"/>
            <a:ext cx="0" cy="167459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2188166" y="3470206"/>
                <a:ext cx="7594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>
                  <a:solidFill>
                    <a:schemeClr val="tx1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8166" y="3470206"/>
                <a:ext cx="759452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/>
              <p:cNvSpPr/>
              <p:nvPr/>
            </p:nvSpPr>
            <p:spPr>
              <a:xfrm>
                <a:off x="4974990" y="4615366"/>
                <a:ext cx="1486689" cy="369332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45720" rIns="0" bIns="0" rtlCol="1" anchor="ctr">
                <a:spAutoFit/>
              </a:bodyPr>
              <a:lstStyle/>
              <a:p>
                <a:pPr algn="just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〈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〉,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↦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 sz="1600">
                  <a:latin typeface="Cambria Math"/>
                </a:endParaRPr>
              </a:p>
            </p:txBody>
          </p:sp>
        </mc:Choice>
        <mc:Fallback xmlns="">
          <p:sp>
            <p:nvSpPr>
              <p:cNvPr id="57" name="Rectangle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4990" y="4615366"/>
                <a:ext cx="1486689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/>
              <p:cNvSpPr/>
              <p:nvPr/>
            </p:nvSpPr>
            <p:spPr>
              <a:xfrm>
                <a:off x="7394093" y="4627928"/>
                <a:ext cx="1486689" cy="369332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45720" rIns="0" bIns="0" rtlCol="1" anchor="ctr">
                <a:spAutoFit/>
              </a:bodyPr>
              <a:lstStyle/>
              <a:p>
                <a:pPr algn="just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〈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〉,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i="1" smtClean="0">
                              <a:latin typeface="Cambria Math" panose="02040503050406030204" pitchFamily="18" charset="0"/>
                            </a:rPr>
                            <m:t>↦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 sz="1600">
                  <a:latin typeface="Cambria Math"/>
                </a:endParaRPr>
              </a:p>
            </p:txBody>
          </p:sp>
        </mc:Choice>
        <mc:Fallback xmlns="">
          <p:sp>
            <p:nvSpPr>
              <p:cNvPr id="58" name="Rectangle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4093" y="4627928"/>
                <a:ext cx="1486689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/>
              <p:cNvSpPr/>
              <p:nvPr/>
            </p:nvSpPr>
            <p:spPr>
              <a:xfrm>
                <a:off x="6158060" y="3798125"/>
                <a:ext cx="1481944" cy="369332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45720" rIns="0" bIns="0" rtlCol="1" anchor="ctr">
                <a:spAutoFit/>
              </a:bodyPr>
              <a:lstStyle/>
              <a:p>
                <a:pPr algn="just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〈</m:t>
                          </m:r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〉,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600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↦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 sz="1600">
                  <a:solidFill>
                    <a:schemeClr val="dk1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59" name="Rectangle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8060" y="3798125"/>
                <a:ext cx="1481944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/>
              <p:cNvSpPr/>
              <p:nvPr/>
            </p:nvSpPr>
            <p:spPr>
              <a:xfrm>
                <a:off x="4977224" y="5816997"/>
                <a:ext cx="1491434" cy="369332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45720" rIns="0" bIns="0" rtlCol="1" anchor="ctr">
                <a:spAutoFit/>
              </a:bodyPr>
              <a:lstStyle/>
              <a:p>
                <a:pPr algn="just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〈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〉,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↦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 sz="1600">
                  <a:latin typeface="Cambria Math"/>
                </a:endParaRPr>
              </a:p>
            </p:txBody>
          </p:sp>
        </mc:Choice>
        <mc:Fallback xmlns="">
          <p:sp>
            <p:nvSpPr>
              <p:cNvPr id="60" name="Rectangle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7224" y="5816997"/>
                <a:ext cx="1491434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Elbow Connector 60"/>
          <p:cNvCxnSpPr>
            <a:stCxn id="59" idx="3"/>
            <a:endCxn id="58" idx="0"/>
          </p:cNvCxnSpPr>
          <p:nvPr/>
        </p:nvCxnSpPr>
        <p:spPr>
          <a:xfrm>
            <a:off x="7640004" y="3982791"/>
            <a:ext cx="497434" cy="645137"/>
          </a:xfrm>
          <a:prstGeom prst="bentConnector2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7886760" y="4038600"/>
                <a:ext cx="9349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>
                  <a:solidFill>
                    <a:srgbClr val="FF0000"/>
                  </a:solidFill>
                  <a:latin typeface="cmmi10"/>
                </a:endParaRPr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6760" y="4038600"/>
                <a:ext cx="934933" cy="369332"/>
              </a:xfrm>
              <a:prstGeom prst="rect">
                <a:avLst/>
              </a:prstGeom>
              <a:blipFill>
                <a:blip r:embed="rId26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Elbow Connector 62"/>
          <p:cNvCxnSpPr>
            <a:stCxn id="59" idx="1"/>
            <a:endCxn id="57" idx="0"/>
          </p:cNvCxnSpPr>
          <p:nvPr/>
        </p:nvCxnSpPr>
        <p:spPr>
          <a:xfrm rot="10800000" flipV="1">
            <a:off x="5718336" y="3982790"/>
            <a:ext cx="439725" cy="632575"/>
          </a:xfrm>
          <a:prstGeom prst="bentConnector2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4953000" y="4050268"/>
                <a:ext cx="12360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0" y="4050268"/>
                <a:ext cx="1236001" cy="3693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Elbow Connector 65"/>
          <p:cNvCxnSpPr>
            <a:stCxn id="57" idx="2"/>
            <a:endCxn id="60" idx="0"/>
          </p:cNvCxnSpPr>
          <p:nvPr/>
        </p:nvCxnSpPr>
        <p:spPr>
          <a:xfrm>
            <a:off x="5718335" y="4984698"/>
            <a:ext cx="4606" cy="832299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5097465" y="5211762"/>
                <a:ext cx="98001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7465" y="5211762"/>
                <a:ext cx="980015" cy="369332"/>
              </a:xfrm>
              <a:prstGeom prst="rect">
                <a:avLst/>
              </a:prstGeom>
              <a:blipFill>
                <a:blip r:embed="rId28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7194440" y="5227191"/>
                <a:ext cx="26619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4440" y="5227191"/>
                <a:ext cx="2661903" cy="3693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Arrow Connector 68"/>
          <p:cNvCxnSpPr/>
          <p:nvPr/>
        </p:nvCxnSpPr>
        <p:spPr>
          <a:xfrm>
            <a:off x="7009475" y="3578223"/>
            <a:ext cx="0" cy="167459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ectangle 79"/>
              <p:cNvSpPr/>
              <p:nvPr/>
            </p:nvSpPr>
            <p:spPr>
              <a:xfrm>
                <a:off x="7391720" y="5816997"/>
                <a:ext cx="1491434" cy="369332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wrap="none" lIns="0" tIns="45720" rIns="0" bIns="0" rtlCol="1" anchor="ctr">
                <a:spAutoFit/>
              </a:bodyPr>
              <a:lstStyle/>
              <a:p>
                <a:pPr algn="just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i="1" smtClean="0">
                          <a:latin typeface="Cambria Math" panose="02040503050406030204" pitchFamily="18" charset="0"/>
                        </a:rPr>
                        <m:t>〈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〈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〉,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↦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en-US" sz="1600">
                  <a:latin typeface="Cambria Math"/>
                </a:endParaRPr>
              </a:p>
            </p:txBody>
          </p:sp>
        </mc:Choice>
        <mc:Fallback xmlns="">
          <p:sp>
            <p:nvSpPr>
              <p:cNvPr id="80" name="Rectangle 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720" y="5816997"/>
                <a:ext cx="1491434" cy="3693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Elbow Connector 65"/>
          <p:cNvCxnSpPr>
            <a:stCxn id="58" idx="2"/>
            <a:endCxn id="80" idx="0"/>
          </p:cNvCxnSpPr>
          <p:nvPr/>
        </p:nvCxnSpPr>
        <p:spPr>
          <a:xfrm flipH="1">
            <a:off x="8137437" y="4997260"/>
            <a:ext cx="1" cy="819737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Rectangle 81"/>
              <p:cNvSpPr/>
              <p:nvPr/>
            </p:nvSpPr>
            <p:spPr>
              <a:xfrm>
                <a:off x="1402662" y="6285538"/>
                <a:ext cx="1683237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lit/>
                          <m:nor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|||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82" name="Rectangle 8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2662" y="6285538"/>
                <a:ext cx="1683237" cy="369332"/>
              </a:xfrm>
              <a:prstGeom prst="rect">
                <a:avLst/>
              </a:prstGeom>
              <a:blipFill>
                <a:blip r:embed="rId31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tangle 82"/>
              <p:cNvSpPr/>
              <p:nvPr/>
            </p:nvSpPr>
            <p:spPr>
              <a:xfrm>
                <a:off x="6204710" y="6319596"/>
                <a:ext cx="1683237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𝑇𝑆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∥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83" name="Rectangle 8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710" y="6319596"/>
                <a:ext cx="1683237" cy="369332"/>
              </a:xfrm>
              <a:prstGeom prst="rect">
                <a:avLst/>
              </a:prstGeom>
              <a:blipFill>
                <a:blip r:embed="rId32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FC62ABF5-1606-FEDC-1A32-D4A5AC4AD11D}"/>
              </a:ext>
            </a:extLst>
          </p:cNvPr>
          <p:cNvSpPr/>
          <p:nvPr/>
        </p:nvSpPr>
        <p:spPr>
          <a:xfrm rot="20262186">
            <a:off x="593938" y="3451750"/>
            <a:ext cx="7580921" cy="646331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3600">
                <a:solidFill>
                  <a:srgbClr val="2E41FA"/>
                </a:solidFill>
                <a:latin typeface="cmmi10"/>
              </a:rPr>
              <a:t>TS</a:t>
            </a:r>
            <a:r>
              <a:rPr lang="en-US" sz="3600">
                <a:solidFill>
                  <a:srgbClr val="2E41FA"/>
                </a:solidFill>
                <a:latin typeface="cmr10"/>
              </a:rPr>
              <a:t>(</a:t>
            </a:r>
            <a:r>
              <a:rPr lang="en-US" sz="3600">
                <a:solidFill>
                  <a:srgbClr val="2E41FA"/>
                </a:solidFill>
                <a:latin typeface="cmmi10"/>
              </a:rPr>
              <a:t>PG</a:t>
            </a:r>
            <a:r>
              <a:rPr lang="en-US" sz="3600" baseline="-25000">
                <a:solidFill>
                  <a:srgbClr val="2E41FA"/>
                </a:solidFill>
                <a:latin typeface="cmr10"/>
              </a:rPr>
              <a:t>1</a:t>
            </a:r>
            <a:r>
              <a:rPr lang="en-US" sz="3600">
                <a:solidFill>
                  <a:srgbClr val="2E41FA"/>
                </a:solidFill>
                <a:latin typeface="cmr10"/>
              </a:rPr>
              <a:t>)</a:t>
            </a:r>
            <a:r>
              <a:rPr lang="en-US" sz="3600">
                <a:solidFill>
                  <a:srgbClr val="2E41FA"/>
                </a:solidFill>
              </a:rPr>
              <a:t> </a:t>
            </a:r>
            <a:r>
              <a:rPr lang="en-US" sz="3600">
                <a:solidFill>
                  <a:srgbClr val="2E41FA"/>
                </a:solidFill>
                <a:latin typeface="modstmary10"/>
              </a:rPr>
              <a:t>Z</a:t>
            </a:r>
            <a:r>
              <a:rPr lang="en-US" sz="3600">
                <a:solidFill>
                  <a:srgbClr val="2E41FA"/>
                </a:solidFill>
              </a:rPr>
              <a:t> </a:t>
            </a:r>
            <a:r>
              <a:rPr lang="en-US" sz="3600">
                <a:solidFill>
                  <a:srgbClr val="2E41FA"/>
                </a:solidFill>
                <a:latin typeface="cmmi10"/>
              </a:rPr>
              <a:t>TS</a:t>
            </a:r>
            <a:r>
              <a:rPr lang="en-US" sz="3600">
                <a:solidFill>
                  <a:srgbClr val="2E41FA"/>
                </a:solidFill>
                <a:latin typeface="cmr10"/>
              </a:rPr>
              <a:t>(</a:t>
            </a:r>
            <a:r>
              <a:rPr lang="en-US" sz="3600">
                <a:solidFill>
                  <a:srgbClr val="2E41FA"/>
                </a:solidFill>
                <a:latin typeface="cmmi10"/>
              </a:rPr>
              <a:t>PG</a:t>
            </a:r>
            <a:r>
              <a:rPr lang="en-US" sz="3600" baseline="-25000">
                <a:solidFill>
                  <a:srgbClr val="2E41FA"/>
                </a:solidFill>
                <a:latin typeface="cmr10"/>
              </a:rPr>
              <a:t>2</a:t>
            </a:r>
            <a:r>
              <a:rPr lang="en-US" sz="3600">
                <a:solidFill>
                  <a:srgbClr val="2E41FA"/>
                </a:solidFill>
                <a:latin typeface="cmr10"/>
              </a:rPr>
              <a:t>)</a:t>
            </a:r>
            <a:r>
              <a:rPr lang="en-US" sz="3600">
                <a:solidFill>
                  <a:srgbClr val="2E41FA"/>
                </a:solidFill>
              </a:rPr>
              <a:t> </a:t>
            </a:r>
            <a:r>
              <a:rPr lang="en-US" sz="3600">
                <a:latin typeface="Symbol"/>
                <a:sym typeface="Symbol"/>
              </a:rPr>
              <a:t></a:t>
            </a:r>
            <a:r>
              <a:rPr lang="en-US" sz="3600"/>
              <a:t> </a:t>
            </a:r>
            <a:r>
              <a:rPr lang="en-US" sz="3600">
                <a:solidFill>
                  <a:srgbClr val="FF0000"/>
                </a:solidFill>
                <a:latin typeface="cmmi10"/>
              </a:rPr>
              <a:t>TS</a:t>
            </a:r>
            <a:r>
              <a:rPr lang="en-US" sz="3600">
                <a:solidFill>
                  <a:srgbClr val="FF0000"/>
                </a:solidFill>
                <a:latin typeface="cmr10"/>
              </a:rPr>
              <a:t>(</a:t>
            </a:r>
            <a:r>
              <a:rPr lang="en-US" sz="3600">
                <a:solidFill>
                  <a:srgbClr val="FF0000"/>
                </a:solidFill>
                <a:latin typeface="cmmi10"/>
              </a:rPr>
              <a:t>PG</a:t>
            </a:r>
            <a:r>
              <a:rPr lang="en-US" sz="3600" baseline="-25000">
                <a:solidFill>
                  <a:srgbClr val="FF0000"/>
                </a:solidFill>
                <a:latin typeface="cmr10"/>
              </a:rPr>
              <a:t>1</a:t>
            </a:r>
            <a:r>
              <a:rPr lang="en-US" sz="3600">
                <a:solidFill>
                  <a:srgbClr val="FF0000"/>
                </a:solidFill>
              </a:rPr>
              <a:t> </a:t>
            </a:r>
            <a:r>
              <a:rPr lang="en-US" sz="3600">
                <a:solidFill>
                  <a:srgbClr val="FF0000"/>
                </a:solidFill>
                <a:latin typeface="modstmary10"/>
              </a:rPr>
              <a:t>∥</a:t>
            </a:r>
            <a:r>
              <a:rPr lang="en-US" sz="3600">
                <a:solidFill>
                  <a:srgbClr val="FF0000"/>
                </a:solidFill>
              </a:rPr>
              <a:t> </a:t>
            </a:r>
            <a:r>
              <a:rPr lang="en-US" sz="3600">
                <a:solidFill>
                  <a:srgbClr val="FF0000"/>
                </a:solidFill>
                <a:latin typeface="cmmi10"/>
              </a:rPr>
              <a:t>PG</a:t>
            </a:r>
            <a:r>
              <a:rPr lang="en-US" sz="3600" baseline="-25000">
                <a:solidFill>
                  <a:srgbClr val="FF0000"/>
                </a:solidFill>
                <a:latin typeface="cmr10"/>
              </a:rPr>
              <a:t>2</a:t>
            </a:r>
            <a:r>
              <a:rPr lang="en-US" sz="3600">
                <a:solidFill>
                  <a:srgbClr val="FF0000"/>
                </a:solidFill>
                <a:latin typeface="cmr10"/>
              </a:rPr>
              <a:t>)</a:t>
            </a:r>
            <a:endParaRPr lang="he-IL" sz="36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28600"/>
            <a:ext cx="8229600" cy="1143000"/>
          </a:xfrm>
        </p:spPr>
        <p:txBody>
          <a:bodyPr/>
          <a:lstStyle/>
          <a:p>
            <a:r>
              <a:rPr lang="he-IL"/>
              <a:t>על אטומיות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81000" y="1619212"/>
                <a:ext cx="8686800" cy="41549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400">
                    <a:latin typeface="Consolas" panose="020B0609020204030204" pitchFamily="49" charset="0"/>
                    <a:cs typeface="Gisha" panose="020B0502040204020203" pitchFamily="34" charset="-79"/>
                  </a:rPr>
                  <a:t>x:=x+1; y:=2x+1 ; z := y/x </a:t>
                </a:r>
                <a14:m>
                  <m:oMath xmlns:m="http://schemas.openxmlformats.org/officeDocument/2006/math">
                    <m:r>
                      <a:rPr lang="he-IL" sz="2400" i="1">
                        <a:latin typeface="Cambria Math"/>
                        <a:ea typeface="Cambria Math"/>
                      </a:rPr>
                      <m:t>∥</m:t>
                    </m:r>
                  </m:oMath>
                </a14:m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  </a:t>
                </a:r>
                <a:r>
                  <a:rPr lang="en-US" sz="2400">
                    <a:solidFill>
                      <a:srgbClr val="FF0000"/>
                    </a:solidFill>
                    <a:latin typeface="Consolas" panose="020B0609020204030204" pitchFamily="49" charset="0"/>
                    <a:cs typeface="Gisha" panose="020B0502040204020203" pitchFamily="34" charset="-79"/>
                  </a:rPr>
                  <a:t>x:=0</a:t>
                </a:r>
                <a:endParaRPr lang="he-IL" sz="2400">
                  <a:solidFill>
                    <a:srgbClr val="FF0000"/>
                  </a:solidFill>
                  <a:latin typeface="Consolas" panose="020B0609020204030204" pitchFamily="49" charset="0"/>
                  <a:cs typeface="Gisha" panose="020B0502040204020203" pitchFamily="34" charset="-79"/>
                </a:endParaRPr>
              </a:p>
              <a:p>
                <a:br>
                  <a:rPr lang="en-US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מקטע ריצה אפשרי:</a:t>
                </a:r>
              </a:p>
              <a:p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endParaRPr lang="he-IL" sz="240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〈</m:t>
                    </m:r>
                  </m:oMath>
                </a14:m>
                <a:r>
                  <a:rPr lang="en-US" sz="2400">
                    <a:latin typeface="Consolas" panose="020B0609020204030204" pitchFamily="49" charset="0"/>
                    <a:cs typeface="Gisha" panose="020B0502040204020203" pitchFamily="34" charset="-79"/>
                  </a:rPr>
                  <a:t>x:=x+1; y:=2x+1; z := y/x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〉</m:t>
                    </m:r>
                  </m:oMath>
                </a14:m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 </a:t>
                </a:r>
                <a14:m>
                  <m:oMath xmlns:m="http://schemas.openxmlformats.org/officeDocument/2006/math">
                    <m:r>
                      <a:rPr lang="he-IL" sz="2400" i="1">
                        <a:latin typeface="Cambria Math"/>
                        <a:ea typeface="Cambria Math"/>
                      </a:rPr>
                      <m:t>∥</m:t>
                    </m:r>
                  </m:oMath>
                </a14:m>
                <a:r>
                  <a:rPr lang="en-US" sz="2400">
                    <a:latin typeface="Gisha" panose="020B0502040204020203" pitchFamily="34" charset="-79"/>
                    <a:cs typeface="Gisha" panose="020B0502040204020203" pitchFamily="34" charset="-79"/>
                  </a:rPr>
                  <a:t>  </a:t>
                </a:r>
                <a:r>
                  <a:rPr lang="en-US" sz="2400">
                    <a:solidFill>
                      <a:srgbClr val="FF0000"/>
                    </a:solidFill>
                    <a:latin typeface="Consolas" panose="020B0609020204030204" pitchFamily="49" charset="0"/>
                    <a:cs typeface="Gisha" panose="020B0502040204020203" pitchFamily="34" charset="-79"/>
                  </a:rPr>
                  <a:t>x:=0</a:t>
                </a:r>
                <a:endParaRPr lang="he-IL" sz="2400">
                  <a:solidFill>
                    <a:srgbClr val="FF0000"/>
                  </a:solidFill>
                  <a:latin typeface="Consolas" panose="020B0609020204030204" pitchFamily="49" charset="0"/>
                  <a:cs typeface="Gisha" panose="020B0502040204020203" pitchFamily="34" charset="-79"/>
                </a:endParaRPr>
              </a:p>
              <a:p>
                <a:br>
                  <a:rPr lang="en-US" sz="24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</a:br>
                <a:r>
                  <a:rPr lang="he-IL" sz="2400">
                    <a:latin typeface="Gisha" panose="020B0502040204020203" pitchFamily="34" charset="-79"/>
                    <a:cs typeface="Gisha" panose="020B0502040204020203" pitchFamily="34" charset="-79"/>
                  </a:rPr>
                  <a:t>אחד התהליכים (הימני או השמאלי) מסתיים קודם: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1619212"/>
                <a:ext cx="8686800" cy="4154984"/>
              </a:xfrm>
              <a:prstGeom prst="rect">
                <a:avLst/>
              </a:prstGeom>
              <a:blipFill>
                <a:blip r:embed="rId2"/>
                <a:stretch>
                  <a:fillRect t="-1175" r="-1053" b="-2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Left Brace 18"/>
          <p:cNvSpPr/>
          <p:nvPr/>
        </p:nvSpPr>
        <p:spPr>
          <a:xfrm rot="5400000">
            <a:off x="3993240" y="-599400"/>
            <a:ext cx="319318" cy="4495801"/>
          </a:xfrm>
          <a:prstGeom prst="leftBrace">
            <a:avLst/>
          </a:prstGeom>
          <a:ln>
            <a:solidFill>
              <a:srgbClr val="051A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0" name="TextBox 19"/>
          <p:cNvSpPr txBox="1"/>
          <p:nvPr/>
        </p:nvSpPr>
        <p:spPr>
          <a:xfrm>
            <a:off x="3631839" y="1179942"/>
            <a:ext cx="1059907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/>
            <a:r>
              <a:rPr lang="he-IL">
                <a:solidFill>
                  <a:srgbClr val="2E41FA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לא אטומי</a:t>
            </a:r>
          </a:p>
        </p:txBody>
      </p:sp>
      <p:sp>
        <p:nvSpPr>
          <p:cNvPr id="21" name="Left Brace 20"/>
          <p:cNvSpPr/>
          <p:nvPr/>
        </p:nvSpPr>
        <p:spPr>
          <a:xfrm rot="5400000">
            <a:off x="4038598" y="2327043"/>
            <a:ext cx="228603" cy="4495800"/>
          </a:xfrm>
          <a:prstGeom prst="leftBrace">
            <a:avLst/>
          </a:prstGeom>
          <a:ln>
            <a:solidFill>
              <a:srgbClr val="051A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2" name="TextBox 21"/>
          <p:cNvSpPr txBox="1"/>
          <p:nvPr/>
        </p:nvSpPr>
        <p:spPr>
          <a:xfrm>
            <a:off x="3912838" y="4079640"/>
            <a:ext cx="739305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/>
            <a:r>
              <a:rPr lang="he-IL">
                <a:solidFill>
                  <a:srgbClr val="2E41FA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אטומי</a:t>
            </a:r>
          </a:p>
        </p:txBody>
      </p:sp>
      <p:sp>
        <p:nvSpPr>
          <p:cNvPr id="39" name="Date Placeholder 38"/>
          <p:cNvSpPr>
            <a:spLocks noGrp="1"/>
          </p:cNvSpPr>
          <p:nvPr>
            <p:ph type="dt" sz="half" idx="10"/>
          </p:nvPr>
        </p:nvSpPr>
        <p:spPr>
          <a:xfrm>
            <a:off x="6667500" y="6858000"/>
            <a:ext cx="2476500" cy="476250"/>
          </a:xfrm>
        </p:spPr>
        <p:txBody>
          <a:bodyPr/>
          <a:lstStyle/>
          <a:p>
            <a:fld id="{01942087-9123-4B36-85A2-7E914850D2AC}" type="datetime8">
              <a:rPr lang="he-IL" smtClean="0"/>
              <a:pPr/>
              <a:t>30 ספטמבר 25</a:t>
            </a:fld>
            <a:endParaRPr lang="he-IL"/>
          </a:p>
        </p:txBody>
      </p:sp>
      <p:sp>
        <p:nvSpPr>
          <p:cNvPr id="40" name="Slide Number Placeholder 39"/>
          <p:cNvSpPr>
            <a:spLocks noGrp="1"/>
          </p:cNvSpPr>
          <p:nvPr>
            <p:ph type="sldNum" sz="quarter" idx="4294967295"/>
          </p:nvPr>
        </p:nvSpPr>
        <p:spPr>
          <a:xfrm>
            <a:off x="152400" y="223961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/>
              <a:pPr/>
              <a:t>38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0" y="3103935"/>
                <a:ext cx="9144000" cy="319318"/>
              </a:xfrm>
              <a:prstGeom prst="rect">
                <a:avLst/>
              </a:prstGeom>
              <a:noFill/>
            </p:spPr>
            <p:txBody>
              <a:bodyPr wrap="square" lIns="0" tIns="0" rIns="0" bIns="0" rtlCol="1">
                <a:spAutoFit/>
              </a:bodyPr>
              <a:lstStyle/>
              <a:p>
                <a:pPr algn="ctr" rtl="0"/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en-US" sz="1500" b="0" i="0" smtClean="0">
                            <a:latin typeface="Cambria Math" panose="02040503050406030204" pitchFamily="18" charset="0"/>
                          </a:rPr>
                          <m:t>↦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nor/>
                          </m:rPr>
                          <a:rPr lang="en-US" sz="1500" b="0" i="0" smtClean="0">
                            <a:latin typeface="Cambria Math" panose="02040503050406030204" pitchFamily="18" charset="0"/>
                          </a:rPr>
                          <m:t>↦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nor/>
                          </m:rPr>
                          <a:rPr lang="en-US" sz="1500" b="0" i="0" smtClean="0">
                            <a:latin typeface="Cambria Math" panose="02040503050406030204" pitchFamily="18" charset="0"/>
                          </a:rPr>
                          <m:t>↦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groupChr>
                      <m:groupChrPr>
                        <m:chr m:val="→"/>
                        <m:vertJc m:val="bot"/>
                        <m:ctrlPr>
                          <a:rPr lang="en-US" sz="1500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5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;=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brk m:alnAt="2"/>
                          </m:rPr>
                          <a:rPr lang="en-US" sz="15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</m:e>
                    </m:groupChr>
                    <m:d>
                      <m:dPr>
                        <m:begChr m:val="〈"/>
                        <m:endChr m:val="〉"/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en-US" sz="1500" i="0">
                            <a:latin typeface="Cambria Math" panose="02040503050406030204" pitchFamily="18" charset="0"/>
                          </a:rPr>
                          <m:t>↦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nor/>
                          </m:rPr>
                          <a:rPr lang="en-US" sz="1500" i="0">
                            <a:latin typeface="Cambria Math" panose="02040503050406030204" pitchFamily="18" charset="0"/>
                          </a:rPr>
                          <m:t>↦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nor/>
                          </m:rPr>
                          <a:rPr lang="en-US" sz="1500" i="0">
                            <a:latin typeface="Cambria Math" panose="02040503050406030204" pitchFamily="18" charset="0"/>
                          </a:rPr>
                          <m:t>↦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groupChr>
                      <m:groupChrPr>
                        <m:chr m:val="→"/>
                        <m:vertJc m:val="bot"/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5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sz="150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brk m:alnAt="2"/>
                          </m:rPr>
                          <a:rPr lang="en-US" sz="15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   </m:t>
                        </m:r>
                      </m:e>
                    </m:groupChr>
                    <m:r>
                      <a:rPr lang="en-US" sz="1500" i="1"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nor/>
                      </m:rPr>
                      <a:rPr lang="en-US" sz="1500" i="0">
                        <a:latin typeface="Cambria Math" panose="02040503050406030204" pitchFamily="18" charset="0"/>
                      </a:rPr>
                      <m:t>↦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nor/>
                      </m:rPr>
                      <a:rPr lang="en-US" sz="1500" i="0">
                        <a:latin typeface="Cambria Math" panose="02040503050406030204" pitchFamily="18" charset="0"/>
                      </a:rPr>
                      <m:t>↦</m:t>
                    </m:r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nor/>
                      </m:rPr>
                      <a:rPr lang="en-US" sz="1500" i="0">
                        <a:latin typeface="Cambria Math" panose="02040503050406030204" pitchFamily="18" charset="0"/>
                      </a:rPr>
                      <m:t>↦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〉</m:t>
                    </m:r>
                    <m:groupChr>
                      <m:groupChrPr>
                        <m:chr m:val="→"/>
                        <m:vertJc m:val="bot"/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5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15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5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≔</m:t>
                        </m:r>
                        <m:r>
                          <a:rPr lang="en-US" sz="15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brk m:alnAt="2"/>
                          </m:rPr>
                          <a:rPr lang="en-US" sz="15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groupChr>
                    <m:r>
                      <a:rPr lang="en-US" sz="1500" i="1"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nor/>
                      </m:rPr>
                      <a:rPr lang="en-US" sz="1500" i="0">
                        <a:latin typeface="Cambria Math" panose="02040503050406030204" pitchFamily="18" charset="0"/>
                      </a:rPr>
                      <m:t>↦</m:t>
                    </m:r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nor/>
                      </m:rPr>
                      <a:rPr lang="en-US" sz="1500" i="0">
                        <a:latin typeface="Cambria Math" panose="02040503050406030204" pitchFamily="18" charset="0"/>
                      </a:rPr>
                      <m:t>↦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nor/>
                      </m:rPr>
                      <a:rPr lang="en-US" sz="1500" i="0">
                        <a:latin typeface="Cambria Math" panose="02040503050406030204" pitchFamily="18" charset="0"/>
                      </a:rPr>
                      <m:t>↦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〉</m:t>
                    </m:r>
                    <m:groupChr>
                      <m:groupChrPr>
                        <m:chr m:val="→"/>
                        <m:vertJc m:val="bot"/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5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≔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brk m:alnAt="2"/>
                          </m:rPr>
                          <a:rPr lang="en-US" sz="15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  </m:t>
                        </m:r>
                      </m:e>
                    </m:groupChr>
                  </m:oMath>
                </a14:m>
                <a:r>
                  <a:rPr lang="en-US" sz="1500">
                    <a:solidFill>
                      <a:srgbClr val="FF0000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Error!!!</a:t>
                </a:r>
                <a:endParaRPr lang="he-IL" sz="1500">
                  <a:solidFill>
                    <a:srgbClr val="FF0000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103935"/>
                <a:ext cx="9144000" cy="319318"/>
              </a:xfrm>
              <a:prstGeom prst="rect">
                <a:avLst/>
              </a:prstGeom>
              <a:blipFill>
                <a:blip r:embed="rId3"/>
                <a:stretch>
                  <a:fillRect t="-3774" b="-339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-76200" y="6018068"/>
                <a:ext cx="9144000" cy="319318"/>
              </a:xfrm>
              <a:prstGeom prst="rect">
                <a:avLst/>
              </a:prstGeom>
              <a:noFill/>
            </p:spPr>
            <p:txBody>
              <a:bodyPr wrap="square" lIns="0" tIns="0" rIns="0" bIns="0" rtlCol="1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〈"/>
                          <m:endChr m:val="〉"/>
                          <m:ctrlPr>
                            <a:rPr lang="en-US" sz="15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sz="1500" b="0" i="0" smtClean="0">
                              <a:latin typeface="Cambria Math" panose="02040503050406030204" pitchFamily="18" charset="0"/>
                            </a:rPr>
                            <m:t>↦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m:rPr>
                              <m:nor/>
                            </m:rPr>
                            <a:rPr lang="en-US" sz="1500" b="0" i="0" smtClean="0">
                              <a:latin typeface="Cambria Math" panose="02040503050406030204" pitchFamily="18" charset="0"/>
                            </a:rPr>
                            <m:t>↦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m:rPr>
                              <m:nor/>
                            </m:rPr>
                            <a:rPr lang="en-US" sz="1500" b="0" i="0" smtClean="0">
                              <a:latin typeface="Cambria Math" panose="02040503050406030204" pitchFamily="18" charset="0"/>
                            </a:rPr>
                            <m:t>↦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groupChr>
                        <m:groupChrPr>
                          <m:chr m:val="→"/>
                          <m:vertJc m:val="bot"/>
                          <m:ctrlPr>
                            <a:rPr lang="en-US" sz="1500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;=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brk m:alnAt="2"/>
                            </m:rP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≔</m:t>
                          </m:r>
                          <m:r>
                            <m:rPr>
                              <m:brk m:alnAt="2"/>
                            </m:rP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brk m:alnAt="2"/>
                            </m:rP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</m:e>
                      </m:groupChr>
                      <m:d>
                        <m:dPr>
                          <m:begChr m:val="〈"/>
                          <m:endChr m:val="〉"/>
                          <m:ctrlPr>
                            <a:rPr lang="en-US" sz="15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sz="1500" i="0">
                              <a:latin typeface="Cambria Math" panose="02040503050406030204" pitchFamily="18" charset="0"/>
                            </a:rPr>
                            <m:t>↦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m:rPr>
                              <m:nor/>
                            </m:rPr>
                            <a:rPr lang="en-US" sz="1500" i="0">
                              <a:latin typeface="Cambria Math" panose="02040503050406030204" pitchFamily="18" charset="0"/>
                            </a:rPr>
                            <m:t>↦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m:rPr>
                              <m:nor/>
                            </m:rPr>
                            <a:rPr lang="en-US" sz="1500" i="0">
                              <a:latin typeface="Cambria Math" panose="02040503050406030204" pitchFamily="18" charset="0"/>
                            </a:rPr>
                            <m:t>↦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15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groupChr>
                        <m:groupChrPr>
                          <m:chr m:val="→"/>
                          <m:vertJc m:val="bot"/>
                          <m:ctrlPr>
                            <a:rPr lang="en-US" sz="15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15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  </m:t>
                          </m:r>
                          <m:r>
                            <a:rPr lang="en-US" sz="15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5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≔</m:t>
                          </m:r>
                          <m:r>
                            <a:rPr lang="en-US" sz="15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m:rPr>
                              <m:brk m:alnAt="2"/>
                            </m:rPr>
                            <a:rPr lang="en-US" sz="15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500" i="1">
                              <a:latin typeface="Cambria Math" panose="02040503050406030204" pitchFamily="18" charset="0"/>
                            </a:rPr>
                            <m:t>  </m:t>
                          </m:r>
                        </m:e>
                      </m:groupChr>
                      <m:r>
                        <a:rPr lang="en-US" sz="1500" i="1">
                          <a:latin typeface="Cambria Math" panose="02040503050406030204" pitchFamily="18" charset="0"/>
                        </a:rPr>
                        <m:t>〈</m:t>
                      </m:r>
                      <m:r>
                        <a:rPr lang="en-US" sz="15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nor/>
                        </m:rPr>
                        <a:rPr lang="en-US" sz="1500" i="0">
                          <a:latin typeface="Cambria Math" panose="02040503050406030204" pitchFamily="18" charset="0"/>
                        </a:rPr>
                        <m:t>↦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15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5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nor/>
                        </m:rPr>
                        <a:rPr lang="en-US" sz="1500" i="0">
                          <a:latin typeface="Cambria Math" panose="02040503050406030204" pitchFamily="18" charset="0"/>
                        </a:rPr>
                        <m:t>↦</m:t>
                      </m:r>
                      <m:r>
                        <a:rPr lang="en-US" sz="1500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5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5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m:rPr>
                          <m:nor/>
                        </m:rPr>
                        <a:rPr lang="en-US" sz="1500" i="0">
                          <a:latin typeface="Cambria Math" panose="02040503050406030204" pitchFamily="18" charset="0"/>
                        </a:rPr>
                        <m:t>↦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15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1500" i="1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he-IL" sz="1500">
                  <a:solidFill>
                    <a:srgbClr val="FF0000"/>
                  </a:solidFill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6200" y="6018068"/>
                <a:ext cx="9144000" cy="319318"/>
              </a:xfrm>
              <a:prstGeom prst="rect">
                <a:avLst/>
              </a:prstGeom>
              <a:blipFill>
                <a:blip r:embed="rId4"/>
                <a:stretch>
                  <a:fillRect t="-1887" b="-264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36392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 fontScale="90000"/>
          </a:bodyPr>
          <a:lstStyle/>
          <a:p>
            <a:pPr rtl="1"/>
            <a:r>
              <a:rPr lang="he-IL"/>
              <a:t>אלגוריתם של פטרסון (</a:t>
            </a:r>
            <a:r>
              <a:rPr lang="en-US"/>
              <a:t>Peterson</a:t>
            </a:r>
            <a:r>
              <a:rPr lang="he-IL"/>
              <a:t>) </a:t>
            </a:r>
            <a:br>
              <a:rPr lang="he-IL"/>
            </a:br>
            <a:r>
              <a:rPr lang="he-IL"/>
              <a:t>למניעה הדדית (</a:t>
            </a:r>
            <a:r>
              <a:rPr lang="en-US"/>
              <a:t>mutual exclusion</a:t>
            </a:r>
            <a:r>
              <a:rPr lang="he-IL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362200" y="1654314"/>
                <a:ext cx="4724400" cy="3810000"/>
              </a:xfrm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>
                <a:normAutofit/>
              </a:bodyPr>
              <a:lstStyle/>
              <a:p>
                <a:pPr algn="l" rtl="0">
                  <a:spcBef>
                    <a:spcPts val="12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𝑃</m:t>
                    </m:r>
                    <m:r>
                      <a:rPr lang="en-US" sz="2400" b="0" i="1" baseline="-25000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loop forever {</a:t>
                </a:r>
              </a:p>
              <a:p>
                <a:pPr algn="l" rtl="0">
                  <a:spcBef>
                    <a:spcPts val="1200"/>
                  </a:spcBef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</a:t>
                </a:r>
                <a:r>
                  <a:rPr lang="en-US" sz="2400" dirty="0">
                    <a:solidFill>
                      <a:srgbClr val="051AE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(* non-critical section *)</a:t>
                </a:r>
              </a:p>
              <a:p>
                <a:pPr algn="l" rtl="0">
                  <a:spcBef>
                    <a:spcPts val="1200"/>
                  </a:spcBef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/>
                      </a:rPr>
                      <m:t>〈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 dirty="0" smtClean="0">
                        <a:latin typeface="Cambria Math"/>
                      </a:rPr>
                      <m:t>:= </m:t>
                    </m:r>
                    <m:r>
                      <a:rPr lang="en-US" sz="2400" i="1" dirty="0" smtClean="0">
                        <a:latin typeface="Cambria Math"/>
                      </a:rPr>
                      <m:t>𝑡𝑟𝑢𝑒</m:t>
                    </m:r>
                    <m:r>
                      <a:rPr lang="en-US" sz="2400" i="1" dirty="0" smtClean="0">
                        <a:latin typeface="Cambria Math"/>
                      </a:rPr>
                      <m:t>; </m:t>
                    </m:r>
                    <m:r>
                      <a:rPr lang="en-US" sz="2400" i="1" dirty="0" smtClean="0">
                        <a:latin typeface="Cambria Math"/>
                      </a:rPr>
                      <m:t>𝑥</m:t>
                    </m:r>
                    <m:r>
                      <a:rPr lang="en-US" sz="2400" i="1" dirty="0" smtClean="0">
                        <a:latin typeface="Cambria Math"/>
                      </a:rPr>
                      <m:t> :=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i="1" dirty="0" smtClean="0">
                        <a:latin typeface="Cambria Math"/>
                      </a:rPr>
                      <m:t>〉;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 rtl="0">
                  <a:spcBef>
                    <a:spcPts val="1200"/>
                  </a:spcBef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wait until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(</m:t>
                    </m:r>
                    <m:r>
                      <a:rPr lang="en-US" sz="2400" b="0" i="1" smtClean="0">
                        <a:latin typeface="Cambria Math"/>
                      </a:rPr>
                      <m:t>𝑥</m:t>
                    </m:r>
                    <m:r>
                      <a:rPr lang="en-US" sz="2400" b="0" i="1" smtClean="0">
                        <a:latin typeface="Cambria Math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/>
                      </a:rPr>
                      <m:t>∨¬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)</m:t>
                    </m:r>
                  </m:oMath>
                </a14:m>
                <a:endParaRPr 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l" rtl="0">
                  <a:spcBef>
                    <a:spcPts val="1200"/>
                  </a:spcBef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</a:t>
                </a:r>
                <a:r>
                  <a:rPr lang="en-US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(* critical section *)</a:t>
                </a:r>
              </a:p>
              <a:p>
                <a:pPr algn="l" rtl="0">
                  <a:spcBef>
                    <a:spcPts val="1200"/>
                  </a:spcBef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≔</m:t>
                    </m:r>
                    <m:r>
                      <a:rPr lang="en-US" sz="2400" b="0" i="1" smtClean="0">
                        <a:latin typeface="Cambria Math"/>
                      </a:rPr>
                      <m:t>𝑓𝑎𝑙𝑠𝑒</m:t>
                    </m:r>
                  </m:oMath>
                </a14:m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;</a:t>
                </a:r>
              </a:p>
              <a:p>
                <a:pPr algn="l" rtl="0">
                  <a:spcBef>
                    <a:spcPts val="1200"/>
                  </a:spcBef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}</a:t>
                </a:r>
                <a:endParaRPr lang="he-IL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362200" y="1654314"/>
                <a:ext cx="4724400" cy="3810000"/>
              </a:xfr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76274" y="5791200"/>
                <a:ext cx="7705726" cy="707886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המשתנה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𝑏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מקבל ערך אמת אם ורק אם התהליך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𝑃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Gisha" panose="020B0502040204020203" pitchFamily="34" charset="-79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ממתין על הקטע הקריטי. אם שני התהליכים ממתינים, המשתנה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𝑥</m:t>
                    </m:r>
                  </m:oMath>
                </a14:m>
                <a:r>
                  <a:rPr lang="he-IL" sz="2000">
                    <a:latin typeface="Gisha" panose="020B0502040204020203" pitchFamily="34" charset="-79"/>
                    <a:cs typeface="Gisha" panose="020B0502040204020203" pitchFamily="34" charset="-79"/>
                  </a:rPr>
                  <a:t> מכריע מי ייכנס. 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274" y="5791200"/>
                <a:ext cx="7705726" cy="707886"/>
              </a:xfrm>
              <a:prstGeom prst="rect">
                <a:avLst/>
              </a:prstGeom>
              <a:blipFill>
                <a:blip r:embed="rId3"/>
                <a:stretch>
                  <a:fillRect t="-4310" r="-791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667500" y="6858000"/>
            <a:ext cx="2476500" cy="476250"/>
          </a:xfrm>
        </p:spPr>
        <p:txBody>
          <a:bodyPr/>
          <a:lstStyle/>
          <a:p>
            <a:fld id="{BF8A96C1-EFCD-41B2-B2F9-04D0975C67C0}" type="datetime8">
              <a:rPr lang="he-IL" smtClean="0"/>
              <a:pPr/>
              <a:t>30 ספטמבר 25</a:t>
            </a:fld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152400" y="223961"/>
            <a:ext cx="457200" cy="457200"/>
          </a:xfrm>
        </p:spPr>
        <p:txBody>
          <a:bodyPr/>
          <a:lstStyle/>
          <a:p>
            <a:fld id="{021A1DA9-A2DD-4375-8887-E40ACC834D3F}" type="slidenum">
              <a:rPr lang="he-IL" smtClean="0"/>
              <a:pPr/>
              <a:t>39</a:t>
            </a:fld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518AE9-7323-40D4-8AA0-407198C8E8D8}"/>
              </a:ext>
            </a:extLst>
          </p:cNvPr>
          <p:cNvSpPr txBox="1"/>
          <p:nvPr/>
        </p:nvSpPr>
        <p:spPr>
          <a:xfrm>
            <a:off x="134873" y="3309938"/>
            <a:ext cx="16718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</a:rPr>
              <a:t>Gary L. Peterson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0493" y="4110222"/>
            <a:ext cx="1712214" cy="171221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474893"/>
            <a:ext cx="1125093" cy="1835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4273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9758472"/>
                  </p:ext>
                </p:extLst>
              </p:nvPr>
            </p:nvGraphicFramePr>
            <p:xfrm>
              <a:off x="158262" y="2658529"/>
              <a:ext cx="4419600" cy="256032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6313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78822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1950">
                    <a:tc>
                      <a:txBody>
                        <a:bodyPr/>
                        <a:lstStyle/>
                        <a:p>
                          <a:pPr algn="l" rtl="0"/>
                          <a:endParaRPr lang="en-US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while (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𝑡𝑟𝑢𝑒</m:t>
                              </m:r>
                            </m:oMath>
                          </a14:m>
                          <a:r>
                            <a:rPr lang="en-US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  {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1950"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err="1">
                              <a:solidFill>
                                <a:srgbClr val="0517C3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nc</a:t>
                          </a:r>
                          <a:r>
                            <a:rPr lang="en-US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: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57200" marR="0" lvl="1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195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1" algn="l" rtl="0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〈"/>
                                    <m:endChr m:val="〉"/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≔〈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𝑡𝑟𝑢𝑒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〉</m:t>
                                </m:r>
                              </m:oMath>
                            </m:oMathPara>
                          </a14:m>
                          <a:endPara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1950"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>
                              <a:solidFill>
                                <a:srgbClr val="00B050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wt</a:t>
                          </a:r>
                          <a:r>
                            <a:rPr lang="en-US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: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1" algn="l" rtl="0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wait until</a:t>
                          </a:r>
                          <a:r>
                            <a:rPr lang="en-US" baseline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∨¬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);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1950"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err="1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cs</a:t>
                          </a:r>
                          <a:r>
                            <a:rPr lang="en-US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: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1" algn="l" rtl="0"/>
                          <a:r>
                            <a:rPr lang="en-US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1950">
                    <a:tc>
                      <a:txBody>
                        <a:bodyPr/>
                        <a:lstStyle/>
                        <a:p>
                          <a:pPr algn="l" rtl="0"/>
                          <a:endParaRPr lang="en-US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1" algn="l" rtl="0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 := 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𝑓𝑎𝑙𝑠𝑒</m:t>
                              </m:r>
                            </m:oMath>
                          </a14:m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;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61950">
                    <a:tc>
                      <a:txBody>
                        <a:bodyPr/>
                        <a:lstStyle/>
                        <a:p>
                          <a:pPr algn="l" rtl="0"/>
                          <a:endParaRPr lang="en-US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}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9758472"/>
                  </p:ext>
                </p:extLst>
              </p:nvPr>
            </p:nvGraphicFramePr>
            <p:xfrm>
              <a:off x="158262" y="2658529"/>
              <a:ext cx="4419600" cy="256032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6313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78822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l" rtl="0"/>
                          <a:endParaRPr lang="en-US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7042" t="-8333" r="-804" b="-6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err="1">
                              <a:solidFill>
                                <a:srgbClr val="0517C3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nc</a:t>
                          </a:r>
                          <a:r>
                            <a:rPr lang="en-US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: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57200" marR="0" lvl="1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7042" t="-208333" r="-804" b="-4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>
                              <a:solidFill>
                                <a:srgbClr val="00B050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wt</a:t>
                          </a:r>
                          <a:r>
                            <a:rPr lang="en-US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: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7042" t="-303279" r="-804" b="-3196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err="1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cs</a:t>
                          </a:r>
                          <a:r>
                            <a:rPr lang="en-US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: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1" algn="l" rtl="0"/>
                          <a:r>
                            <a:rPr lang="en-US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l" rtl="0"/>
                          <a:endParaRPr lang="en-US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7042" t="-510000" r="-804" b="-1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l" rtl="0"/>
                          <a:endParaRPr lang="en-US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}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/>
              <a:t>דוגמה: </a:t>
            </a:r>
            <a:r>
              <a:rPr lang="he-IL">
                <a:solidFill>
                  <a:srgbClr val="FF0000"/>
                </a:solidFill>
              </a:rPr>
              <a:t>הפרוטוקול של פטרסון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79394" y="1976485"/>
            <a:ext cx="15183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תהליך ימני</a:t>
            </a:r>
            <a:endParaRPr lang="en-US" sz="24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80244" y="2026554"/>
            <a:ext cx="18758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תהליך שמאלי</a:t>
            </a:r>
            <a:endParaRPr lang="en-US" sz="24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3852" y="6019800"/>
            <a:ext cx="7643439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he-IL" sz="2000">
                <a:solidFill>
                  <a:srgbClr val="051AE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האם אנחנו יכולים להבטיח ששני התהליכים לא ייכנסו יחד לקטע הקריטי?</a:t>
            </a:r>
            <a:endParaRPr lang="en-US" sz="2000">
              <a:solidFill>
                <a:srgbClr val="051AE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86647572"/>
                  </p:ext>
                </p:extLst>
              </p:nvPr>
            </p:nvGraphicFramePr>
            <p:xfrm>
              <a:off x="4724400" y="2657195"/>
              <a:ext cx="4267200" cy="256032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609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57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1950">
                    <a:tc>
                      <a:txBody>
                        <a:bodyPr/>
                        <a:lstStyle/>
                        <a:p>
                          <a:pPr algn="l" rtl="0"/>
                          <a:endParaRPr lang="en-US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while (</a:t>
                          </a:r>
                          <a14:m>
                            <m:oMath xmlns:m="http://schemas.openxmlformats.org/officeDocument/2006/math"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𝑡𝑟𝑢𝑒</m:t>
                              </m:r>
                            </m:oMath>
                          </a14:m>
                          <a:r>
                            <a:rPr lang="en-US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  {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1950"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err="1">
                              <a:solidFill>
                                <a:srgbClr val="0517C3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nc</a:t>
                          </a:r>
                          <a:r>
                            <a:rPr lang="en-US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: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57200" marR="0" lvl="1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195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1" algn="l" rtl="0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〈"/>
                                    <m:endChr m:val="〉"/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≔〈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𝑡𝑟𝑢𝑒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〉</m:t>
                                </m:r>
                              </m:oMath>
                            </m:oMathPara>
                          </a14:m>
                          <a:endParaRPr lang="en-US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1950"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>
                              <a:solidFill>
                                <a:srgbClr val="00B050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wt</a:t>
                          </a:r>
                          <a:r>
                            <a:rPr lang="en-US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: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1" algn="l" rtl="0"/>
                          <a:r>
                            <a:rPr lang="en-US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wait until (</a:t>
                          </a: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∨¬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);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1950"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err="1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cs</a:t>
                          </a:r>
                          <a:r>
                            <a:rPr lang="en-US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: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1" algn="l" rtl="0"/>
                          <a:r>
                            <a:rPr lang="en-US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1950">
                    <a:tc>
                      <a:txBody>
                        <a:bodyPr/>
                        <a:lstStyle/>
                        <a:p>
                          <a:pPr algn="l" rtl="0"/>
                          <a:endParaRPr lang="en-US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1" algn="l" rtl="0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 := </m:t>
                              </m:r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𝑓𝑎𝑙𝑠𝑒</m:t>
                              </m:r>
                            </m:oMath>
                          </a14:m>
                          <a:r>
                            <a:rPr lang="en-US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;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61950">
                    <a:tc>
                      <a:txBody>
                        <a:bodyPr/>
                        <a:lstStyle/>
                        <a:p>
                          <a:pPr algn="l" rtl="0"/>
                          <a:endParaRPr lang="en-US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}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86647572"/>
                  </p:ext>
                </p:extLst>
              </p:nvPr>
            </p:nvGraphicFramePr>
            <p:xfrm>
              <a:off x="4724400" y="2657195"/>
              <a:ext cx="4267200" cy="256032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6096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576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algn="l" rtl="0"/>
                          <a:endParaRPr lang="en-US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7167" t="-8333" r="-833" b="-6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err="1">
                              <a:solidFill>
                                <a:srgbClr val="0517C3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nc</a:t>
                          </a:r>
                          <a:r>
                            <a:rPr lang="en-US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: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57200" marR="0" lvl="1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7167" t="-208333" r="-833" b="-428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>
                              <a:solidFill>
                                <a:srgbClr val="00B050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wt</a:t>
                          </a:r>
                          <a:r>
                            <a:rPr lang="en-US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: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7167" t="-303279" r="-833" b="-3213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err="1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cs</a:t>
                          </a:r>
                          <a:r>
                            <a:rPr lang="en-US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: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1" algn="l" rtl="0"/>
                          <a:r>
                            <a:rPr lang="en-US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l" rtl="0"/>
                          <a:endParaRPr lang="en-US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7167" t="-510000" r="-833" b="-12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l" rtl="0"/>
                          <a:endParaRPr lang="en-US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}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233814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027" y="8061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/>
              <a:t>גרפי </a:t>
            </a:r>
            <a:r>
              <a:rPr lang="he-IL" err="1"/>
              <a:t>תוכנית</a:t>
            </a:r>
            <a:r>
              <a:rPr lang="he-IL"/>
              <a:t> עבור הפרוטוקול של פטרסון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277798" y="3407053"/>
                <a:ext cx="1295400" cy="533400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dirty="0" smtClean="0">
                          <a:solidFill>
                            <a:schemeClr val="bg1"/>
                          </a:solidFill>
                          <a:latin typeface="Cambria Math"/>
                        </a:rPr>
                        <m:t>𝑤𝑎𝑖</m:t>
                      </m:r>
                      <m:sSub>
                        <m:sSubPr>
                          <m:ctrlP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dirty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dirty="0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7798" y="3407053"/>
                <a:ext cx="1295400" cy="5334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277798" y="2209800"/>
                <a:ext cx="1295400" cy="533400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dirty="0" smtClean="0">
                          <a:solidFill>
                            <a:schemeClr val="bg1"/>
                          </a:solidFill>
                          <a:latin typeface="Cambria Math"/>
                        </a:rPr>
                        <m:t>𝑛𝑜𝑛𝑐𝑟𝑖</m:t>
                      </m:r>
                      <m:sSub>
                        <m:sSubPr>
                          <m:ctrlP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dirty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dirty="0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7798" y="2209800"/>
                <a:ext cx="1295400" cy="533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277798" y="4598836"/>
                <a:ext cx="1295400" cy="5334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dirty="0" smtClean="0">
                          <a:solidFill>
                            <a:schemeClr val="bg1"/>
                          </a:solidFill>
                          <a:latin typeface="Cambria Math"/>
                        </a:rPr>
                        <m:t>𝑐𝑟𝑖</m:t>
                      </m:r>
                      <m:sSub>
                        <m:sSubPr>
                          <m:ctrlP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dirty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dirty="0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7798" y="4598836"/>
                <a:ext cx="1295400" cy="533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>
            <a:stCxn id="8" idx="2"/>
            <a:endCxn id="6" idx="0"/>
          </p:cNvCxnSpPr>
          <p:nvPr/>
        </p:nvCxnSpPr>
        <p:spPr>
          <a:xfrm>
            <a:off x="1925498" y="2743200"/>
            <a:ext cx="0" cy="663853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2"/>
            <a:endCxn id="10" idx="0"/>
          </p:cNvCxnSpPr>
          <p:nvPr/>
        </p:nvCxnSpPr>
        <p:spPr>
          <a:xfrm>
            <a:off x="1925498" y="3940453"/>
            <a:ext cx="0" cy="658383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endCxn id="8" idx="0"/>
          </p:cNvCxnSpPr>
          <p:nvPr/>
        </p:nvCxnSpPr>
        <p:spPr>
          <a:xfrm>
            <a:off x="1925498" y="1905000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1998609" y="4084978"/>
                <a:ext cx="2564741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dirty="0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b="0" i="1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en-US" b="0" i="1" dirty="0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∨¬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latin typeface="Cambria Math"/>
                        </a:rPr>
                        <m:t>: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nothing</m:t>
                      </m:r>
                    </m:oMath>
                  </m:oMathPara>
                </a14:m>
                <a:endParaRPr lang="he-IL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8609" y="4084978"/>
                <a:ext cx="2564741" cy="369332"/>
              </a:xfrm>
              <a:prstGeom prst="rect">
                <a:avLst/>
              </a:prstGeom>
              <a:blipFill>
                <a:blip r:embed="rId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1963598" y="2890460"/>
                <a:ext cx="255031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true</m:t>
                      </m:r>
                      <m:r>
                        <a:rPr lang="en-US" b="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 </m:t>
                      </m:r>
                      <m:r>
                        <a:rPr lang="en-US" b="0" i="1" dirty="0" smtClean="0">
                          <a:latin typeface="Cambria Math"/>
                        </a:rPr>
                        <m:t>:</m:t>
                      </m:r>
                      <m:sSub>
                        <m:sSubPr>
                          <m:ctrlP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≔</m:t>
                      </m:r>
                      <m:r>
                        <m:rPr>
                          <m:nor/>
                        </m:rPr>
                        <a:rPr lang="en-US" i="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true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;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≔</m:t>
                      </m:r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he-I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3598" y="2890460"/>
                <a:ext cx="255031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Elbow Connector 19"/>
          <p:cNvCxnSpPr>
            <a:stCxn id="10" idx="2"/>
            <a:endCxn id="8" idx="1"/>
          </p:cNvCxnSpPr>
          <p:nvPr/>
        </p:nvCxnSpPr>
        <p:spPr>
          <a:xfrm rot="5400000" flipH="1">
            <a:off x="273780" y="3480518"/>
            <a:ext cx="2655736" cy="647700"/>
          </a:xfrm>
          <a:prstGeom prst="bentConnector4">
            <a:avLst>
              <a:gd name="adj1" fmla="val -8608"/>
              <a:gd name="adj2" fmla="val 203975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381000" y="5486400"/>
                <a:ext cx="19865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true</m:t>
                      </m:r>
                      <m:r>
                        <m:rPr>
                          <m:nor/>
                        </m:rPr>
                        <a:rPr lang="en-US" i="0" dirty="0" smtClean="0">
                          <a:latin typeface="Cambria Math"/>
                        </a:rPr>
                        <m:t> </m:t>
                      </m:r>
                      <m:r>
                        <a:rPr lang="en-US" b="0" i="1" dirty="0" smtClean="0">
                          <a:latin typeface="Cambria Math"/>
                        </a:rPr>
                        <m:t>:</m:t>
                      </m:r>
                      <m:sSub>
                        <m:sSubPr>
                          <m:ctrlP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dirty="0">
                          <a:solidFill>
                            <a:srgbClr val="FF0000"/>
                          </a:solidFill>
                          <a:latin typeface="Cambria Math"/>
                        </a:rPr>
                        <m:t>≔ 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false</m:t>
                      </m:r>
                    </m:oMath>
                  </m:oMathPara>
                </a14:m>
                <a:endParaRPr lang="he-I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" y="5486400"/>
                <a:ext cx="198656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5715000" y="3494921"/>
                <a:ext cx="1295400" cy="533400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dirty="0" smtClean="0">
                          <a:solidFill>
                            <a:schemeClr val="bg1"/>
                          </a:solidFill>
                          <a:latin typeface="Cambria Math"/>
                        </a:rPr>
                        <m:t>𝑤𝑎𝑖</m:t>
                      </m:r>
                      <m:sSub>
                        <m:sSubPr>
                          <m:ctrlP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dirty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dirty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3494921"/>
                <a:ext cx="1295400" cy="5334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5715000" y="2297668"/>
                <a:ext cx="1295400" cy="533400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dirty="0" smtClean="0">
                          <a:solidFill>
                            <a:schemeClr val="bg1"/>
                          </a:solidFill>
                          <a:latin typeface="Cambria Math"/>
                        </a:rPr>
                        <m:t>𝑛𝑜𝑛𝑐𝑟𝑖</m:t>
                      </m:r>
                      <m:sSub>
                        <m:sSubPr>
                          <m:ctrlPr>
                            <a:rPr lang="en-US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dirty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b="0" i="0" dirty="0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2297668"/>
                <a:ext cx="1295400" cy="5334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5715000" y="4697969"/>
                <a:ext cx="1295400" cy="5334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dirty="0" smtClean="0">
                          <a:solidFill>
                            <a:schemeClr val="bg1"/>
                          </a:solidFill>
                          <a:latin typeface="Cambria Math"/>
                        </a:rPr>
                        <m:t>𝑐𝑟𝑖</m:t>
                      </m:r>
                      <m:sSub>
                        <m:sSubPr>
                          <m:ctrlP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dirty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dirty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4697969"/>
                <a:ext cx="1295400" cy="5334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Straight Arrow Connector 28"/>
          <p:cNvCxnSpPr>
            <a:stCxn id="27" idx="2"/>
            <a:endCxn id="26" idx="0"/>
          </p:cNvCxnSpPr>
          <p:nvPr/>
        </p:nvCxnSpPr>
        <p:spPr>
          <a:xfrm>
            <a:off x="6362700" y="2831068"/>
            <a:ext cx="0" cy="663853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6" idx="2"/>
            <a:endCxn id="28" idx="0"/>
          </p:cNvCxnSpPr>
          <p:nvPr/>
        </p:nvCxnSpPr>
        <p:spPr>
          <a:xfrm>
            <a:off x="6362700" y="4028321"/>
            <a:ext cx="0" cy="66964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endCxn id="27" idx="0"/>
          </p:cNvCxnSpPr>
          <p:nvPr/>
        </p:nvCxnSpPr>
        <p:spPr>
          <a:xfrm>
            <a:off x="6362700" y="1992868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6435811" y="4172846"/>
                <a:ext cx="2498248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dirty="0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b="0" i="1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en-US" b="0" i="1" dirty="0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∨¬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0" dirty="0" smtClean="0">
                          <a:latin typeface="Cambria Math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nothing</m:t>
                      </m:r>
                    </m:oMath>
                  </m:oMathPara>
                </a14:m>
                <a:endParaRPr lang="he-IL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5811" y="4172846"/>
                <a:ext cx="2498248" cy="369332"/>
              </a:xfrm>
              <a:prstGeom prst="rect">
                <a:avLst/>
              </a:prstGeom>
              <a:blipFill>
                <a:blip r:embed="rId11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6400800" y="2978328"/>
                <a:ext cx="255031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true</m:t>
                      </m:r>
                      <m:r>
                        <a:rPr lang="en-US" b="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 </m:t>
                      </m:r>
                      <m:r>
                        <a:rPr lang="en-US" b="0" i="1" dirty="0" smtClean="0">
                          <a:latin typeface="Cambria Math"/>
                        </a:rPr>
                        <m:t>: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≔</m:t>
                      </m:r>
                      <m:r>
                        <m:rPr>
                          <m:nor/>
                        </m:rPr>
                        <a:rPr lang="en-US" i="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true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;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≔</m:t>
                      </m:r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he-IL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2978328"/>
                <a:ext cx="2550314" cy="369332"/>
              </a:xfrm>
              <a:prstGeom prst="rect">
                <a:avLst/>
              </a:prstGeom>
              <a:blipFill>
                <a:blip r:embed="rId12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Elbow Connector 33"/>
          <p:cNvCxnSpPr>
            <a:stCxn id="28" idx="2"/>
            <a:endCxn id="27" idx="1"/>
          </p:cNvCxnSpPr>
          <p:nvPr/>
        </p:nvCxnSpPr>
        <p:spPr>
          <a:xfrm rot="5400000" flipH="1">
            <a:off x="4705349" y="3574019"/>
            <a:ext cx="2667001" cy="647700"/>
          </a:xfrm>
          <a:prstGeom prst="bentConnector4">
            <a:avLst>
              <a:gd name="adj1" fmla="val -8571"/>
              <a:gd name="adj2" fmla="val 207740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5068551" y="5498070"/>
                <a:ext cx="194059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true</m:t>
                      </m:r>
                      <m:r>
                        <a:rPr lang="en-US" b="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 </m:t>
                      </m:r>
                      <m:r>
                        <a:rPr lang="en-US" b="0" i="1" dirty="0" smtClean="0">
                          <a:latin typeface="Cambria Math"/>
                        </a:rPr>
                        <m:t>: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solidFill>
                            <a:srgbClr val="FF0000"/>
                          </a:solidFill>
                          <a:latin typeface="Cambria Math"/>
                        </a:rPr>
                        <m:t>≔ 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false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8551" y="5498070"/>
                <a:ext cx="1940596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477255" y="6109772"/>
                <a:ext cx="64357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𝑃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7255" y="6109772"/>
                <a:ext cx="643573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5757227" y="6100098"/>
                <a:ext cx="64357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𝑃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7227" y="6100098"/>
                <a:ext cx="643573" cy="369332"/>
              </a:xfrm>
              <a:prstGeom prst="rect">
                <a:avLst/>
              </a:prstGeom>
              <a:blipFill>
                <a:blip r:embed="rId1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254059" y="1126859"/>
            <a:ext cx="8509061" cy="461665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2400">
                <a:solidFill>
                  <a:srgbClr val="2E41FA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דוגמה לתוכניות שהתקשורת ביניהן היא באמצעות משתנים משותפים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1905000" y="1752600"/>
                <a:ext cx="69294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1752600"/>
                <a:ext cx="692946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6324600" y="1828800"/>
                <a:ext cx="69294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600" y="1828800"/>
                <a:ext cx="692946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3367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812F9A6-6B95-4D23-8EA2-EADBBB76A124}"/>
                  </a:ext>
                </a:extLst>
              </p:cNvPr>
              <p:cNvSpPr txBox="1"/>
              <p:nvPr/>
            </p:nvSpPr>
            <p:spPr>
              <a:xfrm>
                <a:off x="1066800" y="5257800"/>
                <a:ext cx="2362200" cy="94442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</m:t>
                              </m:r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𝑔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: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𝛼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  </m:t>
                              </m:r>
                            </m:e>
                          </m:groupCh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  </m:t>
                          </m:r>
                          <m:sSubSup>
                            <m:sSubSup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𝑔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: </m:t>
                              </m:r>
                              <m:r>
                                <a:rPr lang="he-IL" sz="2000" b="0" i="1" smtClean="0">
                                  <a:latin typeface="Cambria Math"/>
                                </a:rPr>
                                <m:t>𝛼</m:t>
                              </m:r>
                              <m:r>
                                <a:rPr lang="he-IL" sz="2000" b="0" i="1" smtClean="0">
                                  <a:latin typeface="Cambria Math"/>
                                </a:rPr>
                                <m:t>  </m:t>
                              </m:r>
                            </m:e>
                          </m:groupChr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he-IL" sz="200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812F9A6-6B95-4D23-8EA2-EADBBB76A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5257800"/>
                <a:ext cx="2362200" cy="9444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608522E-25A7-4DE9-95EE-EEEE366A7267}"/>
                  </a:ext>
                </a:extLst>
              </p:cNvPr>
              <p:cNvSpPr txBox="1"/>
              <p:nvPr/>
            </p:nvSpPr>
            <p:spPr>
              <a:xfrm>
                <a:off x="5448621" y="5291363"/>
                <a:ext cx="2362200" cy="94442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 </m:t>
                              </m:r>
                            </m:sub>
                          </m:sSub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</m:t>
                              </m:r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𝑔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: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𝛼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   </m:t>
                              </m:r>
                            </m:e>
                          </m:groupCh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  </m:t>
                          </m:r>
                          <m:sSubSup>
                            <m:sSubSupPr>
                              <m:ctrlP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2000" b="0" i="1" smtClean="0">
                                  <a:solidFill>
                                    <a:srgbClr val="FF0000"/>
                                  </a:solidFill>
                                  <a:latin typeface="Cambria Math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brk m:alnAt="2"/>
                                </m:rPr>
                                <a:rPr lang="en-US" sz="2000" b="0" i="1" smtClean="0">
                                  <a:latin typeface="Cambria Math"/>
                                </a:rPr>
                                <m:t>𝑔</m:t>
                              </m:r>
                              <m:r>
                                <a:rPr lang="en-US" sz="2000" b="0" i="1" smtClean="0">
                                  <a:latin typeface="Cambria Math"/>
                                </a:rPr>
                                <m:t>  : </m:t>
                              </m:r>
                              <m:r>
                                <a:rPr lang="he-IL" sz="2000" b="0" i="1" smtClean="0">
                                  <a:latin typeface="Cambria Math"/>
                                </a:rPr>
                                <m:t>𝛼</m:t>
                              </m:r>
                              <m:r>
                                <a:rPr lang="he-IL" sz="2000" b="0" i="1" smtClean="0">
                                  <a:latin typeface="Cambria Math"/>
                                </a:rPr>
                                <m:t>  </m:t>
                              </m:r>
                            </m:e>
                          </m:groupChr>
                          <m:d>
                            <m:dPr>
                              <m:begChr m:val="⟨"/>
                              <m:endChr m:val="⟩"/>
                              <m:ctrlPr>
                                <a:rPr lang="he-IL" sz="20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𝑙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′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FF000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he-IL" sz="200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608522E-25A7-4DE9-95EE-EEEE366A72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8621" y="5291363"/>
                <a:ext cx="2362200" cy="9444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1353998" y="1959251"/>
                <a:ext cx="1295400" cy="533400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dirty="0" smtClean="0">
                          <a:solidFill>
                            <a:schemeClr val="bg1"/>
                          </a:solidFill>
                          <a:latin typeface="Cambria Math"/>
                        </a:rPr>
                        <m:t>𝑤𝑎𝑖</m:t>
                      </m:r>
                      <m:sSub>
                        <m:sSubPr>
                          <m:ctrlP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dirty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dirty="0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3998" y="1959251"/>
                <a:ext cx="1295400" cy="5334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1353998" y="761998"/>
                <a:ext cx="1295400" cy="533400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dirty="0" smtClean="0">
                          <a:solidFill>
                            <a:schemeClr val="bg1"/>
                          </a:solidFill>
                          <a:latin typeface="Cambria Math"/>
                        </a:rPr>
                        <m:t>𝑛𝑜𝑛𝑐𝑟𝑖</m:t>
                      </m:r>
                      <m:sSub>
                        <m:sSubPr>
                          <m:ctrlP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dirty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dirty="0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3998" y="761998"/>
                <a:ext cx="1295400" cy="5334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1353998" y="3151034"/>
                <a:ext cx="1295400" cy="5334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dirty="0" smtClean="0">
                          <a:solidFill>
                            <a:schemeClr val="bg1"/>
                          </a:solidFill>
                          <a:latin typeface="Cambria Math"/>
                        </a:rPr>
                        <m:t>𝑐𝑟𝑖</m:t>
                      </m:r>
                      <m:sSub>
                        <m:sSubPr>
                          <m:ctrlP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dirty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dirty="0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3998" y="3151034"/>
                <a:ext cx="1295400" cy="5334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Arrow Connector 30"/>
          <p:cNvCxnSpPr>
            <a:stCxn id="29" idx="2"/>
            <a:endCxn id="28" idx="0"/>
          </p:cNvCxnSpPr>
          <p:nvPr/>
        </p:nvCxnSpPr>
        <p:spPr>
          <a:xfrm>
            <a:off x="2001698" y="1295398"/>
            <a:ext cx="0" cy="663853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28" idx="2"/>
            <a:endCxn id="30" idx="0"/>
          </p:cNvCxnSpPr>
          <p:nvPr/>
        </p:nvCxnSpPr>
        <p:spPr>
          <a:xfrm>
            <a:off x="2001698" y="2492651"/>
            <a:ext cx="0" cy="658383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endCxn id="29" idx="0"/>
          </p:cNvCxnSpPr>
          <p:nvPr/>
        </p:nvCxnSpPr>
        <p:spPr>
          <a:xfrm>
            <a:off x="2001698" y="457198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074809" y="2637176"/>
                <a:ext cx="2564741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dirty="0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b="0" i="1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en-US" b="0" i="1" dirty="0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∨¬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latin typeface="Cambria Math"/>
                        </a:rPr>
                        <m:t>: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nothing</m:t>
                      </m:r>
                    </m:oMath>
                  </m:oMathPara>
                </a14:m>
                <a:endParaRPr lang="he-IL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4809" y="2637176"/>
                <a:ext cx="2564741" cy="369332"/>
              </a:xfrm>
              <a:prstGeom prst="rect">
                <a:avLst/>
              </a:prstGeom>
              <a:blipFill>
                <a:blip r:embed="rId7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039798" y="1442658"/>
                <a:ext cx="255031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true</m:t>
                      </m:r>
                      <m:r>
                        <a:rPr lang="en-US" b="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 </m:t>
                      </m:r>
                      <m:r>
                        <a:rPr lang="en-US" b="0" i="1" dirty="0" smtClean="0">
                          <a:latin typeface="Cambria Math"/>
                        </a:rPr>
                        <m:t>:</m:t>
                      </m:r>
                      <m:sSub>
                        <m:sSubPr>
                          <m:ctrlP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≔</m:t>
                      </m:r>
                      <m:r>
                        <m:rPr>
                          <m:nor/>
                        </m:rPr>
                        <a:rPr lang="en-US" i="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true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;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≔</m:t>
                      </m:r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he-IL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9798" y="1442658"/>
                <a:ext cx="2550314" cy="369332"/>
              </a:xfrm>
              <a:prstGeom prst="rect">
                <a:avLst/>
              </a:prstGeom>
              <a:blipFill>
                <a:blip r:embed="rId8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Elbow Connector 35"/>
          <p:cNvCxnSpPr>
            <a:stCxn id="30" idx="2"/>
            <a:endCxn id="29" idx="1"/>
          </p:cNvCxnSpPr>
          <p:nvPr/>
        </p:nvCxnSpPr>
        <p:spPr>
          <a:xfrm rot="5400000" flipH="1">
            <a:off x="349980" y="2032716"/>
            <a:ext cx="2655736" cy="647700"/>
          </a:xfrm>
          <a:prstGeom prst="bentConnector4">
            <a:avLst>
              <a:gd name="adj1" fmla="val -8608"/>
              <a:gd name="adj2" fmla="val 203975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457200" y="4038598"/>
                <a:ext cx="19865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i="0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true</m:t>
                      </m:r>
                      <m:r>
                        <m:rPr>
                          <m:nor/>
                        </m:rPr>
                        <a:rPr lang="en-US" i="0" dirty="0" smtClean="0">
                          <a:latin typeface="Cambria Math"/>
                        </a:rPr>
                        <m:t> </m:t>
                      </m:r>
                      <m:r>
                        <a:rPr lang="en-US" b="0" i="1" dirty="0" smtClean="0">
                          <a:latin typeface="Cambria Math"/>
                        </a:rPr>
                        <m:t>:</m:t>
                      </m:r>
                      <m:sSub>
                        <m:sSubPr>
                          <m:ctrlP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dirty="0">
                          <a:solidFill>
                            <a:srgbClr val="FF0000"/>
                          </a:solidFill>
                          <a:latin typeface="Cambria Math"/>
                        </a:rPr>
                        <m:t>≔ 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false</m:t>
                      </m:r>
                    </m:oMath>
                  </m:oMathPara>
                </a14:m>
                <a:endParaRPr lang="he-IL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4038598"/>
                <a:ext cx="198656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5791200" y="2047119"/>
                <a:ext cx="1295400" cy="533400"/>
              </a:xfrm>
              <a:prstGeom prst="rect">
                <a:avLst/>
              </a:prstGeom>
              <a:solidFill>
                <a:srgbClr val="00B050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dirty="0" smtClean="0">
                          <a:solidFill>
                            <a:schemeClr val="bg1"/>
                          </a:solidFill>
                          <a:latin typeface="Cambria Math"/>
                        </a:rPr>
                        <m:t>𝑤𝑎𝑖</m:t>
                      </m:r>
                      <m:sSub>
                        <m:sSubPr>
                          <m:ctrlP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dirty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dirty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2047119"/>
                <a:ext cx="1295400" cy="5334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/>
              <p:cNvSpPr/>
              <p:nvPr/>
            </p:nvSpPr>
            <p:spPr>
              <a:xfrm>
                <a:off x="5791200" y="849866"/>
                <a:ext cx="1295400" cy="533400"/>
              </a:xfrm>
              <a:prstGeom prst="rect">
                <a:avLst/>
              </a:prstGeom>
              <a:solidFill>
                <a:srgbClr val="0070C0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dirty="0" smtClean="0">
                          <a:solidFill>
                            <a:schemeClr val="bg1"/>
                          </a:solidFill>
                          <a:latin typeface="Cambria Math"/>
                        </a:rPr>
                        <m:t>𝑛𝑜𝑛𝑐𝑟𝑖</m:t>
                      </m:r>
                      <m:sSub>
                        <m:sSubPr>
                          <m:ctrlPr>
                            <a:rPr lang="en-US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dirty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b="0" i="0" dirty="0" smtClean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9" name="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849866"/>
                <a:ext cx="1295400" cy="5334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5791200" y="3250167"/>
                <a:ext cx="1295400" cy="5334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dirty="0" smtClean="0">
                          <a:solidFill>
                            <a:schemeClr val="bg1"/>
                          </a:solidFill>
                          <a:latin typeface="Cambria Math"/>
                        </a:rPr>
                        <m:t>𝑐𝑟𝑖</m:t>
                      </m:r>
                      <m:sSub>
                        <m:sSubPr>
                          <m:ctrlP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dirty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dirty="0">
                              <a:solidFill>
                                <a:schemeClr val="bg1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1200" y="3250167"/>
                <a:ext cx="1295400" cy="53340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Straight Arrow Connector 40"/>
          <p:cNvCxnSpPr>
            <a:stCxn id="39" idx="2"/>
            <a:endCxn id="38" idx="0"/>
          </p:cNvCxnSpPr>
          <p:nvPr/>
        </p:nvCxnSpPr>
        <p:spPr>
          <a:xfrm>
            <a:off x="6438900" y="1383266"/>
            <a:ext cx="0" cy="663853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38" idx="2"/>
            <a:endCxn id="40" idx="0"/>
          </p:cNvCxnSpPr>
          <p:nvPr/>
        </p:nvCxnSpPr>
        <p:spPr>
          <a:xfrm>
            <a:off x="6438900" y="2580519"/>
            <a:ext cx="0" cy="66964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endCxn id="39" idx="0"/>
          </p:cNvCxnSpPr>
          <p:nvPr/>
        </p:nvCxnSpPr>
        <p:spPr>
          <a:xfrm>
            <a:off x="6438900" y="545066"/>
            <a:ext cx="0" cy="30480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6512011" y="2725044"/>
                <a:ext cx="2498248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dirty="0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b="0" i="1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en-US" b="0" i="1" dirty="0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∨¬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0" dirty="0" smtClean="0">
                          <a:latin typeface="Cambria Math"/>
                        </a:rPr>
                        <m:t>: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nothing</m:t>
                      </m:r>
                    </m:oMath>
                  </m:oMathPara>
                </a14:m>
                <a:endParaRPr lang="he-IL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2011" y="2725044"/>
                <a:ext cx="2498248" cy="369332"/>
              </a:xfrm>
              <a:prstGeom prst="rect">
                <a:avLst/>
              </a:prstGeom>
              <a:blipFill>
                <a:blip r:embed="rId1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6477000" y="1530526"/>
                <a:ext cx="255031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true</m:t>
                      </m:r>
                      <m:r>
                        <a:rPr lang="en-US" b="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 </m:t>
                      </m:r>
                      <m:r>
                        <a:rPr lang="en-US" b="0" i="1" dirty="0" smtClean="0">
                          <a:latin typeface="Cambria Math"/>
                        </a:rPr>
                        <m:t>: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≔</m:t>
                      </m:r>
                      <m:r>
                        <m:rPr>
                          <m:nor/>
                        </m:rPr>
                        <a:rPr lang="en-US" i="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true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;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≔</m:t>
                      </m:r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he-IL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000" y="1530526"/>
                <a:ext cx="2550314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Elbow Connector 45"/>
          <p:cNvCxnSpPr>
            <a:stCxn id="40" idx="2"/>
            <a:endCxn id="39" idx="1"/>
          </p:cNvCxnSpPr>
          <p:nvPr/>
        </p:nvCxnSpPr>
        <p:spPr>
          <a:xfrm rot="5400000" flipH="1">
            <a:off x="4781549" y="2126217"/>
            <a:ext cx="2667001" cy="647700"/>
          </a:xfrm>
          <a:prstGeom prst="bentConnector4">
            <a:avLst>
              <a:gd name="adj1" fmla="val -8571"/>
              <a:gd name="adj2" fmla="val 207740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5144751" y="4050268"/>
                <a:ext cx="194059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true</m:t>
                      </m:r>
                      <m:r>
                        <a:rPr lang="en-US" b="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 </m:t>
                      </m:r>
                      <m:r>
                        <a:rPr lang="en-US" b="0" i="1" dirty="0" smtClean="0">
                          <a:latin typeface="Cambria Math"/>
                        </a:rPr>
                        <m:t>: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solidFill>
                            <a:srgbClr val="FF0000"/>
                          </a:solidFill>
                          <a:latin typeface="Cambria Math"/>
                        </a:rPr>
                        <m:t>≔ </m:t>
                      </m:r>
                      <m:r>
                        <m:rPr>
                          <m:nor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false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4751" y="4050268"/>
                <a:ext cx="1940596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/>
              <p:cNvSpPr/>
              <p:nvPr/>
            </p:nvSpPr>
            <p:spPr>
              <a:xfrm>
                <a:off x="1128697" y="4463533"/>
                <a:ext cx="64357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𝑃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8" name="Rectangle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697" y="4463533"/>
                <a:ext cx="643573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/>
              <p:cNvSpPr/>
              <p:nvPr/>
            </p:nvSpPr>
            <p:spPr>
              <a:xfrm>
                <a:off x="5983217" y="4454727"/>
                <a:ext cx="64357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𝑃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49" name="Rectangle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3217" y="4454727"/>
                <a:ext cx="643573" cy="369332"/>
              </a:xfrm>
              <a:prstGeom prst="rect">
                <a:avLst/>
              </a:prstGeom>
              <a:blipFill>
                <a:blip r:embed="rId1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1981200" y="304798"/>
                <a:ext cx="69294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304798"/>
                <a:ext cx="692946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6400800" y="380998"/>
                <a:ext cx="69294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380998"/>
                <a:ext cx="692946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33441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7961" y="-427951"/>
            <a:ext cx="7772400" cy="1143000"/>
          </a:xfrm>
        </p:spPr>
        <p:txBody>
          <a:bodyPr/>
          <a:lstStyle/>
          <a:p>
            <a:r>
              <a:rPr lang="he-IL"/>
              <a:t>שזירת גרפי התוכנית</a:t>
            </a:r>
            <a:endParaRPr lang="en-US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4643220" y="762000"/>
            <a:ext cx="0" cy="437061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Elbow Connector 27"/>
          <p:cNvCxnSpPr>
            <a:stCxn id="7" idx="1"/>
            <a:endCxn id="12" idx="0"/>
          </p:cNvCxnSpPr>
          <p:nvPr/>
        </p:nvCxnSpPr>
        <p:spPr>
          <a:xfrm rot="10800000" flipV="1">
            <a:off x="3216960" y="1360497"/>
            <a:ext cx="1162050" cy="781050"/>
          </a:xfrm>
          <a:prstGeom prst="bentConnector2">
            <a:avLst/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Elbow Connector 29"/>
          <p:cNvCxnSpPr>
            <a:stCxn id="8" idx="3"/>
            <a:endCxn id="13" idx="0"/>
          </p:cNvCxnSpPr>
          <p:nvPr/>
        </p:nvCxnSpPr>
        <p:spPr>
          <a:xfrm>
            <a:off x="4912410" y="1360497"/>
            <a:ext cx="1085850" cy="794657"/>
          </a:xfrm>
          <a:prstGeom prst="bentConnector2">
            <a:avLst/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14" idx="3"/>
            <a:endCxn id="21" idx="1"/>
          </p:cNvCxnSpPr>
          <p:nvPr/>
        </p:nvCxnSpPr>
        <p:spPr>
          <a:xfrm>
            <a:off x="6398310" y="2288504"/>
            <a:ext cx="1382487" cy="0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1" idx="1"/>
            <a:endCxn id="18" idx="3"/>
          </p:cNvCxnSpPr>
          <p:nvPr/>
        </p:nvCxnSpPr>
        <p:spPr>
          <a:xfrm flipH="1">
            <a:off x="1369109" y="2274897"/>
            <a:ext cx="1447801" cy="13607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Elbow Connector 35"/>
          <p:cNvCxnSpPr>
            <a:stCxn id="22" idx="3"/>
            <a:endCxn id="8" idx="0"/>
          </p:cNvCxnSpPr>
          <p:nvPr/>
        </p:nvCxnSpPr>
        <p:spPr>
          <a:xfrm flipH="1" flipV="1">
            <a:off x="4779060" y="1227147"/>
            <a:ext cx="3535137" cy="1061357"/>
          </a:xfrm>
          <a:prstGeom prst="bentConnector4">
            <a:avLst>
              <a:gd name="adj1" fmla="val -6467"/>
              <a:gd name="adj2" fmla="val 121538"/>
            </a:avLst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Elbow Connector 37"/>
          <p:cNvCxnSpPr>
            <a:stCxn id="17" idx="1"/>
            <a:endCxn id="7" idx="0"/>
          </p:cNvCxnSpPr>
          <p:nvPr/>
        </p:nvCxnSpPr>
        <p:spPr>
          <a:xfrm rot="10800000" flipH="1">
            <a:off x="835708" y="1227148"/>
            <a:ext cx="3676651" cy="1061357"/>
          </a:xfrm>
          <a:prstGeom prst="bentConnector4">
            <a:avLst>
              <a:gd name="adj1" fmla="val -6218"/>
              <a:gd name="adj2" fmla="val 121538"/>
            </a:avLst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Elbow Connector 39"/>
          <p:cNvCxnSpPr>
            <a:stCxn id="12" idx="3"/>
            <a:endCxn id="15" idx="0"/>
          </p:cNvCxnSpPr>
          <p:nvPr/>
        </p:nvCxnSpPr>
        <p:spPr>
          <a:xfrm>
            <a:off x="3350310" y="2274897"/>
            <a:ext cx="1162050" cy="1085850"/>
          </a:xfrm>
          <a:prstGeom prst="bentConnector2">
            <a:avLst/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Elbow Connector 41"/>
          <p:cNvCxnSpPr>
            <a:stCxn id="13" idx="1"/>
            <a:endCxn id="16" idx="0"/>
          </p:cNvCxnSpPr>
          <p:nvPr/>
        </p:nvCxnSpPr>
        <p:spPr>
          <a:xfrm rot="10800000" flipV="1">
            <a:off x="4779060" y="2288503"/>
            <a:ext cx="1085850" cy="1072243"/>
          </a:xfrm>
          <a:prstGeom prst="bentConnector2">
            <a:avLst/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9" name="Group 28"/>
          <p:cNvGrpSpPr/>
          <p:nvPr/>
        </p:nvGrpSpPr>
        <p:grpSpPr>
          <a:xfrm>
            <a:off x="835709" y="1227147"/>
            <a:ext cx="7478488" cy="4678353"/>
            <a:chOff x="609600" y="1227147"/>
            <a:chExt cx="7478488" cy="4678353"/>
          </a:xfrm>
        </p:grpSpPr>
        <p:grpSp>
          <p:nvGrpSpPr>
            <p:cNvPr id="9" name="Group 8"/>
            <p:cNvGrpSpPr>
              <a:grpSpLocks noChangeAspect="1"/>
            </p:cNvGrpSpPr>
            <p:nvPr/>
          </p:nvGrpSpPr>
          <p:grpSpPr>
            <a:xfrm>
              <a:off x="4152901" y="1227147"/>
              <a:ext cx="533400" cy="266700"/>
              <a:chOff x="4152901" y="1219200"/>
              <a:chExt cx="1066800" cy="533400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4152901" y="1219200"/>
                <a:ext cx="533400" cy="533400"/>
              </a:xfrm>
              <a:prstGeom prst="rect">
                <a:avLst/>
              </a:prstGeom>
              <a:solidFill>
                <a:srgbClr val="0070C0"/>
              </a:solidFill>
              <a:ln w="3175"/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he-IL" sz="2800">
                  <a:solidFill>
                    <a:schemeClr val="dk1"/>
                  </a:solidFill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4686301" y="1219200"/>
                <a:ext cx="533400" cy="533400"/>
              </a:xfrm>
              <a:prstGeom prst="rect">
                <a:avLst/>
              </a:prstGeom>
              <a:solidFill>
                <a:srgbClr val="0070C0"/>
              </a:solidFill>
              <a:ln w="3175"/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he-IL" sz="2800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6" name="Group 5"/>
            <p:cNvGrpSpPr>
              <a:grpSpLocks noChangeAspect="1"/>
            </p:cNvGrpSpPr>
            <p:nvPr/>
          </p:nvGrpSpPr>
          <p:grpSpPr>
            <a:xfrm>
              <a:off x="2590801" y="2141547"/>
              <a:ext cx="533400" cy="266700"/>
              <a:chOff x="2590801" y="2133600"/>
              <a:chExt cx="1066800" cy="533400"/>
            </a:xfrm>
          </p:grpSpPr>
          <p:sp>
            <p:nvSpPr>
              <p:cNvPr id="11" name="Rectangle 10"/>
              <p:cNvSpPr/>
              <p:nvPr/>
            </p:nvSpPr>
            <p:spPr>
              <a:xfrm>
                <a:off x="2590801" y="2133600"/>
                <a:ext cx="533400" cy="533400"/>
              </a:xfrm>
              <a:prstGeom prst="rect">
                <a:avLst/>
              </a:prstGeom>
              <a:solidFill>
                <a:srgbClr val="00B050"/>
              </a:solidFill>
              <a:ln w="3175"/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he-IL" sz="2800">
                  <a:latin typeface="Cambria Math"/>
                </a:endParaRPr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3124201" y="2133600"/>
                <a:ext cx="533400" cy="533400"/>
              </a:xfrm>
              <a:prstGeom prst="rect">
                <a:avLst/>
              </a:prstGeom>
              <a:solidFill>
                <a:srgbClr val="0070C0"/>
              </a:solidFill>
              <a:ln w="3175"/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he-IL" sz="2800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9" name="Group 18"/>
            <p:cNvGrpSpPr>
              <a:grpSpLocks noChangeAspect="1"/>
            </p:cNvGrpSpPr>
            <p:nvPr/>
          </p:nvGrpSpPr>
          <p:grpSpPr>
            <a:xfrm>
              <a:off x="5638801" y="2155154"/>
              <a:ext cx="533400" cy="266700"/>
              <a:chOff x="5638801" y="2147207"/>
              <a:chExt cx="1066800" cy="533400"/>
            </a:xfrm>
          </p:grpSpPr>
          <p:sp>
            <p:nvSpPr>
              <p:cNvPr id="13" name="Rectangle 12"/>
              <p:cNvSpPr/>
              <p:nvPr/>
            </p:nvSpPr>
            <p:spPr>
              <a:xfrm>
                <a:off x="5638801" y="2147207"/>
                <a:ext cx="533400" cy="533400"/>
              </a:xfrm>
              <a:prstGeom prst="rect">
                <a:avLst/>
              </a:prstGeom>
              <a:solidFill>
                <a:srgbClr val="0070C0"/>
              </a:solidFill>
              <a:ln w="3175"/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he-IL" sz="2800">
                  <a:solidFill>
                    <a:schemeClr val="dk1"/>
                  </a:solidFill>
                </a:endParaRPr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6172201" y="2147207"/>
                <a:ext cx="533400" cy="533400"/>
              </a:xfrm>
              <a:prstGeom prst="rect">
                <a:avLst/>
              </a:prstGeom>
              <a:solidFill>
                <a:srgbClr val="00B050"/>
              </a:solidFill>
              <a:ln w="3175"/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he-IL" sz="2800">
                  <a:latin typeface="Cambria Math"/>
                </a:endParaRPr>
              </a:p>
            </p:txBody>
          </p:sp>
        </p:grpSp>
        <p:grpSp>
          <p:nvGrpSpPr>
            <p:cNvPr id="23" name="Group 22"/>
            <p:cNvGrpSpPr>
              <a:grpSpLocks noChangeAspect="1"/>
            </p:cNvGrpSpPr>
            <p:nvPr/>
          </p:nvGrpSpPr>
          <p:grpSpPr>
            <a:xfrm>
              <a:off x="4152901" y="3360747"/>
              <a:ext cx="533400" cy="266700"/>
              <a:chOff x="4152901" y="3352800"/>
              <a:chExt cx="1066800" cy="533400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4152901" y="3352800"/>
                <a:ext cx="533400" cy="533400"/>
              </a:xfrm>
              <a:prstGeom prst="rect">
                <a:avLst/>
              </a:prstGeom>
              <a:solidFill>
                <a:srgbClr val="00B050"/>
              </a:solidFill>
              <a:ln w="3175"/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he-IL" sz="2800">
                  <a:latin typeface="Cambria Math"/>
                </a:endParaRPr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4686301" y="3352800"/>
                <a:ext cx="533400" cy="533400"/>
              </a:xfrm>
              <a:prstGeom prst="rect">
                <a:avLst/>
              </a:prstGeom>
              <a:solidFill>
                <a:srgbClr val="00B050"/>
              </a:solidFill>
              <a:ln w="3175"/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he-IL" sz="2800">
                  <a:latin typeface="Cambria Math"/>
                </a:endParaRPr>
              </a:p>
            </p:txBody>
          </p:sp>
        </p:grpSp>
        <p:grpSp>
          <p:nvGrpSpPr>
            <p:cNvPr id="5" name="Group 4"/>
            <p:cNvGrpSpPr>
              <a:grpSpLocks noChangeAspect="1"/>
            </p:cNvGrpSpPr>
            <p:nvPr/>
          </p:nvGrpSpPr>
          <p:grpSpPr>
            <a:xfrm>
              <a:off x="609600" y="2155154"/>
              <a:ext cx="533400" cy="266700"/>
              <a:chOff x="609600" y="2147207"/>
              <a:chExt cx="1066800" cy="533400"/>
            </a:xfrm>
          </p:grpSpPr>
          <p:sp>
            <p:nvSpPr>
              <p:cNvPr id="17" name="Rectangle 16"/>
              <p:cNvSpPr/>
              <p:nvPr/>
            </p:nvSpPr>
            <p:spPr>
              <a:xfrm>
                <a:off x="609600" y="2147207"/>
                <a:ext cx="533400" cy="533400"/>
              </a:xfrm>
              <a:prstGeom prst="rect">
                <a:avLst/>
              </a:prstGeom>
              <a:solidFill>
                <a:srgbClr val="FF0000"/>
              </a:solidFill>
              <a:ln w="3175"/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he-IL" sz="2800">
                  <a:latin typeface="Cambria Math"/>
                </a:endParaRPr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1143000" y="2147207"/>
                <a:ext cx="533400" cy="533400"/>
              </a:xfrm>
              <a:prstGeom prst="rect">
                <a:avLst/>
              </a:prstGeom>
              <a:solidFill>
                <a:srgbClr val="0070C0"/>
              </a:solidFill>
              <a:ln w="3175"/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he-IL" sz="2800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20" name="Group 19"/>
            <p:cNvGrpSpPr>
              <a:grpSpLocks noChangeAspect="1"/>
            </p:cNvGrpSpPr>
            <p:nvPr/>
          </p:nvGrpSpPr>
          <p:grpSpPr>
            <a:xfrm>
              <a:off x="7554688" y="2155154"/>
              <a:ext cx="533400" cy="266700"/>
              <a:chOff x="7554688" y="2147207"/>
              <a:chExt cx="1066800" cy="533400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7554688" y="2147207"/>
                <a:ext cx="533400" cy="533400"/>
              </a:xfrm>
              <a:prstGeom prst="rect">
                <a:avLst/>
              </a:prstGeom>
              <a:solidFill>
                <a:srgbClr val="0070C0"/>
              </a:solidFill>
              <a:ln w="3175"/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he-IL" sz="2800">
                  <a:solidFill>
                    <a:schemeClr val="dk1"/>
                  </a:solidFill>
                </a:endParaRPr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8088088" y="2147207"/>
                <a:ext cx="533400" cy="533400"/>
              </a:xfrm>
              <a:prstGeom prst="rect">
                <a:avLst/>
              </a:prstGeom>
              <a:solidFill>
                <a:srgbClr val="FF0000"/>
              </a:solidFill>
              <a:ln w="3175"/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he-IL" sz="2800">
                  <a:latin typeface="Cambria Math"/>
                </a:endParaRPr>
              </a:p>
            </p:txBody>
          </p:sp>
        </p:grpSp>
        <p:grpSp>
          <p:nvGrpSpPr>
            <p:cNvPr id="24" name="Group 23"/>
            <p:cNvGrpSpPr>
              <a:grpSpLocks noChangeAspect="1"/>
            </p:cNvGrpSpPr>
            <p:nvPr/>
          </p:nvGrpSpPr>
          <p:grpSpPr>
            <a:xfrm>
              <a:off x="2612571" y="4468586"/>
              <a:ext cx="533400" cy="266700"/>
              <a:chOff x="2612571" y="4468586"/>
              <a:chExt cx="1066800" cy="533400"/>
            </a:xfrm>
          </p:grpSpPr>
          <p:sp>
            <p:nvSpPr>
              <p:cNvPr id="45" name="Rectangle 44"/>
              <p:cNvSpPr/>
              <p:nvPr/>
            </p:nvSpPr>
            <p:spPr>
              <a:xfrm>
                <a:off x="2612571" y="4468586"/>
                <a:ext cx="533400" cy="533400"/>
              </a:xfrm>
              <a:prstGeom prst="rect">
                <a:avLst/>
              </a:prstGeom>
              <a:solidFill>
                <a:srgbClr val="00B050"/>
              </a:solidFill>
              <a:ln w="3175"/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he-IL" sz="2800">
                  <a:latin typeface="Cambria Math"/>
                </a:endParaRPr>
              </a:p>
            </p:txBody>
          </p:sp>
          <p:sp>
            <p:nvSpPr>
              <p:cNvPr id="46" name="Rectangle 45"/>
              <p:cNvSpPr/>
              <p:nvPr/>
            </p:nvSpPr>
            <p:spPr>
              <a:xfrm>
                <a:off x="3145971" y="4468586"/>
                <a:ext cx="533400" cy="533400"/>
              </a:xfrm>
              <a:prstGeom prst="rect">
                <a:avLst/>
              </a:prstGeom>
              <a:solidFill>
                <a:srgbClr val="FF0000"/>
              </a:solidFill>
              <a:ln w="3175"/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he-IL" sz="2800">
                  <a:latin typeface="Cambria Math"/>
                </a:endParaRPr>
              </a:p>
            </p:txBody>
          </p:sp>
        </p:grpSp>
        <p:grpSp>
          <p:nvGrpSpPr>
            <p:cNvPr id="25" name="Group 24"/>
            <p:cNvGrpSpPr>
              <a:grpSpLocks noChangeAspect="1"/>
            </p:cNvGrpSpPr>
            <p:nvPr/>
          </p:nvGrpSpPr>
          <p:grpSpPr>
            <a:xfrm>
              <a:off x="5638801" y="4468586"/>
              <a:ext cx="533400" cy="266700"/>
              <a:chOff x="5638801" y="4468586"/>
              <a:chExt cx="1066800" cy="533400"/>
            </a:xfrm>
          </p:grpSpPr>
          <p:sp>
            <p:nvSpPr>
              <p:cNvPr id="49" name="Rectangle 48"/>
              <p:cNvSpPr/>
              <p:nvPr/>
            </p:nvSpPr>
            <p:spPr>
              <a:xfrm>
                <a:off x="5638801" y="4468586"/>
                <a:ext cx="533400" cy="533400"/>
              </a:xfrm>
              <a:prstGeom prst="rect">
                <a:avLst/>
              </a:prstGeom>
              <a:solidFill>
                <a:srgbClr val="FF0000"/>
              </a:solidFill>
              <a:ln w="3175"/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he-IL" sz="2800">
                  <a:latin typeface="Cambria Math"/>
                </a:endParaRPr>
              </a:p>
            </p:txBody>
          </p:sp>
          <p:sp>
            <p:nvSpPr>
              <p:cNvPr id="50" name="Rectangle 49"/>
              <p:cNvSpPr/>
              <p:nvPr/>
            </p:nvSpPr>
            <p:spPr>
              <a:xfrm>
                <a:off x="6172201" y="4468586"/>
                <a:ext cx="533400" cy="533400"/>
              </a:xfrm>
              <a:prstGeom prst="rect">
                <a:avLst/>
              </a:prstGeom>
              <a:solidFill>
                <a:srgbClr val="00B050"/>
              </a:solidFill>
              <a:ln w="3175"/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he-IL" sz="2800">
                  <a:latin typeface="Cambria Math"/>
                </a:endParaRPr>
              </a:p>
            </p:txBody>
          </p:sp>
        </p:grpSp>
        <p:grpSp>
          <p:nvGrpSpPr>
            <p:cNvPr id="27" name="Group 26"/>
            <p:cNvGrpSpPr>
              <a:grpSpLocks noChangeAspect="1"/>
            </p:cNvGrpSpPr>
            <p:nvPr/>
          </p:nvGrpSpPr>
          <p:grpSpPr>
            <a:xfrm>
              <a:off x="4152901" y="5638800"/>
              <a:ext cx="533400" cy="266700"/>
              <a:chOff x="4152901" y="5638800"/>
              <a:chExt cx="1066800" cy="533400"/>
            </a:xfrm>
          </p:grpSpPr>
          <p:sp>
            <p:nvSpPr>
              <p:cNvPr id="51" name="Rectangle 50"/>
              <p:cNvSpPr/>
              <p:nvPr/>
            </p:nvSpPr>
            <p:spPr>
              <a:xfrm>
                <a:off x="4152901" y="5638800"/>
                <a:ext cx="533400" cy="533400"/>
              </a:xfrm>
              <a:prstGeom prst="rect">
                <a:avLst/>
              </a:prstGeom>
              <a:solidFill>
                <a:srgbClr val="FF0000"/>
              </a:solidFill>
              <a:ln w="3175"/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he-IL" sz="2800">
                  <a:latin typeface="Cambria Math"/>
                </a:endParaRPr>
              </a:p>
            </p:txBody>
          </p:sp>
          <p:sp>
            <p:nvSpPr>
              <p:cNvPr id="52" name="Rectangle 51"/>
              <p:cNvSpPr/>
              <p:nvPr/>
            </p:nvSpPr>
            <p:spPr>
              <a:xfrm>
                <a:off x="4686301" y="5638800"/>
                <a:ext cx="533400" cy="533400"/>
              </a:xfrm>
              <a:prstGeom prst="rect">
                <a:avLst/>
              </a:prstGeom>
              <a:solidFill>
                <a:srgbClr val="FF0000"/>
              </a:solidFill>
              <a:ln w="3175"/>
              <a:scene3d>
                <a:camera prst="orthographicFront"/>
                <a:lightRig rig="threePt" dir="t"/>
              </a:scene3d>
              <a:sp3d>
                <a:bevelT/>
              </a:sp3d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he-IL" sz="2800">
                  <a:latin typeface="Cambria Math"/>
                </a:endParaRPr>
              </a:p>
            </p:txBody>
          </p:sp>
        </p:grpSp>
      </p:grpSp>
      <p:cxnSp>
        <p:nvCxnSpPr>
          <p:cNvPr id="54" name="Elbow Connector 53"/>
          <p:cNvCxnSpPr>
            <a:stCxn id="15" idx="1"/>
            <a:endCxn id="46" idx="0"/>
          </p:cNvCxnSpPr>
          <p:nvPr/>
        </p:nvCxnSpPr>
        <p:spPr>
          <a:xfrm rot="10800000" flipV="1">
            <a:off x="3238730" y="3494096"/>
            <a:ext cx="1140280" cy="974489"/>
          </a:xfrm>
          <a:prstGeom prst="bentConnector2">
            <a:avLst/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Elbow Connector 57"/>
          <p:cNvCxnSpPr>
            <a:stCxn id="46" idx="3"/>
            <a:endCxn id="51" idx="0"/>
          </p:cNvCxnSpPr>
          <p:nvPr/>
        </p:nvCxnSpPr>
        <p:spPr>
          <a:xfrm>
            <a:off x="3372080" y="4601936"/>
            <a:ext cx="1140280" cy="1036864"/>
          </a:xfrm>
          <a:prstGeom prst="bentConnector2">
            <a:avLst/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Elbow Connector 59"/>
          <p:cNvCxnSpPr>
            <a:stCxn id="49" idx="1"/>
            <a:endCxn id="52" idx="0"/>
          </p:cNvCxnSpPr>
          <p:nvPr/>
        </p:nvCxnSpPr>
        <p:spPr>
          <a:xfrm rot="10800000" flipV="1">
            <a:off x="4779060" y="4601936"/>
            <a:ext cx="1085850" cy="1036864"/>
          </a:xfrm>
          <a:prstGeom prst="bentConnector2">
            <a:avLst/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Elbow Connector 61"/>
          <p:cNvCxnSpPr>
            <a:stCxn id="52" idx="3"/>
            <a:endCxn id="21" idx="2"/>
          </p:cNvCxnSpPr>
          <p:nvPr/>
        </p:nvCxnSpPr>
        <p:spPr>
          <a:xfrm flipV="1">
            <a:off x="4912410" y="2421854"/>
            <a:ext cx="3001737" cy="3350296"/>
          </a:xfrm>
          <a:prstGeom prst="bentConnector2">
            <a:avLst/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Elbow Connector 63"/>
          <p:cNvCxnSpPr>
            <a:stCxn id="51" idx="1"/>
            <a:endCxn id="18" idx="2"/>
          </p:cNvCxnSpPr>
          <p:nvPr/>
        </p:nvCxnSpPr>
        <p:spPr>
          <a:xfrm rot="10800000">
            <a:off x="1235760" y="2421854"/>
            <a:ext cx="3143251" cy="3350296"/>
          </a:xfrm>
          <a:prstGeom prst="bentConnector2">
            <a:avLst/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50" idx="0"/>
            <a:endCxn id="14" idx="2"/>
          </p:cNvCxnSpPr>
          <p:nvPr/>
        </p:nvCxnSpPr>
        <p:spPr>
          <a:xfrm flipV="1">
            <a:off x="6264960" y="2421854"/>
            <a:ext cx="0" cy="2046732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>
            <a:stCxn id="45" idx="0"/>
            <a:endCxn id="11" idx="2"/>
          </p:cNvCxnSpPr>
          <p:nvPr/>
        </p:nvCxnSpPr>
        <p:spPr>
          <a:xfrm flipH="1" flipV="1">
            <a:off x="2950260" y="2408247"/>
            <a:ext cx="21770" cy="2060339"/>
          </a:xfrm>
          <a:prstGeom prst="straightConnector1">
            <a:avLst/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Elbow Connector 69"/>
          <p:cNvCxnSpPr>
            <a:stCxn id="16" idx="3"/>
            <a:endCxn id="49" idx="0"/>
          </p:cNvCxnSpPr>
          <p:nvPr/>
        </p:nvCxnSpPr>
        <p:spPr>
          <a:xfrm>
            <a:off x="4912410" y="3494097"/>
            <a:ext cx="1085850" cy="974489"/>
          </a:xfrm>
          <a:prstGeom prst="bentConnector2">
            <a:avLst/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/>
              <p:cNvSpPr txBox="1"/>
              <p:nvPr/>
            </p:nvSpPr>
            <p:spPr>
              <a:xfrm>
                <a:off x="5963016" y="1245441"/>
                <a:ext cx="119321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≔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𝑡𝑟𝑢𝑒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;</m:t>
                      </m:r>
                    </m:oMath>
                  </m:oMathPara>
                </a14:m>
                <a:endParaRPr lang="en-US" sz="1600" b="0" i="1" dirty="0">
                  <a:solidFill>
                    <a:srgbClr val="FF0000"/>
                  </a:solidFill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≔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1" name="TextBox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3016" y="1245441"/>
                <a:ext cx="1193212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/>
              <p:cNvSpPr txBox="1"/>
              <p:nvPr/>
            </p:nvSpPr>
            <p:spPr>
              <a:xfrm>
                <a:off x="7772677" y="6037844"/>
                <a:ext cx="118846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≔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𝑡𝑟𝑢𝑒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;</m:t>
                      </m:r>
                    </m:oMath>
                  </m:oMathPara>
                </a14:m>
                <a:endParaRPr lang="en-US" sz="1600" b="0" i="1">
                  <a:solidFill>
                    <a:srgbClr val="FF0000"/>
                  </a:solidFill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≔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16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2" name="TextBox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677" y="6037844"/>
                <a:ext cx="1188467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4659987" y="1750167"/>
                <a:ext cx="118846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≔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𝑡𝑟𝑢𝑒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;</m:t>
                      </m:r>
                    </m:oMath>
                  </m:oMathPara>
                </a14:m>
                <a:endParaRPr lang="en-US" sz="1600" b="0" i="1">
                  <a:solidFill>
                    <a:srgbClr val="FF0000"/>
                  </a:solidFill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≔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16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9987" y="1750167"/>
                <a:ext cx="1188467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/>
              <p:cNvSpPr txBox="1"/>
              <p:nvPr/>
            </p:nvSpPr>
            <p:spPr>
              <a:xfrm>
                <a:off x="3344134" y="1750167"/>
                <a:ext cx="119321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≔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𝑡𝑟𝑢𝑒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;</m:t>
                      </m:r>
                    </m:oMath>
                  </m:oMathPara>
                </a14:m>
                <a:endParaRPr lang="en-US" sz="1600" b="0" i="1">
                  <a:solidFill>
                    <a:srgbClr val="FF0000"/>
                  </a:solidFill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≔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sz="16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4" name="TextBox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134" y="1750167"/>
                <a:ext cx="1193212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Elbow Connector 77"/>
          <p:cNvCxnSpPr>
            <a:stCxn id="22" idx="2"/>
            <a:endCxn id="46" idx="2"/>
          </p:cNvCxnSpPr>
          <p:nvPr/>
        </p:nvCxnSpPr>
        <p:spPr>
          <a:xfrm rot="5400000">
            <a:off x="4553073" y="1107512"/>
            <a:ext cx="2313432" cy="4942117"/>
          </a:xfrm>
          <a:prstGeom prst="bentConnector3">
            <a:avLst>
              <a:gd name="adj1" fmla="val 156381"/>
            </a:avLst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Elbow Connector 81"/>
          <p:cNvCxnSpPr>
            <a:stCxn id="17" idx="2"/>
            <a:endCxn id="50" idx="2"/>
          </p:cNvCxnSpPr>
          <p:nvPr/>
        </p:nvCxnSpPr>
        <p:spPr>
          <a:xfrm rot="16200000" flipH="1">
            <a:off x="2460293" y="930619"/>
            <a:ext cx="2313432" cy="5295901"/>
          </a:xfrm>
          <a:prstGeom prst="bentConnector3">
            <a:avLst>
              <a:gd name="adj1" fmla="val 163686"/>
            </a:avLst>
          </a:prstGeom>
          <a:ln w="127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505803" y="6178072"/>
                <a:ext cx="119321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160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solidFill>
                            <a:srgbClr val="FF0000"/>
                          </a:solidFill>
                          <a:latin typeface="Cambria Math"/>
                        </a:rPr>
                        <m:t>≔</m:t>
                      </m:r>
                      <m:r>
                        <a:rPr lang="en-US" sz="1600" i="1">
                          <a:solidFill>
                            <a:srgbClr val="FF0000"/>
                          </a:solidFill>
                          <a:latin typeface="Cambria Math"/>
                        </a:rPr>
                        <m:t>𝑡𝑟𝑢𝑒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;</m:t>
                      </m:r>
                    </m:oMath>
                  </m:oMathPara>
                </a14:m>
                <a:endParaRPr lang="en-US" sz="1600" b="0" i="1">
                  <a:solidFill>
                    <a:srgbClr val="FF0000"/>
                  </a:solidFill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≔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sz="16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803" y="6178072"/>
                <a:ext cx="1193212" cy="584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Rectangle 90"/>
              <p:cNvSpPr/>
              <p:nvPr/>
            </p:nvSpPr>
            <p:spPr>
              <a:xfrm>
                <a:off x="1507921" y="1938855"/>
                <a:ext cx="129253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solidFill>
                            <a:srgbClr val="0517C3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sz="1600" b="0" i="1" dirty="0" smtClean="0">
                          <a:solidFill>
                            <a:srgbClr val="0517C3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600" b="0" i="1" dirty="0" smtClean="0">
                          <a:solidFill>
                            <a:srgbClr val="0517C3"/>
                          </a:solidFill>
                          <a:latin typeface="Cambria Math"/>
                        </a:rPr>
                        <m:t>0</m:t>
                      </m:r>
                      <m:r>
                        <a:rPr lang="en-US" sz="1600" b="0" i="1" dirty="0" smtClean="0">
                          <a:solidFill>
                            <a:srgbClr val="0517C3"/>
                          </a:solidFill>
                          <a:latin typeface="Cambria Math"/>
                        </a:rPr>
                        <m:t>∨¬</m:t>
                      </m:r>
                      <m:sSub>
                        <m:sSubPr>
                          <m:ctrlPr>
                            <a:rPr lang="en-US" sz="1600" i="1" dirty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solidFill>
                                <a:srgbClr val="0517C3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1600" i="1" dirty="0" smtClean="0">
                              <a:solidFill>
                                <a:srgbClr val="0517C3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i="1">
                  <a:solidFill>
                    <a:srgbClr val="0517C3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91" name="Rectangle 9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921" y="1938855"/>
                <a:ext cx="1292533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Rectangle 91"/>
              <p:cNvSpPr/>
              <p:nvPr/>
            </p:nvSpPr>
            <p:spPr>
              <a:xfrm>
                <a:off x="6470020" y="1935384"/>
                <a:ext cx="128778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solidFill>
                            <a:srgbClr val="0517C3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sz="1600" b="0" i="1" dirty="0" smtClean="0">
                          <a:solidFill>
                            <a:srgbClr val="0517C3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600" b="0" i="1" dirty="0" smtClean="0">
                          <a:solidFill>
                            <a:srgbClr val="0517C3"/>
                          </a:solidFill>
                          <a:latin typeface="Cambria Math"/>
                        </a:rPr>
                        <m:t>1</m:t>
                      </m:r>
                      <m:r>
                        <a:rPr lang="en-US" sz="1600" b="0" i="1" dirty="0" smtClean="0">
                          <a:solidFill>
                            <a:srgbClr val="0517C3"/>
                          </a:solidFill>
                          <a:latin typeface="Cambria Math"/>
                        </a:rPr>
                        <m:t>∨¬</m:t>
                      </m:r>
                      <m:sSub>
                        <m:sSubPr>
                          <m:ctrlPr>
                            <a:rPr lang="en-US" sz="1600" i="1" dirty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solidFill>
                                <a:srgbClr val="0517C3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rgbClr val="0517C3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600" i="1" dirty="0">
                  <a:solidFill>
                    <a:srgbClr val="0517C3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92" name="Rectangle 9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0020" y="1935384"/>
                <a:ext cx="1287788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Rectangle 95"/>
              <p:cNvSpPr/>
              <p:nvPr/>
            </p:nvSpPr>
            <p:spPr>
              <a:xfrm>
                <a:off x="4942418" y="3136159"/>
                <a:ext cx="129253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solidFill>
                            <a:srgbClr val="0517C3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sz="1600" b="0" i="1" dirty="0" smtClean="0">
                          <a:solidFill>
                            <a:srgbClr val="0517C3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600" b="0" i="1" dirty="0" smtClean="0">
                          <a:solidFill>
                            <a:srgbClr val="0517C3"/>
                          </a:solidFill>
                          <a:latin typeface="Cambria Math"/>
                        </a:rPr>
                        <m:t>0</m:t>
                      </m:r>
                      <m:r>
                        <a:rPr lang="en-US" sz="1600" b="0" i="1" dirty="0" smtClean="0">
                          <a:solidFill>
                            <a:srgbClr val="0517C3"/>
                          </a:solidFill>
                          <a:latin typeface="Cambria Math"/>
                        </a:rPr>
                        <m:t>∨¬</m:t>
                      </m:r>
                      <m:sSub>
                        <m:sSubPr>
                          <m:ctrlPr>
                            <a:rPr lang="en-US" sz="1600" i="1" dirty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solidFill>
                                <a:srgbClr val="0517C3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1600" i="1" dirty="0" smtClean="0">
                              <a:solidFill>
                                <a:srgbClr val="0517C3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i="1">
                  <a:solidFill>
                    <a:srgbClr val="0517C3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96" name="Rectangle 9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2418" y="3136159"/>
                <a:ext cx="1292533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Rectangle 96"/>
              <p:cNvSpPr/>
              <p:nvPr/>
            </p:nvSpPr>
            <p:spPr>
              <a:xfrm>
                <a:off x="3059678" y="3165130"/>
                <a:ext cx="128778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solidFill>
                            <a:srgbClr val="0517C3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sz="1600" b="0" i="1" dirty="0" smtClean="0">
                          <a:solidFill>
                            <a:srgbClr val="0517C3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600" b="0" i="1" dirty="0" smtClean="0">
                          <a:solidFill>
                            <a:srgbClr val="0517C3"/>
                          </a:solidFill>
                          <a:latin typeface="Cambria Math"/>
                        </a:rPr>
                        <m:t>1</m:t>
                      </m:r>
                      <m:r>
                        <a:rPr lang="en-US" sz="1600" b="0" i="1" dirty="0" smtClean="0">
                          <a:solidFill>
                            <a:srgbClr val="0517C3"/>
                          </a:solidFill>
                          <a:latin typeface="Cambria Math"/>
                        </a:rPr>
                        <m:t>∨¬</m:t>
                      </m:r>
                      <m:sSub>
                        <m:sSubPr>
                          <m:ctrlPr>
                            <a:rPr lang="en-US" sz="1600" i="1" dirty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solidFill>
                                <a:srgbClr val="0517C3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rgbClr val="0517C3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600" i="1">
                  <a:solidFill>
                    <a:srgbClr val="0517C3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97" name="Rectangle 9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9678" y="3165130"/>
                <a:ext cx="1287788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Rectangle 97"/>
              <p:cNvSpPr/>
              <p:nvPr/>
            </p:nvSpPr>
            <p:spPr>
              <a:xfrm>
                <a:off x="3344891" y="4256227"/>
                <a:ext cx="129253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solidFill>
                            <a:srgbClr val="0517C3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sz="1600" b="0" i="1" dirty="0" smtClean="0">
                          <a:solidFill>
                            <a:srgbClr val="0517C3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600" b="0" i="1" dirty="0" smtClean="0">
                          <a:solidFill>
                            <a:srgbClr val="0517C3"/>
                          </a:solidFill>
                          <a:latin typeface="Cambria Math"/>
                        </a:rPr>
                        <m:t>0</m:t>
                      </m:r>
                      <m:r>
                        <a:rPr lang="en-US" sz="1600" b="0" i="1" dirty="0" smtClean="0">
                          <a:solidFill>
                            <a:srgbClr val="0517C3"/>
                          </a:solidFill>
                          <a:latin typeface="Cambria Math"/>
                        </a:rPr>
                        <m:t>∨¬</m:t>
                      </m:r>
                      <m:sSub>
                        <m:sSubPr>
                          <m:ctrlPr>
                            <a:rPr lang="en-US" sz="1600" i="1" dirty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solidFill>
                                <a:srgbClr val="0517C3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1600" i="1" dirty="0" smtClean="0">
                              <a:solidFill>
                                <a:srgbClr val="0517C3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i="1" dirty="0">
                  <a:solidFill>
                    <a:srgbClr val="0517C3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98" name="Rectangle 9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891" y="4256227"/>
                <a:ext cx="1292533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Rectangle 98"/>
              <p:cNvSpPr/>
              <p:nvPr/>
            </p:nvSpPr>
            <p:spPr>
              <a:xfrm>
                <a:off x="4663083" y="4256096"/>
                <a:ext cx="128778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dirty="0" smtClean="0">
                          <a:solidFill>
                            <a:srgbClr val="0517C3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sz="1600" b="0" i="1" dirty="0" smtClean="0">
                          <a:solidFill>
                            <a:srgbClr val="0517C3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600" b="0" i="1" dirty="0" smtClean="0">
                          <a:solidFill>
                            <a:srgbClr val="0517C3"/>
                          </a:solidFill>
                          <a:latin typeface="Cambria Math"/>
                        </a:rPr>
                        <m:t>1</m:t>
                      </m:r>
                      <m:r>
                        <a:rPr lang="en-US" sz="1600" b="0" i="1" dirty="0" smtClean="0">
                          <a:solidFill>
                            <a:srgbClr val="0517C3"/>
                          </a:solidFill>
                          <a:latin typeface="Cambria Math"/>
                        </a:rPr>
                        <m:t>∨¬</m:t>
                      </m:r>
                      <m:sSub>
                        <m:sSubPr>
                          <m:ctrlPr>
                            <a:rPr lang="en-US" sz="1600" i="1" dirty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solidFill>
                                <a:srgbClr val="0517C3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rgbClr val="0517C3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600" i="1" dirty="0">
                  <a:solidFill>
                    <a:srgbClr val="0517C3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99" name="Rectangle 9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3083" y="4256096"/>
                <a:ext cx="1287788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Rectangle 99"/>
              <p:cNvSpPr/>
              <p:nvPr/>
            </p:nvSpPr>
            <p:spPr>
              <a:xfrm>
                <a:off x="6275846" y="3621186"/>
                <a:ext cx="122212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160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1600" i="1">
                          <a:solidFill>
                            <a:srgbClr val="FF0000"/>
                          </a:solidFill>
                          <a:latin typeface="Cambria Math"/>
                        </a:rPr>
                        <m:t>≔</m:t>
                      </m:r>
                      <m:r>
                        <a:rPr lang="en-US" sz="1600" i="1">
                          <a:solidFill>
                            <a:srgbClr val="FF0000"/>
                          </a:solidFill>
                          <a:latin typeface="Cambria Math"/>
                        </a:rPr>
                        <m:t>𝑓𝑎𝑙𝑠𝑒</m:t>
                      </m:r>
                    </m:oMath>
                  </m:oMathPara>
                </a14:m>
                <a:endParaRPr lang="en-US" sz="1600" i="1">
                  <a:solidFill>
                    <a:srgbClr val="FF0000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100" name="Rectangle 9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5846" y="3621186"/>
                <a:ext cx="1222129" cy="338554"/>
              </a:xfrm>
              <a:prstGeom prst="rect">
                <a:avLst/>
              </a:prstGeom>
              <a:blipFill>
                <a:blip r:embed="rId8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Rectangle 100"/>
              <p:cNvSpPr/>
              <p:nvPr/>
            </p:nvSpPr>
            <p:spPr>
              <a:xfrm>
                <a:off x="7740439" y="652046"/>
                <a:ext cx="1226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solidFill>
                            <a:srgbClr val="FF0000"/>
                          </a:solidFill>
                          <a:latin typeface="Cambria Math"/>
                        </a:rPr>
                        <m:t>≔</m:t>
                      </m:r>
                      <m:r>
                        <a:rPr lang="en-US" sz="1600" i="1">
                          <a:solidFill>
                            <a:srgbClr val="FF0000"/>
                          </a:solidFill>
                          <a:latin typeface="Cambria Math"/>
                        </a:rPr>
                        <m:t>𝑓𝑎𝑙𝑠𝑒</m:t>
                      </m:r>
                    </m:oMath>
                  </m:oMathPara>
                </a14:m>
                <a:endParaRPr lang="en-US" sz="1600" i="1">
                  <a:solidFill>
                    <a:srgbClr val="FF0000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101" name="Rectangle 10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0439" y="652046"/>
                <a:ext cx="1226874" cy="338554"/>
              </a:xfrm>
              <a:prstGeom prst="rect">
                <a:avLst/>
              </a:prstGeom>
              <a:blipFill>
                <a:blip r:embed="rId9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Rectangle 101"/>
              <p:cNvSpPr/>
              <p:nvPr/>
            </p:nvSpPr>
            <p:spPr>
              <a:xfrm>
                <a:off x="1783501" y="3681916"/>
                <a:ext cx="1226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solidFill>
                            <a:srgbClr val="FF0000"/>
                          </a:solidFill>
                          <a:latin typeface="Cambria Math"/>
                        </a:rPr>
                        <m:t>≔</m:t>
                      </m:r>
                      <m:r>
                        <a:rPr lang="en-US" sz="1600" i="1">
                          <a:solidFill>
                            <a:srgbClr val="FF0000"/>
                          </a:solidFill>
                          <a:latin typeface="Cambria Math"/>
                        </a:rPr>
                        <m:t>𝑓𝑎𝑙𝑠𝑒</m:t>
                      </m:r>
                    </m:oMath>
                  </m:oMathPara>
                </a14:m>
                <a:endParaRPr lang="en-US" sz="1600" i="1">
                  <a:solidFill>
                    <a:srgbClr val="FF0000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102" name="Rectangle 10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3501" y="3681916"/>
                <a:ext cx="1226874" cy="338554"/>
              </a:xfrm>
              <a:prstGeom prst="rect">
                <a:avLst/>
              </a:prstGeom>
              <a:blipFill>
                <a:blip r:embed="rId10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Rectangle 102"/>
              <p:cNvSpPr/>
              <p:nvPr/>
            </p:nvSpPr>
            <p:spPr>
              <a:xfrm>
                <a:off x="1644419" y="5433596"/>
                <a:ext cx="122687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solidFill>
                            <a:srgbClr val="FF0000"/>
                          </a:solidFill>
                          <a:latin typeface="Cambria Math"/>
                        </a:rPr>
                        <m:t>≔</m:t>
                      </m:r>
                      <m:r>
                        <a:rPr lang="en-US" sz="1600" i="1">
                          <a:solidFill>
                            <a:srgbClr val="FF0000"/>
                          </a:solidFill>
                          <a:latin typeface="Cambria Math"/>
                        </a:rPr>
                        <m:t>𝑓𝑎𝑙𝑠𝑒</m:t>
                      </m:r>
                    </m:oMath>
                  </m:oMathPara>
                </a14:m>
                <a:endParaRPr lang="en-US" sz="1600" i="1">
                  <a:solidFill>
                    <a:srgbClr val="FF0000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103" name="Rectangle 10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4419" y="5433596"/>
                <a:ext cx="1226874" cy="338554"/>
              </a:xfrm>
              <a:prstGeom prst="rect">
                <a:avLst/>
              </a:prstGeom>
              <a:blipFill>
                <a:blip r:embed="rId10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Rectangle 103"/>
              <p:cNvSpPr/>
              <p:nvPr/>
            </p:nvSpPr>
            <p:spPr>
              <a:xfrm>
                <a:off x="6580407" y="5438367"/>
                <a:ext cx="122212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160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1600" i="1">
                          <a:solidFill>
                            <a:srgbClr val="FF0000"/>
                          </a:solidFill>
                          <a:latin typeface="Cambria Math"/>
                        </a:rPr>
                        <m:t>≔</m:t>
                      </m:r>
                      <m:r>
                        <a:rPr lang="en-US" sz="1600" i="1">
                          <a:solidFill>
                            <a:srgbClr val="FF0000"/>
                          </a:solidFill>
                          <a:latin typeface="Cambria Math"/>
                        </a:rPr>
                        <m:t>𝑓𝑎𝑙𝑠𝑒</m:t>
                      </m:r>
                    </m:oMath>
                  </m:oMathPara>
                </a14:m>
                <a:endParaRPr lang="en-US" sz="1600" i="1">
                  <a:solidFill>
                    <a:srgbClr val="FF0000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104" name="Rectangle 10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0407" y="5438367"/>
                <a:ext cx="1222129" cy="338554"/>
              </a:xfrm>
              <a:prstGeom prst="rect">
                <a:avLst/>
              </a:prstGeom>
              <a:blipFill>
                <a:blip r:embed="rId11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Rectangle 104"/>
              <p:cNvSpPr/>
              <p:nvPr/>
            </p:nvSpPr>
            <p:spPr>
              <a:xfrm>
                <a:off x="228600" y="652046"/>
                <a:ext cx="122212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160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1600" i="1">
                          <a:solidFill>
                            <a:srgbClr val="FF0000"/>
                          </a:solidFill>
                          <a:latin typeface="Cambria Math"/>
                        </a:rPr>
                        <m:t>≔</m:t>
                      </m:r>
                      <m:r>
                        <a:rPr lang="en-US" sz="1600" i="1">
                          <a:solidFill>
                            <a:srgbClr val="FF0000"/>
                          </a:solidFill>
                          <a:latin typeface="Cambria Math"/>
                        </a:rPr>
                        <m:t>𝑓𝑎𝑙𝑠𝑒</m:t>
                      </m:r>
                    </m:oMath>
                  </m:oMathPara>
                </a14:m>
                <a:endParaRPr lang="en-US" sz="1600" i="1">
                  <a:solidFill>
                    <a:srgbClr val="FF0000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105" name="Rectangle 10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652046"/>
                <a:ext cx="1222129" cy="338554"/>
              </a:xfrm>
              <a:prstGeom prst="rect">
                <a:avLst/>
              </a:prstGeom>
              <a:blipFill>
                <a:blip r:embed="rId12"/>
                <a:stretch>
                  <a:fillRect b="-10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2088991" y="1193441"/>
                <a:ext cx="118846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≔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𝑡𝑟𝑢𝑒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;</m:t>
                      </m:r>
                    </m:oMath>
                  </m:oMathPara>
                </a14:m>
                <a:endParaRPr lang="en-US" sz="1600" b="0" i="1">
                  <a:solidFill>
                    <a:srgbClr val="FF0000"/>
                  </a:solidFill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≔</m:t>
                      </m:r>
                      <m:r>
                        <a:rPr lang="en-US" sz="16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16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8991" y="1193441"/>
                <a:ext cx="1188467" cy="58477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4027982" y="6365400"/>
                <a:ext cx="1339527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𝑃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he-IL" i="1">
                          <a:latin typeface="Cambria Math"/>
                          <a:ea typeface="Cambria Math"/>
                        </a:rPr>
                        <m:t>∥</m:t>
                      </m:r>
                      <m:r>
                        <a:rPr lang="en-US" i="1" dirty="0">
                          <a:latin typeface="Cambria Math"/>
                        </a:rPr>
                        <m:t>𝑃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/>
                            </a:rPr>
                            <m:t>𝐺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/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7982" y="6365400"/>
                <a:ext cx="1339527" cy="369332"/>
              </a:xfrm>
              <a:prstGeom prst="rect">
                <a:avLst/>
              </a:prstGeom>
              <a:blipFill>
                <a:blip r:embed="rId14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Rectangle 75"/>
              <p:cNvSpPr/>
              <p:nvPr/>
            </p:nvSpPr>
            <p:spPr>
              <a:xfrm>
                <a:off x="4475976" y="500909"/>
                <a:ext cx="114390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a:rPr lang="en-US" sz="1600" i="1">
                              <a:solidFill>
                                <a:srgbClr val="0517C3"/>
                              </a:solidFill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600" b="0" i="1" smtClean="0">
                          <a:solidFill>
                            <a:srgbClr val="0517C3"/>
                          </a:solidFill>
                          <a:latin typeface="Cambria Math" panose="02040503050406030204" pitchFamily="18" charset="0"/>
                        </a:rPr>
                        <m:t>∧¬</m:t>
                      </m:r>
                      <m:sSub>
                        <m:sSubPr>
                          <m:ctrlPr>
                            <a:rPr lang="en-US" sz="16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600" i="1">
                  <a:solidFill>
                    <a:srgbClr val="FF0000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76" name="Rectangle 7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5976" y="500909"/>
                <a:ext cx="1143903" cy="33855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39896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948" y="-228600"/>
            <a:ext cx="8229600" cy="1143000"/>
          </a:xfrm>
        </p:spPr>
        <p:txBody>
          <a:bodyPr/>
          <a:lstStyle/>
          <a:p>
            <a:r>
              <a:rPr lang="he-IL"/>
              <a:t>פריסת השזירה של גרפי התוכנית</a:t>
            </a: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38200" y="5280342"/>
            <a:ext cx="77444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בדיקה ידנית אם שניים יכולים להיכנס ביחד לקטע הקריטי</a:t>
            </a:r>
            <a:r>
              <a:rPr lang="en-US" sz="2400">
                <a:latin typeface="Gisha" panose="020B0502040204020203" pitchFamily="34" charset="-79"/>
                <a:cs typeface="Gisha" panose="020B0502040204020203" pitchFamily="34" charset="-79"/>
              </a:rPr>
              <a:t> </a:t>
            </a:r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: </a:t>
            </a:r>
            <a:r>
              <a:rPr lang="he-IL" sz="240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לא</a:t>
            </a:r>
            <a:endParaRPr lang="en-US" sz="2400">
              <a:solidFill>
                <a:srgbClr val="FF000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71" name="Straight Arrow Connector 70"/>
          <p:cNvCxnSpPr>
            <a:endCxn id="20" idx="0"/>
          </p:cNvCxnSpPr>
          <p:nvPr/>
        </p:nvCxnSpPr>
        <p:spPr>
          <a:xfrm rot="5400000">
            <a:off x="5425214" y="1871940"/>
            <a:ext cx="545068" cy="1588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992648" y="2144474"/>
            <a:ext cx="381000" cy="304800"/>
          </a:xfrm>
          <a:prstGeom prst="rect">
            <a:avLst/>
          </a:prstGeom>
          <a:solidFill>
            <a:srgbClr val="0070C0"/>
          </a:solidFill>
          <a:ln w="3175"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373648" y="2144474"/>
            <a:ext cx="381000" cy="304800"/>
          </a:xfrm>
          <a:prstGeom prst="rect">
            <a:avLst/>
          </a:prstGeom>
          <a:solidFill>
            <a:srgbClr val="0070C0"/>
          </a:solidFill>
          <a:ln w="3175"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992648" y="2982674"/>
            <a:ext cx="381000" cy="304800"/>
          </a:xfrm>
          <a:prstGeom prst="rect">
            <a:avLst/>
          </a:prstGeom>
          <a:solidFill>
            <a:srgbClr val="0070C0"/>
          </a:solidFill>
          <a:ln w="3175"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373648" y="2982674"/>
            <a:ext cx="381000" cy="304800"/>
          </a:xfrm>
          <a:prstGeom prst="rect">
            <a:avLst/>
          </a:prstGeom>
          <a:solidFill>
            <a:srgbClr val="00B050"/>
          </a:solidFill>
          <a:ln w="3175"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992648" y="3820874"/>
            <a:ext cx="381000" cy="304800"/>
          </a:xfrm>
          <a:prstGeom prst="rect">
            <a:avLst/>
          </a:prstGeom>
          <a:solidFill>
            <a:srgbClr val="00B050"/>
          </a:solidFill>
          <a:ln w="3175"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373648" y="3820874"/>
            <a:ext cx="381000" cy="304800"/>
          </a:xfrm>
          <a:prstGeom prst="rect">
            <a:avLst/>
          </a:prstGeom>
          <a:solidFill>
            <a:srgbClr val="00B050"/>
          </a:solidFill>
          <a:ln w="3175"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2992648" y="4659074"/>
            <a:ext cx="381000" cy="304800"/>
          </a:xfrm>
          <a:prstGeom prst="rect">
            <a:avLst/>
          </a:prstGeom>
          <a:solidFill>
            <a:srgbClr val="00B050"/>
          </a:solidFill>
          <a:ln w="3175"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3373648" y="4659074"/>
            <a:ext cx="381000" cy="304800"/>
          </a:xfrm>
          <a:prstGeom prst="rect">
            <a:avLst/>
          </a:prstGeom>
          <a:solidFill>
            <a:srgbClr val="FF0000"/>
          </a:solidFill>
          <a:ln w="3175"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5507248" y="2144474"/>
            <a:ext cx="381000" cy="304800"/>
          </a:xfrm>
          <a:prstGeom prst="rect">
            <a:avLst/>
          </a:prstGeom>
          <a:solidFill>
            <a:srgbClr val="0070C0"/>
          </a:solidFill>
          <a:ln w="3175"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5888248" y="2144474"/>
            <a:ext cx="381000" cy="304800"/>
          </a:xfrm>
          <a:prstGeom prst="rect">
            <a:avLst/>
          </a:prstGeom>
          <a:solidFill>
            <a:srgbClr val="0070C0"/>
          </a:solidFill>
          <a:ln w="3175"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5507248" y="2982674"/>
            <a:ext cx="381000" cy="304800"/>
          </a:xfrm>
          <a:prstGeom prst="rect">
            <a:avLst/>
          </a:prstGeom>
          <a:solidFill>
            <a:srgbClr val="00B050"/>
          </a:solidFill>
          <a:ln w="3175"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5888248" y="2982674"/>
            <a:ext cx="381000" cy="304800"/>
          </a:xfrm>
          <a:prstGeom prst="rect">
            <a:avLst/>
          </a:prstGeom>
          <a:solidFill>
            <a:srgbClr val="0070C0"/>
          </a:solidFill>
          <a:ln w="3175"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5507248" y="3820874"/>
            <a:ext cx="381000" cy="304800"/>
          </a:xfrm>
          <a:prstGeom prst="rect">
            <a:avLst/>
          </a:prstGeom>
          <a:solidFill>
            <a:srgbClr val="00B050"/>
          </a:solidFill>
          <a:ln w="3175"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5888248" y="3820874"/>
            <a:ext cx="381000" cy="304800"/>
          </a:xfrm>
          <a:prstGeom prst="rect">
            <a:avLst/>
          </a:prstGeom>
          <a:solidFill>
            <a:srgbClr val="00B050"/>
          </a:solidFill>
          <a:ln w="3175"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5507248" y="4659074"/>
            <a:ext cx="381000" cy="304800"/>
          </a:xfrm>
          <a:prstGeom prst="rect">
            <a:avLst/>
          </a:prstGeom>
          <a:solidFill>
            <a:srgbClr val="FF0000"/>
          </a:solidFill>
          <a:ln w="3175"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5888248" y="4659074"/>
            <a:ext cx="381000" cy="304800"/>
          </a:xfrm>
          <a:prstGeom prst="rect">
            <a:avLst/>
          </a:prstGeom>
          <a:solidFill>
            <a:srgbClr val="00B050"/>
          </a:solidFill>
          <a:ln w="3175"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7907548" y="2984108"/>
            <a:ext cx="381000" cy="304800"/>
          </a:xfrm>
          <a:prstGeom prst="rect">
            <a:avLst/>
          </a:prstGeom>
          <a:solidFill>
            <a:srgbClr val="FF0000"/>
          </a:solidFill>
          <a:ln w="3175"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8288548" y="2984108"/>
            <a:ext cx="381000" cy="304800"/>
          </a:xfrm>
          <a:prstGeom prst="rect">
            <a:avLst/>
          </a:prstGeom>
          <a:solidFill>
            <a:srgbClr val="0070C0"/>
          </a:solidFill>
          <a:ln w="3175"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/>
          <p:cNvCxnSpPr>
            <a:stCxn id="35" idx="0"/>
            <a:endCxn id="6" idx="1"/>
          </p:cNvCxnSpPr>
          <p:nvPr/>
        </p:nvCxnSpPr>
        <p:spPr>
          <a:xfrm rot="5400000" flipH="1" flipV="1">
            <a:off x="1506748" y="1496774"/>
            <a:ext cx="685800" cy="2286000"/>
          </a:xfrm>
          <a:prstGeom prst="bentConnector2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35" idx="2"/>
            <a:endCxn id="17" idx="1"/>
          </p:cNvCxnSpPr>
          <p:nvPr/>
        </p:nvCxnSpPr>
        <p:spPr>
          <a:xfrm rot="16200000" flipH="1">
            <a:off x="1087648" y="2906474"/>
            <a:ext cx="1524000" cy="2286000"/>
          </a:xfrm>
          <a:prstGeom prst="bentConnector2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516148" y="2982674"/>
            <a:ext cx="381000" cy="304800"/>
          </a:xfrm>
          <a:prstGeom prst="rect">
            <a:avLst/>
          </a:prstGeom>
          <a:solidFill>
            <a:srgbClr val="0070C0"/>
          </a:solidFill>
          <a:ln w="3175"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897148" y="2978254"/>
            <a:ext cx="381000" cy="309220"/>
          </a:xfrm>
          <a:prstGeom prst="rect">
            <a:avLst/>
          </a:prstGeom>
          <a:solidFill>
            <a:srgbClr val="FF0000"/>
          </a:solidFill>
          <a:ln w="3175"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Arrow Connector 46"/>
          <p:cNvCxnSpPr>
            <a:stCxn id="11" idx="1"/>
            <a:endCxn id="36" idx="3"/>
          </p:cNvCxnSpPr>
          <p:nvPr/>
        </p:nvCxnSpPr>
        <p:spPr>
          <a:xfrm flipH="1" flipV="1">
            <a:off x="1278148" y="3132864"/>
            <a:ext cx="1714500" cy="221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rot="5400000">
            <a:off x="3296653" y="2719552"/>
            <a:ext cx="533400" cy="1588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rot="5400000">
            <a:off x="3294936" y="3554174"/>
            <a:ext cx="533400" cy="1588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rot="5400000">
            <a:off x="3299830" y="4392374"/>
            <a:ext cx="533400" cy="1588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rot="5400000">
            <a:off x="3307034" y="1886567"/>
            <a:ext cx="515815" cy="1588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5715000" y="1761297"/>
                <a:ext cx="5341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{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1</m:t>
                    </m:r>
                  </m:oMath>
                </a14:m>
                <a:r>
                  <a:rPr lang="en-US" dirty="0"/>
                  <a:t>}</a:t>
                </a:r>
                <a:endParaRPr lang="en-US" dirty="0">
                  <a:latin typeface="cmr10"/>
                </a:endParaRPr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1761297"/>
                <a:ext cx="534121" cy="369332"/>
              </a:xfrm>
              <a:prstGeom prst="rect">
                <a:avLst/>
              </a:prstGeom>
              <a:blipFill>
                <a:blip r:embed="rId2"/>
                <a:stretch>
                  <a:fillRect l="-8046" t="-8197" r="-11494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5725185" y="2590006"/>
                <a:ext cx="8404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:r>
                  <a:rPr lang="en-US" dirty="0"/>
                  <a:t>{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1</m:t>
                    </m:r>
                    <m:r>
                      <a:rPr lang="en-US" b="0" i="1" dirty="0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}</a:t>
                </a:r>
                <a:endParaRPr lang="en-US" dirty="0">
                  <a:latin typeface="cmr10"/>
                </a:endParaRPr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5185" y="2590006"/>
                <a:ext cx="840423" cy="369332"/>
              </a:xfrm>
              <a:prstGeom prst="rect">
                <a:avLst/>
              </a:prstGeom>
              <a:blipFill>
                <a:blip r:embed="rId3"/>
                <a:stretch>
                  <a:fillRect l="-5797" t="-8333" r="-579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5715000" y="3439874"/>
                <a:ext cx="11520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:r>
                  <a:rPr lang="en-US"/>
                  <a:t>{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0</m:t>
                    </m:r>
                    <m:r>
                      <a:rPr lang="en-US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}</a:t>
                </a:r>
                <a:endParaRPr lang="en-US">
                  <a:latin typeface="cmr10"/>
                </a:endParaRPr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3439874"/>
                <a:ext cx="1152047" cy="369332"/>
              </a:xfrm>
              <a:prstGeom prst="rect">
                <a:avLst/>
              </a:prstGeom>
              <a:blipFill>
                <a:blip r:embed="rId4"/>
                <a:stretch>
                  <a:fillRect l="-4787" t="-6557" r="-3723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Straight Arrow Connector 73"/>
          <p:cNvCxnSpPr/>
          <p:nvPr/>
        </p:nvCxnSpPr>
        <p:spPr>
          <a:xfrm rot="5400000">
            <a:off x="5431048" y="2715974"/>
            <a:ext cx="533400" cy="1588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rot="5400000">
            <a:off x="5431048" y="3554174"/>
            <a:ext cx="533400" cy="1588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 rot="5400000">
            <a:off x="5431048" y="4392374"/>
            <a:ext cx="533400" cy="1588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 flipH="1" flipV="1">
            <a:off x="3754648" y="3291846"/>
            <a:ext cx="1752600" cy="1519628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flipV="1">
            <a:off x="3754648" y="3291846"/>
            <a:ext cx="1752600" cy="1519628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>
            <a:off x="3754648" y="2296874"/>
            <a:ext cx="1752600" cy="68580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 rot="10800000" flipV="1">
            <a:off x="3754648" y="2296874"/>
            <a:ext cx="1752600" cy="68580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7" name="Straight Arrow Connector 106"/>
          <p:cNvCxnSpPr>
            <a:stCxn id="24" idx="3"/>
            <a:endCxn id="32" idx="1"/>
          </p:cNvCxnSpPr>
          <p:nvPr/>
        </p:nvCxnSpPr>
        <p:spPr>
          <a:xfrm>
            <a:off x="6269248" y="3135074"/>
            <a:ext cx="1638300" cy="1434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0" name="Straight Arrow Connector 109"/>
          <p:cNvCxnSpPr>
            <a:stCxn id="33" idx="2"/>
            <a:endCxn id="30" idx="3"/>
          </p:cNvCxnSpPr>
          <p:nvPr/>
        </p:nvCxnSpPr>
        <p:spPr>
          <a:xfrm rot="5400000">
            <a:off x="6612865" y="2945291"/>
            <a:ext cx="1522566" cy="2209800"/>
          </a:xfrm>
          <a:prstGeom prst="bentConnector2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3" name="Straight Arrow Connector 109"/>
          <p:cNvCxnSpPr>
            <a:stCxn id="33" idx="0"/>
            <a:endCxn id="21" idx="3"/>
          </p:cNvCxnSpPr>
          <p:nvPr/>
        </p:nvCxnSpPr>
        <p:spPr>
          <a:xfrm rot="16200000" flipV="1">
            <a:off x="7030531" y="1535591"/>
            <a:ext cx="687234" cy="2209800"/>
          </a:xfrm>
          <a:prstGeom prst="bentConnector2">
            <a:avLst/>
          </a:prstGeom>
          <a:ln w="19050"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/>
              <p:cNvSpPr txBox="1"/>
              <p:nvPr/>
            </p:nvSpPr>
            <p:spPr>
              <a:xfrm>
                <a:off x="7649817" y="2601674"/>
                <a:ext cx="8072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{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1</m:t>
                    </m:r>
                    <m:r>
                      <a:rPr lang="en-US" b="0" i="1" dirty="0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/>
                  <a:t>}</a:t>
                </a:r>
                <a:endParaRPr lang="en-US">
                  <a:latin typeface="cmr10"/>
                </a:endParaRPr>
              </a:p>
            </p:txBody>
          </p:sp>
        </mc:Choice>
        <mc:Fallback xmlns="">
          <p:sp>
            <p:nvSpPr>
              <p:cNvPr id="117" name="TextBox 1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9817" y="2601674"/>
                <a:ext cx="807272" cy="369332"/>
              </a:xfrm>
              <a:prstGeom prst="rect">
                <a:avLst/>
              </a:prstGeom>
              <a:blipFill>
                <a:blip r:embed="rId5"/>
                <a:stretch>
                  <a:fillRect l="-5303" t="-8333" r="-6818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/>
              <p:cNvSpPr txBox="1"/>
              <p:nvPr/>
            </p:nvSpPr>
            <p:spPr>
              <a:xfrm>
                <a:off x="5715000" y="4278074"/>
                <a:ext cx="11520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:r>
                  <a:rPr lang="en-US"/>
                  <a:t>{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0</m:t>
                    </m:r>
                    <m:r>
                      <a:rPr lang="en-US" i="1" dirty="0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}</a:t>
                </a:r>
                <a:endParaRPr lang="en-US">
                  <a:latin typeface="cmr10"/>
                </a:endParaRPr>
              </a:p>
            </p:txBody>
          </p:sp>
        </mc:Choice>
        <mc:Fallback xmlns="">
          <p:sp>
            <p:nvSpPr>
              <p:cNvPr id="73" name="TextBox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4278074"/>
                <a:ext cx="1152047" cy="369332"/>
              </a:xfrm>
              <a:prstGeom prst="rect">
                <a:avLst/>
              </a:prstGeom>
              <a:blipFill>
                <a:blip r:embed="rId6"/>
                <a:stretch>
                  <a:fillRect l="-4787" t="-8333" r="-372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2971079" y="1763474"/>
                <a:ext cx="53412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{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0</m:t>
                    </m:r>
                  </m:oMath>
                </a14:m>
                <a:r>
                  <a:rPr lang="en-US"/>
                  <a:t>}</a:t>
                </a:r>
                <a:endParaRPr lang="en-US">
                  <a:latin typeface="cmr10"/>
                </a:endParaRPr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079" y="1763474"/>
                <a:ext cx="534121" cy="369332"/>
              </a:xfrm>
              <a:prstGeom prst="rect">
                <a:avLst/>
              </a:prstGeom>
              <a:blipFill>
                <a:blip r:embed="rId7"/>
                <a:stretch>
                  <a:fillRect l="-6818" t="-6557" r="-11364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2735656" y="2601674"/>
                <a:ext cx="8457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:r>
                  <a:rPr lang="en-US" dirty="0"/>
                  <a:t>{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0</m:t>
                    </m:r>
                    <m:r>
                      <a:rPr lang="en-US" b="0" i="1" dirty="0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}</a:t>
                </a:r>
                <a:endParaRPr lang="en-US" dirty="0">
                  <a:latin typeface="cmr10"/>
                </a:endParaRPr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5656" y="2601674"/>
                <a:ext cx="845744" cy="369332"/>
              </a:xfrm>
              <a:prstGeom prst="rect">
                <a:avLst/>
              </a:prstGeom>
              <a:blipFill>
                <a:blip r:embed="rId8"/>
                <a:stretch>
                  <a:fillRect l="-6475" t="-8333" r="-4317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/>
              <p:cNvSpPr txBox="1"/>
              <p:nvPr/>
            </p:nvSpPr>
            <p:spPr>
              <a:xfrm>
                <a:off x="2429353" y="3452336"/>
                <a:ext cx="11520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:r>
                  <a:rPr lang="en-US"/>
                  <a:t>{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1</m:t>
                    </m:r>
                    <m:r>
                      <a:rPr lang="en-US" b="0" i="1" dirty="0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b="0" i="1" dirty="0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}</a:t>
                </a:r>
                <a:endParaRPr lang="en-US">
                  <a:latin typeface="cmr10"/>
                </a:endParaRPr>
              </a:p>
            </p:txBody>
          </p:sp>
        </mc:Choice>
        <mc:Fallback xmlns="">
          <p:sp>
            <p:nvSpPr>
              <p:cNvPr id="78" name="TextBox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9353" y="3452336"/>
                <a:ext cx="1152047" cy="369332"/>
              </a:xfrm>
              <a:prstGeom prst="rect">
                <a:avLst/>
              </a:prstGeom>
              <a:blipFill>
                <a:blip r:embed="rId9"/>
                <a:stretch>
                  <a:fillRect l="-4762" t="-6557" r="-3175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/>
              <p:cNvSpPr txBox="1"/>
              <p:nvPr/>
            </p:nvSpPr>
            <p:spPr>
              <a:xfrm>
                <a:off x="2408795" y="4290536"/>
                <a:ext cx="11520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:r>
                  <a:rPr lang="en-US"/>
                  <a:t>{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1</m:t>
                    </m:r>
                    <m:r>
                      <a:rPr lang="en-US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}</a:t>
                </a:r>
                <a:endParaRPr lang="en-US">
                  <a:latin typeface="cmr10"/>
                </a:endParaRPr>
              </a:p>
            </p:txBody>
          </p:sp>
        </mc:Choice>
        <mc:Fallback xmlns="">
          <p:sp>
            <p:nvSpPr>
              <p:cNvPr id="79" name="TextBox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8795" y="4290536"/>
                <a:ext cx="1152047" cy="369332"/>
              </a:xfrm>
              <a:prstGeom prst="rect">
                <a:avLst/>
              </a:prstGeom>
              <a:blipFill>
                <a:blip r:embed="rId10"/>
                <a:stretch>
                  <a:fillRect l="-4233" t="-8333" r="-3704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>
                <a:off x="710807" y="2601674"/>
                <a:ext cx="8072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{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0</m:t>
                    </m:r>
                    <m:r>
                      <a:rPr lang="en-US" b="0" i="1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}</a:t>
                </a:r>
                <a:endParaRPr lang="en-US">
                  <a:latin typeface="cmr10"/>
                </a:endParaRPr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807" y="2601674"/>
                <a:ext cx="807272" cy="369332"/>
              </a:xfrm>
              <a:prstGeom prst="rect">
                <a:avLst/>
              </a:prstGeom>
              <a:blipFill>
                <a:blip r:embed="rId11"/>
                <a:stretch>
                  <a:fillRect l="-4545" t="-8333" r="-6818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130499" y="1020989"/>
                <a:ext cx="273430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0517C3"/>
                          </a:solidFill>
                          <a:latin typeface="Cambria Math"/>
                        </a:rPr>
                        <m:t>𝑇</m:t>
                      </m:r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rgbClr val="0517C3"/>
                              </a:solidFill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b="0" i="1" dirty="0" smtClean="0">
                              <a:solidFill>
                                <a:srgbClr val="0517C3"/>
                              </a:solidFill>
                              <a:latin typeface="Cambria Math"/>
                            </a:rPr>
                            <m:t>𝑃𝑒𝑡</m:t>
                          </m:r>
                        </m:sub>
                      </m:sSub>
                      <m:r>
                        <a:rPr lang="en-US" i="1" dirty="0">
                          <a:solidFill>
                            <a:srgbClr val="0517C3"/>
                          </a:solidFill>
                          <a:latin typeface="Cambria Math"/>
                        </a:rPr>
                        <m:t>= </m:t>
                      </m:r>
                      <m:r>
                        <a:rPr lang="en-US" i="1" dirty="0">
                          <a:solidFill>
                            <a:srgbClr val="0517C3"/>
                          </a:solidFill>
                          <a:latin typeface="Cambria Math"/>
                        </a:rPr>
                        <m:t>𝑇𝑆</m:t>
                      </m:r>
                      <m:d>
                        <m:dPr>
                          <m:ctrlPr>
                            <a:rPr lang="en-US" i="1" dirty="0">
                              <a:solidFill>
                                <a:srgbClr val="0517C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solidFill>
                                <a:srgbClr val="0517C3"/>
                              </a:solidFill>
                              <a:latin typeface="Cambria Math"/>
                            </a:rPr>
                            <m:t>𝑃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rgbClr val="0517C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solidFill>
                                    <a:srgbClr val="0517C3"/>
                                  </a:solidFill>
                                  <a:latin typeface="Cambria Math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i="1" dirty="0" smtClean="0">
                                  <a:solidFill>
                                    <a:srgbClr val="0517C3"/>
                                  </a:solidFill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r>
                            <a:rPr lang="he-IL" i="1">
                              <a:solidFill>
                                <a:srgbClr val="0517C3"/>
                              </a:solidFill>
                              <a:latin typeface="Cambria Math"/>
                              <a:ea typeface="Cambria Math"/>
                            </a:rPr>
                            <m:t>∥</m:t>
                          </m:r>
                          <m:r>
                            <a:rPr lang="en-US" i="1" dirty="0">
                              <a:solidFill>
                                <a:srgbClr val="0517C3"/>
                              </a:solidFill>
                              <a:latin typeface="Cambria Math"/>
                            </a:rPr>
                            <m:t>𝑃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rgbClr val="0517C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solidFill>
                                    <a:srgbClr val="0517C3"/>
                                  </a:solidFill>
                                  <a:latin typeface="Cambria Math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i="1" dirty="0" smtClean="0">
                                  <a:solidFill>
                                    <a:srgbClr val="0517C3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he-IL">
                  <a:solidFill>
                    <a:srgbClr val="0517C3"/>
                  </a:solidFill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0499" y="1020989"/>
                <a:ext cx="2734303" cy="369332"/>
              </a:xfrm>
              <a:prstGeom prst="rect">
                <a:avLst/>
              </a:prstGeom>
              <a:blipFill>
                <a:blip r:embed="rId12"/>
                <a:stretch>
                  <a:fillRect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0176" y="4451634"/>
            <a:ext cx="3632836" cy="2406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5776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4998180"/>
                  </p:ext>
                </p:extLst>
              </p:nvPr>
            </p:nvGraphicFramePr>
            <p:xfrm>
              <a:off x="381000" y="2667000"/>
              <a:ext cx="4108938" cy="289560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58699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52194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1950">
                    <a:tc>
                      <a:txBody>
                        <a:bodyPr/>
                        <a:lstStyle/>
                        <a:p>
                          <a:pPr algn="l" rtl="0"/>
                          <a:endParaRPr lang="en-US" sz="1600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while (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𝑡𝑟𝑢𝑒</m:t>
                              </m:r>
                            </m:oMath>
                          </a14:m>
                          <a:r>
                            <a:rPr lang="en-US" sz="16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  {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195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err="1">
                              <a:solidFill>
                                <a:srgbClr val="0517C3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nc</a:t>
                          </a:r>
                          <a:r>
                            <a:rPr lang="en-US" sz="160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: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57200" marR="0" lvl="1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195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600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1" algn="l" rtl="0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600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600" b="0" i="1" dirty="0" smtClean="0">
                                    <a:latin typeface="Cambria Math" panose="02040503050406030204" pitchFamily="18" charset="0"/>
                                  </a:rPr>
                                  <m:t>≔</m:t>
                                </m:r>
                                <m:r>
                                  <a:rPr lang="en-US" sz="1600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195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u="none" err="1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rq</a:t>
                          </a:r>
                          <a:r>
                            <a:rPr lang="en-US" sz="1600" u="none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: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1" algn="l" rtl="0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  <a:cs typeface="Consolas" panose="020B06090202040302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cs typeface="Consolas" panose="020B0609020204030204" pitchFamily="49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cs typeface="Consolas" panose="020B0609020204030204" pitchFamily="49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  <m:t>≔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  <m:t>𝑡𝑟𝑢𝑒</m:t>
                                </m:r>
                              </m:oMath>
                            </m:oMathPara>
                          </a14:m>
                          <a:endParaRPr lang="en-US" sz="1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1950"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>
                              <a:solidFill>
                                <a:srgbClr val="00B050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wt</a:t>
                          </a:r>
                          <a:r>
                            <a:rPr lang="en-US" sz="160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: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1" algn="l" rtl="0"/>
                          <a:r>
                            <a:rPr lang="en-US" sz="16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wait until</a:t>
                          </a:r>
                          <a:r>
                            <a:rPr lang="en-US" sz="1600" baseline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6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∨¬</m:t>
                              </m:r>
                              <m:sSub>
                                <m:sSubPr>
                                  <m:ctrlP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);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1950"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 err="1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cs</a:t>
                          </a:r>
                          <a:r>
                            <a:rPr lang="en-US" sz="160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: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1" algn="l" rtl="0"/>
                          <a:r>
                            <a:rPr lang="en-US" sz="16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61950">
                    <a:tc>
                      <a:txBody>
                        <a:bodyPr/>
                        <a:lstStyle/>
                        <a:p>
                          <a:pPr algn="l" rtl="0"/>
                          <a:endParaRPr lang="en-US" sz="1600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1" algn="l" rtl="0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 := </m:t>
                              </m:r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𝑓𝑎𝑙𝑠𝑒</m:t>
                              </m:r>
                            </m:oMath>
                          </a14:m>
                          <a:r>
                            <a:rPr lang="en-US" sz="16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;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61950">
                    <a:tc>
                      <a:txBody>
                        <a:bodyPr/>
                        <a:lstStyle/>
                        <a:p>
                          <a:pPr algn="l" rtl="0"/>
                          <a:endParaRPr lang="en-US" sz="1600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}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84998180"/>
                  </p:ext>
                </p:extLst>
              </p:nvPr>
            </p:nvGraphicFramePr>
            <p:xfrm>
              <a:off x="381000" y="2667000"/>
              <a:ext cx="4108938" cy="289560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58699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52194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1950">
                    <a:tc>
                      <a:txBody>
                        <a:bodyPr/>
                        <a:lstStyle/>
                        <a:p>
                          <a:pPr algn="l" rtl="0"/>
                          <a:endParaRPr lang="en-US" sz="1600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6926" t="-3333" r="-864" b="-71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195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err="1">
                              <a:solidFill>
                                <a:srgbClr val="0517C3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nc</a:t>
                          </a:r>
                          <a:r>
                            <a:rPr lang="en-US" sz="160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: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57200" marR="0" lvl="1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195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600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6926" t="-201667" r="-864" b="-51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195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u="none" err="1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rq</a:t>
                          </a:r>
                          <a:r>
                            <a:rPr lang="en-US" sz="1600" u="none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: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6926" t="-306780" r="-864" b="-4203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1950"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>
                              <a:solidFill>
                                <a:srgbClr val="00B050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wt</a:t>
                          </a:r>
                          <a:r>
                            <a:rPr lang="en-US" sz="160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: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6926" t="-400000" r="-864" b="-3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1950"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 err="1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cs</a:t>
                          </a:r>
                          <a:r>
                            <a:rPr lang="en-US" sz="160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: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1" algn="l" rtl="0"/>
                          <a:r>
                            <a:rPr lang="en-US" sz="16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61950">
                    <a:tc>
                      <a:txBody>
                        <a:bodyPr/>
                        <a:lstStyle/>
                        <a:p>
                          <a:pPr algn="l" rtl="0"/>
                          <a:endParaRPr lang="en-US" sz="1600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6926" t="-598333" r="-864" b="-11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61950">
                    <a:tc>
                      <a:txBody>
                        <a:bodyPr/>
                        <a:lstStyle/>
                        <a:p>
                          <a:pPr algn="l" rtl="0"/>
                          <a:endParaRPr lang="en-US" sz="1600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}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00055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/>
              <a:t>דוגמה: הפרוטוקול של פטרסון</a:t>
            </a:r>
            <a:br>
              <a:rPr lang="he-IL"/>
            </a:br>
            <a:r>
              <a:rPr lang="he-IL">
                <a:solidFill>
                  <a:srgbClr val="FF0000"/>
                </a:solidFill>
              </a:rPr>
              <a:t>בלי השמות אטומיות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36491" y="1998702"/>
            <a:ext cx="20377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he-IL"/>
            </a:defPPr>
            <a:lvl1pPr>
              <a:defRPr sz="2400"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r>
              <a:rPr lang="he-IL"/>
              <a:t>התהליך הימני</a:t>
            </a:r>
            <a:r>
              <a:rPr lang="en-US"/>
              <a:t>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3634" y="1998702"/>
            <a:ext cx="23278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2400">
                <a:latin typeface="Gisha" panose="020B0502040204020203" pitchFamily="34" charset="-79"/>
                <a:cs typeface="Gisha" panose="020B0502040204020203" pitchFamily="34" charset="-79"/>
              </a:rPr>
              <a:t>התהליך השמאלי:</a:t>
            </a:r>
            <a:endParaRPr lang="en-US" sz="240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1927802"/>
                  </p:ext>
                </p:extLst>
              </p:nvPr>
            </p:nvGraphicFramePr>
            <p:xfrm>
              <a:off x="4718538" y="2667000"/>
              <a:ext cx="4038600" cy="289560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57694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46165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1950">
                    <a:tc>
                      <a:txBody>
                        <a:bodyPr/>
                        <a:lstStyle/>
                        <a:p>
                          <a:pPr algn="l" rtl="0"/>
                          <a:endParaRPr lang="en-US" sz="1600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while (</a:t>
                          </a:r>
                          <a14:m>
                            <m:oMath xmlns:m="http://schemas.openxmlformats.org/officeDocument/2006/math"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𝑡𝑟𝑢𝑒</m:t>
                              </m:r>
                            </m:oMath>
                          </a14:m>
                          <a:r>
                            <a:rPr lang="en-US" sz="16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  {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195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err="1">
                              <a:solidFill>
                                <a:srgbClr val="0517C3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nc</a:t>
                          </a:r>
                          <a:r>
                            <a:rPr lang="en-US" sz="160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: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57200" marR="0" lvl="1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195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600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1" algn="l" rtl="0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600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600" b="0" i="1" dirty="0" smtClean="0">
                                    <a:latin typeface="Cambria Math" panose="02040503050406030204" pitchFamily="18" charset="0"/>
                                  </a:rPr>
                                  <m:t>≔</m:t>
                                </m:r>
                                <m:r>
                                  <a:rPr lang="en-US" sz="1600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1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195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u="none" err="1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rq</a:t>
                          </a:r>
                          <a:r>
                            <a:rPr lang="en-US" sz="1600" u="none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: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1" algn="l" rtl="0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  <a:cs typeface="Consolas" panose="020B0609020204030204" pitchFamily="49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cs typeface="Consolas" panose="020B0609020204030204" pitchFamily="49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  <a:cs typeface="Consolas" panose="020B0609020204030204" pitchFamily="49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  <m:t>≔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cs typeface="Consolas" panose="020B0609020204030204" pitchFamily="49" charset="0"/>
                                  </a:rPr>
                                  <m:t>𝑡𝑟𝑢𝑒</m:t>
                                </m:r>
                              </m:oMath>
                            </m:oMathPara>
                          </a14:m>
                          <a:endParaRPr lang="en-US" sz="16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1950"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>
                              <a:solidFill>
                                <a:srgbClr val="00B050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wt</a:t>
                          </a:r>
                          <a:r>
                            <a:rPr lang="en-US" sz="160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: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1" algn="l" rtl="0"/>
                          <a:r>
                            <a:rPr lang="en-US" sz="16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wait until</a:t>
                          </a:r>
                          <a:r>
                            <a:rPr lang="en-US" sz="1600" baseline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en-US" sz="16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∨¬</m:t>
                              </m:r>
                              <m:sSub>
                                <m:sSubPr>
                                  <m:ctrlP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6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);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1950"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 err="1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cs</a:t>
                          </a:r>
                          <a:r>
                            <a:rPr lang="en-US" sz="160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: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1" algn="l" rtl="0"/>
                          <a:r>
                            <a:rPr lang="en-US" sz="16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61950">
                    <a:tc>
                      <a:txBody>
                        <a:bodyPr/>
                        <a:lstStyle/>
                        <a:p>
                          <a:pPr algn="l" rtl="0"/>
                          <a:endParaRPr lang="en-US" sz="1600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1" algn="l" rtl="0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 dirty="0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:= </m:t>
                              </m:r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𝑓𝑎𝑙𝑠𝑒</m:t>
                              </m:r>
                            </m:oMath>
                          </a14:m>
                          <a:r>
                            <a:rPr lang="en-US" sz="16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;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61950">
                    <a:tc>
                      <a:txBody>
                        <a:bodyPr/>
                        <a:lstStyle/>
                        <a:p>
                          <a:pPr algn="l" rtl="0"/>
                          <a:endParaRPr lang="en-US" sz="1600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}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1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1927802"/>
                  </p:ext>
                </p:extLst>
              </p:nvPr>
            </p:nvGraphicFramePr>
            <p:xfrm>
              <a:off x="4718538" y="2667000"/>
              <a:ext cx="4038600" cy="289560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57694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46165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61950">
                    <a:tc>
                      <a:txBody>
                        <a:bodyPr/>
                        <a:lstStyle/>
                        <a:p>
                          <a:pPr algn="l" rtl="0"/>
                          <a:endParaRPr lang="en-US" sz="1600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7254" t="-3333" r="-880" b="-71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6195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err="1">
                              <a:solidFill>
                                <a:srgbClr val="0517C3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nc</a:t>
                          </a:r>
                          <a:r>
                            <a:rPr lang="en-US" sz="160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: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457200" marR="0" lvl="1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6195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600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7254" t="-201667" r="-880" b="-51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61950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u="none" err="1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rq</a:t>
                          </a:r>
                          <a:r>
                            <a:rPr lang="en-US" sz="1600" u="none">
                              <a:solidFill>
                                <a:schemeClr val="tx1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: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7254" t="-306780" r="-880" b="-4203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61950"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>
                              <a:solidFill>
                                <a:srgbClr val="00B050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wt</a:t>
                          </a:r>
                          <a:r>
                            <a:rPr lang="en-US" sz="160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: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7254" t="-400000" r="-880" b="-3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61950"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 err="1">
                              <a:solidFill>
                                <a:srgbClr val="FF0000"/>
                              </a:solidFill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cs</a:t>
                          </a:r>
                          <a:r>
                            <a:rPr lang="en-US" sz="1600">
                              <a:latin typeface="Consolas" panose="020B0609020204030204" pitchFamily="49" charset="0"/>
                              <a:cs typeface="Consolas" panose="020B0609020204030204" pitchFamily="49" charset="0"/>
                            </a:rPr>
                            <a:t>:</a:t>
                          </a: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lvl="1" algn="l" rtl="0"/>
                          <a:r>
                            <a:rPr lang="en-US" sz="16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361950">
                    <a:tc>
                      <a:txBody>
                        <a:bodyPr/>
                        <a:lstStyle/>
                        <a:p>
                          <a:pPr algn="l" rtl="0"/>
                          <a:endParaRPr lang="en-US" sz="1600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7254" t="-598333" r="-880" b="-11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361950">
                    <a:tc>
                      <a:txBody>
                        <a:bodyPr/>
                        <a:lstStyle/>
                        <a:p>
                          <a:pPr algn="l" rtl="0"/>
                          <a:endParaRPr lang="en-US" sz="1600">
                            <a:latin typeface="Consolas" panose="020B0609020204030204" pitchFamily="49" charset="0"/>
                            <a:cs typeface="Consolas" panose="020B0609020204030204" pitchFamily="49" charset="0"/>
                          </a:endParaRPr>
                        </a:p>
                      </a:txBody>
                      <a:tcPr anchor="ctr">
                        <a:lnL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 rtl="0"/>
                          <a:r>
                            <a:rPr lang="en-US" sz="16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}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2">
                              <a:lumMod val="75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" name="TextBox 13"/>
          <p:cNvSpPr txBox="1"/>
          <p:nvPr/>
        </p:nvSpPr>
        <p:spPr>
          <a:xfrm>
            <a:off x="743852" y="6019800"/>
            <a:ext cx="7643439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he-IL" sz="2000">
                <a:solidFill>
                  <a:srgbClr val="051AE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האם אנחנו יכולים להבטיח ששני התהליכים לא ייכנסו יחד לקטע הקריטי?</a:t>
            </a:r>
            <a:endParaRPr lang="en-US" sz="2000">
              <a:solidFill>
                <a:srgbClr val="051AE1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9126840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828800" y="1828800"/>
            <a:ext cx="5943600" cy="381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342900"/>
            <a:ext cx="8153400" cy="1143000"/>
          </a:xfrm>
        </p:spPr>
        <p:txBody>
          <a:bodyPr>
            <a:normAutofit fontScale="90000"/>
          </a:bodyPr>
          <a:lstStyle/>
          <a:p>
            <a:r>
              <a:rPr lang="he-IL"/>
              <a:t>הגרסה בלי האטומיות לא עובדת</a:t>
            </a:r>
            <a:br>
              <a:rPr lang="he-IL"/>
            </a:br>
            <a:r>
              <a:rPr lang="he-IL"/>
              <a:t>(הייתה עובדת אם היינו כותבים בסדר הפוך)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04800" y="1600200"/>
            <a:ext cx="8534400" cy="4953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/>
              <a:t>	</a:t>
            </a:r>
            <a:endParaRPr lang="en-US" baseline="-25000">
              <a:latin typeface="cmmi10"/>
            </a:endParaRPr>
          </a:p>
          <a:p>
            <a:pPr marL="561975" algn="ctr" defTabSz="1262063" rtl="0">
              <a:buNone/>
              <a:tabLst>
                <a:tab pos="1481138" algn="l"/>
                <a:tab pos="2233613" algn="l"/>
                <a:tab pos="3148013" algn="l"/>
                <a:tab pos="4687888" algn="l"/>
              </a:tabLst>
            </a:pPr>
            <a:r>
              <a:rPr lang="he-IL">
                <a:latin typeface="cmsy10"/>
              </a:rPr>
              <a:t>	</a:t>
            </a:r>
            <a:r>
              <a:rPr lang="en-US">
                <a:latin typeface="cmsy10"/>
              </a:rPr>
              <a:t>h</a:t>
            </a:r>
            <a:r>
              <a:rPr lang="en-US" baseline="-25000">
                <a:latin typeface="Calibri"/>
              </a:rPr>
              <a:t> </a:t>
            </a:r>
            <a:r>
              <a:rPr lang="en-US">
                <a:solidFill>
                  <a:srgbClr val="2E41FA"/>
                </a:solidFill>
                <a:latin typeface="cmr10"/>
              </a:rPr>
              <a:t>nc</a:t>
            </a:r>
            <a:r>
              <a:rPr lang="en-US" baseline="-25000">
                <a:solidFill>
                  <a:srgbClr val="2E41FA"/>
                </a:solidFill>
                <a:latin typeface="cmr10"/>
              </a:rPr>
              <a:t>0</a:t>
            </a:r>
            <a:r>
              <a:rPr lang="en-US">
                <a:latin typeface="cmr10"/>
              </a:rPr>
              <a:t>,</a:t>
            </a:r>
            <a:r>
              <a:rPr lang="en-US" baseline="-25000">
                <a:latin typeface="cmr10"/>
              </a:rPr>
              <a:t>  </a:t>
            </a:r>
            <a:r>
              <a:rPr lang="he-IL" baseline="-25000">
                <a:latin typeface="cmr10"/>
              </a:rPr>
              <a:t>	</a:t>
            </a:r>
            <a:r>
              <a:rPr lang="en-US">
                <a:solidFill>
                  <a:srgbClr val="2E41FA"/>
                </a:solidFill>
                <a:latin typeface="cmr10"/>
              </a:rPr>
              <a:t>nc</a:t>
            </a:r>
            <a:r>
              <a:rPr lang="en-US" baseline="-25000">
                <a:solidFill>
                  <a:srgbClr val="2E41FA"/>
                </a:solidFill>
                <a:latin typeface="cmr10"/>
              </a:rPr>
              <a:t>1</a:t>
            </a:r>
            <a:r>
              <a:rPr lang="en-US">
                <a:latin typeface="cmr10"/>
              </a:rPr>
              <a:t>,</a:t>
            </a:r>
            <a:r>
              <a:rPr lang="he-IL">
                <a:latin typeface="cmr10"/>
              </a:rPr>
              <a:t>	</a:t>
            </a:r>
            <a:r>
              <a:rPr lang="en-US">
                <a:latin typeface="cmmi10"/>
              </a:rPr>
              <a:t>x</a:t>
            </a:r>
            <a:r>
              <a:rPr lang="en-US">
                <a:latin typeface="cmr10"/>
              </a:rPr>
              <a:t>=0,</a:t>
            </a:r>
            <a:r>
              <a:rPr lang="he-IL">
                <a:latin typeface="cmr10"/>
              </a:rPr>
              <a:t>	</a:t>
            </a:r>
            <a:r>
              <a:rPr lang="en-US">
                <a:latin typeface="cmmi10"/>
              </a:rPr>
              <a:t>b</a:t>
            </a:r>
            <a:r>
              <a:rPr lang="en-US" baseline="-25000">
                <a:latin typeface="cmr10"/>
              </a:rPr>
              <a:t>0</a:t>
            </a:r>
            <a:r>
              <a:rPr lang="en-US">
                <a:latin typeface="cmr10"/>
              </a:rPr>
              <a:t>=false,</a:t>
            </a:r>
            <a:r>
              <a:rPr lang="he-IL">
                <a:latin typeface="cmr10"/>
              </a:rPr>
              <a:t>	</a:t>
            </a:r>
            <a:r>
              <a:rPr lang="en-US">
                <a:latin typeface="cmmi10"/>
              </a:rPr>
              <a:t>b</a:t>
            </a:r>
            <a:r>
              <a:rPr lang="en-US" baseline="-25000">
                <a:latin typeface="cmr10"/>
              </a:rPr>
              <a:t>1</a:t>
            </a:r>
            <a:r>
              <a:rPr lang="en-US">
                <a:latin typeface="cmr10"/>
              </a:rPr>
              <a:t>=false</a:t>
            </a:r>
            <a:r>
              <a:rPr lang="en-US" baseline="-25000">
                <a:latin typeface="Calibri"/>
              </a:rPr>
              <a:t> </a:t>
            </a:r>
            <a:r>
              <a:rPr lang="en-US" err="1">
                <a:latin typeface="cmsy10"/>
              </a:rPr>
              <a:t>i</a:t>
            </a:r>
            <a:r>
              <a:rPr lang="en-US">
                <a:latin typeface="Calibri"/>
              </a:rPr>
              <a:t> </a:t>
            </a:r>
          </a:p>
          <a:p>
            <a:pPr marL="561975" algn="ctr" defTabSz="1262063" rtl="0">
              <a:buNone/>
              <a:tabLst>
                <a:tab pos="1481138" algn="l"/>
                <a:tab pos="2233613" algn="l"/>
                <a:tab pos="3148013" algn="l"/>
                <a:tab pos="4687888" algn="l"/>
              </a:tabLst>
            </a:pPr>
            <a:r>
              <a:rPr lang="he-IL">
                <a:latin typeface="cmsy10"/>
              </a:rPr>
              <a:t>	</a:t>
            </a:r>
            <a:r>
              <a:rPr lang="en-US">
                <a:latin typeface="cmsy10"/>
              </a:rPr>
              <a:t>h</a:t>
            </a:r>
            <a:r>
              <a:rPr lang="en-US" baseline="-25000"/>
              <a:t> </a:t>
            </a:r>
            <a:r>
              <a:rPr lang="en-US">
                <a:solidFill>
                  <a:srgbClr val="2E41FA"/>
                </a:solidFill>
                <a:latin typeface="cmr10"/>
              </a:rPr>
              <a:t>nc</a:t>
            </a:r>
            <a:r>
              <a:rPr lang="en-US" baseline="-25000">
                <a:solidFill>
                  <a:srgbClr val="2E41FA"/>
                </a:solidFill>
                <a:latin typeface="cmr10"/>
              </a:rPr>
              <a:t>0</a:t>
            </a:r>
            <a:r>
              <a:rPr lang="en-US">
                <a:latin typeface="cmr10"/>
              </a:rPr>
              <a:t>,	rq</a:t>
            </a:r>
            <a:r>
              <a:rPr lang="en-US" baseline="-25000">
                <a:latin typeface="cmr10"/>
              </a:rPr>
              <a:t>1</a:t>
            </a:r>
            <a:r>
              <a:rPr lang="en-US">
                <a:latin typeface="cmr10"/>
              </a:rPr>
              <a:t>,	</a:t>
            </a:r>
            <a:r>
              <a:rPr lang="en-US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C00000"/>
                </a:solidFill>
                <a:latin typeface="cmmi10"/>
              </a:rPr>
              <a:t>x</a:t>
            </a:r>
            <a:r>
              <a:rPr lang="en-US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C00000"/>
                </a:solidFill>
                <a:latin typeface="cmr10"/>
              </a:rPr>
              <a:t>=0</a:t>
            </a:r>
            <a:r>
              <a:rPr lang="en-US">
                <a:latin typeface="cmr10"/>
              </a:rPr>
              <a:t>,	</a:t>
            </a:r>
            <a:r>
              <a:rPr lang="en-US">
                <a:latin typeface="cmmi10"/>
              </a:rPr>
              <a:t>b</a:t>
            </a:r>
            <a:r>
              <a:rPr lang="en-US" baseline="-25000">
                <a:latin typeface="cmr10"/>
              </a:rPr>
              <a:t>0</a:t>
            </a:r>
            <a:r>
              <a:rPr lang="en-US">
                <a:latin typeface="cmr10"/>
              </a:rPr>
              <a:t>=false,	</a:t>
            </a:r>
            <a:r>
              <a:rPr lang="en-US">
                <a:latin typeface="cmmi10"/>
              </a:rPr>
              <a:t>b</a:t>
            </a:r>
            <a:r>
              <a:rPr lang="en-US" baseline="-25000">
                <a:latin typeface="cmr10"/>
              </a:rPr>
              <a:t>1</a:t>
            </a:r>
            <a:r>
              <a:rPr lang="en-US">
                <a:latin typeface="cmr10"/>
              </a:rPr>
              <a:t>=false</a:t>
            </a:r>
            <a:r>
              <a:rPr lang="en-US" baseline="-25000"/>
              <a:t> </a:t>
            </a:r>
            <a:r>
              <a:rPr lang="en-US" err="1">
                <a:latin typeface="cmsy10"/>
              </a:rPr>
              <a:t>i</a:t>
            </a:r>
            <a:r>
              <a:rPr lang="en-US"/>
              <a:t> </a:t>
            </a:r>
          </a:p>
          <a:p>
            <a:pPr marL="561975" algn="ctr" defTabSz="1262063" rtl="0">
              <a:buNone/>
              <a:tabLst>
                <a:tab pos="1481138" algn="l"/>
                <a:tab pos="2233613" algn="l"/>
                <a:tab pos="3148013" algn="l"/>
                <a:tab pos="4687888" algn="l"/>
              </a:tabLst>
            </a:pPr>
            <a:r>
              <a:rPr lang="en-US">
                <a:latin typeface="cmsy10"/>
              </a:rPr>
              <a:t>	h</a:t>
            </a:r>
            <a:r>
              <a:rPr lang="en-US" baseline="-25000"/>
              <a:t> </a:t>
            </a:r>
            <a:r>
              <a:rPr lang="en-US">
                <a:latin typeface="cmr10"/>
              </a:rPr>
              <a:t>rq</a:t>
            </a:r>
            <a:r>
              <a:rPr lang="en-US" baseline="-25000">
                <a:latin typeface="cmr10"/>
              </a:rPr>
              <a:t>0</a:t>
            </a:r>
            <a:r>
              <a:rPr lang="en-US">
                <a:latin typeface="cmr10"/>
              </a:rPr>
              <a:t>,	rq</a:t>
            </a:r>
            <a:r>
              <a:rPr lang="en-US" baseline="-25000">
                <a:latin typeface="cmr10"/>
              </a:rPr>
              <a:t>1</a:t>
            </a:r>
            <a:r>
              <a:rPr lang="en-US">
                <a:latin typeface="cmr10"/>
              </a:rPr>
              <a:t>,	</a:t>
            </a:r>
            <a:r>
              <a:rPr lang="en-US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C00000"/>
                </a:solidFill>
                <a:latin typeface="cmmi10"/>
              </a:rPr>
              <a:t>x</a:t>
            </a:r>
            <a:r>
              <a:rPr lang="en-US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C00000"/>
                </a:solidFill>
                <a:latin typeface="cmr10"/>
              </a:rPr>
              <a:t>=1</a:t>
            </a:r>
            <a:r>
              <a:rPr lang="en-US">
                <a:latin typeface="cmr10"/>
              </a:rPr>
              <a:t>,	</a:t>
            </a:r>
            <a:r>
              <a:rPr lang="en-US">
                <a:latin typeface="cmmi10"/>
              </a:rPr>
              <a:t>b</a:t>
            </a:r>
            <a:r>
              <a:rPr lang="en-US" baseline="-25000">
                <a:latin typeface="cmr10"/>
              </a:rPr>
              <a:t>0</a:t>
            </a:r>
            <a:r>
              <a:rPr lang="en-US">
                <a:latin typeface="cmr10"/>
              </a:rPr>
              <a:t>=false,	</a:t>
            </a:r>
            <a:r>
              <a:rPr lang="en-US">
                <a:latin typeface="cmmi10"/>
              </a:rPr>
              <a:t>b</a:t>
            </a:r>
            <a:r>
              <a:rPr lang="en-US" baseline="-25000">
                <a:latin typeface="cmr10"/>
              </a:rPr>
              <a:t>1</a:t>
            </a:r>
            <a:r>
              <a:rPr lang="en-US">
                <a:latin typeface="cmr10"/>
              </a:rPr>
              <a:t>=false</a:t>
            </a:r>
            <a:r>
              <a:rPr lang="en-US" baseline="-25000"/>
              <a:t> </a:t>
            </a:r>
            <a:r>
              <a:rPr lang="en-US" err="1">
                <a:latin typeface="cmsy10"/>
              </a:rPr>
              <a:t>i</a:t>
            </a:r>
            <a:r>
              <a:rPr lang="en-US"/>
              <a:t> </a:t>
            </a:r>
          </a:p>
          <a:p>
            <a:pPr marL="561975" algn="ctr" defTabSz="1262063" rtl="0">
              <a:buNone/>
              <a:tabLst>
                <a:tab pos="1481138" algn="l"/>
                <a:tab pos="2233613" algn="l"/>
                <a:tab pos="3148013" algn="l"/>
                <a:tab pos="4687888" algn="l"/>
              </a:tabLst>
            </a:pPr>
            <a:r>
              <a:rPr lang="en-US">
                <a:latin typeface="cmsy10"/>
              </a:rPr>
              <a:t>	h</a:t>
            </a:r>
            <a:r>
              <a:rPr lang="en-US">
                <a:solidFill>
                  <a:srgbClr val="006C31"/>
                </a:solidFill>
                <a:latin typeface="cmr10"/>
              </a:rPr>
              <a:t>wt</a:t>
            </a:r>
            <a:r>
              <a:rPr lang="en-US" baseline="-25000">
                <a:solidFill>
                  <a:srgbClr val="006C31"/>
                </a:solidFill>
                <a:latin typeface="cmr10"/>
              </a:rPr>
              <a:t>0</a:t>
            </a:r>
            <a:r>
              <a:rPr lang="en-US">
                <a:latin typeface="cmr10"/>
              </a:rPr>
              <a:t>,	rq</a:t>
            </a:r>
            <a:r>
              <a:rPr lang="en-US" baseline="-25000">
                <a:latin typeface="cmr10"/>
              </a:rPr>
              <a:t>1</a:t>
            </a:r>
            <a:r>
              <a:rPr lang="en-US">
                <a:latin typeface="cmr10"/>
              </a:rPr>
              <a:t>,	</a:t>
            </a:r>
            <a:r>
              <a:rPr lang="en-US">
                <a:latin typeface="cmmi10"/>
              </a:rPr>
              <a:t>x</a:t>
            </a:r>
            <a:r>
              <a:rPr lang="en-US">
                <a:latin typeface="cmr10"/>
              </a:rPr>
              <a:t>=1,	</a:t>
            </a:r>
            <a:r>
              <a:rPr lang="en-US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C00000"/>
                </a:solidFill>
                <a:latin typeface="cmmi10"/>
              </a:rPr>
              <a:t>b</a:t>
            </a:r>
            <a:r>
              <a:rPr lang="en-US" b="1" baseline="-2500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C00000"/>
                </a:solidFill>
                <a:latin typeface="cmr10"/>
              </a:rPr>
              <a:t>0</a:t>
            </a:r>
            <a:r>
              <a:rPr lang="en-US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C00000"/>
                </a:solidFill>
                <a:latin typeface="cmr10"/>
              </a:rPr>
              <a:t>=true</a:t>
            </a:r>
            <a:r>
              <a:rPr lang="en-US">
                <a:latin typeface="cmr10"/>
              </a:rPr>
              <a:t>,	</a:t>
            </a:r>
            <a:r>
              <a:rPr lang="en-US">
                <a:latin typeface="cmmi10"/>
              </a:rPr>
              <a:t>b</a:t>
            </a:r>
            <a:r>
              <a:rPr lang="en-US" baseline="-25000">
                <a:latin typeface="cmr10"/>
              </a:rPr>
              <a:t>1</a:t>
            </a:r>
            <a:r>
              <a:rPr lang="en-US">
                <a:latin typeface="cmr10"/>
              </a:rPr>
              <a:t>=false</a:t>
            </a:r>
            <a:r>
              <a:rPr lang="en-US" baseline="-25000"/>
              <a:t> </a:t>
            </a:r>
            <a:r>
              <a:rPr lang="en-US" err="1">
                <a:latin typeface="cmsy10"/>
              </a:rPr>
              <a:t>i</a:t>
            </a:r>
            <a:r>
              <a:rPr lang="en-US"/>
              <a:t> </a:t>
            </a:r>
          </a:p>
          <a:p>
            <a:pPr marL="561975" algn="ctr" defTabSz="1262063" rtl="0">
              <a:buNone/>
              <a:tabLst>
                <a:tab pos="1481138" algn="l"/>
                <a:tab pos="2233613" algn="l"/>
                <a:tab pos="3148013" algn="l"/>
                <a:tab pos="4687888" algn="l"/>
              </a:tabLst>
            </a:pPr>
            <a:r>
              <a:rPr lang="en-US">
                <a:latin typeface="cmsy10"/>
              </a:rPr>
              <a:t>	h</a:t>
            </a:r>
            <a:r>
              <a:rPr lang="en-US" baseline="-25000"/>
              <a:t> </a:t>
            </a:r>
            <a:r>
              <a:rPr lang="en-US">
                <a:solidFill>
                  <a:srgbClr val="FF0000"/>
                </a:solidFill>
                <a:latin typeface="cmr10"/>
              </a:rPr>
              <a:t>cs</a:t>
            </a:r>
            <a:r>
              <a:rPr lang="en-US" baseline="-25000">
                <a:solidFill>
                  <a:srgbClr val="FF0000"/>
                </a:solidFill>
                <a:latin typeface="cmr10"/>
              </a:rPr>
              <a:t>0</a:t>
            </a:r>
            <a:r>
              <a:rPr lang="en-US">
                <a:latin typeface="cmr10"/>
              </a:rPr>
              <a:t>,</a:t>
            </a:r>
            <a:r>
              <a:rPr lang="en-US" baseline="-25000">
                <a:latin typeface="cmr10"/>
              </a:rPr>
              <a:t>	</a:t>
            </a:r>
            <a:r>
              <a:rPr lang="en-US">
                <a:latin typeface="cmr10"/>
              </a:rPr>
              <a:t>rq</a:t>
            </a:r>
            <a:r>
              <a:rPr lang="en-US" baseline="-25000">
                <a:latin typeface="cmr10"/>
              </a:rPr>
              <a:t>1</a:t>
            </a:r>
            <a:r>
              <a:rPr lang="en-US">
                <a:latin typeface="cmr10"/>
              </a:rPr>
              <a:t>,	</a:t>
            </a:r>
            <a:r>
              <a:rPr lang="en-US">
                <a:latin typeface="cmmi10"/>
              </a:rPr>
              <a:t>x</a:t>
            </a:r>
            <a:r>
              <a:rPr lang="en-US">
                <a:latin typeface="cmr10"/>
              </a:rPr>
              <a:t>=1,	</a:t>
            </a:r>
            <a:r>
              <a:rPr lang="en-US">
                <a:latin typeface="cmmi10"/>
              </a:rPr>
              <a:t>b</a:t>
            </a:r>
            <a:r>
              <a:rPr lang="en-US" baseline="-25000">
                <a:latin typeface="cmr10"/>
              </a:rPr>
              <a:t>0</a:t>
            </a:r>
            <a:r>
              <a:rPr lang="en-US">
                <a:latin typeface="cmr10"/>
              </a:rPr>
              <a:t>=true,	</a:t>
            </a:r>
            <a:r>
              <a:rPr lang="en-US">
                <a:latin typeface="cmmi10"/>
              </a:rPr>
              <a:t>b</a:t>
            </a:r>
            <a:r>
              <a:rPr lang="en-US" baseline="-25000">
                <a:latin typeface="cmr10"/>
              </a:rPr>
              <a:t>1</a:t>
            </a:r>
            <a:r>
              <a:rPr lang="en-US">
                <a:latin typeface="cmr10"/>
              </a:rPr>
              <a:t>=false</a:t>
            </a:r>
            <a:r>
              <a:rPr lang="en-US" baseline="-25000"/>
              <a:t> </a:t>
            </a:r>
            <a:r>
              <a:rPr lang="en-US" err="1">
                <a:latin typeface="cmsy10"/>
              </a:rPr>
              <a:t>i</a:t>
            </a:r>
            <a:r>
              <a:rPr lang="en-US"/>
              <a:t> </a:t>
            </a:r>
          </a:p>
          <a:p>
            <a:pPr marL="561975" algn="ctr" defTabSz="1262063" rtl="0">
              <a:buNone/>
              <a:tabLst>
                <a:tab pos="1481138" algn="l"/>
                <a:tab pos="2233613" algn="l"/>
                <a:tab pos="3148013" algn="l"/>
                <a:tab pos="4687888" algn="l"/>
              </a:tabLst>
            </a:pPr>
            <a:r>
              <a:rPr lang="en-US">
                <a:latin typeface="cmsy10"/>
              </a:rPr>
              <a:t>	h</a:t>
            </a:r>
            <a:r>
              <a:rPr lang="en-US" baseline="-25000"/>
              <a:t> </a:t>
            </a:r>
            <a:r>
              <a:rPr lang="en-US">
                <a:solidFill>
                  <a:srgbClr val="FF0000"/>
                </a:solidFill>
                <a:latin typeface="cmr10"/>
              </a:rPr>
              <a:t>cs</a:t>
            </a:r>
            <a:r>
              <a:rPr lang="en-US" baseline="-25000">
                <a:solidFill>
                  <a:srgbClr val="FF0000"/>
                </a:solidFill>
                <a:latin typeface="cmr10"/>
              </a:rPr>
              <a:t>0</a:t>
            </a:r>
            <a:r>
              <a:rPr lang="en-US">
                <a:latin typeface="cmr10"/>
              </a:rPr>
              <a:t>,</a:t>
            </a:r>
            <a:r>
              <a:rPr lang="en-US" baseline="-25000">
                <a:latin typeface="cmr10"/>
              </a:rPr>
              <a:t>	</a:t>
            </a:r>
            <a:r>
              <a:rPr lang="en-US">
                <a:solidFill>
                  <a:srgbClr val="006C31"/>
                </a:solidFill>
                <a:latin typeface="cmr10"/>
              </a:rPr>
              <a:t>wt</a:t>
            </a:r>
            <a:r>
              <a:rPr lang="en-US" baseline="-25000">
                <a:solidFill>
                  <a:srgbClr val="006C31"/>
                </a:solidFill>
                <a:latin typeface="cmr10"/>
              </a:rPr>
              <a:t>1</a:t>
            </a:r>
            <a:r>
              <a:rPr lang="en-US">
                <a:latin typeface="cmr10"/>
              </a:rPr>
              <a:t>,	</a:t>
            </a:r>
            <a:r>
              <a:rPr lang="en-US">
                <a:latin typeface="cmmi10"/>
              </a:rPr>
              <a:t>x</a:t>
            </a:r>
            <a:r>
              <a:rPr lang="en-US">
                <a:latin typeface="cmr10"/>
              </a:rPr>
              <a:t>=1,	</a:t>
            </a:r>
            <a:r>
              <a:rPr lang="en-US">
                <a:latin typeface="cmmi10"/>
              </a:rPr>
              <a:t>b</a:t>
            </a:r>
            <a:r>
              <a:rPr lang="en-US" baseline="-25000">
                <a:latin typeface="cmr10"/>
              </a:rPr>
              <a:t>0</a:t>
            </a:r>
            <a:r>
              <a:rPr lang="en-US">
                <a:latin typeface="cmr10"/>
              </a:rPr>
              <a:t>=true,	</a:t>
            </a:r>
            <a:r>
              <a:rPr lang="en-US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C00000"/>
                </a:solidFill>
                <a:latin typeface="cmmi10"/>
              </a:rPr>
              <a:t>b</a:t>
            </a:r>
            <a:r>
              <a:rPr lang="en-US" b="1" baseline="-2500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C00000"/>
                </a:solidFill>
                <a:latin typeface="cmr10"/>
              </a:rPr>
              <a:t>1</a:t>
            </a:r>
            <a:r>
              <a:rPr lang="en-US" b="1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solidFill>
                  <a:srgbClr val="C00000"/>
                </a:solidFill>
                <a:latin typeface="cmr10"/>
              </a:rPr>
              <a:t>=true</a:t>
            </a:r>
            <a:r>
              <a:rPr lang="en-US" baseline="-25000"/>
              <a:t> </a:t>
            </a:r>
            <a:r>
              <a:rPr lang="en-US" err="1">
                <a:latin typeface="cmsy10"/>
              </a:rPr>
              <a:t>i</a:t>
            </a:r>
            <a:endParaRPr lang="en-US">
              <a:latin typeface="cmsy10"/>
            </a:endParaRPr>
          </a:p>
          <a:p>
            <a:pPr marL="561975" algn="ctr" defTabSz="1262063" rtl="0">
              <a:buNone/>
              <a:tabLst>
                <a:tab pos="1481138" algn="l"/>
                <a:tab pos="2233613" algn="l"/>
                <a:tab pos="3148013" algn="l"/>
                <a:tab pos="4687888" algn="l"/>
              </a:tabLst>
            </a:pPr>
            <a:r>
              <a:rPr lang="en-US">
                <a:latin typeface="cmsy10"/>
              </a:rPr>
              <a:t>	h</a:t>
            </a:r>
            <a:r>
              <a:rPr lang="en-US" baseline="-25000"/>
              <a:t> </a:t>
            </a:r>
            <a:r>
              <a:rPr lang="en-US">
                <a:solidFill>
                  <a:srgbClr val="FF0000"/>
                </a:solidFill>
                <a:latin typeface="cmr10"/>
              </a:rPr>
              <a:t>cs</a:t>
            </a:r>
            <a:r>
              <a:rPr lang="en-US" baseline="-25000">
                <a:solidFill>
                  <a:srgbClr val="FF0000"/>
                </a:solidFill>
                <a:latin typeface="cmr10"/>
              </a:rPr>
              <a:t>0</a:t>
            </a:r>
            <a:r>
              <a:rPr lang="en-US">
                <a:latin typeface="cmr10"/>
              </a:rPr>
              <a:t>,</a:t>
            </a:r>
            <a:r>
              <a:rPr lang="en-US" baseline="-25000">
                <a:latin typeface="cmr10"/>
              </a:rPr>
              <a:t>	</a:t>
            </a:r>
            <a:r>
              <a:rPr lang="en-US">
                <a:solidFill>
                  <a:srgbClr val="FF0000"/>
                </a:solidFill>
                <a:latin typeface="cmr10"/>
              </a:rPr>
              <a:t>cs</a:t>
            </a:r>
            <a:r>
              <a:rPr lang="en-US" baseline="-25000">
                <a:solidFill>
                  <a:srgbClr val="FF0000"/>
                </a:solidFill>
                <a:latin typeface="cmr10"/>
              </a:rPr>
              <a:t>1</a:t>
            </a:r>
            <a:r>
              <a:rPr lang="en-US">
                <a:latin typeface="cmr10"/>
              </a:rPr>
              <a:t>, 	</a:t>
            </a:r>
            <a:r>
              <a:rPr lang="en-US">
                <a:latin typeface="cmmi10"/>
              </a:rPr>
              <a:t>x</a:t>
            </a:r>
            <a:r>
              <a:rPr lang="en-US">
                <a:latin typeface="cmr10"/>
              </a:rPr>
              <a:t>=1,	</a:t>
            </a:r>
            <a:r>
              <a:rPr lang="en-US">
                <a:latin typeface="cmmi10"/>
              </a:rPr>
              <a:t>b</a:t>
            </a:r>
            <a:r>
              <a:rPr lang="en-US" baseline="-25000">
                <a:latin typeface="cmr10"/>
              </a:rPr>
              <a:t>0</a:t>
            </a:r>
            <a:r>
              <a:rPr lang="en-US">
                <a:latin typeface="cmr10"/>
              </a:rPr>
              <a:t>=true,	</a:t>
            </a:r>
            <a:r>
              <a:rPr lang="en-US">
                <a:latin typeface="cmmi10"/>
              </a:rPr>
              <a:t>b</a:t>
            </a:r>
            <a:r>
              <a:rPr lang="en-US" baseline="-25000">
                <a:latin typeface="cmr10"/>
              </a:rPr>
              <a:t>1</a:t>
            </a:r>
            <a:r>
              <a:rPr lang="en-US">
                <a:latin typeface="cmr10"/>
              </a:rPr>
              <a:t>=true</a:t>
            </a:r>
            <a:r>
              <a:rPr lang="en-US" baseline="-25000"/>
              <a:t> </a:t>
            </a:r>
            <a:r>
              <a:rPr lang="en-US" err="1">
                <a:latin typeface="cmsy10"/>
              </a:rPr>
              <a:t>i</a:t>
            </a:r>
            <a:endParaRPr lang="en-US">
              <a:latin typeface="cmsy10"/>
            </a:endParaRPr>
          </a:p>
          <a:p>
            <a:pPr marL="561975" algn="ctr" rtl="0">
              <a:buNone/>
            </a:pPr>
            <a:endParaRPr lang="he-IL" baseline="-25000"/>
          </a:p>
          <a:p>
            <a:pPr algn="ctr" rtl="0">
              <a:buNone/>
            </a:pPr>
            <a:endParaRPr lang="en-US" baseline="-25000"/>
          </a:p>
          <a:p>
            <a:pPr algn="ctr" rtl="0">
              <a:buNone/>
            </a:pPr>
            <a:r>
              <a:rPr lang="he-IL">
                <a:solidFill>
                  <a:srgbClr val="FF0000"/>
                </a:solidFill>
              </a:rPr>
              <a:t>הפרת תכונת המניעה ההדדית!</a:t>
            </a:r>
            <a:endParaRPr lang="en-US" baseline="-25000">
              <a:solidFill>
                <a:srgbClr val="FF0000"/>
              </a:solidFill>
            </a:endParaRPr>
          </a:p>
          <a:p>
            <a:pPr algn="ctr" rtl="0">
              <a:buNone/>
            </a:pPr>
            <a:endParaRPr lang="en-US" baseline="-25000"/>
          </a:p>
          <a:p>
            <a:pPr algn="ctr" rtl="0">
              <a:buNone/>
            </a:pPr>
            <a:endParaRPr lang="en-US" baseline="-25000"/>
          </a:p>
          <a:p>
            <a:pPr algn="ctr" rtl="0">
              <a:buNone/>
            </a:pPr>
            <a:endParaRPr lang="en-US" baseline="-25000"/>
          </a:p>
          <a:p>
            <a:pPr algn="ctr" rtl="0">
              <a:buNone/>
            </a:pPr>
            <a:endParaRPr lang="en-US" baseline="-25000"/>
          </a:p>
          <a:p>
            <a:pPr algn="ctr" rtl="0">
              <a:buNone/>
            </a:pPr>
            <a:endParaRPr lang="en-US" baseline="-2500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781785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ADMINISTRATOR@3HZWZZR6INUPNVTI" val="3557"/>
  <p:tag name="FIRSTGERAW@YFUXXLKFUVWYY57I" val="3555"/>
  <p:tag name="FIRSTWEISS@NX3AO4WHAOFIL7AU" val="3574"/>
  <p:tag name="DEFAULTDISPLAYSOURCE" val="\documentclass{article}\pagestyle{empty}&#10;&#10;\begin{document}&#10;&#10;\end{document}&#10;"/>
  <p:tag name="EMBEDFONTS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0</TotalTime>
  <Words>2987</Words>
  <Application>Microsoft Office PowerPoint</Application>
  <PresentationFormat>On-screen Show (4:3)</PresentationFormat>
  <Paragraphs>844</Paragraphs>
  <Slides>46</Slides>
  <Notes>1</Notes>
  <HiddenSlides>2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61" baseType="lpstr">
      <vt:lpstr>Arial Rounded MT Bold</vt:lpstr>
      <vt:lpstr>Perpetua</vt:lpstr>
      <vt:lpstr>cmr10</vt:lpstr>
      <vt:lpstr>Symbol</vt:lpstr>
      <vt:lpstr>Calibri</vt:lpstr>
      <vt:lpstr>cmmi10</vt:lpstr>
      <vt:lpstr>Consolas</vt:lpstr>
      <vt:lpstr>Franklin Gothic Book</vt:lpstr>
      <vt:lpstr>cmsy10</vt:lpstr>
      <vt:lpstr>Wingdings 2</vt:lpstr>
      <vt:lpstr>Cambria Math</vt:lpstr>
      <vt:lpstr>Gisha</vt:lpstr>
      <vt:lpstr>modstmary10</vt:lpstr>
      <vt:lpstr>Times New Roman</vt:lpstr>
      <vt:lpstr>Equity</vt:lpstr>
      <vt:lpstr>מידול מקביליות באמצעות שזירה</vt:lpstr>
      <vt:lpstr>היום נדבר על מערכות מקביליות concurrent systems</vt:lpstr>
      <vt:lpstr>הרכבה מקבילית כפעולה  מתמטית על מערכות מעברים</vt:lpstr>
      <vt:lpstr>הרכבה מקבילית כפעולה  מתמטית על מערכות מעברים</vt:lpstr>
      <vt:lpstr>תוכן העניינים</vt:lpstr>
      <vt:lpstr>מידול מקביליות באמצעות שזירה (interleaving)</vt:lpstr>
      <vt:lpstr>מידול מקביליות באמצעות שזירה (interleaving)</vt:lpstr>
      <vt:lpstr>הצדקה למידול באמצעות שזירה</vt:lpstr>
      <vt:lpstr>הגדרה: שזירת מערכות מעברים</vt:lpstr>
      <vt:lpstr>דוגמה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דוגמא לשזירת מערכות מעברים</vt:lpstr>
      <vt:lpstr>דוגמה לשזירת תוכניות כשמתקיימת ההנחה לגבי אי התלות בסדר הביצוע</vt:lpstr>
      <vt:lpstr>PowerPoint Presentation</vt:lpstr>
      <vt:lpstr>דוגמה: איך נרכיב תוכניות בלי משתנים משותפים?</vt:lpstr>
      <vt:lpstr>תשובה: שזירת הפריסות</vt:lpstr>
      <vt:lpstr>כשאין משתנים משותפים:  שזירת הפריסות = פריסת השזירה</vt:lpstr>
      <vt:lpstr>דוגמה בעייתית: פעולות עם משתנים משותפים</vt:lpstr>
      <vt:lpstr>דוגמה בעייתית: פעולות עם משתנים משותפים</vt:lpstr>
      <vt:lpstr>שזירת הפריסות או פריסת השזירה ?</vt:lpstr>
      <vt:lpstr>הגדרה: שזירת גרפי תוכנית</vt:lpstr>
      <vt:lpstr>דוגמה</vt:lpstr>
      <vt:lpstr>דוגמה</vt:lpstr>
      <vt:lpstr>דוגמה: פריסת השזירות עובדת גם כשיש משתנים משותפים</vt:lpstr>
      <vt:lpstr>על אטומיות</vt:lpstr>
      <vt:lpstr>אלגוריתם של פטרסון (Peterson)  למניעה הדדית (mutual exclusion)</vt:lpstr>
      <vt:lpstr>דוגמה: הפרוטוקול של פטרסון</vt:lpstr>
      <vt:lpstr>גרפי תוכנית עבור הפרוטוקול של פטרסון</vt:lpstr>
      <vt:lpstr>PowerPoint Presentation</vt:lpstr>
      <vt:lpstr>שזירת גרפי התוכנית</vt:lpstr>
      <vt:lpstr>פריסת השזירה של גרפי התוכנית</vt:lpstr>
      <vt:lpstr>דוגמה: הפרוטוקול של פטרסון בלי השמות אטומיות</vt:lpstr>
      <vt:lpstr>הגרסה בלי האטומיות לא עובדת (הייתה עובדת אם היינו כותבים בסדר הפוך)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מקביליות</dc:title>
  <dc:creator>John Doil</dc:creator>
  <cp:lastModifiedBy>Gera Weiss</cp:lastModifiedBy>
  <cp:revision>1</cp:revision>
  <dcterms:created xsi:type="dcterms:W3CDTF">2009-09-27T20:49:26Z</dcterms:created>
  <dcterms:modified xsi:type="dcterms:W3CDTF">2025-09-30T14:33:56Z</dcterms:modified>
</cp:coreProperties>
</file>