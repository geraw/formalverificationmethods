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58.xml" ContentType="application/inkml+xml"/>
  <Override PartName="/ppt/diagrams/data3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3.xml" ContentType="application/vnd.ms-office.drawingml.diagramDrawing+xml"/>
  <Override PartName="/ppt/ink/ink59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ata8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79"/>
  </p:notesMasterIdLst>
  <p:sldIdLst>
    <p:sldId id="256" r:id="rId2"/>
    <p:sldId id="383" r:id="rId3"/>
    <p:sldId id="378" r:id="rId4"/>
    <p:sldId id="362" r:id="rId5"/>
    <p:sldId id="369" r:id="rId6"/>
    <p:sldId id="361" r:id="rId7"/>
    <p:sldId id="363" r:id="rId8"/>
    <p:sldId id="413" r:id="rId9"/>
    <p:sldId id="374" r:id="rId10"/>
    <p:sldId id="373" r:id="rId11"/>
    <p:sldId id="365" r:id="rId12"/>
    <p:sldId id="366" r:id="rId13"/>
    <p:sldId id="380" r:id="rId14"/>
    <p:sldId id="367" r:id="rId15"/>
    <p:sldId id="381" r:id="rId16"/>
    <p:sldId id="368" r:id="rId17"/>
    <p:sldId id="335" r:id="rId18"/>
    <p:sldId id="336" r:id="rId19"/>
    <p:sldId id="339" r:id="rId20"/>
    <p:sldId id="338" r:id="rId21"/>
    <p:sldId id="382" r:id="rId22"/>
    <p:sldId id="323" r:id="rId23"/>
    <p:sldId id="359" r:id="rId24"/>
    <p:sldId id="355" r:id="rId25"/>
    <p:sldId id="356" r:id="rId26"/>
    <p:sldId id="357" r:id="rId27"/>
    <p:sldId id="414" r:id="rId28"/>
    <p:sldId id="417" r:id="rId29"/>
    <p:sldId id="415" r:id="rId30"/>
    <p:sldId id="416" r:id="rId31"/>
    <p:sldId id="401" r:id="rId32"/>
    <p:sldId id="389" r:id="rId33"/>
    <p:sldId id="390" r:id="rId34"/>
    <p:sldId id="392" r:id="rId35"/>
    <p:sldId id="393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2" r:id="rId44"/>
    <p:sldId id="329" r:id="rId45"/>
    <p:sldId id="404" r:id="rId46"/>
    <p:sldId id="405" r:id="rId47"/>
    <p:sldId id="403" r:id="rId48"/>
    <p:sldId id="406" r:id="rId49"/>
    <p:sldId id="420" r:id="rId50"/>
    <p:sldId id="407" r:id="rId51"/>
    <p:sldId id="387" r:id="rId52"/>
    <p:sldId id="388" r:id="rId53"/>
    <p:sldId id="370" r:id="rId54"/>
    <p:sldId id="419" r:id="rId55"/>
    <p:sldId id="371" r:id="rId56"/>
    <p:sldId id="325" r:id="rId57"/>
    <p:sldId id="326" r:id="rId58"/>
    <p:sldId id="409" r:id="rId59"/>
    <p:sldId id="408" r:id="rId60"/>
    <p:sldId id="411" r:id="rId61"/>
    <p:sldId id="418" r:id="rId62"/>
    <p:sldId id="379" r:id="rId63"/>
    <p:sldId id="353" r:id="rId64"/>
    <p:sldId id="412" r:id="rId65"/>
    <p:sldId id="349" r:id="rId66"/>
    <p:sldId id="351" r:id="rId67"/>
    <p:sldId id="350" r:id="rId68"/>
    <p:sldId id="352" r:id="rId69"/>
    <p:sldId id="385" r:id="rId70"/>
    <p:sldId id="375" r:id="rId71"/>
    <p:sldId id="377" r:id="rId72"/>
    <p:sldId id="421" r:id="rId73"/>
    <p:sldId id="422" r:id="rId74"/>
    <p:sldId id="423" r:id="rId75"/>
    <p:sldId id="348" r:id="rId76"/>
    <p:sldId id="341" r:id="rId77"/>
    <p:sldId id="372" r:id="rId78"/>
  </p:sldIdLst>
  <p:sldSz cx="9144000" cy="6858000" type="screen4x3"/>
  <p:notesSz cx="6858000" cy="9144000"/>
  <p:custDataLst>
    <p:tags r:id="rId80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BABDA5-0A3C-4D67-9DD8-24858A5FF786}">
          <p14:sldIdLst>
            <p14:sldId id="256"/>
            <p14:sldId id="383"/>
          </p14:sldIdLst>
        </p14:section>
        <p14:section name="Untitled Section" id="{7B9F1370-8B72-41C0-86D1-1B654B09A192}">
          <p14:sldIdLst>
            <p14:sldId id="378"/>
            <p14:sldId id="362"/>
            <p14:sldId id="369"/>
            <p14:sldId id="361"/>
            <p14:sldId id="363"/>
            <p14:sldId id="413"/>
            <p14:sldId id="374"/>
            <p14:sldId id="373"/>
            <p14:sldId id="365"/>
            <p14:sldId id="366"/>
            <p14:sldId id="380"/>
            <p14:sldId id="367"/>
            <p14:sldId id="381"/>
            <p14:sldId id="368"/>
            <p14:sldId id="335"/>
            <p14:sldId id="336"/>
            <p14:sldId id="339"/>
            <p14:sldId id="338"/>
            <p14:sldId id="382"/>
            <p14:sldId id="323"/>
            <p14:sldId id="359"/>
            <p14:sldId id="355"/>
            <p14:sldId id="356"/>
            <p14:sldId id="357"/>
            <p14:sldId id="414"/>
            <p14:sldId id="417"/>
            <p14:sldId id="415"/>
            <p14:sldId id="416"/>
            <p14:sldId id="401"/>
            <p14:sldId id="389"/>
            <p14:sldId id="390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2"/>
            <p14:sldId id="329"/>
            <p14:sldId id="404"/>
            <p14:sldId id="405"/>
            <p14:sldId id="403"/>
            <p14:sldId id="406"/>
            <p14:sldId id="420"/>
            <p14:sldId id="407"/>
            <p14:sldId id="387"/>
            <p14:sldId id="388"/>
            <p14:sldId id="370"/>
            <p14:sldId id="419"/>
            <p14:sldId id="371"/>
            <p14:sldId id="325"/>
            <p14:sldId id="326"/>
            <p14:sldId id="409"/>
            <p14:sldId id="408"/>
            <p14:sldId id="411"/>
            <p14:sldId id="418"/>
            <p14:sldId id="379"/>
            <p14:sldId id="353"/>
            <p14:sldId id="412"/>
            <p14:sldId id="349"/>
            <p14:sldId id="351"/>
            <p14:sldId id="350"/>
            <p14:sldId id="352"/>
            <p14:sldId id="385"/>
            <p14:sldId id="375"/>
            <p14:sldId id="377"/>
            <p14:sldId id="421"/>
            <p14:sldId id="422"/>
            <p14:sldId id="423"/>
            <p14:sldId id="348"/>
            <p14:sldId id="341"/>
            <p14:sldId id="3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600"/>
    <a:srgbClr val="00153E"/>
    <a:srgbClr val="FFC000"/>
    <a:srgbClr val="003FBC"/>
    <a:srgbClr val="FFFFD1"/>
    <a:srgbClr val="FFFFE0"/>
    <a:srgbClr val="151AE1"/>
    <a:srgbClr val="2E41FA"/>
    <a:srgbClr val="CCECFF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A3A647-BB7C-4D44-9FA9-C8848349A51B}" v="57" dt="2025-10-08T08:48:43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>
        <p:scale>
          <a:sx n="150" d="100"/>
          <a:sy n="150" d="100"/>
        </p:scale>
        <p:origin x="2016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gs" Target="tags/tag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B356DFDC-B4AF-4187-893D-87C92CE7037D}"/>
    <pc:docChg chg="undo custSel addSld delSld modSld sldOrd modSection">
      <pc:chgData name="Gera Weiss" userId="f0aa0173-552d-4808-9782-d425e6aaf8d9" providerId="ADAL" clId="{B356DFDC-B4AF-4187-893D-87C92CE7037D}" dt="2024-05-18T20:51:39.930" v="182" actId="1076"/>
      <pc:docMkLst>
        <pc:docMk/>
      </pc:docMkLst>
      <pc:sldChg chg="modSp mod">
        <pc:chgData name="Gera Weiss" userId="f0aa0173-552d-4808-9782-d425e6aaf8d9" providerId="ADAL" clId="{B356DFDC-B4AF-4187-893D-87C92CE7037D}" dt="2024-05-18T19:23:44.069" v="6" actId="6549"/>
        <pc:sldMkLst>
          <pc:docMk/>
          <pc:sldMk cId="0" sldId="256"/>
        </pc:sldMkLst>
      </pc:sldChg>
      <pc:sldChg chg="addSp delSp modSp mod">
        <pc:chgData name="Gera Weiss" userId="f0aa0173-552d-4808-9782-d425e6aaf8d9" providerId="ADAL" clId="{B356DFDC-B4AF-4187-893D-87C92CE7037D}" dt="2024-05-18T20:44:01.572" v="169" actId="1076"/>
        <pc:sldMkLst>
          <pc:docMk/>
          <pc:sldMk cId="0" sldId="339"/>
        </pc:sldMkLst>
      </pc:sldChg>
      <pc:sldChg chg="mod modShow">
        <pc:chgData name="Gera Weiss" userId="f0aa0173-552d-4808-9782-d425e6aaf8d9" providerId="ADAL" clId="{B356DFDC-B4AF-4187-893D-87C92CE7037D}" dt="2024-05-18T19:34:29.116" v="26" actId="729"/>
        <pc:sldMkLst>
          <pc:docMk/>
          <pc:sldMk cId="3624731240" sldId="361"/>
        </pc:sldMkLst>
      </pc:sldChg>
      <pc:sldChg chg="mod modShow">
        <pc:chgData name="Gera Weiss" userId="f0aa0173-552d-4808-9782-d425e6aaf8d9" providerId="ADAL" clId="{B356DFDC-B4AF-4187-893D-87C92CE7037D}" dt="2024-05-18T19:24:00.493" v="7" actId="729"/>
        <pc:sldMkLst>
          <pc:docMk/>
          <pc:sldMk cId="1846134166" sldId="362"/>
        </pc:sldMkLst>
      </pc:sldChg>
      <pc:sldChg chg="mod modShow">
        <pc:chgData name="Gera Weiss" userId="f0aa0173-552d-4808-9782-d425e6aaf8d9" providerId="ADAL" clId="{B356DFDC-B4AF-4187-893D-87C92CE7037D}" dt="2024-05-18T19:34:53.100" v="27" actId="729"/>
        <pc:sldMkLst>
          <pc:docMk/>
          <pc:sldMk cId="2933354354" sldId="363"/>
        </pc:sldMkLst>
      </pc:sldChg>
      <pc:sldChg chg="mod modShow">
        <pc:chgData name="Gera Weiss" userId="f0aa0173-552d-4808-9782-d425e6aaf8d9" providerId="ADAL" clId="{B356DFDC-B4AF-4187-893D-87C92CE7037D}" dt="2024-05-18T20:41:20.398" v="156" actId="729"/>
        <pc:sldMkLst>
          <pc:docMk/>
          <pc:sldMk cId="4097961664" sldId="368"/>
        </pc:sldMkLst>
      </pc:sldChg>
      <pc:sldChg chg="modSp">
        <pc:chgData name="Gera Weiss" userId="f0aa0173-552d-4808-9782-d425e6aaf8d9" providerId="ADAL" clId="{B356DFDC-B4AF-4187-893D-87C92CE7037D}" dt="2024-05-18T19:33:42.795" v="25" actId="14100"/>
        <pc:sldMkLst>
          <pc:docMk/>
          <pc:sldMk cId="3657549239" sldId="369"/>
        </pc:sldMkLst>
      </pc:sldChg>
      <pc:sldChg chg="modSp mod">
        <pc:chgData name="Gera Weiss" userId="f0aa0173-552d-4808-9782-d425e6aaf8d9" providerId="ADAL" clId="{B356DFDC-B4AF-4187-893D-87C92CE7037D}" dt="2024-05-18T20:51:39.930" v="182" actId="1076"/>
        <pc:sldMkLst>
          <pc:docMk/>
          <pc:sldMk cId="2950967015" sldId="370"/>
        </pc:sldMkLst>
      </pc:sldChg>
      <pc:sldChg chg="addSp delSp modSp mod">
        <pc:chgData name="Gera Weiss" userId="f0aa0173-552d-4808-9782-d425e6aaf8d9" providerId="ADAL" clId="{B356DFDC-B4AF-4187-893D-87C92CE7037D}" dt="2024-05-18T19:28:46.820" v="23" actId="14100"/>
        <pc:sldMkLst>
          <pc:docMk/>
          <pc:sldMk cId="281826397" sldId="378"/>
        </pc:sldMkLst>
      </pc:sldChg>
      <pc:sldChg chg="modSp mod">
        <pc:chgData name="Gera Weiss" userId="f0aa0173-552d-4808-9782-d425e6aaf8d9" providerId="ADAL" clId="{B356DFDC-B4AF-4187-893D-87C92CE7037D}" dt="2024-05-18T20:34:26.960" v="137" actId="207"/>
        <pc:sldMkLst>
          <pc:docMk/>
          <pc:sldMk cId="3393624474" sldId="380"/>
        </pc:sldMkLst>
      </pc:sldChg>
      <pc:sldChg chg="modSp mod">
        <pc:chgData name="Gera Weiss" userId="f0aa0173-552d-4808-9782-d425e6aaf8d9" providerId="ADAL" clId="{B356DFDC-B4AF-4187-893D-87C92CE7037D}" dt="2024-05-18T20:39:06.246" v="155" actId="108"/>
        <pc:sldMkLst>
          <pc:docMk/>
          <pc:sldMk cId="3787723906" sldId="381"/>
        </pc:sldMkLst>
      </pc:sldChg>
      <pc:sldChg chg="addSp delSp modSp mod modShow">
        <pc:chgData name="Gera Weiss" userId="f0aa0173-552d-4808-9782-d425e6aaf8d9" providerId="ADAL" clId="{B356DFDC-B4AF-4187-893D-87C92CE7037D}" dt="2024-05-18T20:21:54.940" v="71" actId="729"/>
        <pc:sldMkLst>
          <pc:docMk/>
          <pc:sldMk cId="2725364152" sldId="384"/>
        </pc:sldMkLst>
      </pc:sldChg>
      <pc:sldChg chg="addSp delSp modSp mod">
        <pc:chgData name="Gera Weiss" userId="f0aa0173-552d-4808-9782-d425e6aaf8d9" providerId="ADAL" clId="{B356DFDC-B4AF-4187-893D-87C92CE7037D}" dt="2024-05-18T20:50:17.449" v="179" actId="1076"/>
        <pc:sldMkLst>
          <pc:docMk/>
          <pc:sldMk cId="255129591" sldId="388"/>
        </pc:sldMkLst>
      </pc:sldChg>
      <pc:sldChg chg="delSp modSp add mod modTransition">
        <pc:chgData name="Gera Weiss" userId="f0aa0173-552d-4808-9782-d425e6aaf8d9" providerId="ADAL" clId="{B356DFDC-B4AF-4187-893D-87C92CE7037D}" dt="2024-05-18T20:36:52.020" v="151" actId="1582"/>
        <pc:sldMkLst>
          <pc:docMk/>
          <pc:sldMk cId="667720564" sldId="389"/>
        </pc:sldMkLst>
      </pc:sldChg>
      <pc:sldChg chg="addSp delSp modSp add del mod ord">
        <pc:chgData name="Gera Weiss" userId="f0aa0173-552d-4808-9782-d425e6aaf8d9" providerId="ADAL" clId="{B356DFDC-B4AF-4187-893D-87C92CE7037D}" dt="2024-05-18T20:33:04.356" v="134" actId="47"/>
        <pc:sldMkLst>
          <pc:docMk/>
          <pc:sldMk cId="46021635" sldId="390"/>
        </pc:sldMkLst>
      </pc:sldChg>
    </pc:docChg>
  </pc:docChgLst>
  <pc:docChgLst>
    <pc:chgData name="Gera Weiss" userId="f0aa0173-552d-4808-9782-d425e6aaf8d9" providerId="ADAL" clId="{6DAF6CFC-B6D1-4DD1-B1C1-ADFF95ABBE11}"/>
    <pc:docChg chg="undo custSel addSld modSld sldOrd modSection">
      <pc:chgData name="Gera Weiss" userId="f0aa0173-552d-4808-9782-d425e6aaf8d9" providerId="ADAL" clId="{6DAF6CFC-B6D1-4DD1-B1C1-ADFF95ABBE11}" dt="2025-05-04T18:07:57.939" v="1364" actId="1035"/>
      <pc:docMkLst>
        <pc:docMk/>
      </pc:docMkLst>
      <pc:sldChg chg="delSp modSp mod">
        <pc:chgData name="Gera Weiss" userId="f0aa0173-552d-4808-9782-d425e6aaf8d9" providerId="ADAL" clId="{6DAF6CFC-B6D1-4DD1-B1C1-ADFF95ABBE11}" dt="2025-04-20T18:13:14.312" v="359" actId="20577"/>
        <pc:sldMkLst>
          <pc:docMk/>
          <pc:sldMk cId="0" sldId="256"/>
        </pc:sldMkLst>
      </pc:sldChg>
      <pc:sldChg chg="addSp delSp modSp mod modShow">
        <pc:chgData name="Gera Weiss" userId="f0aa0173-552d-4808-9782-d425e6aaf8d9" providerId="ADAL" clId="{6DAF6CFC-B6D1-4DD1-B1C1-ADFF95ABBE11}" dt="2025-04-09T06:03:42.046" v="33" actId="478"/>
        <pc:sldMkLst>
          <pc:docMk/>
          <pc:sldMk cId="2933354354" sldId="363"/>
        </pc:sldMkLst>
      </pc:sldChg>
      <pc:sldChg chg="addSp modSp mod">
        <pc:chgData name="Gera Weiss" userId="f0aa0173-552d-4808-9782-d425e6aaf8d9" providerId="ADAL" clId="{6DAF6CFC-B6D1-4DD1-B1C1-ADFF95ABBE11}" dt="2025-04-09T06:11:16.577" v="92"/>
        <pc:sldMkLst>
          <pc:docMk/>
          <pc:sldMk cId="3657549239" sldId="369"/>
        </pc:sldMkLst>
      </pc:sldChg>
      <pc:sldChg chg="addSp delSp modSp mod">
        <pc:chgData name="Gera Weiss" userId="f0aa0173-552d-4808-9782-d425e6aaf8d9" providerId="ADAL" clId="{6DAF6CFC-B6D1-4DD1-B1C1-ADFF95ABBE11}" dt="2025-04-09T08:50:43.433" v="173" actId="1076"/>
        <pc:sldMkLst>
          <pc:docMk/>
          <pc:sldMk cId="759554985" sldId="374"/>
        </pc:sldMkLst>
      </pc:sldChg>
      <pc:sldChg chg="addSp delSp modSp add mod">
        <pc:chgData name="Gera Weiss" userId="f0aa0173-552d-4808-9782-d425e6aaf8d9" providerId="ADAL" clId="{6DAF6CFC-B6D1-4DD1-B1C1-ADFF95ABBE11}" dt="2025-04-09T08:55:48.169" v="178" actId="478"/>
        <pc:sldMkLst>
          <pc:docMk/>
          <pc:sldMk cId="1834542067" sldId="413"/>
        </pc:sldMkLst>
      </pc:sldChg>
      <pc:sldChg chg="addSp delSp modSp new mod ord">
        <pc:chgData name="Gera Weiss" userId="f0aa0173-552d-4808-9782-d425e6aaf8d9" providerId="ADAL" clId="{6DAF6CFC-B6D1-4DD1-B1C1-ADFF95ABBE11}" dt="2025-05-03T09:37:44.173" v="668" actId="108"/>
        <pc:sldMkLst>
          <pc:docMk/>
          <pc:sldMk cId="4134253029" sldId="414"/>
        </pc:sldMkLst>
      </pc:sldChg>
      <pc:sldChg chg="addSp delSp modSp new mod">
        <pc:chgData name="Gera Weiss" userId="f0aa0173-552d-4808-9782-d425e6aaf8d9" providerId="ADAL" clId="{6DAF6CFC-B6D1-4DD1-B1C1-ADFF95ABBE11}" dt="2025-05-03T09:37:03.368" v="663" actId="108"/>
        <pc:sldMkLst>
          <pc:docMk/>
          <pc:sldMk cId="2314384617" sldId="415"/>
        </pc:sldMkLst>
      </pc:sldChg>
      <pc:sldChg chg="modSp mod">
        <pc:chgData name="Gera Weiss" userId="f0aa0173-552d-4808-9782-d425e6aaf8d9" providerId="ADAL" clId="{6DAF6CFC-B6D1-4DD1-B1C1-ADFF95ABBE11}" dt="2025-05-03T09:37:12.130" v="664" actId="108"/>
        <pc:sldMkLst>
          <pc:docMk/>
          <pc:sldMk cId="3561694381" sldId="416"/>
        </pc:sldMkLst>
      </pc:sldChg>
      <pc:sldChg chg="modSp mod">
        <pc:chgData name="Gera Weiss" userId="f0aa0173-552d-4808-9782-d425e6aaf8d9" providerId="ADAL" clId="{6DAF6CFC-B6D1-4DD1-B1C1-ADFF95ABBE11}" dt="2025-05-03T09:37:29.506" v="667" actId="108"/>
        <pc:sldMkLst>
          <pc:docMk/>
          <pc:sldMk cId="3547803918" sldId="417"/>
        </pc:sldMkLst>
      </pc:sldChg>
      <pc:sldChg chg="addSp delSp modSp add mod delAnim modAnim modShow">
        <pc:chgData name="Gera Weiss" userId="f0aa0173-552d-4808-9782-d425e6aaf8d9" providerId="ADAL" clId="{6DAF6CFC-B6D1-4DD1-B1C1-ADFF95ABBE11}" dt="2025-04-30T09:49:22.580" v="662" actId="20577"/>
        <pc:sldMkLst>
          <pc:docMk/>
          <pc:sldMk cId="1855547112" sldId="420"/>
        </pc:sldMkLst>
      </pc:sldChg>
      <pc:sldChg chg="addSp delSp modSp new mod">
        <pc:chgData name="Gera Weiss" userId="f0aa0173-552d-4808-9782-d425e6aaf8d9" providerId="ADAL" clId="{6DAF6CFC-B6D1-4DD1-B1C1-ADFF95ABBE11}" dt="2025-05-03T09:55:41.372" v="1022" actId="478"/>
        <pc:sldMkLst>
          <pc:docMk/>
          <pc:sldMk cId="3471794020" sldId="421"/>
        </pc:sldMkLst>
      </pc:sldChg>
      <pc:sldChg chg="addSp delSp modSp add mod ord">
        <pc:chgData name="Gera Weiss" userId="f0aa0173-552d-4808-9782-d425e6aaf8d9" providerId="ADAL" clId="{6DAF6CFC-B6D1-4DD1-B1C1-ADFF95ABBE11}" dt="2025-05-04T18:07:57.939" v="1364" actId="1035"/>
        <pc:sldMkLst>
          <pc:docMk/>
          <pc:sldMk cId="62985151" sldId="422"/>
        </pc:sldMkLst>
      </pc:sldChg>
      <pc:sldChg chg="addSp delSp modSp new mod">
        <pc:chgData name="Gera Weiss" userId="f0aa0173-552d-4808-9782-d425e6aaf8d9" providerId="ADAL" clId="{6DAF6CFC-B6D1-4DD1-B1C1-ADFF95ABBE11}" dt="2025-05-03T13:31:55.453" v="1348" actId="1076"/>
        <pc:sldMkLst>
          <pc:docMk/>
          <pc:sldMk cId="2607851377" sldId="423"/>
        </pc:sldMkLst>
      </pc:sldChg>
    </pc:docChg>
  </pc:docChgLst>
  <pc:docChgLst>
    <pc:chgData name="Gera Weiss" userId="f0aa0173-552d-4808-9782-d425e6aaf8d9" providerId="ADAL" clId="{2E8D8011-44E1-4942-BE90-1EB044E0AAAD}"/>
    <pc:docChg chg="undo custSel addSld delSld modSld sldOrd modSection">
      <pc:chgData name="Gera Weiss" userId="f0aa0173-552d-4808-9782-d425e6aaf8d9" providerId="ADAL" clId="{2E8D8011-44E1-4942-BE90-1EB044E0AAAD}" dt="2025-04-21T10:09:31.746" v="1249" actId="729"/>
      <pc:docMkLst>
        <pc:docMk/>
      </pc:docMkLst>
      <pc:sldChg chg="modSp mod">
        <pc:chgData name="Gera Weiss" userId="f0aa0173-552d-4808-9782-d425e6aaf8d9" providerId="ADAL" clId="{2E8D8011-44E1-4942-BE90-1EB044E0AAAD}" dt="2025-04-07T08:55:03.886" v="2" actId="20577"/>
        <pc:sldMkLst>
          <pc:docMk/>
          <pc:sldMk cId="0" sldId="256"/>
        </pc:sldMkLst>
      </pc:sldChg>
      <pc:sldChg chg="ord">
        <pc:chgData name="Gera Weiss" userId="f0aa0173-552d-4808-9782-d425e6aaf8d9" providerId="ADAL" clId="{2E8D8011-44E1-4942-BE90-1EB044E0AAAD}" dt="2025-04-21T08:54:51.795" v="1226"/>
        <pc:sldMkLst>
          <pc:docMk/>
          <pc:sldMk cId="2667240753" sldId="359"/>
        </pc:sldMkLst>
      </pc:sldChg>
      <pc:sldChg chg="ord">
        <pc:chgData name="Gera Weiss" userId="f0aa0173-552d-4808-9782-d425e6aaf8d9" providerId="ADAL" clId="{2E8D8011-44E1-4942-BE90-1EB044E0AAAD}" dt="2025-04-21T08:37:55.810" v="1026"/>
        <pc:sldMkLst>
          <pc:docMk/>
          <pc:sldMk cId="2950967015" sldId="370"/>
        </pc:sldMkLst>
      </pc:sldChg>
      <pc:sldChg chg="addSp delSp modSp mod ord modShow">
        <pc:chgData name="Gera Weiss" userId="f0aa0173-552d-4808-9782-d425e6aaf8d9" providerId="ADAL" clId="{2E8D8011-44E1-4942-BE90-1EB044E0AAAD}" dt="2025-04-21T08:30:13.628" v="1022"/>
        <pc:sldMkLst>
          <pc:docMk/>
          <pc:sldMk cId="234417516" sldId="389"/>
        </pc:sldMkLst>
      </pc:sldChg>
      <pc:sldChg chg="modSp mod">
        <pc:chgData name="Gera Weiss" userId="f0aa0173-552d-4808-9782-d425e6aaf8d9" providerId="ADAL" clId="{2E8D8011-44E1-4942-BE90-1EB044E0AAAD}" dt="2025-04-21T08:26:46.753" v="1002" actId="14100"/>
        <pc:sldMkLst>
          <pc:docMk/>
          <pc:sldMk cId="634810745" sldId="390"/>
        </pc:sldMkLst>
      </pc:sldChg>
      <pc:sldChg chg="del">
        <pc:chgData name="Gera Weiss" userId="f0aa0173-552d-4808-9782-d425e6aaf8d9" providerId="ADAL" clId="{2E8D8011-44E1-4942-BE90-1EB044E0AAAD}" dt="2025-04-21T08:27:52.927" v="1007" actId="47"/>
        <pc:sldMkLst>
          <pc:docMk/>
          <pc:sldMk cId="1984094085" sldId="391"/>
        </pc:sldMkLst>
      </pc:sldChg>
      <pc:sldChg chg="mod modShow">
        <pc:chgData name="Gera Weiss" userId="f0aa0173-552d-4808-9782-d425e6aaf8d9" providerId="ADAL" clId="{2E8D8011-44E1-4942-BE90-1EB044E0AAAD}" dt="2025-04-21T10:09:31.746" v="1249" actId="729"/>
        <pc:sldMkLst>
          <pc:docMk/>
          <pc:sldMk cId="1949735944" sldId="402"/>
        </pc:sldMkLst>
      </pc:sldChg>
      <pc:sldChg chg="delSp modSp mod">
        <pc:chgData name="Gera Weiss" userId="f0aa0173-552d-4808-9782-d425e6aaf8d9" providerId="ADAL" clId="{2E8D8011-44E1-4942-BE90-1EB044E0AAAD}" dt="2025-04-21T08:35:35.885" v="1024" actId="478"/>
        <pc:sldMkLst>
          <pc:docMk/>
          <pc:sldMk cId="1062045639" sldId="409"/>
        </pc:sldMkLst>
      </pc:sldChg>
      <pc:sldChg chg="addSp modSp mod ord">
        <pc:chgData name="Gera Weiss" userId="f0aa0173-552d-4808-9782-d425e6aaf8d9" providerId="ADAL" clId="{2E8D8011-44E1-4942-BE90-1EB044E0AAAD}" dt="2025-04-21T08:59:18.274" v="1232" actId="692"/>
        <pc:sldMkLst>
          <pc:docMk/>
          <pc:sldMk cId="4134253029" sldId="414"/>
        </pc:sldMkLst>
      </pc:sldChg>
      <pc:sldChg chg="addSp delSp modSp mod">
        <pc:chgData name="Gera Weiss" userId="f0aa0173-552d-4808-9782-d425e6aaf8d9" providerId="ADAL" clId="{2E8D8011-44E1-4942-BE90-1EB044E0AAAD}" dt="2025-04-21T08:59:49.155" v="1237" actId="478"/>
        <pc:sldMkLst>
          <pc:docMk/>
          <pc:sldMk cId="2314384617" sldId="415"/>
        </pc:sldMkLst>
      </pc:sldChg>
      <pc:sldChg chg="addSp delSp modSp add mod">
        <pc:chgData name="Gera Weiss" userId="f0aa0173-552d-4808-9782-d425e6aaf8d9" providerId="ADAL" clId="{2E8D8011-44E1-4942-BE90-1EB044E0AAAD}" dt="2025-04-21T09:00:24.967" v="1248" actId="1076"/>
        <pc:sldMkLst>
          <pc:docMk/>
          <pc:sldMk cId="3561694381" sldId="416"/>
        </pc:sldMkLst>
      </pc:sldChg>
      <pc:sldChg chg="addSp delSp modSp new del mod">
        <pc:chgData name="Gera Weiss" userId="f0aa0173-552d-4808-9782-d425e6aaf8d9" providerId="ADAL" clId="{2E8D8011-44E1-4942-BE90-1EB044E0AAAD}" dt="2025-04-21T05:59:55.301" v="19" actId="47"/>
        <pc:sldMkLst>
          <pc:docMk/>
          <pc:sldMk cId="3737322745" sldId="416"/>
        </pc:sldMkLst>
      </pc:sldChg>
      <pc:sldChg chg="addSp delSp modSp add mod ord">
        <pc:chgData name="Gera Weiss" userId="f0aa0173-552d-4808-9782-d425e6aaf8d9" providerId="ADAL" clId="{2E8D8011-44E1-4942-BE90-1EB044E0AAAD}" dt="2025-04-21T08:59:56.998" v="1245" actId="1035"/>
        <pc:sldMkLst>
          <pc:docMk/>
          <pc:sldMk cId="3547803918" sldId="417"/>
        </pc:sldMkLst>
      </pc:sldChg>
      <pc:sldChg chg="addSp delSp modSp new del mod">
        <pc:chgData name="Gera Weiss" userId="f0aa0173-552d-4808-9782-d425e6aaf8d9" providerId="ADAL" clId="{2E8D8011-44E1-4942-BE90-1EB044E0AAAD}" dt="2025-04-21T08:41:54.976" v="1153" actId="2696"/>
        <pc:sldMkLst>
          <pc:docMk/>
          <pc:sldMk cId="1366792412" sldId="418"/>
        </pc:sldMkLst>
      </pc:sldChg>
      <pc:sldChg chg="add">
        <pc:chgData name="Gera Weiss" userId="f0aa0173-552d-4808-9782-d425e6aaf8d9" providerId="ADAL" clId="{2E8D8011-44E1-4942-BE90-1EB044E0AAAD}" dt="2025-04-21T08:42:27.287" v="1154"/>
        <pc:sldMkLst>
          <pc:docMk/>
          <pc:sldMk cId="3237112984" sldId="418"/>
        </pc:sldMkLst>
      </pc:sldChg>
      <pc:sldChg chg="add del">
        <pc:chgData name="Gera Weiss" userId="f0aa0173-552d-4808-9782-d425e6aaf8d9" providerId="ADAL" clId="{2E8D8011-44E1-4942-BE90-1EB044E0AAAD}" dt="2025-04-21T08:27:43.380" v="1006" actId="47"/>
        <pc:sldMkLst>
          <pc:docMk/>
          <pc:sldMk cId="3463969980" sldId="418"/>
        </pc:sldMkLst>
      </pc:sldChg>
      <pc:sldChg chg="addSp delSp modSp add mod">
        <pc:chgData name="Gera Weiss" userId="f0aa0173-552d-4808-9782-d425e6aaf8d9" providerId="ADAL" clId="{2E8D8011-44E1-4942-BE90-1EB044E0AAAD}" dt="2025-04-21T08:50:05.857" v="1224" actId="1076"/>
        <pc:sldMkLst>
          <pc:docMk/>
          <pc:sldMk cId="3456611848" sldId="419"/>
        </pc:sldMkLst>
      </pc:sldChg>
    </pc:docChg>
  </pc:docChgLst>
  <pc:docChgLst>
    <pc:chgData name="Gera Weiss" userId="f0aa0173-552d-4808-9782-d425e6aaf8d9" providerId="ADAL" clId="{5FFB232B-B19B-4721-B11A-46249CA4404B}"/>
    <pc:docChg chg="undo custSel modSld">
      <pc:chgData name="Gera Weiss" userId="f0aa0173-552d-4808-9782-d425e6aaf8d9" providerId="ADAL" clId="{5FFB232B-B19B-4721-B11A-46249CA4404B}" dt="2025-10-08T09:46:59.505" v="140" actId="478"/>
      <pc:docMkLst>
        <pc:docMk/>
      </pc:docMkLst>
      <pc:sldChg chg="modSp mod">
        <pc:chgData name="Gera Weiss" userId="f0aa0173-552d-4808-9782-d425e6aaf8d9" providerId="ADAL" clId="{5FFB232B-B19B-4721-B11A-46249CA4404B}" dt="2025-10-08T09:41:48.894" v="134" actId="20577"/>
        <pc:sldMkLst>
          <pc:docMk/>
          <pc:sldMk cId="0" sldId="325"/>
        </pc:sldMkLst>
        <pc:spChg chg="mod">
          <ac:chgData name="Gera Weiss" userId="f0aa0173-552d-4808-9782-d425e6aaf8d9" providerId="ADAL" clId="{5FFB232B-B19B-4721-B11A-46249CA4404B}" dt="2025-10-08T09:41:48.894" v="134" actId="20577"/>
          <ac:spMkLst>
            <pc:docMk/>
            <pc:sldMk cId="0" sldId="325"/>
            <ac:spMk id="25" creationId="{4E333133-F673-3148-8558-3B09641122C2}"/>
          </ac:spMkLst>
        </pc:spChg>
        <pc:spChg chg="mod">
          <ac:chgData name="Gera Weiss" userId="f0aa0173-552d-4808-9782-d425e6aaf8d9" providerId="ADAL" clId="{5FFB232B-B19B-4721-B11A-46249CA4404B}" dt="2025-10-08T09:39:48.407" v="131" actId="20577"/>
          <ac:spMkLst>
            <pc:docMk/>
            <pc:sldMk cId="0" sldId="325"/>
            <ac:spMk id="26" creationId="{8898855A-5A21-453C-8170-A9DAA6027FB1}"/>
          </ac:spMkLst>
        </pc:spChg>
        <pc:spChg chg="mod">
          <ac:chgData name="Gera Weiss" userId="f0aa0173-552d-4808-9782-d425e6aaf8d9" providerId="ADAL" clId="{5FFB232B-B19B-4721-B11A-46249CA4404B}" dt="2025-10-08T09:39:53.688" v="133" actId="20577"/>
          <ac:spMkLst>
            <pc:docMk/>
            <pc:sldMk cId="0" sldId="325"/>
            <ac:spMk id="27" creationId="{6FE5899A-FA45-CFFE-1D23-7AC6AC4AAE97}"/>
          </ac:spMkLst>
        </pc:spChg>
      </pc:sldChg>
      <pc:sldChg chg="delSp modSp mod">
        <pc:chgData name="Gera Weiss" userId="f0aa0173-552d-4808-9782-d425e6aaf8d9" providerId="ADAL" clId="{5FFB232B-B19B-4721-B11A-46249CA4404B}" dt="2025-10-08T09:44:24.115" v="139" actId="1076"/>
        <pc:sldMkLst>
          <pc:docMk/>
          <pc:sldMk cId="0" sldId="326"/>
        </pc:sldMkLst>
        <pc:spChg chg="mod">
          <ac:chgData name="Gera Weiss" userId="f0aa0173-552d-4808-9782-d425e6aaf8d9" providerId="ADAL" clId="{5FFB232B-B19B-4721-B11A-46249CA4404B}" dt="2025-10-08T09:44:24.115" v="139" actId="1076"/>
          <ac:spMkLst>
            <pc:docMk/>
            <pc:sldMk cId="0" sldId="326"/>
            <ac:spMk id="10" creationId="{00000000-0000-0000-0000-000000000000}"/>
          </ac:spMkLst>
        </pc:spChg>
        <pc:spChg chg="del mod">
          <ac:chgData name="Gera Weiss" userId="f0aa0173-552d-4808-9782-d425e6aaf8d9" providerId="ADAL" clId="{5FFB232B-B19B-4721-B11A-46249CA4404B}" dt="2025-10-08T09:43:54.864" v="137" actId="478"/>
          <ac:spMkLst>
            <pc:docMk/>
            <pc:sldMk cId="0" sldId="326"/>
            <ac:spMk id="23" creationId="{750D8B78-0418-41FC-B78A-DC4EFDEE1A6F}"/>
          </ac:spMkLst>
        </pc:spChg>
      </pc:sldChg>
      <pc:sldChg chg="modSp mod">
        <pc:chgData name="Gera Weiss" userId="f0aa0173-552d-4808-9782-d425e6aaf8d9" providerId="ADAL" clId="{5FFB232B-B19B-4721-B11A-46249CA4404B}" dt="2025-10-08T09:08:46.911" v="124" actId="20577"/>
        <pc:sldMkLst>
          <pc:docMk/>
          <pc:sldMk cId="243927646" sldId="355"/>
        </pc:sldMkLst>
        <pc:spChg chg="mod">
          <ac:chgData name="Gera Weiss" userId="f0aa0173-552d-4808-9782-d425e6aaf8d9" providerId="ADAL" clId="{5FFB232B-B19B-4721-B11A-46249CA4404B}" dt="2025-10-08T09:08:46.911" v="124" actId="20577"/>
          <ac:spMkLst>
            <pc:docMk/>
            <pc:sldMk cId="243927646" sldId="355"/>
            <ac:spMk id="37" creationId="{00000000-0000-0000-0000-000000000000}"/>
          </ac:spMkLst>
        </pc:spChg>
      </pc:sldChg>
      <pc:sldChg chg="modSp mod">
        <pc:chgData name="Gera Weiss" userId="f0aa0173-552d-4808-9782-d425e6aaf8d9" providerId="ADAL" clId="{5FFB232B-B19B-4721-B11A-46249CA4404B}" dt="2025-10-08T08:42:14.438" v="35" actId="20577"/>
        <pc:sldMkLst>
          <pc:docMk/>
          <pc:sldMk cId="2933354354" sldId="363"/>
        </pc:sldMkLst>
        <pc:spChg chg="mod">
          <ac:chgData name="Gera Weiss" userId="f0aa0173-552d-4808-9782-d425e6aaf8d9" providerId="ADAL" clId="{5FFB232B-B19B-4721-B11A-46249CA4404B}" dt="2025-10-08T08:42:14.438" v="35" actId="20577"/>
          <ac:spMkLst>
            <pc:docMk/>
            <pc:sldMk cId="2933354354" sldId="363"/>
            <ac:spMk id="5" creationId="{00000000-0000-0000-0000-000000000000}"/>
          </ac:spMkLst>
        </pc:spChg>
      </pc:sldChg>
      <pc:sldChg chg="modSp mod">
        <pc:chgData name="Gera Weiss" userId="f0aa0173-552d-4808-9782-d425e6aaf8d9" providerId="ADAL" clId="{5FFB232B-B19B-4721-B11A-46249CA4404B}" dt="2025-10-08T08:57:20.879" v="123" actId="20577"/>
        <pc:sldMkLst>
          <pc:docMk/>
          <pc:sldMk cId="4097961664" sldId="368"/>
        </pc:sldMkLst>
        <pc:spChg chg="mod">
          <ac:chgData name="Gera Weiss" userId="f0aa0173-552d-4808-9782-d425e6aaf8d9" providerId="ADAL" clId="{5FFB232B-B19B-4721-B11A-46249CA4404B}" dt="2025-10-08T08:57:20.879" v="123" actId="20577"/>
          <ac:spMkLst>
            <pc:docMk/>
            <pc:sldMk cId="4097961664" sldId="368"/>
            <ac:spMk id="6" creationId="{00000000-0000-0000-0000-000000000000}"/>
          </ac:spMkLst>
        </pc:spChg>
      </pc:sldChg>
      <pc:sldChg chg="delSp">
        <pc:chgData name="Gera Weiss" userId="f0aa0173-552d-4808-9782-d425e6aaf8d9" providerId="ADAL" clId="{5FFB232B-B19B-4721-B11A-46249CA4404B}" dt="2025-10-08T08:40:09.892" v="1" actId="478"/>
        <pc:sldMkLst>
          <pc:docMk/>
          <pc:sldMk cId="3657549239" sldId="369"/>
        </pc:sldMkLst>
        <pc:picChg chg="del">
          <ac:chgData name="Gera Weiss" userId="f0aa0173-552d-4808-9782-d425e6aaf8d9" providerId="ADAL" clId="{5FFB232B-B19B-4721-B11A-46249CA4404B}" dt="2025-10-08T08:40:08.965" v="0" actId="478"/>
          <ac:picMkLst>
            <pc:docMk/>
            <pc:sldMk cId="3657549239" sldId="369"/>
            <ac:picMk id="6" creationId="{0D444A0F-4A7F-A076-0951-36B68B321057}"/>
          </ac:picMkLst>
        </pc:picChg>
        <pc:picChg chg="del">
          <ac:chgData name="Gera Weiss" userId="f0aa0173-552d-4808-9782-d425e6aaf8d9" providerId="ADAL" clId="{5FFB232B-B19B-4721-B11A-46249CA4404B}" dt="2025-10-08T08:40:09.892" v="1" actId="478"/>
          <ac:picMkLst>
            <pc:docMk/>
            <pc:sldMk cId="3657549239" sldId="369"/>
            <ac:picMk id="1026" creationId="{00000000-0000-0000-0000-000000000000}"/>
          </ac:picMkLst>
        </pc:picChg>
      </pc:sldChg>
      <pc:sldChg chg="addSp mod">
        <pc:chgData name="Gera Weiss" userId="f0aa0173-552d-4808-9782-d425e6aaf8d9" providerId="ADAL" clId="{5FFB232B-B19B-4721-B11A-46249CA4404B}" dt="2025-10-08T09:32:04.388" v="129" actId="9405"/>
        <pc:sldMkLst>
          <pc:docMk/>
          <pc:sldMk cId="1148130938" sldId="387"/>
        </pc:sldMkLst>
        <pc:inkChg chg="add">
          <ac:chgData name="Gera Weiss" userId="f0aa0173-552d-4808-9782-d425e6aaf8d9" providerId="ADAL" clId="{5FFB232B-B19B-4721-B11A-46249CA4404B}" dt="2025-10-08T09:32:04.388" v="129" actId="9405"/>
          <ac:inkMkLst>
            <pc:docMk/>
            <pc:sldMk cId="1148130938" sldId="387"/>
            <ac:inkMk id="13" creationId="{C39234E1-3728-6CCC-0917-ACC8B0FF840E}"/>
          </ac:inkMkLst>
        </pc:inkChg>
      </pc:sldChg>
      <pc:sldChg chg="modSp mod">
        <pc:chgData name="Gera Weiss" userId="f0aa0173-552d-4808-9782-d425e6aaf8d9" providerId="ADAL" clId="{5FFB232B-B19B-4721-B11A-46249CA4404B}" dt="2025-10-08T09:26:40.239" v="127" actId="1076"/>
        <pc:sldMkLst>
          <pc:docMk/>
          <pc:sldMk cId="3756992160" sldId="403"/>
        </pc:sldMkLst>
        <pc:spChg chg="mod">
          <ac:chgData name="Gera Weiss" userId="f0aa0173-552d-4808-9782-d425e6aaf8d9" providerId="ADAL" clId="{5FFB232B-B19B-4721-B11A-46249CA4404B}" dt="2025-10-08T09:26:40.239" v="127" actId="1076"/>
          <ac:spMkLst>
            <pc:docMk/>
            <pc:sldMk cId="3756992160" sldId="403"/>
            <ac:spMk id="7" creationId="{00000000-0000-0000-0000-000000000000}"/>
          </ac:spMkLst>
        </pc:spChg>
      </pc:sldChg>
      <pc:sldChg chg="modSp mod">
        <pc:chgData name="Gera Weiss" userId="f0aa0173-552d-4808-9782-d425e6aaf8d9" providerId="ADAL" clId="{5FFB232B-B19B-4721-B11A-46249CA4404B}" dt="2025-10-08T09:23:55.919" v="125" actId="1076"/>
        <pc:sldMkLst>
          <pc:docMk/>
          <pc:sldMk cId="2235695663" sldId="404"/>
        </pc:sldMkLst>
        <pc:grpChg chg="mod">
          <ac:chgData name="Gera Weiss" userId="f0aa0173-552d-4808-9782-d425e6aaf8d9" providerId="ADAL" clId="{5FFB232B-B19B-4721-B11A-46249CA4404B}" dt="2025-10-08T09:23:55.919" v="125" actId="1076"/>
          <ac:grpSpMkLst>
            <pc:docMk/>
            <pc:sldMk cId="2235695663" sldId="404"/>
            <ac:grpSpMk id="48" creationId="{00000000-0000-0000-0000-000000000000}"/>
          </ac:grpSpMkLst>
        </pc:grpChg>
      </pc:sldChg>
      <pc:sldChg chg="addSp mod">
        <pc:chgData name="Gera Weiss" userId="f0aa0173-552d-4808-9782-d425e6aaf8d9" providerId="ADAL" clId="{5FFB232B-B19B-4721-B11A-46249CA4404B}" dt="2025-10-08T09:29:30.746" v="128" actId="9405"/>
        <pc:sldMkLst>
          <pc:docMk/>
          <pc:sldMk cId="4127131231" sldId="407"/>
        </pc:sldMkLst>
        <pc:inkChg chg="add">
          <ac:chgData name="Gera Weiss" userId="f0aa0173-552d-4808-9782-d425e6aaf8d9" providerId="ADAL" clId="{5FFB232B-B19B-4721-B11A-46249CA4404B}" dt="2025-10-08T09:29:30.746" v="128" actId="9405"/>
          <ac:inkMkLst>
            <pc:docMk/>
            <pc:sldMk cId="4127131231" sldId="407"/>
            <ac:inkMk id="5" creationId="{A18AF809-64F6-7047-452E-84A505C6D73B}"/>
          </ac:inkMkLst>
        </pc:inkChg>
      </pc:sldChg>
      <pc:sldChg chg="delSp mod">
        <pc:chgData name="Gera Weiss" userId="f0aa0173-552d-4808-9782-d425e6aaf8d9" providerId="ADAL" clId="{5FFB232B-B19B-4721-B11A-46249CA4404B}" dt="2025-10-08T09:46:59.505" v="140" actId="478"/>
        <pc:sldMkLst>
          <pc:docMk/>
          <pc:sldMk cId="4280580758" sldId="408"/>
        </pc:sldMkLst>
        <pc:spChg chg="del">
          <ac:chgData name="Gera Weiss" userId="f0aa0173-552d-4808-9782-d425e6aaf8d9" providerId="ADAL" clId="{5FFB232B-B19B-4721-B11A-46249CA4404B}" dt="2025-10-08T09:46:59.505" v="140" actId="478"/>
          <ac:spMkLst>
            <pc:docMk/>
            <pc:sldMk cId="4280580758" sldId="408"/>
            <ac:spMk id="23" creationId="{750D8B78-0418-41FC-B78A-DC4EFDEE1A6F}"/>
          </ac:spMkLst>
        </pc:spChg>
      </pc:sldChg>
      <pc:sldChg chg="addSp delSp modSp mod">
        <pc:chgData name="Gera Weiss" userId="f0aa0173-552d-4808-9782-d425e6aaf8d9" providerId="ADAL" clId="{5FFB232B-B19B-4721-B11A-46249CA4404B}" dt="2025-10-08T08:49:07.572" v="110" actId="9405"/>
        <pc:sldMkLst>
          <pc:docMk/>
          <pc:sldMk cId="1834542067" sldId="413"/>
        </pc:sldMkLst>
        <pc:spChg chg="del">
          <ac:chgData name="Gera Weiss" userId="f0aa0173-552d-4808-9782-d425e6aaf8d9" providerId="ADAL" clId="{5FFB232B-B19B-4721-B11A-46249CA4404B}" dt="2025-10-08T08:46:09.582" v="36" actId="478"/>
          <ac:spMkLst>
            <pc:docMk/>
            <pc:sldMk cId="1834542067" sldId="413"/>
            <ac:spMk id="13" creationId="{019A9ABE-440B-3B0E-204E-00D621C7B92E}"/>
          </ac:spMkLst>
        </pc:spChg>
        <pc:grpChg chg="del mod">
          <ac:chgData name="Gera Weiss" userId="f0aa0173-552d-4808-9782-d425e6aaf8d9" providerId="ADAL" clId="{5FFB232B-B19B-4721-B11A-46249CA4404B}" dt="2025-10-08T08:47:27.883" v="45"/>
          <ac:grpSpMkLst>
            <pc:docMk/>
            <pc:sldMk cId="1834542067" sldId="413"/>
            <ac:grpSpMk id="12" creationId="{21AC5E06-431D-47ED-2FA2-EE541716390C}"/>
          </ac:grpSpMkLst>
        </pc:grpChg>
        <pc:grpChg chg="del mod">
          <ac:chgData name="Gera Weiss" userId="f0aa0173-552d-4808-9782-d425e6aaf8d9" providerId="ADAL" clId="{5FFB232B-B19B-4721-B11A-46249CA4404B}" dt="2025-10-08T08:47:36.566" v="54"/>
          <ac:grpSpMkLst>
            <pc:docMk/>
            <pc:sldMk cId="1834542067" sldId="413"/>
            <ac:grpSpMk id="22" creationId="{9F3DF8A8-2E18-7EAD-9C54-A004CAF20623}"/>
          </ac:grpSpMkLst>
        </pc:grpChg>
        <pc:grpChg chg="del mod">
          <ac:chgData name="Gera Weiss" userId="f0aa0173-552d-4808-9782-d425e6aaf8d9" providerId="ADAL" clId="{5FFB232B-B19B-4721-B11A-46249CA4404B}" dt="2025-10-08T08:48:06.614" v="93"/>
          <ac:grpSpMkLst>
            <pc:docMk/>
            <pc:sldMk cId="1834542067" sldId="413"/>
            <ac:grpSpMk id="28" creationId="{01406553-D3B2-7376-0179-16F9E271757E}"/>
          </ac:grpSpMkLst>
        </pc:grpChg>
        <pc:grpChg chg="del mod">
          <ac:chgData name="Gera Weiss" userId="f0aa0173-552d-4808-9782-d425e6aaf8d9" providerId="ADAL" clId="{5FFB232B-B19B-4721-B11A-46249CA4404B}" dt="2025-10-08T08:48:19.699" v="98"/>
          <ac:grpSpMkLst>
            <pc:docMk/>
            <pc:sldMk cId="1834542067" sldId="413"/>
            <ac:grpSpMk id="31" creationId="{2B7128CC-4275-8A32-A2C9-037E105A54FC}"/>
          </ac:grpSpMkLst>
        </pc:grpChg>
        <pc:grpChg chg="del mod">
          <ac:chgData name="Gera Weiss" userId="f0aa0173-552d-4808-9782-d425e6aaf8d9" providerId="ADAL" clId="{5FFB232B-B19B-4721-B11A-46249CA4404B}" dt="2025-10-08T08:48:19.699" v="98"/>
          <ac:grpSpMkLst>
            <pc:docMk/>
            <pc:sldMk cId="1834542067" sldId="413"/>
            <ac:grpSpMk id="34" creationId="{23B39E4C-6C87-E57C-F111-2336ED2D2D20}"/>
          </ac:grpSpMkLst>
        </pc:grpChg>
        <pc:grpChg chg="add del mod">
          <ac:chgData name="Gera Weiss" userId="f0aa0173-552d-4808-9782-d425e6aaf8d9" providerId="ADAL" clId="{5FFB232B-B19B-4721-B11A-46249CA4404B}" dt="2025-10-08T08:48:26.002" v="104"/>
          <ac:grpSpMkLst>
            <pc:docMk/>
            <pc:sldMk cId="1834542067" sldId="413"/>
            <ac:grpSpMk id="46" creationId="{AAB3BA8E-B62B-A339-CDB7-8D7DFF950460}"/>
          </ac:grpSpMkLst>
        </pc:grpChg>
        <pc:grpChg chg="mod">
          <ac:chgData name="Gera Weiss" userId="f0aa0173-552d-4808-9782-d425e6aaf8d9" providerId="ADAL" clId="{5FFB232B-B19B-4721-B11A-46249CA4404B}" dt="2025-10-08T08:47:54.304" v="74"/>
          <ac:grpSpMkLst>
            <pc:docMk/>
            <pc:sldMk cId="1834542067" sldId="413"/>
            <ac:grpSpMk id="49" creationId="{86644F3E-5CE8-1ECD-E310-1394FAB175EF}"/>
          </ac:grpSpMkLst>
        </pc:grpChg>
        <pc:grpChg chg="del mod">
          <ac:chgData name="Gera Weiss" userId="f0aa0173-552d-4808-9782-d425e6aaf8d9" providerId="ADAL" clId="{5FFB232B-B19B-4721-B11A-46249CA4404B}" dt="2025-10-08T08:48:26.002" v="104"/>
          <ac:grpSpMkLst>
            <pc:docMk/>
            <pc:sldMk cId="1834542067" sldId="413"/>
            <ac:grpSpMk id="59" creationId="{F664D75E-DBFB-9C62-D79C-8966AAA532A6}"/>
          </ac:grpSpMkLst>
        </pc:grpChg>
        <pc:grpChg chg="del mod">
          <ac:chgData name="Gera Weiss" userId="f0aa0173-552d-4808-9782-d425e6aaf8d9" providerId="ADAL" clId="{5FFB232B-B19B-4721-B11A-46249CA4404B}" dt="2025-10-08T08:48:06.614" v="93"/>
          <ac:grpSpMkLst>
            <pc:docMk/>
            <pc:sldMk cId="1834542067" sldId="413"/>
            <ac:grpSpMk id="62" creationId="{894837D0-025B-83B3-F7E4-8010C7703154}"/>
          </ac:grpSpMkLst>
        </pc:grpChg>
        <pc:grpChg chg="del mod">
          <ac:chgData name="Gera Weiss" userId="f0aa0173-552d-4808-9782-d425e6aaf8d9" providerId="ADAL" clId="{5FFB232B-B19B-4721-B11A-46249CA4404B}" dt="2025-10-08T08:48:19.699" v="98"/>
          <ac:grpSpMkLst>
            <pc:docMk/>
            <pc:sldMk cId="1834542067" sldId="413"/>
            <ac:grpSpMk id="68" creationId="{B30DAF9A-388F-3D25-DD89-A358AD61216D}"/>
          </ac:grpSpMkLst>
        </pc:grpChg>
        <pc:grpChg chg="del mod">
          <ac:chgData name="Gera Weiss" userId="f0aa0173-552d-4808-9782-d425e6aaf8d9" providerId="ADAL" clId="{5FFB232B-B19B-4721-B11A-46249CA4404B}" dt="2025-10-08T08:48:22.806" v="101"/>
          <ac:grpSpMkLst>
            <pc:docMk/>
            <pc:sldMk cId="1834542067" sldId="413"/>
            <ac:grpSpMk id="73" creationId="{D99005E6-A049-09C8-7565-AB8BB5FCFFE4}"/>
          </ac:grpSpMkLst>
        </pc:grpChg>
        <pc:grpChg chg="del mod">
          <ac:chgData name="Gera Weiss" userId="f0aa0173-552d-4808-9782-d425e6aaf8d9" providerId="ADAL" clId="{5FFB232B-B19B-4721-B11A-46249CA4404B}" dt="2025-10-08T08:48:26.002" v="104"/>
          <ac:grpSpMkLst>
            <pc:docMk/>
            <pc:sldMk cId="1834542067" sldId="413"/>
            <ac:grpSpMk id="76" creationId="{0B491C23-405C-92D3-91F0-20E545153028}"/>
          </ac:grpSpMkLst>
        </pc:grpChg>
        <pc:grpChg chg="del mod">
          <ac:chgData name="Gera Weiss" userId="f0aa0173-552d-4808-9782-d425e6aaf8d9" providerId="ADAL" clId="{5FFB232B-B19B-4721-B11A-46249CA4404B}" dt="2025-10-08T08:48:43.483" v="108"/>
          <ac:grpSpMkLst>
            <pc:docMk/>
            <pc:sldMk cId="1834542067" sldId="413"/>
            <ac:grpSpMk id="79" creationId="{4FA3ADA2-5302-15C4-80DC-149E292B878B}"/>
          </ac:grpSpMkLst>
        </pc:grpChg>
        <pc:grpChg chg="mod">
          <ac:chgData name="Gera Weiss" userId="f0aa0173-552d-4808-9782-d425e6aaf8d9" providerId="ADAL" clId="{5FFB232B-B19B-4721-B11A-46249CA4404B}" dt="2025-10-08T08:48:43.483" v="108"/>
          <ac:grpSpMkLst>
            <pc:docMk/>
            <pc:sldMk cId="1834542067" sldId="413"/>
            <ac:grpSpMk id="83" creationId="{C85C152B-F2D5-E1EE-5367-79527A882BA2}"/>
          </ac:grpSpMkLst>
        </pc:grpChg>
        <pc:inkChg chg="add mod">
          <ac:chgData name="Gera Weiss" userId="f0aa0173-552d-4808-9782-d425e6aaf8d9" providerId="ADAL" clId="{5FFB232B-B19B-4721-B11A-46249CA4404B}" dt="2025-10-08T08:48:22.806" v="101"/>
          <ac:inkMkLst>
            <pc:docMk/>
            <pc:sldMk cId="1834542067" sldId="413"/>
            <ac:inkMk id="6" creationId="{26347179-5478-E73C-FBC0-7D422A221369}"/>
          </ac:inkMkLst>
        </pc:inkChg>
        <pc:inkChg chg="add mod">
          <ac:chgData name="Gera Weiss" userId="f0aa0173-552d-4808-9782-d425e6aaf8d9" providerId="ADAL" clId="{5FFB232B-B19B-4721-B11A-46249CA4404B}" dt="2025-10-08T08:48:19.699" v="98"/>
          <ac:inkMkLst>
            <pc:docMk/>
            <pc:sldMk cId="1834542067" sldId="413"/>
            <ac:inkMk id="8" creationId="{6C777668-B469-2CEB-4669-2BAD7B814807}"/>
          </ac:inkMkLst>
        </pc:inkChg>
        <pc:inkChg chg="add mod">
          <ac:chgData name="Gera Weiss" userId="f0aa0173-552d-4808-9782-d425e6aaf8d9" providerId="ADAL" clId="{5FFB232B-B19B-4721-B11A-46249CA4404B}" dt="2025-10-08T08:48:22.806" v="101"/>
          <ac:inkMkLst>
            <pc:docMk/>
            <pc:sldMk cId="1834542067" sldId="413"/>
            <ac:inkMk id="10" creationId="{6F02FB42-BDB2-B9A5-74F6-9C52A2B2A0D3}"/>
          </ac:inkMkLst>
        </pc:inkChg>
        <pc:inkChg chg="add mod">
          <ac:chgData name="Gera Weiss" userId="f0aa0173-552d-4808-9782-d425e6aaf8d9" providerId="ADAL" clId="{5FFB232B-B19B-4721-B11A-46249CA4404B}" dt="2025-10-08T08:47:36.566" v="54"/>
          <ac:inkMkLst>
            <pc:docMk/>
            <pc:sldMk cId="1834542067" sldId="413"/>
            <ac:inkMk id="14" creationId="{99DEA158-9F7B-6361-84A9-0CA30A89B223}"/>
          </ac:inkMkLst>
        </pc:inkChg>
        <pc:inkChg chg="add mod">
          <ac:chgData name="Gera Weiss" userId="f0aa0173-552d-4808-9782-d425e6aaf8d9" providerId="ADAL" clId="{5FFB232B-B19B-4721-B11A-46249CA4404B}" dt="2025-10-08T08:48:22.806" v="101"/>
          <ac:inkMkLst>
            <pc:docMk/>
            <pc:sldMk cId="1834542067" sldId="413"/>
            <ac:inkMk id="15" creationId="{15B18469-1DC4-A279-54B5-70F13AE1DCEB}"/>
          </ac:inkMkLst>
        </pc:inkChg>
        <pc:inkChg chg="add mod">
          <ac:chgData name="Gera Weiss" userId="f0aa0173-552d-4808-9782-d425e6aaf8d9" providerId="ADAL" clId="{5FFB232B-B19B-4721-B11A-46249CA4404B}" dt="2025-10-08T08:48:19.699" v="98"/>
          <ac:inkMkLst>
            <pc:docMk/>
            <pc:sldMk cId="1834542067" sldId="413"/>
            <ac:inkMk id="17" creationId="{09341CD6-BC82-511E-C992-2037979E00FB}"/>
          </ac:inkMkLst>
        </pc:inkChg>
        <pc:inkChg chg="add mod">
          <ac:chgData name="Gera Weiss" userId="f0aa0173-552d-4808-9782-d425e6aaf8d9" providerId="ADAL" clId="{5FFB232B-B19B-4721-B11A-46249CA4404B}" dt="2025-10-08T08:47:36.566" v="54"/>
          <ac:inkMkLst>
            <pc:docMk/>
            <pc:sldMk cId="1834542067" sldId="413"/>
            <ac:inkMk id="19" creationId="{C01250FD-6116-2A95-6535-3FBCF41BA017}"/>
          </ac:inkMkLst>
        </pc:inkChg>
        <pc:inkChg chg="add mod">
          <ac:chgData name="Gera Weiss" userId="f0aa0173-552d-4808-9782-d425e6aaf8d9" providerId="ADAL" clId="{5FFB232B-B19B-4721-B11A-46249CA4404B}" dt="2025-10-08T08:48:06.614" v="93"/>
          <ac:inkMkLst>
            <pc:docMk/>
            <pc:sldMk cId="1834542067" sldId="413"/>
            <ac:inkMk id="23" creationId="{D9EA97F2-1754-F98D-BC72-02954A535E1B}"/>
          </ac:inkMkLst>
        </pc:inkChg>
        <pc:inkChg chg="add mod">
          <ac:chgData name="Gera Weiss" userId="f0aa0173-552d-4808-9782-d425e6aaf8d9" providerId="ADAL" clId="{5FFB232B-B19B-4721-B11A-46249CA4404B}" dt="2025-10-08T08:47:33.070" v="51"/>
          <ac:inkMkLst>
            <pc:docMk/>
            <pc:sldMk cId="1834542067" sldId="413"/>
            <ac:inkMk id="24" creationId="{1EB44410-5718-BA24-8B8E-AB700865758D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25" creationId="{C42F8A47-F453-7473-8EE7-254A80980B39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26" creationId="{C97730DC-DA9E-97B3-A066-F1A0F9A894A3}"/>
          </ac:inkMkLst>
        </pc:inkChg>
        <pc:inkChg chg="add mod">
          <ac:chgData name="Gera Weiss" userId="f0aa0173-552d-4808-9782-d425e6aaf8d9" providerId="ADAL" clId="{5FFB232B-B19B-4721-B11A-46249CA4404B}" dt="2025-10-08T08:48:19.699" v="98"/>
          <ac:inkMkLst>
            <pc:docMk/>
            <pc:sldMk cId="1834542067" sldId="413"/>
            <ac:inkMk id="27" creationId="{D8FD6FEE-CDB9-33EA-8422-21A92848E759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29" creationId="{09AA7345-28A8-D531-07CB-84860B7E3F47}"/>
          </ac:inkMkLst>
        </pc:inkChg>
        <pc:inkChg chg="add mod">
          <ac:chgData name="Gera Weiss" userId="f0aa0173-552d-4808-9782-d425e6aaf8d9" providerId="ADAL" clId="{5FFB232B-B19B-4721-B11A-46249CA4404B}" dt="2025-10-08T08:48:22.806" v="101"/>
          <ac:inkMkLst>
            <pc:docMk/>
            <pc:sldMk cId="1834542067" sldId="413"/>
            <ac:inkMk id="30" creationId="{78F6346E-F433-99FB-8535-C35C3B436630}"/>
          </ac:inkMkLst>
        </pc:inkChg>
        <pc:inkChg chg="add mod">
          <ac:chgData name="Gera Weiss" userId="f0aa0173-552d-4808-9782-d425e6aaf8d9" providerId="ADAL" clId="{5FFB232B-B19B-4721-B11A-46249CA4404B}" dt="2025-10-08T08:47:41.789" v="57"/>
          <ac:inkMkLst>
            <pc:docMk/>
            <pc:sldMk cId="1834542067" sldId="413"/>
            <ac:inkMk id="32" creationId="{377BABB9-C01C-77A7-524F-C7D569A5C23A}"/>
          </ac:inkMkLst>
        </pc:inkChg>
        <pc:inkChg chg="add mod">
          <ac:chgData name="Gera Weiss" userId="f0aa0173-552d-4808-9782-d425e6aaf8d9" providerId="ADAL" clId="{5FFB232B-B19B-4721-B11A-46249CA4404B}" dt="2025-10-08T08:48:19.699" v="98"/>
          <ac:inkMkLst>
            <pc:docMk/>
            <pc:sldMk cId="1834542067" sldId="413"/>
            <ac:inkMk id="33" creationId="{9EBA5C2A-AFD1-58DB-88A2-2645566C46D3}"/>
          </ac:inkMkLst>
        </pc:inkChg>
        <pc:inkChg chg="add mod">
          <ac:chgData name="Gera Weiss" userId="f0aa0173-552d-4808-9782-d425e6aaf8d9" providerId="ADAL" clId="{5FFB232B-B19B-4721-B11A-46249CA4404B}" dt="2025-10-08T08:47:50.427" v="69"/>
          <ac:inkMkLst>
            <pc:docMk/>
            <pc:sldMk cId="1834542067" sldId="413"/>
            <ac:inkMk id="35" creationId="{0064B03E-0E29-54BF-DE0F-841722C6D255}"/>
          </ac:inkMkLst>
        </pc:inkChg>
        <pc:inkChg chg="add mod">
          <ac:chgData name="Gera Weiss" userId="f0aa0173-552d-4808-9782-d425e6aaf8d9" providerId="ADAL" clId="{5FFB232B-B19B-4721-B11A-46249CA4404B}" dt="2025-10-08T08:47:54.304" v="74"/>
          <ac:inkMkLst>
            <pc:docMk/>
            <pc:sldMk cId="1834542067" sldId="413"/>
            <ac:inkMk id="36" creationId="{3C7E4B38-AFA7-6A58-55F9-5CA7F67DCBB5}"/>
          </ac:inkMkLst>
        </pc:inkChg>
        <pc:inkChg chg="add mod">
          <ac:chgData name="Gera Weiss" userId="f0aa0173-552d-4808-9782-d425e6aaf8d9" providerId="ADAL" clId="{5FFB232B-B19B-4721-B11A-46249CA4404B}" dt="2025-10-08T08:47:54.304" v="74"/>
          <ac:inkMkLst>
            <pc:docMk/>
            <pc:sldMk cId="1834542067" sldId="413"/>
            <ac:inkMk id="37" creationId="{8163674E-29AA-1EBF-2DB5-F660025A5C6B}"/>
          </ac:inkMkLst>
        </pc:inkChg>
        <pc:inkChg chg="add mod">
          <ac:chgData name="Gera Weiss" userId="f0aa0173-552d-4808-9782-d425e6aaf8d9" providerId="ADAL" clId="{5FFB232B-B19B-4721-B11A-46249CA4404B}" dt="2025-10-08T08:47:54.304" v="74"/>
          <ac:inkMkLst>
            <pc:docMk/>
            <pc:sldMk cId="1834542067" sldId="413"/>
            <ac:inkMk id="38" creationId="{1FFDCD80-06C4-F1D9-BD3D-8E80C7D6B90B}"/>
          </ac:inkMkLst>
        </pc:inkChg>
        <pc:inkChg chg="add">
          <ac:chgData name="Gera Weiss" userId="f0aa0173-552d-4808-9782-d425e6aaf8d9" providerId="ADAL" clId="{5FFB232B-B19B-4721-B11A-46249CA4404B}" dt="2025-10-08T08:47:46.713" v="62" actId="9405"/>
          <ac:inkMkLst>
            <pc:docMk/>
            <pc:sldMk cId="1834542067" sldId="413"/>
            <ac:inkMk id="39" creationId="{C60312B0-B80D-EB75-E01B-8F1E07E560BB}"/>
          </ac:inkMkLst>
        </pc:inkChg>
        <pc:inkChg chg="add mod">
          <ac:chgData name="Gera Weiss" userId="f0aa0173-552d-4808-9782-d425e6aaf8d9" providerId="ADAL" clId="{5FFB232B-B19B-4721-B11A-46249CA4404B}" dt="2025-10-08T08:47:54.304" v="74"/>
          <ac:inkMkLst>
            <pc:docMk/>
            <pc:sldMk cId="1834542067" sldId="413"/>
            <ac:inkMk id="40" creationId="{9E11389E-B4E3-D208-57F2-EA951D2730F6}"/>
          </ac:inkMkLst>
        </pc:inkChg>
        <pc:inkChg chg="add mod">
          <ac:chgData name="Gera Weiss" userId="f0aa0173-552d-4808-9782-d425e6aaf8d9" providerId="ADAL" clId="{5FFB232B-B19B-4721-B11A-46249CA4404B}" dt="2025-10-08T08:47:50.427" v="69"/>
          <ac:inkMkLst>
            <pc:docMk/>
            <pc:sldMk cId="1834542067" sldId="413"/>
            <ac:inkMk id="41" creationId="{D72BD056-A944-6EE3-69A3-3F1D402836F4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42" creationId="{F88E6E0E-2BC9-C206-FE3B-2C85906B3B35}"/>
          </ac:inkMkLst>
        </pc:inkChg>
        <pc:inkChg chg="add mod">
          <ac:chgData name="Gera Weiss" userId="f0aa0173-552d-4808-9782-d425e6aaf8d9" providerId="ADAL" clId="{5FFB232B-B19B-4721-B11A-46249CA4404B}" dt="2025-10-08T08:47:54.304" v="74"/>
          <ac:inkMkLst>
            <pc:docMk/>
            <pc:sldMk cId="1834542067" sldId="413"/>
            <ac:inkMk id="43" creationId="{8EE9D7BB-302C-0506-D3FD-582FA86E72E2}"/>
          </ac:inkMkLst>
        </pc:inkChg>
        <pc:inkChg chg="add mod">
          <ac:chgData name="Gera Weiss" userId="f0aa0173-552d-4808-9782-d425e6aaf8d9" providerId="ADAL" clId="{5FFB232B-B19B-4721-B11A-46249CA4404B}" dt="2025-10-08T08:47:54.304" v="74"/>
          <ac:inkMkLst>
            <pc:docMk/>
            <pc:sldMk cId="1834542067" sldId="413"/>
            <ac:inkMk id="44" creationId="{E2698B60-E86B-D9CC-A691-3509243AE12A}"/>
          </ac:inkMkLst>
        </pc:inkChg>
        <pc:inkChg chg="add">
          <ac:chgData name="Gera Weiss" userId="f0aa0173-552d-4808-9782-d425e6aaf8d9" providerId="ADAL" clId="{5FFB232B-B19B-4721-B11A-46249CA4404B}" dt="2025-10-08T08:47:49.492" v="68" actId="9405"/>
          <ac:inkMkLst>
            <pc:docMk/>
            <pc:sldMk cId="1834542067" sldId="413"/>
            <ac:inkMk id="45" creationId="{AEC3B5BA-B571-026F-F2C2-B923C089B15A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47" creationId="{E1C8FC81-799B-BE25-F591-A24E7063B63E}"/>
          </ac:inkMkLst>
        </pc:inkChg>
        <pc:inkChg chg="add del">
          <ac:chgData name="Gera Weiss" userId="f0aa0173-552d-4808-9782-d425e6aaf8d9" providerId="ADAL" clId="{5FFB232B-B19B-4721-B11A-46249CA4404B}" dt="2025-10-08T08:47:54.303" v="73" actId="9405"/>
          <ac:inkMkLst>
            <pc:docMk/>
            <pc:sldMk cId="1834542067" sldId="413"/>
            <ac:inkMk id="48" creationId="{C2752784-CCB0-6159-47D2-1EFC66FC94DD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50" creationId="{B51C6E76-8278-3702-D993-2370C1D91A4E}"/>
          </ac:inkMkLst>
        </pc:inkChg>
        <pc:inkChg chg="add mod">
          <ac:chgData name="Gera Weiss" userId="f0aa0173-552d-4808-9782-d425e6aaf8d9" providerId="ADAL" clId="{5FFB232B-B19B-4721-B11A-46249CA4404B}" dt="2025-10-08T08:48:00.009" v="84"/>
          <ac:inkMkLst>
            <pc:docMk/>
            <pc:sldMk cId="1834542067" sldId="413"/>
            <ac:inkMk id="51" creationId="{592C846A-A3BE-5F45-EDB4-8398CDAF9FFD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52" creationId="{CB77945B-CEF3-970E-C796-378B28DE90F0}"/>
          </ac:inkMkLst>
        </pc:inkChg>
        <pc:inkChg chg="add mod">
          <ac:chgData name="Gera Weiss" userId="f0aa0173-552d-4808-9782-d425e6aaf8d9" providerId="ADAL" clId="{5FFB232B-B19B-4721-B11A-46249CA4404B}" dt="2025-10-08T08:48:00.009" v="84"/>
          <ac:inkMkLst>
            <pc:docMk/>
            <pc:sldMk cId="1834542067" sldId="413"/>
            <ac:inkMk id="53" creationId="{BCCB136D-E540-F338-EC27-74EB0FE6F933}"/>
          </ac:inkMkLst>
        </pc:inkChg>
        <pc:inkChg chg="add mod">
          <ac:chgData name="Gera Weiss" userId="f0aa0173-552d-4808-9782-d425e6aaf8d9" providerId="ADAL" clId="{5FFB232B-B19B-4721-B11A-46249CA4404B}" dt="2025-10-08T08:48:00.009" v="84"/>
          <ac:inkMkLst>
            <pc:docMk/>
            <pc:sldMk cId="1834542067" sldId="413"/>
            <ac:inkMk id="54" creationId="{C734000E-A319-7B8D-2046-AB6A8BEE439B}"/>
          </ac:inkMkLst>
        </pc:inkChg>
        <pc:inkChg chg="add mod">
          <ac:chgData name="Gera Weiss" userId="f0aa0173-552d-4808-9782-d425e6aaf8d9" providerId="ADAL" clId="{5FFB232B-B19B-4721-B11A-46249CA4404B}" dt="2025-10-08T08:48:00.009" v="84"/>
          <ac:inkMkLst>
            <pc:docMk/>
            <pc:sldMk cId="1834542067" sldId="413"/>
            <ac:inkMk id="55" creationId="{7CBF144C-74FA-CAD6-6DD2-A1CBA1040E5E}"/>
          </ac:inkMkLst>
        </pc:inkChg>
        <pc:inkChg chg="add mod">
          <ac:chgData name="Gera Weiss" userId="f0aa0173-552d-4808-9782-d425e6aaf8d9" providerId="ADAL" clId="{5FFB232B-B19B-4721-B11A-46249CA4404B}" dt="2025-10-08T08:48:00.009" v="84"/>
          <ac:inkMkLst>
            <pc:docMk/>
            <pc:sldMk cId="1834542067" sldId="413"/>
            <ac:inkMk id="56" creationId="{26E0F40A-03AD-F534-F159-328C8D7EFCD7}"/>
          </ac:inkMkLst>
        </pc:inkChg>
        <pc:inkChg chg="add mod">
          <ac:chgData name="Gera Weiss" userId="f0aa0173-552d-4808-9782-d425e6aaf8d9" providerId="ADAL" clId="{5FFB232B-B19B-4721-B11A-46249CA4404B}" dt="2025-10-08T08:48:00.009" v="84"/>
          <ac:inkMkLst>
            <pc:docMk/>
            <pc:sldMk cId="1834542067" sldId="413"/>
            <ac:inkMk id="57" creationId="{0EF1B092-B9B2-6633-E013-92642F1C138D}"/>
          </ac:inkMkLst>
        </pc:inkChg>
        <pc:inkChg chg="add mod">
          <ac:chgData name="Gera Weiss" userId="f0aa0173-552d-4808-9782-d425e6aaf8d9" providerId="ADAL" clId="{5FFB232B-B19B-4721-B11A-46249CA4404B}" dt="2025-10-08T08:48:00.009" v="84"/>
          <ac:inkMkLst>
            <pc:docMk/>
            <pc:sldMk cId="1834542067" sldId="413"/>
            <ac:inkMk id="58" creationId="{A99261B7-759F-B487-4574-1C9914970067}"/>
          </ac:inkMkLst>
        </pc:inkChg>
        <pc:inkChg chg="add mod">
          <ac:chgData name="Gera Weiss" userId="f0aa0173-552d-4808-9782-d425e6aaf8d9" providerId="ADAL" clId="{5FFB232B-B19B-4721-B11A-46249CA4404B}" dt="2025-10-08T08:48:06.614" v="93"/>
          <ac:inkMkLst>
            <pc:docMk/>
            <pc:sldMk cId="1834542067" sldId="413"/>
            <ac:inkMk id="60" creationId="{B7667C94-8EB5-126B-C72A-59A268E1D3DD}"/>
          </ac:inkMkLst>
        </pc:inkChg>
        <pc:inkChg chg="add mod">
          <ac:chgData name="Gera Weiss" userId="f0aa0173-552d-4808-9782-d425e6aaf8d9" providerId="ADAL" clId="{5FFB232B-B19B-4721-B11A-46249CA4404B}" dt="2025-10-08T08:48:22.806" v="101"/>
          <ac:inkMkLst>
            <pc:docMk/>
            <pc:sldMk cId="1834542067" sldId="413"/>
            <ac:inkMk id="61" creationId="{1CFA7019-B415-C229-F713-E1A8E8FB5DBB}"/>
          </ac:inkMkLst>
        </pc:inkChg>
        <pc:inkChg chg="add mod">
          <ac:chgData name="Gera Weiss" userId="f0aa0173-552d-4808-9782-d425e6aaf8d9" providerId="ADAL" clId="{5FFB232B-B19B-4721-B11A-46249CA4404B}" dt="2025-10-08T08:48:22.806" v="101"/>
          <ac:inkMkLst>
            <pc:docMk/>
            <pc:sldMk cId="1834542067" sldId="413"/>
            <ac:inkMk id="63" creationId="{12043CC7-8B59-9B65-D8D1-EFE772C1F2EC}"/>
          </ac:inkMkLst>
        </pc:inkChg>
        <pc:inkChg chg="add mod">
          <ac:chgData name="Gera Weiss" userId="f0aa0173-552d-4808-9782-d425e6aaf8d9" providerId="ADAL" clId="{5FFB232B-B19B-4721-B11A-46249CA4404B}" dt="2025-10-08T08:48:06.614" v="93"/>
          <ac:inkMkLst>
            <pc:docMk/>
            <pc:sldMk cId="1834542067" sldId="413"/>
            <ac:inkMk id="64" creationId="{6C8F072E-7247-8D68-8659-0888A043E5CA}"/>
          </ac:inkMkLst>
        </pc:inkChg>
        <pc:inkChg chg="add mod">
          <ac:chgData name="Gera Weiss" userId="f0aa0173-552d-4808-9782-d425e6aaf8d9" providerId="ADAL" clId="{5FFB232B-B19B-4721-B11A-46249CA4404B}" dt="2025-10-08T08:48:19.699" v="98"/>
          <ac:inkMkLst>
            <pc:docMk/>
            <pc:sldMk cId="1834542067" sldId="413"/>
            <ac:inkMk id="65" creationId="{A7DC383F-B5C1-9077-5AE3-B60688ED054F}"/>
          </ac:inkMkLst>
        </pc:inkChg>
        <pc:inkChg chg="add mod">
          <ac:chgData name="Gera Weiss" userId="f0aa0173-552d-4808-9782-d425e6aaf8d9" providerId="ADAL" clId="{5FFB232B-B19B-4721-B11A-46249CA4404B}" dt="2025-10-08T08:48:22.806" v="101"/>
          <ac:inkMkLst>
            <pc:docMk/>
            <pc:sldMk cId="1834542067" sldId="413"/>
            <ac:inkMk id="66" creationId="{EBC09805-5D82-5263-CB95-BEFBF4BDA701}"/>
          </ac:inkMkLst>
        </pc:inkChg>
        <pc:inkChg chg="add mod">
          <ac:chgData name="Gera Weiss" userId="f0aa0173-552d-4808-9782-d425e6aaf8d9" providerId="ADAL" clId="{5FFB232B-B19B-4721-B11A-46249CA4404B}" dt="2025-10-08T08:48:06.614" v="93"/>
          <ac:inkMkLst>
            <pc:docMk/>
            <pc:sldMk cId="1834542067" sldId="413"/>
            <ac:inkMk id="67" creationId="{F3B6B589-D9AB-5015-2145-A8FD56F7B13A}"/>
          </ac:inkMkLst>
        </pc:inkChg>
        <pc:inkChg chg="add">
          <ac:chgData name="Gera Weiss" userId="f0aa0173-552d-4808-9782-d425e6aaf8d9" providerId="ADAL" clId="{5FFB232B-B19B-4721-B11A-46249CA4404B}" dt="2025-10-08T08:48:09.072" v="94" actId="9405"/>
          <ac:inkMkLst>
            <pc:docMk/>
            <pc:sldMk cId="1834542067" sldId="413"/>
            <ac:inkMk id="69" creationId="{482D0B0F-D532-6DCF-6BE0-CFC10C93E8D6}"/>
          </ac:inkMkLst>
        </pc:inkChg>
        <pc:inkChg chg="add">
          <ac:chgData name="Gera Weiss" userId="f0aa0173-552d-4808-9782-d425e6aaf8d9" providerId="ADAL" clId="{5FFB232B-B19B-4721-B11A-46249CA4404B}" dt="2025-10-08T08:48:10.875" v="95" actId="9405"/>
          <ac:inkMkLst>
            <pc:docMk/>
            <pc:sldMk cId="1834542067" sldId="413"/>
            <ac:inkMk id="70" creationId="{8CBE6EA3-C4C1-293B-8ECE-215BAB62DCE9}"/>
          </ac:inkMkLst>
        </pc:inkChg>
        <pc:inkChg chg="add">
          <ac:chgData name="Gera Weiss" userId="f0aa0173-552d-4808-9782-d425e6aaf8d9" providerId="ADAL" clId="{5FFB232B-B19B-4721-B11A-46249CA4404B}" dt="2025-10-08T08:48:17.758" v="96" actId="9405"/>
          <ac:inkMkLst>
            <pc:docMk/>
            <pc:sldMk cId="1834542067" sldId="413"/>
            <ac:inkMk id="71" creationId="{09144ABB-C9F8-3795-1663-913C19668AF5}"/>
          </ac:inkMkLst>
        </pc:inkChg>
        <pc:inkChg chg="add">
          <ac:chgData name="Gera Weiss" userId="f0aa0173-552d-4808-9782-d425e6aaf8d9" providerId="ADAL" clId="{5FFB232B-B19B-4721-B11A-46249CA4404B}" dt="2025-10-08T08:48:18.756" v="97" actId="9405"/>
          <ac:inkMkLst>
            <pc:docMk/>
            <pc:sldMk cId="1834542067" sldId="413"/>
            <ac:inkMk id="72" creationId="{D4EB749C-E58C-E20D-C814-C1851FA542B7}"/>
          </ac:inkMkLst>
        </pc:inkChg>
        <pc:inkChg chg="add">
          <ac:chgData name="Gera Weiss" userId="f0aa0173-552d-4808-9782-d425e6aaf8d9" providerId="ADAL" clId="{5FFB232B-B19B-4721-B11A-46249CA4404B}" dt="2025-10-08T08:48:21.181" v="99" actId="9405"/>
          <ac:inkMkLst>
            <pc:docMk/>
            <pc:sldMk cId="1834542067" sldId="413"/>
            <ac:inkMk id="74" creationId="{4102D883-6775-3DA7-5299-5338E8C08CCE}"/>
          </ac:inkMkLst>
        </pc:inkChg>
        <pc:inkChg chg="add mod">
          <ac:chgData name="Gera Weiss" userId="f0aa0173-552d-4808-9782-d425e6aaf8d9" providerId="ADAL" clId="{5FFB232B-B19B-4721-B11A-46249CA4404B}" dt="2025-10-08T08:48:43.483" v="108"/>
          <ac:inkMkLst>
            <pc:docMk/>
            <pc:sldMk cId="1834542067" sldId="413"/>
            <ac:inkMk id="75" creationId="{6DCACFF4-8AC3-4929-1330-3DB639C1E7A1}"/>
          </ac:inkMkLst>
        </pc:inkChg>
        <pc:inkChg chg="add">
          <ac:chgData name="Gera Weiss" userId="f0aa0173-552d-4808-9782-d425e6aaf8d9" providerId="ADAL" clId="{5FFB232B-B19B-4721-B11A-46249CA4404B}" dt="2025-10-08T08:48:24.523" v="102" actId="9405"/>
          <ac:inkMkLst>
            <pc:docMk/>
            <pc:sldMk cId="1834542067" sldId="413"/>
            <ac:inkMk id="77" creationId="{2BF1225D-2AD7-A00E-D4B3-97CA14A6CFCD}"/>
          </ac:inkMkLst>
        </pc:inkChg>
        <pc:inkChg chg="add">
          <ac:chgData name="Gera Weiss" userId="f0aa0173-552d-4808-9782-d425e6aaf8d9" providerId="ADAL" clId="{5FFB232B-B19B-4721-B11A-46249CA4404B}" dt="2025-10-08T08:48:25.099" v="103" actId="9405"/>
          <ac:inkMkLst>
            <pc:docMk/>
            <pc:sldMk cId="1834542067" sldId="413"/>
            <ac:inkMk id="78" creationId="{346177C3-65D1-6E07-2C09-BDDFBB8FEBD4}"/>
          </ac:inkMkLst>
        </pc:inkChg>
        <pc:inkChg chg="add">
          <ac:chgData name="Gera Weiss" userId="f0aa0173-552d-4808-9782-d425e6aaf8d9" providerId="ADAL" clId="{5FFB232B-B19B-4721-B11A-46249CA4404B}" dt="2025-10-08T08:48:37.861" v="105" actId="9405"/>
          <ac:inkMkLst>
            <pc:docMk/>
            <pc:sldMk cId="1834542067" sldId="413"/>
            <ac:inkMk id="80" creationId="{7E24C53F-0F5D-4C22-1AEA-BD3D301AEBD2}"/>
          </ac:inkMkLst>
        </pc:inkChg>
        <pc:inkChg chg="add">
          <ac:chgData name="Gera Weiss" userId="f0aa0173-552d-4808-9782-d425e6aaf8d9" providerId="ADAL" clId="{5FFB232B-B19B-4721-B11A-46249CA4404B}" dt="2025-10-08T08:48:41.196" v="106" actId="9405"/>
          <ac:inkMkLst>
            <pc:docMk/>
            <pc:sldMk cId="1834542067" sldId="413"/>
            <ac:inkMk id="81" creationId="{4F010EB5-F50B-A258-94F0-F472A02B350D}"/>
          </ac:inkMkLst>
        </pc:inkChg>
        <pc:inkChg chg="add">
          <ac:chgData name="Gera Weiss" userId="f0aa0173-552d-4808-9782-d425e6aaf8d9" providerId="ADAL" clId="{5FFB232B-B19B-4721-B11A-46249CA4404B}" dt="2025-10-08T08:48:42.614" v="107" actId="9405"/>
          <ac:inkMkLst>
            <pc:docMk/>
            <pc:sldMk cId="1834542067" sldId="413"/>
            <ac:inkMk id="82" creationId="{C71A0BF7-30BE-1887-D97C-098DCA21B5B0}"/>
          </ac:inkMkLst>
        </pc:inkChg>
        <pc:inkChg chg="add">
          <ac:chgData name="Gera Weiss" userId="f0aa0173-552d-4808-9782-d425e6aaf8d9" providerId="ADAL" clId="{5FFB232B-B19B-4721-B11A-46249CA4404B}" dt="2025-10-08T08:49:02.769" v="109" actId="9405"/>
          <ac:inkMkLst>
            <pc:docMk/>
            <pc:sldMk cId="1834542067" sldId="413"/>
            <ac:inkMk id="84" creationId="{A097D9B6-D554-00B4-847D-4CFF89DE13C2}"/>
          </ac:inkMkLst>
        </pc:inkChg>
        <pc:inkChg chg="add">
          <ac:chgData name="Gera Weiss" userId="f0aa0173-552d-4808-9782-d425e6aaf8d9" providerId="ADAL" clId="{5FFB232B-B19B-4721-B11A-46249CA4404B}" dt="2025-10-08T08:49:07.572" v="110" actId="9405"/>
          <ac:inkMkLst>
            <pc:docMk/>
            <pc:sldMk cId="1834542067" sldId="413"/>
            <ac:inkMk id="85" creationId="{9C06138C-8509-376D-8F5A-C6B84A9B28F2}"/>
          </ac:inkMkLst>
        </pc:inkChg>
      </pc:sldChg>
    </pc:docChg>
  </pc:docChgLst>
  <pc:docChgLst>
    <pc:chgData name="גרא וייס" userId="f0aa0173-552d-4808-9782-d425e6aaf8d9" providerId="ADAL" clId="{E4CED65F-DA55-480B-8D8F-2CF1AE1AA6CB}"/>
    <pc:docChg chg="undo custSel modSld">
      <pc:chgData name="גרא וייס" userId="f0aa0173-552d-4808-9782-d425e6aaf8d9" providerId="ADAL" clId="{E4CED65F-DA55-480B-8D8F-2CF1AE1AA6CB}" dt="2022-11-13T20:18:31.901" v="128" actId="207"/>
      <pc:docMkLst>
        <pc:docMk/>
      </pc:docMkLst>
      <pc:sldChg chg="delSp">
        <pc:chgData name="גרא וייס" userId="f0aa0173-552d-4808-9782-d425e6aaf8d9" providerId="ADAL" clId="{E4CED65F-DA55-480B-8D8F-2CF1AE1AA6CB}" dt="2022-11-13T19:48:40.151" v="0" actId="478"/>
        <pc:sldMkLst>
          <pc:docMk/>
          <pc:sldMk cId="0" sldId="256"/>
        </pc:sldMkLst>
      </pc:sldChg>
      <pc:sldChg chg="modSp">
        <pc:chgData name="גרא וייס" userId="f0aa0173-552d-4808-9782-d425e6aaf8d9" providerId="ADAL" clId="{E4CED65F-DA55-480B-8D8F-2CF1AE1AA6CB}" dt="2022-11-13T20:18:31.901" v="128" actId="207"/>
        <pc:sldMkLst>
          <pc:docMk/>
          <pc:sldMk cId="0" sldId="325"/>
        </pc:sldMkLst>
      </pc:sldChg>
      <pc:sldChg chg="modSp">
        <pc:chgData name="גרא וייס" userId="f0aa0173-552d-4808-9782-d425e6aaf8d9" providerId="ADAL" clId="{E4CED65F-DA55-480B-8D8F-2CF1AE1AA6CB}" dt="2022-11-13T19:54:15.270" v="27" actId="27636"/>
        <pc:sldMkLst>
          <pc:docMk/>
          <pc:sldMk cId="0" sldId="329"/>
        </pc:sldMkLst>
      </pc:sldChg>
      <pc:sldChg chg="modSp">
        <pc:chgData name="גרא וייס" userId="f0aa0173-552d-4808-9782-d425e6aaf8d9" providerId="ADAL" clId="{E4CED65F-DA55-480B-8D8F-2CF1AE1AA6CB}" dt="2022-11-13T19:49:59.643" v="18" actId="20577"/>
        <pc:sldMkLst>
          <pc:docMk/>
          <pc:sldMk cId="243927646" sldId="355"/>
        </pc:sldMkLst>
      </pc:sldChg>
      <pc:sldChg chg="modSp">
        <pc:chgData name="גרא וייס" userId="f0aa0173-552d-4808-9782-d425e6aaf8d9" providerId="ADAL" clId="{E4CED65F-DA55-480B-8D8F-2CF1AE1AA6CB}" dt="2022-11-13T20:17:19.563" v="125" actId="404"/>
        <pc:sldMkLst>
          <pc:docMk/>
          <pc:sldMk cId="1509154259" sldId="371"/>
        </pc:sldMkLst>
      </pc:sldChg>
      <pc:sldChg chg="addSp modSp">
        <pc:chgData name="גרא וייס" userId="f0aa0173-552d-4808-9782-d425e6aaf8d9" providerId="ADAL" clId="{E4CED65F-DA55-480B-8D8F-2CF1AE1AA6CB}" dt="2022-11-13T19:59:00.186" v="74" actId="1076"/>
        <pc:sldMkLst>
          <pc:docMk/>
          <pc:sldMk cId="1148130938" sldId="387"/>
        </pc:sldMkLst>
      </pc:sldChg>
      <pc:sldChg chg="addSp delSp modSp">
        <pc:chgData name="גרא וייס" userId="f0aa0173-552d-4808-9782-d425e6aaf8d9" providerId="ADAL" clId="{E4CED65F-DA55-480B-8D8F-2CF1AE1AA6CB}" dt="2022-11-13T20:11:46.478" v="121" actId="1076"/>
        <pc:sldMkLst>
          <pc:docMk/>
          <pc:sldMk cId="255129591" sldId="388"/>
        </pc:sldMkLst>
      </pc:sldChg>
    </pc:docChg>
  </pc:docChgLst>
  <pc:docChgLst>
    <pc:chgData name="Gera Weiss" userId="f0aa0173-552d-4808-9782-d425e6aaf8d9" providerId="ADAL" clId="{6B586018-D1F1-4BE9-9CBE-A4DE770B65EE}"/>
    <pc:docChg chg="modSld">
      <pc:chgData name="Gera Weiss" userId="f0aa0173-552d-4808-9782-d425e6aaf8d9" providerId="ADAL" clId="{6B586018-D1F1-4BE9-9CBE-A4DE770B65EE}" dt="2024-05-23T05:59:22.329" v="1" actId="1076"/>
      <pc:docMkLst>
        <pc:docMk/>
      </pc:docMkLst>
      <pc:sldChg chg="addSp modSp mod">
        <pc:chgData name="Gera Weiss" userId="f0aa0173-552d-4808-9782-d425e6aaf8d9" providerId="ADAL" clId="{6B586018-D1F1-4BE9-9CBE-A4DE770B65EE}" dt="2024-05-23T05:59:22.329" v="1" actId="1076"/>
        <pc:sldMkLst>
          <pc:docMk/>
          <pc:sldMk cId="0" sldId="330"/>
        </pc:sldMkLst>
      </pc:sldChg>
    </pc:docChg>
  </pc:docChgLst>
  <pc:docChgLst>
    <pc:chgData name="Gera Weiss" userId="f0aa0173-552d-4808-9782-d425e6aaf8d9" providerId="ADAL" clId="{DB3311B6-B8BD-4479-96DC-CA19ABA6C327}"/>
    <pc:docChg chg="undo redo custSel addSld delSld modSld sldOrd modSection">
      <pc:chgData name="Gera Weiss" userId="f0aa0173-552d-4808-9782-d425e6aaf8d9" providerId="ADAL" clId="{DB3311B6-B8BD-4479-96DC-CA19ABA6C327}" dt="2024-06-01T16:38:25.600" v="1273"/>
      <pc:docMkLst>
        <pc:docMk/>
      </pc:docMkLst>
      <pc:sldChg chg="modSp mod">
        <pc:chgData name="Gera Weiss" userId="f0aa0173-552d-4808-9782-d425e6aaf8d9" providerId="ADAL" clId="{DB3311B6-B8BD-4479-96DC-CA19ABA6C327}" dt="2024-05-25T19:24:56.525" v="9" actId="20577"/>
        <pc:sldMkLst>
          <pc:docMk/>
          <pc:sldMk cId="0" sldId="256"/>
        </pc:sldMkLst>
      </pc:sldChg>
      <pc:sldChg chg="addSp delSp modSp mod">
        <pc:chgData name="Gera Weiss" userId="f0aa0173-552d-4808-9782-d425e6aaf8d9" providerId="ADAL" clId="{DB3311B6-B8BD-4479-96DC-CA19ABA6C327}" dt="2024-05-25T20:04:05.476" v="1003" actId="1076"/>
        <pc:sldMkLst>
          <pc:docMk/>
          <pc:sldMk cId="0" sldId="325"/>
        </pc:sldMkLst>
      </pc:sldChg>
      <pc:sldChg chg="addSp delSp modSp mod">
        <pc:chgData name="Gera Weiss" userId="f0aa0173-552d-4808-9782-d425e6aaf8d9" providerId="ADAL" clId="{DB3311B6-B8BD-4479-96DC-CA19ABA6C327}" dt="2024-05-25T20:05:54.243" v="1012"/>
        <pc:sldMkLst>
          <pc:docMk/>
          <pc:sldMk cId="0" sldId="326"/>
        </pc:sldMkLst>
      </pc:sldChg>
      <pc:sldChg chg="ord">
        <pc:chgData name="Gera Weiss" userId="f0aa0173-552d-4808-9782-d425e6aaf8d9" providerId="ADAL" clId="{DB3311B6-B8BD-4479-96DC-CA19ABA6C327}" dt="2024-06-01T16:38:25.600" v="1273"/>
        <pc:sldMkLst>
          <pc:docMk/>
          <pc:sldMk cId="3624731240" sldId="361"/>
        </pc:sldMkLst>
      </pc:sldChg>
      <pc:sldChg chg="addSp modSp mod">
        <pc:chgData name="Gera Weiss" userId="f0aa0173-552d-4808-9782-d425e6aaf8d9" providerId="ADAL" clId="{DB3311B6-B8BD-4479-96DC-CA19ABA6C327}" dt="2024-05-25T19:50:45.487" v="581" actId="1076"/>
        <pc:sldMkLst>
          <pc:docMk/>
          <pc:sldMk cId="1509154259" sldId="371"/>
        </pc:sldMkLst>
      </pc:sldChg>
      <pc:sldChg chg="delSp modSp mod">
        <pc:chgData name="Gera Weiss" userId="f0aa0173-552d-4808-9782-d425e6aaf8d9" providerId="ADAL" clId="{DB3311B6-B8BD-4479-96DC-CA19ABA6C327}" dt="2024-05-25T20:27:37.221" v="1271" actId="478"/>
        <pc:sldMkLst>
          <pc:docMk/>
          <pc:sldMk cId="3914496342" sldId="379"/>
        </pc:sldMkLst>
      </pc:sldChg>
      <pc:sldChg chg="modSp">
        <pc:chgData name="Gera Weiss" userId="f0aa0173-552d-4808-9782-d425e6aaf8d9" providerId="ADAL" clId="{DB3311B6-B8BD-4479-96DC-CA19ABA6C327}" dt="2024-05-25T20:05:54.243" v="1012"/>
        <pc:sldMkLst>
          <pc:docMk/>
          <pc:sldMk cId="1148130938" sldId="387"/>
        </pc:sldMkLst>
      </pc:sldChg>
      <pc:sldChg chg="modSp">
        <pc:chgData name="Gera Weiss" userId="f0aa0173-552d-4808-9782-d425e6aaf8d9" providerId="ADAL" clId="{DB3311B6-B8BD-4479-96DC-CA19ABA6C327}" dt="2024-05-25T20:05:54.243" v="1012"/>
        <pc:sldMkLst>
          <pc:docMk/>
          <pc:sldMk cId="255129591" sldId="388"/>
        </pc:sldMkLst>
      </pc:sldChg>
      <pc:sldChg chg="addSp modSp add mod">
        <pc:chgData name="Gera Weiss" userId="f0aa0173-552d-4808-9782-d425e6aaf8d9" providerId="ADAL" clId="{DB3311B6-B8BD-4479-96DC-CA19ABA6C327}" dt="2024-05-25T20:12:44.949" v="1118" actId="1076"/>
        <pc:sldMkLst>
          <pc:docMk/>
          <pc:sldMk cId="4280580758" sldId="408"/>
        </pc:sldMkLst>
      </pc:sldChg>
      <pc:sldChg chg="addSp modSp add mod ord">
        <pc:chgData name="Gera Weiss" userId="f0aa0173-552d-4808-9782-d425e6aaf8d9" providerId="ADAL" clId="{DB3311B6-B8BD-4479-96DC-CA19ABA6C327}" dt="2024-05-25T20:05:54.243" v="1012"/>
        <pc:sldMkLst>
          <pc:docMk/>
          <pc:sldMk cId="1062045639" sldId="409"/>
        </pc:sldMkLst>
      </pc:sldChg>
      <pc:sldChg chg="add del">
        <pc:chgData name="Gera Weiss" userId="f0aa0173-552d-4808-9782-d425e6aaf8d9" providerId="ADAL" clId="{DB3311B6-B8BD-4479-96DC-CA19ABA6C327}" dt="2024-05-25T20:27:25.689" v="1265" actId="47"/>
        <pc:sldMkLst>
          <pc:docMk/>
          <pc:sldMk cId="1414315742" sldId="410"/>
        </pc:sldMkLst>
      </pc:sldChg>
      <pc:sldChg chg="modSp add del">
        <pc:chgData name="Gera Weiss" userId="f0aa0173-552d-4808-9782-d425e6aaf8d9" providerId="ADAL" clId="{DB3311B6-B8BD-4479-96DC-CA19ABA6C327}" dt="2024-05-25T20:06:03.310" v="1013" actId="2890"/>
        <pc:sldMkLst>
          <pc:docMk/>
          <pc:sldMk cId="3768553593" sldId="410"/>
        </pc:sldMkLst>
      </pc:sldChg>
      <pc:sldChg chg="addSp delSp modSp add mod">
        <pc:chgData name="Gera Weiss" userId="f0aa0173-552d-4808-9782-d425e6aaf8d9" providerId="ADAL" clId="{DB3311B6-B8BD-4479-96DC-CA19ABA6C327}" dt="2024-05-25T20:26:35.318" v="1264" actId="1076"/>
        <pc:sldMkLst>
          <pc:docMk/>
          <pc:sldMk cId="81360621" sldId="411"/>
        </pc:sldMkLst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1040.png"/><Relationship Id="rId1" Type="http://schemas.openxmlformats.org/officeDocument/2006/relationships/image" Target="../media/image1030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0.png"/><Relationship Id="rId2" Type="http://schemas.openxmlformats.org/officeDocument/2006/relationships/image" Target="../media/image2060.png"/><Relationship Id="rId1" Type="http://schemas.openxmlformats.org/officeDocument/2006/relationships/image" Target="../media/image20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A182A1-A3C6-47A0-9E2C-6095F4D0C783}" type="doc">
      <dgm:prSet loTypeId="urn:microsoft.com/office/officeart/2005/8/layout/hierarchy4" loCatId="hierarchy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pPr rtl="1"/>
          <a:endParaRPr lang="he-IL"/>
        </a:p>
      </dgm:t>
    </dgm:pt>
    <dgm:pt modelId="{477B568C-13DE-4DDF-934B-2C4FB46D4EE9}">
      <dgm:prSet phldrT="[Text]"/>
      <dgm:spPr/>
      <dgm:t>
        <a:bodyPr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מערכת מעברים</a:t>
          </a:r>
        </a:p>
      </dgm:t>
    </dgm:pt>
    <dgm:pt modelId="{7D28F234-4613-45C4-88D0-094885180368}" type="parTrans" cxnId="{13CB361E-71A4-4BDE-A8F6-13AC9D633BE5}">
      <dgm:prSet/>
      <dgm:spPr/>
      <dgm:t>
        <a:bodyPr/>
        <a:lstStyle/>
        <a:p>
          <a:pPr rtl="1"/>
          <a:endParaRPr lang="he-IL"/>
        </a:p>
      </dgm:t>
    </dgm:pt>
    <dgm:pt modelId="{CE27DD6A-01B0-468B-BAF2-9102D1008955}" type="sibTrans" cxnId="{13CB361E-71A4-4BDE-A8F6-13AC9D633BE5}">
      <dgm:prSet/>
      <dgm:spPr/>
      <dgm:t>
        <a:bodyPr/>
        <a:lstStyle/>
        <a:p>
          <a:pPr rtl="1"/>
          <a:endParaRPr lang="he-IL"/>
        </a:p>
      </dgm:t>
    </dgm:pt>
    <dgm:pt modelId="{08A646B8-ECA1-4B45-AEA3-97BDF1DD3B48}">
      <dgm:prSet phldrT="[Text]" custT="1"/>
      <dgm:spPr/>
      <dgm:t>
        <a:bodyPr/>
        <a:lstStyle/>
        <a:p>
          <a:pPr rtl="1"/>
          <a:r>
            <a:rPr lang="he-IL" sz="3600">
              <a:latin typeface="Gisha" panose="020B0502040204020203" pitchFamily="34" charset="-79"/>
              <a:cs typeface="Gisha" panose="020B0502040204020203" pitchFamily="34" charset="-79"/>
            </a:rPr>
            <a:t>גרף </a:t>
          </a:r>
          <a:r>
            <a:rPr lang="he-IL" sz="3600" err="1">
              <a:latin typeface="Gisha" panose="020B0502040204020203" pitchFamily="34" charset="-79"/>
              <a:cs typeface="Gisha" panose="020B0502040204020203" pitchFamily="34" charset="-79"/>
            </a:rPr>
            <a:t>תוכנית</a:t>
          </a:r>
          <a:endParaRPr lang="he-IL" sz="3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73A790A-DA6A-4D05-9E1D-BE1B7420A03B}" type="parTrans" cxnId="{028A6198-4B6E-4401-BF9B-9C9CE90BE7A6}">
      <dgm:prSet/>
      <dgm:spPr/>
      <dgm:t>
        <a:bodyPr/>
        <a:lstStyle/>
        <a:p>
          <a:pPr rtl="1"/>
          <a:endParaRPr lang="he-IL"/>
        </a:p>
      </dgm:t>
    </dgm:pt>
    <dgm:pt modelId="{0A7CE3F8-30A1-48D0-8A9E-1D1B1A9795CF}" type="sibTrans" cxnId="{028A6198-4B6E-4401-BF9B-9C9CE90BE7A6}">
      <dgm:prSet/>
      <dgm:spPr/>
      <dgm:t>
        <a:bodyPr/>
        <a:lstStyle/>
        <a:p>
          <a:pPr rtl="1"/>
          <a:endParaRPr lang="he-IL"/>
        </a:p>
      </dgm:t>
    </dgm:pt>
    <dgm:pt modelId="{76E248B8-7C88-4FD8-A78E-E85EA2F22066}">
      <dgm:prSet phldrT="[Text]"/>
      <dgm:spPr/>
      <dgm:t>
        <a:bodyPr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שזירת מערכות מעברים</a:t>
          </a:r>
        </a:p>
      </dgm:t>
    </dgm:pt>
    <dgm:pt modelId="{35CD8E53-AE83-45D5-9C60-EE79687B2B7C}" type="parTrans" cxnId="{E2A6A949-D258-49CB-BD2C-89273803E8F2}">
      <dgm:prSet/>
      <dgm:spPr/>
      <dgm:t>
        <a:bodyPr/>
        <a:lstStyle/>
        <a:p>
          <a:pPr rtl="1"/>
          <a:endParaRPr lang="he-IL"/>
        </a:p>
      </dgm:t>
    </dgm:pt>
    <dgm:pt modelId="{2AB678C6-0033-44F9-A82D-0AAFD45AA02D}" type="sibTrans" cxnId="{E2A6A949-D258-49CB-BD2C-89273803E8F2}">
      <dgm:prSet/>
      <dgm:spPr/>
      <dgm:t>
        <a:bodyPr/>
        <a:lstStyle/>
        <a:p>
          <a:pPr rtl="1"/>
          <a:endParaRPr lang="he-IL"/>
        </a:p>
      </dgm:t>
    </dgm:pt>
    <dgm:pt modelId="{98661429-5F47-4002-881C-E1E93D571C6B}">
      <dgm:prSet phldrT="[Text]"/>
      <dgm:spPr/>
      <dgm:t>
        <a:bodyPr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מעגל חומרה</a:t>
          </a:r>
        </a:p>
      </dgm:t>
    </dgm:pt>
    <dgm:pt modelId="{CD5CA889-A1BC-48D9-82C3-2C319975050A}" type="parTrans" cxnId="{E63B6CEB-9B5D-4317-8AEE-936191AEF324}">
      <dgm:prSet/>
      <dgm:spPr/>
      <dgm:t>
        <a:bodyPr/>
        <a:lstStyle/>
        <a:p>
          <a:pPr rtl="1"/>
          <a:endParaRPr lang="he-IL"/>
        </a:p>
      </dgm:t>
    </dgm:pt>
    <dgm:pt modelId="{684CA243-2984-421A-A538-2A8266B279E3}" type="sibTrans" cxnId="{E63B6CEB-9B5D-4317-8AEE-936191AEF324}">
      <dgm:prSet/>
      <dgm:spPr/>
      <dgm:t>
        <a:bodyPr/>
        <a:lstStyle/>
        <a:p>
          <a:pPr rtl="1"/>
          <a:endParaRPr lang="he-IL"/>
        </a:p>
      </dgm:t>
    </dgm:pt>
    <dgm:pt modelId="{0095C710-FB76-4DAC-9926-B77EB2D3233A}">
      <dgm:prSet phldrT="[Text]"/>
      <dgm:spPr/>
      <dgm:t>
        <a:bodyPr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שזירה בלי תקשורת</a:t>
          </a:r>
        </a:p>
      </dgm:t>
    </dgm:pt>
    <dgm:pt modelId="{68B14217-0370-4A71-8B33-95BB3A47188B}" type="parTrans" cxnId="{28359BE0-466B-457D-AFA7-57C3E01FDC62}">
      <dgm:prSet/>
      <dgm:spPr/>
      <dgm:t>
        <a:bodyPr/>
        <a:lstStyle/>
        <a:p>
          <a:pPr rtl="1"/>
          <a:endParaRPr lang="he-IL"/>
        </a:p>
      </dgm:t>
    </dgm:pt>
    <dgm:pt modelId="{F5C4791C-65A8-4050-918F-5D729002D134}" type="sibTrans" cxnId="{28359BE0-466B-457D-AFA7-57C3E01FDC62}">
      <dgm:prSet/>
      <dgm:spPr/>
      <dgm:t>
        <a:bodyPr/>
        <a:lstStyle/>
        <a:p>
          <a:pPr rtl="1"/>
          <a:endParaRPr lang="he-IL"/>
        </a:p>
      </dgm:t>
    </dgm:pt>
    <dgm:pt modelId="{3898CEE1-1F9B-4896-9296-018164AC6ECB}">
      <dgm:prSet phldrT="[Text]"/>
      <dgm:spPr/>
      <dgm:t>
        <a:bodyPr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שזירה עם תקשורת </a:t>
          </a:r>
          <a:r>
            <a:rPr lang="he-IL" err="1">
              <a:latin typeface="Gisha" panose="020B0502040204020203" pitchFamily="34" charset="-79"/>
              <a:cs typeface="Gisha" panose="020B0502040204020203" pitchFamily="34" charset="-79"/>
            </a:rPr>
            <a:t>סנכרונית</a:t>
          </a:r>
          <a:endParaRPr lang="he-IL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F163F26-5245-4265-9A3B-D627659121F8}" type="parTrans" cxnId="{8B5F7DBC-65D9-44F7-8451-4C64825F4633}">
      <dgm:prSet/>
      <dgm:spPr/>
      <dgm:t>
        <a:bodyPr/>
        <a:lstStyle/>
        <a:p>
          <a:pPr rtl="1"/>
          <a:endParaRPr lang="he-IL"/>
        </a:p>
      </dgm:t>
    </dgm:pt>
    <dgm:pt modelId="{7248D1AB-176D-429C-9C23-FA9092304FA5}" type="sibTrans" cxnId="{8B5F7DBC-65D9-44F7-8451-4C64825F4633}">
      <dgm:prSet/>
      <dgm:spPr/>
      <dgm:t>
        <a:bodyPr/>
        <a:lstStyle/>
        <a:p>
          <a:pPr rtl="1"/>
          <a:endParaRPr lang="he-IL"/>
        </a:p>
      </dgm:t>
    </dgm:pt>
    <dgm:pt modelId="{D61C08D8-CAA0-4B5C-A4E7-55A9B39FD54E}">
      <dgm:prSet phldrT="[Text]"/>
      <dgm:spPr/>
      <dgm:t>
        <a:bodyPr/>
        <a:lstStyle/>
        <a:p>
          <a:pPr rtl="1"/>
          <a:r>
            <a:rPr lang="he-IL" dirty="0">
              <a:latin typeface="Gisha" panose="020B0502040204020203" pitchFamily="34" charset="-79"/>
              <a:cs typeface="Gisha" panose="020B0502040204020203" pitchFamily="34" charset="-79"/>
            </a:rPr>
            <a:t>מערכת ערוצים</a:t>
          </a:r>
        </a:p>
      </dgm:t>
    </dgm:pt>
    <dgm:pt modelId="{BF3935C1-2A2D-492B-91F9-C77293303506}" type="parTrans" cxnId="{7ECC7588-E063-4044-9091-40E3A4B9CD23}">
      <dgm:prSet/>
      <dgm:spPr/>
      <dgm:t>
        <a:bodyPr/>
        <a:lstStyle/>
        <a:p>
          <a:pPr rtl="1"/>
          <a:endParaRPr lang="he-IL"/>
        </a:p>
      </dgm:t>
    </dgm:pt>
    <dgm:pt modelId="{5FDEDD25-C038-48D6-B911-0CCA022437F8}" type="sibTrans" cxnId="{7ECC7588-E063-4044-9091-40E3A4B9CD23}">
      <dgm:prSet/>
      <dgm:spPr/>
      <dgm:t>
        <a:bodyPr/>
        <a:lstStyle/>
        <a:p>
          <a:pPr rtl="1"/>
          <a:endParaRPr lang="he-IL"/>
        </a:p>
      </dgm:t>
    </dgm:pt>
    <dgm:pt modelId="{558437BF-1E5A-49F2-AF64-D4C36E73C5DE}">
      <dgm:prSet phldrT="[Text]"/>
      <dgm:spPr/>
      <dgm:t>
        <a:bodyPr/>
        <a:lstStyle/>
        <a:p>
          <a:pPr rtl="1"/>
          <a:r>
            <a:rPr lang="en-US" dirty="0" err="1">
              <a:latin typeface="Gisha" panose="020B0502040204020203" pitchFamily="34" charset="-79"/>
              <a:cs typeface="Gisha" panose="020B0502040204020203" pitchFamily="34" charset="-79"/>
            </a:rPr>
            <a:t>Promela</a:t>
          </a:r>
          <a:endParaRPr lang="he-IL" dirty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F773385-3B1C-4B1E-BF7E-837DFFA3696B}" type="parTrans" cxnId="{4442350E-422F-4557-9294-C14144906D9C}">
      <dgm:prSet/>
      <dgm:spPr/>
      <dgm:t>
        <a:bodyPr/>
        <a:lstStyle/>
        <a:p>
          <a:pPr rtl="1"/>
          <a:endParaRPr lang="he-IL"/>
        </a:p>
      </dgm:t>
    </dgm:pt>
    <dgm:pt modelId="{E08AD010-0247-4EED-8E16-5159775F423F}" type="sibTrans" cxnId="{4442350E-422F-4557-9294-C14144906D9C}">
      <dgm:prSet/>
      <dgm:spPr/>
      <dgm:t>
        <a:bodyPr/>
        <a:lstStyle/>
        <a:p>
          <a:pPr rtl="1"/>
          <a:endParaRPr lang="he-IL"/>
        </a:p>
      </dgm:t>
    </dgm:pt>
    <dgm:pt modelId="{59A7059E-3DDB-4EFA-84C2-319EE694EF4C}" type="pres">
      <dgm:prSet presAssocID="{B7A182A1-A3C6-47A0-9E2C-6095F4D0C78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90C335-8C25-4C81-A86B-28471D771396}" type="pres">
      <dgm:prSet presAssocID="{477B568C-13DE-4DDF-934B-2C4FB46D4EE9}" presName="vertOne" presStyleCnt="0"/>
      <dgm:spPr/>
    </dgm:pt>
    <dgm:pt modelId="{F280C190-ADF4-49DE-AA86-2000C99014C6}" type="pres">
      <dgm:prSet presAssocID="{477B568C-13DE-4DDF-934B-2C4FB46D4EE9}" presName="txOne" presStyleLbl="node0" presStyleIdx="0" presStyleCnt="1" custLinFactNeighborX="11067" custLinFactNeighborY="-84967">
        <dgm:presLayoutVars>
          <dgm:chPref val="3"/>
        </dgm:presLayoutVars>
      </dgm:prSet>
      <dgm:spPr/>
    </dgm:pt>
    <dgm:pt modelId="{3BC6548F-7019-4AAC-9C83-6901C09551E0}" type="pres">
      <dgm:prSet presAssocID="{477B568C-13DE-4DDF-934B-2C4FB46D4EE9}" presName="parTransOne" presStyleCnt="0"/>
      <dgm:spPr/>
    </dgm:pt>
    <dgm:pt modelId="{B51FDFA0-FFD7-47FD-B411-424C7D2C01BD}" type="pres">
      <dgm:prSet presAssocID="{477B568C-13DE-4DDF-934B-2C4FB46D4EE9}" presName="horzOne" presStyleCnt="0"/>
      <dgm:spPr/>
    </dgm:pt>
    <dgm:pt modelId="{5070E431-FF48-439C-9004-6496717E5B99}" type="pres">
      <dgm:prSet presAssocID="{08A646B8-ECA1-4B45-AEA3-97BDF1DD3B48}" presName="vertTwo" presStyleCnt="0"/>
      <dgm:spPr/>
    </dgm:pt>
    <dgm:pt modelId="{31874F13-AD65-4F15-9046-1A3042FC0FA0}" type="pres">
      <dgm:prSet presAssocID="{08A646B8-ECA1-4B45-AEA3-97BDF1DD3B48}" presName="txTwo" presStyleLbl="node2" presStyleIdx="0" presStyleCnt="3" custLinFactNeighborX="-98" custLinFactNeighborY="13008">
        <dgm:presLayoutVars>
          <dgm:chPref val="3"/>
        </dgm:presLayoutVars>
      </dgm:prSet>
      <dgm:spPr/>
    </dgm:pt>
    <dgm:pt modelId="{A97D6C78-C1F2-4321-9715-EFA4095AEF61}" type="pres">
      <dgm:prSet presAssocID="{08A646B8-ECA1-4B45-AEA3-97BDF1DD3B48}" presName="parTransTwo" presStyleCnt="0"/>
      <dgm:spPr/>
    </dgm:pt>
    <dgm:pt modelId="{D70EFAEA-E299-4C40-A3D1-83FB2A731924}" type="pres">
      <dgm:prSet presAssocID="{08A646B8-ECA1-4B45-AEA3-97BDF1DD3B48}" presName="horzTwo" presStyleCnt="0"/>
      <dgm:spPr/>
    </dgm:pt>
    <dgm:pt modelId="{10D626BE-CD8E-410A-B57F-741FEECD83A1}" type="pres">
      <dgm:prSet presAssocID="{D61C08D8-CAA0-4B5C-A4E7-55A9B39FD54E}" presName="vertThree" presStyleCnt="0"/>
      <dgm:spPr/>
    </dgm:pt>
    <dgm:pt modelId="{F4744355-02A4-47FB-BD88-FEAE4488773D}" type="pres">
      <dgm:prSet presAssocID="{D61C08D8-CAA0-4B5C-A4E7-55A9B39FD54E}" presName="txThree" presStyleLbl="node3" presStyleIdx="0" presStyleCnt="3" custLinFactNeighborX="-301" custLinFactNeighborY="13008">
        <dgm:presLayoutVars>
          <dgm:chPref val="3"/>
        </dgm:presLayoutVars>
      </dgm:prSet>
      <dgm:spPr/>
    </dgm:pt>
    <dgm:pt modelId="{356D4CE3-E906-4033-95E9-EE49C132DBD6}" type="pres">
      <dgm:prSet presAssocID="{D61C08D8-CAA0-4B5C-A4E7-55A9B39FD54E}" presName="parTransThree" presStyleCnt="0"/>
      <dgm:spPr/>
    </dgm:pt>
    <dgm:pt modelId="{4833FDC8-B6F7-42DC-8543-2EAF15D30DEC}" type="pres">
      <dgm:prSet presAssocID="{D61C08D8-CAA0-4B5C-A4E7-55A9B39FD54E}" presName="horzThree" presStyleCnt="0"/>
      <dgm:spPr/>
    </dgm:pt>
    <dgm:pt modelId="{0D9888EC-EA49-4DDB-8A0A-8022A86829B8}" type="pres">
      <dgm:prSet presAssocID="{558437BF-1E5A-49F2-AF64-D4C36E73C5DE}" presName="vertFour" presStyleCnt="0">
        <dgm:presLayoutVars>
          <dgm:chPref val="3"/>
        </dgm:presLayoutVars>
      </dgm:prSet>
      <dgm:spPr/>
    </dgm:pt>
    <dgm:pt modelId="{57C751FD-5DB4-4D46-B433-137C2A7C7C09}" type="pres">
      <dgm:prSet presAssocID="{558437BF-1E5A-49F2-AF64-D4C36E73C5DE}" presName="txFour" presStyleLbl="node4" presStyleIdx="0" presStyleCnt="1" custLinFactNeighborX="-301" custLinFactNeighborY="8">
        <dgm:presLayoutVars>
          <dgm:chPref val="3"/>
        </dgm:presLayoutVars>
      </dgm:prSet>
      <dgm:spPr/>
    </dgm:pt>
    <dgm:pt modelId="{4649C796-1AE4-460A-8C1F-5ABAD82D88C2}" type="pres">
      <dgm:prSet presAssocID="{558437BF-1E5A-49F2-AF64-D4C36E73C5DE}" presName="horzFour" presStyleCnt="0"/>
      <dgm:spPr/>
    </dgm:pt>
    <dgm:pt modelId="{9947B5A7-D903-4D99-84C2-8CE282D8A1B5}" type="pres">
      <dgm:prSet presAssocID="{5FDEDD25-C038-48D6-B911-0CCA022437F8}" presName="sibSpaceThree" presStyleCnt="0"/>
      <dgm:spPr/>
    </dgm:pt>
    <dgm:pt modelId="{0CF4250E-F4D6-4280-8C39-C278A1D108C4}" type="pres">
      <dgm:prSet presAssocID="{3898CEE1-1F9B-4896-9296-018164AC6ECB}" presName="vertThree" presStyleCnt="0"/>
      <dgm:spPr/>
    </dgm:pt>
    <dgm:pt modelId="{15231159-1D6C-40EA-864A-188125995791}" type="pres">
      <dgm:prSet presAssocID="{3898CEE1-1F9B-4896-9296-018164AC6ECB}" presName="txThree" presStyleLbl="node3" presStyleIdx="1" presStyleCnt="3" custLinFactNeighborX="-301" custLinFactNeighborY="8">
        <dgm:presLayoutVars>
          <dgm:chPref val="3"/>
        </dgm:presLayoutVars>
      </dgm:prSet>
      <dgm:spPr/>
    </dgm:pt>
    <dgm:pt modelId="{3EDC1A75-5612-4022-8B85-87FF07065153}" type="pres">
      <dgm:prSet presAssocID="{3898CEE1-1F9B-4896-9296-018164AC6ECB}" presName="horzThree" presStyleCnt="0"/>
      <dgm:spPr/>
    </dgm:pt>
    <dgm:pt modelId="{F86054EB-4912-4C01-A864-48D9B65752A9}" type="pres">
      <dgm:prSet presAssocID="{7248D1AB-176D-429C-9C23-FA9092304FA5}" presName="sibSpaceThree" presStyleCnt="0"/>
      <dgm:spPr/>
    </dgm:pt>
    <dgm:pt modelId="{E97C4F44-E23C-4D1D-8718-EE47D404FEA6}" type="pres">
      <dgm:prSet presAssocID="{0095C710-FB76-4DAC-9926-B77EB2D3233A}" presName="vertThree" presStyleCnt="0"/>
      <dgm:spPr/>
    </dgm:pt>
    <dgm:pt modelId="{E188B4AC-ABE3-42D6-BDF6-D1441283E422}" type="pres">
      <dgm:prSet presAssocID="{0095C710-FB76-4DAC-9926-B77EB2D3233A}" presName="txThree" presStyleLbl="node3" presStyleIdx="2" presStyleCnt="3" custLinFactNeighborX="-301" custLinFactNeighborY="8">
        <dgm:presLayoutVars>
          <dgm:chPref val="3"/>
        </dgm:presLayoutVars>
      </dgm:prSet>
      <dgm:spPr/>
    </dgm:pt>
    <dgm:pt modelId="{C547B607-529C-4704-A635-6FCA017CAB1E}" type="pres">
      <dgm:prSet presAssocID="{0095C710-FB76-4DAC-9926-B77EB2D3233A}" presName="horzThree" presStyleCnt="0"/>
      <dgm:spPr/>
    </dgm:pt>
    <dgm:pt modelId="{3F7414BB-FBD5-45CC-99EA-0D0DE041ADE5}" type="pres">
      <dgm:prSet presAssocID="{0A7CE3F8-30A1-48D0-8A9E-1D1B1A9795CF}" presName="sibSpaceTwo" presStyleCnt="0"/>
      <dgm:spPr/>
    </dgm:pt>
    <dgm:pt modelId="{FF701866-1280-47E6-97D0-19E022CA7B36}" type="pres">
      <dgm:prSet presAssocID="{76E248B8-7C88-4FD8-A78E-E85EA2F22066}" presName="vertTwo" presStyleCnt="0"/>
      <dgm:spPr/>
    </dgm:pt>
    <dgm:pt modelId="{C7765378-1848-41EE-AC07-B41E5EF37DC7}" type="pres">
      <dgm:prSet presAssocID="{76E248B8-7C88-4FD8-A78E-E85EA2F22066}" presName="txTwo" presStyleLbl="node2" presStyleIdx="1" presStyleCnt="3" custLinFactNeighborX="-301" custLinFactNeighborY="8">
        <dgm:presLayoutVars>
          <dgm:chPref val="3"/>
        </dgm:presLayoutVars>
      </dgm:prSet>
      <dgm:spPr/>
    </dgm:pt>
    <dgm:pt modelId="{2D43C007-0B8B-4DF4-8851-A0CCA66E42FF}" type="pres">
      <dgm:prSet presAssocID="{76E248B8-7C88-4FD8-A78E-E85EA2F22066}" presName="horzTwo" presStyleCnt="0"/>
      <dgm:spPr/>
    </dgm:pt>
    <dgm:pt modelId="{70C538BA-38EA-4966-8539-EE8BDCC628ED}" type="pres">
      <dgm:prSet presAssocID="{2AB678C6-0033-44F9-A82D-0AAFD45AA02D}" presName="sibSpaceTwo" presStyleCnt="0"/>
      <dgm:spPr/>
    </dgm:pt>
    <dgm:pt modelId="{BAA9D056-61CB-4FB2-B0E9-A932CDE7A34B}" type="pres">
      <dgm:prSet presAssocID="{98661429-5F47-4002-881C-E1E93D571C6B}" presName="vertTwo" presStyleCnt="0"/>
      <dgm:spPr/>
    </dgm:pt>
    <dgm:pt modelId="{14C493AF-743D-43E2-B0F2-DB2B7E3EA283}" type="pres">
      <dgm:prSet presAssocID="{98661429-5F47-4002-881C-E1E93D571C6B}" presName="txTwo" presStyleLbl="node2" presStyleIdx="2" presStyleCnt="3" custLinFactNeighborX="-301" custLinFactNeighborY="8">
        <dgm:presLayoutVars>
          <dgm:chPref val="3"/>
        </dgm:presLayoutVars>
      </dgm:prSet>
      <dgm:spPr/>
    </dgm:pt>
    <dgm:pt modelId="{2E092864-1BEB-4365-BEA3-479D7C561B4F}" type="pres">
      <dgm:prSet presAssocID="{98661429-5F47-4002-881C-E1E93D571C6B}" presName="horzTwo" presStyleCnt="0"/>
      <dgm:spPr/>
    </dgm:pt>
  </dgm:ptLst>
  <dgm:cxnLst>
    <dgm:cxn modelId="{4442350E-422F-4557-9294-C14144906D9C}" srcId="{D61C08D8-CAA0-4B5C-A4E7-55A9B39FD54E}" destId="{558437BF-1E5A-49F2-AF64-D4C36E73C5DE}" srcOrd="0" destOrd="0" parTransId="{1F773385-3B1C-4B1E-BF7E-837DFFA3696B}" sibTransId="{E08AD010-0247-4EED-8E16-5159775F423F}"/>
    <dgm:cxn modelId="{BCFF0C15-BE6A-471B-B634-DD41971F6776}" type="presOf" srcId="{98661429-5F47-4002-881C-E1E93D571C6B}" destId="{14C493AF-743D-43E2-B0F2-DB2B7E3EA283}" srcOrd="0" destOrd="0" presId="urn:microsoft.com/office/officeart/2005/8/layout/hierarchy4"/>
    <dgm:cxn modelId="{92C0B716-0E4B-40C7-8F6A-60B977B5F766}" type="presOf" srcId="{D61C08D8-CAA0-4B5C-A4E7-55A9B39FD54E}" destId="{F4744355-02A4-47FB-BD88-FEAE4488773D}" srcOrd="0" destOrd="0" presId="urn:microsoft.com/office/officeart/2005/8/layout/hierarchy4"/>
    <dgm:cxn modelId="{13CB361E-71A4-4BDE-A8F6-13AC9D633BE5}" srcId="{B7A182A1-A3C6-47A0-9E2C-6095F4D0C783}" destId="{477B568C-13DE-4DDF-934B-2C4FB46D4EE9}" srcOrd="0" destOrd="0" parTransId="{7D28F234-4613-45C4-88D0-094885180368}" sibTransId="{CE27DD6A-01B0-468B-BAF2-9102D1008955}"/>
    <dgm:cxn modelId="{7E2E7866-A7C3-44AC-81C7-A665D9CD56DC}" type="presOf" srcId="{3898CEE1-1F9B-4896-9296-018164AC6ECB}" destId="{15231159-1D6C-40EA-864A-188125995791}" srcOrd="0" destOrd="0" presId="urn:microsoft.com/office/officeart/2005/8/layout/hierarchy4"/>
    <dgm:cxn modelId="{E2A6A949-D258-49CB-BD2C-89273803E8F2}" srcId="{477B568C-13DE-4DDF-934B-2C4FB46D4EE9}" destId="{76E248B8-7C88-4FD8-A78E-E85EA2F22066}" srcOrd="1" destOrd="0" parTransId="{35CD8E53-AE83-45D5-9C60-EE79687B2B7C}" sibTransId="{2AB678C6-0033-44F9-A82D-0AAFD45AA02D}"/>
    <dgm:cxn modelId="{577B3250-CA02-495F-BB7D-CC4EBB541B79}" type="presOf" srcId="{76E248B8-7C88-4FD8-A78E-E85EA2F22066}" destId="{C7765378-1848-41EE-AC07-B41E5EF37DC7}" srcOrd="0" destOrd="0" presId="urn:microsoft.com/office/officeart/2005/8/layout/hierarchy4"/>
    <dgm:cxn modelId="{36FCEF76-AF26-4F7A-9ECB-987346D2BDD6}" type="presOf" srcId="{0095C710-FB76-4DAC-9926-B77EB2D3233A}" destId="{E188B4AC-ABE3-42D6-BDF6-D1441283E422}" srcOrd="0" destOrd="0" presId="urn:microsoft.com/office/officeart/2005/8/layout/hierarchy4"/>
    <dgm:cxn modelId="{7542C757-3C1B-41F0-B3B7-1829E2984373}" type="presOf" srcId="{477B568C-13DE-4DDF-934B-2C4FB46D4EE9}" destId="{F280C190-ADF4-49DE-AA86-2000C99014C6}" srcOrd="0" destOrd="0" presId="urn:microsoft.com/office/officeart/2005/8/layout/hierarchy4"/>
    <dgm:cxn modelId="{C0C33A85-C3FF-4821-ADA1-A0121306225C}" type="presOf" srcId="{558437BF-1E5A-49F2-AF64-D4C36E73C5DE}" destId="{57C751FD-5DB4-4D46-B433-137C2A7C7C09}" srcOrd="0" destOrd="0" presId="urn:microsoft.com/office/officeart/2005/8/layout/hierarchy4"/>
    <dgm:cxn modelId="{7ECC7588-E063-4044-9091-40E3A4B9CD23}" srcId="{08A646B8-ECA1-4B45-AEA3-97BDF1DD3B48}" destId="{D61C08D8-CAA0-4B5C-A4E7-55A9B39FD54E}" srcOrd="0" destOrd="0" parTransId="{BF3935C1-2A2D-492B-91F9-C77293303506}" sibTransId="{5FDEDD25-C038-48D6-B911-0CCA022437F8}"/>
    <dgm:cxn modelId="{028A6198-4B6E-4401-BF9B-9C9CE90BE7A6}" srcId="{477B568C-13DE-4DDF-934B-2C4FB46D4EE9}" destId="{08A646B8-ECA1-4B45-AEA3-97BDF1DD3B48}" srcOrd="0" destOrd="0" parTransId="{973A790A-DA6A-4D05-9E1D-BE1B7420A03B}" sibTransId="{0A7CE3F8-30A1-48D0-8A9E-1D1B1A9795CF}"/>
    <dgm:cxn modelId="{8B5F7DBC-65D9-44F7-8451-4C64825F4633}" srcId="{08A646B8-ECA1-4B45-AEA3-97BDF1DD3B48}" destId="{3898CEE1-1F9B-4896-9296-018164AC6ECB}" srcOrd="1" destOrd="0" parTransId="{DF163F26-5245-4265-9A3B-D627659121F8}" sibTransId="{7248D1AB-176D-429C-9C23-FA9092304FA5}"/>
    <dgm:cxn modelId="{B5B399DF-74D7-487B-AAD5-03AC64D6E437}" type="presOf" srcId="{08A646B8-ECA1-4B45-AEA3-97BDF1DD3B48}" destId="{31874F13-AD65-4F15-9046-1A3042FC0FA0}" srcOrd="0" destOrd="0" presId="urn:microsoft.com/office/officeart/2005/8/layout/hierarchy4"/>
    <dgm:cxn modelId="{28359BE0-466B-457D-AFA7-57C3E01FDC62}" srcId="{08A646B8-ECA1-4B45-AEA3-97BDF1DD3B48}" destId="{0095C710-FB76-4DAC-9926-B77EB2D3233A}" srcOrd="2" destOrd="0" parTransId="{68B14217-0370-4A71-8B33-95BB3A47188B}" sibTransId="{F5C4791C-65A8-4050-918F-5D729002D134}"/>
    <dgm:cxn modelId="{E63B6CEB-9B5D-4317-8AEE-936191AEF324}" srcId="{477B568C-13DE-4DDF-934B-2C4FB46D4EE9}" destId="{98661429-5F47-4002-881C-E1E93D571C6B}" srcOrd="2" destOrd="0" parTransId="{CD5CA889-A1BC-48D9-82C3-2C319975050A}" sibTransId="{684CA243-2984-421A-A538-2A8266B279E3}"/>
    <dgm:cxn modelId="{4A872EFC-3AA7-47C8-8A6F-8F6C5C4FB461}" type="presOf" srcId="{B7A182A1-A3C6-47A0-9E2C-6095F4D0C783}" destId="{59A7059E-3DDB-4EFA-84C2-319EE694EF4C}" srcOrd="0" destOrd="0" presId="urn:microsoft.com/office/officeart/2005/8/layout/hierarchy4"/>
    <dgm:cxn modelId="{71405E72-FDF9-4C23-A3A7-63FD43D25818}" type="presParOf" srcId="{59A7059E-3DDB-4EFA-84C2-319EE694EF4C}" destId="{7B90C335-8C25-4C81-A86B-28471D771396}" srcOrd="0" destOrd="0" presId="urn:microsoft.com/office/officeart/2005/8/layout/hierarchy4"/>
    <dgm:cxn modelId="{DB19A610-1113-4FB7-9CD0-75484DF4C5E1}" type="presParOf" srcId="{7B90C335-8C25-4C81-A86B-28471D771396}" destId="{F280C190-ADF4-49DE-AA86-2000C99014C6}" srcOrd="0" destOrd="0" presId="urn:microsoft.com/office/officeart/2005/8/layout/hierarchy4"/>
    <dgm:cxn modelId="{547B31CD-C825-4C86-810A-C666947FDFDE}" type="presParOf" srcId="{7B90C335-8C25-4C81-A86B-28471D771396}" destId="{3BC6548F-7019-4AAC-9C83-6901C09551E0}" srcOrd="1" destOrd="0" presId="urn:microsoft.com/office/officeart/2005/8/layout/hierarchy4"/>
    <dgm:cxn modelId="{931B4FC7-CDDE-4C27-B836-7FFE7F304E89}" type="presParOf" srcId="{7B90C335-8C25-4C81-A86B-28471D771396}" destId="{B51FDFA0-FFD7-47FD-B411-424C7D2C01BD}" srcOrd="2" destOrd="0" presId="urn:microsoft.com/office/officeart/2005/8/layout/hierarchy4"/>
    <dgm:cxn modelId="{A52C9F6D-39EA-4FB8-B12E-96E67753358E}" type="presParOf" srcId="{B51FDFA0-FFD7-47FD-B411-424C7D2C01BD}" destId="{5070E431-FF48-439C-9004-6496717E5B99}" srcOrd="0" destOrd="0" presId="urn:microsoft.com/office/officeart/2005/8/layout/hierarchy4"/>
    <dgm:cxn modelId="{C2B8390A-83D7-40C3-B23C-E4C0D11D7C6C}" type="presParOf" srcId="{5070E431-FF48-439C-9004-6496717E5B99}" destId="{31874F13-AD65-4F15-9046-1A3042FC0FA0}" srcOrd="0" destOrd="0" presId="urn:microsoft.com/office/officeart/2005/8/layout/hierarchy4"/>
    <dgm:cxn modelId="{3BFE0095-96C6-493E-B3CC-E426F0155C50}" type="presParOf" srcId="{5070E431-FF48-439C-9004-6496717E5B99}" destId="{A97D6C78-C1F2-4321-9715-EFA4095AEF61}" srcOrd="1" destOrd="0" presId="urn:microsoft.com/office/officeart/2005/8/layout/hierarchy4"/>
    <dgm:cxn modelId="{B2299BC2-1952-4456-8D93-0A1AFC9FC9D8}" type="presParOf" srcId="{5070E431-FF48-439C-9004-6496717E5B99}" destId="{D70EFAEA-E299-4C40-A3D1-83FB2A731924}" srcOrd="2" destOrd="0" presId="urn:microsoft.com/office/officeart/2005/8/layout/hierarchy4"/>
    <dgm:cxn modelId="{48217579-6FC1-4656-BB3C-F608C99C7F63}" type="presParOf" srcId="{D70EFAEA-E299-4C40-A3D1-83FB2A731924}" destId="{10D626BE-CD8E-410A-B57F-741FEECD83A1}" srcOrd="0" destOrd="0" presId="urn:microsoft.com/office/officeart/2005/8/layout/hierarchy4"/>
    <dgm:cxn modelId="{66DED393-5049-401B-A146-ADF7BA267256}" type="presParOf" srcId="{10D626BE-CD8E-410A-B57F-741FEECD83A1}" destId="{F4744355-02A4-47FB-BD88-FEAE4488773D}" srcOrd="0" destOrd="0" presId="urn:microsoft.com/office/officeart/2005/8/layout/hierarchy4"/>
    <dgm:cxn modelId="{36C8A6BA-F98A-4492-B9B3-566B89B22ABC}" type="presParOf" srcId="{10D626BE-CD8E-410A-B57F-741FEECD83A1}" destId="{356D4CE3-E906-4033-95E9-EE49C132DBD6}" srcOrd="1" destOrd="0" presId="urn:microsoft.com/office/officeart/2005/8/layout/hierarchy4"/>
    <dgm:cxn modelId="{104F1B0B-79A4-4194-A80F-F3160916DD2D}" type="presParOf" srcId="{10D626BE-CD8E-410A-B57F-741FEECD83A1}" destId="{4833FDC8-B6F7-42DC-8543-2EAF15D30DEC}" srcOrd="2" destOrd="0" presId="urn:microsoft.com/office/officeart/2005/8/layout/hierarchy4"/>
    <dgm:cxn modelId="{434D1EBD-D51A-442A-B6A2-677736E5C6C8}" type="presParOf" srcId="{4833FDC8-B6F7-42DC-8543-2EAF15D30DEC}" destId="{0D9888EC-EA49-4DDB-8A0A-8022A86829B8}" srcOrd="0" destOrd="0" presId="urn:microsoft.com/office/officeart/2005/8/layout/hierarchy4"/>
    <dgm:cxn modelId="{F25B94B0-103F-489B-B199-2F4E41E92A3E}" type="presParOf" srcId="{0D9888EC-EA49-4DDB-8A0A-8022A86829B8}" destId="{57C751FD-5DB4-4D46-B433-137C2A7C7C09}" srcOrd="0" destOrd="0" presId="urn:microsoft.com/office/officeart/2005/8/layout/hierarchy4"/>
    <dgm:cxn modelId="{B09A284A-FD17-491F-A173-2EA58272B36A}" type="presParOf" srcId="{0D9888EC-EA49-4DDB-8A0A-8022A86829B8}" destId="{4649C796-1AE4-460A-8C1F-5ABAD82D88C2}" srcOrd="1" destOrd="0" presId="urn:microsoft.com/office/officeart/2005/8/layout/hierarchy4"/>
    <dgm:cxn modelId="{EADC0A3A-6854-4C6F-A6D5-65B8997FC4C8}" type="presParOf" srcId="{D70EFAEA-E299-4C40-A3D1-83FB2A731924}" destId="{9947B5A7-D903-4D99-84C2-8CE282D8A1B5}" srcOrd="1" destOrd="0" presId="urn:microsoft.com/office/officeart/2005/8/layout/hierarchy4"/>
    <dgm:cxn modelId="{65340507-159A-411E-8B68-1C65BB66F971}" type="presParOf" srcId="{D70EFAEA-E299-4C40-A3D1-83FB2A731924}" destId="{0CF4250E-F4D6-4280-8C39-C278A1D108C4}" srcOrd="2" destOrd="0" presId="urn:microsoft.com/office/officeart/2005/8/layout/hierarchy4"/>
    <dgm:cxn modelId="{2B78D023-2CA5-4653-B81F-0AEDC4E8BCA7}" type="presParOf" srcId="{0CF4250E-F4D6-4280-8C39-C278A1D108C4}" destId="{15231159-1D6C-40EA-864A-188125995791}" srcOrd="0" destOrd="0" presId="urn:microsoft.com/office/officeart/2005/8/layout/hierarchy4"/>
    <dgm:cxn modelId="{F5CDD7CC-42F0-4E03-9B79-3A3D2CA6BB9C}" type="presParOf" srcId="{0CF4250E-F4D6-4280-8C39-C278A1D108C4}" destId="{3EDC1A75-5612-4022-8B85-87FF07065153}" srcOrd="1" destOrd="0" presId="urn:microsoft.com/office/officeart/2005/8/layout/hierarchy4"/>
    <dgm:cxn modelId="{F0C36F82-1F47-4BED-A45A-7DCCDD89892F}" type="presParOf" srcId="{D70EFAEA-E299-4C40-A3D1-83FB2A731924}" destId="{F86054EB-4912-4C01-A864-48D9B65752A9}" srcOrd="3" destOrd="0" presId="urn:microsoft.com/office/officeart/2005/8/layout/hierarchy4"/>
    <dgm:cxn modelId="{5C35C9C7-093D-4714-92BB-1B94C6DFFD7E}" type="presParOf" srcId="{D70EFAEA-E299-4C40-A3D1-83FB2A731924}" destId="{E97C4F44-E23C-4D1D-8718-EE47D404FEA6}" srcOrd="4" destOrd="0" presId="urn:microsoft.com/office/officeart/2005/8/layout/hierarchy4"/>
    <dgm:cxn modelId="{925318B5-0EFE-4371-963B-446FC7F65873}" type="presParOf" srcId="{E97C4F44-E23C-4D1D-8718-EE47D404FEA6}" destId="{E188B4AC-ABE3-42D6-BDF6-D1441283E422}" srcOrd="0" destOrd="0" presId="urn:microsoft.com/office/officeart/2005/8/layout/hierarchy4"/>
    <dgm:cxn modelId="{5BF93202-D847-4136-9619-947879E185C4}" type="presParOf" srcId="{E97C4F44-E23C-4D1D-8718-EE47D404FEA6}" destId="{C547B607-529C-4704-A635-6FCA017CAB1E}" srcOrd="1" destOrd="0" presId="urn:microsoft.com/office/officeart/2005/8/layout/hierarchy4"/>
    <dgm:cxn modelId="{03ECEABA-49BC-4F33-A19C-91B0DB1584BC}" type="presParOf" srcId="{B51FDFA0-FFD7-47FD-B411-424C7D2C01BD}" destId="{3F7414BB-FBD5-45CC-99EA-0D0DE041ADE5}" srcOrd="1" destOrd="0" presId="urn:microsoft.com/office/officeart/2005/8/layout/hierarchy4"/>
    <dgm:cxn modelId="{27A412D7-AE29-43D0-9E87-9020A9C9B277}" type="presParOf" srcId="{B51FDFA0-FFD7-47FD-B411-424C7D2C01BD}" destId="{FF701866-1280-47E6-97D0-19E022CA7B36}" srcOrd="2" destOrd="0" presId="urn:microsoft.com/office/officeart/2005/8/layout/hierarchy4"/>
    <dgm:cxn modelId="{12864FD9-E905-47F5-9CDA-48B7AB974433}" type="presParOf" srcId="{FF701866-1280-47E6-97D0-19E022CA7B36}" destId="{C7765378-1848-41EE-AC07-B41E5EF37DC7}" srcOrd="0" destOrd="0" presId="urn:microsoft.com/office/officeart/2005/8/layout/hierarchy4"/>
    <dgm:cxn modelId="{806006DE-C162-4830-80C7-20A79F41A931}" type="presParOf" srcId="{FF701866-1280-47E6-97D0-19E022CA7B36}" destId="{2D43C007-0B8B-4DF4-8851-A0CCA66E42FF}" srcOrd="1" destOrd="0" presId="urn:microsoft.com/office/officeart/2005/8/layout/hierarchy4"/>
    <dgm:cxn modelId="{6A693057-18EA-461A-B3EC-605CD44802B9}" type="presParOf" srcId="{B51FDFA0-FFD7-47FD-B411-424C7D2C01BD}" destId="{70C538BA-38EA-4966-8539-EE8BDCC628ED}" srcOrd="3" destOrd="0" presId="urn:microsoft.com/office/officeart/2005/8/layout/hierarchy4"/>
    <dgm:cxn modelId="{C5CA3E91-4D24-48C3-9596-462FB1A49AFA}" type="presParOf" srcId="{B51FDFA0-FFD7-47FD-B411-424C7D2C01BD}" destId="{BAA9D056-61CB-4FB2-B0E9-A932CDE7A34B}" srcOrd="4" destOrd="0" presId="urn:microsoft.com/office/officeart/2005/8/layout/hierarchy4"/>
    <dgm:cxn modelId="{32EBE98C-D7DE-450F-A6BE-DCD41100DC0E}" type="presParOf" srcId="{BAA9D056-61CB-4FB2-B0E9-A932CDE7A34B}" destId="{14C493AF-743D-43E2-B0F2-DB2B7E3EA283}" srcOrd="0" destOrd="0" presId="urn:microsoft.com/office/officeart/2005/8/layout/hierarchy4"/>
    <dgm:cxn modelId="{D14460FB-D4C6-4FF8-9F8E-5E5501A13DDA}" type="presParOf" srcId="{BAA9D056-61CB-4FB2-B0E9-A932CDE7A34B}" destId="{2E092864-1BEB-4365-BEA3-479D7C561B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08F14D-80AC-4CAF-B6FB-402B17E2B664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2C2EE8-EEBF-4E3B-AF9B-0CF4974B4222}">
      <dgm:prSet phldrT="[Text]"/>
      <dgm:spPr>
        <a:noFill/>
        <a:ln>
          <a:solidFill>
            <a:schemeClr val="accent1">
              <a:lumMod val="75000"/>
            </a:schemeClr>
          </a:solidFill>
        </a:ln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>
              <a:solidFill>
                <a:schemeClr val="accent2">
                  <a:lumMod val="50000"/>
                </a:schemeClr>
              </a:solidFill>
            </a:rPr>
            <a:t>if</a:t>
          </a:r>
        </a:p>
      </dgm:t>
    </dgm:pt>
    <dgm:pt modelId="{53281DE7-B10E-46F2-B6B0-F4DE82767517}" type="parTrans" cxnId="{5BF85FDF-19F1-4059-8354-2A3A57360CF9}">
      <dgm:prSet/>
      <dgm:spPr/>
      <dgm:t>
        <a:bodyPr/>
        <a:lstStyle/>
        <a:p>
          <a:endParaRPr lang="en-US"/>
        </a:p>
      </dgm:t>
    </dgm:pt>
    <dgm:pt modelId="{94036652-BC44-4C00-A648-66D8BF2E2300}" type="sibTrans" cxnId="{5BF85FDF-19F1-4059-8354-2A3A57360CF9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194F9EA4-1566-4DE0-91DE-49C217120450}" type="asst">
      <dgm:prSet phldrT="[Text]"/>
      <dgm:spPr>
        <a:noFill/>
        <a:ln>
          <a:solidFill>
            <a:schemeClr val="accent1">
              <a:lumMod val="75000"/>
            </a:schemeClr>
          </a:solidFill>
        </a:ln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>
              <a:solidFill>
                <a:schemeClr val="accent2">
                  <a:lumMod val="50000"/>
                </a:schemeClr>
              </a:solidFill>
            </a:rPr>
            <a:t>if</a:t>
          </a:r>
        </a:p>
      </dgm:t>
    </dgm:pt>
    <dgm:pt modelId="{D8CE8F8C-21FD-4D8D-9F5B-E26F85C2F2AF}" type="parTrans" cxnId="{C48CC0CC-8C86-4B08-9543-8F6B9431BFFF}">
      <dgm:prSet/>
      <dgm:spPr/>
      <dgm:t>
        <a:bodyPr/>
        <a:lstStyle/>
        <a:p>
          <a:endParaRPr lang="en-US"/>
        </a:p>
      </dgm:t>
    </dgm:pt>
    <dgm:pt modelId="{3E7AA560-B7AA-4BE7-9F8E-09B1336DF021}" type="sibTrans" cxnId="{C48CC0CC-8C86-4B08-9543-8F6B9431BFF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7988153-C164-4C5B-99B1-552B42525752}">
          <dgm:prSet phldrT="[Text]"/>
          <dgm:spPr>
            <a:noFill/>
            <a:ln>
              <a:solidFill>
                <a:schemeClr val="accent1">
                  <a:lumMod val="75000"/>
                </a:schemeClr>
              </a:solidFill>
            </a:ln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GB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m:oMathPara>
              </a14:m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Choice>
      <mc:Fallback xmlns="">
        <dgm:pt modelId="{47988153-C164-4C5B-99B1-552B42525752}">
          <dgm:prSet phldrT="[Text]"/>
          <dgm:spPr>
            <a:noFill/>
            <a:ln>
              <a:solidFill>
                <a:schemeClr val="accent1">
                  <a:lumMod val="75000"/>
                </a:schemeClr>
              </a:solidFill>
            </a:ln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GB" i="0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𝑥≔1</a:t>
              </a:r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Fallback>
    </mc:AlternateContent>
    <dgm:pt modelId="{F55CA5C2-1454-4DD3-AA1D-232666BEEBDD}" type="parTrans" cxnId="{75B7C756-69B0-466B-8866-96643362314E}">
      <dgm:prSet/>
      <dgm:spPr/>
      <dgm:t>
        <a:bodyPr/>
        <a:lstStyle/>
        <a:p>
          <a:endParaRPr lang="en-US"/>
        </a:p>
      </dgm:t>
    </dgm:pt>
    <dgm:pt modelId="{76026D4F-CEBB-4A3D-9452-5B04D3EBEECA}" type="sibTrans" cxnId="{75B7C756-69B0-466B-8866-96643362314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23D6E63-ABFA-4C34-9200-880D9AF5ED4A}">
          <dgm:prSet phldrT="[Text]"/>
          <dgm:spPr>
            <a:noFill/>
            <a:ln>
              <a:solidFill>
                <a:schemeClr val="accent1">
                  <a:lumMod val="75000"/>
                </a:schemeClr>
              </a:solidFill>
            </a:ln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m:oMathPara>
              </a14:m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Choice>
      <mc:Fallback xmlns="">
        <dgm:pt modelId="{823D6E63-ABFA-4C34-9200-880D9AF5ED4A}">
          <dgm:prSet phldrT="[Text]"/>
          <dgm:spPr>
            <a:noFill/>
            <a:ln>
              <a:solidFill>
                <a:schemeClr val="accent1">
                  <a:lumMod val="75000"/>
                </a:schemeClr>
              </a:solidFill>
            </a:ln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𝑥≔2</a:t>
              </a:r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Fallback>
    </mc:AlternateContent>
    <dgm:pt modelId="{5ECF2B8A-7029-4B8C-B014-3505B3CBC6B7}" type="parTrans" cxnId="{2E6BC441-5230-468C-BC53-43EA25D6776D}">
      <dgm:prSet/>
      <dgm:spPr/>
      <dgm:t>
        <a:bodyPr/>
        <a:lstStyle/>
        <a:p>
          <a:endParaRPr lang="en-US"/>
        </a:p>
      </dgm:t>
    </dgm:pt>
    <dgm:pt modelId="{32FB5A93-96C9-48D8-A87F-E8B44D512175}" type="sibTrans" cxnId="{2E6BC441-5230-468C-BC53-43EA25D6776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51E81A1-A77E-4E90-A0B5-C1C1E087E9D7}">
          <dgm:prSet phldrT="[Text]"/>
          <dgm:spPr>
            <a:noFill/>
            <a:ln>
              <a:solidFill>
                <a:schemeClr val="accent1">
                  <a:lumMod val="75000"/>
                </a:schemeClr>
              </a:solidFill>
            </a:ln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he-IL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m:oMathPara>
              </a14:m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Choice>
      <mc:Fallback xmlns="">
        <dgm:pt modelId="{D51E81A1-A77E-4E90-A0B5-C1C1E087E9D7}">
          <dgm:prSet phldrT="[Text]"/>
          <dgm:spPr>
            <a:noFill/>
            <a:ln>
              <a:solidFill>
                <a:schemeClr val="accent1">
                  <a:lumMod val="75000"/>
                </a:schemeClr>
              </a:solidFill>
            </a:ln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𝑥</a:t>
              </a:r>
              <a:r>
                <a:rPr lang="he-IL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≔</a:t>
              </a:r>
              <a:r>
                <a:rPr lang="en-US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3</a:t>
              </a:r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Fallback>
    </mc:AlternateContent>
    <dgm:pt modelId="{C23EC681-00FC-464D-9784-F77C5A70693B}" type="parTrans" cxnId="{C5683A71-512C-43E0-820D-605C7DBD6DD9}">
      <dgm:prSet/>
      <dgm:spPr/>
      <dgm:t>
        <a:bodyPr/>
        <a:lstStyle/>
        <a:p>
          <a:endParaRPr lang="en-US"/>
        </a:p>
      </dgm:t>
    </dgm:pt>
    <dgm:pt modelId="{95BE2568-8E08-45CB-9AA0-833130234D5E}" type="sibTrans" cxnId="{C5683A71-512C-43E0-820D-605C7DBD6DD9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5AB05D2B-1F8F-41A9-B777-8D160DDA5325}" type="pres">
      <dgm:prSet presAssocID="{CD08F14D-80AC-4CAF-B6FB-402B17E2B66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10DDAB-4164-476F-B3E7-E799460103C0}" type="pres">
      <dgm:prSet presAssocID="{832C2EE8-EEBF-4E3B-AF9B-0CF4974B4222}" presName="hierRoot1" presStyleCnt="0">
        <dgm:presLayoutVars>
          <dgm:hierBranch val="init"/>
        </dgm:presLayoutVars>
      </dgm:prSet>
      <dgm:spPr/>
    </dgm:pt>
    <dgm:pt modelId="{3923AF9D-D29C-4498-9C44-9EE4D1320976}" type="pres">
      <dgm:prSet presAssocID="{832C2EE8-EEBF-4E3B-AF9B-0CF4974B4222}" presName="rootComposite1" presStyleCnt="0"/>
      <dgm:spPr/>
    </dgm:pt>
    <dgm:pt modelId="{E13B702B-195F-4F1C-9273-A08B03AC8514}" type="pres">
      <dgm:prSet presAssocID="{832C2EE8-EEBF-4E3B-AF9B-0CF4974B4222}" presName="rootText1" presStyleLbl="node0" presStyleIdx="0" presStyleCnt="1" custScaleX="56448" custScaleY="56448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07EF3CCC-678E-4F6F-A710-A03FFA98F163}" type="pres">
      <dgm:prSet presAssocID="{832C2EE8-EEBF-4E3B-AF9B-0CF4974B4222}" presName="titleText1" presStyleLbl="fgAcc0" presStyleIdx="0" presStyleCnt="1">
        <dgm:presLayoutVars>
          <dgm:chMax val="0"/>
          <dgm:chPref val="0"/>
        </dgm:presLayoutVars>
      </dgm:prSet>
      <dgm:spPr/>
    </dgm:pt>
    <dgm:pt modelId="{F4B26366-4848-431C-BEC1-759158DDB2CB}" type="pres">
      <dgm:prSet presAssocID="{832C2EE8-EEBF-4E3B-AF9B-0CF4974B4222}" presName="rootConnector1" presStyleLbl="node1" presStyleIdx="0" presStyleCnt="3"/>
      <dgm:spPr/>
    </dgm:pt>
    <dgm:pt modelId="{9761C7E2-4B7E-42DE-802E-57F72350DBCF}" type="pres">
      <dgm:prSet presAssocID="{832C2EE8-EEBF-4E3B-AF9B-0CF4974B4222}" presName="hierChild2" presStyleCnt="0"/>
      <dgm:spPr/>
    </dgm:pt>
    <dgm:pt modelId="{96514A8A-F880-447F-A7F8-C076CB854DF0}" type="pres">
      <dgm:prSet presAssocID="{C23EC681-00FC-464D-9784-F77C5A70693B}" presName="Name37" presStyleLbl="parChTrans1D2" presStyleIdx="0" presStyleCnt="2"/>
      <dgm:spPr/>
    </dgm:pt>
    <dgm:pt modelId="{D292A652-3019-459F-A1FB-302C21FF5D0F}" type="pres">
      <dgm:prSet presAssocID="{D51E81A1-A77E-4E90-A0B5-C1C1E087E9D7}" presName="hierRoot2" presStyleCnt="0">
        <dgm:presLayoutVars>
          <dgm:hierBranch val="init"/>
        </dgm:presLayoutVars>
      </dgm:prSet>
      <dgm:spPr/>
    </dgm:pt>
    <dgm:pt modelId="{3BD3F82F-334C-412B-BE6B-C0A969D58EDB}" type="pres">
      <dgm:prSet presAssocID="{D51E81A1-A77E-4E90-A0B5-C1C1E087E9D7}" presName="rootComposite" presStyleCnt="0"/>
      <dgm:spPr/>
    </dgm:pt>
    <dgm:pt modelId="{745989A1-3A1C-4670-AF30-885DB2EA3E0C}" type="pres">
      <dgm:prSet presAssocID="{D51E81A1-A77E-4E90-A0B5-C1C1E087E9D7}" presName="rootText" presStyleLbl="node1" presStyleIdx="0" presStyleCnt="3" custScaleX="82645" custScaleY="82645" custLinFactY="-100000" custLinFactNeighborX="81498" custLinFactNeighborY="-134930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180A742A-CDEC-4EA9-B471-4B73E9C40992}" type="pres">
      <dgm:prSet presAssocID="{D51E81A1-A77E-4E90-A0B5-C1C1E087E9D7}" presName="titleText2" presStyleLbl="fgAcc1" presStyleIdx="0" presStyleCnt="3">
        <dgm:presLayoutVars>
          <dgm:chMax val="0"/>
          <dgm:chPref val="0"/>
        </dgm:presLayoutVars>
      </dgm:prSet>
      <dgm:spPr>
        <a:prstGeom prst="ellipse">
          <a:avLst/>
        </a:prstGeom>
      </dgm:spPr>
    </dgm:pt>
    <dgm:pt modelId="{EBE33513-EBBA-4E3E-B659-2ACAA3D51A61}" type="pres">
      <dgm:prSet presAssocID="{D51E81A1-A77E-4E90-A0B5-C1C1E087E9D7}" presName="rootConnector" presStyleLbl="node2" presStyleIdx="0" presStyleCnt="0"/>
      <dgm:spPr/>
    </dgm:pt>
    <dgm:pt modelId="{148C6EC8-EB5D-4F7D-8678-0970B64AD6A3}" type="pres">
      <dgm:prSet presAssocID="{D51E81A1-A77E-4E90-A0B5-C1C1E087E9D7}" presName="hierChild4" presStyleCnt="0"/>
      <dgm:spPr/>
    </dgm:pt>
    <dgm:pt modelId="{A798AED6-8354-451E-B997-71006E4CDF3B}" type="pres">
      <dgm:prSet presAssocID="{D51E81A1-A77E-4E90-A0B5-C1C1E087E9D7}" presName="hierChild5" presStyleCnt="0"/>
      <dgm:spPr/>
    </dgm:pt>
    <dgm:pt modelId="{131BC927-18DA-4205-B895-1D2F1CAB4FBA}" type="pres">
      <dgm:prSet presAssocID="{832C2EE8-EEBF-4E3B-AF9B-0CF4974B4222}" presName="hierChild3" presStyleCnt="0"/>
      <dgm:spPr/>
    </dgm:pt>
    <dgm:pt modelId="{83B5C7FE-3DB1-40DE-B565-8936E23F964A}" type="pres">
      <dgm:prSet presAssocID="{D8CE8F8C-21FD-4D8D-9F5B-E26F85C2F2AF}" presName="Name96" presStyleLbl="parChTrans1D2" presStyleIdx="1" presStyleCnt="2"/>
      <dgm:spPr/>
    </dgm:pt>
    <dgm:pt modelId="{B7A1ABF4-CA52-4A2E-9271-0C254FE4BFA2}" type="pres">
      <dgm:prSet presAssocID="{194F9EA4-1566-4DE0-91DE-49C217120450}" presName="hierRoot3" presStyleCnt="0">
        <dgm:presLayoutVars>
          <dgm:hierBranch val="init"/>
        </dgm:presLayoutVars>
      </dgm:prSet>
      <dgm:spPr/>
    </dgm:pt>
    <dgm:pt modelId="{3ADA1315-E4E1-4DD8-933E-17D9392FF584}" type="pres">
      <dgm:prSet presAssocID="{194F9EA4-1566-4DE0-91DE-49C217120450}" presName="rootComposite3" presStyleCnt="0"/>
      <dgm:spPr/>
    </dgm:pt>
    <dgm:pt modelId="{A6C88CBA-0083-49F6-831C-1C517D5D1B2D}" type="pres">
      <dgm:prSet presAssocID="{194F9EA4-1566-4DE0-91DE-49C217120450}" presName="rootText3" presStyleLbl="asst1" presStyleIdx="0" presStyleCnt="1" custScaleX="56448" custScaleY="56448">
        <dgm:presLayoutVars>
          <dgm:chPref val="3"/>
        </dgm:presLayoutVars>
      </dgm:prSet>
      <dgm:spPr>
        <a:prstGeom prst="ellipse">
          <a:avLst/>
        </a:prstGeom>
      </dgm:spPr>
    </dgm:pt>
    <dgm:pt modelId="{A80D9FDD-EA48-4A02-90DD-A1D3A2DE13E4}" type="pres">
      <dgm:prSet presAssocID="{194F9EA4-1566-4DE0-91DE-49C217120450}" presName="titleText3" presStyleLbl="fgAcc2" presStyleIdx="0" presStyleCnt="1">
        <dgm:presLayoutVars>
          <dgm:chMax val="0"/>
          <dgm:chPref val="0"/>
        </dgm:presLayoutVars>
      </dgm:prSet>
      <dgm:spPr/>
    </dgm:pt>
    <dgm:pt modelId="{350281BA-5EB3-4736-B3BF-5D90431BD682}" type="pres">
      <dgm:prSet presAssocID="{194F9EA4-1566-4DE0-91DE-49C217120450}" presName="rootConnector3" presStyleLbl="asst1" presStyleIdx="0" presStyleCnt="1"/>
      <dgm:spPr/>
    </dgm:pt>
    <dgm:pt modelId="{0D11D8A6-C197-42A9-A336-08CDD884600D}" type="pres">
      <dgm:prSet presAssocID="{194F9EA4-1566-4DE0-91DE-49C217120450}" presName="hierChild6" presStyleCnt="0"/>
      <dgm:spPr/>
    </dgm:pt>
    <dgm:pt modelId="{F1AEE4E6-E8C0-41B1-85BD-B3471650AFC3}" type="pres">
      <dgm:prSet presAssocID="{F55CA5C2-1454-4DD3-AA1D-232666BEEBDD}" presName="Name37" presStyleLbl="parChTrans1D3" presStyleIdx="0" presStyleCnt="2"/>
      <dgm:spPr/>
    </dgm:pt>
    <dgm:pt modelId="{DCD1CCA2-CD09-4BBD-A0CC-BF24D4B6B118}" type="pres">
      <dgm:prSet presAssocID="{47988153-C164-4C5B-99B1-552B42525752}" presName="hierRoot2" presStyleCnt="0">
        <dgm:presLayoutVars>
          <dgm:hierBranch val="init"/>
        </dgm:presLayoutVars>
      </dgm:prSet>
      <dgm:spPr/>
    </dgm:pt>
    <dgm:pt modelId="{D0406DD9-0440-442C-AAE5-3148C4A30F42}" type="pres">
      <dgm:prSet presAssocID="{47988153-C164-4C5B-99B1-552B42525752}" presName="rootComposite" presStyleCnt="0"/>
      <dgm:spPr/>
    </dgm:pt>
    <dgm:pt modelId="{CD014B1F-A4EC-4783-A219-15BB5A7C8DE8}" type="pres">
      <dgm:prSet presAssocID="{47988153-C164-4C5B-99B1-552B42525752}" presName="rootText" presStyleLbl="node1" presStyleIdx="1" presStyleCnt="3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2A5E7D5-E3A0-48C4-BC46-4E82EC37AE77}" type="pres">
      <dgm:prSet presAssocID="{47988153-C164-4C5B-99B1-552B42525752}" presName="titleText2" presStyleLbl="fgAcc1" presStyleIdx="1" presStyleCnt="3">
        <dgm:presLayoutVars>
          <dgm:chMax val="0"/>
          <dgm:chPref val="0"/>
        </dgm:presLayoutVars>
      </dgm:prSet>
      <dgm:spPr/>
    </dgm:pt>
    <dgm:pt modelId="{6D5A40D6-FD13-457D-9760-15EA68C78352}" type="pres">
      <dgm:prSet presAssocID="{47988153-C164-4C5B-99B1-552B42525752}" presName="rootConnector" presStyleLbl="node3" presStyleIdx="0" presStyleCnt="0"/>
      <dgm:spPr/>
    </dgm:pt>
    <dgm:pt modelId="{9918F7A7-940D-42E2-892A-3EB536C4F590}" type="pres">
      <dgm:prSet presAssocID="{47988153-C164-4C5B-99B1-552B42525752}" presName="hierChild4" presStyleCnt="0"/>
      <dgm:spPr/>
    </dgm:pt>
    <dgm:pt modelId="{E02E9F44-928B-4E02-B024-9C049461CDD2}" type="pres">
      <dgm:prSet presAssocID="{47988153-C164-4C5B-99B1-552B42525752}" presName="hierChild5" presStyleCnt="0"/>
      <dgm:spPr/>
    </dgm:pt>
    <dgm:pt modelId="{24CD9A3D-483A-46A9-83BE-F3222D24200F}" type="pres">
      <dgm:prSet presAssocID="{5ECF2B8A-7029-4B8C-B014-3505B3CBC6B7}" presName="Name37" presStyleLbl="parChTrans1D3" presStyleIdx="1" presStyleCnt="2"/>
      <dgm:spPr/>
    </dgm:pt>
    <dgm:pt modelId="{8E0098EB-6F53-48BD-A993-6C0FB03DE97C}" type="pres">
      <dgm:prSet presAssocID="{823D6E63-ABFA-4C34-9200-880D9AF5ED4A}" presName="hierRoot2" presStyleCnt="0">
        <dgm:presLayoutVars>
          <dgm:hierBranch val="init"/>
        </dgm:presLayoutVars>
      </dgm:prSet>
      <dgm:spPr/>
    </dgm:pt>
    <dgm:pt modelId="{699DA1DE-DCE5-4617-8483-8225AE239412}" type="pres">
      <dgm:prSet presAssocID="{823D6E63-ABFA-4C34-9200-880D9AF5ED4A}" presName="rootComposite" presStyleCnt="0"/>
      <dgm:spPr/>
    </dgm:pt>
    <dgm:pt modelId="{179C8B47-3B34-4E83-94E9-B9D06E6D01D8}" type="pres">
      <dgm:prSet presAssocID="{823D6E63-ABFA-4C34-9200-880D9AF5ED4A}" presName="rootText" presStyleLbl="node1" presStyleIdx="2" presStyleCnt="3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5839C88D-AA24-479C-AE5E-E19EB3B7A8E6}" type="pres">
      <dgm:prSet presAssocID="{823D6E63-ABFA-4C34-9200-880D9AF5ED4A}" presName="titleText2" presStyleLbl="fgAcc1" presStyleIdx="2" presStyleCnt="3">
        <dgm:presLayoutVars>
          <dgm:chMax val="0"/>
          <dgm:chPref val="0"/>
        </dgm:presLayoutVars>
      </dgm:prSet>
      <dgm:spPr>
        <a:prstGeom prst="flowChartConnector">
          <a:avLst/>
        </a:prstGeom>
      </dgm:spPr>
    </dgm:pt>
    <dgm:pt modelId="{D59BD82D-612C-4336-91AC-CD84B8D07489}" type="pres">
      <dgm:prSet presAssocID="{823D6E63-ABFA-4C34-9200-880D9AF5ED4A}" presName="rootConnector" presStyleLbl="node3" presStyleIdx="0" presStyleCnt="0"/>
      <dgm:spPr/>
    </dgm:pt>
    <dgm:pt modelId="{6EEB68A3-9D55-4610-847A-361F9F972DC2}" type="pres">
      <dgm:prSet presAssocID="{823D6E63-ABFA-4C34-9200-880D9AF5ED4A}" presName="hierChild4" presStyleCnt="0"/>
      <dgm:spPr/>
    </dgm:pt>
    <dgm:pt modelId="{E78EED00-2EA3-4502-AB56-6F0FA890B1E3}" type="pres">
      <dgm:prSet presAssocID="{823D6E63-ABFA-4C34-9200-880D9AF5ED4A}" presName="hierChild5" presStyleCnt="0"/>
      <dgm:spPr/>
    </dgm:pt>
    <dgm:pt modelId="{35A3FA2C-7629-47E6-B450-9A54F78B14D8}" type="pres">
      <dgm:prSet presAssocID="{194F9EA4-1566-4DE0-91DE-49C217120450}" presName="hierChild7" presStyleCnt="0"/>
      <dgm:spPr/>
    </dgm:pt>
  </dgm:ptLst>
  <dgm:cxnLst>
    <dgm:cxn modelId="{863F5706-A6BB-411C-B93B-A2D017847FDC}" type="presOf" srcId="{D8CE8F8C-21FD-4D8D-9F5B-E26F85C2F2AF}" destId="{83B5C7FE-3DB1-40DE-B565-8936E23F964A}" srcOrd="0" destOrd="0" presId="urn:microsoft.com/office/officeart/2008/layout/NameandTitleOrganizationalChart"/>
    <dgm:cxn modelId="{73EA6B08-9B98-4738-AA8B-2FD84D69A83B}" type="presOf" srcId="{47988153-C164-4C5B-99B1-552B42525752}" destId="{CD014B1F-A4EC-4783-A219-15BB5A7C8DE8}" srcOrd="0" destOrd="0" presId="urn:microsoft.com/office/officeart/2008/layout/NameandTitleOrganizationalChart"/>
    <dgm:cxn modelId="{7111321C-A8B0-4B35-804E-D425CBFA5D6D}" type="presOf" srcId="{3E7AA560-B7AA-4BE7-9F8E-09B1336DF021}" destId="{A80D9FDD-EA48-4A02-90DD-A1D3A2DE13E4}" srcOrd="0" destOrd="0" presId="urn:microsoft.com/office/officeart/2008/layout/NameandTitleOrganizationalChart"/>
    <dgm:cxn modelId="{B0060C1D-7356-4337-8002-6C5EDD34629A}" type="presOf" srcId="{823D6E63-ABFA-4C34-9200-880D9AF5ED4A}" destId="{179C8B47-3B34-4E83-94E9-B9D06E6D01D8}" srcOrd="0" destOrd="0" presId="urn:microsoft.com/office/officeart/2008/layout/NameandTitleOrganizationalChart"/>
    <dgm:cxn modelId="{27899139-2DB9-4597-B833-38EE7A9E0A74}" type="presOf" srcId="{CD08F14D-80AC-4CAF-B6FB-402B17E2B664}" destId="{5AB05D2B-1F8F-41A9-B777-8D160DDA5325}" srcOrd="0" destOrd="0" presId="urn:microsoft.com/office/officeart/2008/layout/NameandTitleOrganizationalChart"/>
    <dgm:cxn modelId="{A74A595B-B5E1-4990-8A5A-A6BC6705D1AD}" type="presOf" srcId="{832C2EE8-EEBF-4E3B-AF9B-0CF4974B4222}" destId="{E13B702B-195F-4F1C-9273-A08B03AC8514}" srcOrd="0" destOrd="0" presId="urn:microsoft.com/office/officeart/2008/layout/NameandTitleOrganizationalChart"/>
    <dgm:cxn modelId="{2E6BC441-5230-468C-BC53-43EA25D6776D}" srcId="{194F9EA4-1566-4DE0-91DE-49C217120450}" destId="{823D6E63-ABFA-4C34-9200-880D9AF5ED4A}" srcOrd="1" destOrd="0" parTransId="{5ECF2B8A-7029-4B8C-B014-3505B3CBC6B7}" sibTransId="{32FB5A93-96C9-48D8-A87F-E8B44D512175}"/>
    <dgm:cxn modelId="{E078494B-DA2F-47F0-928A-A2E957BD1469}" type="presOf" srcId="{D51E81A1-A77E-4E90-A0B5-C1C1E087E9D7}" destId="{EBE33513-EBBA-4E3E-B659-2ACAA3D51A61}" srcOrd="1" destOrd="0" presId="urn:microsoft.com/office/officeart/2008/layout/NameandTitleOrganizationalChart"/>
    <dgm:cxn modelId="{7409DA6B-0018-492F-A979-958863BB05B8}" type="presOf" srcId="{76026D4F-CEBB-4A3D-9452-5B04D3EBEECA}" destId="{E2A5E7D5-E3A0-48C4-BC46-4E82EC37AE77}" srcOrd="0" destOrd="0" presId="urn:microsoft.com/office/officeart/2008/layout/NameandTitleOrganizationalChart"/>
    <dgm:cxn modelId="{299D6E6F-6123-410B-AAA7-0B2784E9FE9E}" type="presOf" srcId="{823D6E63-ABFA-4C34-9200-880D9AF5ED4A}" destId="{D59BD82D-612C-4336-91AC-CD84B8D07489}" srcOrd="1" destOrd="0" presId="urn:microsoft.com/office/officeart/2008/layout/NameandTitleOrganizationalChart"/>
    <dgm:cxn modelId="{A7A6F950-1220-406A-A107-3DA7F8FD7DFA}" type="presOf" srcId="{832C2EE8-EEBF-4E3B-AF9B-0CF4974B4222}" destId="{F4B26366-4848-431C-BEC1-759158DDB2CB}" srcOrd="1" destOrd="0" presId="urn:microsoft.com/office/officeart/2008/layout/NameandTitleOrganizationalChart"/>
    <dgm:cxn modelId="{C5683A71-512C-43E0-820D-605C7DBD6DD9}" srcId="{832C2EE8-EEBF-4E3B-AF9B-0CF4974B4222}" destId="{D51E81A1-A77E-4E90-A0B5-C1C1E087E9D7}" srcOrd="1" destOrd="0" parTransId="{C23EC681-00FC-464D-9784-F77C5A70693B}" sibTransId="{95BE2568-8E08-45CB-9AA0-833130234D5E}"/>
    <dgm:cxn modelId="{4FF92D72-5BC7-465E-AECA-7BC65E792E60}" type="presOf" srcId="{F55CA5C2-1454-4DD3-AA1D-232666BEEBDD}" destId="{F1AEE4E6-E8C0-41B1-85BD-B3471650AFC3}" srcOrd="0" destOrd="0" presId="urn:microsoft.com/office/officeart/2008/layout/NameandTitleOrganizationalChart"/>
    <dgm:cxn modelId="{75B7C756-69B0-466B-8866-96643362314E}" srcId="{194F9EA4-1566-4DE0-91DE-49C217120450}" destId="{47988153-C164-4C5B-99B1-552B42525752}" srcOrd="0" destOrd="0" parTransId="{F55CA5C2-1454-4DD3-AA1D-232666BEEBDD}" sibTransId="{76026D4F-CEBB-4A3D-9452-5B04D3EBEECA}"/>
    <dgm:cxn modelId="{982F0FAC-5D9E-4E20-97A8-F20AAEE5B168}" type="presOf" srcId="{194F9EA4-1566-4DE0-91DE-49C217120450}" destId="{350281BA-5EB3-4736-B3BF-5D90431BD682}" srcOrd="1" destOrd="0" presId="urn:microsoft.com/office/officeart/2008/layout/NameandTitleOrganizationalChart"/>
    <dgm:cxn modelId="{8502D8B5-D52E-4EE1-ACEF-5E0A95F07613}" type="presOf" srcId="{94036652-BC44-4C00-A648-66D8BF2E2300}" destId="{07EF3CCC-678E-4F6F-A710-A03FFA98F163}" srcOrd="0" destOrd="0" presId="urn:microsoft.com/office/officeart/2008/layout/NameandTitleOrganizationalChart"/>
    <dgm:cxn modelId="{9F0557B6-1D84-45DD-88A5-04E87EF893AE}" type="presOf" srcId="{D51E81A1-A77E-4E90-A0B5-C1C1E087E9D7}" destId="{745989A1-3A1C-4670-AF30-885DB2EA3E0C}" srcOrd="0" destOrd="0" presId="urn:microsoft.com/office/officeart/2008/layout/NameandTitleOrganizationalChart"/>
    <dgm:cxn modelId="{5B4C95BD-A417-487F-B55F-EABB296F9854}" type="presOf" srcId="{194F9EA4-1566-4DE0-91DE-49C217120450}" destId="{A6C88CBA-0083-49F6-831C-1C517D5D1B2D}" srcOrd="0" destOrd="0" presId="urn:microsoft.com/office/officeart/2008/layout/NameandTitleOrganizationalChart"/>
    <dgm:cxn modelId="{A00C71C6-37ED-45B8-B1F3-8809B0345216}" type="presOf" srcId="{5ECF2B8A-7029-4B8C-B014-3505B3CBC6B7}" destId="{24CD9A3D-483A-46A9-83BE-F3222D24200F}" srcOrd="0" destOrd="0" presId="urn:microsoft.com/office/officeart/2008/layout/NameandTitleOrganizationalChart"/>
    <dgm:cxn modelId="{742A55C6-D469-42BB-96D7-C7A54EB8F528}" type="presOf" srcId="{32FB5A93-96C9-48D8-A87F-E8B44D512175}" destId="{5839C88D-AA24-479C-AE5E-E19EB3B7A8E6}" srcOrd="0" destOrd="0" presId="urn:microsoft.com/office/officeart/2008/layout/NameandTitleOrganizationalChart"/>
    <dgm:cxn modelId="{C48CC0CC-8C86-4B08-9543-8F6B9431BFFF}" srcId="{832C2EE8-EEBF-4E3B-AF9B-0CF4974B4222}" destId="{194F9EA4-1566-4DE0-91DE-49C217120450}" srcOrd="0" destOrd="0" parTransId="{D8CE8F8C-21FD-4D8D-9F5B-E26F85C2F2AF}" sibTransId="{3E7AA560-B7AA-4BE7-9F8E-09B1336DF021}"/>
    <dgm:cxn modelId="{9B6DADCD-64DF-4601-B0EA-829CD3E1B84D}" type="presOf" srcId="{95BE2568-8E08-45CB-9AA0-833130234D5E}" destId="{180A742A-CDEC-4EA9-B471-4B73E9C40992}" srcOrd="0" destOrd="0" presId="urn:microsoft.com/office/officeart/2008/layout/NameandTitleOrganizationalChart"/>
    <dgm:cxn modelId="{5BF85FDF-19F1-4059-8354-2A3A57360CF9}" srcId="{CD08F14D-80AC-4CAF-B6FB-402B17E2B664}" destId="{832C2EE8-EEBF-4E3B-AF9B-0CF4974B4222}" srcOrd="0" destOrd="0" parTransId="{53281DE7-B10E-46F2-B6B0-F4DE82767517}" sibTransId="{94036652-BC44-4C00-A648-66D8BF2E2300}"/>
    <dgm:cxn modelId="{147503E5-40EB-4EAC-B1C4-47B569A81B78}" type="presOf" srcId="{47988153-C164-4C5B-99B1-552B42525752}" destId="{6D5A40D6-FD13-457D-9760-15EA68C78352}" srcOrd="1" destOrd="0" presId="urn:microsoft.com/office/officeart/2008/layout/NameandTitleOrganizationalChart"/>
    <dgm:cxn modelId="{C1223BFF-83D9-4AF5-A662-B14BCC7CDF0C}" type="presOf" srcId="{C23EC681-00FC-464D-9784-F77C5A70693B}" destId="{96514A8A-F880-447F-A7F8-C076CB854DF0}" srcOrd="0" destOrd="0" presId="urn:microsoft.com/office/officeart/2008/layout/NameandTitleOrganizationalChart"/>
    <dgm:cxn modelId="{16B5C3B3-5B26-4FD8-9AA2-D0E4A489673B}" type="presParOf" srcId="{5AB05D2B-1F8F-41A9-B777-8D160DDA5325}" destId="{3D10DDAB-4164-476F-B3E7-E799460103C0}" srcOrd="0" destOrd="0" presId="urn:microsoft.com/office/officeart/2008/layout/NameandTitleOrganizationalChart"/>
    <dgm:cxn modelId="{325322FE-F33B-4CB5-8B77-DCD48D18B5CF}" type="presParOf" srcId="{3D10DDAB-4164-476F-B3E7-E799460103C0}" destId="{3923AF9D-D29C-4498-9C44-9EE4D1320976}" srcOrd="0" destOrd="0" presId="urn:microsoft.com/office/officeart/2008/layout/NameandTitleOrganizationalChart"/>
    <dgm:cxn modelId="{F7607522-42F5-4A46-B434-BE523C297A2D}" type="presParOf" srcId="{3923AF9D-D29C-4498-9C44-9EE4D1320976}" destId="{E13B702B-195F-4F1C-9273-A08B03AC8514}" srcOrd="0" destOrd="0" presId="urn:microsoft.com/office/officeart/2008/layout/NameandTitleOrganizationalChart"/>
    <dgm:cxn modelId="{FE0E31AB-0C9B-4277-936E-1813A67B7ADB}" type="presParOf" srcId="{3923AF9D-D29C-4498-9C44-9EE4D1320976}" destId="{07EF3CCC-678E-4F6F-A710-A03FFA98F163}" srcOrd="1" destOrd="0" presId="urn:microsoft.com/office/officeart/2008/layout/NameandTitleOrganizationalChart"/>
    <dgm:cxn modelId="{5EE24E78-5F6B-4C11-A310-E747762C528B}" type="presParOf" srcId="{3923AF9D-D29C-4498-9C44-9EE4D1320976}" destId="{F4B26366-4848-431C-BEC1-759158DDB2CB}" srcOrd="2" destOrd="0" presId="urn:microsoft.com/office/officeart/2008/layout/NameandTitleOrganizationalChart"/>
    <dgm:cxn modelId="{8FF70019-22FC-4200-BDD2-C28F3BDEDA61}" type="presParOf" srcId="{3D10DDAB-4164-476F-B3E7-E799460103C0}" destId="{9761C7E2-4B7E-42DE-802E-57F72350DBCF}" srcOrd="1" destOrd="0" presId="urn:microsoft.com/office/officeart/2008/layout/NameandTitleOrganizationalChart"/>
    <dgm:cxn modelId="{78BD6AE7-F681-4616-930F-1A590C38FB38}" type="presParOf" srcId="{9761C7E2-4B7E-42DE-802E-57F72350DBCF}" destId="{96514A8A-F880-447F-A7F8-C076CB854DF0}" srcOrd="0" destOrd="0" presId="urn:microsoft.com/office/officeart/2008/layout/NameandTitleOrganizationalChart"/>
    <dgm:cxn modelId="{08B4FD15-416C-4E47-81A5-0F2A041C6B75}" type="presParOf" srcId="{9761C7E2-4B7E-42DE-802E-57F72350DBCF}" destId="{D292A652-3019-459F-A1FB-302C21FF5D0F}" srcOrd="1" destOrd="0" presId="urn:microsoft.com/office/officeart/2008/layout/NameandTitleOrganizationalChart"/>
    <dgm:cxn modelId="{D7A6DAD9-E09D-4403-9C78-44FBE8AEAD17}" type="presParOf" srcId="{D292A652-3019-459F-A1FB-302C21FF5D0F}" destId="{3BD3F82F-334C-412B-BE6B-C0A969D58EDB}" srcOrd="0" destOrd="0" presId="urn:microsoft.com/office/officeart/2008/layout/NameandTitleOrganizationalChart"/>
    <dgm:cxn modelId="{E3FBA68E-5B2E-4918-9A77-01F67A6C7C95}" type="presParOf" srcId="{3BD3F82F-334C-412B-BE6B-C0A969D58EDB}" destId="{745989A1-3A1C-4670-AF30-885DB2EA3E0C}" srcOrd="0" destOrd="0" presId="urn:microsoft.com/office/officeart/2008/layout/NameandTitleOrganizationalChart"/>
    <dgm:cxn modelId="{66B69C82-300C-46D1-90D4-D3C3CF8C1A9C}" type="presParOf" srcId="{3BD3F82F-334C-412B-BE6B-C0A969D58EDB}" destId="{180A742A-CDEC-4EA9-B471-4B73E9C40992}" srcOrd="1" destOrd="0" presId="urn:microsoft.com/office/officeart/2008/layout/NameandTitleOrganizationalChart"/>
    <dgm:cxn modelId="{84FDFA51-2E05-4CEF-8B78-8E60CCD518F6}" type="presParOf" srcId="{3BD3F82F-334C-412B-BE6B-C0A969D58EDB}" destId="{EBE33513-EBBA-4E3E-B659-2ACAA3D51A61}" srcOrd="2" destOrd="0" presId="urn:microsoft.com/office/officeart/2008/layout/NameandTitleOrganizationalChart"/>
    <dgm:cxn modelId="{9A3AF665-D120-442E-9354-C2E65CFC0951}" type="presParOf" srcId="{D292A652-3019-459F-A1FB-302C21FF5D0F}" destId="{148C6EC8-EB5D-4F7D-8678-0970B64AD6A3}" srcOrd="1" destOrd="0" presId="urn:microsoft.com/office/officeart/2008/layout/NameandTitleOrganizationalChart"/>
    <dgm:cxn modelId="{7D02338C-1897-4399-9A93-A062D0D86858}" type="presParOf" srcId="{D292A652-3019-459F-A1FB-302C21FF5D0F}" destId="{A798AED6-8354-451E-B997-71006E4CDF3B}" srcOrd="2" destOrd="0" presId="urn:microsoft.com/office/officeart/2008/layout/NameandTitleOrganizationalChart"/>
    <dgm:cxn modelId="{4947EC2E-8B38-4605-B053-5C481DFEA0E8}" type="presParOf" srcId="{3D10DDAB-4164-476F-B3E7-E799460103C0}" destId="{131BC927-18DA-4205-B895-1D2F1CAB4FBA}" srcOrd="2" destOrd="0" presId="urn:microsoft.com/office/officeart/2008/layout/NameandTitleOrganizationalChart"/>
    <dgm:cxn modelId="{00AEABC0-1C72-4653-B7B1-8561052F3C59}" type="presParOf" srcId="{131BC927-18DA-4205-B895-1D2F1CAB4FBA}" destId="{83B5C7FE-3DB1-40DE-B565-8936E23F964A}" srcOrd="0" destOrd="0" presId="urn:microsoft.com/office/officeart/2008/layout/NameandTitleOrganizationalChart"/>
    <dgm:cxn modelId="{C9D9DB73-13CE-4F5F-ACF3-7D57F4FFFC88}" type="presParOf" srcId="{131BC927-18DA-4205-B895-1D2F1CAB4FBA}" destId="{B7A1ABF4-CA52-4A2E-9271-0C254FE4BFA2}" srcOrd="1" destOrd="0" presId="urn:microsoft.com/office/officeart/2008/layout/NameandTitleOrganizationalChart"/>
    <dgm:cxn modelId="{5EE943FE-0719-4527-A1FE-70E6581C3303}" type="presParOf" srcId="{B7A1ABF4-CA52-4A2E-9271-0C254FE4BFA2}" destId="{3ADA1315-E4E1-4DD8-933E-17D9392FF584}" srcOrd="0" destOrd="0" presId="urn:microsoft.com/office/officeart/2008/layout/NameandTitleOrganizationalChart"/>
    <dgm:cxn modelId="{7B61A7EC-D108-4A9E-9507-79AB2396327F}" type="presParOf" srcId="{3ADA1315-E4E1-4DD8-933E-17D9392FF584}" destId="{A6C88CBA-0083-49F6-831C-1C517D5D1B2D}" srcOrd="0" destOrd="0" presId="urn:microsoft.com/office/officeart/2008/layout/NameandTitleOrganizationalChart"/>
    <dgm:cxn modelId="{969AFAD8-DE32-4E3D-A5B2-5C9D3774142E}" type="presParOf" srcId="{3ADA1315-E4E1-4DD8-933E-17D9392FF584}" destId="{A80D9FDD-EA48-4A02-90DD-A1D3A2DE13E4}" srcOrd="1" destOrd="0" presId="urn:microsoft.com/office/officeart/2008/layout/NameandTitleOrganizationalChart"/>
    <dgm:cxn modelId="{A9ADD101-2768-4D0C-A6CB-1FEBB235F617}" type="presParOf" srcId="{3ADA1315-E4E1-4DD8-933E-17D9392FF584}" destId="{350281BA-5EB3-4736-B3BF-5D90431BD682}" srcOrd="2" destOrd="0" presId="urn:microsoft.com/office/officeart/2008/layout/NameandTitleOrganizationalChart"/>
    <dgm:cxn modelId="{5E1643E9-DCAF-4003-BF68-9AC7767ED660}" type="presParOf" srcId="{B7A1ABF4-CA52-4A2E-9271-0C254FE4BFA2}" destId="{0D11D8A6-C197-42A9-A336-08CDD884600D}" srcOrd="1" destOrd="0" presId="urn:microsoft.com/office/officeart/2008/layout/NameandTitleOrganizationalChart"/>
    <dgm:cxn modelId="{22316309-C430-4A91-80F9-851AB202A385}" type="presParOf" srcId="{0D11D8A6-C197-42A9-A336-08CDD884600D}" destId="{F1AEE4E6-E8C0-41B1-85BD-B3471650AFC3}" srcOrd="0" destOrd="0" presId="urn:microsoft.com/office/officeart/2008/layout/NameandTitleOrganizationalChart"/>
    <dgm:cxn modelId="{EC45DED2-318F-4D90-A20B-116B6396F842}" type="presParOf" srcId="{0D11D8A6-C197-42A9-A336-08CDD884600D}" destId="{DCD1CCA2-CD09-4BBD-A0CC-BF24D4B6B118}" srcOrd="1" destOrd="0" presId="urn:microsoft.com/office/officeart/2008/layout/NameandTitleOrganizationalChart"/>
    <dgm:cxn modelId="{52A6497F-D663-4136-B7B8-BFE50FEE0F6C}" type="presParOf" srcId="{DCD1CCA2-CD09-4BBD-A0CC-BF24D4B6B118}" destId="{D0406DD9-0440-442C-AAE5-3148C4A30F42}" srcOrd="0" destOrd="0" presId="urn:microsoft.com/office/officeart/2008/layout/NameandTitleOrganizationalChart"/>
    <dgm:cxn modelId="{D51B0FA0-1E66-406A-BD20-142AA04EC7FE}" type="presParOf" srcId="{D0406DD9-0440-442C-AAE5-3148C4A30F42}" destId="{CD014B1F-A4EC-4783-A219-15BB5A7C8DE8}" srcOrd="0" destOrd="0" presId="urn:microsoft.com/office/officeart/2008/layout/NameandTitleOrganizationalChart"/>
    <dgm:cxn modelId="{8980974F-4120-48EB-8824-649F8EB3E768}" type="presParOf" srcId="{D0406DD9-0440-442C-AAE5-3148C4A30F42}" destId="{E2A5E7D5-E3A0-48C4-BC46-4E82EC37AE77}" srcOrd="1" destOrd="0" presId="urn:microsoft.com/office/officeart/2008/layout/NameandTitleOrganizationalChart"/>
    <dgm:cxn modelId="{5FDAB100-73B3-452A-8004-9334D8148925}" type="presParOf" srcId="{D0406DD9-0440-442C-AAE5-3148C4A30F42}" destId="{6D5A40D6-FD13-457D-9760-15EA68C78352}" srcOrd="2" destOrd="0" presId="urn:microsoft.com/office/officeart/2008/layout/NameandTitleOrganizationalChart"/>
    <dgm:cxn modelId="{DBB8298B-C2BD-434E-82AB-17519E765B93}" type="presParOf" srcId="{DCD1CCA2-CD09-4BBD-A0CC-BF24D4B6B118}" destId="{9918F7A7-940D-42E2-892A-3EB536C4F590}" srcOrd="1" destOrd="0" presId="urn:microsoft.com/office/officeart/2008/layout/NameandTitleOrganizationalChart"/>
    <dgm:cxn modelId="{DF9A724A-0E0A-46C3-93C2-D32BBD78D4BA}" type="presParOf" srcId="{DCD1CCA2-CD09-4BBD-A0CC-BF24D4B6B118}" destId="{E02E9F44-928B-4E02-B024-9C049461CDD2}" srcOrd="2" destOrd="0" presId="urn:microsoft.com/office/officeart/2008/layout/NameandTitleOrganizationalChart"/>
    <dgm:cxn modelId="{F715C78A-8FF4-4378-B555-5F2F886C08DC}" type="presParOf" srcId="{0D11D8A6-C197-42A9-A336-08CDD884600D}" destId="{24CD9A3D-483A-46A9-83BE-F3222D24200F}" srcOrd="2" destOrd="0" presId="urn:microsoft.com/office/officeart/2008/layout/NameandTitleOrganizationalChart"/>
    <dgm:cxn modelId="{49A20ADA-C659-4C2E-9529-DC5A0B633E46}" type="presParOf" srcId="{0D11D8A6-C197-42A9-A336-08CDD884600D}" destId="{8E0098EB-6F53-48BD-A993-6C0FB03DE97C}" srcOrd="3" destOrd="0" presId="urn:microsoft.com/office/officeart/2008/layout/NameandTitleOrganizationalChart"/>
    <dgm:cxn modelId="{76933DE4-3B8F-4C94-8449-1D72E4ECFC05}" type="presParOf" srcId="{8E0098EB-6F53-48BD-A993-6C0FB03DE97C}" destId="{699DA1DE-DCE5-4617-8483-8225AE239412}" srcOrd="0" destOrd="0" presId="urn:microsoft.com/office/officeart/2008/layout/NameandTitleOrganizationalChart"/>
    <dgm:cxn modelId="{EF9A5B97-E1AD-4F5A-8435-813D92D9B2ED}" type="presParOf" srcId="{699DA1DE-DCE5-4617-8483-8225AE239412}" destId="{179C8B47-3B34-4E83-94E9-B9D06E6D01D8}" srcOrd="0" destOrd="0" presId="urn:microsoft.com/office/officeart/2008/layout/NameandTitleOrganizationalChart"/>
    <dgm:cxn modelId="{393239A1-261C-4295-8028-3DB116C5B1BB}" type="presParOf" srcId="{699DA1DE-DCE5-4617-8483-8225AE239412}" destId="{5839C88D-AA24-479C-AE5E-E19EB3B7A8E6}" srcOrd="1" destOrd="0" presId="urn:microsoft.com/office/officeart/2008/layout/NameandTitleOrganizationalChart"/>
    <dgm:cxn modelId="{C5D39839-54A7-4DD1-AC7D-F08BD54636A9}" type="presParOf" srcId="{699DA1DE-DCE5-4617-8483-8225AE239412}" destId="{D59BD82D-612C-4336-91AC-CD84B8D07489}" srcOrd="2" destOrd="0" presId="urn:microsoft.com/office/officeart/2008/layout/NameandTitleOrganizationalChart"/>
    <dgm:cxn modelId="{DB8C70C9-8B59-481F-8FCC-F05F3A01C2C9}" type="presParOf" srcId="{8E0098EB-6F53-48BD-A993-6C0FB03DE97C}" destId="{6EEB68A3-9D55-4610-847A-361F9F972DC2}" srcOrd="1" destOrd="0" presId="urn:microsoft.com/office/officeart/2008/layout/NameandTitleOrganizationalChart"/>
    <dgm:cxn modelId="{DEFB87AC-F583-4516-95DF-6F60FF92AE7C}" type="presParOf" srcId="{8E0098EB-6F53-48BD-A993-6C0FB03DE97C}" destId="{E78EED00-2EA3-4502-AB56-6F0FA890B1E3}" srcOrd="2" destOrd="0" presId="urn:microsoft.com/office/officeart/2008/layout/NameandTitleOrganizationalChart"/>
    <dgm:cxn modelId="{2437C3D8-F40B-485F-8BF2-684B5C6B1545}" type="presParOf" srcId="{B7A1ABF4-CA52-4A2E-9271-0C254FE4BFA2}" destId="{35A3FA2C-7629-47E6-B450-9A54F78B14D8}" srcOrd="2" destOrd="0" presId="urn:microsoft.com/office/officeart/2008/layout/NameandTitleOrganizationalChart"/>
  </dgm:cxnLst>
  <dgm:bg/>
  <dgm:whole>
    <a:ln w="28575"/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AB3BEF-4E9A-4518-ACDD-33FD0AE4D51B}" type="doc">
      <dgm:prSet loTypeId="urn:microsoft.com/office/officeart/2005/8/layout/hierarchy1" loCatId="hierarchy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2B1297C-DE17-48ED-8A98-832CAAA993A9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if</a:t>
          </a:r>
        </a:p>
      </dgm:t>
    </dgm:pt>
    <dgm:pt modelId="{4A111416-D816-478C-9042-0C58983D6459}" type="parTrans" cxnId="{FF86724D-D463-4287-ACFA-C8FE9151115F}">
      <dgm:prSet/>
      <dgm:spPr/>
      <dgm:t>
        <a:bodyPr/>
        <a:lstStyle/>
        <a:p>
          <a:endParaRPr lang="en-US" sz="1400"/>
        </a:p>
      </dgm:t>
    </dgm:pt>
    <dgm:pt modelId="{1585360E-EC85-477C-8ED0-CFE19B003A15}" type="sibTrans" cxnId="{FF86724D-D463-4287-ACFA-C8FE9151115F}">
      <dgm:prSet/>
      <dgm:spPr/>
      <dgm:t>
        <a:bodyPr/>
        <a:lstStyle/>
        <a:p>
          <a:endParaRPr lang="en-US" sz="1400"/>
        </a:p>
      </dgm:t>
    </dgm:pt>
    <dgm:pt modelId="{1999961A-A158-41B9-892A-FF08074DCA1F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do</a:t>
          </a:r>
        </a:p>
      </dgm:t>
    </dgm:pt>
    <dgm:pt modelId="{3CD224F7-0054-4C2F-870A-6D3BD9065B30}" type="parTrans" cxnId="{150E0B87-7919-4055-9CDE-7CF77EFE47B6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04DBA4E3-A5D4-4A61-8244-77E5DD8713AB}" type="sibTrans" cxnId="{150E0B87-7919-4055-9CDE-7CF77EFE47B6}">
      <dgm:prSet/>
      <dgm:spPr/>
      <dgm:t>
        <a:bodyPr/>
        <a:lstStyle/>
        <a:p>
          <a:endParaRPr lang="en-US" sz="1400"/>
        </a:p>
      </dgm:t>
    </dgm:pt>
    <dgm:pt modelId="{2C06ADE7-5307-4DE6-89A6-052FBB351176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;</a:t>
          </a:r>
        </a:p>
      </dgm:t>
    </dgm:pt>
    <dgm:pt modelId="{BC702283-4EDA-4120-9905-C375A1C46E56}" type="parTrans" cxnId="{534286EE-90AD-443D-977B-C1923C3724FE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5108CBB8-2F03-49DE-BCA7-8007EAE34074}" type="sibTrans" cxnId="{534286EE-90AD-443D-977B-C1923C3724FE}">
      <dgm:prSet/>
      <dgm:spPr/>
      <dgm:t>
        <a:bodyPr/>
        <a:lstStyle/>
        <a:p>
          <a:endParaRPr lang="en-US" sz="1400"/>
        </a:p>
      </dgm:t>
    </dgm:pt>
    <dgm:pt modelId="{70F762B7-1286-4353-968F-5DF6451A5804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C!5</a:t>
          </a:r>
        </a:p>
      </dgm:t>
    </dgm:pt>
    <dgm:pt modelId="{BCFE5F0C-4E46-473A-8BCD-7CA7AE42084B}" type="parTrans" cxnId="{DC0CD563-CB32-4DA9-8A99-F9300C6E521B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D0693A84-248E-449A-81B6-9313C99C60BF}" type="sibTrans" cxnId="{DC0CD563-CB32-4DA9-8A99-F9300C6E521B}">
      <dgm:prSet/>
      <dgm:spPr/>
      <dgm:t>
        <a:bodyPr/>
        <a:lstStyle/>
        <a:p>
          <a:endParaRPr lang="en-US" sz="1400"/>
        </a:p>
      </dgm:t>
    </dgm:pt>
    <dgm:pt modelId="{F51B53DC-4320-4ED6-858C-2F5107534023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y:=3</a:t>
          </a:r>
        </a:p>
      </dgm:t>
    </dgm:pt>
    <dgm:pt modelId="{64EEFC98-ED88-48FD-BFEC-24CEC328320A}" type="parTrans" cxnId="{D0448BD5-814C-46FE-A687-5E77C4C2CEC9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6FA3741F-2053-40E6-9A5A-4A5C060E8C5A}" type="sibTrans" cxnId="{D0448BD5-814C-46FE-A687-5E77C4C2CEC9}">
      <dgm:prSet/>
      <dgm:spPr/>
      <dgm:t>
        <a:bodyPr/>
        <a:lstStyle/>
        <a:p>
          <a:endParaRPr lang="en-US" sz="1400"/>
        </a:p>
      </dgm:t>
    </dgm:pt>
    <dgm:pt modelId="{AB62F0D4-E629-40A7-998B-74964484BC39}" type="pres">
      <dgm:prSet presAssocID="{C1AB3BEF-4E9A-4518-ACDD-33FD0AE4D51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6805E9D-08A6-4958-AA1A-27107B5C8F19}" type="pres">
      <dgm:prSet presAssocID="{F2B1297C-DE17-48ED-8A98-832CAAA993A9}" presName="hierRoot1" presStyleCnt="0"/>
      <dgm:spPr/>
    </dgm:pt>
    <dgm:pt modelId="{1C2C8956-C7FA-46B0-A383-0E19C64C0802}" type="pres">
      <dgm:prSet presAssocID="{F2B1297C-DE17-48ED-8A98-832CAAA993A9}" presName="composite" presStyleCnt="0"/>
      <dgm:spPr/>
    </dgm:pt>
    <dgm:pt modelId="{397D6EC6-4644-401A-9F22-B974DF22B47E}" type="pres">
      <dgm:prSet presAssocID="{F2B1297C-DE17-48ED-8A98-832CAAA993A9}" presName="background" presStyleLbl="node0" presStyleIdx="0" presStyleCnt="1"/>
      <dgm:spPr/>
    </dgm:pt>
    <dgm:pt modelId="{AFEBE717-B193-4468-90E0-9F8DB6B5C2DF}" type="pres">
      <dgm:prSet presAssocID="{F2B1297C-DE17-48ED-8A98-832CAAA993A9}" presName="text" presStyleLbl="fgAcc0" presStyleIdx="0" presStyleCnt="1">
        <dgm:presLayoutVars>
          <dgm:chPref val="3"/>
        </dgm:presLayoutVars>
      </dgm:prSet>
      <dgm:spPr/>
    </dgm:pt>
    <dgm:pt modelId="{08073EDF-08E3-472B-AC5A-62484AFF394E}" type="pres">
      <dgm:prSet presAssocID="{F2B1297C-DE17-48ED-8A98-832CAAA993A9}" presName="hierChild2" presStyleCnt="0"/>
      <dgm:spPr/>
    </dgm:pt>
    <dgm:pt modelId="{6DB7DB62-3BD8-497D-A0EB-CEA3C0711517}" type="pres">
      <dgm:prSet presAssocID="{3CD224F7-0054-4C2F-870A-6D3BD9065B30}" presName="Name10" presStyleLbl="parChTrans1D2" presStyleIdx="0" presStyleCnt="1"/>
      <dgm:spPr/>
    </dgm:pt>
    <dgm:pt modelId="{777F9F15-591A-442A-9F86-A4462F88A261}" type="pres">
      <dgm:prSet presAssocID="{1999961A-A158-41B9-892A-FF08074DCA1F}" presName="hierRoot2" presStyleCnt="0"/>
      <dgm:spPr/>
    </dgm:pt>
    <dgm:pt modelId="{A6F95DD8-5633-4D53-945E-5296CD99300F}" type="pres">
      <dgm:prSet presAssocID="{1999961A-A158-41B9-892A-FF08074DCA1F}" presName="composite2" presStyleCnt="0"/>
      <dgm:spPr/>
    </dgm:pt>
    <dgm:pt modelId="{B5111652-4D32-41AC-9F73-2B41064FE0F4}" type="pres">
      <dgm:prSet presAssocID="{1999961A-A158-41B9-892A-FF08074DCA1F}" presName="background2" presStyleLbl="node2" presStyleIdx="0" presStyleCnt="1"/>
      <dgm:spPr/>
    </dgm:pt>
    <dgm:pt modelId="{C0F2DF10-1333-4199-AA9A-A70614E2704A}" type="pres">
      <dgm:prSet presAssocID="{1999961A-A158-41B9-892A-FF08074DCA1F}" presName="text2" presStyleLbl="fgAcc2" presStyleIdx="0" presStyleCnt="1">
        <dgm:presLayoutVars>
          <dgm:chPref val="3"/>
        </dgm:presLayoutVars>
      </dgm:prSet>
      <dgm:spPr/>
    </dgm:pt>
    <dgm:pt modelId="{030083E5-816F-4290-A622-C9F5A7706634}" type="pres">
      <dgm:prSet presAssocID="{1999961A-A158-41B9-892A-FF08074DCA1F}" presName="hierChild3" presStyleCnt="0"/>
      <dgm:spPr/>
    </dgm:pt>
    <dgm:pt modelId="{9A6C1B8A-6EFE-4D42-A609-7437993444CB}" type="pres">
      <dgm:prSet presAssocID="{BC702283-4EDA-4120-9905-C375A1C46E56}" presName="Name17" presStyleLbl="parChTrans1D3" presStyleIdx="0" presStyleCnt="1"/>
      <dgm:spPr/>
    </dgm:pt>
    <dgm:pt modelId="{0DD5D454-9CFD-42DF-A50C-EFEA272A5287}" type="pres">
      <dgm:prSet presAssocID="{2C06ADE7-5307-4DE6-89A6-052FBB351176}" presName="hierRoot3" presStyleCnt="0"/>
      <dgm:spPr/>
    </dgm:pt>
    <dgm:pt modelId="{15A40E6A-E911-413E-81B1-4B69AC0D755B}" type="pres">
      <dgm:prSet presAssocID="{2C06ADE7-5307-4DE6-89A6-052FBB351176}" presName="composite3" presStyleCnt="0"/>
      <dgm:spPr/>
    </dgm:pt>
    <dgm:pt modelId="{9CD04C41-595D-48FC-B041-1A3FAF0C35C0}" type="pres">
      <dgm:prSet presAssocID="{2C06ADE7-5307-4DE6-89A6-052FBB351176}" presName="background3" presStyleLbl="node3" presStyleIdx="0" presStyleCnt="1"/>
      <dgm:spPr/>
    </dgm:pt>
    <dgm:pt modelId="{E992996B-1E17-4050-B1C3-16AACCCED924}" type="pres">
      <dgm:prSet presAssocID="{2C06ADE7-5307-4DE6-89A6-052FBB351176}" presName="text3" presStyleLbl="fgAcc3" presStyleIdx="0" presStyleCnt="1">
        <dgm:presLayoutVars>
          <dgm:chPref val="3"/>
        </dgm:presLayoutVars>
      </dgm:prSet>
      <dgm:spPr/>
    </dgm:pt>
    <dgm:pt modelId="{91F9752B-DC0E-473B-BC4B-46FECEA5BF73}" type="pres">
      <dgm:prSet presAssocID="{2C06ADE7-5307-4DE6-89A6-052FBB351176}" presName="hierChild4" presStyleCnt="0"/>
      <dgm:spPr/>
    </dgm:pt>
    <dgm:pt modelId="{C39D0DEB-443C-483C-A765-664D19DC827D}" type="pres">
      <dgm:prSet presAssocID="{BCFE5F0C-4E46-473A-8BCD-7CA7AE42084B}" presName="Name23" presStyleLbl="parChTrans1D4" presStyleIdx="0" presStyleCnt="2"/>
      <dgm:spPr/>
    </dgm:pt>
    <dgm:pt modelId="{5FF10D2A-692E-48EC-B25D-2ADCC346DC39}" type="pres">
      <dgm:prSet presAssocID="{70F762B7-1286-4353-968F-5DF6451A5804}" presName="hierRoot4" presStyleCnt="0"/>
      <dgm:spPr/>
    </dgm:pt>
    <dgm:pt modelId="{078DFD26-3E96-4D22-9DFC-2B9E6CE4A43C}" type="pres">
      <dgm:prSet presAssocID="{70F762B7-1286-4353-968F-5DF6451A5804}" presName="composite4" presStyleCnt="0"/>
      <dgm:spPr/>
    </dgm:pt>
    <dgm:pt modelId="{5C16442A-0ACF-49C4-9BF2-D38F4B11409E}" type="pres">
      <dgm:prSet presAssocID="{70F762B7-1286-4353-968F-5DF6451A5804}" presName="background4" presStyleLbl="node4" presStyleIdx="0" presStyleCnt="2"/>
      <dgm:spPr/>
    </dgm:pt>
    <dgm:pt modelId="{D9539E8D-6D8F-4298-AF4A-89A7D2B6ACDD}" type="pres">
      <dgm:prSet presAssocID="{70F762B7-1286-4353-968F-5DF6451A5804}" presName="text4" presStyleLbl="fgAcc4" presStyleIdx="0" presStyleCnt="2">
        <dgm:presLayoutVars>
          <dgm:chPref val="3"/>
        </dgm:presLayoutVars>
      </dgm:prSet>
      <dgm:spPr/>
    </dgm:pt>
    <dgm:pt modelId="{BFCD20EE-FC03-4228-B188-245E51A915A0}" type="pres">
      <dgm:prSet presAssocID="{70F762B7-1286-4353-968F-5DF6451A5804}" presName="hierChild5" presStyleCnt="0"/>
      <dgm:spPr/>
    </dgm:pt>
    <dgm:pt modelId="{7F594A59-C364-44AF-9462-03C954F61974}" type="pres">
      <dgm:prSet presAssocID="{64EEFC98-ED88-48FD-BFEC-24CEC328320A}" presName="Name23" presStyleLbl="parChTrans1D4" presStyleIdx="1" presStyleCnt="2"/>
      <dgm:spPr/>
    </dgm:pt>
    <dgm:pt modelId="{B030B2D7-5173-4CF4-9F96-9140930F17B9}" type="pres">
      <dgm:prSet presAssocID="{F51B53DC-4320-4ED6-858C-2F5107534023}" presName="hierRoot4" presStyleCnt="0"/>
      <dgm:spPr/>
    </dgm:pt>
    <dgm:pt modelId="{D626BD9E-CE22-4587-AE3C-4C406589B49D}" type="pres">
      <dgm:prSet presAssocID="{F51B53DC-4320-4ED6-858C-2F5107534023}" presName="composite4" presStyleCnt="0"/>
      <dgm:spPr/>
    </dgm:pt>
    <dgm:pt modelId="{57E3BBFB-F69F-4ABA-9600-F32C910EABDC}" type="pres">
      <dgm:prSet presAssocID="{F51B53DC-4320-4ED6-858C-2F5107534023}" presName="background4" presStyleLbl="node4" presStyleIdx="1" presStyleCnt="2"/>
      <dgm:spPr/>
    </dgm:pt>
    <dgm:pt modelId="{52A24188-7191-40C2-B5CD-0ED91BF3AA28}" type="pres">
      <dgm:prSet presAssocID="{F51B53DC-4320-4ED6-858C-2F5107534023}" presName="text4" presStyleLbl="fgAcc4" presStyleIdx="1" presStyleCnt="2" custScaleX="184555">
        <dgm:presLayoutVars>
          <dgm:chPref val="3"/>
        </dgm:presLayoutVars>
      </dgm:prSet>
      <dgm:spPr/>
    </dgm:pt>
    <dgm:pt modelId="{90CF3781-4EA0-4456-B84B-E8993C44A2CE}" type="pres">
      <dgm:prSet presAssocID="{F51B53DC-4320-4ED6-858C-2F5107534023}" presName="hierChild5" presStyleCnt="0"/>
      <dgm:spPr/>
    </dgm:pt>
  </dgm:ptLst>
  <dgm:cxnLst>
    <dgm:cxn modelId="{5C428616-EC61-46DE-834B-14B41465D0CC}" type="presOf" srcId="{3CD224F7-0054-4C2F-870A-6D3BD9065B30}" destId="{6DB7DB62-3BD8-497D-A0EB-CEA3C0711517}" srcOrd="0" destOrd="0" presId="urn:microsoft.com/office/officeart/2005/8/layout/hierarchy1"/>
    <dgm:cxn modelId="{F318F61E-0927-476F-98B5-2A05A60D3560}" type="presOf" srcId="{F2B1297C-DE17-48ED-8A98-832CAAA993A9}" destId="{AFEBE717-B193-4468-90E0-9F8DB6B5C2DF}" srcOrd="0" destOrd="0" presId="urn:microsoft.com/office/officeart/2005/8/layout/hierarchy1"/>
    <dgm:cxn modelId="{DC0CD563-CB32-4DA9-8A99-F9300C6E521B}" srcId="{2C06ADE7-5307-4DE6-89A6-052FBB351176}" destId="{70F762B7-1286-4353-968F-5DF6451A5804}" srcOrd="0" destOrd="0" parTransId="{BCFE5F0C-4E46-473A-8BCD-7CA7AE42084B}" sibTransId="{D0693A84-248E-449A-81B6-9313C99C60BF}"/>
    <dgm:cxn modelId="{FF86724D-D463-4287-ACFA-C8FE9151115F}" srcId="{C1AB3BEF-4E9A-4518-ACDD-33FD0AE4D51B}" destId="{F2B1297C-DE17-48ED-8A98-832CAAA993A9}" srcOrd="0" destOrd="0" parTransId="{4A111416-D816-478C-9042-0C58983D6459}" sibTransId="{1585360E-EC85-477C-8ED0-CFE19B003A15}"/>
    <dgm:cxn modelId="{B6634D76-25FF-44B4-AA72-54F960A39B67}" type="presOf" srcId="{2C06ADE7-5307-4DE6-89A6-052FBB351176}" destId="{E992996B-1E17-4050-B1C3-16AACCCED924}" srcOrd="0" destOrd="0" presId="urn:microsoft.com/office/officeart/2005/8/layout/hierarchy1"/>
    <dgm:cxn modelId="{7CB65656-9B4C-4D1C-9431-DF459B9A61CE}" type="presOf" srcId="{1999961A-A158-41B9-892A-FF08074DCA1F}" destId="{C0F2DF10-1333-4199-AA9A-A70614E2704A}" srcOrd="0" destOrd="0" presId="urn:microsoft.com/office/officeart/2005/8/layout/hierarchy1"/>
    <dgm:cxn modelId="{150E0B87-7919-4055-9CDE-7CF77EFE47B6}" srcId="{F2B1297C-DE17-48ED-8A98-832CAAA993A9}" destId="{1999961A-A158-41B9-892A-FF08074DCA1F}" srcOrd="0" destOrd="0" parTransId="{3CD224F7-0054-4C2F-870A-6D3BD9065B30}" sibTransId="{04DBA4E3-A5D4-4A61-8244-77E5DD8713AB}"/>
    <dgm:cxn modelId="{602AB8A4-B3CF-405C-A5D2-449C7BA31CFA}" type="presOf" srcId="{70F762B7-1286-4353-968F-5DF6451A5804}" destId="{D9539E8D-6D8F-4298-AF4A-89A7D2B6ACDD}" srcOrd="0" destOrd="0" presId="urn:microsoft.com/office/officeart/2005/8/layout/hierarchy1"/>
    <dgm:cxn modelId="{053472B2-96F4-4240-B254-CF8638A057DC}" type="presOf" srcId="{C1AB3BEF-4E9A-4518-ACDD-33FD0AE4D51B}" destId="{AB62F0D4-E629-40A7-998B-74964484BC39}" srcOrd="0" destOrd="0" presId="urn:microsoft.com/office/officeart/2005/8/layout/hierarchy1"/>
    <dgm:cxn modelId="{D0448BD5-814C-46FE-A687-5E77C4C2CEC9}" srcId="{2C06ADE7-5307-4DE6-89A6-052FBB351176}" destId="{F51B53DC-4320-4ED6-858C-2F5107534023}" srcOrd="1" destOrd="0" parTransId="{64EEFC98-ED88-48FD-BFEC-24CEC328320A}" sibTransId="{6FA3741F-2053-40E6-9A5A-4A5C060E8C5A}"/>
    <dgm:cxn modelId="{C8D121DF-DE36-48F0-BF2F-F4E62B35595E}" type="presOf" srcId="{64EEFC98-ED88-48FD-BFEC-24CEC328320A}" destId="{7F594A59-C364-44AF-9462-03C954F61974}" srcOrd="0" destOrd="0" presId="urn:microsoft.com/office/officeart/2005/8/layout/hierarchy1"/>
    <dgm:cxn modelId="{E0A045E2-2FC4-4FDE-901A-F0BD04326728}" type="presOf" srcId="{BC702283-4EDA-4120-9905-C375A1C46E56}" destId="{9A6C1B8A-6EFE-4D42-A609-7437993444CB}" srcOrd="0" destOrd="0" presId="urn:microsoft.com/office/officeart/2005/8/layout/hierarchy1"/>
    <dgm:cxn modelId="{0EA978E3-9259-424B-8A5C-11A143AD9F36}" type="presOf" srcId="{BCFE5F0C-4E46-473A-8BCD-7CA7AE42084B}" destId="{C39D0DEB-443C-483C-A765-664D19DC827D}" srcOrd="0" destOrd="0" presId="urn:microsoft.com/office/officeart/2005/8/layout/hierarchy1"/>
    <dgm:cxn modelId="{534286EE-90AD-443D-977B-C1923C3724FE}" srcId="{1999961A-A158-41B9-892A-FF08074DCA1F}" destId="{2C06ADE7-5307-4DE6-89A6-052FBB351176}" srcOrd="0" destOrd="0" parTransId="{BC702283-4EDA-4120-9905-C375A1C46E56}" sibTransId="{5108CBB8-2F03-49DE-BCA7-8007EAE34074}"/>
    <dgm:cxn modelId="{C870A6F7-199D-43B8-B71C-FF27F1AA8158}" type="presOf" srcId="{F51B53DC-4320-4ED6-858C-2F5107534023}" destId="{52A24188-7191-40C2-B5CD-0ED91BF3AA28}" srcOrd="0" destOrd="0" presId="urn:microsoft.com/office/officeart/2005/8/layout/hierarchy1"/>
    <dgm:cxn modelId="{557F413E-0420-4CC5-B3AB-7731755FC579}" type="presParOf" srcId="{AB62F0D4-E629-40A7-998B-74964484BC39}" destId="{26805E9D-08A6-4958-AA1A-27107B5C8F19}" srcOrd="0" destOrd="0" presId="urn:microsoft.com/office/officeart/2005/8/layout/hierarchy1"/>
    <dgm:cxn modelId="{EA7F1639-5571-4686-9999-02D873A2AEF0}" type="presParOf" srcId="{26805E9D-08A6-4958-AA1A-27107B5C8F19}" destId="{1C2C8956-C7FA-46B0-A383-0E19C64C0802}" srcOrd="0" destOrd="0" presId="urn:microsoft.com/office/officeart/2005/8/layout/hierarchy1"/>
    <dgm:cxn modelId="{13710722-FC87-4EFA-84BD-C41747BB5A68}" type="presParOf" srcId="{1C2C8956-C7FA-46B0-A383-0E19C64C0802}" destId="{397D6EC6-4644-401A-9F22-B974DF22B47E}" srcOrd="0" destOrd="0" presId="urn:microsoft.com/office/officeart/2005/8/layout/hierarchy1"/>
    <dgm:cxn modelId="{B7954787-21C3-44C4-A8FE-99CD2BE65187}" type="presParOf" srcId="{1C2C8956-C7FA-46B0-A383-0E19C64C0802}" destId="{AFEBE717-B193-4468-90E0-9F8DB6B5C2DF}" srcOrd="1" destOrd="0" presId="urn:microsoft.com/office/officeart/2005/8/layout/hierarchy1"/>
    <dgm:cxn modelId="{78D15C03-38C1-49EB-B1BB-51D42C2FA5B0}" type="presParOf" srcId="{26805E9D-08A6-4958-AA1A-27107B5C8F19}" destId="{08073EDF-08E3-472B-AC5A-62484AFF394E}" srcOrd="1" destOrd="0" presId="urn:microsoft.com/office/officeart/2005/8/layout/hierarchy1"/>
    <dgm:cxn modelId="{CE877EE3-A083-477F-89B4-50E14ECB251D}" type="presParOf" srcId="{08073EDF-08E3-472B-AC5A-62484AFF394E}" destId="{6DB7DB62-3BD8-497D-A0EB-CEA3C0711517}" srcOrd="0" destOrd="0" presId="urn:microsoft.com/office/officeart/2005/8/layout/hierarchy1"/>
    <dgm:cxn modelId="{D2FED166-360C-4F87-867B-44C8AB5E9037}" type="presParOf" srcId="{08073EDF-08E3-472B-AC5A-62484AFF394E}" destId="{777F9F15-591A-442A-9F86-A4462F88A261}" srcOrd="1" destOrd="0" presId="urn:microsoft.com/office/officeart/2005/8/layout/hierarchy1"/>
    <dgm:cxn modelId="{7B83F027-02EE-42BA-B758-2050B092AC3B}" type="presParOf" srcId="{777F9F15-591A-442A-9F86-A4462F88A261}" destId="{A6F95DD8-5633-4D53-945E-5296CD99300F}" srcOrd="0" destOrd="0" presId="urn:microsoft.com/office/officeart/2005/8/layout/hierarchy1"/>
    <dgm:cxn modelId="{E6B035A4-9D51-4CD3-AD3D-3503C621EBAA}" type="presParOf" srcId="{A6F95DD8-5633-4D53-945E-5296CD99300F}" destId="{B5111652-4D32-41AC-9F73-2B41064FE0F4}" srcOrd="0" destOrd="0" presId="urn:microsoft.com/office/officeart/2005/8/layout/hierarchy1"/>
    <dgm:cxn modelId="{3843725A-03F3-4C6D-9892-E242FE6B80ED}" type="presParOf" srcId="{A6F95DD8-5633-4D53-945E-5296CD99300F}" destId="{C0F2DF10-1333-4199-AA9A-A70614E2704A}" srcOrd="1" destOrd="0" presId="urn:microsoft.com/office/officeart/2005/8/layout/hierarchy1"/>
    <dgm:cxn modelId="{EAB80699-7B3E-4C74-9247-5F5D5DBD5C5F}" type="presParOf" srcId="{777F9F15-591A-442A-9F86-A4462F88A261}" destId="{030083E5-816F-4290-A622-C9F5A7706634}" srcOrd="1" destOrd="0" presId="urn:microsoft.com/office/officeart/2005/8/layout/hierarchy1"/>
    <dgm:cxn modelId="{9B6BCCFF-9C0C-485D-9B65-D70428F23E39}" type="presParOf" srcId="{030083E5-816F-4290-A622-C9F5A7706634}" destId="{9A6C1B8A-6EFE-4D42-A609-7437993444CB}" srcOrd="0" destOrd="0" presId="urn:microsoft.com/office/officeart/2005/8/layout/hierarchy1"/>
    <dgm:cxn modelId="{B4D8EF9E-159B-4335-9BE7-27A9EDDFBECA}" type="presParOf" srcId="{030083E5-816F-4290-A622-C9F5A7706634}" destId="{0DD5D454-9CFD-42DF-A50C-EFEA272A5287}" srcOrd="1" destOrd="0" presId="urn:microsoft.com/office/officeart/2005/8/layout/hierarchy1"/>
    <dgm:cxn modelId="{DA261443-C30B-49A1-959E-C4C784F37376}" type="presParOf" srcId="{0DD5D454-9CFD-42DF-A50C-EFEA272A5287}" destId="{15A40E6A-E911-413E-81B1-4B69AC0D755B}" srcOrd="0" destOrd="0" presId="urn:microsoft.com/office/officeart/2005/8/layout/hierarchy1"/>
    <dgm:cxn modelId="{086CF507-57DE-457A-A18B-AABBC5B04EB0}" type="presParOf" srcId="{15A40E6A-E911-413E-81B1-4B69AC0D755B}" destId="{9CD04C41-595D-48FC-B041-1A3FAF0C35C0}" srcOrd="0" destOrd="0" presId="urn:microsoft.com/office/officeart/2005/8/layout/hierarchy1"/>
    <dgm:cxn modelId="{590792E2-9C9D-4AA7-8515-E8D3472786AD}" type="presParOf" srcId="{15A40E6A-E911-413E-81B1-4B69AC0D755B}" destId="{E992996B-1E17-4050-B1C3-16AACCCED924}" srcOrd="1" destOrd="0" presId="urn:microsoft.com/office/officeart/2005/8/layout/hierarchy1"/>
    <dgm:cxn modelId="{967CE16C-73CC-44C3-A861-D1160E7D9D6A}" type="presParOf" srcId="{0DD5D454-9CFD-42DF-A50C-EFEA272A5287}" destId="{91F9752B-DC0E-473B-BC4B-46FECEA5BF73}" srcOrd="1" destOrd="0" presId="urn:microsoft.com/office/officeart/2005/8/layout/hierarchy1"/>
    <dgm:cxn modelId="{63CFDC51-6D3D-4A1D-9791-3ECF6BCF041C}" type="presParOf" srcId="{91F9752B-DC0E-473B-BC4B-46FECEA5BF73}" destId="{C39D0DEB-443C-483C-A765-664D19DC827D}" srcOrd="0" destOrd="0" presId="urn:microsoft.com/office/officeart/2005/8/layout/hierarchy1"/>
    <dgm:cxn modelId="{17777B4A-43FA-48BC-AD16-5868C79BDF59}" type="presParOf" srcId="{91F9752B-DC0E-473B-BC4B-46FECEA5BF73}" destId="{5FF10D2A-692E-48EC-B25D-2ADCC346DC39}" srcOrd="1" destOrd="0" presId="urn:microsoft.com/office/officeart/2005/8/layout/hierarchy1"/>
    <dgm:cxn modelId="{5D125882-A21B-4DA5-A5CE-02F5A928FECC}" type="presParOf" srcId="{5FF10D2A-692E-48EC-B25D-2ADCC346DC39}" destId="{078DFD26-3E96-4D22-9DFC-2B9E6CE4A43C}" srcOrd="0" destOrd="0" presId="urn:microsoft.com/office/officeart/2005/8/layout/hierarchy1"/>
    <dgm:cxn modelId="{9102497C-07E1-4982-A4E2-223D08288C9E}" type="presParOf" srcId="{078DFD26-3E96-4D22-9DFC-2B9E6CE4A43C}" destId="{5C16442A-0ACF-49C4-9BF2-D38F4B11409E}" srcOrd="0" destOrd="0" presId="urn:microsoft.com/office/officeart/2005/8/layout/hierarchy1"/>
    <dgm:cxn modelId="{F55C38EB-BC00-4A34-88DC-930A3509FDA4}" type="presParOf" srcId="{078DFD26-3E96-4D22-9DFC-2B9E6CE4A43C}" destId="{D9539E8D-6D8F-4298-AF4A-89A7D2B6ACDD}" srcOrd="1" destOrd="0" presId="urn:microsoft.com/office/officeart/2005/8/layout/hierarchy1"/>
    <dgm:cxn modelId="{19B34340-A84D-402F-A759-A0B2AB4F9D58}" type="presParOf" srcId="{5FF10D2A-692E-48EC-B25D-2ADCC346DC39}" destId="{BFCD20EE-FC03-4228-B188-245E51A915A0}" srcOrd="1" destOrd="0" presId="urn:microsoft.com/office/officeart/2005/8/layout/hierarchy1"/>
    <dgm:cxn modelId="{83A9535B-8608-4D89-80EB-E99E0120CAD8}" type="presParOf" srcId="{91F9752B-DC0E-473B-BC4B-46FECEA5BF73}" destId="{7F594A59-C364-44AF-9462-03C954F61974}" srcOrd="2" destOrd="0" presId="urn:microsoft.com/office/officeart/2005/8/layout/hierarchy1"/>
    <dgm:cxn modelId="{6693D28B-7E92-4273-8743-611EBDA96603}" type="presParOf" srcId="{91F9752B-DC0E-473B-BC4B-46FECEA5BF73}" destId="{B030B2D7-5173-4CF4-9F96-9140930F17B9}" srcOrd="3" destOrd="0" presId="urn:microsoft.com/office/officeart/2005/8/layout/hierarchy1"/>
    <dgm:cxn modelId="{3428C7DC-CB61-4440-9ABB-99E745D0BB1C}" type="presParOf" srcId="{B030B2D7-5173-4CF4-9F96-9140930F17B9}" destId="{D626BD9E-CE22-4587-AE3C-4C406589B49D}" srcOrd="0" destOrd="0" presId="urn:microsoft.com/office/officeart/2005/8/layout/hierarchy1"/>
    <dgm:cxn modelId="{7D5B12BD-D617-4174-AD90-2D91C465714F}" type="presParOf" srcId="{D626BD9E-CE22-4587-AE3C-4C406589B49D}" destId="{57E3BBFB-F69F-4ABA-9600-F32C910EABDC}" srcOrd="0" destOrd="0" presId="urn:microsoft.com/office/officeart/2005/8/layout/hierarchy1"/>
    <dgm:cxn modelId="{37549E44-476C-47F8-9929-438A78A5D01E}" type="presParOf" srcId="{D626BD9E-CE22-4587-AE3C-4C406589B49D}" destId="{52A24188-7191-40C2-B5CD-0ED91BF3AA28}" srcOrd="1" destOrd="0" presId="urn:microsoft.com/office/officeart/2005/8/layout/hierarchy1"/>
    <dgm:cxn modelId="{2169FF5E-93A6-44CF-8511-0D77A5AF6384}" type="presParOf" srcId="{B030B2D7-5173-4CF4-9F96-9140930F17B9}" destId="{90CF3781-4EA0-4456-B84B-E8993C44A2CE}" srcOrd="1" destOrd="0" presId="urn:microsoft.com/office/officeart/2005/8/layout/hierarchy1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08F14D-80AC-4CAF-B6FB-402B17E2B664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2C2EE8-EEBF-4E3B-AF9B-0CF4974B4222}">
      <dgm:prSet phldrT="[Text]"/>
      <dgm:spPr>
        <a:noFill/>
        <a:ln>
          <a:solidFill>
            <a:schemeClr val="accent1">
              <a:lumMod val="75000"/>
            </a:schemeClr>
          </a:solidFill>
        </a:ln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>
              <a:solidFill>
                <a:schemeClr val="accent2">
                  <a:lumMod val="50000"/>
                </a:schemeClr>
              </a:solidFill>
            </a:rPr>
            <a:t>if</a:t>
          </a:r>
        </a:p>
      </dgm:t>
    </dgm:pt>
    <dgm:pt modelId="{53281DE7-B10E-46F2-B6B0-F4DE82767517}" type="parTrans" cxnId="{5BF85FDF-19F1-4059-8354-2A3A57360CF9}">
      <dgm:prSet/>
      <dgm:spPr/>
      <dgm:t>
        <a:bodyPr/>
        <a:lstStyle/>
        <a:p>
          <a:endParaRPr lang="en-US"/>
        </a:p>
      </dgm:t>
    </dgm:pt>
    <dgm:pt modelId="{94036652-BC44-4C00-A648-66D8BF2E2300}" type="sibTrans" cxnId="{5BF85FDF-19F1-4059-8354-2A3A57360CF9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194F9EA4-1566-4DE0-91DE-49C217120450}" type="asst">
      <dgm:prSet phldrT="[Text]"/>
      <dgm:spPr>
        <a:noFill/>
        <a:ln>
          <a:solidFill>
            <a:schemeClr val="accent1">
              <a:lumMod val="75000"/>
            </a:schemeClr>
          </a:solidFill>
        </a:ln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>
              <a:solidFill>
                <a:schemeClr val="accent2">
                  <a:lumMod val="50000"/>
                </a:schemeClr>
              </a:solidFill>
            </a:rPr>
            <a:t>if</a:t>
          </a:r>
        </a:p>
      </dgm:t>
    </dgm:pt>
    <dgm:pt modelId="{D8CE8F8C-21FD-4D8D-9F5B-E26F85C2F2AF}" type="parTrans" cxnId="{C48CC0CC-8C86-4B08-9543-8F6B9431BFFF}">
      <dgm:prSet/>
      <dgm:spPr/>
      <dgm:t>
        <a:bodyPr/>
        <a:lstStyle/>
        <a:p>
          <a:endParaRPr lang="en-US"/>
        </a:p>
      </dgm:t>
    </dgm:pt>
    <dgm:pt modelId="{3E7AA560-B7AA-4BE7-9F8E-09B1336DF021}" type="sibTrans" cxnId="{C48CC0CC-8C86-4B08-9543-8F6B9431BFF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7988153-C164-4C5B-99B1-552B42525752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55CA5C2-1454-4DD3-AA1D-232666BEEBDD}" type="parTrans" cxnId="{75B7C756-69B0-466B-8866-96643362314E}">
      <dgm:prSet/>
      <dgm:spPr/>
      <dgm:t>
        <a:bodyPr/>
        <a:lstStyle/>
        <a:p>
          <a:endParaRPr lang="en-US"/>
        </a:p>
      </dgm:t>
    </dgm:pt>
    <dgm:pt modelId="{76026D4F-CEBB-4A3D-9452-5B04D3EBEECA}" type="sibTrans" cxnId="{75B7C756-69B0-466B-8866-96643362314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823D6E63-ABFA-4C34-9200-880D9AF5ED4A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ECF2B8A-7029-4B8C-B014-3505B3CBC6B7}" type="parTrans" cxnId="{2E6BC441-5230-468C-BC53-43EA25D6776D}">
      <dgm:prSet/>
      <dgm:spPr/>
      <dgm:t>
        <a:bodyPr/>
        <a:lstStyle/>
        <a:p>
          <a:endParaRPr lang="en-US"/>
        </a:p>
      </dgm:t>
    </dgm:pt>
    <dgm:pt modelId="{32FB5A93-96C9-48D8-A87F-E8B44D512175}" type="sibTrans" cxnId="{2E6BC441-5230-468C-BC53-43EA25D6776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51E81A1-A77E-4E90-A0B5-C1C1E087E9D7}">
      <dgm:prSet phldrT="[Text]"/>
      <dgm:spPr>
        <a:blipFill>
          <a:blip xmlns:r="http://schemas.openxmlformats.org/officeDocument/2006/relationships" r:embed="rId3"/>
          <a:stretch>
            <a:fillRect/>
          </a:stretch>
        </a:blip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23EC681-00FC-464D-9784-F77C5A70693B}" type="parTrans" cxnId="{C5683A71-512C-43E0-820D-605C7DBD6DD9}">
      <dgm:prSet/>
      <dgm:spPr/>
      <dgm:t>
        <a:bodyPr/>
        <a:lstStyle/>
        <a:p>
          <a:endParaRPr lang="en-US"/>
        </a:p>
      </dgm:t>
    </dgm:pt>
    <dgm:pt modelId="{95BE2568-8E08-45CB-9AA0-833130234D5E}" type="sibTrans" cxnId="{C5683A71-512C-43E0-820D-605C7DBD6DD9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5AB05D2B-1F8F-41A9-B777-8D160DDA5325}" type="pres">
      <dgm:prSet presAssocID="{CD08F14D-80AC-4CAF-B6FB-402B17E2B66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10DDAB-4164-476F-B3E7-E799460103C0}" type="pres">
      <dgm:prSet presAssocID="{832C2EE8-EEBF-4E3B-AF9B-0CF4974B4222}" presName="hierRoot1" presStyleCnt="0">
        <dgm:presLayoutVars>
          <dgm:hierBranch val="init"/>
        </dgm:presLayoutVars>
      </dgm:prSet>
      <dgm:spPr/>
    </dgm:pt>
    <dgm:pt modelId="{3923AF9D-D29C-4498-9C44-9EE4D1320976}" type="pres">
      <dgm:prSet presAssocID="{832C2EE8-EEBF-4E3B-AF9B-0CF4974B4222}" presName="rootComposite1" presStyleCnt="0"/>
      <dgm:spPr/>
    </dgm:pt>
    <dgm:pt modelId="{E13B702B-195F-4F1C-9273-A08B03AC8514}" type="pres">
      <dgm:prSet presAssocID="{832C2EE8-EEBF-4E3B-AF9B-0CF4974B4222}" presName="rootText1" presStyleLbl="node0" presStyleIdx="0" presStyleCnt="1" custScaleX="56448" custScaleY="56448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07EF3CCC-678E-4F6F-A710-A03FFA98F163}" type="pres">
      <dgm:prSet presAssocID="{832C2EE8-EEBF-4E3B-AF9B-0CF4974B4222}" presName="titleText1" presStyleLbl="fgAcc0" presStyleIdx="0" presStyleCnt="1">
        <dgm:presLayoutVars>
          <dgm:chMax val="0"/>
          <dgm:chPref val="0"/>
        </dgm:presLayoutVars>
      </dgm:prSet>
      <dgm:spPr/>
    </dgm:pt>
    <dgm:pt modelId="{F4B26366-4848-431C-BEC1-759158DDB2CB}" type="pres">
      <dgm:prSet presAssocID="{832C2EE8-EEBF-4E3B-AF9B-0CF4974B4222}" presName="rootConnector1" presStyleLbl="node1" presStyleIdx="0" presStyleCnt="3"/>
      <dgm:spPr/>
    </dgm:pt>
    <dgm:pt modelId="{9761C7E2-4B7E-42DE-802E-57F72350DBCF}" type="pres">
      <dgm:prSet presAssocID="{832C2EE8-EEBF-4E3B-AF9B-0CF4974B4222}" presName="hierChild2" presStyleCnt="0"/>
      <dgm:spPr/>
    </dgm:pt>
    <dgm:pt modelId="{96514A8A-F880-447F-A7F8-C076CB854DF0}" type="pres">
      <dgm:prSet presAssocID="{C23EC681-00FC-464D-9784-F77C5A70693B}" presName="Name37" presStyleLbl="parChTrans1D2" presStyleIdx="0" presStyleCnt="2"/>
      <dgm:spPr/>
    </dgm:pt>
    <dgm:pt modelId="{D292A652-3019-459F-A1FB-302C21FF5D0F}" type="pres">
      <dgm:prSet presAssocID="{D51E81A1-A77E-4E90-A0B5-C1C1E087E9D7}" presName="hierRoot2" presStyleCnt="0">
        <dgm:presLayoutVars>
          <dgm:hierBranch val="init"/>
        </dgm:presLayoutVars>
      </dgm:prSet>
      <dgm:spPr/>
    </dgm:pt>
    <dgm:pt modelId="{3BD3F82F-334C-412B-BE6B-C0A969D58EDB}" type="pres">
      <dgm:prSet presAssocID="{D51E81A1-A77E-4E90-A0B5-C1C1E087E9D7}" presName="rootComposite" presStyleCnt="0"/>
      <dgm:spPr/>
    </dgm:pt>
    <dgm:pt modelId="{745989A1-3A1C-4670-AF30-885DB2EA3E0C}" type="pres">
      <dgm:prSet presAssocID="{D51E81A1-A77E-4E90-A0B5-C1C1E087E9D7}" presName="rootText" presStyleLbl="node1" presStyleIdx="0" presStyleCnt="3" custScaleX="82645" custScaleY="82645" custLinFactY="-100000" custLinFactNeighborX="81498" custLinFactNeighborY="-134930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180A742A-CDEC-4EA9-B471-4B73E9C40992}" type="pres">
      <dgm:prSet presAssocID="{D51E81A1-A77E-4E90-A0B5-C1C1E087E9D7}" presName="titleText2" presStyleLbl="fgAcc1" presStyleIdx="0" presStyleCnt="3">
        <dgm:presLayoutVars>
          <dgm:chMax val="0"/>
          <dgm:chPref val="0"/>
        </dgm:presLayoutVars>
      </dgm:prSet>
      <dgm:spPr>
        <a:prstGeom prst="ellipse">
          <a:avLst/>
        </a:prstGeom>
      </dgm:spPr>
    </dgm:pt>
    <dgm:pt modelId="{EBE33513-EBBA-4E3E-B659-2ACAA3D51A61}" type="pres">
      <dgm:prSet presAssocID="{D51E81A1-A77E-4E90-A0B5-C1C1E087E9D7}" presName="rootConnector" presStyleLbl="node2" presStyleIdx="0" presStyleCnt="0"/>
      <dgm:spPr/>
    </dgm:pt>
    <dgm:pt modelId="{148C6EC8-EB5D-4F7D-8678-0970B64AD6A3}" type="pres">
      <dgm:prSet presAssocID="{D51E81A1-A77E-4E90-A0B5-C1C1E087E9D7}" presName="hierChild4" presStyleCnt="0"/>
      <dgm:spPr/>
    </dgm:pt>
    <dgm:pt modelId="{A798AED6-8354-451E-B997-71006E4CDF3B}" type="pres">
      <dgm:prSet presAssocID="{D51E81A1-A77E-4E90-A0B5-C1C1E087E9D7}" presName="hierChild5" presStyleCnt="0"/>
      <dgm:spPr/>
    </dgm:pt>
    <dgm:pt modelId="{131BC927-18DA-4205-B895-1D2F1CAB4FBA}" type="pres">
      <dgm:prSet presAssocID="{832C2EE8-EEBF-4E3B-AF9B-0CF4974B4222}" presName="hierChild3" presStyleCnt="0"/>
      <dgm:spPr/>
    </dgm:pt>
    <dgm:pt modelId="{83B5C7FE-3DB1-40DE-B565-8936E23F964A}" type="pres">
      <dgm:prSet presAssocID="{D8CE8F8C-21FD-4D8D-9F5B-E26F85C2F2AF}" presName="Name96" presStyleLbl="parChTrans1D2" presStyleIdx="1" presStyleCnt="2"/>
      <dgm:spPr/>
    </dgm:pt>
    <dgm:pt modelId="{B7A1ABF4-CA52-4A2E-9271-0C254FE4BFA2}" type="pres">
      <dgm:prSet presAssocID="{194F9EA4-1566-4DE0-91DE-49C217120450}" presName="hierRoot3" presStyleCnt="0">
        <dgm:presLayoutVars>
          <dgm:hierBranch val="init"/>
        </dgm:presLayoutVars>
      </dgm:prSet>
      <dgm:spPr/>
    </dgm:pt>
    <dgm:pt modelId="{3ADA1315-E4E1-4DD8-933E-17D9392FF584}" type="pres">
      <dgm:prSet presAssocID="{194F9EA4-1566-4DE0-91DE-49C217120450}" presName="rootComposite3" presStyleCnt="0"/>
      <dgm:spPr/>
    </dgm:pt>
    <dgm:pt modelId="{A6C88CBA-0083-49F6-831C-1C517D5D1B2D}" type="pres">
      <dgm:prSet presAssocID="{194F9EA4-1566-4DE0-91DE-49C217120450}" presName="rootText3" presStyleLbl="asst1" presStyleIdx="0" presStyleCnt="1" custScaleX="56448" custScaleY="56448">
        <dgm:presLayoutVars>
          <dgm:chPref val="3"/>
        </dgm:presLayoutVars>
      </dgm:prSet>
      <dgm:spPr>
        <a:prstGeom prst="ellipse">
          <a:avLst/>
        </a:prstGeom>
      </dgm:spPr>
    </dgm:pt>
    <dgm:pt modelId="{A80D9FDD-EA48-4A02-90DD-A1D3A2DE13E4}" type="pres">
      <dgm:prSet presAssocID="{194F9EA4-1566-4DE0-91DE-49C217120450}" presName="titleText3" presStyleLbl="fgAcc2" presStyleIdx="0" presStyleCnt="1">
        <dgm:presLayoutVars>
          <dgm:chMax val="0"/>
          <dgm:chPref val="0"/>
        </dgm:presLayoutVars>
      </dgm:prSet>
      <dgm:spPr/>
    </dgm:pt>
    <dgm:pt modelId="{350281BA-5EB3-4736-B3BF-5D90431BD682}" type="pres">
      <dgm:prSet presAssocID="{194F9EA4-1566-4DE0-91DE-49C217120450}" presName="rootConnector3" presStyleLbl="asst1" presStyleIdx="0" presStyleCnt="1"/>
      <dgm:spPr/>
    </dgm:pt>
    <dgm:pt modelId="{0D11D8A6-C197-42A9-A336-08CDD884600D}" type="pres">
      <dgm:prSet presAssocID="{194F9EA4-1566-4DE0-91DE-49C217120450}" presName="hierChild6" presStyleCnt="0"/>
      <dgm:spPr/>
    </dgm:pt>
    <dgm:pt modelId="{F1AEE4E6-E8C0-41B1-85BD-B3471650AFC3}" type="pres">
      <dgm:prSet presAssocID="{F55CA5C2-1454-4DD3-AA1D-232666BEEBDD}" presName="Name37" presStyleLbl="parChTrans1D3" presStyleIdx="0" presStyleCnt="2"/>
      <dgm:spPr/>
    </dgm:pt>
    <dgm:pt modelId="{DCD1CCA2-CD09-4BBD-A0CC-BF24D4B6B118}" type="pres">
      <dgm:prSet presAssocID="{47988153-C164-4C5B-99B1-552B42525752}" presName="hierRoot2" presStyleCnt="0">
        <dgm:presLayoutVars>
          <dgm:hierBranch val="init"/>
        </dgm:presLayoutVars>
      </dgm:prSet>
      <dgm:spPr/>
    </dgm:pt>
    <dgm:pt modelId="{D0406DD9-0440-442C-AAE5-3148C4A30F42}" type="pres">
      <dgm:prSet presAssocID="{47988153-C164-4C5B-99B1-552B42525752}" presName="rootComposite" presStyleCnt="0"/>
      <dgm:spPr/>
    </dgm:pt>
    <dgm:pt modelId="{CD014B1F-A4EC-4783-A219-15BB5A7C8DE8}" type="pres">
      <dgm:prSet presAssocID="{47988153-C164-4C5B-99B1-552B42525752}" presName="rootText" presStyleLbl="node1" presStyleIdx="1" presStyleCnt="3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2A5E7D5-E3A0-48C4-BC46-4E82EC37AE77}" type="pres">
      <dgm:prSet presAssocID="{47988153-C164-4C5B-99B1-552B42525752}" presName="titleText2" presStyleLbl="fgAcc1" presStyleIdx="1" presStyleCnt="3">
        <dgm:presLayoutVars>
          <dgm:chMax val="0"/>
          <dgm:chPref val="0"/>
        </dgm:presLayoutVars>
      </dgm:prSet>
      <dgm:spPr/>
    </dgm:pt>
    <dgm:pt modelId="{6D5A40D6-FD13-457D-9760-15EA68C78352}" type="pres">
      <dgm:prSet presAssocID="{47988153-C164-4C5B-99B1-552B42525752}" presName="rootConnector" presStyleLbl="node3" presStyleIdx="0" presStyleCnt="0"/>
      <dgm:spPr/>
    </dgm:pt>
    <dgm:pt modelId="{9918F7A7-940D-42E2-892A-3EB536C4F590}" type="pres">
      <dgm:prSet presAssocID="{47988153-C164-4C5B-99B1-552B42525752}" presName="hierChild4" presStyleCnt="0"/>
      <dgm:spPr/>
    </dgm:pt>
    <dgm:pt modelId="{E02E9F44-928B-4E02-B024-9C049461CDD2}" type="pres">
      <dgm:prSet presAssocID="{47988153-C164-4C5B-99B1-552B42525752}" presName="hierChild5" presStyleCnt="0"/>
      <dgm:spPr/>
    </dgm:pt>
    <dgm:pt modelId="{24CD9A3D-483A-46A9-83BE-F3222D24200F}" type="pres">
      <dgm:prSet presAssocID="{5ECF2B8A-7029-4B8C-B014-3505B3CBC6B7}" presName="Name37" presStyleLbl="parChTrans1D3" presStyleIdx="1" presStyleCnt="2"/>
      <dgm:spPr/>
    </dgm:pt>
    <dgm:pt modelId="{8E0098EB-6F53-48BD-A993-6C0FB03DE97C}" type="pres">
      <dgm:prSet presAssocID="{823D6E63-ABFA-4C34-9200-880D9AF5ED4A}" presName="hierRoot2" presStyleCnt="0">
        <dgm:presLayoutVars>
          <dgm:hierBranch val="init"/>
        </dgm:presLayoutVars>
      </dgm:prSet>
      <dgm:spPr/>
    </dgm:pt>
    <dgm:pt modelId="{699DA1DE-DCE5-4617-8483-8225AE239412}" type="pres">
      <dgm:prSet presAssocID="{823D6E63-ABFA-4C34-9200-880D9AF5ED4A}" presName="rootComposite" presStyleCnt="0"/>
      <dgm:spPr/>
    </dgm:pt>
    <dgm:pt modelId="{179C8B47-3B34-4E83-94E9-B9D06E6D01D8}" type="pres">
      <dgm:prSet presAssocID="{823D6E63-ABFA-4C34-9200-880D9AF5ED4A}" presName="rootText" presStyleLbl="node1" presStyleIdx="2" presStyleCnt="3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5839C88D-AA24-479C-AE5E-E19EB3B7A8E6}" type="pres">
      <dgm:prSet presAssocID="{823D6E63-ABFA-4C34-9200-880D9AF5ED4A}" presName="titleText2" presStyleLbl="fgAcc1" presStyleIdx="2" presStyleCnt="3">
        <dgm:presLayoutVars>
          <dgm:chMax val="0"/>
          <dgm:chPref val="0"/>
        </dgm:presLayoutVars>
      </dgm:prSet>
      <dgm:spPr>
        <a:prstGeom prst="flowChartConnector">
          <a:avLst/>
        </a:prstGeom>
      </dgm:spPr>
    </dgm:pt>
    <dgm:pt modelId="{D59BD82D-612C-4336-91AC-CD84B8D07489}" type="pres">
      <dgm:prSet presAssocID="{823D6E63-ABFA-4C34-9200-880D9AF5ED4A}" presName="rootConnector" presStyleLbl="node3" presStyleIdx="0" presStyleCnt="0"/>
      <dgm:spPr/>
    </dgm:pt>
    <dgm:pt modelId="{6EEB68A3-9D55-4610-847A-361F9F972DC2}" type="pres">
      <dgm:prSet presAssocID="{823D6E63-ABFA-4C34-9200-880D9AF5ED4A}" presName="hierChild4" presStyleCnt="0"/>
      <dgm:spPr/>
    </dgm:pt>
    <dgm:pt modelId="{E78EED00-2EA3-4502-AB56-6F0FA890B1E3}" type="pres">
      <dgm:prSet presAssocID="{823D6E63-ABFA-4C34-9200-880D9AF5ED4A}" presName="hierChild5" presStyleCnt="0"/>
      <dgm:spPr/>
    </dgm:pt>
    <dgm:pt modelId="{35A3FA2C-7629-47E6-B450-9A54F78B14D8}" type="pres">
      <dgm:prSet presAssocID="{194F9EA4-1566-4DE0-91DE-49C217120450}" presName="hierChild7" presStyleCnt="0"/>
      <dgm:spPr/>
    </dgm:pt>
  </dgm:ptLst>
  <dgm:cxnLst>
    <dgm:cxn modelId="{863F5706-A6BB-411C-B93B-A2D017847FDC}" type="presOf" srcId="{D8CE8F8C-21FD-4D8D-9F5B-E26F85C2F2AF}" destId="{83B5C7FE-3DB1-40DE-B565-8936E23F964A}" srcOrd="0" destOrd="0" presId="urn:microsoft.com/office/officeart/2008/layout/NameandTitleOrganizationalChart"/>
    <dgm:cxn modelId="{73EA6B08-9B98-4738-AA8B-2FD84D69A83B}" type="presOf" srcId="{47988153-C164-4C5B-99B1-552B42525752}" destId="{CD014B1F-A4EC-4783-A219-15BB5A7C8DE8}" srcOrd="0" destOrd="0" presId="urn:microsoft.com/office/officeart/2008/layout/NameandTitleOrganizationalChart"/>
    <dgm:cxn modelId="{7111321C-A8B0-4B35-804E-D425CBFA5D6D}" type="presOf" srcId="{3E7AA560-B7AA-4BE7-9F8E-09B1336DF021}" destId="{A80D9FDD-EA48-4A02-90DD-A1D3A2DE13E4}" srcOrd="0" destOrd="0" presId="urn:microsoft.com/office/officeart/2008/layout/NameandTitleOrganizationalChart"/>
    <dgm:cxn modelId="{B0060C1D-7356-4337-8002-6C5EDD34629A}" type="presOf" srcId="{823D6E63-ABFA-4C34-9200-880D9AF5ED4A}" destId="{179C8B47-3B34-4E83-94E9-B9D06E6D01D8}" srcOrd="0" destOrd="0" presId="urn:microsoft.com/office/officeart/2008/layout/NameandTitleOrganizationalChart"/>
    <dgm:cxn modelId="{27899139-2DB9-4597-B833-38EE7A9E0A74}" type="presOf" srcId="{CD08F14D-80AC-4CAF-B6FB-402B17E2B664}" destId="{5AB05D2B-1F8F-41A9-B777-8D160DDA5325}" srcOrd="0" destOrd="0" presId="urn:microsoft.com/office/officeart/2008/layout/NameandTitleOrganizationalChart"/>
    <dgm:cxn modelId="{A74A595B-B5E1-4990-8A5A-A6BC6705D1AD}" type="presOf" srcId="{832C2EE8-EEBF-4E3B-AF9B-0CF4974B4222}" destId="{E13B702B-195F-4F1C-9273-A08B03AC8514}" srcOrd="0" destOrd="0" presId="urn:microsoft.com/office/officeart/2008/layout/NameandTitleOrganizationalChart"/>
    <dgm:cxn modelId="{2E6BC441-5230-468C-BC53-43EA25D6776D}" srcId="{194F9EA4-1566-4DE0-91DE-49C217120450}" destId="{823D6E63-ABFA-4C34-9200-880D9AF5ED4A}" srcOrd="1" destOrd="0" parTransId="{5ECF2B8A-7029-4B8C-B014-3505B3CBC6B7}" sibTransId="{32FB5A93-96C9-48D8-A87F-E8B44D512175}"/>
    <dgm:cxn modelId="{E078494B-DA2F-47F0-928A-A2E957BD1469}" type="presOf" srcId="{D51E81A1-A77E-4E90-A0B5-C1C1E087E9D7}" destId="{EBE33513-EBBA-4E3E-B659-2ACAA3D51A61}" srcOrd="1" destOrd="0" presId="urn:microsoft.com/office/officeart/2008/layout/NameandTitleOrganizationalChart"/>
    <dgm:cxn modelId="{7409DA6B-0018-492F-A979-958863BB05B8}" type="presOf" srcId="{76026D4F-CEBB-4A3D-9452-5B04D3EBEECA}" destId="{E2A5E7D5-E3A0-48C4-BC46-4E82EC37AE77}" srcOrd="0" destOrd="0" presId="urn:microsoft.com/office/officeart/2008/layout/NameandTitleOrganizationalChart"/>
    <dgm:cxn modelId="{299D6E6F-6123-410B-AAA7-0B2784E9FE9E}" type="presOf" srcId="{823D6E63-ABFA-4C34-9200-880D9AF5ED4A}" destId="{D59BD82D-612C-4336-91AC-CD84B8D07489}" srcOrd="1" destOrd="0" presId="urn:microsoft.com/office/officeart/2008/layout/NameandTitleOrganizationalChart"/>
    <dgm:cxn modelId="{A7A6F950-1220-406A-A107-3DA7F8FD7DFA}" type="presOf" srcId="{832C2EE8-EEBF-4E3B-AF9B-0CF4974B4222}" destId="{F4B26366-4848-431C-BEC1-759158DDB2CB}" srcOrd="1" destOrd="0" presId="urn:microsoft.com/office/officeart/2008/layout/NameandTitleOrganizationalChart"/>
    <dgm:cxn modelId="{C5683A71-512C-43E0-820D-605C7DBD6DD9}" srcId="{832C2EE8-EEBF-4E3B-AF9B-0CF4974B4222}" destId="{D51E81A1-A77E-4E90-A0B5-C1C1E087E9D7}" srcOrd="1" destOrd="0" parTransId="{C23EC681-00FC-464D-9784-F77C5A70693B}" sibTransId="{95BE2568-8E08-45CB-9AA0-833130234D5E}"/>
    <dgm:cxn modelId="{4FF92D72-5BC7-465E-AECA-7BC65E792E60}" type="presOf" srcId="{F55CA5C2-1454-4DD3-AA1D-232666BEEBDD}" destId="{F1AEE4E6-E8C0-41B1-85BD-B3471650AFC3}" srcOrd="0" destOrd="0" presId="urn:microsoft.com/office/officeart/2008/layout/NameandTitleOrganizationalChart"/>
    <dgm:cxn modelId="{75B7C756-69B0-466B-8866-96643362314E}" srcId="{194F9EA4-1566-4DE0-91DE-49C217120450}" destId="{47988153-C164-4C5B-99B1-552B42525752}" srcOrd="0" destOrd="0" parTransId="{F55CA5C2-1454-4DD3-AA1D-232666BEEBDD}" sibTransId="{76026D4F-CEBB-4A3D-9452-5B04D3EBEECA}"/>
    <dgm:cxn modelId="{982F0FAC-5D9E-4E20-97A8-F20AAEE5B168}" type="presOf" srcId="{194F9EA4-1566-4DE0-91DE-49C217120450}" destId="{350281BA-5EB3-4736-B3BF-5D90431BD682}" srcOrd="1" destOrd="0" presId="urn:microsoft.com/office/officeart/2008/layout/NameandTitleOrganizationalChart"/>
    <dgm:cxn modelId="{8502D8B5-D52E-4EE1-ACEF-5E0A95F07613}" type="presOf" srcId="{94036652-BC44-4C00-A648-66D8BF2E2300}" destId="{07EF3CCC-678E-4F6F-A710-A03FFA98F163}" srcOrd="0" destOrd="0" presId="urn:microsoft.com/office/officeart/2008/layout/NameandTitleOrganizationalChart"/>
    <dgm:cxn modelId="{9F0557B6-1D84-45DD-88A5-04E87EF893AE}" type="presOf" srcId="{D51E81A1-A77E-4E90-A0B5-C1C1E087E9D7}" destId="{745989A1-3A1C-4670-AF30-885DB2EA3E0C}" srcOrd="0" destOrd="0" presId="urn:microsoft.com/office/officeart/2008/layout/NameandTitleOrganizationalChart"/>
    <dgm:cxn modelId="{5B4C95BD-A417-487F-B55F-EABB296F9854}" type="presOf" srcId="{194F9EA4-1566-4DE0-91DE-49C217120450}" destId="{A6C88CBA-0083-49F6-831C-1C517D5D1B2D}" srcOrd="0" destOrd="0" presId="urn:microsoft.com/office/officeart/2008/layout/NameandTitleOrganizationalChart"/>
    <dgm:cxn modelId="{A00C71C6-37ED-45B8-B1F3-8809B0345216}" type="presOf" srcId="{5ECF2B8A-7029-4B8C-B014-3505B3CBC6B7}" destId="{24CD9A3D-483A-46A9-83BE-F3222D24200F}" srcOrd="0" destOrd="0" presId="urn:microsoft.com/office/officeart/2008/layout/NameandTitleOrganizationalChart"/>
    <dgm:cxn modelId="{742A55C6-D469-42BB-96D7-C7A54EB8F528}" type="presOf" srcId="{32FB5A93-96C9-48D8-A87F-E8B44D512175}" destId="{5839C88D-AA24-479C-AE5E-E19EB3B7A8E6}" srcOrd="0" destOrd="0" presId="urn:microsoft.com/office/officeart/2008/layout/NameandTitleOrganizationalChart"/>
    <dgm:cxn modelId="{C48CC0CC-8C86-4B08-9543-8F6B9431BFFF}" srcId="{832C2EE8-EEBF-4E3B-AF9B-0CF4974B4222}" destId="{194F9EA4-1566-4DE0-91DE-49C217120450}" srcOrd="0" destOrd="0" parTransId="{D8CE8F8C-21FD-4D8D-9F5B-E26F85C2F2AF}" sibTransId="{3E7AA560-B7AA-4BE7-9F8E-09B1336DF021}"/>
    <dgm:cxn modelId="{9B6DADCD-64DF-4601-B0EA-829CD3E1B84D}" type="presOf" srcId="{95BE2568-8E08-45CB-9AA0-833130234D5E}" destId="{180A742A-CDEC-4EA9-B471-4B73E9C40992}" srcOrd="0" destOrd="0" presId="urn:microsoft.com/office/officeart/2008/layout/NameandTitleOrganizationalChart"/>
    <dgm:cxn modelId="{5BF85FDF-19F1-4059-8354-2A3A57360CF9}" srcId="{CD08F14D-80AC-4CAF-B6FB-402B17E2B664}" destId="{832C2EE8-EEBF-4E3B-AF9B-0CF4974B4222}" srcOrd="0" destOrd="0" parTransId="{53281DE7-B10E-46F2-B6B0-F4DE82767517}" sibTransId="{94036652-BC44-4C00-A648-66D8BF2E2300}"/>
    <dgm:cxn modelId="{147503E5-40EB-4EAC-B1C4-47B569A81B78}" type="presOf" srcId="{47988153-C164-4C5B-99B1-552B42525752}" destId="{6D5A40D6-FD13-457D-9760-15EA68C78352}" srcOrd="1" destOrd="0" presId="urn:microsoft.com/office/officeart/2008/layout/NameandTitleOrganizationalChart"/>
    <dgm:cxn modelId="{C1223BFF-83D9-4AF5-A662-B14BCC7CDF0C}" type="presOf" srcId="{C23EC681-00FC-464D-9784-F77C5A70693B}" destId="{96514A8A-F880-447F-A7F8-C076CB854DF0}" srcOrd="0" destOrd="0" presId="urn:microsoft.com/office/officeart/2008/layout/NameandTitleOrganizationalChart"/>
    <dgm:cxn modelId="{16B5C3B3-5B26-4FD8-9AA2-D0E4A489673B}" type="presParOf" srcId="{5AB05D2B-1F8F-41A9-B777-8D160DDA5325}" destId="{3D10DDAB-4164-476F-B3E7-E799460103C0}" srcOrd="0" destOrd="0" presId="urn:microsoft.com/office/officeart/2008/layout/NameandTitleOrganizationalChart"/>
    <dgm:cxn modelId="{325322FE-F33B-4CB5-8B77-DCD48D18B5CF}" type="presParOf" srcId="{3D10DDAB-4164-476F-B3E7-E799460103C0}" destId="{3923AF9D-D29C-4498-9C44-9EE4D1320976}" srcOrd="0" destOrd="0" presId="urn:microsoft.com/office/officeart/2008/layout/NameandTitleOrganizationalChart"/>
    <dgm:cxn modelId="{F7607522-42F5-4A46-B434-BE523C297A2D}" type="presParOf" srcId="{3923AF9D-D29C-4498-9C44-9EE4D1320976}" destId="{E13B702B-195F-4F1C-9273-A08B03AC8514}" srcOrd="0" destOrd="0" presId="urn:microsoft.com/office/officeart/2008/layout/NameandTitleOrganizationalChart"/>
    <dgm:cxn modelId="{FE0E31AB-0C9B-4277-936E-1813A67B7ADB}" type="presParOf" srcId="{3923AF9D-D29C-4498-9C44-9EE4D1320976}" destId="{07EF3CCC-678E-4F6F-A710-A03FFA98F163}" srcOrd="1" destOrd="0" presId="urn:microsoft.com/office/officeart/2008/layout/NameandTitleOrganizationalChart"/>
    <dgm:cxn modelId="{5EE24E78-5F6B-4C11-A310-E747762C528B}" type="presParOf" srcId="{3923AF9D-D29C-4498-9C44-9EE4D1320976}" destId="{F4B26366-4848-431C-BEC1-759158DDB2CB}" srcOrd="2" destOrd="0" presId="urn:microsoft.com/office/officeart/2008/layout/NameandTitleOrganizationalChart"/>
    <dgm:cxn modelId="{8FF70019-22FC-4200-BDD2-C28F3BDEDA61}" type="presParOf" srcId="{3D10DDAB-4164-476F-B3E7-E799460103C0}" destId="{9761C7E2-4B7E-42DE-802E-57F72350DBCF}" srcOrd="1" destOrd="0" presId="urn:microsoft.com/office/officeart/2008/layout/NameandTitleOrganizationalChart"/>
    <dgm:cxn modelId="{78BD6AE7-F681-4616-930F-1A590C38FB38}" type="presParOf" srcId="{9761C7E2-4B7E-42DE-802E-57F72350DBCF}" destId="{96514A8A-F880-447F-A7F8-C076CB854DF0}" srcOrd="0" destOrd="0" presId="urn:microsoft.com/office/officeart/2008/layout/NameandTitleOrganizationalChart"/>
    <dgm:cxn modelId="{08B4FD15-416C-4E47-81A5-0F2A041C6B75}" type="presParOf" srcId="{9761C7E2-4B7E-42DE-802E-57F72350DBCF}" destId="{D292A652-3019-459F-A1FB-302C21FF5D0F}" srcOrd="1" destOrd="0" presId="urn:microsoft.com/office/officeart/2008/layout/NameandTitleOrganizationalChart"/>
    <dgm:cxn modelId="{D7A6DAD9-E09D-4403-9C78-44FBE8AEAD17}" type="presParOf" srcId="{D292A652-3019-459F-A1FB-302C21FF5D0F}" destId="{3BD3F82F-334C-412B-BE6B-C0A969D58EDB}" srcOrd="0" destOrd="0" presId="urn:microsoft.com/office/officeart/2008/layout/NameandTitleOrganizationalChart"/>
    <dgm:cxn modelId="{E3FBA68E-5B2E-4918-9A77-01F67A6C7C95}" type="presParOf" srcId="{3BD3F82F-334C-412B-BE6B-C0A969D58EDB}" destId="{745989A1-3A1C-4670-AF30-885DB2EA3E0C}" srcOrd="0" destOrd="0" presId="urn:microsoft.com/office/officeart/2008/layout/NameandTitleOrganizationalChart"/>
    <dgm:cxn modelId="{66B69C82-300C-46D1-90D4-D3C3CF8C1A9C}" type="presParOf" srcId="{3BD3F82F-334C-412B-BE6B-C0A969D58EDB}" destId="{180A742A-CDEC-4EA9-B471-4B73E9C40992}" srcOrd="1" destOrd="0" presId="urn:microsoft.com/office/officeart/2008/layout/NameandTitleOrganizationalChart"/>
    <dgm:cxn modelId="{84FDFA51-2E05-4CEF-8B78-8E60CCD518F6}" type="presParOf" srcId="{3BD3F82F-334C-412B-BE6B-C0A969D58EDB}" destId="{EBE33513-EBBA-4E3E-B659-2ACAA3D51A61}" srcOrd="2" destOrd="0" presId="urn:microsoft.com/office/officeart/2008/layout/NameandTitleOrganizationalChart"/>
    <dgm:cxn modelId="{9A3AF665-D120-442E-9354-C2E65CFC0951}" type="presParOf" srcId="{D292A652-3019-459F-A1FB-302C21FF5D0F}" destId="{148C6EC8-EB5D-4F7D-8678-0970B64AD6A3}" srcOrd="1" destOrd="0" presId="urn:microsoft.com/office/officeart/2008/layout/NameandTitleOrganizationalChart"/>
    <dgm:cxn modelId="{7D02338C-1897-4399-9A93-A062D0D86858}" type="presParOf" srcId="{D292A652-3019-459F-A1FB-302C21FF5D0F}" destId="{A798AED6-8354-451E-B997-71006E4CDF3B}" srcOrd="2" destOrd="0" presId="urn:microsoft.com/office/officeart/2008/layout/NameandTitleOrganizationalChart"/>
    <dgm:cxn modelId="{4947EC2E-8B38-4605-B053-5C481DFEA0E8}" type="presParOf" srcId="{3D10DDAB-4164-476F-B3E7-E799460103C0}" destId="{131BC927-18DA-4205-B895-1D2F1CAB4FBA}" srcOrd="2" destOrd="0" presId="urn:microsoft.com/office/officeart/2008/layout/NameandTitleOrganizationalChart"/>
    <dgm:cxn modelId="{00AEABC0-1C72-4653-B7B1-8561052F3C59}" type="presParOf" srcId="{131BC927-18DA-4205-B895-1D2F1CAB4FBA}" destId="{83B5C7FE-3DB1-40DE-B565-8936E23F964A}" srcOrd="0" destOrd="0" presId="urn:microsoft.com/office/officeart/2008/layout/NameandTitleOrganizationalChart"/>
    <dgm:cxn modelId="{C9D9DB73-13CE-4F5F-ACF3-7D57F4FFFC88}" type="presParOf" srcId="{131BC927-18DA-4205-B895-1D2F1CAB4FBA}" destId="{B7A1ABF4-CA52-4A2E-9271-0C254FE4BFA2}" srcOrd="1" destOrd="0" presId="urn:microsoft.com/office/officeart/2008/layout/NameandTitleOrganizationalChart"/>
    <dgm:cxn modelId="{5EE943FE-0719-4527-A1FE-70E6581C3303}" type="presParOf" srcId="{B7A1ABF4-CA52-4A2E-9271-0C254FE4BFA2}" destId="{3ADA1315-E4E1-4DD8-933E-17D9392FF584}" srcOrd="0" destOrd="0" presId="urn:microsoft.com/office/officeart/2008/layout/NameandTitleOrganizationalChart"/>
    <dgm:cxn modelId="{7B61A7EC-D108-4A9E-9507-79AB2396327F}" type="presParOf" srcId="{3ADA1315-E4E1-4DD8-933E-17D9392FF584}" destId="{A6C88CBA-0083-49F6-831C-1C517D5D1B2D}" srcOrd="0" destOrd="0" presId="urn:microsoft.com/office/officeart/2008/layout/NameandTitleOrganizationalChart"/>
    <dgm:cxn modelId="{969AFAD8-DE32-4E3D-A5B2-5C9D3774142E}" type="presParOf" srcId="{3ADA1315-E4E1-4DD8-933E-17D9392FF584}" destId="{A80D9FDD-EA48-4A02-90DD-A1D3A2DE13E4}" srcOrd="1" destOrd="0" presId="urn:microsoft.com/office/officeart/2008/layout/NameandTitleOrganizationalChart"/>
    <dgm:cxn modelId="{A9ADD101-2768-4D0C-A6CB-1FEBB235F617}" type="presParOf" srcId="{3ADA1315-E4E1-4DD8-933E-17D9392FF584}" destId="{350281BA-5EB3-4736-B3BF-5D90431BD682}" srcOrd="2" destOrd="0" presId="urn:microsoft.com/office/officeart/2008/layout/NameandTitleOrganizationalChart"/>
    <dgm:cxn modelId="{5E1643E9-DCAF-4003-BF68-9AC7767ED660}" type="presParOf" srcId="{B7A1ABF4-CA52-4A2E-9271-0C254FE4BFA2}" destId="{0D11D8A6-C197-42A9-A336-08CDD884600D}" srcOrd="1" destOrd="0" presId="urn:microsoft.com/office/officeart/2008/layout/NameandTitleOrganizationalChart"/>
    <dgm:cxn modelId="{22316309-C430-4A91-80F9-851AB202A385}" type="presParOf" srcId="{0D11D8A6-C197-42A9-A336-08CDD884600D}" destId="{F1AEE4E6-E8C0-41B1-85BD-B3471650AFC3}" srcOrd="0" destOrd="0" presId="urn:microsoft.com/office/officeart/2008/layout/NameandTitleOrganizationalChart"/>
    <dgm:cxn modelId="{EC45DED2-318F-4D90-A20B-116B6396F842}" type="presParOf" srcId="{0D11D8A6-C197-42A9-A336-08CDD884600D}" destId="{DCD1CCA2-CD09-4BBD-A0CC-BF24D4B6B118}" srcOrd="1" destOrd="0" presId="urn:microsoft.com/office/officeart/2008/layout/NameandTitleOrganizationalChart"/>
    <dgm:cxn modelId="{52A6497F-D663-4136-B7B8-BFE50FEE0F6C}" type="presParOf" srcId="{DCD1CCA2-CD09-4BBD-A0CC-BF24D4B6B118}" destId="{D0406DD9-0440-442C-AAE5-3148C4A30F42}" srcOrd="0" destOrd="0" presId="urn:microsoft.com/office/officeart/2008/layout/NameandTitleOrganizationalChart"/>
    <dgm:cxn modelId="{D51B0FA0-1E66-406A-BD20-142AA04EC7FE}" type="presParOf" srcId="{D0406DD9-0440-442C-AAE5-3148C4A30F42}" destId="{CD014B1F-A4EC-4783-A219-15BB5A7C8DE8}" srcOrd="0" destOrd="0" presId="urn:microsoft.com/office/officeart/2008/layout/NameandTitleOrganizationalChart"/>
    <dgm:cxn modelId="{8980974F-4120-48EB-8824-649F8EB3E768}" type="presParOf" srcId="{D0406DD9-0440-442C-AAE5-3148C4A30F42}" destId="{E2A5E7D5-E3A0-48C4-BC46-4E82EC37AE77}" srcOrd="1" destOrd="0" presId="urn:microsoft.com/office/officeart/2008/layout/NameandTitleOrganizationalChart"/>
    <dgm:cxn modelId="{5FDAB100-73B3-452A-8004-9334D8148925}" type="presParOf" srcId="{D0406DD9-0440-442C-AAE5-3148C4A30F42}" destId="{6D5A40D6-FD13-457D-9760-15EA68C78352}" srcOrd="2" destOrd="0" presId="urn:microsoft.com/office/officeart/2008/layout/NameandTitleOrganizationalChart"/>
    <dgm:cxn modelId="{DBB8298B-C2BD-434E-82AB-17519E765B93}" type="presParOf" srcId="{DCD1CCA2-CD09-4BBD-A0CC-BF24D4B6B118}" destId="{9918F7A7-940D-42E2-892A-3EB536C4F590}" srcOrd="1" destOrd="0" presId="urn:microsoft.com/office/officeart/2008/layout/NameandTitleOrganizationalChart"/>
    <dgm:cxn modelId="{DF9A724A-0E0A-46C3-93C2-D32BBD78D4BA}" type="presParOf" srcId="{DCD1CCA2-CD09-4BBD-A0CC-BF24D4B6B118}" destId="{E02E9F44-928B-4E02-B024-9C049461CDD2}" srcOrd="2" destOrd="0" presId="urn:microsoft.com/office/officeart/2008/layout/NameandTitleOrganizationalChart"/>
    <dgm:cxn modelId="{F715C78A-8FF4-4378-B555-5F2F886C08DC}" type="presParOf" srcId="{0D11D8A6-C197-42A9-A336-08CDD884600D}" destId="{24CD9A3D-483A-46A9-83BE-F3222D24200F}" srcOrd="2" destOrd="0" presId="urn:microsoft.com/office/officeart/2008/layout/NameandTitleOrganizationalChart"/>
    <dgm:cxn modelId="{49A20ADA-C659-4C2E-9529-DC5A0B633E46}" type="presParOf" srcId="{0D11D8A6-C197-42A9-A336-08CDD884600D}" destId="{8E0098EB-6F53-48BD-A993-6C0FB03DE97C}" srcOrd="3" destOrd="0" presId="urn:microsoft.com/office/officeart/2008/layout/NameandTitleOrganizationalChart"/>
    <dgm:cxn modelId="{76933DE4-3B8F-4C94-8449-1D72E4ECFC05}" type="presParOf" srcId="{8E0098EB-6F53-48BD-A993-6C0FB03DE97C}" destId="{699DA1DE-DCE5-4617-8483-8225AE239412}" srcOrd="0" destOrd="0" presId="urn:microsoft.com/office/officeart/2008/layout/NameandTitleOrganizationalChart"/>
    <dgm:cxn modelId="{EF9A5B97-E1AD-4F5A-8435-813D92D9B2ED}" type="presParOf" srcId="{699DA1DE-DCE5-4617-8483-8225AE239412}" destId="{179C8B47-3B34-4E83-94E9-B9D06E6D01D8}" srcOrd="0" destOrd="0" presId="urn:microsoft.com/office/officeart/2008/layout/NameandTitleOrganizationalChart"/>
    <dgm:cxn modelId="{393239A1-261C-4295-8028-3DB116C5B1BB}" type="presParOf" srcId="{699DA1DE-DCE5-4617-8483-8225AE239412}" destId="{5839C88D-AA24-479C-AE5E-E19EB3B7A8E6}" srcOrd="1" destOrd="0" presId="urn:microsoft.com/office/officeart/2008/layout/NameandTitleOrganizationalChart"/>
    <dgm:cxn modelId="{C5D39839-54A7-4DD1-AC7D-F08BD54636A9}" type="presParOf" srcId="{699DA1DE-DCE5-4617-8483-8225AE239412}" destId="{D59BD82D-612C-4336-91AC-CD84B8D07489}" srcOrd="2" destOrd="0" presId="urn:microsoft.com/office/officeart/2008/layout/NameandTitleOrganizationalChart"/>
    <dgm:cxn modelId="{DB8C70C9-8B59-481F-8FCC-F05F3A01C2C9}" type="presParOf" srcId="{8E0098EB-6F53-48BD-A993-6C0FB03DE97C}" destId="{6EEB68A3-9D55-4610-847A-361F9F972DC2}" srcOrd="1" destOrd="0" presId="urn:microsoft.com/office/officeart/2008/layout/NameandTitleOrganizationalChart"/>
    <dgm:cxn modelId="{DEFB87AC-F583-4516-95DF-6F60FF92AE7C}" type="presParOf" srcId="{8E0098EB-6F53-48BD-A993-6C0FB03DE97C}" destId="{E78EED00-2EA3-4502-AB56-6F0FA890B1E3}" srcOrd="2" destOrd="0" presId="urn:microsoft.com/office/officeart/2008/layout/NameandTitleOrganizationalChart"/>
    <dgm:cxn modelId="{2437C3D8-F40B-485F-8BF2-684B5C6B1545}" type="presParOf" srcId="{B7A1ABF4-CA52-4A2E-9271-0C254FE4BFA2}" destId="{35A3FA2C-7629-47E6-B450-9A54F78B14D8}" srcOrd="2" destOrd="0" presId="urn:microsoft.com/office/officeart/2008/layout/NameandTitleOrganizationalChart"/>
  </dgm:cxnLst>
  <dgm:bg/>
  <dgm:whole>
    <a:ln w="28575"/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1AB3BEF-4E9A-4518-ACDD-33FD0AE4D51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2B1297C-DE17-48ED-8A98-832CAAA993A9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do</a:t>
          </a:r>
        </a:p>
      </dgm:t>
    </dgm:pt>
    <dgm:pt modelId="{4A111416-D816-478C-9042-0C58983D6459}" type="parTrans" cxnId="{FF86724D-D463-4287-ACFA-C8FE9151115F}">
      <dgm:prSet/>
      <dgm:spPr/>
      <dgm:t>
        <a:bodyPr/>
        <a:lstStyle/>
        <a:p>
          <a:endParaRPr lang="en-US" sz="1400"/>
        </a:p>
      </dgm:t>
    </dgm:pt>
    <dgm:pt modelId="{1585360E-EC85-477C-8ED0-CFE19B003A15}" type="sibTrans" cxnId="{FF86724D-D463-4287-ACFA-C8FE9151115F}">
      <dgm:prSet/>
      <dgm:spPr/>
      <dgm:t>
        <a:bodyPr/>
        <a:lstStyle/>
        <a:p>
          <a:endParaRPr lang="en-US" sz="1400"/>
        </a:p>
      </dgm:t>
    </dgm:pt>
    <dgm:pt modelId="{1999961A-A158-41B9-892A-FF08074DCA1F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do</a:t>
          </a:r>
        </a:p>
      </dgm:t>
    </dgm:pt>
    <dgm:pt modelId="{3CD224F7-0054-4C2F-870A-6D3BD9065B30}" type="parTrans" cxnId="{150E0B87-7919-4055-9CDE-7CF77EFE47B6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04DBA4E3-A5D4-4A61-8244-77E5DD8713AB}" type="sibTrans" cxnId="{150E0B87-7919-4055-9CDE-7CF77EFE47B6}">
      <dgm:prSet/>
      <dgm:spPr/>
      <dgm:t>
        <a:bodyPr/>
        <a:lstStyle/>
        <a:p>
          <a:endParaRPr lang="en-US" sz="1400"/>
        </a:p>
      </dgm:t>
    </dgm:pt>
    <dgm:pt modelId="{2C06ADE7-5307-4DE6-89A6-052FBB351176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;</a:t>
          </a:r>
        </a:p>
      </dgm:t>
    </dgm:pt>
    <dgm:pt modelId="{BC702283-4EDA-4120-9905-C375A1C46E56}" type="parTrans" cxnId="{534286EE-90AD-443D-977B-C1923C3724FE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5108CBB8-2F03-49DE-BCA7-8007EAE34074}" type="sibTrans" cxnId="{534286EE-90AD-443D-977B-C1923C3724FE}">
      <dgm:prSet/>
      <dgm:spPr/>
      <dgm:t>
        <a:bodyPr/>
        <a:lstStyle/>
        <a:p>
          <a:endParaRPr lang="en-US" sz="1400"/>
        </a:p>
      </dgm:t>
    </dgm:pt>
    <dgm:pt modelId="{70F762B7-1286-4353-968F-5DF6451A5804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C!5</a:t>
          </a:r>
        </a:p>
      </dgm:t>
    </dgm:pt>
    <dgm:pt modelId="{BCFE5F0C-4E46-473A-8BCD-7CA7AE42084B}" type="parTrans" cxnId="{DC0CD563-CB32-4DA9-8A99-F9300C6E521B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D0693A84-248E-449A-81B6-9313C99C60BF}" type="sibTrans" cxnId="{DC0CD563-CB32-4DA9-8A99-F9300C6E521B}">
      <dgm:prSet/>
      <dgm:spPr/>
      <dgm:t>
        <a:bodyPr/>
        <a:lstStyle/>
        <a:p>
          <a:endParaRPr lang="en-US" sz="1400"/>
        </a:p>
      </dgm:t>
    </dgm:pt>
    <dgm:pt modelId="{F51B53DC-4320-4ED6-858C-2F5107534023}">
      <dgm:prSet custT="1"/>
      <dgm:spPr/>
      <dgm:t>
        <a:bodyPr/>
        <a:lstStyle/>
        <a:p>
          <a:r>
            <a:rPr lang="en-US" sz="2000">
              <a:latin typeface="Consolas" panose="020B0609020204030204" pitchFamily="49" charset="0"/>
              <a:cs typeface="Dubai" panose="020B0503030403030204" pitchFamily="34" charset="-78"/>
            </a:rPr>
            <a:t>y:=3</a:t>
          </a:r>
        </a:p>
      </dgm:t>
    </dgm:pt>
    <dgm:pt modelId="{64EEFC98-ED88-48FD-BFEC-24CEC328320A}" type="parTrans" cxnId="{D0448BD5-814C-46FE-A687-5E77C4C2CEC9}">
      <dgm:prSet/>
      <dgm:spPr/>
      <dgm:t>
        <a:bodyPr/>
        <a:lstStyle/>
        <a:p>
          <a:endParaRPr lang="en-US" sz="1400">
            <a:latin typeface="Consolas" panose="020B0609020204030204" pitchFamily="49" charset="0"/>
            <a:cs typeface="Dubai" panose="020B0503030403030204" pitchFamily="34" charset="-78"/>
          </a:endParaRPr>
        </a:p>
      </dgm:t>
    </dgm:pt>
    <dgm:pt modelId="{6FA3741F-2053-40E6-9A5A-4A5C060E8C5A}" type="sibTrans" cxnId="{D0448BD5-814C-46FE-A687-5E77C4C2CEC9}">
      <dgm:prSet/>
      <dgm:spPr/>
      <dgm:t>
        <a:bodyPr/>
        <a:lstStyle/>
        <a:p>
          <a:endParaRPr lang="en-US" sz="1400"/>
        </a:p>
      </dgm:t>
    </dgm:pt>
    <dgm:pt modelId="{AB62F0D4-E629-40A7-998B-74964484BC39}" type="pres">
      <dgm:prSet presAssocID="{C1AB3BEF-4E9A-4518-ACDD-33FD0AE4D51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6805E9D-08A6-4958-AA1A-27107B5C8F19}" type="pres">
      <dgm:prSet presAssocID="{F2B1297C-DE17-48ED-8A98-832CAAA993A9}" presName="hierRoot1" presStyleCnt="0"/>
      <dgm:spPr/>
    </dgm:pt>
    <dgm:pt modelId="{1C2C8956-C7FA-46B0-A383-0E19C64C0802}" type="pres">
      <dgm:prSet presAssocID="{F2B1297C-DE17-48ED-8A98-832CAAA993A9}" presName="composite" presStyleCnt="0"/>
      <dgm:spPr/>
    </dgm:pt>
    <dgm:pt modelId="{397D6EC6-4644-401A-9F22-B974DF22B47E}" type="pres">
      <dgm:prSet presAssocID="{F2B1297C-DE17-48ED-8A98-832CAAA993A9}" presName="background" presStyleLbl="node0" presStyleIdx="0" presStyleCnt="1"/>
      <dgm:spPr/>
    </dgm:pt>
    <dgm:pt modelId="{AFEBE717-B193-4468-90E0-9F8DB6B5C2DF}" type="pres">
      <dgm:prSet presAssocID="{F2B1297C-DE17-48ED-8A98-832CAAA993A9}" presName="text" presStyleLbl="fgAcc0" presStyleIdx="0" presStyleCnt="1">
        <dgm:presLayoutVars>
          <dgm:chPref val="3"/>
        </dgm:presLayoutVars>
      </dgm:prSet>
      <dgm:spPr/>
    </dgm:pt>
    <dgm:pt modelId="{08073EDF-08E3-472B-AC5A-62484AFF394E}" type="pres">
      <dgm:prSet presAssocID="{F2B1297C-DE17-48ED-8A98-832CAAA993A9}" presName="hierChild2" presStyleCnt="0"/>
      <dgm:spPr/>
    </dgm:pt>
    <dgm:pt modelId="{6DB7DB62-3BD8-497D-A0EB-CEA3C0711517}" type="pres">
      <dgm:prSet presAssocID="{3CD224F7-0054-4C2F-870A-6D3BD9065B30}" presName="Name10" presStyleLbl="parChTrans1D2" presStyleIdx="0" presStyleCnt="1"/>
      <dgm:spPr/>
    </dgm:pt>
    <dgm:pt modelId="{777F9F15-591A-442A-9F86-A4462F88A261}" type="pres">
      <dgm:prSet presAssocID="{1999961A-A158-41B9-892A-FF08074DCA1F}" presName="hierRoot2" presStyleCnt="0"/>
      <dgm:spPr/>
    </dgm:pt>
    <dgm:pt modelId="{A6F95DD8-5633-4D53-945E-5296CD99300F}" type="pres">
      <dgm:prSet presAssocID="{1999961A-A158-41B9-892A-FF08074DCA1F}" presName="composite2" presStyleCnt="0"/>
      <dgm:spPr/>
    </dgm:pt>
    <dgm:pt modelId="{B5111652-4D32-41AC-9F73-2B41064FE0F4}" type="pres">
      <dgm:prSet presAssocID="{1999961A-A158-41B9-892A-FF08074DCA1F}" presName="background2" presStyleLbl="node2" presStyleIdx="0" presStyleCnt="1"/>
      <dgm:spPr/>
    </dgm:pt>
    <dgm:pt modelId="{C0F2DF10-1333-4199-AA9A-A70614E2704A}" type="pres">
      <dgm:prSet presAssocID="{1999961A-A158-41B9-892A-FF08074DCA1F}" presName="text2" presStyleLbl="fgAcc2" presStyleIdx="0" presStyleCnt="1">
        <dgm:presLayoutVars>
          <dgm:chPref val="3"/>
        </dgm:presLayoutVars>
      </dgm:prSet>
      <dgm:spPr/>
    </dgm:pt>
    <dgm:pt modelId="{030083E5-816F-4290-A622-C9F5A7706634}" type="pres">
      <dgm:prSet presAssocID="{1999961A-A158-41B9-892A-FF08074DCA1F}" presName="hierChild3" presStyleCnt="0"/>
      <dgm:spPr/>
    </dgm:pt>
    <dgm:pt modelId="{9A6C1B8A-6EFE-4D42-A609-7437993444CB}" type="pres">
      <dgm:prSet presAssocID="{BC702283-4EDA-4120-9905-C375A1C46E56}" presName="Name17" presStyleLbl="parChTrans1D3" presStyleIdx="0" presStyleCnt="1"/>
      <dgm:spPr/>
    </dgm:pt>
    <dgm:pt modelId="{0DD5D454-9CFD-42DF-A50C-EFEA272A5287}" type="pres">
      <dgm:prSet presAssocID="{2C06ADE7-5307-4DE6-89A6-052FBB351176}" presName="hierRoot3" presStyleCnt="0"/>
      <dgm:spPr/>
    </dgm:pt>
    <dgm:pt modelId="{15A40E6A-E911-413E-81B1-4B69AC0D755B}" type="pres">
      <dgm:prSet presAssocID="{2C06ADE7-5307-4DE6-89A6-052FBB351176}" presName="composite3" presStyleCnt="0"/>
      <dgm:spPr/>
    </dgm:pt>
    <dgm:pt modelId="{9CD04C41-595D-48FC-B041-1A3FAF0C35C0}" type="pres">
      <dgm:prSet presAssocID="{2C06ADE7-5307-4DE6-89A6-052FBB351176}" presName="background3" presStyleLbl="node3" presStyleIdx="0" presStyleCnt="1"/>
      <dgm:spPr/>
    </dgm:pt>
    <dgm:pt modelId="{E992996B-1E17-4050-B1C3-16AACCCED924}" type="pres">
      <dgm:prSet presAssocID="{2C06ADE7-5307-4DE6-89A6-052FBB351176}" presName="text3" presStyleLbl="fgAcc3" presStyleIdx="0" presStyleCnt="1">
        <dgm:presLayoutVars>
          <dgm:chPref val="3"/>
        </dgm:presLayoutVars>
      </dgm:prSet>
      <dgm:spPr/>
    </dgm:pt>
    <dgm:pt modelId="{91F9752B-DC0E-473B-BC4B-46FECEA5BF73}" type="pres">
      <dgm:prSet presAssocID="{2C06ADE7-5307-4DE6-89A6-052FBB351176}" presName="hierChild4" presStyleCnt="0"/>
      <dgm:spPr/>
    </dgm:pt>
    <dgm:pt modelId="{C39D0DEB-443C-483C-A765-664D19DC827D}" type="pres">
      <dgm:prSet presAssocID="{BCFE5F0C-4E46-473A-8BCD-7CA7AE42084B}" presName="Name23" presStyleLbl="parChTrans1D4" presStyleIdx="0" presStyleCnt="2"/>
      <dgm:spPr/>
    </dgm:pt>
    <dgm:pt modelId="{5FF10D2A-692E-48EC-B25D-2ADCC346DC39}" type="pres">
      <dgm:prSet presAssocID="{70F762B7-1286-4353-968F-5DF6451A5804}" presName="hierRoot4" presStyleCnt="0"/>
      <dgm:spPr/>
    </dgm:pt>
    <dgm:pt modelId="{078DFD26-3E96-4D22-9DFC-2B9E6CE4A43C}" type="pres">
      <dgm:prSet presAssocID="{70F762B7-1286-4353-968F-5DF6451A5804}" presName="composite4" presStyleCnt="0"/>
      <dgm:spPr/>
    </dgm:pt>
    <dgm:pt modelId="{5C16442A-0ACF-49C4-9BF2-D38F4B11409E}" type="pres">
      <dgm:prSet presAssocID="{70F762B7-1286-4353-968F-5DF6451A5804}" presName="background4" presStyleLbl="node4" presStyleIdx="0" presStyleCnt="2"/>
      <dgm:spPr/>
    </dgm:pt>
    <dgm:pt modelId="{D9539E8D-6D8F-4298-AF4A-89A7D2B6ACDD}" type="pres">
      <dgm:prSet presAssocID="{70F762B7-1286-4353-968F-5DF6451A5804}" presName="text4" presStyleLbl="fgAcc4" presStyleIdx="0" presStyleCnt="2">
        <dgm:presLayoutVars>
          <dgm:chPref val="3"/>
        </dgm:presLayoutVars>
      </dgm:prSet>
      <dgm:spPr/>
    </dgm:pt>
    <dgm:pt modelId="{BFCD20EE-FC03-4228-B188-245E51A915A0}" type="pres">
      <dgm:prSet presAssocID="{70F762B7-1286-4353-968F-5DF6451A5804}" presName="hierChild5" presStyleCnt="0"/>
      <dgm:spPr/>
    </dgm:pt>
    <dgm:pt modelId="{7F594A59-C364-44AF-9462-03C954F61974}" type="pres">
      <dgm:prSet presAssocID="{64EEFC98-ED88-48FD-BFEC-24CEC328320A}" presName="Name23" presStyleLbl="parChTrans1D4" presStyleIdx="1" presStyleCnt="2"/>
      <dgm:spPr/>
    </dgm:pt>
    <dgm:pt modelId="{B030B2D7-5173-4CF4-9F96-9140930F17B9}" type="pres">
      <dgm:prSet presAssocID="{F51B53DC-4320-4ED6-858C-2F5107534023}" presName="hierRoot4" presStyleCnt="0"/>
      <dgm:spPr/>
    </dgm:pt>
    <dgm:pt modelId="{D626BD9E-CE22-4587-AE3C-4C406589B49D}" type="pres">
      <dgm:prSet presAssocID="{F51B53DC-4320-4ED6-858C-2F5107534023}" presName="composite4" presStyleCnt="0"/>
      <dgm:spPr/>
    </dgm:pt>
    <dgm:pt modelId="{57E3BBFB-F69F-4ABA-9600-F32C910EABDC}" type="pres">
      <dgm:prSet presAssocID="{F51B53DC-4320-4ED6-858C-2F5107534023}" presName="background4" presStyleLbl="node4" presStyleIdx="1" presStyleCnt="2"/>
      <dgm:spPr/>
    </dgm:pt>
    <dgm:pt modelId="{52A24188-7191-40C2-B5CD-0ED91BF3AA28}" type="pres">
      <dgm:prSet presAssocID="{F51B53DC-4320-4ED6-858C-2F5107534023}" presName="text4" presStyleLbl="fgAcc4" presStyleIdx="1" presStyleCnt="2" custScaleX="184555">
        <dgm:presLayoutVars>
          <dgm:chPref val="3"/>
        </dgm:presLayoutVars>
      </dgm:prSet>
      <dgm:spPr/>
    </dgm:pt>
    <dgm:pt modelId="{90CF3781-4EA0-4456-B84B-E8993C44A2CE}" type="pres">
      <dgm:prSet presAssocID="{F51B53DC-4320-4ED6-858C-2F5107534023}" presName="hierChild5" presStyleCnt="0"/>
      <dgm:spPr/>
    </dgm:pt>
  </dgm:ptLst>
  <dgm:cxnLst>
    <dgm:cxn modelId="{5C428616-EC61-46DE-834B-14B41465D0CC}" type="presOf" srcId="{3CD224F7-0054-4C2F-870A-6D3BD9065B30}" destId="{6DB7DB62-3BD8-497D-A0EB-CEA3C0711517}" srcOrd="0" destOrd="0" presId="urn:microsoft.com/office/officeart/2005/8/layout/hierarchy1"/>
    <dgm:cxn modelId="{F318F61E-0927-476F-98B5-2A05A60D3560}" type="presOf" srcId="{F2B1297C-DE17-48ED-8A98-832CAAA993A9}" destId="{AFEBE717-B193-4468-90E0-9F8DB6B5C2DF}" srcOrd="0" destOrd="0" presId="urn:microsoft.com/office/officeart/2005/8/layout/hierarchy1"/>
    <dgm:cxn modelId="{DC0CD563-CB32-4DA9-8A99-F9300C6E521B}" srcId="{2C06ADE7-5307-4DE6-89A6-052FBB351176}" destId="{70F762B7-1286-4353-968F-5DF6451A5804}" srcOrd="0" destOrd="0" parTransId="{BCFE5F0C-4E46-473A-8BCD-7CA7AE42084B}" sibTransId="{D0693A84-248E-449A-81B6-9313C99C60BF}"/>
    <dgm:cxn modelId="{FF86724D-D463-4287-ACFA-C8FE9151115F}" srcId="{C1AB3BEF-4E9A-4518-ACDD-33FD0AE4D51B}" destId="{F2B1297C-DE17-48ED-8A98-832CAAA993A9}" srcOrd="0" destOrd="0" parTransId="{4A111416-D816-478C-9042-0C58983D6459}" sibTransId="{1585360E-EC85-477C-8ED0-CFE19B003A15}"/>
    <dgm:cxn modelId="{B6634D76-25FF-44B4-AA72-54F960A39B67}" type="presOf" srcId="{2C06ADE7-5307-4DE6-89A6-052FBB351176}" destId="{E992996B-1E17-4050-B1C3-16AACCCED924}" srcOrd="0" destOrd="0" presId="urn:microsoft.com/office/officeart/2005/8/layout/hierarchy1"/>
    <dgm:cxn modelId="{7CB65656-9B4C-4D1C-9431-DF459B9A61CE}" type="presOf" srcId="{1999961A-A158-41B9-892A-FF08074DCA1F}" destId="{C0F2DF10-1333-4199-AA9A-A70614E2704A}" srcOrd="0" destOrd="0" presId="urn:microsoft.com/office/officeart/2005/8/layout/hierarchy1"/>
    <dgm:cxn modelId="{150E0B87-7919-4055-9CDE-7CF77EFE47B6}" srcId="{F2B1297C-DE17-48ED-8A98-832CAAA993A9}" destId="{1999961A-A158-41B9-892A-FF08074DCA1F}" srcOrd="0" destOrd="0" parTransId="{3CD224F7-0054-4C2F-870A-6D3BD9065B30}" sibTransId="{04DBA4E3-A5D4-4A61-8244-77E5DD8713AB}"/>
    <dgm:cxn modelId="{602AB8A4-B3CF-405C-A5D2-449C7BA31CFA}" type="presOf" srcId="{70F762B7-1286-4353-968F-5DF6451A5804}" destId="{D9539E8D-6D8F-4298-AF4A-89A7D2B6ACDD}" srcOrd="0" destOrd="0" presId="urn:microsoft.com/office/officeart/2005/8/layout/hierarchy1"/>
    <dgm:cxn modelId="{053472B2-96F4-4240-B254-CF8638A057DC}" type="presOf" srcId="{C1AB3BEF-4E9A-4518-ACDD-33FD0AE4D51B}" destId="{AB62F0D4-E629-40A7-998B-74964484BC39}" srcOrd="0" destOrd="0" presId="urn:microsoft.com/office/officeart/2005/8/layout/hierarchy1"/>
    <dgm:cxn modelId="{D0448BD5-814C-46FE-A687-5E77C4C2CEC9}" srcId="{2C06ADE7-5307-4DE6-89A6-052FBB351176}" destId="{F51B53DC-4320-4ED6-858C-2F5107534023}" srcOrd="1" destOrd="0" parTransId="{64EEFC98-ED88-48FD-BFEC-24CEC328320A}" sibTransId="{6FA3741F-2053-40E6-9A5A-4A5C060E8C5A}"/>
    <dgm:cxn modelId="{C8D121DF-DE36-48F0-BF2F-F4E62B35595E}" type="presOf" srcId="{64EEFC98-ED88-48FD-BFEC-24CEC328320A}" destId="{7F594A59-C364-44AF-9462-03C954F61974}" srcOrd="0" destOrd="0" presId="urn:microsoft.com/office/officeart/2005/8/layout/hierarchy1"/>
    <dgm:cxn modelId="{E0A045E2-2FC4-4FDE-901A-F0BD04326728}" type="presOf" srcId="{BC702283-4EDA-4120-9905-C375A1C46E56}" destId="{9A6C1B8A-6EFE-4D42-A609-7437993444CB}" srcOrd="0" destOrd="0" presId="urn:microsoft.com/office/officeart/2005/8/layout/hierarchy1"/>
    <dgm:cxn modelId="{0EA978E3-9259-424B-8A5C-11A143AD9F36}" type="presOf" srcId="{BCFE5F0C-4E46-473A-8BCD-7CA7AE42084B}" destId="{C39D0DEB-443C-483C-A765-664D19DC827D}" srcOrd="0" destOrd="0" presId="urn:microsoft.com/office/officeart/2005/8/layout/hierarchy1"/>
    <dgm:cxn modelId="{534286EE-90AD-443D-977B-C1923C3724FE}" srcId="{1999961A-A158-41B9-892A-FF08074DCA1F}" destId="{2C06ADE7-5307-4DE6-89A6-052FBB351176}" srcOrd="0" destOrd="0" parTransId="{BC702283-4EDA-4120-9905-C375A1C46E56}" sibTransId="{5108CBB8-2F03-49DE-BCA7-8007EAE34074}"/>
    <dgm:cxn modelId="{C870A6F7-199D-43B8-B71C-FF27F1AA8158}" type="presOf" srcId="{F51B53DC-4320-4ED6-858C-2F5107534023}" destId="{52A24188-7191-40C2-B5CD-0ED91BF3AA28}" srcOrd="0" destOrd="0" presId="urn:microsoft.com/office/officeart/2005/8/layout/hierarchy1"/>
    <dgm:cxn modelId="{557F413E-0420-4CC5-B3AB-7731755FC579}" type="presParOf" srcId="{AB62F0D4-E629-40A7-998B-74964484BC39}" destId="{26805E9D-08A6-4958-AA1A-27107B5C8F19}" srcOrd="0" destOrd="0" presId="urn:microsoft.com/office/officeart/2005/8/layout/hierarchy1"/>
    <dgm:cxn modelId="{EA7F1639-5571-4686-9999-02D873A2AEF0}" type="presParOf" srcId="{26805E9D-08A6-4958-AA1A-27107B5C8F19}" destId="{1C2C8956-C7FA-46B0-A383-0E19C64C0802}" srcOrd="0" destOrd="0" presId="urn:microsoft.com/office/officeart/2005/8/layout/hierarchy1"/>
    <dgm:cxn modelId="{13710722-FC87-4EFA-84BD-C41747BB5A68}" type="presParOf" srcId="{1C2C8956-C7FA-46B0-A383-0E19C64C0802}" destId="{397D6EC6-4644-401A-9F22-B974DF22B47E}" srcOrd="0" destOrd="0" presId="urn:microsoft.com/office/officeart/2005/8/layout/hierarchy1"/>
    <dgm:cxn modelId="{B7954787-21C3-44C4-A8FE-99CD2BE65187}" type="presParOf" srcId="{1C2C8956-C7FA-46B0-A383-0E19C64C0802}" destId="{AFEBE717-B193-4468-90E0-9F8DB6B5C2DF}" srcOrd="1" destOrd="0" presId="urn:microsoft.com/office/officeart/2005/8/layout/hierarchy1"/>
    <dgm:cxn modelId="{78D15C03-38C1-49EB-B1BB-51D42C2FA5B0}" type="presParOf" srcId="{26805E9D-08A6-4958-AA1A-27107B5C8F19}" destId="{08073EDF-08E3-472B-AC5A-62484AFF394E}" srcOrd="1" destOrd="0" presId="urn:microsoft.com/office/officeart/2005/8/layout/hierarchy1"/>
    <dgm:cxn modelId="{CE877EE3-A083-477F-89B4-50E14ECB251D}" type="presParOf" srcId="{08073EDF-08E3-472B-AC5A-62484AFF394E}" destId="{6DB7DB62-3BD8-497D-A0EB-CEA3C0711517}" srcOrd="0" destOrd="0" presId="urn:microsoft.com/office/officeart/2005/8/layout/hierarchy1"/>
    <dgm:cxn modelId="{D2FED166-360C-4F87-867B-44C8AB5E9037}" type="presParOf" srcId="{08073EDF-08E3-472B-AC5A-62484AFF394E}" destId="{777F9F15-591A-442A-9F86-A4462F88A261}" srcOrd="1" destOrd="0" presId="urn:microsoft.com/office/officeart/2005/8/layout/hierarchy1"/>
    <dgm:cxn modelId="{7B83F027-02EE-42BA-B758-2050B092AC3B}" type="presParOf" srcId="{777F9F15-591A-442A-9F86-A4462F88A261}" destId="{A6F95DD8-5633-4D53-945E-5296CD99300F}" srcOrd="0" destOrd="0" presId="urn:microsoft.com/office/officeart/2005/8/layout/hierarchy1"/>
    <dgm:cxn modelId="{E6B035A4-9D51-4CD3-AD3D-3503C621EBAA}" type="presParOf" srcId="{A6F95DD8-5633-4D53-945E-5296CD99300F}" destId="{B5111652-4D32-41AC-9F73-2B41064FE0F4}" srcOrd="0" destOrd="0" presId="urn:microsoft.com/office/officeart/2005/8/layout/hierarchy1"/>
    <dgm:cxn modelId="{3843725A-03F3-4C6D-9892-E242FE6B80ED}" type="presParOf" srcId="{A6F95DD8-5633-4D53-945E-5296CD99300F}" destId="{C0F2DF10-1333-4199-AA9A-A70614E2704A}" srcOrd="1" destOrd="0" presId="urn:microsoft.com/office/officeart/2005/8/layout/hierarchy1"/>
    <dgm:cxn modelId="{EAB80699-7B3E-4C74-9247-5F5D5DBD5C5F}" type="presParOf" srcId="{777F9F15-591A-442A-9F86-A4462F88A261}" destId="{030083E5-816F-4290-A622-C9F5A7706634}" srcOrd="1" destOrd="0" presId="urn:microsoft.com/office/officeart/2005/8/layout/hierarchy1"/>
    <dgm:cxn modelId="{9B6BCCFF-9C0C-485D-9B65-D70428F23E39}" type="presParOf" srcId="{030083E5-816F-4290-A622-C9F5A7706634}" destId="{9A6C1B8A-6EFE-4D42-A609-7437993444CB}" srcOrd="0" destOrd="0" presId="urn:microsoft.com/office/officeart/2005/8/layout/hierarchy1"/>
    <dgm:cxn modelId="{B4D8EF9E-159B-4335-9BE7-27A9EDDFBECA}" type="presParOf" srcId="{030083E5-816F-4290-A622-C9F5A7706634}" destId="{0DD5D454-9CFD-42DF-A50C-EFEA272A5287}" srcOrd="1" destOrd="0" presId="urn:microsoft.com/office/officeart/2005/8/layout/hierarchy1"/>
    <dgm:cxn modelId="{DA261443-C30B-49A1-959E-C4C784F37376}" type="presParOf" srcId="{0DD5D454-9CFD-42DF-A50C-EFEA272A5287}" destId="{15A40E6A-E911-413E-81B1-4B69AC0D755B}" srcOrd="0" destOrd="0" presId="urn:microsoft.com/office/officeart/2005/8/layout/hierarchy1"/>
    <dgm:cxn modelId="{086CF507-57DE-457A-A18B-AABBC5B04EB0}" type="presParOf" srcId="{15A40E6A-E911-413E-81B1-4B69AC0D755B}" destId="{9CD04C41-595D-48FC-B041-1A3FAF0C35C0}" srcOrd="0" destOrd="0" presId="urn:microsoft.com/office/officeart/2005/8/layout/hierarchy1"/>
    <dgm:cxn modelId="{590792E2-9C9D-4AA7-8515-E8D3472786AD}" type="presParOf" srcId="{15A40E6A-E911-413E-81B1-4B69AC0D755B}" destId="{E992996B-1E17-4050-B1C3-16AACCCED924}" srcOrd="1" destOrd="0" presId="urn:microsoft.com/office/officeart/2005/8/layout/hierarchy1"/>
    <dgm:cxn modelId="{967CE16C-73CC-44C3-A861-D1160E7D9D6A}" type="presParOf" srcId="{0DD5D454-9CFD-42DF-A50C-EFEA272A5287}" destId="{91F9752B-DC0E-473B-BC4B-46FECEA5BF73}" srcOrd="1" destOrd="0" presId="urn:microsoft.com/office/officeart/2005/8/layout/hierarchy1"/>
    <dgm:cxn modelId="{63CFDC51-6D3D-4A1D-9791-3ECF6BCF041C}" type="presParOf" srcId="{91F9752B-DC0E-473B-BC4B-46FECEA5BF73}" destId="{C39D0DEB-443C-483C-A765-664D19DC827D}" srcOrd="0" destOrd="0" presId="urn:microsoft.com/office/officeart/2005/8/layout/hierarchy1"/>
    <dgm:cxn modelId="{17777B4A-43FA-48BC-AD16-5868C79BDF59}" type="presParOf" srcId="{91F9752B-DC0E-473B-BC4B-46FECEA5BF73}" destId="{5FF10D2A-692E-48EC-B25D-2ADCC346DC39}" srcOrd="1" destOrd="0" presId="urn:microsoft.com/office/officeart/2005/8/layout/hierarchy1"/>
    <dgm:cxn modelId="{5D125882-A21B-4DA5-A5CE-02F5A928FECC}" type="presParOf" srcId="{5FF10D2A-692E-48EC-B25D-2ADCC346DC39}" destId="{078DFD26-3E96-4D22-9DFC-2B9E6CE4A43C}" srcOrd="0" destOrd="0" presId="urn:microsoft.com/office/officeart/2005/8/layout/hierarchy1"/>
    <dgm:cxn modelId="{9102497C-07E1-4982-A4E2-223D08288C9E}" type="presParOf" srcId="{078DFD26-3E96-4D22-9DFC-2B9E6CE4A43C}" destId="{5C16442A-0ACF-49C4-9BF2-D38F4B11409E}" srcOrd="0" destOrd="0" presId="urn:microsoft.com/office/officeart/2005/8/layout/hierarchy1"/>
    <dgm:cxn modelId="{F55C38EB-BC00-4A34-88DC-930A3509FDA4}" type="presParOf" srcId="{078DFD26-3E96-4D22-9DFC-2B9E6CE4A43C}" destId="{D9539E8D-6D8F-4298-AF4A-89A7D2B6ACDD}" srcOrd="1" destOrd="0" presId="urn:microsoft.com/office/officeart/2005/8/layout/hierarchy1"/>
    <dgm:cxn modelId="{19B34340-A84D-402F-A759-A0B2AB4F9D58}" type="presParOf" srcId="{5FF10D2A-692E-48EC-B25D-2ADCC346DC39}" destId="{BFCD20EE-FC03-4228-B188-245E51A915A0}" srcOrd="1" destOrd="0" presId="urn:microsoft.com/office/officeart/2005/8/layout/hierarchy1"/>
    <dgm:cxn modelId="{83A9535B-8608-4D89-80EB-E99E0120CAD8}" type="presParOf" srcId="{91F9752B-DC0E-473B-BC4B-46FECEA5BF73}" destId="{7F594A59-C364-44AF-9462-03C954F61974}" srcOrd="2" destOrd="0" presId="urn:microsoft.com/office/officeart/2005/8/layout/hierarchy1"/>
    <dgm:cxn modelId="{6693D28B-7E92-4273-8743-611EBDA96603}" type="presParOf" srcId="{91F9752B-DC0E-473B-BC4B-46FECEA5BF73}" destId="{B030B2D7-5173-4CF4-9F96-9140930F17B9}" srcOrd="3" destOrd="0" presId="urn:microsoft.com/office/officeart/2005/8/layout/hierarchy1"/>
    <dgm:cxn modelId="{3428C7DC-CB61-4440-9ABB-99E745D0BB1C}" type="presParOf" srcId="{B030B2D7-5173-4CF4-9F96-9140930F17B9}" destId="{D626BD9E-CE22-4587-AE3C-4C406589B49D}" srcOrd="0" destOrd="0" presId="urn:microsoft.com/office/officeart/2005/8/layout/hierarchy1"/>
    <dgm:cxn modelId="{7D5B12BD-D617-4174-AD90-2D91C465714F}" type="presParOf" srcId="{D626BD9E-CE22-4587-AE3C-4C406589B49D}" destId="{57E3BBFB-F69F-4ABA-9600-F32C910EABDC}" srcOrd="0" destOrd="0" presId="urn:microsoft.com/office/officeart/2005/8/layout/hierarchy1"/>
    <dgm:cxn modelId="{37549E44-476C-47F8-9929-438A78A5D01E}" type="presParOf" srcId="{D626BD9E-CE22-4587-AE3C-4C406589B49D}" destId="{52A24188-7191-40C2-B5CD-0ED91BF3AA28}" srcOrd="1" destOrd="0" presId="urn:microsoft.com/office/officeart/2005/8/layout/hierarchy1"/>
    <dgm:cxn modelId="{2169FF5E-93A6-44CF-8511-0D77A5AF6384}" type="presParOf" srcId="{B030B2D7-5173-4CF4-9F96-9140930F17B9}" destId="{90CF3781-4EA0-4456-B84B-E8993C44A2CE}" srcOrd="1" destOrd="0" presId="urn:microsoft.com/office/officeart/2005/8/layout/hierarchy1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08F14D-80AC-4CAF-B6FB-402B17E2B664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4F9EA4-1566-4DE0-91DE-49C217120450}" type="asst">
      <dgm:prSet phldrT="[Text]" custT="1"/>
      <dgm:spPr>
        <a:solidFill>
          <a:schemeClr val="accent3">
            <a:lumMod val="40000"/>
            <a:lumOff val="60000"/>
          </a:schemeClr>
        </a:solidFill>
        <a:ln w="28575"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400">
              <a:solidFill>
                <a:schemeClr val="accent2">
                  <a:lumMod val="50000"/>
                </a:schemeClr>
              </a:solidFill>
            </a:rPr>
            <a:t>if</a:t>
          </a:r>
        </a:p>
      </dgm:t>
    </dgm:pt>
    <dgm:pt modelId="{D8CE8F8C-21FD-4D8D-9F5B-E26F85C2F2AF}" type="parTrans" cxnId="{C48CC0CC-8C86-4B08-9543-8F6B9431BFFF}">
      <dgm:prSet/>
      <dgm:spPr/>
      <dgm:t>
        <a:bodyPr/>
        <a:lstStyle/>
        <a:p>
          <a:endParaRPr lang="en-US"/>
        </a:p>
      </dgm:t>
    </dgm:pt>
    <dgm:pt modelId="{3E7AA560-B7AA-4BE7-9F8E-09B1336DF021}" type="sibTrans" cxnId="{C48CC0CC-8C86-4B08-9543-8F6B9431BFF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7988153-C164-4C5B-99B1-552B42525752}">
          <dgm:prSet phldrT="[Text]" custT="1"/>
          <dgm:spPr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GB" sz="12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GB" sz="1200" b="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m:oMathPara>
              </a14:m>
              <a:endParaRPr lang="en-US" sz="1200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Choice>
      <mc:Fallback xmlns="">
        <dgm:pt modelId="{47988153-C164-4C5B-99B1-552B42525752}">
          <dgm:prSet phldrT="[Text]" custT="1"/>
          <dgm:spPr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GB" sz="1200" i="0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𝑥≔</a:t>
              </a:r>
              <a:r>
                <a:rPr lang="en-GB" sz="1200" b="0" i="0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𝑥+𝑦</a:t>
              </a:r>
              <a:endParaRPr lang="en-US" sz="1200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Fallback>
    </mc:AlternateContent>
    <dgm:pt modelId="{F55CA5C2-1454-4DD3-AA1D-232666BEEBDD}" type="parTrans" cxnId="{75B7C756-69B0-466B-8866-96643362314E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76026D4F-CEBB-4A3D-9452-5B04D3EBEECA}" type="sibTrans" cxnId="{75B7C756-69B0-466B-8866-96643362314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823D6E63-ABFA-4C34-9200-880D9AF5ED4A}">
      <dgm:prSet phldrT="[Text]"/>
      <dgm:spPr>
        <a:solidFill>
          <a:schemeClr val="accent3">
            <a:lumMod val="40000"/>
            <a:lumOff val="60000"/>
          </a:schemeClr>
        </a:solidFill>
        <a:ln w="28575"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b="0">
              <a:solidFill>
                <a:schemeClr val="accent2">
                  <a:lumMod val="50000"/>
                </a:schemeClr>
              </a:solidFill>
            </a:rPr>
            <a:t>;</a:t>
          </a:r>
          <a:endParaRPr lang="en-US">
            <a:solidFill>
              <a:schemeClr val="accent2">
                <a:lumMod val="50000"/>
              </a:schemeClr>
            </a:solidFill>
          </a:endParaRPr>
        </a:p>
      </dgm:t>
    </dgm:pt>
    <dgm:pt modelId="{5ECF2B8A-7029-4B8C-B014-3505B3CBC6B7}" type="parTrans" cxnId="{2E6BC441-5230-468C-BC53-43EA25D6776D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32FB5A93-96C9-48D8-A87F-E8B44D512175}" type="sibTrans" cxnId="{2E6BC441-5230-468C-BC53-43EA25D6776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44BA49C-A3DA-4CF8-AE07-94E3ADA1E855}">
          <dgm:prSet phldrT="[Text]" custT="1"/>
          <dgm:spPr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GB" sz="1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GB" sz="1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m:oMathPara>
              </a14:m>
              <a:endParaRPr lang="en-US" sz="1200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Choice>
      <mc:Fallback xmlns="">
        <dgm:pt modelId="{244BA49C-A3DA-4CF8-AE07-94E3ADA1E855}">
          <dgm:prSet phldrT="[Text]" custT="1"/>
          <dgm:spPr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GB" sz="1200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𝑥≔0</a:t>
              </a:r>
              <a:endParaRPr lang="en-US" sz="1200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Fallback>
    </mc:AlternateContent>
    <dgm:pt modelId="{A477C5E0-54EE-4374-AF29-8A54B73B5C78}" type="parTrans" cxnId="{AEAED0AD-1622-4623-BA69-838F76E11391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B448E6C5-ED07-4344-93BA-F119AADF4119}" type="sibTrans" cxnId="{AEAED0AD-1622-4623-BA69-838F76E11391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E863596-838E-45E5-A94A-B1DD3C8566D6}">
          <dgm:prSet phldrT="[Text]" custT="1"/>
          <dgm:spPr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GB" sz="1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he-IL" sz="1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GB" sz="1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m:oMathPara>
              </a14:m>
              <a:endParaRPr lang="en-US" sz="1200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Choice>
      <mc:Fallback xmlns="">
        <dgm:pt modelId="{EE863596-838E-45E5-A94A-B1DD3C8566D6}">
          <dgm:prSet phldrT="[Text]" custT="1"/>
          <dgm:spPr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dgm:spPr>
          <dgm:t>
            <a:bodyPr lIns="0" tIns="0" rIns="0" bIns="0" anchor="ctr" anchorCtr="0"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GB" sz="1200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𝑦</a:t>
              </a:r>
              <a:r>
                <a:rPr lang="he-IL" sz="1200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≔</a:t>
              </a:r>
              <a:r>
                <a:rPr lang="en-GB" sz="1200" b="0" i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rPr>
                <a:t>𝑥</a:t>
              </a:r>
              <a:endParaRPr lang="en-US" sz="1200">
                <a:solidFill>
                  <a:schemeClr val="accent2">
                    <a:lumMod val="50000"/>
                  </a:schemeClr>
                </a:solidFill>
              </a:endParaRPr>
            </a:p>
          </dgm:t>
        </dgm:pt>
      </mc:Fallback>
    </mc:AlternateContent>
    <dgm:pt modelId="{1489F9D9-7C28-4C7D-834C-594D52F3C195}" type="parTrans" cxnId="{76910400-1F4A-4ADD-9789-0084DC943FCD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00B26A04-3AC3-47CA-97AA-8931C7B475D4}" type="sibTrans" cxnId="{76910400-1F4A-4ADD-9789-0084DC943FC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5AB05D2B-1F8F-41A9-B777-8D160DDA5325}" type="pres">
      <dgm:prSet presAssocID="{CD08F14D-80AC-4CAF-B6FB-402B17E2B66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E4B5F93-C4CF-42D6-AE37-57221A6EE39C}" type="pres">
      <dgm:prSet presAssocID="{194F9EA4-1566-4DE0-91DE-49C217120450}" presName="hierRoot1" presStyleCnt="0">
        <dgm:presLayoutVars>
          <dgm:hierBranch val="init"/>
        </dgm:presLayoutVars>
      </dgm:prSet>
      <dgm:spPr/>
    </dgm:pt>
    <dgm:pt modelId="{F4147AE4-576E-4754-8F1F-65FE6412687F}" type="pres">
      <dgm:prSet presAssocID="{194F9EA4-1566-4DE0-91DE-49C217120450}" presName="rootComposite1" presStyleCnt="0"/>
      <dgm:spPr/>
    </dgm:pt>
    <dgm:pt modelId="{E0165E0A-F318-4FB7-A0BB-9B950B56EB12}" type="pres">
      <dgm:prSet presAssocID="{194F9EA4-1566-4DE0-91DE-49C217120450}" presName="rootText1" presStyleLbl="node0" presStyleIdx="0" presStyleCnt="1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17530E06-F3D4-45AD-A97E-8C070FCF707A}" type="pres">
      <dgm:prSet presAssocID="{194F9EA4-1566-4DE0-91DE-49C217120450}" presName="titleText1" presStyleLbl="fgAcc0" presStyleIdx="0" presStyleCnt="1">
        <dgm:presLayoutVars>
          <dgm:chMax val="0"/>
          <dgm:chPref val="0"/>
        </dgm:presLayoutVars>
      </dgm:prSet>
      <dgm:spPr/>
    </dgm:pt>
    <dgm:pt modelId="{2E5BB9A3-C20A-4EA6-ACCE-570424191ADC}" type="pres">
      <dgm:prSet presAssocID="{194F9EA4-1566-4DE0-91DE-49C217120450}" presName="rootConnector1" presStyleLbl="asst0" presStyleIdx="0" presStyleCnt="0"/>
      <dgm:spPr/>
    </dgm:pt>
    <dgm:pt modelId="{4E8AD8C6-4CDD-4F46-9811-F8D39FD7E81C}" type="pres">
      <dgm:prSet presAssocID="{194F9EA4-1566-4DE0-91DE-49C217120450}" presName="hierChild2" presStyleCnt="0"/>
      <dgm:spPr/>
    </dgm:pt>
    <dgm:pt modelId="{F1AEE4E6-E8C0-41B1-85BD-B3471650AFC3}" type="pres">
      <dgm:prSet presAssocID="{F55CA5C2-1454-4DD3-AA1D-232666BEEBDD}" presName="Name37" presStyleLbl="parChTrans1D2" presStyleIdx="0" presStyleCnt="2"/>
      <dgm:spPr/>
    </dgm:pt>
    <dgm:pt modelId="{DCD1CCA2-CD09-4BBD-A0CC-BF24D4B6B118}" type="pres">
      <dgm:prSet presAssocID="{47988153-C164-4C5B-99B1-552B42525752}" presName="hierRoot2" presStyleCnt="0">
        <dgm:presLayoutVars>
          <dgm:hierBranch val="init"/>
        </dgm:presLayoutVars>
      </dgm:prSet>
      <dgm:spPr/>
    </dgm:pt>
    <dgm:pt modelId="{D0406DD9-0440-442C-AAE5-3148C4A30F42}" type="pres">
      <dgm:prSet presAssocID="{47988153-C164-4C5B-99B1-552B42525752}" presName="rootComposite" presStyleCnt="0"/>
      <dgm:spPr/>
    </dgm:pt>
    <dgm:pt modelId="{CD014B1F-A4EC-4783-A219-15BB5A7C8DE8}" type="pres">
      <dgm:prSet presAssocID="{47988153-C164-4C5B-99B1-552B42525752}" presName="rootText" presStyleLbl="node1" presStyleIdx="0" presStyleCnt="4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2A5E7D5-E3A0-48C4-BC46-4E82EC37AE77}" type="pres">
      <dgm:prSet presAssocID="{47988153-C164-4C5B-99B1-552B42525752}" presName="titleText2" presStyleLbl="fgAcc1" presStyleIdx="0" presStyleCnt="4">
        <dgm:presLayoutVars>
          <dgm:chMax val="0"/>
          <dgm:chPref val="0"/>
        </dgm:presLayoutVars>
      </dgm:prSet>
      <dgm:spPr/>
    </dgm:pt>
    <dgm:pt modelId="{6D5A40D6-FD13-457D-9760-15EA68C78352}" type="pres">
      <dgm:prSet presAssocID="{47988153-C164-4C5B-99B1-552B42525752}" presName="rootConnector" presStyleLbl="node2" presStyleIdx="0" presStyleCnt="0"/>
      <dgm:spPr/>
    </dgm:pt>
    <dgm:pt modelId="{9918F7A7-940D-42E2-892A-3EB536C4F590}" type="pres">
      <dgm:prSet presAssocID="{47988153-C164-4C5B-99B1-552B42525752}" presName="hierChild4" presStyleCnt="0"/>
      <dgm:spPr/>
    </dgm:pt>
    <dgm:pt modelId="{E02E9F44-928B-4E02-B024-9C049461CDD2}" type="pres">
      <dgm:prSet presAssocID="{47988153-C164-4C5B-99B1-552B42525752}" presName="hierChild5" presStyleCnt="0"/>
      <dgm:spPr/>
    </dgm:pt>
    <dgm:pt modelId="{24CD9A3D-483A-46A9-83BE-F3222D24200F}" type="pres">
      <dgm:prSet presAssocID="{5ECF2B8A-7029-4B8C-B014-3505B3CBC6B7}" presName="Name37" presStyleLbl="parChTrans1D2" presStyleIdx="1" presStyleCnt="2"/>
      <dgm:spPr/>
    </dgm:pt>
    <dgm:pt modelId="{8E0098EB-6F53-48BD-A993-6C0FB03DE97C}" type="pres">
      <dgm:prSet presAssocID="{823D6E63-ABFA-4C34-9200-880D9AF5ED4A}" presName="hierRoot2" presStyleCnt="0">
        <dgm:presLayoutVars>
          <dgm:hierBranch val="init"/>
        </dgm:presLayoutVars>
      </dgm:prSet>
      <dgm:spPr/>
    </dgm:pt>
    <dgm:pt modelId="{699DA1DE-DCE5-4617-8483-8225AE239412}" type="pres">
      <dgm:prSet presAssocID="{823D6E63-ABFA-4C34-9200-880D9AF5ED4A}" presName="rootComposite" presStyleCnt="0"/>
      <dgm:spPr/>
    </dgm:pt>
    <dgm:pt modelId="{179C8B47-3B34-4E83-94E9-B9D06E6D01D8}" type="pres">
      <dgm:prSet presAssocID="{823D6E63-ABFA-4C34-9200-880D9AF5ED4A}" presName="rootText" presStyleLbl="node1" presStyleIdx="1" presStyleCnt="4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5839C88D-AA24-479C-AE5E-E19EB3B7A8E6}" type="pres">
      <dgm:prSet presAssocID="{823D6E63-ABFA-4C34-9200-880D9AF5ED4A}" presName="titleText2" presStyleLbl="fgAcc1" presStyleIdx="1" presStyleCnt="4">
        <dgm:presLayoutVars>
          <dgm:chMax val="0"/>
          <dgm:chPref val="0"/>
        </dgm:presLayoutVars>
      </dgm:prSet>
      <dgm:spPr>
        <a:prstGeom prst="flowChartConnector">
          <a:avLst/>
        </a:prstGeom>
      </dgm:spPr>
    </dgm:pt>
    <dgm:pt modelId="{D59BD82D-612C-4336-91AC-CD84B8D07489}" type="pres">
      <dgm:prSet presAssocID="{823D6E63-ABFA-4C34-9200-880D9AF5ED4A}" presName="rootConnector" presStyleLbl="node2" presStyleIdx="0" presStyleCnt="0"/>
      <dgm:spPr/>
    </dgm:pt>
    <dgm:pt modelId="{6EEB68A3-9D55-4610-847A-361F9F972DC2}" type="pres">
      <dgm:prSet presAssocID="{823D6E63-ABFA-4C34-9200-880D9AF5ED4A}" presName="hierChild4" presStyleCnt="0"/>
      <dgm:spPr/>
    </dgm:pt>
    <dgm:pt modelId="{F84E404B-9AD7-4FBE-9B2D-2E9AE5DBC76A}" type="pres">
      <dgm:prSet presAssocID="{A477C5E0-54EE-4374-AF29-8A54B73B5C78}" presName="Name37" presStyleLbl="parChTrans1D3" presStyleIdx="0" presStyleCnt="2"/>
      <dgm:spPr/>
    </dgm:pt>
    <dgm:pt modelId="{CEC731D3-1FA2-4F51-B530-0466F8755350}" type="pres">
      <dgm:prSet presAssocID="{244BA49C-A3DA-4CF8-AE07-94E3ADA1E855}" presName="hierRoot2" presStyleCnt="0">
        <dgm:presLayoutVars>
          <dgm:hierBranch val="init"/>
        </dgm:presLayoutVars>
      </dgm:prSet>
      <dgm:spPr/>
    </dgm:pt>
    <dgm:pt modelId="{B071315E-0A33-4145-B1E3-C8CBA2B9B17C}" type="pres">
      <dgm:prSet presAssocID="{244BA49C-A3DA-4CF8-AE07-94E3ADA1E855}" presName="rootComposite" presStyleCnt="0"/>
      <dgm:spPr/>
    </dgm:pt>
    <dgm:pt modelId="{BB939523-714A-4BDE-8522-2ED2EC841690}" type="pres">
      <dgm:prSet presAssocID="{244BA49C-A3DA-4CF8-AE07-94E3ADA1E855}" presName="rootText" presStyleLbl="node1" presStyleIdx="2" presStyleCnt="4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BB51049-054D-4D36-A6A3-94B91452B5A5}" type="pres">
      <dgm:prSet presAssocID="{244BA49C-A3DA-4CF8-AE07-94E3ADA1E855}" presName="titleText2" presStyleLbl="fgAcc1" presStyleIdx="2" presStyleCnt="4">
        <dgm:presLayoutVars>
          <dgm:chMax val="0"/>
          <dgm:chPref val="0"/>
        </dgm:presLayoutVars>
      </dgm:prSet>
      <dgm:spPr/>
    </dgm:pt>
    <dgm:pt modelId="{170F196E-BA04-4050-9AE2-FFAF9D9F5752}" type="pres">
      <dgm:prSet presAssocID="{244BA49C-A3DA-4CF8-AE07-94E3ADA1E855}" presName="rootConnector" presStyleLbl="node3" presStyleIdx="0" presStyleCnt="0"/>
      <dgm:spPr/>
    </dgm:pt>
    <dgm:pt modelId="{D71E352A-82E7-43EC-BA1E-029C72CC0F90}" type="pres">
      <dgm:prSet presAssocID="{244BA49C-A3DA-4CF8-AE07-94E3ADA1E855}" presName="hierChild4" presStyleCnt="0"/>
      <dgm:spPr/>
    </dgm:pt>
    <dgm:pt modelId="{9DF75B22-7181-409A-B2F7-85267089187A}" type="pres">
      <dgm:prSet presAssocID="{244BA49C-A3DA-4CF8-AE07-94E3ADA1E855}" presName="hierChild5" presStyleCnt="0"/>
      <dgm:spPr/>
    </dgm:pt>
    <dgm:pt modelId="{831CB49A-3CA8-4904-B39A-BF783A45287A}" type="pres">
      <dgm:prSet presAssocID="{1489F9D9-7C28-4C7D-834C-594D52F3C195}" presName="Name37" presStyleLbl="parChTrans1D3" presStyleIdx="1" presStyleCnt="2"/>
      <dgm:spPr/>
    </dgm:pt>
    <dgm:pt modelId="{39250009-51CD-4B22-AE5B-CDFC94199E68}" type="pres">
      <dgm:prSet presAssocID="{EE863596-838E-45E5-A94A-B1DD3C8566D6}" presName="hierRoot2" presStyleCnt="0">
        <dgm:presLayoutVars>
          <dgm:hierBranch val="init"/>
        </dgm:presLayoutVars>
      </dgm:prSet>
      <dgm:spPr/>
    </dgm:pt>
    <dgm:pt modelId="{85C68E13-EC1A-4BAF-8C96-377BE0CD9DB7}" type="pres">
      <dgm:prSet presAssocID="{EE863596-838E-45E5-A94A-B1DD3C8566D6}" presName="rootComposite" presStyleCnt="0"/>
      <dgm:spPr/>
    </dgm:pt>
    <dgm:pt modelId="{D4721A47-8887-4443-8E8B-4381F3DC098D}" type="pres">
      <dgm:prSet presAssocID="{EE863596-838E-45E5-A94A-B1DD3C8566D6}" presName="rootText" presStyleLbl="node1" presStyleIdx="3" presStyleCnt="4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4174944-BAE5-4158-B7F3-F19DF63DEBA1}" type="pres">
      <dgm:prSet presAssocID="{EE863596-838E-45E5-A94A-B1DD3C8566D6}" presName="titleText2" presStyleLbl="fgAcc1" presStyleIdx="3" presStyleCnt="4">
        <dgm:presLayoutVars>
          <dgm:chMax val="0"/>
          <dgm:chPref val="0"/>
        </dgm:presLayoutVars>
      </dgm:prSet>
      <dgm:spPr/>
    </dgm:pt>
    <dgm:pt modelId="{CEFBDFBF-2CE5-43A5-BF6D-380E596C7463}" type="pres">
      <dgm:prSet presAssocID="{EE863596-838E-45E5-A94A-B1DD3C8566D6}" presName="rootConnector" presStyleLbl="node3" presStyleIdx="0" presStyleCnt="0"/>
      <dgm:spPr/>
    </dgm:pt>
    <dgm:pt modelId="{418CB9DF-0616-4515-9F23-441D08179830}" type="pres">
      <dgm:prSet presAssocID="{EE863596-838E-45E5-A94A-B1DD3C8566D6}" presName="hierChild4" presStyleCnt="0"/>
      <dgm:spPr/>
    </dgm:pt>
    <dgm:pt modelId="{F726C360-4A0D-4E2F-AA51-E76992C425BB}" type="pres">
      <dgm:prSet presAssocID="{EE863596-838E-45E5-A94A-B1DD3C8566D6}" presName="hierChild5" presStyleCnt="0"/>
      <dgm:spPr/>
    </dgm:pt>
    <dgm:pt modelId="{E78EED00-2EA3-4502-AB56-6F0FA890B1E3}" type="pres">
      <dgm:prSet presAssocID="{823D6E63-ABFA-4C34-9200-880D9AF5ED4A}" presName="hierChild5" presStyleCnt="0"/>
      <dgm:spPr/>
    </dgm:pt>
    <dgm:pt modelId="{35587063-B098-448F-8D35-AA865DC03936}" type="pres">
      <dgm:prSet presAssocID="{194F9EA4-1566-4DE0-91DE-49C217120450}" presName="hierChild3" presStyleCnt="0"/>
      <dgm:spPr/>
    </dgm:pt>
  </dgm:ptLst>
  <dgm:cxnLst>
    <dgm:cxn modelId="{76910400-1F4A-4ADD-9789-0084DC943FCD}" srcId="{823D6E63-ABFA-4C34-9200-880D9AF5ED4A}" destId="{EE863596-838E-45E5-A94A-B1DD3C8566D6}" srcOrd="1" destOrd="0" parTransId="{1489F9D9-7C28-4C7D-834C-594D52F3C195}" sibTransId="{00B26A04-3AC3-47CA-97AA-8931C7B475D4}"/>
    <dgm:cxn modelId="{A4C1E209-F169-4209-9335-167BDBAF4C95}" type="presOf" srcId="{76026D4F-CEBB-4A3D-9452-5B04D3EBEECA}" destId="{E2A5E7D5-E3A0-48C4-BC46-4E82EC37AE77}" srcOrd="0" destOrd="0" presId="urn:microsoft.com/office/officeart/2008/layout/NameandTitleOrganizationalChart"/>
    <dgm:cxn modelId="{442A880B-CC96-4D95-9530-B0BF77F5AF0B}" type="presOf" srcId="{EE863596-838E-45E5-A94A-B1DD3C8566D6}" destId="{D4721A47-8887-4443-8E8B-4381F3DC098D}" srcOrd="0" destOrd="0" presId="urn:microsoft.com/office/officeart/2008/layout/NameandTitleOrganizationalChart"/>
    <dgm:cxn modelId="{747C9E22-EF38-48A3-AF45-A0BC2C272C52}" type="presOf" srcId="{B448E6C5-ED07-4344-93BA-F119AADF4119}" destId="{EBB51049-054D-4D36-A6A3-94B91452B5A5}" srcOrd="0" destOrd="0" presId="urn:microsoft.com/office/officeart/2008/layout/NameandTitleOrganizationalChart"/>
    <dgm:cxn modelId="{27899139-2DB9-4597-B833-38EE7A9E0A74}" type="presOf" srcId="{CD08F14D-80AC-4CAF-B6FB-402B17E2B664}" destId="{5AB05D2B-1F8F-41A9-B777-8D160DDA5325}" srcOrd="0" destOrd="0" presId="urn:microsoft.com/office/officeart/2008/layout/NameandTitleOrganizationalChart"/>
    <dgm:cxn modelId="{2E6BC441-5230-468C-BC53-43EA25D6776D}" srcId="{194F9EA4-1566-4DE0-91DE-49C217120450}" destId="{823D6E63-ABFA-4C34-9200-880D9AF5ED4A}" srcOrd="1" destOrd="0" parTransId="{5ECF2B8A-7029-4B8C-B014-3505B3CBC6B7}" sibTransId="{32FB5A93-96C9-48D8-A87F-E8B44D512175}"/>
    <dgm:cxn modelId="{C8861263-C1C7-494B-9ADB-A681E03093A4}" type="presOf" srcId="{00B26A04-3AC3-47CA-97AA-8931C7B475D4}" destId="{E4174944-BAE5-4158-B7F3-F19DF63DEBA1}" srcOrd="0" destOrd="0" presId="urn:microsoft.com/office/officeart/2008/layout/NameandTitleOrganizationalChart"/>
    <dgm:cxn modelId="{9D0C0B64-E86B-4D12-99F9-A5E5E850AA56}" type="presOf" srcId="{5ECF2B8A-7029-4B8C-B014-3505B3CBC6B7}" destId="{24CD9A3D-483A-46A9-83BE-F3222D24200F}" srcOrd="0" destOrd="0" presId="urn:microsoft.com/office/officeart/2008/layout/NameandTitleOrganizationalChart"/>
    <dgm:cxn modelId="{9C8EF268-9D63-4A40-9821-7A0A2074C2B2}" type="presOf" srcId="{194F9EA4-1566-4DE0-91DE-49C217120450}" destId="{2E5BB9A3-C20A-4EA6-ACCE-570424191ADC}" srcOrd="1" destOrd="0" presId="urn:microsoft.com/office/officeart/2008/layout/NameandTitleOrganizationalChart"/>
    <dgm:cxn modelId="{D669B06B-B3D8-4AF9-A15E-038D7D878D50}" type="presOf" srcId="{194F9EA4-1566-4DE0-91DE-49C217120450}" destId="{E0165E0A-F318-4FB7-A0BB-9B950B56EB12}" srcOrd="0" destOrd="0" presId="urn:microsoft.com/office/officeart/2008/layout/NameandTitleOrganizationalChart"/>
    <dgm:cxn modelId="{93FCB353-8787-48BE-8656-9ECFA8E2CA68}" type="presOf" srcId="{47988153-C164-4C5B-99B1-552B42525752}" destId="{6D5A40D6-FD13-457D-9760-15EA68C78352}" srcOrd="1" destOrd="0" presId="urn:microsoft.com/office/officeart/2008/layout/NameandTitleOrganizationalChart"/>
    <dgm:cxn modelId="{2923E573-9A03-4711-8624-D174C4239029}" type="presOf" srcId="{1489F9D9-7C28-4C7D-834C-594D52F3C195}" destId="{831CB49A-3CA8-4904-B39A-BF783A45287A}" srcOrd="0" destOrd="0" presId="urn:microsoft.com/office/officeart/2008/layout/NameandTitleOrganizationalChart"/>
    <dgm:cxn modelId="{0E539E55-F047-4DF0-94AD-FF5A9A4BF08D}" type="presOf" srcId="{F55CA5C2-1454-4DD3-AA1D-232666BEEBDD}" destId="{F1AEE4E6-E8C0-41B1-85BD-B3471650AFC3}" srcOrd="0" destOrd="0" presId="urn:microsoft.com/office/officeart/2008/layout/NameandTitleOrganizationalChart"/>
    <dgm:cxn modelId="{75B7C756-69B0-466B-8866-96643362314E}" srcId="{194F9EA4-1566-4DE0-91DE-49C217120450}" destId="{47988153-C164-4C5B-99B1-552B42525752}" srcOrd="0" destOrd="0" parTransId="{F55CA5C2-1454-4DD3-AA1D-232666BEEBDD}" sibTransId="{76026D4F-CEBB-4A3D-9452-5B04D3EBEECA}"/>
    <dgm:cxn modelId="{A8D45157-BA84-488E-A12D-F1AC53A51E06}" type="presOf" srcId="{EE863596-838E-45E5-A94A-B1DD3C8566D6}" destId="{CEFBDFBF-2CE5-43A5-BF6D-380E596C7463}" srcOrd="1" destOrd="0" presId="urn:microsoft.com/office/officeart/2008/layout/NameandTitleOrganizationalChart"/>
    <dgm:cxn modelId="{983724A8-6D2A-4890-85B4-F16A2608BDEC}" type="presOf" srcId="{823D6E63-ABFA-4C34-9200-880D9AF5ED4A}" destId="{179C8B47-3B34-4E83-94E9-B9D06E6D01D8}" srcOrd="0" destOrd="0" presId="urn:microsoft.com/office/officeart/2008/layout/NameandTitleOrganizationalChart"/>
    <dgm:cxn modelId="{AEAED0AD-1622-4623-BA69-838F76E11391}" srcId="{823D6E63-ABFA-4C34-9200-880D9AF5ED4A}" destId="{244BA49C-A3DA-4CF8-AE07-94E3ADA1E855}" srcOrd="0" destOrd="0" parTransId="{A477C5E0-54EE-4374-AF29-8A54B73B5C78}" sibTransId="{B448E6C5-ED07-4344-93BA-F119AADF4119}"/>
    <dgm:cxn modelId="{042805B7-2E5A-4CD4-97E0-568A5479EC8C}" type="presOf" srcId="{244BA49C-A3DA-4CF8-AE07-94E3ADA1E855}" destId="{BB939523-714A-4BDE-8522-2ED2EC841690}" srcOrd="0" destOrd="0" presId="urn:microsoft.com/office/officeart/2008/layout/NameandTitleOrganizationalChart"/>
    <dgm:cxn modelId="{9C4ABEBB-6CBD-4125-9909-493F24F08C36}" type="presOf" srcId="{3E7AA560-B7AA-4BE7-9F8E-09B1336DF021}" destId="{17530E06-F3D4-45AD-A97E-8C070FCF707A}" srcOrd="0" destOrd="0" presId="urn:microsoft.com/office/officeart/2008/layout/NameandTitleOrganizationalChart"/>
    <dgm:cxn modelId="{6062F6CB-8DB0-4AAE-B94E-032264D82116}" type="presOf" srcId="{A477C5E0-54EE-4374-AF29-8A54B73B5C78}" destId="{F84E404B-9AD7-4FBE-9B2D-2E9AE5DBC76A}" srcOrd="0" destOrd="0" presId="urn:microsoft.com/office/officeart/2008/layout/NameandTitleOrganizationalChart"/>
    <dgm:cxn modelId="{C48CC0CC-8C86-4B08-9543-8F6B9431BFFF}" srcId="{CD08F14D-80AC-4CAF-B6FB-402B17E2B664}" destId="{194F9EA4-1566-4DE0-91DE-49C217120450}" srcOrd="0" destOrd="0" parTransId="{D8CE8F8C-21FD-4D8D-9F5B-E26F85C2F2AF}" sibTransId="{3E7AA560-B7AA-4BE7-9F8E-09B1336DF021}"/>
    <dgm:cxn modelId="{7A487FE4-0B87-43B1-8300-D3344CF024BB}" type="presOf" srcId="{47988153-C164-4C5B-99B1-552B42525752}" destId="{CD014B1F-A4EC-4783-A219-15BB5A7C8DE8}" srcOrd="0" destOrd="0" presId="urn:microsoft.com/office/officeart/2008/layout/NameandTitleOrganizationalChart"/>
    <dgm:cxn modelId="{A241B7E9-95A1-46AA-94C5-FDEE4CAD3711}" type="presOf" srcId="{823D6E63-ABFA-4C34-9200-880D9AF5ED4A}" destId="{D59BD82D-612C-4336-91AC-CD84B8D07489}" srcOrd="1" destOrd="0" presId="urn:microsoft.com/office/officeart/2008/layout/NameandTitleOrganizationalChart"/>
    <dgm:cxn modelId="{C2A2FAEA-18FD-4777-B182-6B35BB13AA84}" type="presOf" srcId="{244BA49C-A3DA-4CF8-AE07-94E3ADA1E855}" destId="{170F196E-BA04-4050-9AE2-FFAF9D9F5752}" srcOrd="1" destOrd="0" presId="urn:microsoft.com/office/officeart/2008/layout/NameandTitleOrganizationalChart"/>
    <dgm:cxn modelId="{222E3DEE-E8B7-45B6-A05E-9D308661E601}" type="presOf" srcId="{32FB5A93-96C9-48D8-A87F-E8B44D512175}" destId="{5839C88D-AA24-479C-AE5E-E19EB3B7A8E6}" srcOrd="0" destOrd="0" presId="urn:microsoft.com/office/officeart/2008/layout/NameandTitleOrganizationalChart"/>
    <dgm:cxn modelId="{A35ABBF5-494B-422F-9E0B-1AF0C77EA42B}" type="presParOf" srcId="{5AB05D2B-1F8F-41A9-B777-8D160DDA5325}" destId="{CE4B5F93-C4CF-42D6-AE37-57221A6EE39C}" srcOrd="0" destOrd="0" presId="urn:microsoft.com/office/officeart/2008/layout/NameandTitleOrganizationalChart"/>
    <dgm:cxn modelId="{B80857A2-36AA-44C6-8318-8185ECABD594}" type="presParOf" srcId="{CE4B5F93-C4CF-42D6-AE37-57221A6EE39C}" destId="{F4147AE4-576E-4754-8F1F-65FE6412687F}" srcOrd="0" destOrd="0" presId="urn:microsoft.com/office/officeart/2008/layout/NameandTitleOrganizationalChart"/>
    <dgm:cxn modelId="{BBE344BB-4D1C-4FB4-9591-A464BFE83E27}" type="presParOf" srcId="{F4147AE4-576E-4754-8F1F-65FE6412687F}" destId="{E0165E0A-F318-4FB7-A0BB-9B950B56EB12}" srcOrd="0" destOrd="0" presId="urn:microsoft.com/office/officeart/2008/layout/NameandTitleOrganizationalChart"/>
    <dgm:cxn modelId="{8C719BDA-8F46-42EE-9991-58E371090ED8}" type="presParOf" srcId="{F4147AE4-576E-4754-8F1F-65FE6412687F}" destId="{17530E06-F3D4-45AD-A97E-8C070FCF707A}" srcOrd="1" destOrd="0" presId="urn:microsoft.com/office/officeart/2008/layout/NameandTitleOrganizationalChart"/>
    <dgm:cxn modelId="{876ADB46-1CF2-4FFA-8964-F7C4269AC745}" type="presParOf" srcId="{F4147AE4-576E-4754-8F1F-65FE6412687F}" destId="{2E5BB9A3-C20A-4EA6-ACCE-570424191ADC}" srcOrd="2" destOrd="0" presId="urn:microsoft.com/office/officeart/2008/layout/NameandTitleOrganizationalChart"/>
    <dgm:cxn modelId="{B8C20052-7D2B-40AA-9E06-0A97B97FD610}" type="presParOf" srcId="{CE4B5F93-C4CF-42D6-AE37-57221A6EE39C}" destId="{4E8AD8C6-4CDD-4F46-9811-F8D39FD7E81C}" srcOrd="1" destOrd="0" presId="urn:microsoft.com/office/officeart/2008/layout/NameandTitleOrganizationalChart"/>
    <dgm:cxn modelId="{73412FAB-E974-418B-ABC3-798ED45A3C8C}" type="presParOf" srcId="{4E8AD8C6-4CDD-4F46-9811-F8D39FD7E81C}" destId="{F1AEE4E6-E8C0-41B1-85BD-B3471650AFC3}" srcOrd="0" destOrd="0" presId="urn:microsoft.com/office/officeart/2008/layout/NameandTitleOrganizationalChart"/>
    <dgm:cxn modelId="{663687AC-1AEF-41A8-B77F-2ED8CFE3F630}" type="presParOf" srcId="{4E8AD8C6-4CDD-4F46-9811-F8D39FD7E81C}" destId="{DCD1CCA2-CD09-4BBD-A0CC-BF24D4B6B118}" srcOrd="1" destOrd="0" presId="urn:microsoft.com/office/officeart/2008/layout/NameandTitleOrganizationalChart"/>
    <dgm:cxn modelId="{2A283A87-B229-4B8A-B226-82F4C8AAAC1B}" type="presParOf" srcId="{DCD1CCA2-CD09-4BBD-A0CC-BF24D4B6B118}" destId="{D0406DD9-0440-442C-AAE5-3148C4A30F42}" srcOrd="0" destOrd="0" presId="urn:microsoft.com/office/officeart/2008/layout/NameandTitleOrganizationalChart"/>
    <dgm:cxn modelId="{25E71C37-E854-41EA-B52C-5615842229CF}" type="presParOf" srcId="{D0406DD9-0440-442C-AAE5-3148C4A30F42}" destId="{CD014B1F-A4EC-4783-A219-15BB5A7C8DE8}" srcOrd="0" destOrd="0" presId="urn:microsoft.com/office/officeart/2008/layout/NameandTitleOrganizationalChart"/>
    <dgm:cxn modelId="{91E6F639-6038-4411-9D1A-E528FBEEEBBA}" type="presParOf" srcId="{D0406DD9-0440-442C-AAE5-3148C4A30F42}" destId="{E2A5E7D5-E3A0-48C4-BC46-4E82EC37AE77}" srcOrd="1" destOrd="0" presId="urn:microsoft.com/office/officeart/2008/layout/NameandTitleOrganizationalChart"/>
    <dgm:cxn modelId="{5222744B-50A4-4F8C-A73A-A010167E68EE}" type="presParOf" srcId="{D0406DD9-0440-442C-AAE5-3148C4A30F42}" destId="{6D5A40D6-FD13-457D-9760-15EA68C78352}" srcOrd="2" destOrd="0" presId="urn:microsoft.com/office/officeart/2008/layout/NameandTitleOrganizationalChart"/>
    <dgm:cxn modelId="{4D166634-C355-4271-A6D0-0E68E1AE268E}" type="presParOf" srcId="{DCD1CCA2-CD09-4BBD-A0CC-BF24D4B6B118}" destId="{9918F7A7-940D-42E2-892A-3EB536C4F590}" srcOrd="1" destOrd="0" presId="urn:microsoft.com/office/officeart/2008/layout/NameandTitleOrganizationalChart"/>
    <dgm:cxn modelId="{FDC1F73B-0F37-4779-8A30-B06277DA7BA4}" type="presParOf" srcId="{DCD1CCA2-CD09-4BBD-A0CC-BF24D4B6B118}" destId="{E02E9F44-928B-4E02-B024-9C049461CDD2}" srcOrd="2" destOrd="0" presId="urn:microsoft.com/office/officeart/2008/layout/NameandTitleOrganizationalChart"/>
    <dgm:cxn modelId="{7E7D028F-FBDE-4FB7-B2FE-E61D25B65B88}" type="presParOf" srcId="{4E8AD8C6-4CDD-4F46-9811-F8D39FD7E81C}" destId="{24CD9A3D-483A-46A9-83BE-F3222D24200F}" srcOrd="2" destOrd="0" presId="urn:microsoft.com/office/officeart/2008/layout/NameandTitleOrganizationalChart"/>
    <dgm:cxn modelId="{4428C166-157B-41A9-A40B-9583E7079E9F}" type="presParOf" srcId="{4E8AD8C6-4CDD-4F46-9811-F8D39FD7E81C}" destId="{8E0098EB-6F53-48BD-A993-6C0FB03DE97C}" srcOrd="3" destOrd="0" presId="urn:microsoft.com/office/officeart/2008/layout/NameandTitleOrganizationalChart"/>
    <dgm:cxn modelId="{04C61D38-5A02-46E6-8E0B-A0EC23C98DFC}" type="presParOf" srcId="{8E0098EB-6F53-48BD-A993-6C0FB03DE97C}" destId="{699DA1DE-DCE5-4617-8483-8225AE239412}" srcOrd="0" destOrd="0" presId="urn:microsoft.com/office/officeart/2008/layout/NameandTitleOrganizationalChart"/>
    <dgm:cxn modelId="{D2911681-5E28-4E8B-81E8-D96D4C1B0790}" type="presParOf" srcId="{699DA1DE-DCE5-4617-8483-8225AE239412}" destId="{179C8B47-3B34-4E83-94E9-B9D06E6D01D8}" srcOrd="0" destOrd="0" presId="urn:microsoft.com/office/officeart/2008/layout/NameandTitleOrganizationalChart"/>
    <dgm:cxn modelId="{44B9BF2B-E2D6-40E2-84D5-801ABBDF0597}" type="presParOf" srcId="{699DA1DE-DCE5-4617-8483-8225AE239412}" destId="{5839C88D-AA24-479C-AE5E-E19EB3B7A8E6}" srcOrd="1" destOrd="0" presId="urn:microsoft.com/office/officeart/2008/layout/NameandTitleOrganizationalChart"/>
    <dgm:cxn modelId="{B5A39A34-03AD-4865-AE5E-0D0B32A0D1A1}" type="presParOf" srcId="{699DA1DE-DCE5-4617-8483-8225AE239412}" destId="{D59BD82D-612C-4336-91AC-CD84B8D07489}" srcOrd="2" destOrd="0" presId="urn:microsoft.com/office/officeart/2008/layout/NameandTitleOrganizationalChart"/>
    <dgm:cxn modelId="{39785FA1-D6B4-4691-9768-0688B2A2CE26}" type="presParOf" srcId="{8E0098EB-6F53-48BD-A993-6C0FB03DE97C}" destId="{6EEB68A3-9D55-4610-847A-361F9F972DC2}" srcOrd="1" destOrd="0" presId="urn:microsoft.com/office/officeart/2008/layout/NameandTitleOrganizationalChart"/>
    <dgm:cxn modelId="{DA70905B-A8D1-4AF0-85BF-1C7A56EA59A8}" type="presParOf" srcId="{6EEB68A3-9D55-4610-847A-361F9F972DC2}" destId="{F84E404B-9AD7-4FBE-9B2D-2E9AE5DBC76A}" srcOrd="0" destOrd="0" presId="urn:microsoft.com/office/officeart/2008/layout/NameandTitleOrganizationalChart"/>
    <dgm:cxn modelId="{FECED229-F56F-4315-A792-2A255E47E714}" type="presParOf" srcId="{6EEB68A3-9D55-4610-847A-361F9F972DC2}" destId="{CEC731D3-1FA2-4F51-B530-0466F8755350}" srcOrd="1" destOrd="0" presId="urn:microsoft.com/office/officeart/2008/layout/NameandTitleOrganizationalChart"/>
    <dgm:cxn modelId="{B14B76CD-EED6-4BCB-97EA-A612D7033D39}" type="presParOf" srcId="{CEC731D3-1FA2-4F51-B530-0466F8755350}" destId="{B071315E-0A33-4145-B1E3-C8CBA2B9B17C}" srcOrd="0" destOrd="0" presId="urn:microsoft.com/office/officeart/2008/layout/NameandTitleOrganizationalChart"/>
    <dgm:cxn modelId="{15BA6C66-215C-4649-B6BC-A2690835B2F4}" type="presParOf" srcId="{B071315E-0A33-4145-B1E3-C8CBA2B9B17C}" destId="{BB939523-714A-4BDE-8522-2ED2EC841690}" srcOrd="0" destOrd="0" presId="urn:microsoft.com/office/officeart/2008/layout/NameandTitleOrganizationalChart"/>
    <dgm:cxn modelId="{5D555853-BE78-4F69-88ED-616532967444}" type="presParOf" srcId="{B071315E-0A33-4145-B1E3-C8CBA2B9B17C}" destId="{EBB51049-054D-4D36-A6A3-94B91452B5A5}" srcOrd="1" destOrd="0" presId="urn:microsoft.com/office/officeart/2008/layout/NameandTitleOrganizationalChart"/>
    <dgm:cxn modelId="{4CE8FECF-FD96-47CE-82E4-0B1BACC1705C}" type="presParOf" srcId="{B071315E-0A33-4145-B1E3-C8CBA2B9B17C}" destId="{170F196E-BA04-4050-9AE2-FFAF9D9F5752}" srcOrd="2" destOrd="0" presId="urn:microsoft.com/office/officeart/2008/layout/NameandTitleOrganizationalChart"/>
    <dgm:cxn modelId="{B5939631-FCBB-4E00-BCFB-A372B529A33A}" type="presParOf" srcId="{CEC731D3-1FA2-4F51-B530-0466F8755350}" destId="{D71E352A-82E7-43EC-BA1E-029C72CC0F90}" srcOrd="1" destOrd="0" presId="urn:microsoft.com/office/officeart/2008/layout/NameandTitleOrganizationalChart"/>
    <dgm:cxn modelId="{1FCB8C78-6467-48EF-88D3-1ACB9E86B025}" type="presParOf" srcId="{CEC731D3-1FA2-4F51-B530-0466F8755350}" destId="{9DF75B22-7181-409A-B2F7-85267089187A}" srcOrd="2" destOrd="0" presId="urn:microsoft.com/office/officeart/2008/layout/NameandTitleOrganizationalChart"/>
    <dgm:cxn modelId="{4EF6F1CC-3F09-460C-AA44-4CDD6F04D58E}" type="presParOf" srcId="{6EEB68A3-9D55-4610-847A-361F9F972DC2}" destId="{831CB49A-3CA8-4904-B39A-BF783A45287A}" srcOrd="2" destOrd="0" presId="urn:microsoft.com/office/officeart/2008/layout/NameandTitleOrganizationalChart"/>
    <dgm:cxn modelId="{8EECA7E6-B008-4F07-A5C7-3D634A6EA19A}" type="presParOf" srcId="{6EEB68A3-9D55-4610-847A-361F9F972DC2}" destId="{39250009-51CD-4B22-AE5B-CDFC94199E68}" srcOrd="3" destOrd="0" presId="urn:microsoft.com/office/officeart/2008/layout/NameandTitleOrganizationalChart"/>
    <dgm:cxn modelId="{62D4F7F1-BEB6-4B5E-AF39-A15F6D81550B}" type="presParOf" srcId="{39250009-51CD-4B22-AE5B-CDFC94199E68}" destId="{85C68E13-EC1A-4BAF-8C96-377BE0CD9DB7}" srcOrd="0" destOrd="0" presId="urn:microsoft.com/office/officeart/2008/layout/NameandTitleOrganizationalChart"/>
    <dgm:cxn modelId="{CD583533-0093-4D67-90EC-7A0E40C62DFE}" type="presParOf" srcId="{85C68E13-EC1A-4BAF-8C96-377BE0CD9DB7}" destId="{D4721A47-8887-4443-8E8B-4381F3DC098D}" srcOrd="0" destOrd="0" presId="urn:microsoft.com/office/officeart/2008/layout/NameandTitleOrganizationalChart"/>
    <dgm:cxn modelId="{B64744C5-F4AE-4F52-8057-2BE89C0859EC}" type="presParOf" srcId="{85C68E13-EC1A-4BAF-8C96-377BE0CD9DB7}" destId="{E4174944-BAE5-4158-B7F3-F19DF63DEBA1}" srcOrd="1" destOrd="0" presId="urn:microsoft.com/office/officeart/2008/layout/NameandTitleOrganizationalChart"/>
    <dgm:cxn modelId="{DE9DEF84-C977-42CD-9F18-1F958E2B634A}" type="presParOf" srcId="{85C68E13-EC1A-4BAF-8C96-377BE0CD9DB7}" destId="{CEFBDFBF-2CE5-43A5-BF6D-380E596C7463}" srcOrd="2" destOrd="0" presId="urn:microsoft.com/office/officeart/2008/layout/NameandTitleOrganizationalChart"/>
    <dgm:cxn modelId="{D533971B-2EA8-46B6-B7EA-F0F579EDACD0}" type="presParOf" srcId="{39250009-51CD-4B22-AE5B-CDFC94199E68}" destId="{418CB9DF-0616-4515-9F23-441D08179830}" srcOrd="1" destOrd="0" presId="urn:microsoft.com/office/officeart/2008/layout/NameandTitleOrganizationalChart"/>
    <dgm:cxn modelId="{636CA4EE-CC4C-46D3-8A2B-90CF4A453665}" type="presParOf" srcId="{39250009-51CD-4B22-AE5B-CDFC94199E68}" destId="{F726C360-4A0D-4E2F-AA51-E76992C425BB}" srcOrd="2" destOrd="0" presId="urn:microsoft.com/office/officeart/2008/layout/NameandTitleOrganizationalChart"/>
    <dgm:cxn modelId="{210D6E5A-B21E-4D40-9DDB-226DCA8BF3BD}" type="presParOf" srcId="{8E0098EB-6F53-48BD-A993-6C0FB03DE97C}" destId="{E78EED00-2EA3-4502-AB56-6F0FA890B1E3}" srcOrd="2" destOrd="0" presId="urn:microsoft.com/office/officeart/2008/layout/NameandTitleOrganizationalChart"/>
    <dgm:cxn modelId="{040C2622-A120-4D23-934B-7C67166A5BD0}" type="presParOf" srcId="{CE4B5F93-C4CF-42D6-AE37-57221A6EE39C}" destId="{35587063-B098-448F-8D35-AA865DC03936}" srcOrd="2" destOrd="0" presId="urn:microsoft.com/office/officeart/2008/layout/NameandTitleOrganizationalChart"/>
  </dgm:cxnLst>
  <dgm:bg/>
  <dgm:whole>
    <a:ln w="28575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D08F14D-80AC-4CAF-B6FB-402B17E2B664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4F9EA4-1566-4DE0-91DE-49C217120450}" type="asst">
      <dgm:prSet phldrT="[Text]" custT="1"/>
      <dgm:spPr>
        <a:solidFill>
          <a:schemeClr val="accent3">
            <a:lumMod val="40000"/>
            <a:lumOff val="60000"/>
          </a:schemeClr>
        </a:solidFill>
        <a:ln w="28575"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400">
              <a:solidFill>
                <a:schemeClr val="accent2">
                  <a:lumMod val="50000"/>
                </a:schemeClr>
              </a:solidFill>
            </a:rPr>
            <a:t>if</a:t>
          </a:r>
        </a:p>
      </dgm:t>
    </dgm:pt>
    <dgm:pt modelId="{D8CE8F8C-21FD-4D8D-9F5B-E26F85C2F2AF}" type="parTrans" cxnId="{C48CC0CC-8C86-4B08-9543-8F6B9431BFFF}">
      <dgm:prSet/>
      <dgm:spPr/>
      <dgm:t>
        <a:bodyPr/>
        <a:lstStyle/>
        <a:p>
          <a:endParaRPr lang="en-US"/>
        </a:p>
      </dgm:t>
    </dgm:pt>
    <dgm:pt modelId="{3E7AA560-B7AA-4BE7-9F8E-09B1336DF021}" type="sibTrans" cxnId="{C48CC0CC-8C86-4B08-9543-8F6B9431BFF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7988153-C164-4C5B-99B1-552B42525752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 w="28575"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55CA5C2-1454-4DD3-AA1D-232666BEEBDD}" type="parTrans" cxnId="{75B7C756-69B0-466B-8866-96643362314E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76026D4F-CEBB-4A3D-9452-5B04D3EBEECA}" type="sibTrans" cxnId="{75B7C756-69B0-466B-8866-96643362314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823D6E63-ABFA-4C34-9200-880D9AF5ED4A}">
      <dgm:prSet phldrT="[Text]"/>
      <dgm:spPr>
        <a:solidFill>
          <a:schemeClr val="accent3">
            <a:lumMod val="40000"/>
            <a:lumOff val="60000"/>
          </a:schemeClr>
        </a:solidFill>
        <a:ln w="28575"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tIns="0" rIns="0" bIns="0" anchor="ctr" anchorCtr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b="0">
              <a:solidFill>
                <a:schemeClr val="accent2">
                  <a:lumMod val="50000"/>
                </a:schemeClr>
              </a:solidFill>
            </a:rPr>
            <a:t>;</a:t>
          </a:r>
          <a:endParaRPr lang="en-US">
            <a:solidFill>
              <a:schemeClr val="accent2">
                <a:lumMod val="50000"/>
              </a:schemeClr>
            </a:solidFill>
          </a:endParaRPr>
        </a:p>
      </dgm:t>
    </dgm:pt>
    <dgm:pt modelId="{5ECF2B8A-7029-4B8C-B014-3505B3CBC6B7}" type="parTrans" cxnId="{2E6BC441-5230-468C-BC53-43EA25D6776D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32FB5A93-96C9-48D8-A87F-E8B44D512175}" type="sibTrans" cxnId="{2E6BC441-5230-468C-BC53-43EA25D6776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44BA49C-A3DA-4CF8-AE07-94E3ADA1E855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  <a:ln w="28575"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477C5E0-54EE-4374-AF29-8A54B73B5C78}" type="parTrans" cxnId="{AEAED0AD-1622-4623-BA69-838F76E11391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B448E6C5-ED07-4344-93BA-F119AADF4119}" type="sibTrans" cxnId="{AEAED0AD-1622-4623-BA69-838F76E11391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EE863596-838E-45E5-A94A-B1DD3C8566D6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  <a:ln w="28575"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489F9D9-7C28-4C7D-834C-594D52F3C195}" type="parTrans" cxnId="{76910400-1F4A-4ADD-9789-0084DC943FCD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>
        <a:ln w="28575"/>
      </dgm:spPr>
      <dgm:t>
        <a:bodyPr/>
        <a:lstStyle/>
        <a:p>
          <a:endParaRPr lang="en-US"/>
        </a:p>
      </dgm:t>
    </dgm:pt>
    <dgm:pt modelId="{00B26A04-3AC3-47CA-97AA-8931C7B475D4}" type="sibTrans" cxnId="{76910400-1F4A-4ADD-9789-0084DC943FC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5AB05D2B-1F8F-41A9-B777-8D160DDA5325}" type="pres">
      <dgm:prSet presAssocID="{CD08F14D-80AC-4CAF-B6FB-402B17E2B66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E4B5F93-C4CF-42D6-AE37-57221A6EE39C}" type="pres">
      <dgm:prSet presAssocID="{194F9EA4-1566-4DE0-91DE-49C217120450}" presName="hierRoot1" presStyleCnt="0">
        <dgm:presLayoutVars>
          <dgm:hierBranch val="init"/>
        </dgm:presLayoutVars>
      </dgm:prSet>
      <dgm:spPr/>
    </dgm:pt>
    <dgm:pt modelId="{F4147AE4-576E-4754-8F1F-65FE6412687F}" type="pres">
      <dgm:prSet presAssocID="{194F9EA4-1566-4DE0-91DE-49C217120450}" presName="rootComposite1" presStyleCnt="0"/>
      <dgm:spPr/>
    </dgm:pt>
    <dgm:pt modelId="{E0165E0A-F318-4FB7-A0BB-9B950B56EB12}" type="pres">
      <dgm:prSet presAssocID="{194F9EA4-1566-4DE0-91DE-49C217120450}" presName="rootText1" presStyleLbl="node0" presStyleIdx="0" presStyleCnt="1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17530E06-F3D4-45AD-A97E-8C070FCF707A}" type="pres">
      <dgm:prSet presAssocID="{194F9EA4-1566-4DE0-91DE-49C217120450}" presName="titleText1" presStyleLbl="fgAcc0" presStyleIdx="0" presStyleCnt="1">
        <dgm:presLayoutVars>
          <dgm:chMax val="0"/>
          <dgm:chPref val="0"/>
        </dgm:presLayoutVars>
      </dgm:prSet>
      <dgm:spPr/>
    </dgm:pt>
    <dgm:pt modelId="{2E5BB9A3-C20A-4EA6-ACCE-570424191ADC}" type="pres">
      <dgm:prSet presAssocID="{194F9EA4-1566-4DE0-91DE-49C217120450}" presName="rootConnector1" presStyleLbl="asst0" presStyleIdx="0" presStyleCnt="0"/>
      <dgm:spPr/>
    </dgm:pt>
    <dgm:pt modelId="{4E8AD8C6-4CDD-4F46-9811-F8D39FD7E81C}" type="pres">
      <dgm:prSet presAssocID="{194F9EA4-1566-4DE0-91DE-49C217120450}" presName="hierChild2" presStyleCnt="0"/>
      <dgm:spPr/>
    </dgm:pt>
    <dgm:pt modelId="{F1AEE4E6-E8C0-41B1-85BD-B3471650AFC3}" type="pres">
      <dgm:prSet presAssocID="{F55CA5C2-1454-4DD3-AA1D-232666BEEBDD}" presName="Name37" presStyleLbl="parChTrans1D2" presStyleIdx="0" presStyleCnt="2"/>
      <dgm:spPr/>
    </dgm:pt>
    <dgm:pt modelId="{DCD1CCA2-CD09-4BBD-A0CC-BF24D4B6B118}" type="pres">
      <dgm:prSet presAssocID="{47988153-C164-4C5B-99B1-552B42525752}" presName="hierRoot2" presStyleCnt="0">
        <dgm:presLayoutVars>
          <dgm:hierBranch val="init"/>
        </dgm:presLayoutVars>
      </dgm:prSet>
      <dgm:spPr/>
    </dgm:pt>
    <dgm:pt modelId="{D0406DD9-0440-442C-AAE5-3148C4A30F42}" type="pres">
      <dgm:prSet presAssocID="{47988153-C164-4C5B-99B1-552B42525752}" presName="rootComposite" presStyleCnt="0"/>
      <dgm:spPr/>
    </dgm:pt>
    <dgm:pt modelId="{CD014B1F-A4EC-4783-A219-15BB5A7C8DE8}" type="pres">
      <dgm:prSet presAssocID="{47988153-C164-4C5B-99B1-552B42525752}" presName="rootText" presStyleLbl="node1" presStyleIdx="0" presStyleCnt="4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2A5E7D5-E3A0-48C4-BC46-4E82EC37AE77}" type="pres">
      <dgm:prSet presAssocID="{47988153-C164-4C5B-99B1-552B42525752}" presName="titleText2" presStyleLbl="fgAcc1" presStyleIdx="0" presStyleCnt="4">
        <dgm:presLayoutVars>
          <dgm:chMax val="0"/>
          <dgm:chPref val="0"/>
        </dgm:presLayoutVars>
      </dgm:prSet>
      <dgm:spPr/>
    </dgm:pt>
    <dgm:pt modelId="{6D5A40D6-FD13-457D-9760-15EA68C78352}" type="pres">
      <dgm:prSet presAssocID="{47988153-C164-4C5B-99B1-552B42525752}" presName="rootConnector" presStyleLbl="node2" presStyleIdx="0" presStyleCnt="0"/>
      <dgm:spPr/>
    </dgm:pt>
    <dgm:pt modelId="{9918F7A7-940D-42E2-892A-3EB536C4F590}" type="pres">
      <dgm:prSet presAssocID="{47988153-C164-4C5B-99B1-552B42525752}" presName="hierChild4" presStyleCnt="0"/>
      <dgm:spPr/>
    </dgm:pt>
    <dgm:pt modelId="{E02E9F44-928B-4E02-B024-9C049461CDD2}" type="pres">
      <dgm:prSet presAssocID="{47988153-C164-4C5B-99B1-552B42525752}" presName="hierChild5" presStyleCnt="0"/>
      <dgm:spPr/>
    </dgm:pt>
    <dgm:pt modelId="{24CD9A3D-483A-46A9-83BE-F3222D24200F}" type="pres">
      <dgm:prSet presAssocID="{5ECF2B8A-7029-4B8C-B014-3505B3CBC6B7}" presName="Name37" presStyleLbl="parChTrans1D2" presStyleIdx="1" presStyleCnt="2"/>
      <dgm:spPr/>
    </dgm:pt>
    <dgm:pt modelId="{8E0098EB-6F53-48BD-A993-6C0FB03DE97C}" type="pres">
      <dgm:prSet presAssocID="{823D6E63-ABFA-4C34-9200-880D9AF5ED4A}" presName="hierRoot2" presStyleCnt="0">
        <dgm:presLayoutVars>
          <dgm:hierBranch val="init"/>
        </dgm:presLayoutVars>
      </dgm:prSet>
      <dgm:spPr/>
    </dgm:pt>
    <dgm:pt modelId="{699DA1DE-DCE5-4617-8483-8225AE239412}" type="pres">
      <dgm:prSet presAssocID="{823D6E63-ABFA-4C34-9200-880D9AF5ED4A}" presName="rootComposite" presStyleCnt="0"/>
      <dgm:spPr/>
    </dgm:pt>
    <dgm:pt modelId="{179C8B47-3B34-4E83-94E9-B9D06E6D01D8}" type="pres">
      <dgm:prSet presAssocID="{823D6E63-ABFA-4C34-9200-880D9AF5ED4A}" presName="rootText" presStyleLbl="node1" presStyleIdx="1" presStyleCnt="4" custScaleX="82645" custScaleY="82645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5839C88D-AA24-479C-AE5E-E19EB3B7A8E6}" type="pres">
      <dgm:prSet presAssocID="{823D6E63-ABFA-4C34-9200-880D9AF5ED4A}" presName="titleText2" presStyleLbl="fgAcc1" presStyleIdx="1" presStyleCnt="4">
        <dgm:presLayoutVars>
          <dgm:chMax val="0"/>
          <dgm:chPref val="0"/>
        </dgm:presLayoutVars>
      </dgm:prSet>
      <dgm:spPr>
        <a:prstGeom prst="flowChartConnector">
          <a:avLst/>
        </a:prstGeom>
      </dgm:spPr>
    </dgm:pt>
    <dgm:pt modelId="{D59BD82D-612C-4336-91AC-CD84B8D07489}" type="pres">
      <dgm:prSet presAssocID="{823D6E63-ABFA-4C34-9200-880D9AF5ED4A}" presName="rootConnector" presStyleLbl="node2" presStyleIdx="0" presStyleCnt="0"/>
      <dgm:spPr/>
    </dgm:pt>
    <dgm:pt modelId="{6EEB68A3-9D55-4610-847A-361F9F972DC2}" type="pres">
      <dgm:prSet presAssocID="{823D6E63-ABFA-4C34-9200-880D9AF5ED4A}" presName="hierChild4" presStyleCnt="0"/>
      <dgm:spPr/>
    </dgm:pt>
    <dgm:pt modelId="{F84E404B-9AD7-4FBE-9B2D-2E9AE5DBC76A}" type="pres">
      <dgm:prSet presAssocID="{A477C5E0-54EE-4374-AF29-8A54B73B5C78}" presName="Name37" presStyleLbl="parChTrans1D3" presStyleIdx="0" presStyleCnt="2"/>
      <dgm:spPr/>
    </dgm:pt>
    <dgm:pt modelId="{CEC731D3-1FA2-4F51-B530-0466F8755350}" type="pres">
      <dgm:prSet presAssocID="{244BA49C-A3DA-4CF8-AE07-94E3ADA1E855}" presName="hierRoot2" presStyleCnt="0">
        <dgm:presLayoutVars>
          <dgm:hierBranch val="init"/>
        </dgm:presLayoutVars>
      </dgm:prSet>
      <dgm:spPr/>
    </dgm:pt>
    <dgm:pt modelId="{B071315E-0A33-4145-B1E3-C8CBA2B9B17C}" type="pres">
      <dgm:prSet presAssocID="{244BA49C-A3DA-4CF8-AE07-94E3ADA1E855}" presName="rootComposite" presStyleCnt="0"/>
      <dgm:spPr/>
    </dgm:pt>
    <dgm:pt modelId="{BB939523-714A-4BDE-8522-2ED2EC841690}" type="pres">
      <dgm:prSet presAssocID="{244BA49C-A3DA-4CF8-AE07-94E3ADA1E855}" presName="rootText" presStyleLbl="node1" presStyleIdx="2" presStyleCnt="4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BB51049-054D-4D36-A6A3-94B91452B5A5}" type="pres">
      <dgm:prSet presAssocID="{244BA49C-A3DA-4CF8-AE07-94E3ADA1E855}" presName="titleText2" presStyleLbl="fgAcc1" presStyleIdx="2" presStyleCnt="4">
        <dgm:presLayoutVars>
          <dgm:chMax val="0"/>
          <dgm:chPref val="0"/>
        </dgm:presLayoutVars>
      </dgm:prSet>
      <dgm:spPr/>
    </dgm:pt>
    <dgm:pt modelId="{170F196E-BA04-4050-9AE2-FFAF9D9F5752}" type="pres">
      <dgm:prSet presAssocID="{244BA49C-A3DA-4CF8-AE07-94E3ADA1E855}" presName="rootConnector" presStyleLbl="node3" presStyleIdx="0" presStyleCnt="0"/>
      <dgm:spPr/>
    </dgm:pt>
    <dgm:pt modelId="{D71E352A-82E7-43EC-BA1E-029C72CC0F90}" type="pres">
      <dgm:prSet presAssocID="{244BA49C-A3DA-4CF8-AE07-94E3ADA1E855}" presName="hierChild4" presStyleCnt="0"/>
      <dgm:spPr/>
    </dgm:pt>
    <dgm:pt modelId="{9DF75B22-7181-409A-B2F7-85267089187A}" type="pres">
      <dgm:prSet presAssocID="{244BA49C-A3DA-4CF8-AE07-94E3ADA1E855}" presName="hierChild5" presStyleCnt="0"/>
      <dgm:spPr/>
    </dgm:pt>
    <dgm:pt modelId="{831CB49A-3CA8-4904-B39A-BF783A45287A}" type="pres">
      <dgm:prSet presAssocID="{1489F9D9-7C28-4C7D-834C-594D52F3C195}" presName="Name37" presStyleLbl="parChTrans1D3" presStyleIdx="1" presStyleCnt="2"/>
      <dgm:spPr/>
    </dgm:pt>
    <dgm:pt modelId="{39250009-51CD-4B22-AE5B-CDFC94199E68}" type="pres">
      <dgm:prSet presAssocID="{EE863596-838E-45E5-A94A-B1DD3C8566D6}" presName="hierRoot2" presStyleCnt="0">
        <dgm:presLayoutVars>
          <dgm:hierBranch val="init"/>
        </dgm:presLayoutVars>
      </dgm:prSet>
      <dgm:spPr/>
    </dgm:pt>
    <dgm:pt modelId="{85C68E13-EC1A-4BAF-8C96-377BE0CD9DB7}" type="pres">
      <dgm:prSet presAssocID="{EE863596-838E-45E5-A94A-B1DD3C8566D6}" presName="rootComposite" presStyleCnt="0"/>
      <dgm:spPr/>
    </dgm:pt>
    <dgm:pt modelId="{D4721A47-8887-4443-8E8B-4381F3DC098D}" type="pres">
      <dgm:prSet presAssocID="{EE863596-838E-45E5-A94A-B1DD3C8566D6}" presName="rootText" presStyleLbl="node1" presStyleIdx="3" presStyleCnt="4">
        <dgm:presLayoutVars>
          <dgm:chMax/>
          <dgm:chPref val="3"/>
        </dgm:presLayoutVars>
      </dgm:prSet>
      <dgm:spPr>
        <a:prstGeom prst="ellipse">
          <a:avLst/>
        </a:prstGeom>
      </dgm:spPr>
    </dgm:pt>
    <dgm:pt modelId="{E4174944-BAE5-4158-B7F3-F19DF63DEBA1}" type="pres">
      <dgm:prSet presAssocID="{EE863596-838E-45E5-A94A-B1DD3C8566D6}" presName="titleText2" presStyleLbl="fgAcc1" presStyleIdx="3" presStyleCnt="4">
        <dgm:presLayoutVars>
          <dgm:chMax val="0"/>
          <dgm:chPref val="0"/>
        </dgm:presLayoutVars>
      </dgm:prSet>
      <dgm:spPr/>
    </dgm:pt>
    <dgm:pt modelId="{CEFBDFBF-2CE5-43A5-BF6D-380E596C7463}" type="pres">
      <dgm:prSet presAssocID="{EE863596-838E-45E5-A94A-B1DD3C8566D6}" presName="rootConnector" presStyleLbl="node3" presStyleIdx="0" presStyleCnt="0"/>
      <dgm:spPr/>
    </dgm:pt>
    <dgm:pt modelId="{418CB9DF-0616-4515-9F23-441D08179830}" type="pres">
      <dgm:prSet presAssocID="{EE863596-838E-45E5-A94A-B1DD3C8566D6}" presName="hierChild4" presStyleCnt="0"/>
      <dgm:spPr/>
    </dgm:pt>
    <dgm:pt modelId="{F726C360-4A0D-4E2F-AA51-E76992C425BB}" type="pres">
      <dgm:prSet presAssocID="{EE863596-838E-45E5-A94A-B1DD3C8566D6}" presName="hierChild5" presStyleCnt="0"/>
      <dgm:spPr/>
    </dgm:pt>
    <dgm:pt modelId="{E78EED00-2EA3-4502-AB56-6F0FA890B1E3}" type="pres">
      <dgm:prSet presAssocID="{823D6E63-ABFA-4C34-9200-880D9AF5ED4A}" presName="hierChild5" presStyleCnt="0"/>
      <dgm:spPr/>
    </dgm:pt>
    <dgm:pt modelId="{35587063-B098-448F-8D35-AA865DC03936}" type="pres">
      <dgm:prSet presAssocID="{194F9EA4-1566-4DE0-91DE-49C217120450}" presName="hierChild3" presStyleCnt="0"/>
      <dgm:spPr/>
    </dgm:pt>
  </dgm:ptLst>
  <dgm:cxnLst>
    <dgm:cxn modelId="{76910400-1F4A-4ADD-9789-0084DC943FCD}" srcId="{823D6E63-ABFA-4C34-9200-880D9AF5ED4A}" destId="{EE863596-838E-45E5-A94A-B1DD3C8566D6}" srcOrd="1" destOrd="0" parTransId="{1489F9D9-7C28-4C7D-834C-594D52F3C195}" sibTransId="{00B26A04-3AC3-47CA-97AA-8931C7B475D4}"/>
    <dgm:cxn modelId="{A4C1E209-F169-4209-9335-167BDBAF4C95}" type="presOf" srcId="{76026D4F-CEBB-4A3D-9452-5B04D3EBEECA}" destId="{E2A5E7D5-E3A0-48C4-BC46-4E82EC37AE77}" srcOrd="0" destOrd="0" presId="urn:microsoft.com/office/officeart/2008/layout/NameandTitleOrganizationalChart"/>
    <dgm:cxn modelId="{442A880B-CC96-4D95-9530-B0BF77F5AF0B}" type="presOf" srcId="{EE863596-838E-45E5-A94A-B1DD3C8566D6}" destId="{D4721A47-8887-4443-8E8B-4381F3DC098D}" srcOrd="0" destOrd="0" presId="urn:microsoft.com/office/officeart/2008/layout/NameandTitleOrganizationalChart"/>
    <dgm:cxn modelId="{747C9E22-EF38-48A3-AF45-A0BC2C272C52}" type="presOf" srcId="{B448E6C5-ED07-4344-93BA-F119AADF4119}" destId="{EBB51049-054D-4D36-A6A3-94B91452B5A5}" srcOrd="0" destOrd="0" presId="urn:microsoft.com/office/officeart/2008/layout/NameandTitleOrganizationalChart"/>
    <dgm:cxn modelId="{27899139-2DB9-4597-B833-38EE7A9E0A74}" type="presOf" srcId="{CD08F14D-80AC-4CAF-B6FB-402B17E2B664}" destId="{5AB05D2B-1F8F-41A9-B777-8D160DDA5325}" srcOrd="0" destOrd="0" presId="urn:microsoft.com/office/officeart/2008/layout/NameandTitleOrganizationalChart"/>
    <dgm:cxn modelId="{2E6BC441-5230-468C-BC53-43EA25D6776D}" srcId="{194F9EA4-1566-4DE0-91DE-49C217120450}" destId="{823D6E63-ABFA-4C34-9200-880D9AF5ED4A}" srcOrd="1" destOrd="0" parTransId="{5ECF2B8A-7029-4B8C-B014-3505B3CBC6B7}" sibTransId="{32FB5A93-96C9-48D8-A87F-E8B44D512175}"/>
    <dgm:cxn modelId="{C8861263-C1C7-494B-9ADB-A681E03093A4}" type="presOf" srcId="{00B26A04-3AC3-47CA-97AA-8931C7B475D4}" destId="{E4174944-BAE5-4158-B7F3-F19DF63DEBA1}" srcOrd="0" destOrd="0" presId="urn:microsoft.com/office/officeart/2008/layout/NameandTitleOrganizationalChart"/>
    <dgm:cxn modelId="{9D0C0B64-E86B-4D12-99F9-A5E5E850AA56}" type="presOf" srcId="{5ECF2B8A-7029-4B8C-B014-3505B3CBC6B7}" destId="{24CD9A3D-483A-46A9-83BE-F3222D24200F}" srcOrd="0" destOrd="0" presId="urn:microsoft.com/office/officeart/2008/layout/NameandTitleOrganizationalChart"/>
    <dgm:cxn modelId="{9C8EF268-9D63-4A40-9821-7A0A2074C2B2}" type="presOf" srcId="{194F9EA4-1566-4DE0-91DE-49C217120450}" destId="{2E5BB9A3-C20A-4EA6-ACCE-570424191ADC}" srcOrd="1" destOrd="0" presId="urn:microsoft.com/office/officeart/2008/layout/NameandTitleOrganizationalChart"/>
    <dgm:cxn modelId="{D669B06B-B3D8-4AF9-A15E-038D7D878D50}" type="presOf" srcId="{194F9EA4-1566-4DE0-91DE-49C217120450}" destId="{E0165E0A-F318-4FB7-A0BB-9B950B56EB12}" srcOrd="0" destOrd="0" presId="urn:microsoft.com/office/officeart/2008/layout/NameandTitleOrganizationalChart"/>
    <dgm:cxn modelId="{93FCB353-8787-48BE-8656-9ECFA8E2CA68}" type="presOf" srcId="{47988153-C164-4C5B-99B1-552B42525752}" destId="{6D5A40D6-FD13-457D-9760-15EA68C78352}" srcOrd="1" destOrd="0" presId="urn:microsoft.com/office/officeart/2008/layout/NameandTitleOrganizationalChart"/>
    <dgm:cxn modelId="{2923E573-9A03-4711-8624-D174C4239029}" type="presOf" srcId="{1489F9D9-7C28-4C7D-834C-594D52F3C195}" destId="{831CB49A-3CA8-4904-B39A-BF783A45287A}" srcOrd="0" destOrd="0" presId="urn:microsoft.com/office/officeart/2008/layout/NameandTitleOrganizationalChart"/>
    <dgm:cxn modelId="{0E539E55-F047-4DF0-94AD-FF5A9A4BF08D}" type="presOf" srcId="{F55CA5C2-1454-4DD3-AA1D-232666BEEBDD}" destId="{F1AEE4E6-E8C0-41B1-85BD-B3471650AFC3}" srcOrd="0" destOrd="0" presId="urn:microsoft.com/office/officeart/2008/layout/NameandTitleOrganizationalChart"/>
    <dgm:cxn modelId="{75B7C756-69B0-466B-8866-96643362314E}" srcId="{194F9EA4-1566-4DE0-91DE-49C217120450}" destId="{47988153-C164-4C5B-99B1-552B42525752}" srcOrd="0" destOrd="0" parTransId="{F55CA5C2-1454-4DD3-AA1D-232666BEEBDD}" sibTransId="{76026D4F-CEBB-4A3D-9452-5B04D3EBEECA}"/>
    <dgm:cxn modelId="{A8D45157-BA84-488E-A12D-F1AC53A51E06}" type="presOf" srcId="{EE863596-838E-45E5-A94A-B1DD3C8566D6}" destId="{CEFBDFBF-2CE5-43A5-BF6D-380E596C7463}" srcOrd="1" destOrd="0" presId="urn:microsoft.com/office/officeart/2008/layout/NameandTitleOrganizationalChart"/>
    <dgm:cxn modelId="{983724A8-6D2A-4890-85B4-F16A2608BDEC}" type="presOf" srcId="{823D6E63-ABFA-4C34-9200-880D9AF5ED4A}" destId="{179C8B47-3B34-4E83-94E9-B9D06E6D01D8}" srcOrd="0" destOrd="0" presId="urn:microsoft.com/office/officeart/2008/layout/NameandTitleOrganizationalChart"/>
    <dgm:cxn modelId="{AEAED0AD-1622-4623-BA69-838F76E11391}" srcId="{823D6E63-ABFA-4C34-9200-880D9AF5ED4A}" destId="{244BA49C-A3DA-4CF8-AE07-94E3ADA1E855}" srcOrd="0" destOrd="0" parTransId="{A477C5E0-54EE-4374-AF29-8A54B73B5C78}" sibTransId="{B448E6C5-ED07-4344-93BA-F119AADF4119}"/>
    <dgm:cxn modelId="{042805B7-2E5A-4CD4-97E0-568A5479EC8C}" type="presOf" srcId="{244BA49C-A3DA-4CF8-AE07-94E3ADA1E855}" destId="{BB939523-714A-4BDE-8522-2ED2EC841690}" srcOrd="0" destOrd="0" presId="urn:microsoft.com/office/officeart/2008/layout/NameandTitleOrganizationalChart"/>
    <dgm:cxn modelId="{9C4ABEBB-6CBD-4125-9909-493F24F08C36}" type="presOf" srcId="{3E7AA560-B7AA-4BE7-9F8E-09B1336DF021}" destId="{17530E06-F3D4-45AD-A97E-8C070FCF707A}" srcOrd="0" destOrd="0" presId="urn:microsoft.com/office/officeart/2008/layout/NameandTitleOrganizationalChart"/>
    <dgm:cxn modelId="{6062F6CB-8DB0-4AAE-B94E-032264D82116}" type="presOf" srcId="{A477C5E0-54EE-4374-AF29-8A54B73B5C78}" destId="{F84E404B-9AD7-4FBE-9B2D-2E9AE5DBC76A}" srcOrd="0" destOrd="0" presId="urn:microsoft.com/office/officeart/2008/layout/NameandTitleOrganizationalChart"/>
    <dgm:cxn modelId="{C48CC0CC-8C86-4B08-9543-8F6B9431BFFF}" srcId="{CD08F14D-80AC-4CAF-B6FB-402B17E2B664}" destId="{194F9EA4-1566-4DE0-91DE-49C217120450}" srcOrd="0" destOrd="0" parTransId="{D8CE8F8C-21FD-4D8D-9F5B-E26F85C2F2AF}" sibTransId="{3E7AA560-B7AA-4BE7-9F8E-09B1336DF021}"/>
    <dgm:cxn modelId="{7A487FE4-0B87-43B1-8300-D3344CF024BB}" type="presOf" srcId="{47988153-C164-4C5B-99B1-552B42525752}" destId="{CD014B1F-A4EC-4783-A219-15BB5A7C8DE8}" srcOrd="0" destOrd="0" presId="urn:microsoft.com/office/officeart/2008/layout/NameandTitleOrganizationalChart"/>
    <dgm:cxn modelId="{A241B7E9-95A1-46AA-94C5-FDEE4CAD3711}" type="presOf" srcId="{823D6E63-ABFA-4C34-9200-880D9AF5ED4A}" destId="{D59BD82D-612C-4336-91AC-CD84B8D07489}" srcOrd="1" destOrd="0" presId="urn:microsoft.com/office/officeart/2008/layout/NameandTitleOrganizationalChart"/>
    <dgm:cxn modelId="{C2A2FAEA-18FD-4777-B182-6B35BB13AA84}" type="presOf" srcId="{244BA49C-A3DA-4CF8-AE07-94E3ADA1E855}" destId="{170F196E-BA04-4050-9AE2-FFAF9D9F5752}" srcOrd="1" destOrd="0" presId="urn:microsoft.com/office/officeart/2008/layout/NameandTitleOrganizationalChart"/>
    <dgm:cxn modelId="{222E3DEE-E8B7-45B6-A05E-9D308661E601}" type="presOf" srcId="{32FB5A93-96C9-48D8-A87F-E8B44D512175}" destId="{5839C88D-AA24-479C-AE5E-E19EB3B7A8E6}" srcOrd="0" destOrd="0" presId="urn:microsoft.com/office/officeart/2008/layout/NameandTitleOrganizationalChart"/>
    <dgm:cxn modelId="{A35ABBF5-494B-422F-9E0B-1AF0C77EA42B}" type="presParOf" srcId="{5AB05D2B-1F8F-41A9-B777-8D160DDA5325}" destId="{CE4B5F93-C4CF-42D6-AE37-57221A6EE39C}" srcOrd="0" destOrd="0" presId="urn:microsoft.com/office/officeart/2008/layout/NameandTitleOrganizationalChart"/>
    <dgm:cxn modelId="{B80857A2-36AA-44C6-8318-8185ECABD594}" type="presParOf" srcId="{CE4B5F93-C4CF-42D6-AE37-57221A6EE39C}" destId="{F4147AE4-576E-4754-8F1F-65FE6412687F}" srcOrd="0" destOrd="0" presId="urn:microsoft.com/office/officeart/2008/layout/NameandTitleOrganizationalChart"/>
    <dgm:cxn modelId="{BBE344BB-4D1C-4FB4-9591-A464BFE83E27}" type="presParOf" srcId="{F4147AE4-576E-4754-8F1F-65FE6412687F}" destId="{E0165E0A-F318-4FB7-A0BB-9B950B56EB12}" srcOrd="0" destOrd="0" presId="urn:microsoft.com/office/officeart/2008/layout/NameandTitleOrganizationalChart"/>
    <dgm:cxn modelId="{8C719BDA-8F46-42EE-9991-58E371090ED8}" type="presParOf" srcId="{F4147AE4-576E-4754-8F1F-65FE6412687F}" destId="{17530E06-F3D4-45AD-A97E-8C070FCF707A}" srcOrd="1" destOrd="0" presId="urn:microsoft.com/office/officeart/2008/layout/NameandTitleOrganizationalChart"/>
    <dgm:cxn modelId="{876ADB46-1CF2-4FFA-8964-F7C4269AC745}" type="presParOf" srcId="{F4147AE4-576E-4754-8F1F-65FE6412687F}" destId="{2E5BB9A3-C20A-4EA6-ACCE-570424191ADC}" srcOrd="2" destOrd="0" presId="urn:microsoft.com/office/officeart/2008/layout/NameandTitleOrganizationalChart"/>
    <dgm:cxn modelId="{B8C20052-7D2B-40AA-9E06-0A97B97FD610}" type="presParOf" srcId="{CE4B5F93-C4CF-42D6-AE37-57221A6EE39C}" destId="{4E8AD8C6-4CDD-4F46-9811-F8D39FD7E81C}" srcOrd="1" destOrd="0" presId="urn:microsoft.com/office/officeart/2008/layout/NameandTitleOrganizationalChart"/>
    <dgm:cxn modelId="{73412FAB-E974-418B-ABC3-798ED45A3C8C}" type="presParOf" srcId="{4E8AD8C6-4CDD-4F46-9811-F8D39FD7E81C}" destId="{F1AEE4E6-E8C0-41B1-85BD-B3471650AFC3}" srcOrd="0" destOrd="0" presId="urn:microsoft.com/office/officeart/2008/layout/NameandTitleOrganizationalChart"/>
    <dgm:cxn modelId="{663687AC-1AEF-41A8-B77F-2ED8CFE3F630}" type="presParOf" srcId="{4E8AD8C6-4CDD-4F46-9811-F8D39FD7E81C}" destId="{DCD1CCA2-CD09-4BBD-A0CC-BF24D4B6B118}" srcOrd="1" destOrd="0" presId="urn:microsoft.com/office/officeart/2008/layout/NameandTitleOrganizationalChart"/>
    <dgm:cxn modelId="{2A283A87-B229-4B8A-B226-82F4C8AAAC1B}" type="presParOf" srcId="{DCD1CCA2-CD09-4BBD-A0CC-BF24D4B6B118}" destId="{D0406DD9-0440-442C-AAE5-3148C4A30F42}" srcOrd="0" destOrd="0" presId="urn:microsoft.com/office/officeart/2008/layout/NameandTitleOrganizationalChart"/>
    <dgm:cxn modelId="{25E71C37-E854-41EA-B52C-5615842229CF}" type="presParOf" srcId="{D0406DD9-0440-442C-AAE5-3148C4A30F42}" destId="{CD014B1F-A4EC-4783-A219-15BB5A7C8DE8}" srcOrd="0" destOrd="0" presId="urn:microsoft.com/office/officeart/2008/layout/NameandTitleOrganizationalChart"/>
    <dgm:cxn modelId="{91E6F639-6038-4411-9D1A-E528FBEEEBBA}" type="presParOf" srcId="{D0406DD9-0440-442C-AAE5-3148C4A30F42}" destId="{E2A5E7D5-E3A0-48C4-BC46-4E82EC37AE77}" srcOrd="1" destOrd="0" presId="urn:microsoft.com/office/officeart/2008/layout/NameandTitleOrganizationalChart"/>
    <dgm:cxn modelId="{5222744B-50A4-4F8C-A73A-A010167E68EE}" type="presParOf" srcId="{D0406DD9-0440-442C-AAE5-3148C4A30F42}" destId="{6D5A40D6-FD13-457D-9760-15EA68C78352}" srcOrd="2" destOrd="0" presId="urn:microsoft.com/office/officeart/2008/layout/NameandTitleOrganizationalChart"/>
    <dgm:cxn modelId="{4D166634-C355-4271-A6D0-0E68E1AE268E}" type="presParOf" srcId="{DCD1CCA2-CD09-4BBD-A0CC-BF24D4B6B118}" destId="{9918F7A7-940D-42E2-892A-3EB536C4F590}" srcOrd="1" destOrd="0" presId="urn:microsoft.com/office/officeart/2008/layout/NameandTitleOrganizationalChart"/>
    <dgm:cxn modelId="{FDC1F73B-0F37-4779-8A30-B06277DA7BA4}" type="presParOf" srcId="{DCD1CCA2-CD09-4BBD-A0CC-BF24D4B6B118}" destId="{E02E9F44-928B-4E02-B024-9C049461CDD2}" srcOrd="2" destOrd="0" presId="urn:microsoft.com/office/officeart/2008/layout/NameandTitleOrganizationalChart"/>
    <dgm:cxn modelId="{7E7D028F-FBDE-4FB7-B2FE-E61D25B65B88}" type="presParOf" srcId="{4E8AD8C6-4CDD-4F46-9811-F8D39FD7E81C}" destId="{24CD9A3D-483A-46A9-83BE-F3222D24200F}" srcOrd="2" destOrd="0" presId="urn:microsoft.com/office/officeart/2008/layout/NameandTitleOrganizationalChart"/>
    <dgm:cxn modelId="{4428C166-157B-41A9-A40B-9583E7079E9F}" type="presParOf" srcId="{4E8AD8C6-4CDD-4F46-9811-F8D39FD7E81C}" destId="{8E0098EB-6F53-48BD-A993-6C0FB03DE97C}" srcOrd="3" destOrd="0" presId="urn:microsoft.com/office/officeart/2008/layout/NameandTitleOrganizationalChart"/>
    <dgm:cxn modelId="{04C61D38-5A02-46E6-8E0B-A0EC23C98DFC}" type="presParOf" srcId="{8E0098EB-6F53-48BD-A993-6C0FB03DE97C}" destId="{699DA1DE-DCE5-4617-8483-8225AE239412}" srcOrd="0" destOrd="0" presId="urn:microsoft.com/office/officeart/2008/layout/NameandTitleOrganizationalChart"/>
    <dgm:cxn modelId="{D2911681-5E28-4E8B-81E8-D96D4C1B0790}" type="presParOf" srcId="{699DA1DE-DCE5-4617-8483-8225AE239412}" destId="{179C8B47-3B34-4E83-94E9-B9D06E6D01D8}" srcOrd="0" destOrd="0" presId="urn:microsoft.com/office/officeart/2008/layout/NameandTitleOrganizationalChart"/>
    <dgm:cxn modelId="{44B9BF2B-E2D6-40E2-84D5-801ABBDF0597}" type="presParOf" srcId="{699DA1DE-DCE5-4617-8483-8225AE239412}" destId="{5839C88D-AA24-479C-AE5E-E19EB3B7A8E6}" srcOrd="1" destOrd="0" presId="urn:microsoft.com/office/officeart/2008/layout/NameandTitleOrganizationalChart"/>
    <dgm:cxn modelId="{B5A39A34-03AD-4865-AE5E-0D0B32A0D1A1}" type="presParOf" srcId="{699DA1DE-DCE5-4617-8483-8225AE239412}" destId="{D59BD82D-612C-4336-91AC-CD84B8D07489}" srcOrd="2" destOrd="0" presId="urn:microsoft.com/office/officeart/2008/layout/NameandTitleOrganizationalChart"/>
    <dgm:cxn modelId="{39785FA1-D6B4-4691-9768-0688B2A2CE26}" type="presParOf" srcId="{8E0098EB-6F53-48BD-A993-6C0FB03DE97C}" destId="{6EEB68A3-9D55-4610-847A-361F9F972DC2}" srcOrd="1" destOrd="0" presId="urn:microsoft.com/office/officeart/2008/layout/NameandTitleOrganizationalChart"/>
    <dgm:cxn modelId="{DA70905B-A8D1-4AF0-85BF-1C7A56EA59A8}" type="presParOf" srcId="{6EEB68A3-9D55-4610-847A-361F9F972DC2}" destId="{F84E404B-9AD7-4FBE-9B2D-2E9AE5DBC76A}" srcOrd="0" destOrd="0" presId="urn:microsoft.com/office/officeart/2008/layout/NameandTitleOrganizationalChart"/>
    <dgm:cxn modelId="{FECED229-F56F-4315-A792-2A255E47E714}" type="presParOf" srcId="{6EEB68A3-9D55-4610-847A-361F9F972DC2}" destId="{CEC731D3-1FA2-4F51-B530-0466F8755350}" srcOrd="1" destOrd="0" presId="urn:microsoft.com/office/officeart/2008/layout/NameandTitleOrganizationalChart"/>
    <dgm:cxn modelId="{B14B76CD-EED6-4BCB-97EA-A612D7033D39}" type="presParOf" srcId="{CEC731D3-1FA2-4F51-B530-0466F8755350}" destId="{B071315E-0A33-4145-B1E3-C8CBA2B9B17C}" srcOrd="0" destOrd="0" presId="urn:microsoft.com/office/officeart/2008/layout/NameandTitleOrganizationalChart"/>
    <dgm:cxn modelId="{15BA6C66-215C-4649-B6BC-A2690835B2F4}" type="presParOf" srcId="{B071315E-0A33-4145-B1E3-C8CBA2B9B17C}" destId="{BB939523-714A-4BDE-8522-2ED2EC841690}" srcOrd="0" destOrd="0" presId="urn:microsoft.com/office/officeart/2008/layout/NameandTitleOrganizationalChart"/>
    <dgm:cxn modelId="{5D555853-BE78-4F69-88ED-616532967444}" type="presParOf" srcId="{B071315E-0A33-4145-B1E3-C8CBA2B9B17C}" destId="{EBB51049-054D-4D36-A6A3-94B91452B5A5}" srcOrd="1" destOrd="0" presId="urn:microsoft.com/office/officeart/2008/layout/NameandTitleOrganizationalChart"/>
    <dgm:cxn modelId="{4CE8FECF-FD96-47CE-82E4-0B1BACC1705C}" type="presParOf" srcId="{B071315E-0A33-4145-B1E3-C8CBA2B9B17C}" destId="{170F196E-BA04-4050-9AE2-FFAF9D9F5752}" srcOrd="2" destOrd="0" presId="urn:microsoft.com/office/officeart/2008/layout/NameandTitleOrganizationalChart"/>
    <dgm:cxn modelId="{B5939631-FCBB-4E00-BCFB-A372B529A33A}" type="presParOf" srcId="{CEC731D3-1FA2-4F51-B530-0466F8755350}" destId="{D71E352A-82E7-43EC-BA1E-029C72CC0F90}" srcOrd="1" destOrd="0" presId="urn:microsoft.com/office/officeart/2008/layout/NameandTitleOrganizationalChart"/>
    <dgm:cxn modelId="{1FCB8C78-6467-48EF-88D3-1ACB9E86B025}" type="presParOf" srcId="{CEC731D3-1FA2-4F51-B530-0466F8755350}" destId="{9DF75B22-7181-409A-B2F7-85267089187A}" srcOrd="2" destOrd="0" presId="urn:microsoft.com/office/officeart/2008/layout/NameandTitleOrganizationalChart"/>
    <dgm:cxn modelId="{4EF6F1CC-3F09-460C-AA44-4CDD6F04D58E}" type="presParOf" srcId="{6EEB68A3-9D55-4610-847A-361F9F972DC2}" destId="{831CB49A-3CA8-4904-B39A-BF783A45287A}" srcOrd="2" destOrd="0" presId="urn:microsoft.com/office/officeart/2008/layout/NameandTitleOrganizationalChart"/>
    <dgm:cxn modelId="{8EECA7E6-B008-4F07-A5C7-3D634A6EA19A}" type="presParOf" srcId="{6EEB68A3-9D55-4610-847A-361F9F972DC2}" destId="{39250009-51CD-4B22-AE5B-CDFC94199E68}" srcOrd="3" destOrd="0" presId="urn:microsoft.com/office/officeart/2008/layout/NameandTitleOrganizationalChart"/>
    <dgm:cxn modelId="{62D4F7F1-BEB6-4B5E-AF39-A15F6D81550B}" type="presParOf" srcId="{39250009-51CD-4B22-AE5B-CDFC94199E68}" destId="{85C68E13-EC1A-4BAF-8C96-377BE0CD9DB7}" srcOrd="0" destOrd="0" presId="urn:microsoft.com/office/officeart/2008/layout/NameandTitleOrganizationalChart"/>
    <dgm:cxn modelId="{CD583533-0093-4D67-90EC-7A0E40C62DFE}" type="presParOf" srcId="{85C68E13-EC1A-4BAF-8C96-377BE0CD9DB7}" destId="{D4721A47-8887-4443-8E8B-4381F3DC098D}" srcOrd="0" destOrd="0" presId="urn:microsoft.com/office/officeart/2008/layout/NameandTitleOrganizationalChart"/>
    <dgm:cxn modelId="{B64744C5-F4AE-4F52-8057-2BE89C0859EC}" type="presParOf" srcId="{85C68E13-EC1A-4BAF-8C96-377BE0CD9DB7}" destId="{E4174944-BAE5-4158-B7F3-F19DF63DEBA1}" srcOrd="1" destOrd="0" presId="urn:microsoft.com/office/officeart/2008/layout/NameandTitleOrganizationalChart"/>
    <dgm:cxn modelId="{DE9DEF84-C977-42CD-9F18-1F958E2B634A}" type="presParOf" srcId="{85C68E13-EC1A-4BAF-8C96-377BE0CD9DB7}" destId="{CEFBDFBF-2CE5-43A5-BF6D-380E596C7463}" srcOrd="2" destOrd="0" presId="urn:microsoft.com/office/officeart/2008/layout/NameandTitleOrganizationalChart"/>
    <dgm:cxn modelId="{D533971B-2EA8-46B6-B7EA-F0F579EDACD0}" type="presParOf" srcId="{39250009-51CD-4B22-AE5B-CDFC94199E68}" destId="{418CB9DF-0616-4515-9F23-441D08179830}" srcOrd="1" destOrd="0" presId="urn:microsoft.com/office/officeart/2008/layout/NameandTitleOrganizationalChart"/>
    <dgm:cxn modelId="{636CA4EE-CC4C-46D3-8A2B-90CF4A453665}" type="presParOf" srcId="{39250009-51CD-4B22-AE5B-CDFC94199E68}" destId="{F726C360-4A0D-4E2F-AA51-E76992C425BB}" srcOrd="2" destOrd="0" presId="urn:microsoft.com/office/officeart/2008/layout/NameandTitleOrganizationalChart"/>
    <dgm:cxn modelId="{210D6E5A-B21E-4D40-9DDB-226DCA8BF3BD}" type="presParOf" srcId="{8E0098EB-6F53-48BD-A993-6C0FB03DE97C}" destId="{E78EED00-2EA3-4502-AB56-6F0FA890B1E3}" srcOrd="2" destOrd="0" presId="urn:microsoft.com/office/officeart/2008/layout/NameandTitleOrganizationalChart"/>
    <dgm:cxn modelId="{040C2622-A120-4D23-934B-7C67166A5BD0}" type="presParOf" srcId="{CE4B5F93-C4CF-42D6-AE37-57221A6EE39C}" destId="{35587063-B098-448F-8D35-AA865DC03936}" srcOrd="2" destOrd="0" presId="urn:microsoft.com/office/officeart/2008/layout/NameandTitleOrganizationalChart"/>
  </dgm:cxnLst>
  <dgm:bg/>
  <dgm:whole>
    <a:ln w="28575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0C190-ADF4-49DE-AA86-2000C99014C6}">
      <dsp:nvSpPr>
        <dsp:cNvPr id="0" name=""/>
        <dsp:cNvSpPr/>
      </dsp:nvSpPr>
      <dsp:spPr>
        <a:xfrm>
          <a:off x="7855" y="0"/>
          <a:ext cx="6850144" cy="10939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4900" kern="1200">
              <a:latin typeface="Gisha" panose="020B0502040204020203" pitchFamily="34" charset="-79"/>
              <a:cs typeface="Gisha" panose="020B0502040204020203" pitchFamily="34" charset="-79"/>
            </a:rPr>
            <a:t>מערכת מעברים</a:t>
          </a:r>
        </a:p>
      </dsp:txBody>
      <dsp:txXfrm>
        <a:off x="39896" y="32041"/>
        <a:ext cx="6786062" cy="1029879"/>
      </dsp:txXfrm>
    </dsp:sp>
    <dsp:sp modelId="{31874F13-AD65-4F15-9046-1A3042FC0FA0}">
      <dsp:nvSpPr>
        <dsp:cNvPr id="0" name=""/>
        <dsp:cNvSpPr/>
      </dsp:nvSpPr>
      <dsp:spPr>
        <a:xfrm>
          <a:off x="0" y="1196703"/>
          <a:ext cx="4022438" cy="10939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600" kern="1200">
              <a:latin typeface="Gisha" panose="020B0502040204020203" pitchFamily="34" charset="-79"/>
              <a:cs typeface="Gisha" panose="020B0502040204020203" pitchFamily="34" charset="-79"/>
            </a:rPr>
            <a:t>גרף </a:t>
          </a:r>
          <a:r>
            <a:rPr lang="he-IL" sz="3600" kern="1200" err="1">
              <a:latin typeface="Gisha" panose="020B0502040204020203" pitchFamily="34" charset="-79"/>
              <a:cs typeface="Gisha" panose="020B0502040204020203" pitchFamily="34" charset="-79"/>
            </a:rPr>
            <a:t>תוכנית</a:t>
          </a:r>
          <a:endParaRPr lang="he-IL" sz="36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32041" y="1228744"/>
        <a:ext cx="3958356" cy="1029879"/>
      </dsp:txXfrm>
    </dsp:sp>
    <dsp:sp modelId="{F4744355-02A4-47FB-BD88-FEAE4488773D}">
      <dsp:nvSpPr>
        <dsp:cNvPr id="0" name=""/>
        <dsp:cNvSpPr/>
      </dsp:nvSpPr>
      <dsp:spPr>
        <a:xfrm>
          <a:off x="2" y="2381050"/>
          <a:ext cx="1304292" cy="10939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>
              <a:latin typeface="Gisha" panose="020B0502040204020203" pitchFamily="34" charset="-79"/>
              <a:cs typeface="Gisha" panose="020B0502040204020203" pitchFamily="34" charset="-79"/>
            </a:rPr>
            <a:t>מערכת ערוצים</a:t>
          </a:r>
        </a:p>
      </dsp:txBody>
      <dsp:txXfrm>
        <a:off x="32043" y="2413091"/>
        <a:ext cx="1240210" cy="1029879"/>
      </dsp:txXfrm>
    </dsp:sp>
    <dsp:sp modelId="{57C751FD-5DB4-4D46-B433-137C2A7C7C09}">
      <dsp:nvSpPr>
        <dsp:cNvPr id="0" name=""/>
        <dsp:cNvSpPr/>
      </dsp:nvSpPr>
      <dsp:spPr>
        <a:xfrm>
          <a:off x="2" y="3553728"/>
          <a:ext cx="1304292" cy="109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Gisha" panose="020B0502040204020203" pitchFamily="34" charset="-79"/>
              <a:cs typeface="Gisha" panose="020B0502040204020203" pitchFamily="34" charset="-79"/>
            </a:rPr>
            <a:t>Promela</a:t>
          </a:r>
          <a:endParaRPr lang="he-IL" sz="2100" kern="1200" dirty="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32043" y="3585769"/>
        <a:ext cx="1240210" cy="1029879"/>
      </dsp:txXfrm>
    </dsp:sp>
    <dsp:sp modelId="{15231159-1D6C-40EA-864A-188125995791}">
      <dsp:nvSpPr>
        <dsp:cNvPr id="0" name=""/>
        <dsp:cNvSpPr/>
      </dsp:nvSpPr>
      <dsp:spPr>
        <a:xfrm>
          <a:off x="1359074" y="2369380"/>
          <a:ext cx="1304292" cy="10939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>
              <a:latin typeface="Gisha" panose="020B0502040204020203" pitchFamily="34" charset="-79"/>
              <a:cs typeface="Gisha" panose="020B0502040204020203" pitchFamily="34" charset="-79"/>
            </a:rPr>
            <a:t>שזירה עם תקשורת </a:t>
          </a:r>
          <a:r>
            <a:rPr lang="he-IL" sz="2100" kern="1200" err="1">
              <a:latin typeface="Gisha" panose="020B0502040204020203" pitchFamily="34" charset="-79"/>
              <a:cs typeface="Gisha" panose="020B0502040204020203" pitchFamily="34" charset="-79"/>
            </a:rPr>
            <a:t>סנכרונית</a:t>
          </a:r>
          <a:endParaRPr lang="he-IL" sz="21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391115" y="2401421"/>
        <a:ext cx="1240210" cy="1029879"/>
      </dsp:txXfrm>
    </dsp:sp>
    <dsp:sp modelId="{E188B4AC-ABE3-42D6-BDF6-D1441283E422}">
      <dsp:nvSpPr>
        <dsp:cNvPr id="0" name=""/>
        <dsp:cNvSpPr/>
      </dsp:nvSpPr>
      <dsp:spPr>
        <a:xfrm>
          <a:off x="2718147" y="2369380"/>
          <a:ext cx="1304292" cy="10939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>
              <a:latin typeface="Gisha" panose="020B0502040204020203" pitchFamily="34" charset="-79"/>
              <a:cs typeface="Gisha" panose="020B0502040204020203" pitchFamily="34" charset="-79"/>
            </a:rPr>
            <a:t>שזירה בלי תקשורת</a:t>
          </a:r>
        </a:p>
      </dsp:txBody>
      <dsp:txXfrm>
        <a:off x="2750188" y="2401421"/>
        <a:ext cx="1240210" cy="1029879"/>
      </dsp:txXfrm>
    </dsp:sp>
    <dsp:sp modelId="{C7765378-1848-41EE-AC07-B41E5EF37DC7}">
      <dsp:nvSpPr>
        <dsp:cNvPr id="0" name=""/>
        <dsp:cNvSpPr/>
      </dsp:nvSpPr>
      <dsp:spPr>
        <a:xfrm>
          <a:off x="4132000" y="1185033"/>
          <a:ext cx="1304292" cy="10939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>
              <a:latin typeface="Gisha" panose="020B0502040204020203" pitchFamily="34" charset="-79"/>
              <a:cs typeface="Gisha" panose="020B0502040204020203" pitchFamily="34" charset="-79"/>
            </a:rPr>
            <a:t>שזירת מערכות מעברים</a:t>
          </a:r>
        </a:p>
      </dsp:txBody>
      <dsp:txXfrm>
        <a:off x="4164041" y="1217074"/>
        <a:ext cx="1240210" cy="1029879"/>
      </dsp:txXfrm>
    </dsp:sp>
    <dsp:sp modelId="{14C493AF-743D-43E2-B0F2-DB2B7E3EA283}">
      <dsp:nvSpPr>
        <dsp:cNvPr id="0" name=""/>
        <dsp:cNvSpPr/>
      </dsp:nvSpPr>
      <dsp:spPr>
        <a:xfrm>
          <a:off x="5545853" y="1185033"/>
          <a:ext cx="1304292" cy="10939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>
              <a:latin typeface="Gisha" panose="020B0502040204020203" pitchFamily="34" charset="-79"/>
              <a:cs typeface="Gisha" panose="020B0502040204020203" pitchFamily="34" charset="-79"/>
            </a:rPr>
            <a:t>מעגל חומרה</a:t>
          </a:r>
        </a:p>
      </dsp:txBody>
      <dsp:txXfrm>
        <a:off x="5577894" y="1217074"/>
        <a:ext cx="1240210" cy="10298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D9A3D-483A-46A9-83BE-F3222D24200F}">
      <dsp:nvSpPr>
        <dsp:cNvPr id="0" name=""/>
        <dsp:cNvSpPr/>
      </dsp:nvSpPr>
      <dsp:spPr>
        <a:xfrm>
          <a:off x="2524605" y="1596648"/>
          <a:ext cx="840448" cy="592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8882"/>
              </a:lnTo>
              <a:lnTo>
                <a:pt x="840448" y="418882"/>
              </a:lnTo>
              <a:lnTo>
                <a:pt x="840448" y="592731"/>
              </a:lnTo>
            </a:path>
          </a:pathLst>
        </a:custGeom>
        <a:noFill/>
        <a:ln w="425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AEE4E6-E8C0-41B1-85BD-B3471650AFC3}">
      <dsp:nvSpPr>
        <dsp:cNvPr id="0" name=""/>
        <dsp:cNvSpPr/>
      </dsp:nvSpPr>
      <dsp:spPr>
        <a:xfrm>
          <a:off x="1559283" y="1596648"/>
          <a:ext cx="965321" cy="592731"/>
        </a:xfrm>
        <a:custGeom>
          <a:avLst/>
          <a:gdLst/>
          <a:ahLst/>
          <a:cxnLst/>
          <a:rect l="0" t="0" r="0" b="0"/>
          <a:pathLst>
            <a:path>
              <a:moveTo>
                <a:pt x="965321" y="0"/>
              </a:moveTo>
              <a:lnTo>
                <a:pt x="965321" y="418882"/>
              </a:lnTo>
              <a:lnTo>
                <a:pt x="0" y="418882"/>
              </a:lnTo>
              <a:lnTo>
                <a:pt x="0" y="592731"/>
              </a:lnTo>
            </a:path>
          </a:pathLst>
        </a:custGeom>
        <a:noFill/>
        <a:ln w="425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5C7FE-3DB1-40DE-B565-8936E23F964A}">
      <dsp:nvSpPr>
        <dsp:cNvPr id="0" name=""/>
        <dsp:cNvSpPr/>
      </dsp:nvSpPr>
      <dsp:spPr>
        <a:xfrm>
          <a:off x="2930759" y="421091"/>
          <a:ext cx="1255711" cy="965267"/>
        </a:xfrm>
        <a:custGeom>
          <a:avLst/>
          <a:gdLst/>
          <a:ahLst/>
          <a:cxnLst/>
          <a:rect l="0" t="0" r="0" b="0"/>
          <a:pathLst>
            <a:path>
              <a:moveTo>
                <a:pt x="1255711" y="0"/>
              </a:moveTo>
              <a:lnTo>
                <a:pt x="1255711" y="965267"/>
              </a:lnTo>
              <a:lnTo>
                <a:pt x="0" y="965267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514A8A-F880-447F-A7F8-C076CB854DF0}">
      <dsp:nvSpPr>
        <dsp:cNvPr id="0" name=""/>
        <dsp:cNvSpPr/>
      </dsp:nvSpPr>
      <dsp:spPr>
        <a:xfrm>
          <a:off x="4186471" y="421091"/>
          <a:ext cx="1254255" cy="11287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4946"/>
              </a:lnTo>
              <a:lnTo>
                <a:pt x="1254255" y="954946"/>
              </a:lnTo>
              <a:lnTo>
                <a:pt x="1254255" y="1128795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B702B-195F-4F1C-9273-A08B03AC8514}">
      <dsp:nvSpPr>
        <dsp:cNvPr id="0" name=""/>
        <dsp:cNvSpPr/>
      </dsp:nvSpPr>
      <dsp:spPr>
        <a:xfrm>
          <a:off x="3780317" y="514"/>
          <a:ext cx="812308" cy="420577"/>
        </a:xfrm>
        <a:prstGeom prst="ellipse">
          <a:avLst/>
        </a:prstGeom>
        <a:noFill/>
        <a:ln w="425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000" kern="1200">
              <a:solidFill>
                <a:schemeClr val="accent2">
                  <a:lumMod val="50000"/>
                </a:schemeClr>
              </a:solidFill>
            </a:rPr>
            <a:t>if</a:t>
          </a:r>
        </a:p>
      </dsp:txBody>
      <dsp:txXfrm>
        <a:off x="3899277" y="62106"/>
        <a:ext cx="574388" cy="297393"/>
      </dsp:txXfrm>
    </dsp:sp>
    <dsp:sp modelId="{07EF3CCC-678E-4F6F-A710-A03FFA98F163}">
      <dsp:nvSpPr>
        <dsp:cNvPr id="0" name=""/>
        <dsp:cNvSpPr/>
      </dsp:nvSpPr>
      <dsp:spPr>
        <a:xfrm>
          <a:off x="3754760" y="417767"/>
          <a:ext cx="1295135" cy="248356"/>
        </a:xfrm>
        <a:prstGeom prst="rect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754760" y="417767"/>
        <a:ext cx="1295135" cy="248356"/>
      </dsp:txXfrm>
    </dsp:sp>
    <dsp:sp modelId="{745989A1-3A1C-4670-AF30-885DB2EA3E0C}">
      <dsp:nvSpPr>
        <dsp:cNvPr id="0" name=""/>
        <dsp:cNvSpPr/>
      </dsp:nvSpPr>
      <dsp:spPr>
        <a:xfrm>
          <a:off x="4846080" y="1549887"/>
          <a:ext cx="1189294" cy="615763"/>
        </a:xfrm>
        <a:prstGeom prst="ellipse">
          <a:avLst/>
        </a:prstGeom>
        <a:noFill/>
        <a:ln w="425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0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lang="he-IL" sz="20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≔</m:t>
                </m:r>
                <m:r>
                  <a:rPr lang="en-US" sz="20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3</m:t>
                </m:r>
              </m:oMath>
            </m:oMathPara>
          </a14:m>
          <a:endParaRPr lang="en-US" sz="2000" kern="1200">
            <a:solidFill>
              <a:schemeClr val="accent2">
                <a:lumMod val="50000"/>
              </a:schemeClr>
            </a:solidFill>
          </a:endParaRPr>
        </a:p>
      </dsp:txBody>
      <dsp:txXfrm>
        <a:off x="5020248" y="1640063"/>
        <a:ext cx="840958" cy="435411"/>
      </dsp:txXfrm>
    </dsp:sp>
    <dsp:sp modelId="{180A742A-CDEC-4EA9-B471-4B73E9C40992}">
      <dsp:nvSpPr>
        <dsp:cNvPr id="0" name=""/>
        <dsp:cNvSpPr/>
      </dsp:nvSpPr>
      <dsp:spPr>
        <a:xfrm>
          <a:off x="3836227" y="3815128"/>
          <a:ext cx="1295135" cy="248356"/>
        </a:xfrm>
        <a:prstGeom prst="ellipse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025895" y="3851499"/>
        <a:ext cx="915799" cy="175614"/>
      </dsp:txXfrm>
    </dsp:sp>
    <dsp:sp modelId="{A6C88CBA-0083-49F6-831C-1C517D5D1B2D}">
      <dsp:nvSpPr>
        <dsp:cNvPr id="0" name=""/>
        <dsp:cNvSpPr/>
      </dsp:nvSpPr>
      <dsp:spPr>
        <a:xfrm>
          <a:off x="2118450" y="1176070"/>
          <a:ext cx="812308" cy="420577"/>
        </a:xfrm>
        <a:prstGeom prst="ellipse">
          <a:avLst/>
        </a:prstGeom>
        <a:noFill/>
        <a:ln w="425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000" kern="1200">
              <a:solidFill>
                <a:schemeClr val="accent2">
                  <a:lumMod val="50000"/>
                </a:schemeClr>
              </a:solidFill>
            </a:rPr>
            <a:t>if</a:t>
          </a:r>
        </a:p>
      </dsp:txBody>
      <dsp:txXfrm>
        <a:off x="2237410" y="1237662"/>
        <a:ext cx="574388" cy="297393"/>
      </dsp:txXfrm>
    </dsp:sp>
    <dsp:sp modelId="{A80D9FDD-EA48-4A02-90DD-A1D3A2DE13E4}">
      <dsp:nvSpPr>
        <dsp:cNvPr id="0" name=""/>
        <dsp:cNvSpPr/>
      </dsp:nvSpPr>
      <dsp:spPr>
        <a:xfrm>
          <a:off x="2092893" y="1593323"/>
          <a:ext cx="1295135" cy="248356"/>
        </a:xfrm>
        <a:prstGeom prst="rect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092893" y="1593323"/>
        <a:ext cx="1295135" cy="248356"/>
      </dsp:txXfrm>
    </dsp:sp>
    <dsp:sp modelId="{CD014B1F-A4EC-4783-A219-15BB5A7C8DE8}">
      <dsp:nvSpPr>
        <dsp:cNvPr id="0" name=""/>
        <dsp:cNvSpPr/>
      </dsp:nvSpPr>
      <dsp:spPr>
        <a:xfrm>
          <a:off x="964636" y="2189380"/>
          <a:ext cx="1189294" cy="615763"/>
        </a:xfrm>
        <a:prstGeom prst="ellipse">
          <a:avLst/>
        </a:prstGeom>
        <a:noFill/>
        <a:ln w="425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GB" sz="200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lang="en-GB" sz="200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≔</m:t>
                </m:r>
                <m:r>
                  <a:rPr lang="en-GB" sz="200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1</m:t>
                </m:r>
              </m:oMath>
            </m:oMathPara>
          </a14:m>
          <a:endParaRPr lang="en-US" sz="2000" kern="1200">
            <a:solidFill>
              <a:schemeClr val="accent2">
                <a:lumMod val="50000"/>
              </a:schemeClr>
            </a:solidFill>
          </a:endParaRPr>
        </a:p>
      </dsp:txBody>
      <dsp:txXfrm>
        <a:off x="1138804" y="2279556"/>
        <a:ext cx="840958" cy="435411"/>
      </dsp:txXfrm>
    </dsp:sp>
    <dsp:sp modelId="{E2A5E7D5-E3A0-48C4-BC46-4E82EC37AE77}">
      <dsp:nvSpPr>
        <dsp:cNvPr id="0" name=""/>
        <dsp:cNvSpPr/>
      </dsp:nvSpPr>
      <dsp:spPr>
        <a:xfrm>
          <a:off x="1127572" y="2704226"/>
          <a:ext cx="1295135" cy="248356"/>
        </a:xfrm>
        <a:prstGeom prst="rect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127572" y="2704226"/>
        <a:ext cx="1295135" cy="248356"/>
      </dsp:txXfrm>
    </dsp:sp>
    <dsp:sp modelId="{179C8B47-3B34-4E83-94E9-B9D06E6D01D8}">
      <dsp:nvSpPr>
        <dsp:cNvPr id="0" name=""/>
        <dsp:cNvSpPr/>
      </dsp:nvSpPr>
      <dsp:spPr>
        <a:xfrm>
          <a:off x="2770407" y="2189380"/>
          <a:ext cx="1189294" cy="615763"/>
        </a:xfrm>
        <a:prstGeom prst="ellipse">
          <a:avLst/>
        </a:prstGeom>
        <a:noFill/>
        <a:ln w="425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0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lang="en-US" sz="20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≔</m:t>
                </m:r>
                <m:r>
                  <a:rPr lang="en-US" sz="20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2</m:t>
                </m:r>
              </m:oMath>
            </m:oMathPara>
          </a14:m>
          <a:endParaRPr lang="en-US" sz="2000" kern="1200">
            <a:solidFill>
              <a:schemeClr val="accent2">
                <a:lumMod val="50000"/>
              </a:schemeClr>
            </a:solidFill>
          </a:endParaRPr>
        </a:p>
      </dsp:txBody>
      <dsp:txXfrm>
        <a:off x="2944575" y="2279556"/>
        <a:ext cx="840958" cy="435411"/>
      </dsp:txXfrm>
    </dsp:sp>
    <dsp:sp modelId="{5839C88D-AA24-479C-AE5E-E19EB3B7A8E6}">
      <dsp:nvSpPr>
        <dsp:cNvPr id="0" name=""/>
        <dsp:cNvSpPr/>
      </dsp:nvSpPr>
      <dsp:spPr>
        <a:xfrm>
          <a:off x="2933342" y="2704226"/>
          <a:ext cx="1295135" cy="248356"/>
        </a:xfrm>
        <a:prstGeom prst="flowChartConnector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123010" y="2740597"/>
        <a:ext cx="915799" cy="1756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94A59-C364-44AF-9462-03C954F61974}">
      <dsp:nvSpPr>
        <dsp:cNvPr id="0" name=""/>
        <dsp:cNvSpPr/>
      </dsp:nvSpPr>
      <dsp:spPr>
        <a:xfrm>
          <a:off x="3025556" y="1755516"/>
          <a:ext cx="431281" cy="2052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872"/>
              </a:lnTo>
              <a:lnTo>
                <a:pt x="431281" y="139872"/>
              </a:lnTo>
              <a:lnTo>
                <a:pt x="431281" y="205250"/>
              </a:lnTo>
            </a:path>
          </a:pathLst>
        </a:custGeom>
        <a:noFill/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9D0DEB-443C-483C-A765-664D19DC827D}">
      <dsp:nvSpPr>
        <dsp:cNvPr id="0" name=""/>
        <dsp:cNvSpPr/>
      </dsp:nvSpPr>
      <dsp:spPr>
        <a:xfrm>
          <a:off x="2295908" y="1755516"/>
          <a:ext cx="729648" cy="205250"/>
        </a:xfrm>
        <a:custGeom>
          <a:avLst/>
          <a:gdLst/>
          <a:ahLst/>
          <a:cxnLst/>
          <a:rect l="0" t="0" r="0" b="0"/>
          <a:pathLst>
            <a:path>
              <a:moveTo>
                <a:pt x="729648" y="0"/>
              </a:moveTo>
              <a:lnTo>
                <a:pt x="729648" y="139872"/>
              </a:lnTo>
              <a:lnTo>
                <a:pt x="0" y="139872"/>
              </a:lnTo>
              <a:lnTo>
                <a:pt x="0" y="205250"/>
              </a:lnTo>
            </a:path>
          </a:pathLst>
        </a:custGeom>
        <a:noFill/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6C1B8A-6EFE-4D42-A609-7437993444CB}">
      <dsp:nvSpPr>
        <dsp:cNvPr id="0" name=""/>
        <dsp:cNvSpPr/>
      </dsp:nvSpPr>
      <dsp:spPr>
        <a:xfrm>
          <a:off x="2979836" y="1102124"/>
          <a:ext cx="91440" cy="205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5250"/>
              </a:lnTo>
            </a:path>
          </a:pathLst>
        </a:custGeom>
        <a:noFill/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7DB62-3BD8-497D-A0EB-CEA3C0711517}">
      <dsp:nvSpPr>
        <dsp:cNvPr id="0" name=""/>
        <dsp:cNvSpPr/>
      </dsp:nvSpPr>
      <dsp:spPr>
        <a:xfrm>
          <a:off x="2979836" y="448733"/>
          <a:ext cx="91440" cy="205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5250"/>
              </a:lnTo>
            </a:path>
          </a:pathLst>
        </a:custGeom>
        <a:noFill/>
        <a:ln w="425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7D6EC6-4644-401A-9F22-B974DF22B47E}">
      <dsp:nvSpPr>
        <dsp:cNvPr id="0" name=""/>
        <dsp:cNvSpPr/>
      </dsp:nvSpPr>
      <dsp:spPr>
        <a:xfrm>
          <a:off x="2672689" y="592"/>
          <a:ext cx="705733" cy="448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BE717-B193-4468-90E0-9F8DB6B5C2DF}">
      <dsp:nvSpPr>
        <dsp:cNvPr id="0" name=""/>
        <dsp:cNvSpPr/>
      </dsp:nvSpPr>
      <dsp:spPr>
        <a:xfrm>
          <a:off x="2751104" y="75086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if</a:t>
          </a:r>
        </a:p>
      </dsp:txBody>
      <dsp:txXfrm>
        <a:off x="2764230" y="88212"/>
        <a:ext cx="679481" cy="421888"/>
      </dsp:txXfrm>
    </dsp:sp>
    <dsp:sp modelId="{B5111652-4D32-41AC-9F73-2B41064FE0F4}">
      <dsp:nvSpPr>
        <dsp:cNvPr id="0" name=""/>
        <dsp:cNvSpPr/>
      </dsp:nvSpPr>
      <dsp:spPr>
        <a:xfrm>
          <a:off x="2672689" y="653984"/>
          <a:ext cx="705733" cy="4481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2DF10-1333-4199-AA9A-A70614E2704A}">
      <dsp:nvSpPr>
        <dsp:cNvPr id="0" name=""/>
        <dsp:cNvSpPr/>
      </dsp:nvSpPr>
      <dsp:spPr>
        <a:xfrm>
          <a:off x="2751104" y="728478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do</a:t>
          </a:r>
        </a:p>
      </dsp:txBody>
      <dsp:txXfrm>
        <a:off x="2764230" y="741604"/>
        <a:ext cx="679481" cy="421888"/>
      </dsp:txXfrm>
    </dsp:sp>
    <dsp:sp modelId="{9CD04C41-595D-48FC-B041-1A3FAF0C35C0}">
      <dsp:nvSpPr>
        <dsp:cNvPr id="0" name=""/>
        <dsp:cNvSpPr/>
      </dsp:nvSpPr>
      <dsp:spPr>
        <a:xfrm>
          <a:off x="2672689" y="1307375"/>
          <a:ext cx="705733" cy="4481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2996B-1E17-4050-B1C3-16AACCCED924}">
      <dsp:nvSpPr>
        <dsp:cNvPr id="0" name=""/>
        <dsp:cNvSpPr/>
      </dsp:nvSpPr>
      <dsp:spPr>
        <a:xfrm>
          <a:off x="2751104" y="1381870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;</a:t>
          </a:r>
        </a:p>
      </dsp:txBody>
      <dsp:txXfrm>
        <a:off x="2764230" y="1394996"/>
        <a:ext cx="679481" cy="421888"/>
      </dsp:txXfrm>
    </dsp:sp>
    <dsp:sp modelId="{5C16442A-0ACF-49C4-9BF2-D38F4B11409E}">
      <dsp:nvSpPr>
        <dsp:cNvPr id="0" name=""/>
        <dsp:cNvSpPr/>
      </dsp:nvSpPr>
      <dsp:spPr>
        <a:xfrm>
          <a:off x="1943041" y="1960767"/>
          <a:ext cx="705733" cy="4481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39E8D-6D8F-4298-AF4A-89A7D2B6ACDD}">
      <dsp:nvSpPr>
        <dsp:cNvPr id="0" name=""/>
        <dsp:cNvSpPr/>
      </dsp:nvSpPr>
      <dsp:spPr>
        <a:xfrm>
          <a:off x="2021456" y="2035261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C!5</a:t>
          </a:r>
        </a:p>
      </dsp:txBody>
      <dsp:txXfrm>
        <a:off x="2034582" y="2048387"/>
        <a:ext cx="679481" cy="421888"/>
      </dsp:txXfrm>
    </dsp:sp>
    <dsp:sp modelId="{57E3BBFB-F69F-4ABA-9600-F32C910EABDC}">
      <dsp:nvSpPr>
        <dsp:cNvPr id="0" name=""/>
        <dsp:cNvSpPr/>
      </dsp:nvSpPr>
      <dsp:spPr>
        <a:xfrm>
          <a:off x="2805604" y="1960767"/>
          <a:ext cx="1302466" cy="4481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24188-7191-40C2-B5CD-0ED91BF3AA28}">
      <dsp:nvSpPr>
        <dsp:cNvPr id="0" name=""/>
        <dsp:cNvSpPr/>
      </dsp:nvSpPr>
      <dsp:spPr>
        <a:xfrm>
          <a:off x="2884019" y="2035261"/>
          <a:ext cx="1302466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y:=3</a:t>
          </a:r>
        </a:p>
      </dsp:txBody>
      <dsp:txXfrm>
        <a:off x="2897145" y="2048387"/>
        <a:ext cx="1276214" cy="4218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94A59-C364-44AF-9462-03C954F61974}">
      <dsp:nvSpPr>
        <dsp:cNvPr id="0" name=""/>
        <dsp:cNvSpPr/>
      </dsp:nvSpPr>
      <dsp:spPr>
        <a:xfrm>
          <a:off x="3025556" y="1755516"/>
          <a:ext cx="431281" cy="2052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872"/>
              </a:lnTo>
              <a:lnTo>
                <a:pt x="431281" y="139872"/>
              </a:lnTo>
              <a:lnTo>
                <a:pt x="431281" y="205250"/>
              </a:lnTo>
            </a:path>
          </a:pathLst>
        </a:custGeom>
        <a:noFill/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9D0DEB-443C-483C-A765-664D19DC827D}">
      <dsp:nvSpPr>
        <dsp:cNvPr id="0" name=""/>
        <dsp:cNvSpPr/>
      </dsp:nvSpPr>
      <dsp:spPr>
        <a:xfrm>
          <a:off x="2295908" y="1755516"/>
          <a:ext cx="729648" cy="205250"/>
        </a:xfrm>
        <a:custGeom>
          <a:avLst/>
          <a:gdLst/>
          <a:ahLst/>
          <a:cxnLst/>
          <a:rect l="0" t="0" r="0" b="0"/>
          <a:pathLst>
            <a:path>
              <a:moveTo>
                <a:pt x="729648" y="0"/>
              </a:moveTo>
              <a:lnTo>
                <a:pt x="729648" y="139872"/>
              </a:lnTo>
              <a:lnTo>
                <a:pt x="0" y="139872"/>
              </a:lnTo>
              <a:lnTo>
                <a:pt x="0" y="205250"/>
              </a:lnTo>
            </a:path>
          </a:pathLst>
        </a:custGeom>
        <a:noFill/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6C1B8A-6EFE-4D42-A609-7437993444CB}">
      <dsp:nvSpPr>
        <dsp:cNvPr id="0" name=""/>
        <dsp:cNvSpPr/>
      </dsp:nvSpPr>
      <dsp:spPr>
        <a:xfrm>
          <a:off x="2979836" y="1102124"/>
          <a:ext cx="91440" cy="205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5250"/>
              </a:lnTo>
            </a:path>
          </a:pathLst>
        </a:custGeom>
        <a:noFill/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7DB62-3BD8-497D-A0EB-CEA3C0711517}">
      <dsp:nvSpPr>
        <dsp:cNvPr id="0" name=""/>
        <dsp:cNvSpPr/>
      </dsp:nvSpPr>
      <dsp:spPr>
        <a:xfrm>
          <a:off x="2979836" y="448733"/>
          <a:ext cx="91440" cy="205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5250"/>
              </a:lnTo>
            </a:path>
          </a:pathLst>
        </a:custGeom>
        <a:noFill/>
        <a:ln w="425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7D6EC6-4644-401A-9F22-B974DF22B47E}">
      <dsp:nvSpPr>
        <dsp:cNvPr id="0" name=""/>
        <dsp:cNvSpPr/>
      </dsp:nvSpPr>
      <dsp:spPr>
        <a:xfrm>
          <a:off x="2672689" y="592"/>
          <a:ext cx="705733" cy="448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BE717-B193-4468-90E0-9F8DB6B5C2DF}">
      <dsp:nvSpPr>
        <dsp:cNvPr id="0" name=""/>
        <dsp:cNvSpPr/>
      </dsp:nvSpPr>
      <dsp:spPr>
        <a:xfrm>
          <a:off x="2751104" y="75086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do</a:t>
          </a:r>
        </a:p>
      </dsp:txBody>
      <dsp:txXfrm>
        <a:off x="2764230" y="88212"/>
        <a:ext cx="679481" cy="421888"/>
      </dsp:txXfrm>
    </dsp:sp>
    <dsp:sp modelId="{B5111652-4D32-41AC-9F73-2B41064FE0F4}">
      <dsp:nvSpPr>
        <dsp:cNvPr id="0" name=""/>
        <dsp:cNvSpPr/>
      </dsp:nvSpPr>
      <dsp:spPr>
        <a:xfrm>
          <a:off x="2672689" y="653984"/>
          <a:ext cx="705733" cy="4481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2DF10-1333-4199-AA9A-A70614E2704A}">
      <dsp:nvSpPr>
        <dsp:cNvPr id="0" name=""/>
        <dsp:cNvSpPr/>
      </dsp:nvSpPr>
      <dsp:spPr>
        <a:xfrm>
          <a:off x="2751104" y="728478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do</a:t>
          </a:r>
        </a:p>
      </dsp:txBody>
      <dsp:txXfrm>
        <a:off x="2764230" y="741604"/>
        <a:ext cx="679481" cy="421888"/>
      </dsp:txXfrm>
    </dsp:sp>
    <dsp:sp modelId="{9CD04C41-595D-48FC-B041-1A3FAF0C35C0}">
      <dsp:nvSpPr>
        <dsp:cNvPr id="0" name=""/>
        <dsp:cNvSpPr/>
      </dsp:nvSpPr>
      <dsp:spPr>
        <a:xfrm>
          <a:off x="2672689" y="1307375"/>
          <a:ext cx="705733" cy="4481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2996B-1E17-4050-B1C3-16AACCCED924}">
      <dsp:nvSpPr>
        <dsp:cNvPr id="0" name=""/>
        <dsp:cNvSpPr/>
      </dsp:nvSpPr>
      <dsp:spPr>
        <a:xfrm>
          <a:off x="2751104" y="1381870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;</a:t>
          </a:r>
        </a:p>
      </dsp:txBody>
      <dsp:txXfrm>
        <a:off x="2764230" y="1394996"/>
        <a:ext cx="679481" cy="421888"/>
      </dsp:txXfrm>
    </dsp:sp>
    <dsp:sp modelId="{5C16442A-0ACF-49C4-9BF2-D38F4B11409E}">
      <dsp:nvSpPr>
        <dsp:cNvPr id="0" name=""/>
        <dsp:cNvSpPr/>
      </dsp:nvSpPr>
      <dsp:spPr>
        <a:xfrm>
          <a:off x="1943041" y="1960767"/>
          <a:ext cx="705733" cy="4481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39E8D-6D8F-4298-AF4A-89A7D2B6ACDD}">
      <dsp:nvSpPr>
        <dsp:cNvPr id="0" name=""/>
        <dsp:cNvSpPr/>
      </dsp:nvSpPr>
      <dsp:spPr>
        <a:xfrm>
          <a:off x="2021456" y="2035261"/>
          <a:ext cx="705733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C!5</a:t>
          </a:r>
        </a:p>
      </dsp:txBody>
      <dsp:txXfrm>
        <a:off x="2034582" y="2048387"/>
        <a:ext cx="679481" cy="421888"/>
      </dsp:txXfrm>
    </dsp:sp>
    <dsp:sp modelId="{57E3BBFB-F69F-4ABA-9600-F32C910EABDC}">
      <dsp:nvSpPr>
        <dsp:cNvPr id="0" name=""/>
        <dsp:cNvSpPr/>
      </dsp:nvSpPr>
      <dsp:spPr>
        <a:xfrm>
          <a:off x="2805604" y="1960767"/>
          <a:ext cx="1302466" cy="4481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24188-7191-40C2-B5CD-0ED91BF3AA28}">
      <dsp:nvSpPr>
        <dsp:cNvPr id="0" name=""/>
        <dsp:cNvSpPr/>
      </dsp:nvSpPr>
      <dsp:spPr>
        <a:xfrm>
          <a:off x="2884019" y="2035261"/>
          <a:ext cx="1302466" cy="44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cs typeface="Dubai" panose="020B0503030403030204" pitchFamily="34" charset="-78"/>
            </a:rPr>
            <a:t>y:=3</a:t>
          </a:r>
        </a:p>
      </dsp:txBody>
      <dsp:txXfrm>
        <a:off x="2897145" y="2048387"/>
        <a:ext cx="1276214" cy="4218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CB49A-3CA8-4904-B39A-BF783A45287A}">
      <dsp:nvSpPr>
        <dsp:cNvPr id="0" name=""/>
        <dsp:cNvSpPr/>
      </dsp:nvSpPr>
      <dsp:spPr>
        <a:xfrm>
          <a:off x="2770734" y="1534017"/>
          <a:ext cx="880089" cy="423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26"/>
              </a:lnTo>
              <a:lnTo>
                <a:pt x="880089" y="275126"/>
              </a:lnTo>
              <a:lnTo>
                <a:pt x="880089" y="423997"/>
              </a:lnTo>
            </a:path>
          </a:pathLst>
        </a:custGeom>
        <a:noFill/>
        <a:ln w="28575" cap="flat" cmpd="sng" algn="ctr">
          <a:solidFill>
            <a:schemeClr val="accent2"/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dsp:style>
    </dsp:sp>
    <dsp:sp modelId="{F84E404B-9AD7-4FBE-9B2D-2E9AE5DBC76A}">
      <dsp:nvSpPr>
        <dsp:cNvPr id="0" name=""/>
        <dsp:cNvSpPr/>
      </dsp:nvSpPr>
      <dsp:spPr>
        <a:xfrm>
          <a:off x="1997575" y="1534017"/>
          <a:ext cx="773158" cy="423997"/>
        </a:xfrm>
        <a:custGeom>
          <a:avLst/>
          <a:gdLst/>
          <a:ahLst/>
          <a:cxnLst/>
          <a:rect l="0" t="0" r="0" b="0"/>
          <a:pathLst>
            <a:path>
              <a:moveTo>
                <a:pt x="773158" y="0"/>
              </a:moveTo>
              <a:lnTo>
                <a:pt x="773158" y="275126"/>
              </a:lnTo>
              <a:lnTo>
                <a:pt x="0" y="275126"/>
              </a:lnTo>
              <a:lnTo>
                <a:pt x="0" y="423997"/>
              </a:lnTo>
            </a:path>
          </a:pathLst>
        </a:custGeom>
        <a:noFill/>
        <a:ln w="28575" cap="flat" cmpd="sng" algn="ctr">
          <a:solidFill>
            <a:schemeClr val="accent2"/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dsp:style>
    </dsp:sp>
    <dsp:sp modelId="{24CD9A3D-483A-46A9-83BE-F3222D24200F}">
      <dsp:nvSpPr>
        <dsp:cNvPr id="0" name=""/>
        <dsp:cNvSpPr/>
      </dsp:nvSpPr>
      <dsp:spPr>
        <a:xfrm>
          <a:off x="2051041" y="638093"/>
          <a:ext cx="719693" cy="368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762"/>
              </a:lnTo>
              <a:lnTo>
                <a:pt x="719693" y="219762"/>
              </a:lnTo>
              <a:lnTo>
                <a:pt x="719693" y="368633"/>
              </a:lnTo>
            </a:path>
          </a:pathLst>
        </a:custGeom>
        <a:noFill/>
        <a:ln w="28575" cap="flat" cmpd="sng" algn="ctr">
          <a:solidFill>
            <a:schemeClr val="accent2"/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dsp:style>
    </dsp:sp>
    <dsp:sp modelId="{F1AEE4E6-E8C0-41B1-85BD-B3471650AFC3}">
      <dsp:nvSpPr>
        <dsp:cNvPr id="0" name=""/>
        <dsp:cNvSpPr/>
      </dsp:nvSpPr>
      <dsp:spPr>
        <a:xfrm>
          <a:off x="1224416" y="638093"/>
          <a:ext cx="826624" cy="368633"/>
        </a:xfrm>
        <a:custGeom>
          <a:avLst/>
          <a:gdLst/>
          <a:ahLst/>
          <a:cxnLst/>
          <a:rect l="0" t="0" r="0" b="0"/>
          <a:pathLst>
            <a:path>
              <a:moveTo>
                <a:pt x="826624" y="0"/>
              </a:moveTo>
              <a:lnTo>
                <a:pt x="826624" y="219762"/>
              </a:lnTo>
              <a:lnTo>
                <a:pt x="0" y="219762"/>
              </a:lnTo>
              <a:lnTo>
                <a:pt x="0" y="368633"/>
              </a:lnTo>
            </a:path>
          </a:pathLst>
        </a:custGeom>
        <a:noFill/>
        <a:ln w="28575" cap="flat" cmpd="sng" algn="ctr">
          <a:solidFill>
            <a:schemeClr val="accent2"/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dsp:style>
    </dsp:sp>
    <dsp:sp modelId="{E0165E0A-F318-4FB7-A0BB-9B950B56EB12}">
      <dsp:nvSpPr>
        <dsp:cNvPr id="0" name=""/>
        <dsp:cNvSpPr/>
      </dsp:nvSpPr>
      <dsp:spPr>
        <a:xfrm>
          <a:off x="1434901" y="74"/>
          <a:ext cx="1232278" cy="638019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28575" cap="flat" cmpd="sng" algn="ctr">
          <a:solidFill>
            <a:schemeClr val="accent1">
              <a:lumMod val="7500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>
              <a:solidFill>
                <a:schemeClr val="accent2">
                  <a:lumMod val="50000"/>
                </a:schemeClr>
              </a:solidFill>
            </a:rPr>
            <a:t>if</a:t>
          </a:r>
        </a:p>
      </dsp:txBody>
      <dsp:txXfrm>
        <a:off x="1615364" y="93510"/>
        <a:ext cx="871352" cy="451147"/>
      </dsp:txXfrm>
    </dsp:sp>
    <dsp:sp modelId="{17530E06-F3D4-45AD-A97E-8C070FCF707A}">
      <dsp:nvSpPr>
        <dsp:cNvPr id="0" name=""/>
        <dsp:cNvSpPr/>
      </dsp:nvSpPr>
      <dsp:spPr>
        <a:xfrm>
          <a:off x="1681357" y="496311"/>
          <a:ext cx="1109050" cy="212673"/>
        </a:xfrm>
        <a:prstGeom prst="rect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681357" y="496311"/>
        <a:ext cx="1109050" cy="212673"/>
      </dsp:txXfrm>
    </dsp:sp>
    <dsp:sp modelId="{CD014B1F-A4EC-4783-A219-15BB5A7C8DE8}">
      <dsp:nvSpPr>
        <dsp:cNvPr id="0" name=""/>
        <dsp:cNvSpPr/>
      </dsp:nvSpPr>
      <dsp:spPr>
        <a:xfrm>
          <a:off x="715208" y="1006726"/>
          <a:ext cx="1018416" cy="527290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28575" cap="flat" cmpd="sng" algn="ctr">
          <a:solidFill>
            <a:schemeClr val="accent1">
              <a:lumMod val="7500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GB" sz="120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lang="en-GB" sz="120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≔</m:t>
                </m:r>
                <m:r>
                  <a:rPr lang="en-GB" sz="1200" b="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lang="en-GB" sz="1200" b="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GB" sz="1200" b="0" i="1" kern="1200" dirty="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𝑦</m:t>
                </m:r>
              </m:oMath>
            </m:oMathPara>
          </a14:m>
          <a:endParaRPr lang="en-US" sz="1200" kern="1200">
            <a:solidFill>
              <a:schemeClr val="accent2">
                <a:lumMod val="50000"/>
              </a:schemeClr>
            </a:solidFill>
          </a:endParaRPr>
        </a:p>
      </dsp:txBody>
      <dsp:txXfrm>
        <a:off x="864352" y="1083946"/>
        <a:ext cx="720128" cy="372850"/>
      </dsp:txXfrm>
    </dsp:sp>
    <dsp:sp modelId="{E2A5E7D5-E3A0-48C4-BC46-4E82EC37AE77}">
      <dsp:nvSpPr>
        <dsp:cNvPr id="0" name=""/>
        <dsp:cNvSpPr/>
      </dsp:nvSpPr>
      <dsp:spPr>
        <a:xfrm>
          <a:off x="854733" y="1447599"/>
          <a:ext cx="1109050" cy="212673"/>
        </a:xfrm>
        <a:prstGeom prst="rect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54733" y="1447599"/>
        <a:ext cx="1109050" cy="212673"/>
      </dsp:txXfrm>
    </dsp:sp>
    <dsp:sp modelId="{179C8B47-3B34-4E83-94E9-B9D06E6D01D8}">
      <dsp:nvSpPr>
        <dsp:cNvPr id="0" name=""/>
        <dsp:cNvSpPr/>
      </dsp:nvSpPr>
      <dsp:spPr>
        <a:xfrm>
          <a:off x="2261526" y="1006726"/>
          <a:ext cx="1018416" cy="527290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28575" cap="flat" cmpd="sng" algn="ctr">
          <a:solidFill>
            <a:schemeClr val="accent1">
              <a:lumMod val="7500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0" kern="1200">
              <a:solidFill>
                <a:schemeClr val="accent2">
                  <a:lumMod val="50000"/>
                </a:schemeClr>
              </a:solidFill>
            </a:rPr>
            <a:t>;</a:t>
          </a:r>
          <a:endParaRPr lang="en-US" sz="2400" kern="1200">
            <a:solidFill>
              <a:schemeClr val="accent2">
                <a:lumMod val="50000"/>
              </a:schemeClr>
            </a:solidFill>
          </a:endParaRPr>
        </a:p>
      </dsp:txBody>
      <dsp:txXfrm>
        <a:off x="2410670" y="1083946"/>
        <a:ext cx="720128" cy="372850"/>
      </dsp:txXfrm>
    </dsp:sp>
    <dsp:sp modelId="{5839C88D-AA24-479C-AE5E-E19EB3B7A8E6}">
      <dsp:nvSpPr>
        <dsp:cNvPr id="0" name=""/>
        <dsp:cNvSpPr/>
      </dsp:nvSpPr>
      <dsp:spPr>
        <a:xfrm>
          <a:off x="2401050" y="1447599"/>
          <a:ext cx="1109050" cy="212673"/>
        </a:xfrm>
        <a:prstGeom prst="flowChartConnector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563467" y="1478744"/>
        <a:ext cx="784216" cy="150383"/>
      </dsp:txXfrm>
    </dsp:sp>
    <dsp:sp modelId="{BB939523-714A-4BDE-8522-2ED2EC841690}">
      <dsp:nvSpPr>
        <dsp:cNvPr id="0" name=""/>
        <dsp:cNvSpPr/>
      </dsp:nvSpPr>
      <dsp:spPr>
        <a:xfrm>
          <a:off x="1381436" y="1958015"/>
          <a:ext cx="1232278" cy="638019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28575" cap="flat" cmpd="sng" algn="ctr">
          <a:solidFill>
            <a:schemeClr val="accent1">
              <a:lumMod val="7500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GB" sz="12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lang="en-GB" sz="12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≔</m:t>
                </m:r>
                <m:r>
                  <a:rPr lang="en-GB" sz="12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0</m:t>
                </m:r>
              </m:oMath>
            </m:oMathPara>
          </a14:m>
          <a:endParaRPr lang="en-US" sz="1200" kern="1200">
            <a:solidFill>
              <a:schemeClr val="accent2">
                <a:lumMod val="50000"/>
              </a:schemeClr>
            </a:solidFill>
          </a:endParaRPr>
        </a:p>
      </dsp:txBody>
      <dsp:txXfrm>
        <a:off x="1561899" y="2051451"/>
        <a:ext cx="871352" cy="451147"/>
      </dsp:txXfrm>
    </dsp:sp>
    <dsp:sp modelId="{EBB51049-054D-4D36-A6A3-94B91452B5A5}">
      <dsp:nvSpPr>
        <dsp:cNvPr id="0" name=""/>
        <dsp:cNvSpPr/>
      </dsp:nvSpPr>
      <dsp:spPr>
        <a:xfrm>
          <a:off x="1627892" y="2454252"/>
          <a:ext cx="1109050" cy="212673"/>
        </a:xfrm>
        <a:prstGeom prst="rect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627892" y="2454252"/>
        <a:ext cx="1109050" cy="212673"/>
      </dsp:txXfrm>
    </dsp:sp>
    <dsp:sp modelId="{D4721A47-8887-4443-8E8B-4381F3DC098D}">
      <dsp:nvSpPr>
        <dsp:cNvPr id="0" name=""/>
        <dsp:cNvSpPr/>
      </dsp:nvSpPr>
      <dsp:spPr>
        <a:xfrm>
          <a:off x="3034685" y="1958015"/>
          <a:ext cx="1232278" cy="638019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28575" cap="flat" cmpd="sng" algn="ctr">
          <a:solidFill>
            <a:schemeClr val="accent1">
              <a:lumMod val="7500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GB" sz="12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𝑦</m:t>
                </m:r>
                <m:r>
                  <a:rPr lang="he-IL" sz="12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≔</m:t>
                </m:r>
                <m:r>
                  <a:rPr lang="en-GB" sz="1200" b="0" i="1" kern="1200" smtClean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m:t>𝑥</m:t>
                </m:r>
              </m:oMath>
            </m:oMathPara>
          </a14:m>
          <a:endParaRPr lang="en-US" sz="1200" kern="1200">
            <a:solidFill>
              <a:schemeClr val="accent2">
                <a:lumMod val="50000"/>
              </a:schemeClr>
            </a:solidFill>
          </a:endParaRPr>
        </a:p>
      </dsp:txBody>
      <dsp:txXfrm>
        <a:off x="3215148" y="2051451"/>
        <a:ext cx="871352" cy="451147"/>
      </dsp:txXfrm>
    </dsp:sp>
    <dsp:sp modelId="{E4174944-BAE5-4158-B7F3-F19DF63DEBA1}">
      <dsp:nvSpPr>
        <dsp:cNvPr id="0" name=""/>
        <dsp:cNvSpPr/>
      </dsp:nvSpPr>
      <dsp:spPr>
        <a:xfrm>
          <a:off x="3281140" y="2454252"/>
          <a:ext cx="1109050" cy="212673"/>
        </a:xfrm>
        <a:prstGeom prst="rect">
          <a:avLst/>
        </a:prstGeom>
        <a:noFill/>
        <a:ln w="425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281140" y="2454252"/>
        <a:ext cx="1109050" cy="2126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9.0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512 1 2801,'0'0'13301,"-27"0"-11360,-87 0-584,106 0-1288,-1 0-1,1 1 1,0 0 0,-1 0-1,1 1 1,0 0 0,0 0-1,0 1 1,0 0-1,0 0 1,1 1 0,-1 0-1,1 0 1,0 1 0,0 0-1,-8 8 1,-8 5 16,-32 24-407,-96 96 0,150-137-370,30-13-2445,94-45 2867,-122 56 298,-1 1 0,0 0 0,0 0 0,1 0-1,-1 0 1,0 0 0,0 0 0,1-1 0,-1 1 0,0 0 0,1 0 0,-1 0 0,0 0 0,0 0 0,1 0 0,-1 0 0,0 0 0,1 0 0,-1 0 0,0 0 0,0 0 0,1 0-1,-1 1 1,0-1 0,1 0 0,-1 0 0,0 0 0,0 0 0,1 0 0,-1 1 0,0-1 0,0 0 0,0 0 0,1 0 0,-1 1 0,0-1 0,0 0 0,1 1 0,-4 12 571,-12 15 104,-36 34 291,40-51-902,0 0 1,1 1 0,1 1-1,0 0 1,0 0-1,-12 26 1,20-36-93,0 0-1,0 0 1,1-1-1,-1 1 1,0 0-1,1 0 1,0 0 0,-1 0-1,1 0 1,0 0-1,1 0 1,-1-1 0,0 1-1,1 0 1,0 0-1,0 0 1,0 0 0,0-1-1,0 1 1,0 0-1,1-1 1,-1 1 0,1-1-1,-1 0 1,5 5-1,0-2-87,-1-1-1,1 0 0,0 0 0,1 0 0,-1-1 1,1 1-1,-1-2 0,14 5 0,57 11-2336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10.8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2 169 3721,'0'0'11570,"-1"-10"-6797,1 9-4703,-1 0 1,1 0-1,0 0 1,0 0-1,0 0 1,0 0-1,0 0 1,1-1-1,-1 1 1,0 0-1,0 0 1,1 0-1,-1 0 1,0 0-1,1 0 1,-1 0-1,2-1 1,42-11-12,0 2 0,1 1 0,0 3 0,58-2 1,-87 8-65,15-1 68,61 2 0,-84 1-38,0 0 1,0 0-1,0 1 0,0 0 1,0 0-1,0 1 0,-1 0 1,1 0-1,-1 1 0,0 0 1,0 0-1,10 8 0,-11-6-25,0-1 0,1-1 0,-1 1 0,1-1 0,0 0 0,0-1 0,1 1 0,-1-1 0,1-1 0,-1 0 0,1 0 0,0 0 0,0-1 0,0 0 0,0-1 0,0 1 0,0-2 0,0 1-1,-1-1 1,1 0 0,0-1 0,0 0 0,0 0 0,-1 0 0,1-1 0,-1 0 0,0-1 0,13-8 0,63-42-736,-58 37 368,0 0 0,1 2 0,54-24 0,-78 39 390,0-1 0,0 1 0,-1 0 0,1 0 1,0 0-1,0 0 0,0 0 0,-1 0 1,1 1-1,0-1 0,0 1 0,-1-1 1,1 1-1,0 0 0,-1-1 0,1 1 0,-1 0 1,1 0-1,-1 0 0,1 0 0,-1 0 1,0 1-1,1-1 0,0 2 0,31 41 781,-21-28-396,-5-7-363,2 0 0,-1-1 0,1 0 0,0 0 0,1-1 0,0-1-1,0 1 1,1-2 0,-1 1 0,1-2 0,0 1 0,1-1 0,-1-1-1,1 0 1,-1-1 0,1 0 0,22 0 0,-9-1-49,-1-1 0,1-1-1,-1-1 1,0-2 0,0 0 0,0-2 0,40-14-1,47-33-755,-107 52 716,-1-1 1,1 0-1,0 1 0,0 0 1,0 0-1,0 0 1,0 0-1,0 1 0,0-1 1,0 1-1,0 0 0,0 0 1,0 1-1,0-1 0,0 1 1,0 0-1,0 0 1,8 3-1,0 2 101,0 1 0,-1 0 1,1 1-1,13 12 0,-16-13 70,0 0-1,0 0 1,0-1-1,1 0 1,0 0-1,18 6 1,-13-8-170,0-1 1,0-1-1,0 0 0,0-1 0,0 0 0,1-2 1,-1 0-1,0 0 0,0-1 0,0-1 1,0-1-1,-1 0 0,1-1 0,-1 0 1,24-13-1,-36 17-7,8-5 114,1 1-1,0 0 0,20-5 0,-29 9-83,0 1 0,-1-1 0,1 1 0,-1-1 0,1 1 0,0 0 0,-1 0 0,1 0-1,-1 0 1,1 0 0,0 0 0,-1 0 0,1 0 0,0 1 0,-1-1 0,1 1 0,-1-1 0,1 1 0,-1 0 0,1-1 0,-1 1 0,1 0 0,-1 0 0,0 0-1,0 0 1,1 0 0,-1 0 0,0 1 0,0-1 0,0 0 0,0 1 0,0-1 0,0 0 0,-1 1 0,2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37.8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185 25 2633,'0'0'6025,"-185"13"-6593,185-32-240,0 0-1121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5.3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4 278 1560,'0'-4'20359,"0"-1"-21067,-1-39 778,-1 28 5,2 0-1,0 0 1,0 0-1,4-21 1,-4 36-80,0 1 0,0-1 1,0 0-1,0 0 0,0 0 0,1 0 1,-1 1-1,0-1 0,0 0 0,0 0 0,1 0 1,-1 1-1,1-1 0,-1 0 0,0 0 1,1 1-1,-1-1 0,1 0 0,0 1 1,-1-1-1,1 0 0,-1 1 0,1-1 0,0 1 1,-1-1-1,1 1 0,0 0 0,0-1 1,-1 1-1,1 0 0,0-1 0,0 1 1,0 0-1,0 0 0,-1 0 0,1 0 0,0 0 1,0-1-1,0 2 0,0-1 0,-1 0 1,1 0-1,0 0 0,0 0 0,0 0 0,0 1 1,-1-1-1,1 0 0,0 1 0,0-1 1,-1 1-1,1-1 0,0 1 0,-1-1 1,1 1-1,0-1 0,-1 1 0,1 0 0,0 1 1,31 37 125,-26-28-62,0 0 1,0 0-1,-2 0 1,1 1 0,-1 0-1,-1 0 1,0 0 0,-1 0-1,1 12 1,-3-23-56,0-1-1,0 1 1,0 0 0,0-1 0,-1 1 0,1 0 0,0-1 0,0 1-1,1 0 1,-1-1 0,0 1 0,0-1 0,0 1 0,0 0 0,0-1-1,1 1 1,-1-1 0,0 1 0,1 0 0,-1-1 0,0 1 0,1-1-1,-1 1 1,1-1 0,-1 1 0,0-1 0,1 0 0,-1 1 0,1-1-1,0 1 1,-1-1 0,1 0 0,-1 0 0,1 1 0,-1-1 0,1 0 0,0 0-1,-1 0 1,1 0 0,0 1 0,-1-1 0,1 0 0,-1 0 0,1 0-1,0 0 1,-1-1 0,1 1 0,0 0 0,-1 0 0,1 0 0,-1 0-1,1-1 1,0 1 0,-1 0 0,1 0 0,-1-1 0,1 1 0,-1-1-1,1 1 1,-1 0 0,1-1 0,32-27 213,-24 14-286,0 1-1,-1-1 1,-1-1 0,0 1 0,-1-1-1,-1-1 1,0 1 0,-1-1 0,0 0-1,-2 1 1,2-19 0,-3 29 43,1-1 0,0 1-1,0 0 1,0 0 0,1 0 0,-1 0 0,1 0 0,0 0 0,4-3-1,-6 7 18,-1 0 0,1 0 0,0 0 0,-1 0 0,1 0 0,-1 0 0,1 1 0,0-1 0,0 0 1,0 0-1,-1 1 0,1-1 0,0 1 0,0-1 0,0 1 0,0-1 0,0 1 0,0-1 0,0 1 0,0 0 0,0 0 0,0 0 0,0-1 0,0 1 0,0 0 0,0 0 0,0 0 0,0 0 0,0 1 0,0-1 0,0 0 0,0 0 0,0 1 0,0-1 0,0 0 0,0 1 0,0-1 0,0 1 0,0-1 0,0 1 0,0 0 0,-1-1 0,1 1 0,0 0 0,0 0 0,-1-1 0,1 1 0,0 0 0,-1 0 0,1 0 0,-1 0 0,1 0 0,0 1 0,21 52 32,-19-44-108,0 0 0,1 0 0,0-1-1,1 1 1,0-1 0,0 0-1,1-1 1,0 1 0,1-1 0,0 0-1,10 9 1,2-5-4015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5.9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119 0 3745,'0'0'9215,"-13"1"-2602,-47 4-3913,58-4-2621,-1 1 1,0-1-1,1 1 1,-1-1-1,1 1 1,-1 0-1,1 0 1,0 0-1,0 0 1,0 0-1,0 0 0,0 1 1,0-1-1,1 1 1,-1-1-1,1 1 1,0 0-1,0-1 1,0 1-1,0 0 1,0 0-1,0 5 1,-1 6 28,1 0 0,0 1 1,3 22-1,-1-6 146,0-28-247,-1 0 0,1 0 0,-1-1 0,1 1 0,0 0 0,0-1 0,0 1 0,1-1 0,-1 1 0,0-1 0,1 0 0,0 1 0,-1-1 0,1 0 0,0 0 0,0 0 0,1 0 0,-1-1 0,0 1 0,0 0 0,1-1 0,-1 0 0,1 0 0,-1 1 0,1-1 0,0-1 0,-1 1 0,1 0 0,0-1 0,4 1 0,11 2-1268,1 0-1,0-2 1,24 0-1,-37-1-14,7 0-5388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6.3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3065,'0'0'21292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6.5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0 0 3545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6.7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3545,'43'185'21284,"-43"-183"-21116,0 4-168,0-1-96,0-2-1256,-27 0-17380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7.1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38 2665,'0'0'16875,"21"-8"-15827,-15 8-199,9-3-233,7 1-328,4-4-216,6 4-72,10-4-512,-11 1-3977,-15-1-8082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7.3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2529,'85'136'11058,"-64"-136"-9618,0 0 633,5-6-737,1 4-744,-6 2-432,0 0-160,-6 0-1168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7.8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 2617,'0'-2'23853,"0"9"-22742,2 5-1070,0 1 1,0-1-1,1 0 1,1-1-1,0 1 1,5 11-1,-2-7-17,-2-1 0,0 1-1,3 17 1,-3-4-115,1 8-304,-4-14-4968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8.4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 23 2737,'0'0'15161,"-6"45"-11729,7-42-3416,-1 0-1,1-1 1,-1 1 0,1 0-1,0-1 1,0 1 0,1-1-1,-1 1 1,0-1 0,1 0-1,-1 0 1,1 1 0,0-1 0,0 0-1,0 0 1,0-1 0,0 1-1,0 0 1,0-1 0,1 1-1,-1-1 1,0 0 0,1 1-1,-1-1 1,1 0 0,0-1-1,-1 1 1,1 0 0,0-1 0,4 1-1,12 2-63,0-1 0,1 0 0,20-2 0,-31 0 43,-4 0-9,-1 1 0,1-1 1,-1-1-1,1 1 0,-1-1 0,1 0 0,-1 0 0,1 0 0,-1 0 0,7-4 0,-9 4-28,0-1 0,-1 0 0,1 1 0,-1-1 0,1 0 0,-1 0-1,0 0 1,0 0 0,0 0 0,0-1 0,0 1 0,0 0-1,0 0 1,-1-1 0,1 1 0,-1 0 0,0-1 0,0 1-1,0 0 1,0-1 0,0-3 0,0 4 63,0-1-1,0 0 0,0 1 1,0-1-1,0 0 1,-1 0-1,1 1 1,-1-1-1,1 0 1,-1 1-1,0-1 1,0 1-1,-1-1 1,1 1-1,0 0 1,-1-1-1,1 1 1,-1 0-1,0 0 0,0 0 1,0 0-1,0 0 1,0 1-1,0-1 1,0 0-1,-1 1 1,1 0-1,0-1 1,-1 1-1,1 0 1,-1 0-1,0 1 1,1-1-1,-1 0 1,0 1-1,1 0 1,-1 0-1,0-1 0,-5 2 1,-7 0-743,0 0 0,1 1 0,-1 1 1,0 0-1,1 1 0,-1 1 0,-13 6 0,3-1-2430,-18 4-5838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9.0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 3201,'0'0'15826,"5"0"-14906,-1 0-1863,-4 0 1069,1-1 1,-1 1 0,1 0-1,-1 0 1,1 0 0,-1 0-1,1 0 1,0 0 0,-1 0-1,1 0 1,-1 0 0,1 0-1,-1 0 1,1 0-1,-1 0 1,1 1 0,-1-1-1,1 0 1,0 0 0,-1 1-1,1-1 1,-1 0 0,0 1-1,1-1 1,-1 0-1,1 1 1,-1-1 0,0 0-1,1 1 1,-1-1 0,0 1-1,1-1 1,-1 1 0,0-1-1,1 1 1,-1-1 0,0 1-1,0-1 1,0 1-1,0 0 1,0-1 0,0 1-1,1-1 1,-1 1 0,-1 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9.4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238 1 2665,'0'0'17791,"0"31"-14581,0-22-3005,-1-1-1,0 0 1,-1 1-1,0-1 1,0 0-1,-1 0 1,0 0 0,-1 0-1,1 0 1,-6 7-1,-1 1-22,-2 0 0,1 0 0,-21 18 0,27-29-355,0 0-1,-1-1 0,0 0 0,0 0 0,0 0 0,0-1 0,-1 0 1,1 0-1,-1-1 0,0 0 0,1 0 0,-1 0 0,-14 1 1,-20-2-5602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1.7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0 211 928,'1'5'23977,"4"-18"-23864,1 1 0,0 1-1,0-1 1,14-16 0,-11 15-107,-1 1 1,0-1 0,8-19 0,-16 30-18,0 0 0,1 0 0,0 0 0,-1 1-1,1-1 1,0 0 0,0 0 0,0 0 0,0 1 0,0-1 0,1 1 0,-1-1-1,0 1 1,1-1 0,-1 1 0,1 0 0,0 0 0,-1-1 0,1 1-1,0 0 1,-1 1 0,3-2 0,-2 2 0,0 0 1,-1 1-1,1-1 0,-1 0 1,1 1-1,-1-1 0,1 1 0,-1 0 1,1-1-1,-1 1 0,1 0 1,-1 0-1,0 0 0,1 0 1,-1 0-1,0 0 0,0 1 0,0-1 1,0 0-1,1 2 0,5 7 29,-1 1 1,0-1-1,-1 1 0,0 0 0,7 21 0,-5-1 107,-2 0 0,0 0 0,-3 0-1,0 45 1,14-78-37,-11-3-88,-1 0 0,1 0 0,-1-1 0,0 0 0,0 1 0,0-1 0,-1 0 0,3-7 0,22-59 15,-22 55-14,58-143-305,-64 158 286,1 1-1,-1-1 1,1 1 0,0-1-1,-1 0 1,1 1-1,0 0 1,0-1 0,0 1-1,0 0 1,0-1 0,0 1-1,1 0 1,-1 0-1,0 0 1,1 0 0,-1 0-1,0 0 1,1 0-1,0 1 1,-1-1 0,1 0-1,-1 1 1,1 0 0,-1-1-1,1 1 1,0 0-1,-1-1 1,1 1 0,0 0-1,0 0 1,-1 1-1,1-1 1,-1 0 0,1 0-1,0 1 1,-1-1 0,1 1-1,-1 0 1,1-1-1,0 1 1,-1 0 0,0 0-1,1 0 1,1 1-1,5 4-11,0 1-1,0 0 1,0 0-1,-1 0 0,12 17 1,-14-17-24,0 1 1,-1 0-1,0 0 1,0 0-1,0 0 1,-1 1 0,3 13-1,0 15-3938,-5-20-3376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6.5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189 0 3369,'0'0'11154,"-17"4"-9267,2 1-1463,1 0-1,0 1 0,1 1 1,-1 0-1,1 1 0,1 1 1,-1 0-1,2 0 0,-1 1 1,-19 23-1,30-33-410,0 1 0,1 0 0,-1 0-1,0 0 1,0 0 0,1 0 0,-1 0-1,1 0 1,-1 0 0,0 0 0,1 0 0,0 0-1,-1 0 1,1 0 0,0 0 0,0 0-1,-1 0 1,1 1 0,0-1 0,0 0 0,0 0-1,0 0 1,1 0 0,-1 1 0,0-1-1,0 0 1,1 0 0,-1 0 0,1 0 0,-1 0-1,1 0 1,-1 0 0,1 0 0,-1 0-1,1 0 1,0 0 0,0 0 0,-1 0 0,1-1-1,0 1 1,0 0 0,0-1 0,0 1-1,0 0 1,0-1 0,0 1 0,0-1 0,2 1-1,5 2-22,1-1-1,0 1 1,0-2-1,17 2 1,-19-2 38,72 6 47,-51-6-54,-1 1-1,1 1 1,-1 1 0,0 2 0,29 10 0,-54-16-11,0 1 0,0 0-1,0 0 1,0 0 0,0 0 0,-1 0 0,1 0 0,0 0 0,0 1 0,-1-1 0,1 1 0,-1-1 0,0 1 0,1 0 0,-1-1 0,0 1 0,0 0-1,0 0 1,0 0 0,0 0 0,0 0 0,-1 0 0,1 0 0,-1 0 0,1 0 0,-1 0 0,0 1 0,0-1 0,0 0 0,0 0 0,0 0-1,0 0 1,-1 0 0,1 0 0,-1 1 0,1-1 0,-1 0 0,0 0 0,0-1 0,-1 3 0,-1 3 53,0-1-1,-1 0 1,0 1-1,0-2 1,-1 1 0,1 0-1,-1-1 1,-1 0 0,1 0-1,-8 5 1,5-5-110,-1-1 0,1 0 0,-1 0 1,0-1-1,0 0 0,0 0 0,-14 1 0,-36 1-4091,16-5-4160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7.1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1 2633,'0'0'21260,"5"0"-18699,-5 11-3057,0-3-2529,-15 0-5697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7.4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0 1 2481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7.5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2481,'111'160'22044,"-132"-160"-31558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8.2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25 3041,'0'0'14276,"6"-1"-9984,26-2-3587,20-9-957,-34 3-3462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8.4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0 1 1480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8.5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1480,'42'157'12003,"-31"-157"-10731,0 0 625,4 0-457,12 0-528,-1 0-432,6-8-424,5-3-48,-6-2-16,-10-1-4825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8.9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2513,'0'0'22564,"0"14"-22228,2 40 263,2 1 0,16 80 0,22 21-2198,-27-119-3334,-3-19-5071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59.4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145 0 2697,'0'0'18206,"-17"8"-17102,-56 24-55,69-30-961,0 0 0,0 1 0,1 0 0,-1-1 0,1 1 0,0 1 0,0-1 0,0 0 0,0 1 0,0 0 0,1-1 0,0 1 0,0 0 0,0 0 0,0 0 0,0 1 0,1-1 0,0 0 0,0 1 0,0-1 0,0 1 0,1-1 0,0 0 0,0 1 0,0-1 0,0 1 0,2 5 0,-2 4-8,0-10-75,1-1 1,-1 1-1,1-1 0,0 1 1,0-1-1,0 0 0,0 1 1,1-1-1,0 0 0,-1 0 1,1 0-1,0 0 0,0 0 1,0-1-1,1 1 0,-1-1 1,1 1-1,0-1 0,-1 0 1,1 0-1,0 0 0,0 0 1,0 0-1,0-1 0,1 0 1,-1 1-1,0-1 0,1 0 0,-1-1 1,5 2-1,9 1-90,-1 0 1,1-1-1,0-1 0,33-2 0,-45 0 34,1 1-1,-1-2 0,0 1 1,0 0-1,1-1 0,-1 0 1,0 0-1,-1-1 0,1 1 1,0-1-1,-1 0 0,1 0 0,-1-1 1,0 1-1,0-1 0,0 0 1,-1 0-1,1 0 0,-1-1 1,0 1-1,0-1 0,-1 0 1,1 0-1,-1 0 0,0 0 1,0 0-1,-1 0 0,0 0 0,0-1 1,0 1-1,0 0 0,-1-1 1,0 1-1,0-1 0,0 1 1,-2-10-1,1 13 43,1 0 1,-1 1-1,0-1 0,0 0 0,1 1 1,-1-1-1,0 0 0,0 1 1,0 0-1,-1-1 0,1 1 0,0-1 1,0 1-1,-1 0 0,1 0 0,-1 0 1,1 0-1,-1 0 0,0 0 1,1 0-1,-1 1 0,0-1 0,1 0 1,-1 1-1,0-1 0,0 1 1,0 0-1,1 0 0,-1 0 0,0 0 1,-3 0-1,-5 0-376,0 0 0,0 1 0,0 1 0,-15 3 0,-15 7-4116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1.1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118 2 3921,'0'0'9719,"3"0"-8976,-2-1-427,0 1 0,0 0 0,0 0 0,0 0 0,0-1 0,0 1 0,0 0 0,0 0 0,-1 0 0,1 0 1,0 1-1,0-1 0,0 0 0,0 0 0,0 0 0,0 1 0,0-1 0,0 1 0,0-1 0,0 1 0,2 10 5238,-3 2-4582,0 0-2818,-21 230 3229,1-40-841,-6 105-35,-2 76 279,26-354-775,-1 0-1,-1-1 0,-12 42 1,-6 36 21,20-72 13,2 48 1,2-35 23,-2-45-39,0 0 1,1-1-1,0 1 1,-1 0-1,1-1 0,0 1 1,1-1-1,-1 1 1,0-1-1,1 1 1,-1-1-1,4 3 1,-4-3 38,1 0 0,0 1 0,-1-1 0,0 0-1,1 0 1,-1 1 0,0-1 0,0 1 0,0-1 0,0 1 0,-1-1 0,1 5 0,33-7 854,880-51-235,-708 34-544,674-53 13,-484 56-155,-395 14-1,0-1 0,0 0 0,0 0 0,1 1 0,-1-1 0,0 0 0,0 0 0,0 0 0,0 0 0,0-1 0,-1 1 0,1 0 0,0 0 0,0 0 0,-1-1 1,1 1-1,-1 0 0,1-1 0,-1 1 0,1 0 0,-1-1 0,0 1 0,0-1 0,0 1 0,0 0 0,0-1 0,0 1 0,0-3 0,-1-62 129,0 45-118,-1-109 18,-1 33-23,11-100 0,5 112-67,40-132-1,-17 79 31,38-167-137,-69 275 114,-2 0 0,-1 0 0,-1-33 0,-1 58 39,-32 5-81,-25-3 251,-79-13-1,-35-3 34,-41 10-29,-171-4-45,213 12-101,-183 3-64,322 0 28,0 3 0,-47 12 0,44-9 35,1-1 1,-39 2-1,-286 18-5,0 14-154,295-30 144,62-11 29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3.0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1 142 3441,'0'0'6354,"2"-5"-5449,12-3 5940,-14 45 2571,-1-11-11510,1 397 2746,2-427-644,-1 0 0,1 0 0,0 0-1,0 0 1,0 1 0,0-1 0,1 1 0,-1 0 0,1-1 0,5-4 0,15-22-307,3-32-513,-20 46 755,0 0 1,1 0-1,1 1 0,17-27 1,-25 54 71,0 1 0,0 0 0,1 0 0,1 0 0,0-1 0,5 16 0,-7-26-15,1 0 0,0 1 0,0-1 0,0 0 0,0 1-1,0-1 1,0 0 0,0 0 0,1 0 0,-1 0 0,1 0 0,0 0 0,-1-1-1,1 1 1,0 0 0,4 1 0,-2-1-19,0-1 1,1 0-1,-1 0 0,0-1 0,1 1 1,-1-1-1,9 0 0,-5 0-9,5-1 10,0-1-1,-1 0 1,1 0 0,-1-1-1,1-1 1,-1 0-1,0-1 1,-1 0 0,1 0-1,11-9 1,-17 11-45,1-1 1,-1 0 0,0-1-1,0 0 1,-1 0 0,0 0-1,0 0 1,0-1 0,0 0-1,-1 0 1,0 0-1,0 0 1,0-1 0,-1 1-1,0-1 1,-1 0 0,1 0-1,-1 0 1,1-8 0,-2-35 40,-2 1 1,-2 0 0,-9-49 0,2 23 103,10 68-273,-4-12 336,-1 17-1924,-3 11-2868,-2 6-2980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3.9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169 17 3585,'0'0'11119,"-3"-3"-10072,2 2-934,0-1 0,0 1 0,-1 0 0,1 0 1,0 0-1,0 0 0,-1 0 0,1 1 0,-1-1 0,1 0 0,-1 1 0,1-1 0,-1 1 0,1-1 0,-1 1 0,1 0 0,-1-1 0,1 1 0,-1 0 0,0 0 0,1 0 0,-1 1 0,1-1 0,-1 0 0,0 0 0,1 1 0,-1-1 0,1 1 0,-1 0 0,1-1 0,0 1 0,-1 0 0,1 0 0,0 0 0,-1 0 1,1 0-1,0 0 0,0 0 0,0 0 0,0 0 0,0 1 0,0-1 0,0 0 0,-1 2 0,-11 16 14,0 1 1,2 0-1,0 1 0,1 0 1,1 0-1,1 1 1,1 1-1,1-1 0,1 1 1,1 0-1,1 0 1,0 33-1,3-56-128,0 0-1,0 1 0,0-1 1,0 0-1,0 0 1,0 1-1,0-1 0,1 0 1,-1 0-1,0 1 1,0-1-1,0 0 0,0 0 1,1 1-1,-1-1 1,0 0-1,0 0 0,1 0 1,-1 1-1,0-1 1,0 0-1,1 0 1,-1 0-1,0 0 0,0 0 1,1 0-1,-1 1 1,0-1-1,1 0 0,-1 0 1,0 0-1,0 0 1,1 0-1,-1 0 0,0 0 1,1 0-1,-1 0 1,0-1-1,1 1 0,-1 0 1,0 0-1,0 0 1,1 0-1,-1 0 1,0 0-1,0-1 0,1 1 1,-1 0-1,1 0 1,2-1-1,8-3 8,0-1-1,0 1 1,0-2 0,0 0 0,-1 0-1,0-1 1,0 0 0,-1 0 0,0-1-1,0-1 1,-1 0 0,0 0 0,0 0-1,8-15 1,-3 5-219,-2 0 1,0-1-1,-1-1 0,-1 1 1,-1-1-1,0-1 0,3-23 1,-3 74 4781,10 44-4876,-4-39 92,12 32 312,-14-21-4307,-11-32-3751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5.9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 0 3041,'0'0'18129,"-1"21"-15242,-8 13-2605,1 1 0,2 0 0,1 0 0,2 0-1,2 1 1,2 35 0,0-24-680,-1-47 236,0 0-1,0 0 1,0 1-1,0-1 0,1 0 1,-1 0-1,0 1 1,0-1-1,0 0 1,0 0-1,1 0 1,-1 1-1,0-1 1,0 0-1,1 0 1,-1 0-1,0 0 1,0 1-1,1-1 1,-1 0-1,0 0 0,0 0 1,1 0-1,-1 0 1,0 0-1,0 0 1,1 0-1,-1 0 1,0 0-1,1 0 1,-1 0-1,0 0 1,0 0-1,1 0 1,-1 0-1,0 0 0,0 0 1,1-1-1,-1 1 1,0 0-1,0 0 1,1 0-1,-1-1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6.4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4089,'0'0'19172,"0"3"-19172,0 13-256,0 3-3449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6.9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0 2833,'0'0'15756,"0"4"-15121,-2 119 2016,5 147-334,-3-267-2323,0-1 0,0 1-1,0-1 1,0 1 0,1 0 0,-1-1 0,1 1 0,0-1 0,0 0-1,0 1 1,0-1 0,0 1 0,0-1 0,0 0 0,1 0 0,-1 0-1,1 0 1,0 0 0,0 0 0,-1 0 0,1-1 0,0 1 0,1-1 0,-1 1-1,0-1 1,0 0 0,1 1 0,-1-1 0,0-1 0,1 1 0,2 1-1,1-2-140,0 0-1,0 0 1,-1 0-1,1 0 1,0-1-1,0 0 1,-1 0-1,1-1 1,-1 0 0,1 0-1,-1 0 1,9-5-1,34-28-3079,-4-6-2493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7.2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 1096,'0'0'20261,"242"-43"-20261,-194 43-168,-12 0-2193,-14 0-7737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34.6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 59 3321,'0'0'17205,"-6"0"-15753,-18 2-281,17-1 3265,183 2-864,104-16-3779,-141 6 441,-54-1-187,-85 8-31,27-8 54,16 3 5,51 0-1,-51 3 294,52-7 1,-60 2-405,-60 7-3583,-17 1-1644,-6-1-7044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35.6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0 1856,'0'0'17875,"-20"14"-9483,38-13-7921,0 1-1,1 0 1,-1 1-1,18 7 1,-27-8-491,0 1-1,0 0 1,0 0 0,-1 1-1,0 1 1,0-1-1,0 1 1,0 0 0,-1 1-1,0 0 1,9 9 0,-14-11 22,-1 1-1,1 0 1,-1-1 0,-1 1 0,1 0 0,0 0 0,-1-1 0,0 1-1,0 0 1,-1 0 0,1 0 0,-1-1 0,0 1 0,0 0-1,-1-1 1,1 1 0,-1-1 0,0 1 0,0-1 0,-4 6-1,-23 22 43,-38 34 0,10-10-2251,36-35-1555,5-7-3405,-4 0-7334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39.7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316 1080 4201,'0'0'5322,"2"6"-4315,-1-1-1655,8 29 7185,-9-33-6291,0 0 0,0 0-1,0 0 1,0 0 0,0 0-1,0 0 1,0 0 0,0 0-1,-1 0 1,1 0 0,0 0-1,-1 0 1,1 0 0,0 0 0,-1 0-1,1 0 1,-1 0 0,1 0-1,-1 0 1,0-1 0,1 1-1,-1 0 1,0 0 0,0-1-1,1 1 1,-1-1 0,0 1-1,0 0 1,0-1 0,0 1-1,0-1 1,-1 1 0,0-2-13,1 1 1,0-1 0,0 1-1,-1-1 1,1 1 0,0-1-1,0 0 1,0 0 0,0 0-1,0 0 1,0 1-1,0-1 1,0-1 0,0 1-1,0 0 1,0 0 0,1 0-1,-1 0 1,0 0 0,0-3-1,-21-40-494,12 23 614,-24-34-140,-79-97-1,99 136-187,5 7-24,1 0 1,0 0-1,1-1 0,-1 0 0,2-1 0,0 1 0,0-1 1,1-1-1,0 1 0,0-1 0,2 1 0,-1-1 1,-1-16-1,-1-21-5,3 1 1,1-1-1,3 0 1,8-60-1,-5 95-2,0 0 0,0 0 0,2 0 0,0 0 0,0 1 0,1 0 1,1 0-1,0 1 0,1 0 0,0 0 0,1 1 0,0 1 0,1-1 0,19-14 0,-1 5-24,1 0 1,1 3 0,0 0 0,1 2-1,35-11 1,-43 17 12,-3 0-9,0 1 1,1 1-1,0 1 1,1 1-1,-1 1 0,41-2 1,-6 4 2,-25 1-16,0 1 0,35 4 0,-62-2 39,1-1 0,0 1-1,0 1 1,-1-1 0,1 1 0,-1 0 0,1 0 0,-1 0-1,0 1 1,-1 0 0,1 0 0,-1 0 0,1 1-1,-1-1 1,-1 1 0,7 10 0,4 7 44,-1 2 1,14 36-1,-18-39-46,0 5 10,-1 0-1,-1 0 1,-2 1 0,-1 0-1,2 43 1,4 21 5,-5-39 5,-4 101 0,-2-77 10,-1-62-22,0-1 0,0 1 0,-1-1 0,-1 1 0,-1-1 0,-5 13 0,-5 14 13,-5 46-18,9-48 85,11-35-77,0-3-33,0 65-32,0-64-1,10-22-283,0-14-3805,-9 15-1842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40.9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0 176,'11'9'27514,"-6"-6"-26199,0 1-4197,6 7 3023,0 1 1,-1 1-1,-1 0 0,0 0 1,0 1-1,-1 0 0,-1 1 1,7 20-1,-5-14-100,0-1 0,1-1-1,21 30 1,-29-47-41,-1-1-1,0 1 1,1-1 0,0 1 0,-1-1-1,1 0 1,0 0 0,-1 1 0,1-1-1,0-1 1,0 1 0,0 0-1,0 0 1,0-1 0,0 1 0,0-1-1,0 1 1,0-1 0,1 0 0,-1 0-1,0 0 1,0 0 0,0-1 0,0 1-1,0 0 1,0-1 0,0 1-1,0-1 1,4-2 0,-1 1 18,0 0 0,0-1 1,0 0-1,0 0 0,-1-1 1,1 1-1,-1-1 0,0 0 0,4-5 1,35-51 10,-27 36-25,1 1 0,1 0 0,1 2 0,37-33 0,-55 53-4,2-2-68,0 1 0,0-1 0,0 1 0,0 0 0,1 0 0,-1 0 0,1 0 0,0 1 0,0 0 0,-1-1 0,6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29.4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9 4097,'0'0'16806,"0"11"-15690,0 43 69,2-1-1,11 64 0,26 170 173,3 313 0,-40-539-1267,4 1 0,21 95-1,-21-103 572,-6-54-648,23 0 188,372-31 463,-167 8-656,393-5 21,-239 15-18,-286 0-60,-88 10 24,0-1 1,0 1-1,0-1 0,-1 0 1,1-1-1,-1 0 0,0 0 1,0-1-1,9-10 0,-13 13 26,0-1-1,-1 0 0,0 1 0,1-1 0,-1 0 1,-1-1-1,1 1 0,-1 0 0,1 0 0,-1-1 0,0 1 1,-1-1-1,1-5 0,-2-69 4,-1 38-3,5 3-2,1-1 0,2 1 0,14-50 0,-1 8-4,5-33-86,-5-1 1,7-189-1,-25 263 47,-1-47 25,0 79 19,-1 1 0,0 0 0,-1 0-1,0-1 1,0 1 0,0 0 0,-1 0 0,-7-12 0,-1-3 27,10 19-21,0 0-1,-1 0 0,1 0 0,-1 0 1,0 1-1,1-1 0,-1 0 0,0 1 0,-1-1 1,1 1-1,0 0 0,-1 0 0,1 0 1,-1 0-1,0 0 0,0 0 0,1 1 1,-1 0-1,-4-2 0,-17-5 165,-1 2 0,0 0 0,0 2 0,-39-3 0,-109 5 190,103 3-307,-99 1 17,0 7 0,1 7 0,0 8 1,-228 63-1,387-84-75,-9 2-43,0 0-1,-1-1 1,1-1-1,-26 2 1,66-3-4954,-6-2-2760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30.0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5 3505,'0'0'13996,"-1"-1"-13511,0 0-1,0 1 1,0 0 0,0-1-1,0 1 1,0 0 0,0-1-1,-1 1 1,1 0 0,0 0-1,0 0 1,0 0 0,0 0-1,0 0 1,0 0 0,-2 1-1,-1 17-161,1 0 0,1 0 0,1 0 0,0 0 0,4 32 0,-1 4-64,0 0-151,3 0 1,2-1-1,3 1 1,22 68-1,-30-109-986,-2-10-1232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30.5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36 140 4905,'0'0'11509,"-6"-9"-10963,-19-28-108,24 36-398,1 0 0,-1-1-1,1 1 1,-1 0-1,1-1 1,-1 1-1,1-1 1,0 1 0,0-1-1,0 1 1,0-1-1,0 1 1,0-1-1,0 1 1,0-1 0,0 1-1,1-1 1,-1 1-1,1-1 1,-1 1-1,1 0 1,-1-1 0,1 1-1,0 0 1,0 0-1,0-1 1,0 1-1,0 0 1,0 0 0,0 0-1,0 0 1,1-1-1,43-25 1030,-38 23-870,-2 2-168,0-1 0,1 1 0,-1 0 0,0 0 0,1 0 0,-1 1 0,1 0 0,-1 0 0,1 0 0,-1 1 0,1 0 0,0 0 0,-1 0 0,1 1 0,-1-1 0,1 2 0,10 2 0,-9-1-5,-1 1 0,1-1-1,-1 1 1,0 0 0,0 1 0,0 0-1,-1 0 1,1 0 0,-1 0 0,-1 1-1,1 0 1,4 8 0,-1-1 123,0 1 0,-1 1 0,-1-1 0,0 1 0,-1 0 0,-1 1 0,0-1 0,-1 1 0,-1-1 0,0 1 0,-2 0 0,0 17 0,-1-30-108,1 0 0,-1 0 0,0 0 0,-1 0 0,1 0 0,0 0 0,-1-1 0,1 1 0,-1-1 0,0 1 0,0-1 0,0 0 0,0 1 0,-1-1 0,1 0 0,0-1 0,-1 1 0,1 0 0,-1-1 0,0 1 0,0-1 0,1 0 0,-1 0 0,0 0 0,-5 1 0,-9 2-85,1 0 0,-1-1 0,-21 0 1,28-2-38,-61 4-2141,3-4-3541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31.3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279 11 3785,'0'0'13028,"0"0"-12891,0 0 0,0 0 1,0-1-1,0 1 0,0 0 0,0-1 0,0 1 1,1 0-1,-1-1 0,0 1 0,0 0 1,0-1-1,0 1 0,0 0 0,-1-1 0,1 1 1,0 0-1,0-1 0,0 1 0,0 0 1,0-1-1,0 1 0,0 0 0,-1 0 0,1-1 1,0 1-1,0 0 0,0-1 0,-1 1 0,1 0 1,0 0-1,0 0 0,-1-1 0,1 1 1,0 0-1,-1 0 0,-10 0 329,1 1 1,-1 0-1,0 1 0,1 1 1,0-1-1,-17 8 0,13-4-328,-1 1 1,2 0-1,-1 1 0,1 1 1,0 0-1,0 0 0,1 2 1,1-1-1,0 2 0,0-1 1,1 1-1,-14 22 0,23-32-132,0 0-1,0 0 0,0 0 1,0 0-1,0 0 1,0 1-1,0-1 0,0 0 1,1 0-1,-1 1 0,1-1 1,0 0-1,0 1 0,0-1 1,0 0-1,0 1 0,0-1 1,1 0-1,-1 0 0,1 1 1,0 1-1,1-2-6,-1 0 0,1 0 0,-1 0 0,1 0 0,0-1 0,0 1 0,-1 0 0,1-1 0,0 0 0,0 1 0,1-1 0,-1 0 0,0 0 0,0 0 0,1-1 0,3 2 0,6 0-11,0 0-1,0-1 1,0 0-1,0-1 1,0 0-1,22-4 1,-31 3-9,1 0 0,-1 0 1,1 0-1,-1 0 0,1 0 1,-1-1-1,0 1 0,0-1 1,0 0-1,0 0 0,0 0 1,0-1-1,0 1 0,-1-1 1,1 1-1,-1-1 0,0 0 0,0 0 1,0 0-1,0 0 0,2-6 1,1-4-81,-1 0 0,0 0 0,-1-1 0,2-19 0,0-2 166,15-6 1044,-17 57-738,10 10-194,28 44 0,-24-44-720,18 41 0,-28-48-2304,-7-9-3633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7:32.1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459 17 3713,'0'0'12021,"3"-3"-10206,15-10 6576,-18 25-7133,-2 28-256,0 34-233,3-68-748,-1 0-1,1-1 1,0 1 0,0 0-1,1-1 1,-1 1 0,1-1 0,0 0-1,1 0 1,3 6 0,2-1-16,1 0-1,0 0 1,0-1 0,1 0-1,1-1 1,-1 0 0,1 0 0,1-1-1,-1-1 1,14 6 0,-9-6-6,0 1 1,1-2 0,0 0-1,0-1 1,0-1 0,0 0 0,24 0-1,-39-3 5,-1 0-1,0-1 1,0 1-1,0 0 1,0 0-1,0-1 1,0 1-1,1-1 1,-1 1-1,0-1 1,0 1-1,0-1 1,0 0-1,-1 0 1,1 1-1,0-1 1,0 0-1,0 0 0,-1 0 1,1 0-1,0 0 1,-1 0-1,1 0 1,-1 0-1,1 0 1,-1 0-1,1-2 1,1-2-8,-1-1 0,0 1 0,0-1 0,0 0 0,-1 1 0,0-9 0,0 5-10,0 0 0,-1 0 0,-1 0 1,1 0-1,-1 0 0,-1 1 0,0-1 0,-5-11 1,4 14 25,1 1 1,-1-1 0,0 1 0,-1 0 0,1 0 0,-1 0 0,0 1 0,0 0 0,-1 0 0,1 0 0,-1 1 0,0 0 0,0 0 0,0 0 0,0 0-1,0 1 1,0 0 0,-1 1 0,1-1 0,-1 1 0,0 1 0,-10-1 0,16 1-6,0 1-1,1-1 1,-1 1-1,0-1 1,0 1-1,1-1 1,-1 1-1,1-1 1,-1 1-1,0-1 1,1 1 0,-1 0-1,1-1 1,0 1-1,-1 0 1,1 0-1,-1-1 1,1 1-1,0 0 1,0 0-1,-1-1 1,1 1-1,0 0 1,0 0 0,0 0-1,0 0 1,0-1-1,0 1 1,0 1-1,1 39-24,-1-24 32,2 91 17,21 137-1,-13-154 49,-3 0-1,-8 144 0,0-224-58,0 0 0,0 1-1,-1-1 1,0 0 0,-1 0 0,0-1 0,-1 1-1,0-1 1,-1 1 0,0-1 0,0-1 0,-1 1-1,-1-1 1,1 0 0,-2 0 0,1-1-1,-9 8 1,7-9-35,-1-1-1,0 0 0,1-1 0,-2 0 1,1-1-1,0 0 0,-1 0 0,0-1 1,0-1-1,0 1 0,0-2 0,0 0 1,-1 0-1,1-1 0,0 0 1,0-1-1,-1 0 0,-10-3 0,-21-6-908,-71-24-1,6-8-3943,-11-13-7695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1.8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0 193 4089,'0'0'6033,"6"17"5100,1-19-10902,1 0 0,-1 0 0,0-1 0,0 0 1,0 0-1,-1 0 0,9-6 0,11-5 153,31-14 236,0 3 0,2 3 0,1 2 0,122-24 0,-68 30-276,116 2 0,-170 11-324,-26-1-17,0 2 0,0 1-1,0 1 1,0 2 0,61 16-1,66 22 239,-73-22-155,-72-16 283,1 0-1,0-2 1,0 0 0,20 0-1,-32-2-300,-1 1-1,1-1 1,-1 1-1,1 0 1,-1 1-1,0-1 1,6 3-1,-5-2-45,-1 0-1,1 0 1,0-1 0,-1 1 0,1-1-1,0-1 1,7 2 0,66-2 471,-77 0-465,-51 0-6959,-1 0-2204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2.7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227 1 3753,'0'0'16237,"-11"14"-9313,13-10-6862,-1 1 1,1-1 0,0 0-1,0 0 1,0 0 0,0 0-1,1 0 1,-1 0 0,1-1-1,0 1 1,0-1-1,1 0 1,-1 0 0,1 0-1,-1 0 1,1-1 0,6 4-1,24 22-24,-28-22-32,0 0 0,0 1-1,0 0 1,-1 0 0,0 1 0,-1-1-1,0 1 1,0 0 0,0 0-1,-1 0 1,0 1 0,-1-1 0,0 1-1,0 0 1,-1-1 0,0 1 0,-1 0-1,1 0 1,-2 0 0,-1 10-1,0-14 0,0 1 1,-1-2-1,0 1 0,0 0 0,-1-1 0,1 1 0,-1-1 0,0 0 0,0 0 0,0 0 0,-1-1 0,-6 4 1,-59 38 50,69-45-53,-10 5-236,1-1 0,0 0 0,-1 0 0,0-1 0,0-1 1,0 0-1,0 0 0,0-1 0,0 0 0,0-1 0,-17-2 0,-6 1-3180,-29 1-7974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3.6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123 1 3617,'0'0'13645,"-7"12"-11810,-29 11-860,26-18-378,1 1-1,0 0 0,-17 15 1,24-19-499,-1 1 0,1 0 0,0-1 0,0 1 0,0 0 1,0 1-1,1-1 0,-1 0 0,1 0 0,0 1 0,-1-1 1,2 1-1,-1-1 0,0 1 0,1-1 0,-1 7 0,1-5 7,0 0 0,0 1 0,0-1 0,1 1-1,-1-1 1,1 0 0,1 1 0,-1-1-1,1 0 1,0 0 0,0 0 0,5 9-1,-3-11-87,-1 1 0,1-1 0,0 0 0,0 0-1,0 0 1,0-1 0,1 1 0,-1-1-1,1 0 1,0 0 0,-1-1 0,1 0 0,0 1-1,8 0 1,4 1-30,-1-1-1,1 0 1,20 0-1,6-9-2065,-39 6 1207,0 0 0,0-1 0,0 1 0,-1-1 0,1 0 0,-1 0-1,7-5 1,13-17-13229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4.2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133 0 2969,'0'0'14892,"-7"1"-14557,1 0-79,0 1-1,0-1 1,0 1 0,0 0-1,0 1 1,-8 4 0,12-6-92,0 1 1,0-1-1,0 1 0,0 0 0,0 0 1,1-1-1,-1 1 0,0 0 1,1 1-1,0-1 0,-1 0 1,1 0-1,0 1 0,0-1 1,0 0-1,0 1 0,1-1 1,-1 1-1,1-1 0,-1 1 0,1-1 1,0 4-1,0 3 122,0-4-174,0 0 0,0 0 0,0 0 0,1 0-1,-1 0 1,1 0 0,3 9 0,-3-12-114,0 0-1,1-1 1,-1 1 0,1 0 0,-1-1 0,1 1 0,-1-1 0,1 1 0,0-1 0,0 0 0,0 0 0,-1 0 0,1 0 0,0 0 0,0 0-1,1-1 1,-1 1 0,0 0 0,0-1 0,0 0 0,4 1 0,4 1-77,1-1 1,0 0-1,0 0 1,0-1-1,0-1 1,0 1-1,0-2 0,17-3 1,-25 3 66,1 1 0,-1 0 0,0-1 1,0 0-1,0 0 0,1 0 0,-2 0 0,1 0 0,0-1 1,0 1-1,-1-1 0,1 1 0,-1-1 0,0 0 1,0 0-1,0 0 0,0-1 0,-1 1 0,1 0 1,-1-1-1,0 1 0,0 0 0,0-1 0,0 0 1,-1 1-1,1-1 0,-1 1 0,0-1 0,0-5 0,-57 7 490,49 2-607,-19 1-730,0 2 0,-52 12 0,31-5-2853,25-7-1415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4.8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59 1 3785,'0'0'11978,"0"16"-10617,0 0 383,0 6-120,0 2-375,0 9-529,-6 2-528,-4 0-192,-6 9-400,6-14-2529,-6-14-6737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5.1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4 11739,'0'0'14499,"-26"-3"-14595,10 3-401,-5 8-1431,-11 6-5241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05.8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1 287 4689,'0'0'15146,"0"-8"-15014,0 0-298,0 2 287,0 0 0,0 0 0,1 0-1,-1 1 1,1-1 0,3-8 0,-3 12 34,0 0-1,0 0 1,0 0-1,0-1 1,0 1-1,1 0 1,-1 1-1,1-1 1,0 0-1,0 0 1,-1 1-1,1-1 1,0 1-1,0-1 1,0 1-1,1 0 1,-1 0-1,0 0 1,0 0-1,1 0 1,3 0-1,-2 0-57,0 0-1,1 0 0,-1 1 0,1 0 1,-1 0-1,0 0 0,1 0 0,-1 1 1,1 0-1,-1-1 0,0 2 0,0-1 1,1 0-1,-1 1 0,0 0 0,0 0 1,0 0-1,-1 1 0,1-1 0,5 5 1,-2 0 8,1 1 1,-1 0-1,0 0 1,-1 0 0,0 1-1,0 0 1,7 15-1,-13-23-99,0-1 0,0 0 1,0 1-1,0-1 0,0 1 0,1-1 0,-1 1 0,0-1 0,0 0 0,0 1 0,1-1 0,-1 0 0,0 1 0,1-1 0,-1 0 0,0 1 0,1-1 0,-1 0 0,0 1 0,1-1 0,-1 0 0,1 0 0,-1 0 0,0 1 0,1-1 0,-1 0 1,1 0-1,-1 0 0,1 0 0,-1 0 0,1 0 0,-1 0 0,0 0 0,1 0 0,-1 0 0,1 0 0,-1 0 0,1 0 0,-1 0 0,1 0 0,-1-1 0,0 1 0,1 0 0,-1 0 0,1 0 0,-1-1 0,0 1 0,1 0 0,-1 0 0,0-1 0,1 1 1,-1 0-1,0-1 0,1 1 0,-1-1 0,0 1 0,0 0 0,1-1 0,-1 1 0,0-1 0,0 1 0,0-1 0,0 1 0,0 0 0,1-2 0,13-35 171,-12 31-164,8-18-11,0 1 1,1-1 0,23-34-1,-26 47-10,0-1-1,1 1 0,1 0 0,0 1 0,0 0 0,1 1 0,0 0 0,15-9 0,-23 16 10,-1 0 0,0 1 0,1-1 0,-1 1 0,1-1 0,0 1 0,0 0 0,-1 0 0,1 0 0,0 0 0,0 1 0,0-1 0,0 1 0,0 0 0,0 0 0,0 0 0,0 0 0,0 0 1,0 1-1,-1-1 0,1 1 0,0 0 0,0 0 0,0 0 0,-1 0 0,1 0 0,0 1 0,-1-1 0,1 1 0,-1 0 0,0 0 0,1-1 0,-1 2 0,0-1 0,0 0 0,0 0 0,-1 1 0,1-1 0,0 1 0,1 4 0,3 6-260,-1-1 0,0 2 0,-2-1 0,1 0 0,-1 1 0,-1-1 0,0 18 0,-1 4-5706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17.7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2330 14 2264,'0'0'869,"0"-13"2257,8 15-4736,-8-2 1594,1 0 0,-1 0 0,0 0 0,1 0 0,-1-1 0,1 1 0,-1 0 0,0 0 0,1 0 1,-1 0-1,1 0 0,-1 0 0,0 0 0,1 0 0,-1 0 0,1 1 0,-1-1 0,0 0 0,1 0 0,-1 0 0,0 0 0,1 0 0,-1 1 0,0-1 0,1 0 0,-1 0 0,0 1 0,1-1 0,-1 0 0,0 0 0,0 1 0,1-1 0,-1 0 0,0 1 0,0-1 0,-4 18 15350,-9-7-9740,-24 7-7659,19-9 3577,-33 20-585,5-2-271,0-2 0,-2-1 0,-80 25 1,9-13 124,-1-5 1,-157 19-1,119-32-556,-256 16 1280,404-36-1455,0 1 0,0-1 0,0-1 0,1 1 0,-1-2 0,1 1 0,-1-1 0,1-1 0,-13-8 0,-44-18 142,45 24-192,-11-3 0,1 0 0,1-3 0,-36-18 0,40 18 0,0 3 0,-1 0 0,0 1 0,-1 2 0,0 0 0,-30-2 0,-33-8 0,-50-1 0,124 12 0,13 5 0,-1-1 0,1 1 0,-1 0 0,1 0 0,-1 0 0,1 0 0,-7 1 0,7-1 0,3-1-25,32 2-9024,-14 0-3610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18.7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478 1 2681,'0'0'18121,"-32"0"-15341,-3 0-632,2-1-549,-46 6 0,67-4-1518,1 2 1,-1-1-1,1 2 1,-1-1-1,1 2 1,0-1-1,-15 10 1,2 0-84,13-8 120,0 1 0,0 0 0,0 0 0,-12 13 0,-75 69 50,97-86-48,0 1 0,1 0 1,-1-1-1,1 1 0,0 0 1,0 0-1,0 0 0,1 6 0,0 2-6,-1 103-589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21.1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5014 1 3513,'0'0'13373,"-21"3"-8626,17 2-4306,0 0 1,0 0-1,0 0 1,1 0 0,0 1-1,0-1 1,0 1 0,1 0-1,-1 0 1,-1 11-1,2-7-234,0 0 0,2 0 0,-1 1 0,1-1 0,0 0 0,3 11 0,2 5-174,1-1 0,1 0 0,1 0 0,17 33-1,40 75 94,34 81 24,-88-185-110,-1 1 0,-2 0 0,-1 1 0,-1 0 0,2 47 0,-6-51 18,-1-1-1,-1 0 0,-2 1 1,0-1-1,-2 0 1,-1 0-1,-1 0 0,-15 42 1,-8-6 11,-3-1 1,-3-2-1,-2-1 1,-2-1 0,-3-3-1,-3-2 1,-1-1-1,-3-2 1,-2-3-1,-97 68 1,48-49-18,-4-4 0,-2-5 0,-3-4 0,-1-6 0,-119 34 0,64-34 306,-3-8-1,-328 33 0,64-63 186,264-10-161,97 0-297,0-4 0,-136-28 0,-136-59 168,159 41-204,91 27-49,1-4 0,2-4 0,0-3 0,3-5 0,-99-61 0,62 27 0,75 48 0,1-2 0,2-2 0,1-2 0,-48-46 0,68 50 0,2 0 0,-26-43 0,-12-17 0,7 4 0,8 11 0,40 63 0,0 0 0,0 0 0,1-1 0,1 1 0,-5-19 0,-8-21 0,-59-130 0,39 123 0,30 49 0,1-1 0,-1 1 0,1-1 0,1-1 0,-9-20 0,14 31-79,1-1 0,-1 1 0,0-1 0,0 1 0,0-1 0,0 1 0,0 0 0,0-1 0,0 1 0,-1-1 0,1 1-1,0 0 1,0-1 0,0 1 0,0-1 0,0 1 0,-1 0 0,1-1 0,0 1 0,0 0 0,0-1 0,-1 1 0,1 0 0,0-1 0,-1 1 0,1 0 0,0 0 0,-1-1 0,1 1 0,0 0 0,-1 0 0,1 0 0,-1-1 0,1 1 0,0 0-1,-1 0 1,1 0 0,-1 0 0,1 0 0,0 0 0,-1 0 0,1 0 0,-1 0 0,1 0 0,0 0 0,-1 0 0,1 0 0,-1 0 0,1 0 0,0 1 0,-1-1 0,1 0 0,-1 0 0,1 0 0,0 1 0,-1-1 0,1 0 0,0 0-1,-1 1 1,1-1 0,0 0 0,0 1 0,-1-1 0,1 1 0,-16 8-6437,-4-3-9540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21.9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1 229 3561,'0'0'14273,"5"-33"-11807,-5 3-703,-2 21-1630,2 0-1,0 0 0,0 0 0,0 0 1,1 0-1,0 1 0,1-1 1,0 0-1,1 0 0,6-15 0,1 9-116,-7 12 35,0-1-1,0 0 1,0 0 0,-1 0 0,0 0-1,0-1 1,2-4 0,-3 9 47,0 0 1,0 0 0,0-1 0,0 1-1,0 0 1,0 0 0,0 0-1,0 0 1,0 0 0,0 1-1,0-1 1,0 0 0,0 0-1,0 1 1,0-1 0,0 1-1,0-1 1,0 1 0,0-1 0,2 2-1,31 18 141,-8-3-241,2-1 0,0-1 0,1-2 0,0-1 0,1-1-1,51 12 1,99-7-5908,-99-15 579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24.5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6328 1 784,'0'0'6117,"4"1"-4187,8 6 721,-1 9 8570,-5-5-7388,4 1-6006,25 22 2698,1-3 0,2 0 0,49 29 1,-14-10-282,32 25 123,0-2-58,152 138 0,-228-183-233,-1 1 0,-2 1 0,-1 1 0,-1 2 0,-2 0 0,-2 1 0,0 2 0,-3 0 0,19 54 0,-22-41 114,-2 0-1,-3 1 1,5 71 0,-8 152 285,-6-200-356,-1-45-67,-1-1 0,-2 1-1,0-1 1,-2 0-1,-1 0 1,-1-1-1,-1 0 1,-2 0 0,-23 42-1,-11 4 90,-98 121 0,110-151-122,-26 31 45,-3-2 1,-3-3 0,-2-3 0,-80 57 0,4-15 91,-5-7 0,-5-6 0,-3-7 0,-171 68 0,234-116-62,-2-5 0,-2-3 0,0-5 0,-109 14 1,0-18-3,-118 17 362,-574 40-428,609-63-29,-945 0 3,615-43 0,352 10 0,224 11 0,-1-2 0,1-2 0,0-2 0,-41-17 0,-36-22 0,-151-89 0,206 101 0,2-3 0,1-3 0,-95-91 0,109 83 0,3-3 0,2-2 0,2-1 0,4-3 0,-58-125 0,86 165 0,1-1 0,1 1 0,1-1 0,1 0 0,-4-46 0,7-121 0,4 97 0,-2 86 0,1 0 0,0-1 0,0 1 0,0 0 0,1 0 0,0 0 0,1 0 0,0 0 0,0 0 0,0 1 0,1-1 0,0 1 0,0 0 0,5-6 0,17-26 0,-20 25 0,-1 0 0,0 0 0,0-1 0,-2 1 0,1-1 0,-2 0 0,0 0 0,0-19 0,-1 16 0,1-1 0,1 1 0,0 0 0,9-25 0,39-66 0,-50 104 0,0 0 0,0-1 0,-1 1 0,1 0 0,-1 0 0,0-1 0,0 1 0,0 0 0,-2-5 0,1-8 0,3-41 7,-1 26-167,-5 68-379,-3-12-2290,-11-1-4044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25.0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1 223 2961,'0'0'15302,"9"-16"-14302,27-49-441,-30 56-445,0 1 1,1 0 0,-1 0-1,1 1 1,1 0 0,-1 0 0,1 1-1,1 0 1,-1 0 0,1 1-1,0 0 1,0 0 0,16-5 0,-4 1-29,-1-2 131,17-8-222,-15 14 3651,-20 45-3374,5-16-101,1-1 0,19 36 0,-2-4 8,85 167 236,-60-132-4766,-45-81 3534,8 16-12804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41.1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4202 1582 1328,'0'0'12928,"-3"-2"-12330,-10-4 8278,13-31-8373,0 1 0,2-1 1,2 1-1,17-71 0,-8 63-453,-1 10-7,-2-1 0,-1 0 0,-2 0 0,5-72 0,-10 71 15,2-1-1,16-67 1,2-16 382,-17 83-263,-2 1 0,-2 0 0,-6-70-1,2 98-64,1 0 0,-2 0 0,1 0-1,-1 1 1,0-1 0,-1 1 0,-7-9 0,-18-33 104,25 37-193,-1 1 0,0 0-1,-1 1 1,0 0 0,-1 0 0,0 0-1,-18-16 1,-6-1 86,-38-24-1,-25-21-41,83 61-65,-2 1 0,1 0 0,-1 1 0,-1 0 0,0 1 0,-22-9 0,2 6 181,-67-15 1,41 9-20,47 12-168,1 1 1,-1 1-1,0 0 1,0 0-1,-21 0 1,-104 2 31,-158 3 212,226 5-225,-1 4 0,2 3 1,-79 25-1,116-29-3,-35 6-52,43-12 34,0 2 0,1 1-1,-44 19 1,66-24 12,-31 2 86,-34 11-98,1 3 0,-101 41 0,109-35-1,27-12-2,1 2 1,0 0-1,-52 35 0,73-43 1,0 0 0,-1-1 0,0 0 0,-12 4-1,-19 9-4,-87 50 21,-49 28 14,155-83-22,-51 32-11,-94 42 0,121-67 15,-168 77 30,212-96-34,-232 127 10,210-115 0,-1-2 0,-38 13 0,22-8-11,-16 5-11,-90 41 25,128-52-21,1 0 0,0 2 1,1 0-1,0 1 0,-23 23 1,11-10 31,0-1-1,-55 35 1,69-49-18,4-3 54,1 1 0,1 0 1,-1 0-1,2 1 0,-1 0 0,1 1 0,1 0 0,0 0 0,-9 22 1,11-19-444,-1-1-2978,-6-17-2816,5 0 3807,-22-9-11593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8:42.6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64 1464,'0'0'4052,"24"-11"-2932,71-30-594,-72 31 8956,-24 9-9390,0 1 0,0 0 0,0 0 0,0 0 0,0 0 0,-1 0 0,1 0 0,0 0 0,0 0 0,0 1 0,0-1 0,0 0 0,-1 1 0,1-1 0,0 1 1,0-1-1,0 1 0,0 0 0,0-1 0,0 1 0,1 0 0,-1-1 0,0 1 0,0 0 0,0 0 0,1 0 0,-1 0 0,0 0 0,1 0 0,-1 2 0,-15 39 974,9-19 52,-12 12-504,7-15-472,1 1 1,1 0-1,1 0 0,-7 25 0,15-40-95,0-1 1,1 0-1,0 1 0,0-1 0,0 1 1,1-1-1,0 0 0,0 1 0,0-1 0,0 0 1,1 0-1,0 0 0,0 0 0,1 0 1,-1 0-1,1-1 0,0 1 0,0-1 0,7 7 1,18 33 71,-26-39 29,-1 0 0,1 0 0,-1 0 0,0 1 0,-1-1 0,1 0 0,-1 0 0,0 0-1,0 1 1,-1-1 0,1 0 0,-1 0 0,-1 0 0,1 1 0,-1-1 0,1-1 0,-4 7-1,100-27 1006,57-26-1073,-274 74-8785,45-16-1201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9:02.7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1392 1 7954,'0'0'0,"-406"179"-24,227-120 16,-122 1-496,48-19-1209,0-14-2688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8:49:07.5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12 8362,'0'0'12157,"10"-11"-9839,-9 11-2138,3 14-36,3 51 99,-4-32-28,1 0-1,1 0 1,2 0 0,11 33-1,-16-63-216,0 1 0,0-1-1,0 1 1,0-1 0,1 0-1,0 0 1,-1 0 0,1 0-1,0 0 1,0-1 0,1 1-1,-1-1 1,0 0 0,1 0-1,-1 0 1,1 0 0,0-1-1,0 0 1,-1 1 0,1-1-1,0-1 1,0 1 0,0 0 0,5-1-1,11 1-3,0-1 0,0-1 0,31-5 0,-45 5 11,68-14 40,-2-4 1,-1-2-1,87-40 1,-62 24-117,-63 26-41,-32 11 50,1 10-114,64 134 392,-38-89-106,-18-35-93,0-1 0,2 0 0,1 0 0,0-2 0,1 0 0,1 0 0,0-1 0,2-1 0,-1-1 0,22 14 0,-12-11-12,2-2 0,0 0 1,0-2-1,1-2 0,0 0 0,51 10 1,21-3 71,134 5 0,-143-16-49,-91-7-35,-1 0-1,1 0 1,-1 0-1,1 0 0,-1 0 1,0-1-1,1 1 1,-1 0-1,1 0 1,-1-1-1,1 1 0,-1 0 1,0-1-1,1 1 1,-1 0-1,0-1 1,1 1-1,-1-1 0,0 1 1,0 0-1,1-1 1,-1 1-1,0-1 1,0 1-1,0-1 0,0 1 1,1-1-1,-1 1 1,0-1-1,0 1 1,0-1-1,0 1 0,0-1 1,0 0-1,-1-25-1432,1 17 314,0-33-5717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29:30.7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1560 1 2497,'0'0'264,"-343"32"216,129-5-312,-20 7-168,-72 33-232,56-8 168,37 2-1489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32:04.3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1113 0 5497,'0'0'5369,"-224"217"-5369,146-118-648,16 0 48,-6-11 248,-4-8 296,-6 0-2865,-110 30 2097,17-22 648,-1-16-1544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5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5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9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" name="Picture 2" descr="סרט מודעות צהוב – ויקיפדיה">
            <a:extLst>
              <a:ext uri="{FF2B5EF4-FFF2-40B4-BE49-F238E27FC236}">
                <a16:creationId xmlns:a16="http://schemas.microsoft.com/office/drawing/2014/main" id="{13FD9FA2-66F3-A91B-70A3-2512E610DB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34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customXml" Target="../ink/ink11.xml"/><Relationship Id="rId42" Type="http://schemas.openxmlformats.org/officeDocument/2006/relationships/image" Target="../media/image32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45.png"/><Relationship Id="rId84" Type="http://schemas.openxmlformats.org/officeDocument/2006/relationships/image" Target="../media/image53.png"/><Relationship Id="rId89" Type="http://schemas.openxmlformats.org/officeDocument/2006/relationships/customXml" Target="../ink/ink46.xml"/><Relationship Id="rId112" Type="http://schemas.openxmlformats.org/officeDocument/2006/relationships/image" Target="../media/image67.png"/><Relationship Id="rId16" Type="http://schemas.openxmlformats.org/officeDocument/2006/relationships/image" Target="../media/image20.png"/><Relationship Id="rId107" Type="http://schemas.openxmlformats.org/officeDocument/2006/relationships/customXml" Target="../ink/ink55.xml"/><Relationship Id="rId11" Type="http://schemas.openxmlformats.org/officeDocument/2006/relationships/image" Target="../media/image18.png"/><Relationship Id="rId32" Type="http://schemas.openxmlformats.org/officeDocument/2006/relationships/image" Target="../media/image28.png"/><Relationship Id="rId37" Type="http://schemas.openxmlformats.org/officeDocument/2006/relationships/image" Target="../media/image30.png"/><Relationship Id="rId53" Type="http://schemas.openxmlformats.org/officeDocument/2006/relationships/customXml" Target="../ink/ink28.xml"/><Relationship Id="rId58" Type="http://schemas.openxmlformats.org/officeDocument/2006/relationships/image" Target="../media/image40.png"/><Relationship Id="rId74" Type="http://schemas.openxmlformats.org/officeDocument/2006/relationships/image" Target="../media/image48.png"/><Relationship Id="rId79" Type="http://schemas.openxmlformats.org/officeDocument/2006/relationships/customXml" Target="../ink/ink41.xml"/><Relationship Id="rId102" Type="http://schemas.openxmlformats.org/officeDocument/2006/relationships/image" Target="../media/image62.png"/><Relationship Id="rId5" Type="http://schemas.openxmlformats.org/officeDocument/2006/relationships/image" Target="../media/image15.png"/><Relationship Id="rId90" Type="http://schemas.openxmlformats.org/officeDocument/2006/relationships/image" Target="../media/image56.png"/><Relationship Id="rId95" Type="http://schemas.openxmlformats.org/officeDocument/2006/relationships/customXml" Target="../ink/ink49.xml"/><Relationship Id="rId22" Type="http://schemas.openxmlformats.org/officeDocument/2006/relationships/image" Target="../media/image23.png"/><Relationship Id="rId27" Type="http://schemas.openxmlformats.org/officeDocument/2006/relationships/customXml" Target="../ink/ink14.xml"/><Relationship Id="rId43" Type="http://schemas.openxmlformats.org/officeDocument/2006/relationships/customXml" Target="../ink/ink23.xml"/><Relationship Id="rId48" Type="http://schemas.openxmlformats.org/officeDocument/2006/relationships/image" Target="../media/image35.png"/><Relationship Id="rId64" Type="http://schemas.openxmlformats.org/officeDocument/2006/relationships/image" Target="../media/image43.png"/><Relationship Id="rId69" Type="http://schemas.openxmlformats.org/officeDocument/2006/relationships/customXml" Target="../ink/ink36.xml"/><Relationship Id="rId80" Type="http://schemas.openxmlformats.org/officeDocument/2006/relationships/image" Target="../media/image51.png"/><Relationship Id="rId85" Type="http://schemas.openxmlformats.org/officeDocument/2006/relationships/customXml" Target="../ink/ink44.xml"/><Relationship Id="rId12" Type="http://schemas.openxmlformats.org/officeDocument/2006/relationships/customXml" Target="../ink/ink6.xml"/><Relationship Id="rId17" Type="http://schemas.openxmlformats.org/officeDocument/2006/relationships/customXml" Target="../ink/ink9.xml"/><Relationship Id="rId33" Type="http://schemas.openxmlformats.org/officeDocument/2006/relationships/customXml" Target="../ink/ink17.xml"/><Relationship Id="rId38" Type="http://schemas.openxmlformats.org/officeDocument/2006/relationships/customXml" Target="../ink/ink20.xml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108" Type="http://schemas.openxmlformats.org/officeDocument/2006/relationships/image" Target="../media/image65.png"/><Relationship Id="rId54" Type="http://schemas.openxmlformats.org/officeDocument/2006/relationships/image" Target="../media/image38.png"/><Relationship Id="rId70" Type="http://schemas.openxmlformats.org/officeDocument/2006/relationships/image" Target="../media/image46.png"/><Relationship Id="rId75" Type="http://schemas.openxmlformats.org/officeDocument/2006/relationships/customXml" Target="../ink/ink39.xml"/><Relationship Id="rId91" Type="http://schemas.openxmlformats.org/officeDocument/2006/relationships/customXml" Target="../ink/ink47.xml"/><Relationship Id="rId9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26.png"/><Relationship Id="rId36" Type="http://schemas.openxmlformats.org/officeDocument/2006/relationships/customXml" Target="../ink/ink19.xml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6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44" Type="http://schemas.openxmlformats.org/officeDocument/2006/relationships/image" Target="../media/image33.png"/><Relationship Id="rId52" Type="http://schemas.openxmlformats.org/officeDocument/2006/relationships/image" Target="../media/image37.png"/><Relationship Id="rId60" Type="http://schemas.openxmlformats.org/officeDocument/2006/relationships/image" Target="../media/image41.png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50.png"/><Relationship Id="rId81" Type="http://schemas.openxmlformats.org/officeDocument/2006/relationships/customXml" Target="../ink/ink42.xml"/><Relationship Id="rId86" Type="http://schemas.openxmlformats.org/officeDocument/2006/relationships/image" Target="../media/image54.png"/><Relationship Id="rId94" Type="http://schemas.openxmlformats.org/officeDocument/2006/relationships/image" Target="../media/image58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4" Type="http://schemas.openxmlformats.org/officeDocument/2006/relationships/customXml" Target="../ink/ink2.xml"/><Relationship Id="rId9" Type="http://schemas.openxmlformats.org/officeDocument/2006/relationships/image" Target="../media/image17.png"/><Relationship Id="rId13" Type="http://schemas.openxmlformats.org/officeDocument/2006/relationships/image" Target="../media/image19.png"/><Relationship Id="rId18" Type="http://schemas.openxmlformats.org/officeDocument/2006/relationships/image" Target="../media/image21.png"/><Relationship Id="rId39" Type="http://schemas.openxmlformats.org/officeDocument/2006/relationships/image" Target="../media/image31.png"/><Relationship Id="rId109" Type="http://schemas.openxmlformats.org/officeDocument/2006/relationships/customXml" Target="../ink/ink56.xml"/><Relationship Id="rId34" Type="http://schemas.openxmlformats.org/officeDocument/2006/relationships/image" Target="../media/image29.png"/><Relationship Id="rId50" Type="http://schemas.openxmlformats.org/officeDocument/2006/relationships/image" Target="../media/image36.png"/><Relationship Id="rId55" Type="http://schemas.openxmlformats.org/officeDocument/2006/relationships/customXml" Target="../ink/ink29.xml"/><Relationship Id="rId76" Type="http://schemas.openxmlformats.org/officeDocument/2006/relationships/image" Target="../media/image49.png"/><Relationship Id="rId97" Type="http://schemas.openxmlformats.org/officeDocument/2006/relationships/customXml" Target="../ink/ink50.xml"/><Relationship Id="rId104" Type="http://schemas.openxmlformats.org/officeDocument/2006/relationships/image" Target="../media/image63.png"/><Relationship Id="rId7" Type="http://schemas.openxmlformats.org/officeDocument/2006/relationships/image" Target="../media/image16.png"/><Relationship Id="rId71" Type="http://schemas.openxmlformats.org/officeDocument/2006/relationships/customXml" Target="../ink/ink37.xml"/><Relationship Id="rId92" Type="http://schemas.openxmlformats.org/officeDocument/2006/relationships/image" Target="../media/image57.png"/><Relationship Id="rId2" Type="http://schemas.openxmlformats.org/officeDocument/2006/relationships/customXml" Target="../ink/ink1.xml"/><Relationship Id="rId29" Type="http://schemas.openxmlformats.org/officeDocument/2006/relationships/customXml" Target="../ink/ink15.xml"/><Relationship Id="rId24" Type="http://schemas.openxmlformats.org/officeDocument/2006/relationships/image" Target="../media/image24.png"/><Relationship Id="rId40" Type="http://schemas.openxmlformats.org/officeDocument/2006/relationships/customXml" Target="../ink/ink21.xml"/><Relationship Id="rId45" Type="http://schemas.openxmlformats.org/officeDocument/2006/relationships/customXml" Target="../ink/ink24.xml"/><Relationship Id="rId66" Type="http://schemas.openxmlformats.org/officeDocument/2006/relationships/image" Target="../media/image44.png"/><Relationship Id="rId87" Type="http://schemas.openxmlformats.org/officeDocument/2006/relationships/customXml" Target="../ink/ink45.xml"/><Relationship Id="rId110" Type="http://schemas.openxmlformats.org/officeDocument/2006/relationships/image" Target="../media/image66.png"/><Relationship Id="rId61" Type="http://schemas.openxmlformats.org/officeDocument/2006/relationships/customXml" Target="../ink/ink32.xml"/><Relationship Id="rId82" Type="http://schemas.openxmlformats.org/officeDocument/2006/relationships/image" Target="../media/image52.png"/><Relationship Id="rId19" Type="http://schemas.openxmlformats.org/officeDocument/2006/relationships/customXml" Target="../ink/ink10.xml"/><Relationship Id="rId14" Type="http://schemas.openxmlformats.org/officeDocument/2006/relationships/customXml" Target="../ink/ink7.xml"/><Relationship Id="rId30" Type="http://schemas.openxmlformats.org/officeDocument/2006/relationships/image" Target="../media/image27.png"/><Relationship Id="rId35" Type="http://schemas.openxmlformats.org/officeDocument/2006/relationships/customXml" Target="../ink/ink18.xml"/><Relationship Id="rId56" Type="http://schemas.openxmlformats.org/officeDocument/2006/relationships/image" Target="../media/image39.png"/><Relationship Id="rId77" Type="http://schemas.openxmlformats.org/officeDocument/2006/relationships/customXml" Target="../ink/ink40.xml"/><Relationship Id="rId100" Type="http://schemas.openxmlformats.org/officeDocument/2006/relationships/image" Target="../media/image61.png"/><Relationship Id="rId105" Type="http://schemas.openxmlformats.org/officeDocument/2006/relationships/customXml" Target="../ink/ink54.xml"/><Relationship Id="rId8" Type="http://schemas.openxmlformats.org/officeDocument/2006/relationships/customXml" Target="../ink/ink4.xml"/><Relationship Id="rId51" Type="http://schemas.openxmlformats.org/officeDocument/2006/relationships/customXml" Target="../ink/ink27.xml"/><Relationship Id="rId72" Type="http://schemas.openxmlformats.org/officeDocument/2006/relationships/image" Target="../media/image47.png"/><Relationship Id="rId93" Type="http://schemas.openxmlformats.org/officeDocument/2006/relationships/customXml" Target="../ink/ink48.xml"/><Relationship Id="rId98" Type="http://schemas.openxmlformats.org/officeDocument/2006/relationships/image" Target="../media/image60.png"/><Relationship Id="rId3" Type="http://schemas.openxmlformats.org/officeDocument/2006/relationships/image" Target="../media/image14.png"/><Relationship Id="rId25" Type="http://schemas.openxmlformats.org/officeDocument/2006/relationships/customXml" Target="../ink/ink13.xml"/><Relationship Id="rId46" Type="http://schemas.openxmlformats.org/officeDocument/2006/relationships/image" Target="../media/image34.png"/><Relationship Id="rId67" Type="http://schemas.openxmlformats.org/officeDocument/2006/relationships/customXml" Target="../ink/ink35.xml"/><Relationship Id="rId20" Type="http://schemas.openxmlformats.org/officeDocument/2006/relationships/image" Target="../media/image22.png"/><Relationship Id="rId41" Type="http://schemas.openxmlformats.org/officeDocument/2006/relationships/customXml" Target="../ink/ink22.xml"/><Relationship Id="rId62" Type="http://schemas.openxmlformats.org/officeDocument/2006/relationships/image" Target="../media/image42.png"/><Relationship Id="rId83" Type="http://schemas.openxmlformats.org/officeDocument/2006/relationships/customXml" Target="../ink/ink43.xml"/><Relationship Id="rId88" Type="http://schemas.openxmlformats.org/officeDocument/2006/relationships/image" Target="../media/image55.png"/><Relationship Id="rId111" Type="http://schemas.openxmlformats.org/officeDocument/2006/relationships/customXml" Target="../ink/ink5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36.png"/><Relationship Id="rId7" Type="http://schemas.openxmlformats.org/officeDocument/2006/relationships/image" Target="../media/image270.png"/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10.png"/><Relationship Id="rId5" Type="http://schemas.openxmlformats.org/officeDocument/2006/relationships/image" Target="../media/image250.png"/><Relationship Id="rId10" Type="http://schemas.openxmlformats.org/officeDocument/2006/relationships/image" Target="../media/image300.png"/><Relationship Id="rId4" Type="http://schemas.openxmlformats.org/officeDocument/2006/relationships/image" Target="../media/image240.png"/><Relationship Id="rId9" Type="http://schemas.openxmlformats.org/officeDocument/2006/relationships/image" Target="../media/image29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280.png"/><Relationship Id="rId7" Type="http://schemas.openxmlformats.org/officeDocument/2006/relationships/image" Target="../media/image37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Relationship Id="rId9" Type="http://schemas.openxmlformats.org/officeDocument/2006/relationships/image" Target="../media/image39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0.png"/><Relationship Id="rId4" Type="http://schemas.openxmlformats.org/officeDocument/2006/relationships/image" Target="../media/image5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80.png"/><Relationship Id="rId18" Type="http://schemas.openxmlformats.org/officeDocument/2006/relationships/image" Target="../media/image73.png"/><Relationship Id="rId3" Type="http://schemas.openxmlformats.org/officeDocument/2006/relationships/image" Target="../media/image580.png"/><Relationship Id="rId21" Type="http://schemas.openxmlformats.org/officeDocument/2006/relationships/image" Target="../media/image760.png"/><Relationship Id="rId7" Type="http://schemas.openxmlformats.org/officeDocument/2006/relationships/image" Target="../media/image620.png"/><Relationship Id="rId12" Type="http://schemas.openxmlformats.org/officeDocument/2006/relationships/image" Target="../media/image670.png"/><Relationship Id="rId17" Type="http://schemas.openxmlformats.org/officeDocument/2006/relationships/image" Target="../media/image720.png"/><Relationship Id="rId2" Type="http://schemas.openxmlformats.org/officeDocument/2006/relationships/image" Target="../media/image570.png"/><Relationship Id="rId16" Type="http://schemas.openxmlformats.org/officeDocument/2006/relationships/image" Target="../media/image710.png"/><Relationship Id="rId20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660.png"/><Relationship Id="rId5" Type="http://schemas.openxmlformats.org/officeDocument/2006/relationships/image" Target="../media/image600.png"/><Relationship Id="rId15" Type="http://schemas.openxmlformats.org/officeDocument/2006/relationships/image" Target="../media/image70.png"/><Relationship Id="rId10" Type="http://schemas.openxmlformats.org/officeDocument/2006/relationships/image" Target="../media/image650.png"/><Relationship Id="rId19" Type="http://schemas.openxmlformats.org/officeDocument/2006/relationships/image" Target="../media/image74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Relationship Id="rId14" Type="http://schemas.openxmlformats.org/officeDocument/2006/relationships/image" Target="../media/image69.png"/><Relationship Id="rId22" Type="http://schemas.openxmlformats.org/officeDocument/2006/relationships/image" Target="../media/image77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79.png"/><Relationship Id="rId21" Type="http://schemas.openxmlformats.org/officeDocument/2006/relationships/image" Target="../media/image97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5" Type="http://schemas.openxmlformats.org/officeDocument/2006/relationships/image" Target="../media/image101.png"/><Relationship Id="rId2" Type="http://schemas.openxmlformats.org/officeDocument/2006/relationships/image" Target="../media/image78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24" Type="http://schemas.openxmlformats.org/officeDocument/2006/relationships/image" Target="../media/image100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23" Type="http://schemas.openxmlformats.org/officeDocument/2006/relationships/image" Target="../media/image99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Relationship Id="rId22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85.png"/><Relationship Id="rId18" Type="http://schemas.openxmlformats.org/officeDocument/2006/relationships/image" Target="../media/image109.png"/><Relationship Id="rId26" Type="http://schemas.openxmlformats.org/officeDocument/2006/relationships/image" Target="../media/image115.png"/><Relationship Id="rId3" Type="http://schemas.openxmlformats.org/officeDocument/2006/relationships/diagramData" Target="../diagrams/data2.xml"/><Relationship Id="rId21" Type="http://schemas.openxmlformats.org/officeDocument/2006/relationships/image" Target="../media/image111.png"/><Relationship Id="rId7" Type="http://schemas.microsoft.com/office/2007/relationships/diagramDrawing" Target="../diagrams/drawing2.xml"/><Relationship Id="rId12" Type="http://schemas.openxmlformats.org/officeDocument/2006/relationships/image" Target="../media/image106.png"/><Relationship Id="rId17" Type="http://schemas.openxmlformats.org/officeDocument/2006/relationships/image" Target="../media/image108.png"/><Relationship Id="rId25" Type="http://schemas.openxmlformats.org/officeDocument/2006/relationships/image" Target="../media/image114.png"/><Relationship Id="rId2" Type="http://schemas.openxmlformats.org/officeDocument/2006/relationships/image" Target="../media/image102.png"/><Relationship Id="rId16" Type="http://schemas.openxmlformats.org/officeDocument/2006/relationships/image" Target="../media/image107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24" Type="http://schemas.openxmlformats.org/officeDocument/2006/relationships/image" Target="../media/image91.png"/><Relationship Id="rId5" Type="http://schemas.openxmlformats.org/officeDocument/2006/relationships/diagramQuickStyle" Target="../diagrams/quickStyle2.xml"/><Relationship Id="rId15" Type="http://schemas.openxmlformats.org/officeDocument/2006/relationships/image" Target="../media/image100.png"/><Relationship Id="rId23" Type="http://schemas.openxmlformats.org/officeDocument/2006/relationships/image" Target="../media/image113.png"/><Relationship Id="rId10" Type="http://schemas.openxmlformats.org/officeDocument/2006/relationships/diagramQuickStyle" Target="../diagrams/quickStyle3.xml"/><Relationship Id="rId19" Type="http://schemas.openxmlformats.org/officeDocument/2006/relationships/image" Target="../media/image110.png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image" Target="../media/image93.png"/><Relationship Id="rId22" Type="http://schemas.openxmlformats.org/officeDocument/2006/relationships/image" Target="../media/image1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0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1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13" Type="http://schemas.openxmlformats.org/officeDocument/2006/relationships/image" Target="../media/image125.png"/><Relationship Id="rId3" Type="http://schemas.openxmlformats.org/officeDocument/2006/relationships/image" Target="../media/image1200.png"/><Relationship Id="rId7" Type="http://schemas.openxmlformats.org/officeDocument/2006/relationships/diagramQuickStyle" Target="../diagrams/quickStyle4.xml"/><Relationship Id="rId12" Type="http://schemas.openxmlformats.org/officeDocument/2006/relationships/image" Target="../media/image124.png"/><Relationship Id="rId17" Type="http://schemas.openxmlformats.org/officeDocument/2006/relationships/image" Target="../media/image128.png"/><Relationship Id="rId2" Type="http://schemas.openxmlformats.org/officeDocument/2006/relationships/image" Target="../media/image1190.png"/><Relationship Id="rId16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11" Type="http://schemas.openxmlformats.org/officeDocument/2006/relationships/image" Target="../media/image123.png"/><Relationship Id="rId5" Type="http://schemas.openxmlformats.org/officeDocument/2006/relationships/diagramData" Target="../diagrams/data3.xml"/><Relationship Id="rId15" Type="http://schemas.openxmlformats.org/officeDocument/2006/relationships/image" Target="../media/image127.png"/><Relationship Id="rId10" Type="http://schemas.openxmlformats.org/officeDocument/2006/relationships/image" Target="../media/image122.png"/><Relationship Id="rId4" Type="http://schemas.openxmlformats.org/officeDocument/2006/relationships/image" Target="../media/image121.png"/><Relationship Id="rId9" Type="http://schemas.microsoft.com/office/2007/relationships/diagramDrawing" Target="../diagrams/drawing3.xml"/><Relationship Id="rId14" Type="http://schemas.openxmlformats.org/officeDocument/2006/relationships/image" Target="../media/image12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13" Type="http://schemas.openxmlformats.org/officeDocument/2006/relationships/image" Target="../media/image130.png"/><Relationship Id="rId3" Type="http://schemas.openxmlformats.org/officeDocument/2006/relationships/image" Target="../media/image1200.png"/><Relationship Id="rId7" Type="http://schemas.openxmlformats.org/officeDocument/2006/relationships/diagramQuickStyle" Target="../diagrams/quickStyle5.xml"/><Relationship Id="rId12" Type="http://schemas.openxmlformats.org/officeDocument/2006/relationships/image" Target="../media/image129.png"/><Relationship Id="rId2" Type="http://schemas.openxmlformats.org/officeDocument/2006/relationships/image" Target="../media/image1190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11" Type="http://schemas.openxmlformats.org/officeDocument/2006/relationships/image" Target="../media/image1280.png"/><Relationship Id="rId5" Type="http://schemas.openxmlformats.org/officeDocument/2006/relationships/diagramData" Target="../diagrams/data5.xml"/><Relationship Id="rId15" Type="http://schemas.openxmlformats.org/officeDocument/2006/relationships/image" Target="../media/image132.png"/><Relationship Id="rId10" Type="http://schemas.openxmlformats.org/officeDocument/2006/relationships/image" Target="../media/image122.png"/><Relationship Id="rId4" Type="http://schemas.openxmlformats.org/officeDocument/2006/relationships/image" Target="../media/image121.png"/><Relationship Id="rId9" Type="http://schemas.microsoft.com/office/2007/relationships/diagramDrawing" Target="../diagrams/drawing4.xml"/><Relationship Id="rId14" Type="http://schemas.openxmlformats.org/officeDocument/2006/relationships/image" Target="../media/image13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70.png"/><Relationship Id="rId3" Type="http://schemas.openxmlformats.org/officeDocument/2006/relationships/image" Target="../media/image1590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71.png"/><Relationship Id="rId3" Type="http://schemas.openxmlformats.org/officeDocument/2006/relationships/image" Target="../media/image1590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18" Type="http://schemas.openxmlformats.org/officeDocument/2006/relationships/image" Target="../media/image18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" Type="http://schemas.openxmlformats.org/officeDocument/2006/relationships/image" Target="../media/image172.png"/><Relationship Id="rId16" Type="http://schemas.openxmlformats.org/officeDocument/2006/relationships/image" Target="../media/image186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5" Type="http://schemas.openxmlformats.org/officeDocument/2006/relationships/image" Target="../media/image185.png"/><Relationship Id="rId10" Type="http://schemas.openxmlformats.org/officeDocument/2006/relationships/image" Target="../media/image180.png"/><Relationship Id="rId19" Type="http://schemas.openxmlformats.org/officeDocument/2006/relationships/image" Target="../media/image189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169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12" Type="http://schemas.openxmlformats.org/officeDocument/2006/relationships/image" Target="../media/image201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image" Target="../media/image200.png"/><Relationship Id="rId5" Type="http://schemas.openxmlformats.org/officeDocument/2006/relationships/image" Target="../media/image194.png"/><Relationship Id="rId15" Type="http://schemas.openxmlformats.org/officeDocument/2006/relationships/image" Target="../media/image204.png"/><Relationship Id="rId10" Type="http://schemas.openxmlformats.org/officeDocument/2006/relationships/image" Target="../media/image199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Relationship Id="rId14" Type="http://schemas.openxmlformats.org/officeDocument/2006/relationships/image" Target="../media/image20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0.xml"/><Relationship Id="rId13" Type="http://schemas.openxmlformats.org/officeDocument/2006/relationships/image" Target="../media/image209.png"/><Relationship Id="rId18" Type="http://schemas.openxmlformats.org/officeDocument/2006/relationships/image" Target="../media/image212.png"/><Relationship Id="rId3" Type="http://schemas.openxmlformats.org/officeDocument/2006/relationships/diagramLayout" Target="../diagrams/layout6.xml"/><Relationship Id="rId21" Type="http://schemas.openxmlformats.org/officeDocument/2006/relationships/image" Target="../media/image215.png"/><Relationship Id="rId7" Type="http://schemas.openxmlformats.org/officeDocument/2006/relationships/diagramData" Target="../diagrams/data8.xml"/><Relationship Id="rId12" Type="http://schemas.openxmlformats.org/officeDocument/2006/relationships/image" Target="../media/image85.png"/><Relationship Id="rId17" Type="http://schemas.openxmlformats.org/officeDocument/2006/relationships/image" Target="../media/image211.png"/><Relationship Id="rId2" Type="http://schemas.openxmlformats.org/officeDocument/2006/relationships/diagramData" Target="../diagrams/data6.xml"/><Relationship Id="rId16" Type="http://schemas.openxmlformats.org/officeDocument/2006/relationships/image" Target="../media/image94.png"/><Relationship Id="rId20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image" Target="../media/image208.png"/><Relationship Id="rId5" Type="http://schemas.openxmlformats.org/officeDocument/2006/relationships/diagramColors" Target="../diagrams/colors6.xml"/><Relationship Id="rId15" Type="http://schemas.openxmlformats.org/officeDocument/2006/relationships/image" Target="../media/image210.png"/><Relationship Id="rId23" Type="http://schemas.openxmlformats.org/officeDocument/2006/relationships/image" Target="../media/image217.png"/><Relationship Id="rId10" Type="http://schemas.openxmlformats.org/officeDocument/2006/relationships/diagramColors" Target="../diagrams/colors60.xml"/><Relationship Id="rId19" Type="http://schemas.openxmlformats.org/officeDocument/2006/relationships/image" Target="../media/image213.png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60.xml"/><Relationship Id="rId14" Type="http://schemas.openxmlformats.org/officeDocument/2006/relationships/image" Target="../media/image90.png"/><Relationship Id="rId22" Type="http://schemas.openxmlformats.org/officeDocument/2006/relationships/image" Target="../media/image21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5" Type="http://schemas.openxmlformats.org/officeDocument/2006/relationships/image" Target="../media/image226.png"/><Relationship Id="rId4" Type="http://schemas.openxmlformats.org/officeDocument/2006/relationships/image" Target="../media/image22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0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svg"/><Relationship Id="rId7" Type="http://schemas.openxmlformats.org/officeDocument/2006/relationships/image" Target="../media/image238.sv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5" Type="http://schemas.openxmlformats.org/officeDocument/2006/relationships/image" Target="../media/image236.svg"/><Relationship Id="rId4" Type="http://schemas.openxmlformats.org/officeDocument/2006/relationships/image" Target="../media/image235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mazon.com/gp/product/026202649X?ie=UTF8&amp;tag=spinroot-20&amp;linkCode=as2&amp;camp=1789&amp;creative=9325&amp;creativeASIN=026202649X" TargetMode="External"/><Relationship Id="rId13" Type="http://schemas.openxmlformats.org/officeDocument/2006/relationships/image" Target="../media/image244.jpeg"/><Relationship Id="rId3" Type="http://schemas.openxmlformats.org/officeDocument/2006/relationships/image" Target="../media/image239.jpeg"/><Relationship Id="rId7" Type="http://schemas.openxmlformats.org/officeDocument/2006/relationships/image" Target="../media/image241.jpeg"/><Relationship Id="rId12" Type="http://schemas.openxmlformats.org/officeDocument/2006/relationships/hyperlink" Target="http://www.amazon.com/exec/obidos/ASIN/0321228626/spinroot-20/" TargetMode="External"/><Relationship Id="rId2" Type="http://schemas.openxmlformats.org/officeDocument/2006/relationships/hyperlink" Target="http://www.amazon.com/gp/redirect.html?ie=UTF8&amp;location=http://www.amazon.com/Principles-Model-Checker-Mordechai-Ben-Ari/dp/1846287693?ie=UTF8&amp;s=books&amp;qid=1199150125&amp;sr=8-1&amp;tag=spinroot-20&amp;linkCode=ur2&amp;camp=1789&amp;creative=93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mazon.com/exec/obidos/ASIN/0262032708/spinroot-20" TargetMode="External"/><Relationship Id="rId11" Type="http://schemas.openxmlformats.org/officeDocument/2006/relationships/image" Target="../media/image243.gif"/><Relationship Id="rId5" Type="http://schemas.openxmlformats.org/officeDocument/2006/relationships/image" Target="../media/image240.jpeg"/><Relationship Id="rId15" Type="http://schemas.openxmlformats.org/officeDocument/2006/relationships/image" Target="../media/image245.jpeg"/><Relationship Id="rId10" Type="http://schemas.openxmlformats.org/officeDocument/2006/relationships/hyperlink" Target="http://www.amazon.com/exec/obidos/ASIN/3540002960/spinroot-20" TargetMode="External"/><Relationship Id="rId4" Type="http://schemas.openxmlformats.org/officeDocument/2006/relationships/hyperlink" Target="http://direct.ips.co.jp/book/Template/Goods/go_BookstempKindai.cfm?GM_ID=KD0353&amp;CM_ID=004300307&amp;SPM_ID=1115&amp;HN_NO=00430&amp;PM_No=&amp;PM_Class=" TargetMode="External"/><Relationship Id="rId9" Type="http://schemas.openxmlformats.org/officeDocument/2006/relationships/image" Target="../media/image242.jpeg"/><Relationship Id="rId14" Type="http://schemas.openxmlformats.org/officeDocument/2006/relationships/hyperlink" Target="http://www.amazon.com/exec/obidos/ASIN/0321228626/spinroot-20/102-4639573-4853760?creative=125577&amp;camp=2321&amp;link_code=as1" TargetMode="Externa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nano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) PROMELA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660215-D875-290D-B606-83E235A1230C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he-IL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  <a:r>
              <a:rPr lang="he-IL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62</a:t>
            </a:r>
            <a:endParaRPr lang="en-US" sz="54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9" name="Picture 2" descr="סרט מודעות צהוב – ויקיפדיה">
            <a:extLst>
              <a:ext uri="{FF2B5EF4-FFF2-40B4-BE49-F238E27FC236}">
                <a16:creationId xmlns:a16="http://schemas.microsoft.com/office/drawing/2014/main" id="{13FD9FA2-66F3-A91B-70A3-2512E610D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104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שפות המידול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554981510"/>
              </p:ext>
            </p:extLst>
          </p:nvPr>
        </p:nvGraphicFramePr>
        <p:xfrm>
          <a:off x="1219200" y="1600200"/>
          <a:ext cx="6858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39594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/>
              <a:pPr rtl="0"/>
              <a:t>3</a:t>
            </a:fld>
            <a:endParaRPr lang="he-IL"/>
          </a:p>
        </p:txBody>
      </p:sp>
      <p:pic>
        <p:nvPicPr>
          <p:cNvPr id="2" name="Picture 2" descr="Image result for PROMELA sp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37785"/>
            <a:ext cx="6717792" cy="335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Image result for PROMELA sp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Image result for PROMELA spi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118" y="1750483"/>
            <a:ext cx="13335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The spin model check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812" y="3276600"/>
            <a:ext cx="2401824" cy="3335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PROMELA spi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219448"/>
            <a:ext cx="1475976" cy="22477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PROMELA spin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358" y="275251"/>
            <a:ext cx="1603020" cy="120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person with glasses and a badge on his shirt&#10;&#10;Description automatically generated">
            <a:extLst>
              <a:ext uri="{FF2B5EF4-FFF2-40B4-BE49-F238E27FC236}">
                <a16:creationId xmlns:a16="http://schemas.microsoft.com/office/drawing/2014/main" id="{E2D12EF9-63FD-0264-6896-26C2656FC9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756561"/>
            <a:ext cx="1981200" cy="298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6397"/>
      </p:ext>
    </p:extLst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/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 rtl="0"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8534400" cy="5334000"/>
          </a:xfrm>
        </p:spPr>
        <p:txBody>
          <a:bodyPr>
            <a:normAutofit fontScale="85000" lnSpcReduction="10000"/>
          </a:bodyPr>
          <a:lstStyle/>
          <a:p>
            <a:pPr marL="0" indent="0" algn="l" rtl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b="1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 (</a:t>
            </a:r>
            <a:r>
              <a:rPr lang="en-US" b="1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Process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 or </a:t>
            </a:r>
            <a:r>
              <a:rPr lang="en-US" b="1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Protocol Meta Language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 is a </a:t>
            </a:r>
            <a:r>
              <a:rPr lang="en-US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verification modeling language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 </a:t>
            </a:r>
          </a:p>
          <a:p>
            <a:pPr marL="0" indent="0" algn="l" rtl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introduced by 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Gerard J. </a:t>
            </a:r>
            <a:r>
              <a:rPr lang="en-US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Holzmann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. </a:t>
            </a:r>
          </a:p>
          <a:p>
            <a:pPr marL="0" indent="0" algn="l" rtl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The language allows for the dynamic creation of </a:t>
            </a:r>
            <a:r>
              <a:rPr lang="en-US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concurrent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 processes to model, for example, </a:t>
            </a:r>
            <a:r>
              <a:rPr lang="en-US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distributed systems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. </a:t>
            </a:r>
          </a:p>
          <a:p>
            <a:pPr marL="0" indent="0" algn="l" rtl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In PROMELA models, communication via message channels can be defined to be synchronous (i.e., rendezvous), or asynchronous (i.e., buffered). </a:t>
            </a:r>
          </a:p>
          <a:p>
            <a:pPr marL="0" indent="0" algn="l" rtl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PROMELA models can be analyzed with the</a:t>
            </a:r>
            <a:b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SPIN model checker</a:t>
            </a:r>
            <a:r>
              <a:rPr lang="en-US">
                <a:solidFill>
                  <a:srgbClr val="2525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, to verify that the modeled system produces the desired behavior.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6" name="Picture 16" descr="Gerard J. Holzmann FLoC 200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0" t="33333" r="37500" b="-192"/>
          <a:stretch/>
        </p:blipFill>
        <p:spPr bwMode="auto">
          <a:xfrm flipH="1">
            <a:off x="7010400" y="609600"/>
            <a:ext cx="1448523" cy="235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134166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/>
          <a:lstStyle/>
          <a:p>
            <a:pPr rtl="0"/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Nano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 rtl="0"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81000" y="1676400"/>
            <a:ext cx="8548541" cy="5029200"/>
          </a:xfrm>
        </p:spPr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אנחנו נדבר על </a:t>
            </a:r>
            <a:r>
              <a:rPr lang="he-IL" sz="28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גרסה מוקטנת </a:t>
            </a: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שנקרא לה </a:t>
            </a:r>
            <a:r>
              <a:rPr lang="en-US" sz="2800" dirty="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nano PROMELA</a:t>
            </a:r>
            <a:endParaRPr lang="he-IL" sz="2800" dirty="0">
              <a:solidFill>
                <a:srgbClr val="151AE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spcBef>
                <a:spcPts val="1800"/>
              </a:spcBef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משתנים משותפים ותקשורת מבוססת</a:t>
            </a:r>
            <a:b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 ערוצים</a:t>
            </a:r>
          </a:p>
          <a:p>
            <a:pPr lvl="1">
              <a:spcBef>
                <a:spcPts val="1800"/>
              </a:spcBef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הסמנטיקה הפורמאלית מבוססת על</a:t>
            </a:r>
            <a:b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 dirty="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מערכות ערוצים</a:t>
            </a:r>
          </a:p>
          <a:p>
            <a:pPr lvl="1">
              <a:spcBef>
                <a:spcPts val="1800"/>
              </a:spcBef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תהליכים מוגדרים באמצעות שפת</a:t>
            </a:r>
            <a:b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פקודות מותנות</a:t>
            </a:r>
          </a:p>
          <a:p>
            <a:pPr lvl="1">
              <a:spcBef>
                <a:spcPts val="1800"/>
              </a:spcBef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אין הגדרה מפורשת של הפעולות. </a:t>
            </a:r>
            <a:b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מוגדרות באמצעות הפקודות.</a:t>
            </a:r>
          </a:p>
          <a:p>
            <a:pPr lvl="1">
              <a:spcBef>
                <a:spcPts val="1800"/>
              </a:spcBef>
            </a:pPr>
            <a:endParaRPr lang="he-IL" sz="28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320040" lvl="1" indent="0">
              <a:spcBef>
                <a:spcPts val="1800"/>
              </a:spcBef>
              <a:buNone/>
            </a:pPr>
            <a:endParaRPr lang="en-US" sz="28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1800"/>
              </a:spcBef>
            </a:pPr>
            <a:endParaRPr lang="en-US" sz="28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8" name="Picture 4" descr="Generated image">
            <a:extLst>
              <a:ext uri="{FF2B5EF4-FFF2-40B4-BE49-F238E27FC236}">
                <a16:creationId xmlns:a16="http://schemas.microsoft.com/office/drawing/2014/main" id="{3D009ED2-F8E6-B029-0112-F285494BD8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66" b="70703" l="3809" r="94043">
                        <a14:foregroundMark x1="59473" y1="12500" x2="70215" y2="13672"/>
                        <a14:foregroundMark x1="70215" y1="13672" x2="71094" y2="14323"/>
                        <a14:foregroundMark x1="67773" y1="10872" x2="70508" y2="10872"/>
                        <a14:foregroundMark x1="90918" y1="29753" x2="90918" y2="27799"/>
                        <a14:foregroundMark x1="63672" y1="23438" x2="67188" y2="25781"/>
                        <a14:foregroundMark x1="57031" y1="39909" x2="68652" y2="41927"/>
                        <a14:foregroundMark x1="68652" y1="41927" x2="78516" y2="41471"/>
                        <a14:foregroundMark x1="92383" y1="38021" x2="92188" y2="41471"/>
                        <a14:foregroundMark x1="31250" y1="45052" x2="34082" y2="45443"/>
                        <a14:foregroundMark x1="54980" y1="67643" x2="62012" y2="66927"/>
                        <a14:foregroundMark x1="21875" y1="69010" x2="21875" y2="67253"/>
                        <a14:foregroundMark x1="37012" y1="67773" x2="34082" y2="66927"/>
                        <a14:foregroundMark x1="8008" y1="42448" x2="8691" y2="46159"/>
                        <a14:foregroundMark x1="3906" y1="44336" x2="5371" y2="44336"/>
                        <a14:foregroundMark x1="68750" y1="10221" x2="69434" y2="10221"/>
                        <a14:foregroundMark x1="93164" y1="28646" x2="92773" y2="29036"/>
                        <a14:foregroundMark x1="94043" y1="41341" x2="94043" y2="40365"/>
                        <a14:foregroundMark x1="56152" y1="22721" x2="56152" y2="22721"/>
                        <a14:foregroundMark x1="40723" y1="53320" x2="44434" y2="55664"/>
                        <a14:foregroundMark x1="12207" y1="53971" x2="17578" y2="54427"/>
                        <a14:foregroundMark x1="9668" y1="48047" x2="10352" y2="49740"/>
                        <a14:foregroundMark x1="11621" y1="56901" x2="11523" y2="55078"/>
                        <a14:foregroundMark x1="22559" y1="68620" x2="22754" y2="64844"/>
                        <a14:foregroundMark x1="34277" y1="67253" x2="33691" y2="63802"/>
                        <a14:foregroundMark x1="55371" y1="67057" x2="61133" y2="66146"/>
                        <a14:foregroundMark x1="77441" y1="69401" x2="79980" y2="69531"/>
                        <a14:foregroundMark x1="66992" y1="9896" x2="69531" y2="10091"/>
                        <a14:foregroundMark x1="21289" y1="70182" x2="23340" y2="70182"/>
                        <a14:foregroundMark x1="8789" y1="26563" x2="8789" y2="26563"/>
                        <a14:foregroundMark x1="9082" y1="25781" x2="9082" y2="27018"/>
                        <a14:foregroundMark x1="11133" y1="31901" x2="11133" y2="33138"/>
                        <a14:foregroundMark x1="11133" y1="33008" x2="12500" y2="33919"/>
                        <a14:foregroundMark x1="68652" y1="9766" x2="71777" y2="10352"/>
                        <a14:foregroundMark x1="78320" y1="70378" x2="79110" y2="70378"/>
                        <a14:foregroundMark x1="75781" y1="67122" x2="75488" y2="67708"/>
                        <a14:backgroundMark x1="79199" y1="71029" x2="81152" y2="71224"/>
                        <a14:backgroundMark x1="78613" y1="70898" x2="80371" y2="70898"/>
                        <a14:backgroundMark x1="84082" y1="40885" x2="83496" y2="40365"/>
                        <a14:backgroundMark x1="78613" y1="70703" x2="80371" y2="70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562" b="27777"/>
          <a:stretch/>
        </p:blipFill>
        <p:spPr bwMode="auto">
          <a:xfrm>
            <a:off x="152400" y="2891770"/>
            <a:ext cx="2971800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549239"/>
      </p:ext>
    </p:extLst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שפת מִפְרָט עם סֶמַנְטִיקָה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מוגדרת באופן מתמטי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683014"/>
            <a:ext cx="8903208" cy="4572000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נתאר "</a:t>
            </a:r>
            <a:r>
              <a:rPr lang="he-IL" sz="240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שפת תכנות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" למודלים</a:t>
            </a:r>
          </a:p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המטרה: לאפשר למהנדסים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לבנות מודל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אותו ניתן יהיה לנתח באמצעות כלים פורמאליים</a:t>
            </a:r>
          </a:p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נקודה מרכזית: </a:t>
            </a:r>
            <a:r>
              <a:rPr lang="he-IL" sz="240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אנחנו דורשים שלמפרט תהיה סֶמַנְטִיקָה פורמאלית!</a:t>
            </a:r>
          </a:p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במקרה של </a:t>
            </a:r>
            <a:r>
              <a:rPr lang="en-US" sz="2400" err="1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 סֶמַנְטִיקָה מוגדרת ע"י תרגום למערכת ערוצים ודרכה למערכת מעברים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204" y="5562600"/>
            <a:ext cx="8940268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לא ניתן להוכיח נכונות ללא סֶמַנְטִיקָה פורמאלית מוגדרת היטב</a:t>
            </a:r>
          </a:p>
        </p:txBody>
      </p:sp>
    </p:spTree>
    <p:extLst>
      <p:ext uri="{BB962C8B-B14F-4D97-AF65-F5344CB8AC3E}">
        <p14:creationId xmlns:p14="http://schemas.microsoft.com/office/powerpoint/2010/main" val="362473124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-76200"/>
            <a:ext cx="8125691" cy="1143000"/>
          </a:xfrm>
        </p:spPr>
        <p:txBody>
          <a:bodyPr/>
          <a:lstStyle/>
          <a:p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ב-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nano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77982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219200"/>
                <a:ext cx="8763000" cy="54102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אוסף תהליכים 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,…,</m:t>
                    </m:r>
                    <m:r>
                      <a:rPr lang="en-US" i="1" dirty="0" err="1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המורכבים ע"י שזירה</a:t>
                </a:r>
              </a:p>
              <a:p>
                <a:pPr>
                  <a:spcBef>
                    <a:spcPts val="4200"/>
                  </a:spcBef>
                  <a:spcAft>
                    <a:spcPts val="24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כל תהליך כתוב סדרתית כרצף צעדים:</a:t>
                </a:r>
              </a:p>
              <a:p>
                <a:pPr marL="319088" lvl="1" indent="576263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𝑠𝑘𝑖𝑝</m:t>
                    </m:r>
                    <m:r>
                      <a:rPr lang="he-IL" i="1" dirty="0" smtClean="0">
                        <a:solidFill>
                          <a:srgbClr val="151AE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דילוג למצב הבא</a:t>
                </a:r>
              </a:p>
              <a:p>
                <a:pPr marL="319088" lvl="1" indent="576263">
                  <a:spcAft>
                    <a:spcPts val="600"/>
                  </a:spcAft>
                  <a:buNone/>
                </a:pP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 :=</m:t>
                    </m:r>
                    <m:r>
                      <a:rPr lang="en-US" i="1" dirty="0" err="1" smtClean="0">
                        <a:solidFill>
                          <a:srgbClr val="151AE1"/>
                        </a:solidFill>
                        <a:latin typeface="Cambria Math"/>
                      </a:rPr>
                      <m:t>𝑒𝑥𝑝𝑟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השמת ערך למשתנה</a:t>
                </a:r>
              </a:p>
              <a:p>
                <a:pPr marL="319088" lvl="1" indent="576263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𝑐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rgbClr val="151AE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?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הוצאת הודעה מתור ערוץ תקשורת</a:t>
                </a:r>
              </a:p>
              <a:p>
                <a:pPr marL="319088" lvl="1" indent="576263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𝑐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rgbClr val="151AE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!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𝑒𝑥𝑝𝑟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  	כתיבת הודעה לתור ערוץ תקשורת</a:t>
                </a:r>
              </a:p>
              <a:p>
                <a:pPr marL="319088" lvl="1" indent="576263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𝑖𝑓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rgbClr val="151AE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𝑓𝑖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	תנאי</a:t>
                </a:r>
              </a:p>
              <a:p>
                <a:pPr marL="319088" lvl="1" indent="576263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151AE1"/>
                        </a:solidFill>
                        <a:latin typeface="Cambria Math"/>
                      </a:rPr>
                      <m:t>𝑑𝑜</m:t>
                    </m:r>
                    <m:r>
                      <a:rPr lang="he-IL" b="0" i="0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𝑜𝑑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לולאה</a:t>
                </a:r>
              </a:p>
              <a:p>
                <a:pPr marL="319088" lvl="1" indent="576263">
                  <a:spcAft>
                    <a:spcPts val="600"/>
                  </a:spcAft>
                  <a:buNone/>
                </a:pPr>
                <a:r>
                  <a:rPr lang="en-US" b="0" dirty="0">
                    <a:solidFill>
                      <a:srgbClr val="151AE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שרשור פקודות</a:t>
                </a:r>
              </a:p>
              <a:p>
                <a:pPr>
                  <a:spcBef>
                    <a:spcPts val="3000"/>
                  </a:spcBef>
                </a:pP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השפה מאפשרת אי-דטרמיניזם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– </a:t>
                </a:r>
                <a:r>
                  <a:rPr lang="he-IL" dirty="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אנחנו בונים מודל, לא מתכנתים</a:t>
                </a: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219200"/>
                <a:ext cx="8763000" cy="5410200"/>
              </a:xfrm>
              <a:blipFill>
                <a:blip r:embed="rId2"/>
                <a:stretch>
                  <a:fillRect t="-1689" r="-487" b="-1542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3354354"/>
      </p:ext>
    </p:extLst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C86B-3B02-E465-A476-8DCF150F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70D6A-44E9-77AE-C9A5-9A8CCB02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מכונת מכירת משקאות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243B9-1141-4271-F983-0BEBD76BE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526F4-8276-AE3D-B17B-7533E111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B0694-7A24-7A8B-B803-5F794BDF8862}"/>
              </a:ext>
            </a:extLst>
          </p:cNvPr>
          <p:cNvSpPr/>
          <p:nvPr/>
        </p:nvSpPr>
        <p:spPr>
          <a:xfrm>
            <a:off x="416859" y="1524000"/>
            <a:ext cx="8382000" cy="41242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defTabSz="449263" rtl="0">
              <a:spcBef>
                <a:spcPts val="1200"/>
              </a:spcBef>
            </a:pP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 defTabSz="449263" rtl="0">
              <a:spcBef>
                <a:spcPts val="1200"/>
              </a:spcBef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:: </a:t>
            </a: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 Coin Insertion */</a:t>
            </a:r>
          </a:p>
          <a:p>
            <a:pPr lvl="4" algn="l" defTabSz="449263" rtl="0">
              <a:spcBef>
                <a:spcPts val="1200"/>
              </a:spcBef>
            </a:pP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-&gt; ns:=ns-1   </a:t>
            </a:r>
          </a:p>
          <a:p>
            <a:pPr lvl="6" algn="l" defTabSz="449263" rtl="0">
              <a:spcBef>
                <a:spcPts val="1200"/>
              </a:spcBef>
            </a:pPr>
            <a:r>
              <a:rPr lang="nl-NL" sz="2400" dirty="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0         	-&gt; nc:=nc-1   </a:t>
            </a:r>
          </a:p>
          <a:p>
            <a:pPr lvl="6" algn="l" defTabSz="449263" rtl="0">
              <a:spcBef>
                <a:spcPts val="1200"/>
              </a:spcBef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 &amp;&amp; ns==0 	-&gt; </a:t>
            </a: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1828800" lvl="6" algn="l" defTabSz="449263" rtl="0">
              <a:spcBef>
                <a:spcPts val="1200"/>
              </a:spcBef>
            </a:pP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49263" rtl="0">
              <a:spcBef>
                <a:spcPts val="1200"/>
              </a:spcBef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:: </a:t>
            </a: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atomic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:=10; ns:=10}</a:t>
            </a:r>
            <a:endParaRPr lang="he-IL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49263" rtl="0">
              <a:spcBef>
                <a:spcPts val="1200"/>
              </a:spcBef>
            </a:pPr>
            <a:r>
              <a:rPr lang="en-US" sz="2400" dirty="0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3968C-19DB-250C-D249-312EE5C748C5}"/>
              </a:ext>
            </a:extLst>
          </p:cNvPr>
          <p:cNvGrpSpPr/>
          <p:nvPr/>
        </p:nvGrpSpPr>
        <p:grpSpPr>
          <a:xfrm>
            <a:off x="304800" y="2566392"/>
            <a:ext cx="2819400" cy="2058740"/>
            <a:chOff x="304800" y="2566392"/>
            <a:chExt cx="2819400" cy="20587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8FD0FF-0EFB-61F2-09AE-B8B7C5F932A1}"/>
                </a:ext>
              </a:extLst>
            </p:cNvPr>
            <p:cNvSpPr txBox="1"/>
            <p:nvPr/>
          </p:nvSpPr>
          <p:spPr>
            <a:xfrm>
              <a:off x="304800" y="3262937"/>
              <a:ext cx="1524000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בחירות לא דטרמיניסטיות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DD552CA-6FB1-BFC6-AFF7-FAE3FBB3D0BC}"/>
                </a:ext>
              </a:extLst>
            </p:cNvPr>
            <p:cNvCxnSpPr/>
            <p:nvPr/>
          </p:nvCxnSpPr>
          <p:spPr>
            <a:xfrm flipV="1">
              <a:off x="1371600" y="2566392"/>
              <a:ext cx="76200" cy="685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6995E04-784D-44C0-B0BD-206525905F47}"/>
                </a:ext>
              </a:extLst>
            </p:cNvPr>
            <p:cNvCxnSpPr/>
            <p:nvPr/>
          </p:nvCxnSpPr>
          <p:spPr>
            <a:xfrm>
              <a:off x="1371600" y="3909268"/>
              <a:ext cx="152400" cy="7158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ED06DB6-E704-5550-01DB-CA5DE26000E6}"/>
                </a:ext>
              </a:extLst>
            </p:cNvPr>
            <p:cNvCxnSpPr>
              <a:stCxn id="7" idx="3"/>
            </p:cNvCxnSpPr>
            <p:nvPr/>
          </p:nvCxnSpPr>
          <p:spPr>
            <a:xfrm flipV="1">
              <a:off x="1828800" y="2971800"/>
              <a:ext cx="1295400" cy="614303"/>
            </a:xfrm>
            <a:prstGeom prst="straightConnector1">
              <a:avLst/>
            </a:prstGeom>
            <a:ln>
              <a:solidFill>
                <a:srgbClr val="151A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F98E1A0-7938-616F-EDED-9D8318ABB250}"/>
                </a:ext>
              </a:extLst>
            </p:cNvPr>
            <p:cNvCxnSpPr/>
            <p:nvPr/>
          </p:nvCxnSpPr>
          <p:spPr>
            <a:xfrm flipV="1">
              <a:off x="1828800" y="3352800"/>
              <a:ext cx="1295400" cy="228600"/>
            </a:xfrm>
            <a:prstGeom prst="straightConnector1">
              <a:avLst/>
            </a:prstGeom>
            <a:ln>
              <a:solidFill>
                <a:srgbClr val="151A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3D492-66BF-74D0-824A-C26F366F808A}"/>
                </a:ext>
              </a:extLst>
            </p:cNvPr>
            <p:cNvCxnSpPr/>
            <p:nvPr/>
          </p:nvCxnSpPr>
          <p:spPr>
            <a:xfrm>
              <a:off x="1828800" y="3586103"/>
              <a:ext cx="1295400" cy="243632"/>
            </a:xfrm>
            <a:prstGeom prst="straightConnector1">
              <a:avLst/>
            </a:prstGeom>
            <a:ln>
              <a:solidFill>
                <a:srgbClr val="151A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82D0B0F-D532-6DCF-6BE0-CFC10C93E8D6}"/>
                  </a:ext>
                </a:extLst>
              </p14:cNvPr>
              <p14:cNvContentPartPr/>
              <p14:nvPr/>
            </p14:nvContentPartPr>
            <p14:xfrm>
              <a:off x="2863075" y="1203343"/>
              <a:ext cx="184320" cy="1918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82D0B0F-D532-6DCF-6BE0-CFC10C93E8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4075" y="1194703"/>
                <a:ext cx="2019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CBE6EA3-C4C1-293B-8ECE-215BAB62DCE9}"/>
                  </a:ext>
                </a:extLst>
              </p14:cNvPr>
              <p14:cNvContentPartPr/>
              <p14:nvPr/>
            </p14:nvContentPartPr>
            <p14:xfrm>
              <a:off x="4183555" y="2426263"/>
              <a:ext cx="812880" cy="702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CBE6EA3-C4C1-293B-8ECE-215BAB62DC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74555" y="2417623"/>
                <a:ext cx="83052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E24C53F-0F5D-4C22-1AEA-BD3D301AEBD2}"/>
                  </a:ext>
                </a:extLst>
              </p14:cNvPr>
              <p14:cNvContentPartPr/>
              <p14:nvPr/>
            </p14:nvContentPartPr>
            <p14:xfrm>
              <a:off x="10365115" y="4759063"/>
              <a:ext cx="66960" cy="140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E24C53F-0F5D-4C22-1AEA-BD3D301AEB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56115" y="4750063"/>
                <a:ext cx="8460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C85C152B-F2D5-E1EE-5367-79527A882BA2}"/>
              </a:ext>
            </a:extLst>
          </p:cNvPr>
          <p:cNvGrpSpPr/>
          <p:nvPr/>
        </p:nvGrpSpPr>
        <p:grpSpPr>
          <a:xfrm>
            <a:off x="7493755" y="3739183"/>
            <a:ext cx="3236400" cy="2430360"/>
            <a:chOff x="7493755" y="3739183"/>
            <a:chExt cx="3236400" cy="243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064B03E-0E29-54BF-DE0F-841722C6D255}"/>
                    </a:ext>
                  </a:extLst>
                </p14:cNvPr>
                <p14:cNvContentPartPr/>
                <p14:nvPr/>
              </p14:nvContentPartPr>
              <p14:xfrm>
                <a:off x="7981915" y="4097023"/>
                <a:ext cx="154440" cy="107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064B03E-0E29-54BF-DE0F-841722C6D25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73275" y="4088023"/>
                  <a:ext cx="172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7E4B38-AFA7-6A58-55F9-5CA7F67DCBB5}"/>
                    </a:ext>
                  </a:extLst>
                </p14:cNvPr>
                <p14:cNvContentPartPr/>
                <p14:nvPr/>
              </p14:nvContentPartPr>
              <p14:xfrm>
                <a:off x="8196835" y="4067143"/>
                <a:ext cx="65880" cy="86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7E4B38-AFA7-6A58-55F9-5CA7F67DCB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87835" y="4058143"/>
                  <a:ext cx="83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63674E-29AA-1EBF-2DB5-F660025A5C6B}"/>
                    </a:ext>
                  </a:extLst>
                </p14:cNvPr>
                <p14:cNvContentPartPr/>
                <p14:nvPr/>
              </p14:nvContentPartPr>
              <p14:xfrm>
                <a:off x="8332555" y="4053463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63674E-29AA-1EBF-2DB5-F660025A5C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23555" y="40444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FDCD80-06C4-F1D9-BD3D-8E80C7D6B90B}"/>
                    </a:ext>
                  </a:extLst>
                </p14:cNvPr>
                <p14:cNvContentPartPr/>
                <p14:nvPr/>
              </p14:nvContentPartPr>
              <p14:xfrm>
                <a:off x="8332555" y="4053463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FDCD80-06C4-F1D9-BD3D-8E80C7D6B90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23555" y="40444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60312B0-B80D-EB75-E01B-8F1E07E560BB}"/>
                    </a:ext>
                  </a:extLst>
                </p14:cNvPr>
                <p14:cNvContentPartPr/>
                <p14:nvPr/>
              </p14:nvContentPartPr>
              <p14:xfrm>
                <a:off x="8332555" y="4053463"/>
                <a:ext cx="15480" cy="73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60312B0-B80D-EB75-E01B-8F1E07E560B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23555" y="4044463"/>
                  <a:ext cx="33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E11389E-B4E3-D208-57F2-EA951D2730F6}"/>
                    </a:ext>
                  </a:extLst>
                </p14:cNvPr>
                <p14:cNvContentPartPr/>
                <p14:nvPr/>
              </p14:nvContentPartPr>
              <p14:xfrm>
                <a:off x="8400955" y="4036903"/>
                <a:ext cx="76320" cy="14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E11389E-B4E3-D208-57F2-EA951D2730F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91955" y="4027903"/>
                  <a:ext cx="93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2BD056-A944-6EE3-69A3-3F1D402836F4}"/>
                    </a:ext>
                  </a:extLst>
                </p14:cNvPr>
                <p14:cNvContentPartPr/>
                <p14:nvPr/>
              </p14:nvContentPartPr>
              <p14:xfrm>
                <a:off x="8400955" y="4050583"/>
                <a:ext cx="85680" cy="49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2BD056-A944-6EE3-69A3-3F1D402836F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91955" y="4041583"/>
                  <a:ext cx="103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8E6E0E-2BC9-C206-FE3B-2C85906B3B35}"/>
                    </a:ext>
                  </a:extLst>
                </p14:cNvPr>
                <p14:cNvContentPartPr/>
                <p14:nvPr/>
              </p14:nvContentPartPr>
              <p14:xfrm>
                <a:off x="8562235" y="3994063"/>
                <a:ext cx="23040" cy="98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8E6E0E-2BC9-C206-FE3B-2C85906B3B3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53235" y="3985423"/>
                  <a:ext cx="40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E9D7BB-302C-0506-D3FD-582FA86E72E2}"/>
                    </a:ext>
                  </a:extLst>
                </p14:cNvPr>
                <p14:cNvContentPartPr/>
                <p14:nvPr/>
              </p14:nvContentPartPr>
              <p14:xfrm>
                <a:off x="8628475" y="3977143"/>
                <a:ext cx="97560" cy="47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E9D7BB-302C-0506-D3FD-582FA86E72E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19835" y="3968143"/>
                  <a:ext cx="115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2698B60-E86B-D9CC-A691-3509243AE12A}"/>
                    </a:ext>
                  </a:extLst>
                </p14:cNvPr>
                <p14:cNvContentPartPr/>
                <p14:nvPr/>
              </p14:nvContentPartPr>
              <p14:xfrm>
                <a:off x="8846995" y="3972823"/>
                <a:ext cx="9720" cy="5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2698B60-E86B-D9CC-A691-3509243AE12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37995" y="3964183"/>
                  <a:ext cx="27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EC3B5BA-B571-026F-F2C2-B923C089B15A}"/>
                    </a:ext>
                  </a:extLst>
                </p14:cNvPr>
                <p14:cNvContentPartPr/>
                <p14:nvPr/>
              </p14:nvContentPartPr>
              <p14:xfrm>
                <a:off x="8789755" y="4041583"/>
                <a:ext cx="85680" cy="93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EC3B5BA-B571-026F-F2C2-B923C089B1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81115" y="4032943"/>
                  <a:ext cx="103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C8FC81-799B-BE25-F591-A24E7063B63E}"/>
                    </a:ext>
                  </a:extLst>
                </p14:cNvPr>
                <p14:cNvContentPartPr/>
                <p14:nvPr/>
              </p14:nvContentPartPr>
              <p14:xfrm>
                <a:off x="8966515" y="3904423"/>
                <a:ext cx="188280" cy="122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C8FC81-799B-BE25-F591-A24E7063B6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57515" y="3895423"/>
                  <a:ext cx="205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51C6E76-8278-3702-D993-2370C1D91A4E}"/>
                    </a:ext>
                  </a:extLst>
                </p14:cNvPr>
                <p14:cNvContentPartPr/>
                <p14:nvPr/>
              </p14:nvContentPartPr>
              <p14:xfrm>
                <a:off x="9228955" y="3850423"/>
                <a:ext cx="142560" cy="138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51C6E76-8278-3702-D993-2370C1D91A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19955" y="3841423"/>
                  <a:ext cx="160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2C846A-A3BE-5F45-EDB4-8398CDAF9FFD}"/>
                    </a:ext>
                  </a:extLst>
                </p14:cNvPr>
                <p14:cNvContentPartPr/>
                <p14:nvPr/>
              </p14:nvContentPartPr>
              <p14:xfrm>
                <a:off x="9450355" y="3849343"/>
                <a:ext cx="6120" cy="10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2C846A-A3BE-5F45-EDB4-8398CDAF9FF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41715" y="3840703"/>
                  <a:ext cx="23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77945B-CEF3-970E-C796-378B28DE90F0}"/>
                    </a:ext>
                  </a:extLst>
                </p14:cNvPr>
                <p14:cNvContentPartPr/>
                <p14:nvPr/>
              </p14:nvContentPartPr>
              <p14:xfrm>
                <a:off x="9454315" y="3849343"/>
                <a:ext cx="3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77945B-CEF3-970E-C796-378B28DE90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45315" y="38407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CB136D-E540-F338-EC27-74EB0FE6F933}"/>
                    </a:ext>
                  </a:extLst>
                </p14:cNvPr>
                <p14:cNvContentPartPr/>
                <p14:nvPr/>
              </p14:nvContentPartPr>
              <p14:xfrm>
                <a:off x="9454315" y="3849343"/>
                <a:ext cx="40320" cy="57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CB136D-E540-F338-EC27-74EB0FE6F9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45315" y="3840703"/>
                  <a:ext cx="57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34000E-A319-7B8D-2046-AB6A8BEE439B}"/>
                    </a:ext>
                  </a:extLst>
                </p14:cNvPr>
                <p14:cNvContentPartPr/>
                <p14:nvPr/>
              </p14:nvContentPartPr>
              <p14:xfrm>
                <a:off x="9560515" y="3813343"/>
                <a:ext cx="39240" cy="9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34000E-A319-7B8D-2046-AB6A8BEE43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51515" y="3804343"/>
                  <a:ext cx="56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BF144C-74FA-CAD6-6DD2-A1CBA1040E5E}"/>
                    </a:ext>
                  </a:extLst>
                </p14:cNvPr>
                <p14:cNvContentPartPr/>
                <p14:nvPr/>
              </p14:nvContentPartPr>
              <p14:xfrm>
                <a:off x="9560515" y="3821983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BF144C-74FA-CAD6-6DD2-A1CBA1040E5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51515" y="38133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6E0F40A-03AD-F534-F159-328C8D7EFCD7}"/>
                    </a:ext>
                  </a:extLst>
                </p14:cNvPr>
                <p14:cNvContentPartPr/>
                <p14:nvPr/>
              </p14:nvContentPartPr>
              <p14:xfrm>
                <a:off x="9560515" y="3821983"/>
                <a:ext cx="91440" cy="56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6E0F40A-03AD-F534-F159-328C8D7EFCD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1515" y="3813343"/>
                  <a:ext cx="109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EF1B092-B9B2-6633-E013-92642F1C138D}"/>
                    </a:ext>
                  </a:extLst>
                </p14:cNvPr>
                <p14:cNvContentPartPr/>
                <p14:nvPr/>
              </p14:nvContentPartPr>
              <p14:xfrm>
                <a:off x="9725395" y="3744943"/>
                <a:ext cx="34560" cy="169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EF1B092-B9B2-6633-E013-92642F1C138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716755" y="3736303"/>
                  <a:ext cx="52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9261B7-759F-B487-4574-1C9914970067}"/>
                    </a:ext>
                  </a:extLst>
                </p14:cNvPr>
                <p14:cNvContentPartPr/>
                <p14:nvPr/>
              </p14:nvContentPartPr>
              <p14:xfrm>
                <a:off x="9794875" y="3739183"/>
                <a:ext cx="110160" cy="90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9261B7-759F-B487-4574-1C991497006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86235" y="3730183"/>
                  <a:ext cx="127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6347179-5478-E73C-FBC0-7D422A221369}"/>
                    </a:ext>
                  </a:extLst>
                </p14:cNvPr>
                <p14:cNvContentPartPr/>
                <p14:nvPr/>
              </p14:nvContentPartPr>
              <p14:xfrm>
                <a:off x="7899475" y="4664743"/>
                <a:ext cx="961200" cy="606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6347179-5478-E73C-FBC0-7D422A22136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90475" y="4655743"/>
                  <a:ext cx="97884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777668-B469-2CEB-4669-2BAD7B814807}"/>
                    </a:ext>
                  </a:extLst>
                </p14:cNvPr>
                <p14:cNvContentPartPr/>
                <p14:nvPr/>
              </p14:nvContentPartPr>
              <p14:xfrm>
                <a:off x="8074435" y="4889743"/>
                <a:ext cx="169560" cy="221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777668-B469-2CEB-4669-2BAD7B81480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65795" y="4881103"/>
                  <a:ext cx="187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02FB42-BDB2-B9A5-74F6-9C52A2B2A0D3}"/>
                    </a:ext>
                  </a:extLst>
                </p14:cNvPr>
                <p14:cNvContentPartPr/>
                <p14:nvPr/>
              </p14:nvContentPartPr>
              <p14:xfrm>
                <a:off x="8264155" y="4991263"/>
                <a:ext cx="118080" cy="122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02FB42-BDB2-B9A5-74F6-9C52A2B2A0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55515" y="4982263"/>
                  <a:ext cx="135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DEA158-9F7B-6361-84A9-0CA30A89B223}"/>
                    </a:ext>
                  </a:extLst>
                </p14:cNvPr>
                <p14:cNvContentPartPr/>
                <p14:nvPr/>
              </p14:nvContentPartPr>
              <p14:xfrm>
                <a:off x="8424715" y="4989463"/>
                <a:ext cx="12600" cy="127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DEA158-9F7B-6361-84A9-0CA30A89B22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16075" y="4980463"/>
                  <a:ext cx="30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B18469-1DC4-A279-54B5-70F13AE1DCEB}"/>
                    </a:ext>
                  </a:extLst>
                </p14:cNvPr>
                <p14:cNvContentPartPr/>
                <p14:nvPr/>
              </p14:nvContentPartPr>
              <p14:xfrm>
                <a:off x="8385835" y="4882183"/>
                <a:ext cx="360" cy="14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B18469-1DC4-A279-54B5-70F13AE1DCE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76835" y="4873183"/>
                  <a:ext cx="1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341CD6-BC82-511E-C992-2037979E00FB}"/>
                    </a:ext>
                  </a:extLst>
                </p14:cNvPr>
                <p14:cNvContentPartPr/>
                <p14:nvPr/>
              </p14:nvContentPartPr>
              <p14:xfrm>
                <a:off x="8559715" y="4881103"/>
                <a:ext cx="80640" cy="165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341CD6-BC82-511E-C992-2037979E00F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50715" y="4872103"/>
                  <a:ext cx="98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1250FD-6116-2A95-6535-3FBCF41BA017}"/>
                    </a:ext>
                  </a:extLst>
                </p14:cNvPr>
                <p14:cNvContentPartPr/>
                <p14:nvPr/>
              </p14:nvContentPartPr>
              <p14:xfrm>
                <a:off x="8493835" y="4966783"/>
                <a:ext cx="125640" cy="15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1250FD-6116-2A95-6535-3FBCF41BA01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85195" y="4958143"/>
                  <a:ext cx="143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9AA7345-28A8-D531-07CB-84860B7E3F47}"/>
                    </a:ext>
                  </a:extLst>
                </p14:cNvPr>
                <p14:cNvContentPartPr/>
                <p14:nvPr/>
              </p14:nvContentPartPr>
              <p14:xfrm>
                <a:off x="7493755" y="4911703"/>
                <a:ext cx="366120" cy="23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9AA7345-28A8-D531-07CB-84860B7E3F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84755" y="4903063"/>
                  <a:ext cx="3837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8F6346E-F433-99FB-8535-C35C3B436630}"/>
                    </a:ext>
                  </a:extLst>
                </p14:cNvPr>
                <p14:cNvContentPartPr/>
                <p14:nvPr/>
              </p14:nvContentPartPr>
              <p14:xfrm>
                <a:off x="7802995" y="4827463"/>
                <a:ext cx="82800" cy="144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8F6346E-F433-99FB-8535-C35C3B43663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94355" y="4818463"/>
                  <a:ext cx="100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77BABB9-C01C-77A7-524F-C7D569A5C23A}"/>
                    </a:ext>
                  </a:extLst>
                </p14:cNvPr>
                <p14:cNvContentPartPr/>
                <p14:nvPr/>
              </p14:nvContentPartPr>
              <p14:xfrm>
                <a:off x="8144995" y="4250383"/>
                <a:ext cx="351720" cy="415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77BABB9-C01C-77A7-524F-C7D569A5C23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35995" y="4241743"/>
                  <a:ext cx="369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BA5C2A-AFD1-58DB-88A2-2645566C46D3}"/>
                    </a:ext>
                  </a:extLst>
                </p14:cNvPr>
                <p14:cNvContentPartPr/>
                <p14:nvPr/>
              </p14:nvContentPartPr>
              <p14:xfrm>
                <a:off x="8423635" y="4553143"/>
                <a:ext cx="178920" cy="102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BA5C2A-AFD1-58DB-88A2-2645566C46D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14995" y="4544143"/>
                  <a:ext cx="196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9EA97F2-1754-F98D-BC72-02954A535E1B}"/>
                    </a:ext>
                  </a:extLst>
                </p14:cNvPr>
                <p14:cNvContentPartPr/>
                <p14:nvPr/>
              </p14:nvContentPartPr>
              <p14:xfrm>
                <a:off x="9535675" y="4706143"/>
                <a:ext cx="759960" cy="52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9EA97F2-1754-F98D-BC72-02954A535E1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27035" y="4697143"/>
                  <a:ext cx="7776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EB44410-5718-BA24-8B8E-AB700865758D}"/>
                    </a:ext>
                  </a:extLst>
                </p14:cNvPr>
                <p14:cNvContentPartPr/>
                <p14:nvPr/>
              </p14:nvContentPartPr>
              <p14:xfrm>
                <a:off x="9756355" y="4919623"/>
                <a:ext cx="22680" cy="197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EB44410-5718-BA24-8B8E-AB700865758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47355" y="4910983"/>
                  <a:ext cx="40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42F8A47-F453-7473-8EE7-254A80980B39}"/>
                    </a:ext>
                  </a:extLst>
                </p14:cNvPr>
                <p14:cNvContentPartPr/>
                <p14:nvPr/>
              </p14:nvContentPartPr>
              <p14:xfrm>
                <a:off x="9684355" y="4908103"/>
                <a:ext cx="111600" cy="132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42F8A47-F453-7473-8EE7-254A80980B3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75715" y="4899463"/>
                  <a:ext cx="129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7730DC-DA9E-97B3-A066-F1A0F9A894A3}"/>
                    </a:ext>
                  </a:extLst>
                </p14:cNvPr>
                <p14:cNvContentPartPr/>
                <p14:nvPr/>
              </p14:nvContentPartPr>
              <p14:xfrm>
                <a:off x="9832315" y="5018623"/>
                <a:ext cx="134640" cy="95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7730DC-DA9E-97B3-A066-F1A0F9A894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23675" y="5009983"/>
                  <a:ext cx="152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8FD6FEE-CDB9-33EA-8422-21A92848E759}"/>
                    </a:ext>
                  </a:extLst>
                </p14:cNvPr>
                <p14:cNvContentPartPr/>
                <p14:nvPr/>
              </p14:nvContentPartPr>
              <p14:xfrm>
                <a:off x="9824395" y="4995223"/>
                <a:ext cx="291960" cy="425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8FD6FEE-CDB9-33EA-8422-21A92848E75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815395" y="4986583"/>
                  <a:ext cx="3096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667C94-8EB5-126B-C72A-59A268E1D3DD}"/>
                    </a:ext>
                  </a:extLst>
                </p14:cNvPr>
                <p14:cNvContentPartPr/>
                <p14:nvPr/>
              </p14:nvContentPartPr>
              <p14:xfrm>
                <a:off x="8839435" y="4751143"/>
                <a:ext cx="611280" cy="75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667C94-8EB5-126B-C72A-59A268E1D3D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30435" y="4742503"/>
                  <a:ext cx="628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CFA7019-B415-C229-F713-E1A8E8FB5DBB}"/>
                    </a:ext>
                  </a:extLst>
                </p14:cNvPr>
                <p14:cNvContentPartPr/>
                <p14:nvPr/>
              </p14:nvContentPartPr>
              <p14:xfrm>
                <a:off x="9349915" y="4696423"/>
                <a:ext cx="133200" cy="151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CFA7019-B415-C229-F713-E1A8E8FB5D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340915" y="4687783"/>
                  <a:ext cx="150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2043CC7-8B59-9B65-D8D1-EFE772C1F2EC}"/>
                    </a:ext>
                  </a:extLst>
                </p14:cNvPr>
                <p14:cNvContentPartPr/>
                <p14:nvPr/>
              </p14:nvContentPartPr>
              <p14:xfrm>
                <a:off x="9043915" y="4524703"/>
                <a:ext cx="101160" cy="9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2043CC7-8B59-9B65-D8D1-EFE772C1F2E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035275" y="4516063"/>
                  <a:ext cx="118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8F072E-7247-8D68-8659-0888A043E5CA}"/>
                    </a:ext>
                  </a:extLst>
                </p14:cNvPr>
                <p14:cNvContentPartPr/>
                <p14:nvPr/>
              </p14:nvContentPartPr>
              <p14:xfrm>
                <a:off x="9186475" y="4544503"/>
                <a:ext cx="97200" cy="57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8F072E-7247-8D68-8659-0888A043E5C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77835" y="4535503"/>
                  <a:ext cx="114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7DC383F-B5C1-9077-5AE3-B60688ED054F}"/>
                    </a:ext>
                  </a:extLst>
                </p14:cNvPr>
                <p14:cNvContentPartPr/>
                <p14:nvPr/>
              </p14:nvContentPartPr>
              <p14:xfrm>
                <a:off x="9361075" y="4524703"/>
                <a:ext cx="21240" cy="97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7DC383F-B5C1-9077-5AE3-B60688ED054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52435" y="4516063"/>
                  <a:ext cx="38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C09805-5D82-5263-CB95-BEFBF4BDA701}"/>
                    </a:ext>
                  </a:extLst>
                </p14:cNvPr>
                <p14:cNvContentPartPr/>
                <p14:nvPr/>
              </p14:nvContentPartPr>
              <p14:xfrm>
                <a:off x="9378355" y="4430023"/>
                <a:ext cx="34560" cy="8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C09805-5D82-5263-CB95-BEFBF4BDA70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69355" y="4421383"/>
                  <a:ext cx="52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B6B589-D9AB-5015-2145-A8FD56F7B13A}"/>
                    </a:ext>
                  </a:extLst>
                </p14:cNvPr>
                <p14:cNvContentPartPr/>
                <p14:nvPr/>
              </p14:nvContentPartPr>
              <p14:xfrm>
                <a:off x="9497515" y="4422823"/>
                <a:ext cx="195840" cy="108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3B6B589-D9AB-5015-2145-A8FD56F7B13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88875" y="4414183"/>
                  <a:ext cx="213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9144ABB-C9F8-3795-1663-913C19668AF5}"/>
                    </a:ext>
                  </a:extLst>
                </p14:cNvPr>
                <p14:cNvContentPartPr/>
                <p14:nvPr/>
              </p14:nvContentPartPr>
              <p14:xfrm>
                <a:off x="8797675" y="5207983"/>
                <a:ext cx="846360" cy="138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9144ABB-C9F8-3795-1663-913C19668AF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88675" y="5199343"/>
                  <a:ext cx="864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EB749C-E58C-E20D-C814-C1851FA542B7}"/>
                    </a:ext>
                  </a:extLst>
                </p14:cNvPr>
                <p14:cNvContentPartPr/>
                <p14:nvPr/>
              </p14:nvContentPartPr>
              <p14:xfrm>
                <a:off x="8762395" y="5206903"/>
                <a:ext cx="172080" cy="129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EB749C-E58C-E20D-C814-C1851FA542B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753755" y="5197903"/>
                  <a:ext cx="189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02D883-6775-3DA7-5299-5338E8C08CCE}"/>
                    </a:ext>
                  </a:extLst>
                </p14:cNvPr>
                <p14:cNvContentPartPr/>
                <p14:nvPr/>
              </p14:nvContentPartPr>
              <p14:xfrm>
                <a:off x="8467195" y="5119063"/>
                <a:ext cx="1879920" cy="848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02D883-6775-3DA7-5299-5338E8C08CC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58555" y="5110423"/>
                  <a:ext cx="189756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DCACFF4-8AC3-4929-1330-3DB639C1E7A1}"/>
                    </a:ext>
                  </a:extLst>
                </p14:cNvPr>
                <p14:cNvContentPartPr/>
                <p14:nvPr/>
              </p14:nvContentPartPr>
              <p14:xfrm>
                <a:off x="8461435" y="5396263"/>
                <a:ext cx="224280" cy="82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DCACFF4-8AC3-4929-1330-3DB639C1E7A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52795" y="5387263"/>
                  <a:ext cx="241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F1225D-2AD7-A00E-D4B3-97CA14A6CFCD}"/>
                    </a:ext>
                  </a:extLst>
                </p14:cNvPr>
                <p14:cNvContentPartPr/>
                <p14:nvPr/>
              </p14:nvContentPartPr>
              <p14:xfrm>
                <a:off x="8062555" y="4906303"/>
                <a:ext cx="2667600" cy="1263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F1225D-2AD7-A00E-D4B3-97CA14A6CFC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053555" y="4897663"/>
                  <a:ext cx="2685240" cy="12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46177C3-65D1-6E07-2C09-BDDFBB8FEBD4}"/>
                    </a:ext>
                  </a:extLst>
                </p14:cNvPr>
                <p14:cNvContentPartPr/>
                <p14:nvPr/>
              </p14:nvContentPartPr>
              <p14:xfrm>
                <a:off x="8068675" y="5393383"/>
                <a:ext cx="186480" cy="197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46177C3-65D1-6E07-2C09-BDDFBB8FEBD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060035" y="5384743"/>
                  <a:ext cx="204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F010EB5-F50B-A258-94F0-F472A02B350D}"/>
                    </a:ext>
                  </a:extLst>
                </p14:cNvPr>
                <p14:cNvContentPartPr/>
                <p14:nvPr/>
              </p14:nvContentPartPr>
              <p14:xfrm>
                <a:off x="8683555" y="4114663"/>
                <a:ext cx="1559880" cy="569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F010EB5-F50B-A258-94F0-F472A02B350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674915" y="4105663"/>
                  <a:ext cx="157752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71A0BF7-30BE-1887-D97C-098DCA21B5B0}"/>
                    </a:ext>
                  </a:extLst>
                </p14:cNvPr>
                <p14:cNvContentPartPr/>
                <p14:nvPr/>
              </p14:nvContentPartPr>
              <p14:xfrm>
                <a:off x="8693275" y="4488343"/>
                <a:ext cx="113760" cy="178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71A0BF7-30BE-1887-D97C-098DCA21B5B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84275" y="4479703"/>
                  <a:ext cx="13140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097D9B6-D554-00B4-847D-4CFF89DE13C2}"/>
                  </a:ext>
                </a:extLst>
              </p14:cNvPr>
              <p14:cNvContentPartPr/>
              <p14:nvPr/>
            </p14:nvContentPartPr>
            <p14:xfrm>
              <a:off x="10349995" y="242143"/>
              <a:ext cx="501480" cy="1321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097D9B6-D554-00B4-847D-4CFF89DE13C2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340995" y="233503"/>
                <a:ext cx="5191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C06138C-8509-376D-8F5A-C6B84A9B28F2}"/>
                  </a:ext>
                </a:extLst>
              </p14:cNvPr>
              <p14:cNvContentPartPr/>
              <p14:nvPr/>
            </p14:nvContentPartPr>
            <p14:xfrm>
              <a:off x="41035" y="2721103"/>
              <a:ext cx="619200" cy="2602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C06138C-8509-376D-8F5A-C6B84A9B28F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2035" y="2712463"/>
                <a:ext cx="636840" cy="27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454206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מכונת מכירת משקאות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551" y="7467600"/>
                <a:ext cx="8686800" cy="3733800"/>
              </a:xfrm>
              <a:solidFill>
                <a:srgbClr val="0020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>
                <a:noAutofit/>
              </a:bodyPr>
              <a:lstStyle/>
              <a:p>
                <a:pPr marL="1716088" indent="-1716088" algn="l" rtl="0">
                  <a:buNone/>
                  <a:tabLst>
                    <a:tab pos="517525" algn="l"/>
                    <a:tab pos="1971675" algn="l"/>
                    <a:tab pos="2112963" algn="l"/>
                  </a:tabLst>
                </a:pPr>
                <a:r>
                  <a:rPr lang="en-US" sz="2800" b="1">
                    <a:solidFill>
                      <a:srgbClr val="FFFF00"/>
                    </a:solidFill>
                    <a:latin typeface="Franklin Gothic Book"/>
                  </a:rPr>
                  <a:t>do 	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::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true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	skip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; /* Coin Insertion */</a:t>
                </a:r>
              </a:p>
              <a:p>
                <a:pPr marL="1716088" indent="-1716088" algn="l" rtl="0">
                  <a:buNone/>
                  <a:tabLst>
                    <a:tab pos="517525" algn="l"/>
                    <a:tab pos="1971675" algn="l"/>
                    <a:tab pos="2112963" algn="l"/>
                  </a:tabLst>
                </a:pP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			</a:t>
                </a:r>
                <a:r>
                  <a:rPr lang="en-US" sz="2800" b="1">
                    <a:solidFill>
                      <a:srgbClr val="FFFF00"/>
                    </a:solidFill>
                    <a:latin typeface="Franklin Gothic Book"/>
                  </a:rPr>
                  <a:t>if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::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nsprite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&gt;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0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nsprite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:=</a:t>
                </a:r>
                <a:r>
                  <a:rPr lang="he-IL" sz="2800">
                    <a:solidFill>
                      <a:srgbClr val="FFFF00"/>
                    </a:solidFill>
                    <a:latin typeface="cmr10"/>
                  </a:rPr>
                  <a:t>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nsprite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- 1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  </a:t>
                </a:r>
              </a:p>
              <a:p>
                <a:pPr marL="1716088" indent="-1716088" algn="l" rtl="0">
                  <a:buNone/>
                  <a:tabLst>
                    <a:tab pos="517525" algn="l"/>
                    <a:tab pos="1971675" algn="l"/>
                    <a:tab pos="2112963" algn="l"/>
                  </a:tabLst>
                </a:pPr>
                <a:r>
                  <a:rPr lang="en-US" sz="2800" b="1">
                    <a:solidFill>
                      <a:srgbClr val="FFFF00"/>
                    </a:solidFill>
                    <a:latin typeface="Franklin Gothic Book"/>
                  </a:rPr>
                  <a:t>				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::</a:t>
                </a:r>
                <a:r>
                  <a:rPr lang="en-US" sz="2800" b="1">
                    <a:solidFill>
                      <a:srgbClr val="FFFF00"/>
                    </a:solidFill>
                    <a:latin typeface="cmr10"/>
                  </a:rPr>
                  <a:t>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nbeer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&gt;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0 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nbeer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:=</a:t>
                </a:r>
                <a:r>
                  <a:rPr lang="he-IL" sz="2800">
                    <a:solidFill>
                      <a:srgbClr val="FFFF00"/>
                    </a:solidFill>
                    <a:latin typeface="cmr10"/>
                  </a:rPr>
                  <a:t>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nbeer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- 1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  </a:t>
                </a:r>
              </a:p>
              <a:p>
                <a:pPr marL="1716088" indent="-1716088" algn="l" rtl="0">
                  <a:buNone/>
                  <a:tabLst>
                    <a:tab pos="517525" algn="l"/>
                    <a:tab pos="1971675" algn="l"/>
                    <a:tab pos="2112963" algn="l"/>
                  </a:tabLst>
                </a:pP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				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::</a:t>
                </a:r>
                <a:r>
                  <a:rPr lang="en-US" sz="2800" b="1">
                    <a:solidFill>
                      <a:srgbClr val="FFFF00"/>
                    </a:solidFill>
                    <a:latin typeface="cmr10"/>
                  </a:rPr>
                  <a:t>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nbeer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=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nsprite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= 0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skip</a:t>
                </a:r>
              </a:p>
              <a:p>
                <a:pPr marL="0" indent="0" algn="l" rtl="0">
                  <a:buNone/>
                  <a:tabLst>
                    <a:tab pos="517525" algn="l"/>
                    <a:tab pos="1971675" algn="l"/>
                    <a:tab pos="2112963" algn="l"/>
                  </a:tabLst>
                </a:pPr>
                <a:r>
                  <a:rPr lang="en-US" sz="2800" b="1">
                    <a:solidFill>
                      <a:srgbClr val="FFFF00"/>
                    </a:solidFill>
                    <a:latin typeface="Franklin Gothic Book"/>
                  </a:rPr>
                  <a:t>		</a:t>
                </a:r>
                <a:r>
                  <a:rPr lang="en-US" sz="2800" b="1" err="1">
                    <a:solidFill>
                      <a:srgbClr val="FFFF00"/>
                    </a:solidFill>
                    <a:latin typeface="Franklin Gothic Book"/>
                  </a:rPr>
                  <a:t>fi</a:t>
                </a:r>
                <a:endParaRPr lang="en-US" sz="2800" b="1">
                  <a:solidFill>
                    <a:srgbClr val="FFFF00"/>
                  </a:solidFill>
                  <a:latin typeface="Franklin Gothic Book"/>
                </a:endParaRPr>
              </a:p>
              <a:p>
                <a:pPr marL="1716088" indent="-1716088" algn="l" rtl="0">
                  <a:buNone/>
                  <a:tabLst>
                    <a:tab pos="517525" algn="l"/>
                    <a:tab pos="1971675" algn="l"/>
                    <a:tab pos="2112963" algn="l"/>
                  </a:tabLst>
                </a:pP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	::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true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atomic {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nbeer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:= max;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  </a:t>
                </a:r>
                <a:r>
                  <a:rPr lang="en-US" sz="2800" err="1">
                    <a:solidFill>
                      <a:srgbClr val="FFFF00"/>
                    </a:solidFill>
                    <a:latin typeface="cmmi10"/>
                  </a:rPr>
                  <a:t>nsprite</a:t>
                </a:r>
                <a:r>
                  <a:rPr lang="en-US" sz="2800">
                    <a:solidFill>
                      <a:srgbClr val="FFFF00"/>
                    </a:solidFill>
                    <a:latin typeface="cmmi10"/>
                  </a:rPr>
                  <a:t> </a:t>
                </a:r>
                <a:r>
                  <a:rPr lang="en-US" sz="2800">
                    <a:solidFill>
                      <a:srgbClr val="FFFF00"/>
                    </a:solidFill>
                    <a:latin typeface="cmr10"/>
                  </a:rPr>
                  <a:t>:= max</a:t>
                </a:r>
                <a:r>
                  <a:rPr lang="en-US" sz="2800">
                    <a:solidFill>
                      <a:srgbClr val="FFFF00"/>
                    </a:solidFill>
                    <a:latin typeface="Franklin Gothic Book"/>
                  </a:rPr>
                  <a:t> }</a:t>
                </a:r>
              </a:p>
              <a:p>
                <a:pPr marL="1716088" indent="-1716088" algn="l" rtl="0">
                  <a:buNone/>
                  <a:tabLst>
                    <a:tab pos="517525" algn="l"/>
                    <a:tab pos="1971675" algn="l"/>
                    <a:tab pos="2112963" algn="l"/>
                  </a:tabLst>
                </a:pPr>
                <a:r>
                  <a:rPr lang="en-US" sz="2800" b="1" err="1">
                    <a:solidFill>
                      <a:srgbClr val="FFFF00"/>
                    </a:solidFill>
                    <a:latin typeface="Franklin Gothic Book"/>
                  </a:rPr>
                  <a:t>od</a:t>
                </a:r>
                <a:endParaRPr lang="en-US" sz="2800" b="1">
                  <a:solidFill>
                    <a:srgbClr val="FFFF00"/>
                  </a:solidFill>
                  <a:latin typeface="Franklin Gothic Book"/>
                </a:endParaRPr>
              </a:p>
            </p:txBody>
          </p:sp>
        </mc:Choice>
        <mc:Fallback xmlns="">
          <p:sp>
            <p:nvSpPr>
              <p:cNvPr id="6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551" y="7467600"/>
                <a:ext cx="8686800" cy="3733800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16859" y="1524000"/>
            <a:ext cx="8382000" cy="41242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defTabSz="449263" rtl="0">
              <a:spcBef>
                <a:spcPts val="1200"/>
              </a:spcBef>
            </a:pP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 defTabSz="449263" rtl="0">
              <a:spcBef>
                <a:spcPts val="1200"/>
              </a:spcBef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	:: </a:t>
            </a: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24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>
                <a:solidFill>
                  <a:srgbClr val="3F7F5F"/>
                </a:solidFill>
                <a:latin typeface="Consolas" panose="020B0609020204030204" pitchFamily="49" charset="0"/>
              </a:rPr>
              <a:t>/* Coin Insertion */</a:t>
            </a:r>
          </a:p>
          <a:p>
            <a:pPr lvl="4" algn="l" defTabSz="449263" rtl="0">
              <a:spcBef>
                <a:spcPts val="1200"/>
              </a:spcBef>
            </a:pPr>
            <a:r>
              <a:rPr lang="en-US" sz="240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-&gt; ns:=ns-1   </a:t>
            </a:r>
          </a:p>
          <a:p>
            <a:pPr lvl="6" algn="l" defTabSz="449263" rtl="0">
              <a:spcBef>
                <a:spcPts val="1200"/>
              </a:spcBef>
            </a:pPr>
            <a:r>
              <a:rPr lang="nl-NL" sz="24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2400">
                <a:solidFill>
                  <a:srgbClr val="000000"/>
                </a:solidFill>
                <a:latin typeface="Consolas" panose="020B0609020204030204" pitchFamily="49" charset="0"/>
              </a:rPr>
              <a:t> &gt; 0         	-&gt; nc:=nc-1   </a:t>
            </a:r>
          </a:p>
          <a:p>
            <a:pPr lvl="6" algn="l" defTabSz="449263" rtl="0">
              <a:spcBef>
                <a:spcPts val="1200"/>
              </a:spcBef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24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0 &amp;&amp; ns==0 	-&gt; </a:t>
            </a: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1828800" lvl="6" algn="l" defTabSz="449263" rtl="0">
              <a:spcBef>
                <a:spcPts val="1200"/>
              </a:spcBef>
            </a:pP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2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49263" rtl="0">
              <a:spcBef>
                <a:spcPts val="1200"/>
              </a:spcBef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  :: </a:t>
            </a: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atomic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24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:=10; ns:=10}</a:t>
            </a:r>
            <a:endParaRPr lang="he-IL" sz="2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49263" rtl="0">
              <a:spcBef>
                <a:spcPts val="1200"/>
              </a:spcBef>
            </a:pPr>
            <a:r>
              <a:rPr lang="en-US" sz="2400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04800" y="2566392"/>
            <a:ext cx="2819400" cy="2058740"/>
            <a:chOff x="304800" y="2566392"/>
            <a:chExt cx="2819400" cy="2058740"/>
          </a:xfrm>
        </p:grpSpPr>
        <p:sp>
          <p:nvSpPr>
            <p:cNvPr id="7" name="TextBox 6"/>
            <p:cNvSpPr txBox="1"/>
            <p:nvPr/>
          </p:nvSpPr>
          <p:spPr>
            <a:xfrm>
              <a:off x="304800" y="3262937"/>
              <a:ext cx="1524000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בחירות לא דטרמיניסטיות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1371600" y="2566392"/>
              <a:ext cx="76200" cy="685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1371600" y="3909268"/>
              <a:ext cx="152400" cy="7158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3"/>
            </p:cNvCxnSpPr>
            <p:nvPr/>
          </p:nvCxnSpPr>
          <p:spPr>
            <a:xfrm flipV="1">
              <a:off x="1828800" y="2971800"/>
              <a:ext cx="1295400" cy="614303"/>
            </a:xfrm>
            <a:prstGeom prst="straightConnector1">
              <a:avLst/>
            </a:prstGeom>
            <a:ln>
              <a:solidFill>
                <a:srgbClr val="151A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1828800" y="3352800"/>
              <a:ext cx="1295400" cy="228600"/>
            </a:xfrm>
            <a:prstGeom prst="straightConnector1">
              <a:avLst/>
            </a:prstGeom>
            <a:ln>
              <a:solidFill>
                <a:srgbClr val="151A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1828800" y="3586103"/>
              <a:ext cx="1295400" cy="243632"/>
            </a:xfrm>
            <a:prstGeom prst="straightConnector1">
              <a:avLst/>
            </a:prstGeom>
            <a:ln>
              <a:solidFill>
                <a:srgbClr val="151A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rrow: Right 7">
            <a:extLst>
              <a:ext uri="{FF2B5EF4-FFF2-40B4-BE49-F238E27FC236}">
                <a16:creationId xmlns:a16="http://schemas.microsoft.com/office/drawing/2014/main" id="{C648F1D4-55C4-C834-BCFB-EDA8922BFA4E}"/>
              </a:ext>
            </a:extLst>
          </p:cNvPr>
          <p:cNvSpPr/>
          <p:nvPr/>
        </p:nvSpPr>
        <p:spPr>
          <a:xfrm>
            <a:off x="0" y="1545990"/>
            <a:ext cx="457200" cy="457200"/>
          </a:xfrm>
          <a:prstGeom prst="rightArrow">
            <a:avLst/>
          </a:prstGeom>
          <a:solidFill>
            <a:srgbClr val="FFC000">
              <a:alpha val="23137"/>
            </a:srgb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1</a:t>
            </a:r>
            <a:endParaRPr lang="LID4096">
              <a:solidFill>
                <a:sysClr val="windowText" lastClr="000000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CB9A7D6-3592-DC0F-0136-E088281A9975}"/>
              </a:ext>
            </a:extLst>
          </p:cNvPr>
          <p:cNvSpPr/>
          <p:nvPr/>
        </p:nvSpPr>
        <p:spPr>
          <a:xfrm>
            <a:off x="2279863" y="2567935"/>
            <a:ext cx="457200" cy="466389"/>
          </a:xfrm>
          <a:prstGeom prst="rightArrow">
            <a:avLst/>
          </a:prstGeom>
          <a:solidFill>
            <a:srgbClr val="FFC000">
              <a:alpha val="23137"/>
            </a:srgb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2</a:t>
            </a:r>
            <a:endParaRPr lang="LID4096">
              <a:solidFill>
                <a:sysClr val="windowText" lastClr="000000"/>
              </a:solidFill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77D16102-138B-303E-1F6A-C7DD3FC03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267266"/>
            <a:ext cx="2705100" cy="13620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955498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האלגוריתם של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פטרסון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71804" y="2286000"/>
                <a:ext cx="7938796" cy="3657600"/>
              </a:xfr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>
                <a:noAutofit/>
              </a:bodyPr>
              <a:lstStyle/>
              <a:p>
                <a:pPr marL="0" indent="0"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do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:: </a:t>
                </a: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-&gt; 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solidFill>
                      <a:srgbClr val="3F7F5F"/>
                    </a:solidFill>
                    <a:latin typeface="Consolas" panose="020B0609020204030204" pitchFamily="49" charset="0"/>
                  </a:rPr>
                  <a:t>	/* Noncritical Section */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	atomic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{ b1:=</a:t>
                </a: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x:=2 };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	if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::(x==1)</a:t>
                </a:r>
                <a:r>
                  <a:rPr lang="he-IL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he-IL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¬b2 -&gt; crit1:=</a:t>
                </a: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fi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solidFill>
                      <a:srgbClr val="3F7F5F"/>
                    </a:solidFill>
                    <a:latin typeface="Consolas" panose="020B0609020204030204" pitchFamily="49" charset="0"/>
                  </a:rPr>
                  <a:t>	/* Critical Section */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	</a:t>
                </a: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atomic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{ crit1:=</a:t>
                </a: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false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b1:=</a:t>
                </a: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false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}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od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71804" y="2286000"/>
                <a:ext cx="7938796" cy="3657600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67400" y="1371600"/>
                <a:ext cx="30541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קוד עבור תהליך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:</a:t>
                </a:r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371600"/>
                <a:ext cx="3054106" cy="523220"/>
              </a:xfrm>
              <a:prstGeom prst="rect">
                <a:avLst/>
              </a:prstGeom>
              <a:blipFill>
                <a:blip r:embed="rId3"/>
                <a:stretch>
                  <a:fillRect l="-3393" t="-12791" r="-3992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419600" y="2457271"/>
            <a:ext cx="4294632" cy="1505129"/>
            <a:chOff x="4419600" y="2457271"/>
            <a:chExt cx="4294632" cy="1505129"/>
          </a:xfrm>
        </p:grpSpPr>
        <p:sp>
          <p:nvSpPr>
            <p:cNvPr id="8" name="TextBox 7"/>
            <p:cNvSpPr txBox="1"/>
            <p:nvPr/>
          </p:nvSpPr>
          <p:spPr>
            <a:xfrm>
              <a:off x="7190232" y="2457271"/>
              <a:ext cx="1524000" cy="1200329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if</a:t>
              </a:r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 "נתקע" אם אף אחד מהתנאים לא מתקיים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0" name="Straight Arrow Connector 9"/>
            <p:cNvCxnSpPr>
              <a:stCxn id="8" idx="1"/>
            </p:cNvCxnSpPr>
            <p:nvPr/>
          </p:nvCxnSpPr>
          <p:spPr>
            <a:xfrm flipH="1">
              <a:off x="4419600" y="3057436"/>
              <a:ext cx="2770632" cy="9049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143000" y="5688449"/>
            <a:ext cx="7519416" cy="646331"/>
            <a:chOff x="1143000" y="5688449"/>
            <a:chExt cx="7519416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3328416" y="5688449"/>
              <a:ext cx="5334000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do</a:t>
              </a:r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 ממשיך הלאה אם אף אחד מהתנאים לא מתקיים וחוזר להתחלה לאחר ביצוע צעד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flipH="1" flipV="1">
              <a:off x="1143000" y="5688449"/>
              <a:ext cx="2185416" cy="3231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098660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משמעות אינטואיטיבית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447800"/>
                <a:ext cx="8915400" cy="50292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Bef>
                    <a:spcPts val="24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לפני שניתן סמנטיקה פורמאלית, </a:t>
                </a:r>
                <a:r>
                  <a:rPr lang="he-IL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נסביר את הפקודות באופן אינטואיטיבי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spcBef>
                    <a:spcPts val="24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𝑠𝑘𝑖𝑝</m:t>
                    </m:r>
                    <m:r>
                      <a:rPr lang="he-IL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צעד של </a:t>
                </a:r>
                <a:r>
                  <a:rPr lang="he-IL" err="1">
                    <a:latin typeface="Gisha" panose="020B0502040204020203" pitchFamily="34" charset="-79"/>
                    <a:cs typeface="Gisha" panose="020B0502040204020203" pitchFamily="34" charset="-79"/>
                  </a:rPr>
                  <a:t>תוכנית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שאינו משפיע על המשתנים וגם לא על התורים</a:t>
                </a:r>
              </a:p>
              <a:p>
                <a:pPr lvl="1"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המשמעות של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פקודות השמה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היא ברורה</a:t>
                </a:r>
              </a:p>
              <a:p>
                <a:pPr lvl="1"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הסימון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𝑠𝑡𝑚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;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𝑠𝑡𝑚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מבטא הרכבה סדרתית, כלומר, שהפקודה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𝑠𝑡𝑚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מתבצעת קודם ואחריה מתבצעת הפקודה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𝑠𝑡𝑚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 lvl="1"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הרעיון של פקודות אטומיות ממומש באמצעות הסימון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𝑎𝑡𝑜𝑚𝑖𝑐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𝑠𝑡𝑚𝑡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שאומר שהביצוע של הפקודה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𝑠𝑡𝑚𝑡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הוא בצעד אחד בלי שזירה.</a:t>
                </a:r>
              </a:p>
              <a:p>
                <a:pPr lvl="1"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פקודות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𝑖𝑓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𝑑𝑜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מתוארות בשקפים הבאים...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447800"/>
                <a:ext cx="8915400" cy="5029200"/>
              </a:xfrm>
              <a:blipFill>
                <a:blip r:embed="rId2"/>
                <a:stretch>
                  <a:fillRect l="-547" t="-1091" r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25022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52600" y="1219200"/>
            <a:ext cx="571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פקודות תנאי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295400"/>
                <a:ext cx="86106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pPr algn="ctr" rtl="0">
                  <a:buNone/>
                </a:pPr>
                <a:r>
                  <a:rPr lang="en-US" sz="2000" b="1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20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he-IL" sz="2000">
                    <a:solidFill>
                      <a:srgbClr val="2E41FA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→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</a:rPr>
                      <m:t>𝑠𝑡𝑚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  <a:sym typeface="MT Extra"/>
                      </a:rPr>
                      <m:t>⋯</m:t>
                    </m:r>
                  </m:oMath>
                </a14:m>
                <a:r>
                  <a:rPr lang="en-US" sz="20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  <a:sym typeface="MT Extra"/>
                  </a:rPr>
                  <a:t> </a:t>
                </a:r>
                <a:r>
                  <a:rPr lang="en-US" sz="20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→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</a:rPr>
                      <m:t>𝑠𝑡𝑚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000" b="1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fi</a:t>
                </a:r>
                <a:endParaRPr lang="he-IL" sz="2000" b="1">
                  <a:solidFill>
                    <a:srgbClr val="2E41FA"/>
                  </a:solidFill>
                  <a:latin typeface="Consolas" panose="020B0609020204030204" pitchFamily="49" charset="0"/>
                </a:endParaRPr>
              </a:p>
              <a:p>
                <a:pPr algn="ctr" rtl="0">
                  <a:buNone/>
                </a:pPr>
                <a:endParaRPr lang="he-IL" sz="2000">
                  <a:latin typeface="Franklin Gothic Book"/>
                </a:endParaRP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בחירה </a:t>
                </a:r>
                <a:r>
                  <a:rPr lang="he-IL" sz="20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 דטרמיניסטית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בין פקודות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𝑠𝑡𝑚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שהתנאים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שלהן מתקיימים</a:t>
                </a:r>
              </a:p>
              <a:p>
                <a:endParaRPr lang="he-IL" sz="20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test-and-set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:בדיקת התנאי + בחירת הפקודה + ביצוע הצעד הראשון של הפקודה מתבצעים באופן אטומי.</a:t>
                </a:r>
              </a:p>
              <a:p>
                <a:pPr lvl="1"/>
                <a:endParaRPr lang="he-IL" sz="2000"/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פקודת </a:t>
                </a:r>
                <a:r>
                  <a:rPr lang="en-US" sz="2000">
                    <a:latin typeface="Consolas" panose="020B0609020204030204" pitchFamily="49" charset="0"/>
                    <a:cs typeface="Consolas" panose="020B0609020204030204" pitchFamily="49" charset="0"/>
                  </a:rPr>
                  <a:t>if-</a:t>
                </a:r>
                <a:r>
                  <a:rPr lang="en-US" sz="20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fi</a:t>
                </a:r>
                <a:r>
                  <a:rPr lang="he-IL" sz="2000">
                    <a:latin typeface="Franklin Gothic Book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נתקעת אם אף אחד מהתנאים אינו מתקיים</a:t>
                </a:r>
              </a:p>
              <a:p>
                <a:pPr lvl="1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תהליכים מקבילים יכולים לשחרר את החסימה ע"י שינוי משתנים משותפים</a:t>
                </a:r>
              </a:p>
              <a:p>
                <a:pPr lvl="1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למשל: כאשר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, הפקודה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cmr10"/>
                  </a:rPr>
                  <a:t> </a:t>
                </a:r>
                <a:r>
                  <a:rPr lang="en-US" sz="2000" b="1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if</a:t>
                </a:r>
                <a:r>
                  <a:rPr lang="en-US" sz="2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0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∷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𝑦</m:t>
                    </m:r>
                  </m:oMath>
                </a14:m>
                <a:r>
                  <a:rPr lang="en-US" sz="2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&gt;0 -&gt;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 </m:t>
                    </m:r>
                  </m:oMath>
                </a14:m>
                <a:r>
                  <a:rPr lang="en-US" sz="2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:= 39 </a:t>
                </a:r>
                <a:r>
                  <a:rPr lang="en-US" sz="2000" b="1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fi</a:t>
                </a:r>
                <a:r>
                  <a:rPr lang="he-IL" sz="2000">
                    <a:solidFill>
                      <a:srgbClr val="151AE1"/>
                    </a:solidFill>
                    <a:latin typeface="Consolas" panose="020B0609020204030204" pitchFamily="49" charset="0"/>
                  </a:rPr>
                  <a:t> </a:t>
                </a:r>
                <a:br>
                  <a:rPr lang="he-IL" sz="2000">
                    <a:solidFill>
                      <a:srgbClr val="151AE1"/>
                    </a:solidFill>
                    <a:latin typeface="Consolas" panose="020B0609020204030204" pitchFamily="49" charset="0"/>
                  </a:rPr>
                </a:b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ממתינה ש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יהיה גדול מאפס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en-US" sz="2000">
                  <a:latin typeface="cmmi10"/>
                </a:endParaRPr>
              </a:p>
              <a:p>
                <a:r>
                  <a:rPr lang="he-IL" sz="2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הכללה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של שפות תכנות רגילות</a:t>
                </a:r>
                <a:r>
                  <a:rPr lang="he-IL"/>
                  <a:t>:</a:t>
                </a:r>
              </a:p>
              <a:p>
                <a:pPr lvl="1"/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if g then stmt</a:t>
                </a:r>
                <a:r>
                  <a:rPr lang="en-US" sz="1900" baseline="-25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else stmt</a:t>
                </a:r>
                <a:r>
                  <a:rPr lang="en-US" sz="1900" baseline="-25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fi</a:t>
                </a:r>
                <a:r>
                  <a:rPr lang="he-IL" sz="2000">
                    <a:solidFill>
                      <a:srgbClr val="151AE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שקול ל- 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if </a:t>
                </a:r>
                <a:r>
                  <a:rPr lang="en-US" sz="1800">
                    <a:solidFill>
                      <a:srgbClr val="2E41F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∷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stmt</a:t>
                </a:r>
                <a:r>
                  <a:rPr lang="en-US" sz="1900" baseline="-25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∷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¬</m:t>
                    </m:r>
                  </m:oMath>
                </a14:m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stmt</a:t>
                </a:r>
                <a:r>
                  <a:rPr lang="en-US" sz="1900" baseline="-25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fi</a:t>
                </a:r>
              </a:p>
              <a:p>
                <a:pPr lvl="1"/>
                <a:r>
                  <a:rPr lang="en-US" sz="2000">
                    <a:latin typeface="Franklin Gothic Book"/>
                  </a:rPr>
                  <a:t> 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if g then stmt</a:t>
                </a:r>
                <a:r>
                  <a:rPr lang="en-US" sz="1900" baseline="-25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900" err="1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fi</a:t>
                </a:r>
                <a:r>
                  <a:rPr lang="he-IL" sz="1900">
                    <a:solidFill>
                      <a:srgbClr val="151AE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שקול ל-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∷</m:t>
                    </m:r>
                    <m:r>
                      <a:rPr lang="en-US" sz="19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𝑔</m:t>
                    </m:r>
                    <m:r>
                      <a:rPr lang="en-US" sz="19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→</m:t>
                    </m:r>
                  </m:oMath>
                </a14:m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stmt</a:t>
                </a:r>
                <a:r>
                  <a:rPr lang="en-US" sz="1900" baseline="-250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∷¬</m:t>
                    </m:r>
                    <m:r>
                      <a:rPr lang="en-US" sz="19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𝑔</m:t>
                    </m:r>
                    <m:r>
                      <a:rPr lang="en-US" sz="19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→ </m:t>
                    </m:r>
                  </m:oMath>
                </a14:m>
                <a:r>
                  <a:rPr lang="en-US" sz="19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skip fi</a:t>
                </a:r>
              </a:p>
              <a:p>
                <a:endParaRPr lang="he-IL" sz="2200">
                  <a:latin typeface="cmmi10"/>
                </a:endParaRPr>
              </a:p>
              <a:p>
                <a:pPr lvl="1"/>
                <a:endParaRPr lang="en-US" sz="200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295400"/>
                <a:ext cx="8610600" cy="5257800"/>
              </a:xfrm>
              <a:blipFill>
                <a:blip r:embed="rId2"/>
                <a:stretch>
                  <a:fillRect t="-348" r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310191"/>
      </p:ext>
    </p:extLst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הדגמת הסמנטיקה של פקודות תנאי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13</a:t>
            </a:fld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1752600" y="1216967"/>
            <a:ext cx="2264664" cy="12003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</a:p>
          <a:p>
            <a:pPr algn="l" rtl="0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 :: x&gt;3 -&gt; y:=1</a:t>
            </a:r>
          </a:p>
          <a:p>
            <a:pPr algn="l" rtl="0"/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 :: x&gt;2 -&gt; y:=2 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0" y="1216966"/>
            <a:ext cx="2399522" cy="12003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</a:p>
          <a:p>
            <a:pPr algn="l" rtl="0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 :: true -&gt; x:=3</a:t>
            </a:r>
          </a:p>
          <a:p>
            <a:pPr algn="l" rtl="0"/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 :: true -&gt;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:=4 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" y="4145794"/>
                <a:ext cx="22098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45794"/>
                <a:ext cx="22098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817503" y="3086554"/>
                <a:ext cx="22098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503" y="3086554"/>
                <a:ext cx="22098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180481" y="4145794"/>
                <a:ext cx="22098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481" y="4145794"/>
                <a:ext cx="2209800" cy="685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endCxn id="9" idx="0"/>
          </p:cNvCxnSpPr>
          <p:nvPr/>
        </p:nvCxnSpPr>
        <p:spPr>
          <a:xfrm>
            <a:off x="3922403" y="2819400"/>
            <a:ext cx="0" cy="26715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667000" y="3772354"/>
            <a:ext cx="150503" cy="3734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027304" y="3772354"/>
            <a:ext cx="150502" cy="3734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57200" y="5417427"/>
                <a:ext cx="22098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17427"/>
                <a:ext cx="2209800" cy="685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833638" y="5457796"/>
                <a:ext cx="22098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638" y="5457796"/>
                <a:ext cx="2209800" cy="685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494153" y="5456049"/>
                <a:ext cx="22098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53" y="5456049"/>
                <a:ext cx="2209800" cy="685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endCxn id="21" idx="0"/>
          </p:cNvCxnSpPr>
          <p:nvPr/>
        </p:nvCxnSpPr>
        <p:spPr>
          <a:xfrm flipH="1">
            <a:off x="4938538" y="4829676"/>
            <a:ext cx="239268" cy="62812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22" idx="0"/>
          </p:cNvCxnSpPr>
          <p:nvPr/>
        </p:nvCxnSpPr>
        <p:spPr>
          <a:xfrm>
            <a:off x="7390281" y="4836367"/>
            <a:ext cx="208772" cy="61968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8" idx="2"/>
            <a:endCxn id="20" idx="0"/>
          </p:cNvCxnSpPr>
          <p:nvPr/>
        </p:nvCxnSpPr>
        <p:spPr>
          <a:xfrm>
            <a:off x="1562100" y="4831594"/>
            <a:ext cx="0" cy="58583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ight Arrow 42"/>
              <p:cNvSpPr/>
              <p:nvPr/>
            </p:nvSpPr>
            <p:spPr>
              <a:xfrm>
                <a:off x="1143000" y="1096229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3" name="Right Arrow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096229"/>
                <a:ext cx="609600" cy="580171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ight Arrow 43"/>
              <p:cNvSpPr/>
              <p:nvPr/>
            </p:nvSpPr>
            <p:spPr>
              <a:xfrm>
                <a:off x="1123188" y="2077754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ight Arrow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88" y="2077754"/>
                <a:ext cx="609600" cy="580171"/>
              </a:xfrm>
              <a:prstGeom prst="rightArrow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ight Arrow 44"/>
              <p:cNvSpPr/>
              <p:nvPr/>
            </p:nvSpPr>
            <p:spPr>
              <a:xfrm>
                <a:off x="4724400" y="1096229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" name="Right Arrow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096229"/>
                <a:ext cx="609600" cy="580171"/>
              </a:xfrm>
              <a:prstGeom prst="rightArrow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ight Arrow 45"/>
              <p:cNvSpPr/>
              <p:nvPr/>
            </p:nvSpPr>
            <p:spPr>
              <a:xfrm>
                <a:off x="4745736" y="2073682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Right Arrow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36" y="2073682"/>
                <a:ext cx="609600" cy="580171"/>
              </a:xfrm>
              <a:prstGeom prst="rightArrow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62447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295400" y="1600200"/>
            <a:ext cx="648195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פקודות לולאה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676400"/>
                <a:ext cx="8153400" cy="4572000"/>
              </a:xfrm>
            </p:spPr>
            <p:txBody>
              <a:bodyPr>
                <a:normAutofit lnSpcReduction="10000"/>
              </a:bodyPr>
              <a:lstStyle/>
              <a:p>
                <a:pPr algn="ctr" rtl="0">
                  <a:buNone/>
                </a:pPr>
                <a:r>
                  <a:rPr lang="en-US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do </a:t>
                </a:r>
                <a14:m>
                  <m:oMath xmlns:m="http://schemas.openxmlformats.org/officeDocument/2006/math">
                    <m:r>
                      <a:rPr lang="en-US" b="0" dirty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∷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𝑔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→</m:t>
                    </m:r>
                    <m:r>
                      <a:rPr lang="en-US" b="0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𝑠𝑡𝑚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aseline="-250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⋯∷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𝑔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sub>
                    </m:sSub>
                    <m:r>
                      <a:rPr lang="en-US" b="0" i="1" dirty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→</m:t>
                    </m:r>
                    <m:r>
                      <a:rPr lang="en-US" b="0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𝑠𝑡𝑚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err="1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od</a:t>
                </a:r>
                <a:endParaRPr lang="he-IL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buNone/>
                </a:pPr>
                <a:endParaRPr lang="he-IL" b="1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ביצוע חוזר של כל הפקודות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𝑠𝑡𝑚𝑡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שתנאיהן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מתקיימים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אין תקיעה כשכל התנאים מוּפָרִים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 הלולאה מסתיימת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וממשיכים בביצוע התכנית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הכללה של שפות תכנות רגילות:</a:t>
                </a:r>
              </a:p>
              <a:p>
                <a:pPr lvl="1"/>
                <a:r>
                  <a:rPr lang="en-US">
                    <a:solidFill>
                      <a:srgbClr val="151AE1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do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𝑠𝑡𝑚𝑡</m:t>
                    </m:r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rgbClr val="151AE1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od</a:t>
                </a:r>
                <a:r>
                  <a:rPr lang="he-IL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שקול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ל- </a:t>
                </a:r>
                <a:r>
                  <a:rPr lang="en-US">
                    <a:solidFill>
                      <a:srgbClr val="151AE1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while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>
                    <a:solidFill>
                      <a:srgbClr val="151AE1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 do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𝑠𝑡𝑚𝑡</m:t>
                    </m:r>
                  </m:oMath>
                </a14:m>
                <a:r>
                  <a:rPr lang="en-US">
                    <a:solidFill>
                      <a:srgbClr val="151AE1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 </a:t>
                </a:r>
                <a:r>
                  <a:rPr lang="en-US" err="1">
                    <a:solidFill>
                      <a:srgbClr val="151AE1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od</a:t>
                </a:r>
                <a:endParaRPr lang="he-IL">
                  <a:solidFill>
                    <a:srgbClr val="151AE1"/>
                  </a:solidFill>
                  <a:latin typeface="Consolas" panose="020B0609020204030204" pitchFamily="49" charset="0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אין פקודת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break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ליציאה מלולאות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676400"/>
                <a:ext cx="8153400" cy="4572000"/>
              </a:xfrm>
              <a:blipFill>
                <a:blip r:embed="rId2"/>
                <a:stretch>
                  <a:fillRect t="-2133" r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398841"/>
      </p:ext>
    </p:extLst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Elbow Connector 33"/>
          <p:cNvCxnSpPr/>
          <p:nvPr/>
        </p:nvCxnSpPr>
        <p:spPr>
          <a:xfrm flipH="1" flipV="1">
            <a:off x="4490385" y="3139964"/>
            <a:ext cx="762000" cy="342900"/>
          </a:xfrm>
          <a:prstGeom prst="bentConnector4">
            <a:avLst>
              <a:gd name="adj1" fmla="val -140400"/>
              <a:gd name="adj2" fmla="val 209334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הדגמת הסמנטיקה של פקודות לולאה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1216967"/>
            <a:ext cx="2264664" cy="92333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</a:p>
          <a:p>
            <a:pPr algn="l" rtl="0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 ::</a:t>
            </a:r>
            <a:r>
              <a:rPr lang="he-I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x&lt;3 -&gt; skip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0" y="1216966"/>
            <a:ext cx="2399522" cy="12003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</a:p>
          <a:p>
            <a:pPr algn="l" rtl="0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 :: true -&gt; x:=3</a:t>
            </a:r>
          </a:p>
          <a:p>
            <a:pPr algn="l" rtl="0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 :: true -&gt; x:=0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80785" y="3161618"/>
                <a:ext cx="15240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785" y="3161618"/>
                <a:ext cx="15240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3360085" y="3333068"/>
            <a:ext cx="53340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ight Arrow 42"/>
              <p:cNvSpPr/>
              <p:nvPr/>
            </p:nvSpPr>
            <p:spPr>
              <a:xfrm>
                <a:off x="1143000" y="1096229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3" name="Right Arrow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096229"/>
                <a:ext cx="609600" cy="580171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ight Arrow 43"/>
              <p:cNvSpPr/>
              <p:nvPr/>
            </p:nvSpPr>
            <p:spPr>
              <a:xfrm>
                <a:off x="1130435" y="1819510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ight Arrow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435" y="1819510"/>
                <a:ext cx="609600" cy="580171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ight Arrow 44"/>
              <p:cNvSpPr/>
              <p:nvPr/>
            </p:nvSpPr>
            <p:spPr>
              <a:xfrm>
                <a:off x="4724400" y="1133856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" name="Right Arrow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133856"/>
                <a:ext cx="609600" cy="580171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ight Arrow 45"/>
              <p:cNvSpPr/>
              <p:nvPr/>
            </p:nvSpPr>
            <p:spPr>
              <a:xfrm>
                <a:off x="4722503" y="2086829"/>
                <a:ext cx="609600" cy="580171"/>
              </a:xfrm>
              <a:prstGeom prst="rightArrow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Right Arrow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503" y="2086829"/>
                <a:ext cx="609600" cy="580171"/>
              </a:xfrm>
              <a:prstGeom prst="rightArrow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Elbow Connector 10"/>
          <p:cNvCxnSpPr>
            <a:stCxn id="9" idx="3"/>
            <a:endCxn id="9" idx="0"/>
          </p:cNvCxnSpPr>
          <p:nvPr/>
        </p:nvCxnSpPr>
        <p:spPr>
          <a:xfrm flipH="1" flipV="1">
            <a:off x="4642785" y="3161618"/>
            <a:ext cx="762000" cy="274320"/>
          </a:xfrm>
          <a:prstGeom prst="bentConnector4">
            <a:avLst>
              <a:gd name="adj1" fmla="val -30000"/>
              <a:gd name="adj2" fmla="val 166667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880785" y="4513247"/>
                <a:ext cx="15240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785" y="4513247"/>
                <a:ext cx="1524000" cy="685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9" idx="2"/>
            <a:endCxn id="27" idx="0"/>
          </p:cNvCxnSpPr>
          <p:nvPr/>
        </p:nvCxnSpPr>
        <p:spPr>
          <a:xfrm>
            <a:off x="4642785" y="3847418"/>
            <a:ext cx="0" cy="66582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3880785" y="5864876"/>
                <a:ext cx="15240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785" y="5864876"/>
                <a:ext cx="1524000" cy="685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stCxn id="27" idx="2"/>
            <a:endCxn id="29" idx="0"/>
          </p:cNvCxnSpPr>
          <p:nvPr/>
        </p:nvCxnSpPr>
        <p:spPr>
          <a:xfrm>
            <a:off x="4642785" y="5199047"/>
            <a:ext cx="0" cy="66582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 flipH="1" flipV="1">
            <a:off x="4856145" y="4519981"/>
            <a:ext cx="548640" cy="342900"/>
          </a:xfrm>
          <a:prstGeom prst="bentConnector4">
            <a:avLst>
              <a:gd name="adj1" fmla="val -36667"/>
              <a:gd name="adj2" fmla="val 166667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592577" y="3011762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skip</a:t>
            </a: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02906" y="4381914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714" y="396113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0621" y="5193054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nothing</a:t>
            </a: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24" name="Elbow Connector 17">
            <a:extLst>
              <a:ext uri="{FF2B5EF4-FFF2-40B4-BE49-F238E27FC236}">
                <a16:creationId xmlns:a16="http://schemas.microsoft.com/office/drawing/2014/main" id="{31CD5FFF-056D-4476-BFD8-10BB7B793099}"/>
              </a:ext>
            </a:extLst>
          </p:cNvPr>
          <p:cNvCxnSpPr>
            <a:cxnSpLocks/>
            <a:stCxn id="27" idx="1"/>
            <a:endCxn id="9" idx="1"/>
          </p:cNvCxnSpPr>
          <p:nvPr/>
        </p:nvCxnSpPr>
        <p:spPr>
          <a:xfrm rot="10800000">
            <a:off x="3880785" y="3504519"/>
            <a:ext cx="12700" cy="1351629"/>
          </a:xfrm>
          <a:prstGeom prst="bentConnector3">
            <a:avLst>
              <a:gd name="adj1" fmla="val 180000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BEC7427-F086-4ADC-92BB-EBFF24B1897D}"/>
              </a:ext>
            </a:extLst>
          </p:cNvPr>
          <p:cNvSpPr/>
          <p:nvPr/>
        </p:nvSpPr>
        <p:spPr>
          <a:xfrm>
            <a:off x="2914909" y="384741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x:=0</a:t>
            </a:r>
          </a:p>
        </p:txBody>
      </p:sp>
      <p:cxnSp>
        <p:nvCxnSpPr>
          <p:cNvPr id="30" name="Elbow Connector 17">
            <a:extLst>
              <a:ext uri="{FF2B5EF4-FFF2-40B4-BE49-F238E27FC236}">
                <a16:creationId xmlns:a16="http://schemas.microsoft.com/office/drawing/2014/main" id="{427AC07B-07C4-400E-A36D-C88071E9EDCF}"/>
              </a:ext>
            </a:extLst>
          </p:cNvPr>
          <p:cNvCxnSpPr/>
          <p:nvPr/>
        </p:nvCxnSpPr>
        <p:spPr>
          <a:xfrm flipH="1" flipV="1">
            <a:off x="4880022" y="5898552"/>
            <a:ext cx="548640" cy="342900"/>
          </a:xfrm>
          <a:prstGeom prst="bentConnector4">
            <a:avLst>
              <a:gd name="adj1" fmla="val -36667"/>
              <a:gd name="adj2" fmla="val 166667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87F1D5D-7DD9-436C-821F-22821D3FEBFE}"/>
              </a:ext>
            </a:extLst>
          </p:cNvPr>
          <p:cNvSpPr/>
          <p:nvPr/>
        </p:nvSpPr>
        <p:spPr>
          <a:xfrm>
            <a:off x="5614548" y="5727550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162098B-5C5E-4F07-AE17-1D2DB8F0C2FC}"/>
                  </a:ext>
                </a:extLst>
              </p:cNvPr>
              <p:cNvSpPr/>
              <p:nvPr/>
            </p:nvSpPr>
            <p:spPr>
              <a:xfrm>
                <a:off x="1428757" y="5862408"/>
                <a:ext cx="1524000" cy="685800"/>
              </a:xfrm>
              <a:prstGeom prst="rect">
                <a:avLst/>
              </a:prstGeom>
              <a:solidFill>
                <a:srgbClr val="FFFFD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162098B-5C5E-4F07-AE17-1D2DB8F0C2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7" y="5862408"/>
                <a:ext cx="1524000" cy="685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E8B70D-C526-41C9-9CF8-42B9E49946FF}"/>
              </a:ext>
            </a:extLst>
          </p:cNvPr>
          <p:cNvCxnSpPr>
            <a:cxnSpLocks/>
          </p:cNvCxnSpPr>
          <p:nvPr/>
        </p:nvCxnSpPr>
        <p:spPr>
          <a:xfrm flipH="1" flipV="1">
            <a:off x="2982774" y="6083218"/>
            <a:ext cx="928028" cy="246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1F501CE-343F-4711-B9F4-A7D971A319D1}"/>
              </a:ext>
            </a:extLst>
          </p:cNvPr>
          <p:cNvSpPr/>
          <p:nvPr/>
        </p:nvSpPr>
        <p:spPr>
          <a:xfrm>
            <a:off x="3161208" y="5713886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x:=0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5BB0B91-825B-4476-946C-DDE486E63DEB}"/>
              </a:ext>
            </a:extLst>
          </p:cNvPr>
          <p:cNvCxnSpPr>
            <a:cxnSpLocks/>
          </p:cNvCxnSpPr>
          <p:nvPr/>
        </p:nvCxnSpPr>
        <p:spPr>
          <a:xfrm>
            <a:off x="2952757" y="6319608"/>
            <a:ext cx="928028" cy="246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93CEED2C-EF8F-4FB0-ADB7-A458078E7D51}"/>
              </a:ext>
            </a:extLst>
          </p:cNvPr>
          <p:cNvSpPr/>
          <p:nvPr/>
        </p:nvSpPr>
        <p:spPr>
          <a:xfrm>
            <a:off x="3023541" y="6316526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x:=3</a:t>
            </a:r>
          </a:p>
        </p:txBody>
      </p:sp>
      <p:cxnSp>
        <p:nvCxnSpPr>
          <p:cNvPr id="48" name="Elbow Connector 17">
            <a:extLst>
              <a:ext uri="{FF2B5EF4-FFF2-40B4-BE49-F238E27FC236}">
                <a16:creationId xmlns:a16="http://schemas.microsoft.com/office/drawing/2014/main" id="{8A074A01-4A5F-44A5-9826-080C4C0C008B}"/>
              </a:ext>
            </a:extLst>
          </p:cNvPr>
          <p:cNvCxnSpPr>
            <a:cxnSpLocks/>
            <a:stCxn id="36" idx="1"/>
            <a:endCxn id="36" idx="0"/>
          </p:cNvCxnSpPr>
          <p:nvPr/>
        </p:nvCxnSpPr>
        <p:spPr>
          <a:xfrm rot="10800000" flipH="1">
            <a:off x="1428757" y="5862408"/>
            <a:ext cx="762000" cy="342900"/>
          </a:xfrm>
          <a:prstGeom prst="bentConnector4">
            <a:avLst>
              <a:gd name="adj1" fmla="val -30000"/>
              <a:gd name="adj2" fmla="val 166667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F2A355F3-6A84-4BF5-AA0C-D32BC0458411}"/>
              </a:ext>
            </a:extLst>
          </p:cNvPr>
          <p:cNvSpPr/>
          <p:nvPr/>
        </p:nvSpPr>
        <p:spPr>
          <a:xfrm>
            <a:off x="1477777" y="5233692"/>
            <a:ext cx="6912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19185" y="2980944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x:=0</a:t>
            </a:r>
          </a:p>
        </p:txBody>
      </p:sp>
    </p:spTree>
    <p:extLst>
      <p:ext uri="{BB962C8B-B14F-4D97-AF65-F5344CB8AC3E}">
        <p14:creationId xmlns:p14="http://schemas.microsoft.com/office/powerpoint/2010/main" val="378772390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815" y="-75869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הבדלים בין השפות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52400" y="1367008"/>
            <a:ext cx="5389898" cy="1840279"/>
            <a:chOff x="2057400" y="3124200"/>
            <a:chExt cx="4191000" cy="3173067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9" name="TextBox 8"/>
            <p:cNvSpPr txBox="1"/>
            <p:nvPr/>
          </p:nvSpPr>
          <p:spPr>
            <a:xfrm>
              <a:off x="2057400" y="3124200"/>
              <a:ext cx="4191000" cy="56481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>
              <a:defPPr>
                <a:defRPr lang="he-IL"/>
              </a:defPPr>
              <a:lvl1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 b="1">
                  <a:solidFill>
                    <a:srgbClr val="002060"/>
                  </a:solidFill>
                  <a:latin typeface="Calibri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 err="1">
                  <a:latin typeface="Arial Rounded MT Bold" panose="020F0704030504030204" pitchFamily="34" charset="0"/>
                </a:rPr>
                <a:t>Promela</a:t>
              </a:r>
              <a:endParaRPr lang="he-IL" sz="20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7" name="Content Placeholder 4"/>
            <p:cNvSpPr txBox="1">
              <a:spLocks/>
            </p:cNvSpPr>
            <p:nvPr/>
          </p:nvSpPr>
          <p:spPr>
            <a:xfrm>
              <a:off x="2057400" y="3680513"/>
              <a:ext cx="4191000" cy="26167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/>
            <a:p>
              <a: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000" b="1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</a:t>
              </a: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::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atomic</a:t>
              </a: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{x &gt; 1 -&gt; y:=x+y}</a:t>
              </a:r>
            </a:p>
            <a:p>
              <a: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::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atomic</a:t>
              </a: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{y &lt; x -&gt; x:=0}; y:=x</a:t>
              </a:r>
            </a:p>
            <a:p>
              <a: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::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atomic</a:t>
              </a: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{else  -&gt;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break</a:t>
              </a: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  <a:p>
              <a: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000" b="1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51783" y="2577129"/>
            <a:ext cx="3961377" cy="1546776"/>
            <a:chOff x="2046514" y="1213842"/>
            <a:chExt cx="4193177" cy="1546776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10" name="TextBox 9"/>
            <p:cNvSpPr txBox="1"/>
            <p:nvPr/>
          </p:nvSpPr>
          <p:spPr>
            <a:xfrm>
              <a:off x="2046514" y="1213842"/>
              <a:ext cx="4193177" cy="36933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>
              <a:defPPr>
                <a:defRPr lang="he-IL"/>
              </a:defPPr>
              <a:lvl1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 b="1">
                  <a:solidFill>
                    <a:srgbClr val="002060"/>
                  </a:solidFill>
                  <a:latin typeface="Calibri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err="1">
                  <a:latin typeface="Arial Rounded MT Bold" panose="020F0704030504030204" pitchFamily="34" charset="0"/>
                </a:rPr>
                <a:t>nanoPromela</a:t>
              </a:r>
              <a:endParaRPr lang="he-IL">
                <a:latin typeface="Arial Rounded MT Bold" panose="020F0704030504030204" pitchFamily="34" charset="0"/>
              </a:endParaRPr>
            </a:p>
          </p:txBody>
        </p:sp>
        <p:sp>
          <p:nvSpPr>
            <p:cNvPr id="6" name="Content Placeholder 4"/>
            <p:cNvSpPr txBox="1">
              <a:spLocks/>
            </p:cNvSpPr>
            <p:nvPr/>
          </p:nvSpPr>
          <p:spPr>
            <a:xfrm>
              <a:off x="2048691" y="1541418"/>
              <a:ext cx="4191000" cy="121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/>
            <a:p>
              <a:pPr marL="1716088" marR="0" lvl="0" indent="-1716088" algn="l" defTabSz="914400" rtl="0" eaLnBrk="1" fontAlgn="auto" latinLnBrk="0" hangingPunct="1">
                <a:lnSpc>
                  <a:spcPct val="100000"/>
                </a:lnSpc>
                <a:spcBef>
                  <a:spcPts val="580"/>
                </a:spcBef>
                <a:spcAft>
                  <a:spcPts val="0"/>
                </a:spcAft>
                <a:buClr>
                  <a:schemeClr val="accent1"/>
                </a:buClr>
                <a:buSzPct val="85000"/>
                <a:buFont typeface="Wingdings 2"/>
                <a:buNone/>
                <a:tabLst>
                  <a:tab pos="517525" algn="l"/>
                  <a:tab pos="989013" algn="l"/>
                  <a:tab pos="1616075" algn="l"/>
                  <a:tab pos="2112963" algn="l"/>
                  <a:tab pos="2779713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do	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:: x &gt; 1</a:t>
              </a:r>
              <a: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-&gt; y:=x+y   </a:t>
              </a:r>
            </a:p>
            <a:p>
              <a: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779713" algn="l"/>
                </a:tabLst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	</a:t>
              </a:r>
              <a:r>
                <a: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:: y &lt; x</a:t>
              </a:r>
              <a:r>
                <a:rPr lang="en-US" sz="2000" b="1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-&gt;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 x:=</a:t>
              </a:r>
              <a:r>
                <a:rPr kumimoji="0" lang="he-IL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0; </a:t>
              </a:r>
              <a:r>
                <a:rPr lang="en-US" sz="200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y:=x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80"/>
                </a:spcBef>
                <a:spcAft>
                  <a:spcPts val="0"/>
                </a:spcAft>
                <a:buClr>
                  <a:schemeClr val="accent1"/>
                </a:buClr>
                <a:buSzPct val="85000"/>
                <a:buFont typeface="Wingdings 2"/>
                <a:buNone/>
                <a:tabLst>
                  <a:tab pos="517525" algn="l"/>
                  <a:tab pos="989013" algn="l"/>
                  <a:tab pos="1616075" algn="l"/>
                  <a:tab pos="2112963" algn="l"/>
                  <a:tab pos="2779713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od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600200" y="4175811"/>
            <a:ext cx="5448796" cy="2395729"/>
            <a:chOff x="1348849" y="3843529"/>
            <a:chExt cx="6385947" cy="2819400"/>
          </a:xfrm>
        </p:grpSpPr>
        <p:sp>
          <p:nvSpPr>
            <p:cNvPr id="13" name="Rectangle 12"/>
            <p:cNvSpPr/>
            <p:nvPr/>
          </p:nvSpPr>
          <p:spPr>
            <a:xfrm>
              <a:off x="4625449" y="4453129"/>
              <a:ext cx="1524000" cy="3810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Franklin Gothic Book"/>
                </a:rPr>
                <a:t>loop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rot="5400000">
              <a:off x="4663565" y="4262613"/>
              <a:ext cx="381000" cy="3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67"/>
            <p:cNvCxnSpPr/>
            <p:nvPr/>
          </p:nvCxnSpPr>
          <p:spPr>
            <a:xfrm rot="16200000" flipH="1">
              <a:off x="5673199" y="4167379"/>
              <a:ext cx="190500" cy="762000"/>
            </a:xfrm>
            <a:prstGeom prst="bentConnector4">
              <a:avLst>
                <a:gd name="adj1" fmla="val -120000"/>
                <a:gd name="adj2" fmla="val 316000"/>
              </a:avLst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625449" y="6281929"/>
              <a:ext cx="1524000" cy="3810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Franklin Gothic Book"/>
                </a:rPr>
                <a:t>exit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rot="5400000">
              <a:off x="4663549" y="5558029"/>
              <a:ext cx="14478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1348849" y="4453129"/>
              <a:ext cx="1524000" cy="3810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cmmi10"/>
                </a:rPr>
                <a:t>y </a:t>
              </a:r>
              <a:r>
                <a:rPr lang="en-US" sz="1600">
                  <a:latin typeface="cmr10"/>
                </a:rPr>
                <a:t>:= </a:t>
              </a:r>
              <a:r>
                <a:rPr lang="en-US" sz="1600">
                  <a:latin typeface="cmmi10"/>
                </a:rPr>
                <a:t>x</a:t>
              </a:r>
              <a:r>
                <a:rPr lang="en-US" sz="1600">
                  <a:latin typeface="cmr10"/>
                </a:rPr>
                <a:t>;</a:t>
              </a:r>
              <a:r>
                <a:rPr lang="en-US" sz="1600">
                  <a:latin typeface="Franklin Gothic Book"/>
                </a:rPr>
                <a:t> loop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10800000">
              <a:off x="2872849" y="4643629"/>
              <a:ext cx="17526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hape 80"/>
            <p:cNvCxnSpPr/>
            <p:nvPr/>
          </p:nvCxnSpPr>
          <p:spPr>
            <a:xfrm rot="16200000" flipH="1">
              <a:off x="3557855" y="3386329"/>
              <a:ext cx="1588" cy="2895600"/>
            </a:xfrm>
            <a:prstGeom prst="bentConnector3">
              <a:avLst>
                <a:gd name="adj1" fmla="val 45489687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592694" y="3843529"/>
              <a:ext cx="2142102" cy="398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cmmi10"/>
                </a:rPr>
                <a:t>x &gt;</a:t>
              </a:r>
              <a:r>
                <a:rPr lang="en-US" sz="1600"/>
                <a:t> </a:t>
              </a:r>
              <a:r>
                <a:rPr lang="en-US" sz="1600">
                  <a:latin typeface="cmr10"/>
                </a:rPr>
                <a:t>1 : </a:t>
              </a:r>
              <a:r>
                <a:rPr lang="en-US" sz="1600">
                  <a:latin typeface="cmmi10"/>
                </a:rPr>
                <a:t>y</a:t>
              </a:r>
              <a:r>
                <a:rPr lang="en-US" sz="1600">
                  <a:latin typeface="cmr10"/>
                </a:rPr>
                <a:t> := </a:t>
              </a:r>
              <a:r>
                <a:rPr lang="en-US" sz="1600">
                  <a:latin typeface="cmmi10"/>
                </a:rPr>
                <a:t>x </a:t>
              </a:r>
              <a:r>
                <a:rPr lang="en-US" sz="1600">
                  <a:latin typeface="cmr10"/>
                </a:rPr>
                <a:t>+ </a:t>
              </a:r>
              <a:r>
                <a:rPr lang="en-US" sz="1600">
                  <a:latin typeface="cmmi10"/>
                </a:rPr>
                <a:t>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42825" y="5438218"/>
              <a:ext cx="2391971" cy="398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cmsy10"/>
                </a:rPr>
                <a:t>:</a:t>
              </a:r>
              <a:r>
                <a:rPr lang="en-US" sz="1600">
                  <a:latin typeface="cmr10"/>
                </a:rPr>
                <a:t>(</a:t>
              </a:r>
              <a:r>
                <a:rPr lang="en-US" sz="1600">
                  <a:latin typeface="cmmi10"/>
                </a:rPr>
                <a:t>x &gt;</a:t>
              </a:r>
              <a:r>
                <a:rPr lang="en-US" sz="1600"/>
                <a:t> </a:t>
              </a:r>
              <a:r>
                <a:rPr lang="en-US" sz="1600">
                  <a:latin typeface="cmr10"/>
                </a:rPr>
                <a:t>1) </a:t>
              </a:r>
              <a:r>
                <a:rPr lang="en-US" sz="1600">
                  <a:latin typeface="cmsy10"/>
                </a:rPr>
                <a:t>Æ</a:t>
              </a:r>
              <a:r>
                <a:rPr lang="en-US" sz="1600">
                  <a:latin typeface="cmr10"/>
                </a:rPr>
                <a:t> </a:t>
              </a:r>
              <a:r>
                <a:rPr lang="en-US" sz="1600">
                  <a:latin typeface="cmsy10"/>
                </a:rPr>
                <a:t>:</a:t>
              </a:r>
              <a:r>
                <a:rPr lang="en-US" sz="1600">
                  <a:latin typeface="cmr10"/>
                </a:rPr>
                <a:t>(</a:t>
              </a:r>
              <a:r>
                <a:rPr lang="en-US" sz="1600">
                  <a:latin typeface="cmmi10"/>
                </a:rPr>
                <a:t>y &lt; x</a:t>
              </a:r>
              <a:r>
                <a:rPr lang="en-US" sz="1600">
                  <a:latin typeface="cmr10"/>
                </a:rPr>
                <a:t>)</a:t>
              </a:r>
              <a:endParaRPr lang="en-US" sz="1600">
                <a:latin typeface="cmmi1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54705" y="5540741"/>
              <a:ext cx="1702485" cy="398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cmmi10"/>
                </a:rPr>
                <a:t>y &lt; x</a:t>
              </a:r>
              <a:r>
                <a:rPr lang="en-US" sz="1600">
                  <a:latin typeface="cmr10"/>
                </a:rPr>
                <a:t> : </a:t>
              </a:r>
              <a:r>
                <a:rPr lang="en-US" sz="1600">
                  <a:latin typeface="cmmi10"/>
                </a:rPr>
                <a:t>x</a:t>
              </a:r>
              <a:r>
                <a:rPr lang="en-US" sz="1600">
                  <a:latin typeface="cmr10"/>
                </a:rPr>
                <a:t> := 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941782" y="4263785"/>
              <a:ext cx="1540917" cy="398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cmr10"/>
                </a:rPr>
                <a:t>true : </a:t>
              </a:r>
              <a:r>
                <a:rPr lang="en-US" sz="1600">
                  <a:latin typeface="cmmi10"/>
                </a:rPr>
                <a:t>y</a:t>
              </a:r>
              <a:r>
                <a:rPr lang="en-US" sz="1600">
                  <a:latin typeface="cmr10"/>
                </a:rPr>
                <a:t> := </a:t>
              </a:r>
              <a:r>
                <a:rPr lang="en-US" sz="1600">
                  <a:latin typeface="cmmi1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796166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883408" y="5801535"/>
            <a:ext cx="457200" cy="1961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אימות אלגוריתם למניעה הדדית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17</a:t>
            </a:fld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228600" y="1551087"/>
            <a:ext cx="3733800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boolean</a:t>
            </a:r>
            <a:r>
              <a:rPr lang="en-US" dirty="0">
                <a:solidFill>
                  <a:srgbClr val="002060"/>
                </a:solidFill>
              </a:rPr>
              <a:t> array b(0;1) integer k,  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process 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en-US" dirty="0">
                <a:solidFill>
                  <a:srgbClr val="002060"/>
                </a:solidFill>
              </a:rPr>
              <a:t>, with 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en-US" dirty="0">
                <a:solidFill>
                  <a:srgbClr val="002060"/>
                </a:solidFill>
              </a:rPr>
              <a:t> either 0 or 1;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C0: 	b(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en-US" dirty="0">
                <a:solidFill>
                  <a:srgbClr val="002060"/>
                </a:solidFill>
              </a:rPr>
              <a:t>) := false;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C1: 	if k !=  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en-US" dirty="0">
                <a:solidFill>
                  <a:srgbClr val="002060"/>
                </a:solidFill>
              </a:rPr>
              <a:t> then begin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C2: 	if not (b(1-i)) then go to C2;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     	else k := 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en-US" dirty="0">
                <a:solidFill>
                  <a:srgbClr val="002060"/>
                </a:solidFill>
              </a:rPr>
              <a:t>; go to C1 end;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      	else critical section;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      	b(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en-US" dirty="0">
                <a:solidFill>
                  <a:srgbClr val="002060"/>
                </a:solidFill>
              </a:rPr>
              <a:t>) := true;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      	remainder of program;</a:t>
            </a:r>
          </a:p>
          <a:p>
            <a:pPr algn="l" rtl="0"/>
            <a:r>
              <a:rPr lang="en-US" dirty="0">
                <a:solidFill>
                  <a:srgbClr val="002060"/>
                </a:solidFill>
              </a:rPr>
              <a:t>    	go to C0;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4295" y="1551087"/>
            <a:ext cx="4572000" cy="418576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k, b[2];   </a:t>
            </a:r>
          </a:p>
          <a:p>
            <a:pPr algn="l" rtl="0">
              <a:tabLst>
                <a:tab pos="511175" algn="l"/>
              </a:tabLst>
            </a:pPr>
            <a:endParaRPr lang="en-US" sz="14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active [2] 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proctype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P() {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assert(_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0 || _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1);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C0:	b[_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0;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C1: 	if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:: (k != _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C2:		(b[1 - _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  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k = _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		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C1</a:t>
            </a:r>
          </a:p>
          <a:p>
            <a:pPr algn="l" rtl="0">
              <a:tabLst>
                <a:tab pos="511175" algn="l"/>
              </a:tabLst>
            </a:pPr>
            <a:endParaRPr lang="en-US" sz="14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:: else -&gt; 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	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cnt+1;</a:t>
            </a:r>
          </a:p>
          <a:p>
            <a:pPr lvl="2"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assert(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1); /* crit. sect. */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		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cnt-1; 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		b[_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1;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	fi;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en-US" sz="14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C0</a:t>
            </a:r>
          </a:p>
          <a:p>
            <a:pPr algn="l" rtl="0">
              <a:tabLst>
                <a:tab pos="511175" algn="l"/>
              </a:tabLst>
            </a:pPr>
            <a:r>
              <a:rPr lang="en-US" sz="1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endParaRPr lang="he-IL" sz="1400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879574"/>
            <a:ext cx="4035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פרוטוקול שהוצע למניעה הדדית</a:t>
            </a:r>
            <a:endParaRPr lang="en-US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9456" y="6248400"/>
            <a:ext cx="4021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תרגום הפרוטוקול ל-</a:t>
            </a:r>
            <a:r>
              <a:rPr lang="en-US" sz="240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</a:p>
        </p:txBody>
      </p:sp>
      <p:cxnSp>
        <p:nvCxnSpPr>
          <p:cNvPr id="10" name="Straight Arrow Connector 9"/>
          <p:cNvCxnSpPr>
            <a:endCxn id="6" idx="2"/>
          </p:cNvCxnSpPr>
          <p:nvPr/>
        </p:nvCxnSpPr>
        <p:spPr>
          <a:xfrm flipV="1">
            <a:off x="2095500" y="4413409"/>
            <a:ext cx="0" cy="546519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0"/>
            <a:endCxn id="7" idx="2"/>
          </p:cNvCxnSpPr>
          <p:nvPr/>
        </p:nvCxnSpPr>
        <p:spPr>
          <a:xfrm flipV="1">
            <a:off x="6660295" y="5736848"/>
            <a:ext cx="0" cy="511552"/>
          </a:xfrm>
          <a:prstGeom prst="straightConnector1">
            <a:avLst/>
          </a:prstGeom>
          <a:ln w="57150">
            <a:solidFill>
              <a:srgbClr val="151A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6200" y="5334000"/>
            <a:ext cx="4419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"Comments on a Problem in Concurrent</a:t>
            </a:r>
          </a:p>
          <a:p>
            <a:pPr algn="l" rtl="0"/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 Programming Control," by H. Hyman</a:t>
            </a:r>
          </a:p>
          <a:p>
            <a:pPr algn="l" rtl="0"/>
            <a:r>
              <a:rPr lang="en-US" sz="1400" i="1" dirty="0">
                <a:solidFill>
                  <a:srgbClr val="000000"/>
                </a:solidFill>
                <a:latin typeface="Verdana" panose="020B0604030504040204" pitchFamily="34" charset="0"/>
              </a:rPr>
              <a:t> Communications of the ACM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, 1966, Volume 9</a:t>
            </a:r>
            <a:endParaRPr lang="he-IL" sz="1400" dirty="0"/>
          </a:p>
        </p:txBody>
      </p:sp>
    </p:spTree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923636"/>
            <a:ext cx="7772400" cy="366254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 sz="1600">
                <a:solidFill>
                  <a:srgbClr val="002060"/>
                </a:solidFill>
              </a:rPr>
              <a:t>  1:  proc  1 (P) line   5 "hy66" (state 1)  [assert(((_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==0)||(_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==1)))]  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2:  proc  1 (P) line   7 "hy66" (state 2)  [b[_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] = 0]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3:  proc  1 (P) line   9 "hy66" (state 3)  [((k!=_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))]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4:  proc  0 (P) line   5 "hy66" (state 1)  [assert(((_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==0)||(_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==1)))]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5:  proc  0 (P) line   7 "hy66" (state 2)  [b[_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] = 0]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6:  proc  0 (P) line  14 "hy66" (state 7)  [else]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7:  proc  0 (P) line  15 "hy66" (state 8)  [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 = (cnt+1)]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8:  proc  0 (P) line  16 "hy66" (state 9)  [assert((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==1))]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9:  proc  0 (P) line  17 "hy66" (state 10) [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 = (cnt-1)]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10:  proc  0 (P) line  19 "hy66" (state 11) [b[_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] = 1]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11:  proc  1 (P) line  10 "hy66" (state 4)  [(b[(1-_pid)])]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12:  proc  0 (P) line   7 "hy66" (state 2)  [b[_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] = 0]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13:  proc  0 (P) line  14 "hy66" (state 7)  [else]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2133600" y="1893639"/>
            <a:ext cx="6705600" cy="415498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 sz="1600">
                <a:solidFill>
                  <a:srgbClr val="002060"/>
                </a:solidFill>
              </a:rPr>
              <a:t> 14:  proc  1 (P) line  11 "hy66" (state 5)  [k = _</a:t>
            </a:r>
            <a:r>
              <a:rPr lang="en-US" sz="1600" err="1">
                <a:solidFill>
                  <a:srgbClr val="002060"/>
                </a:solidFill>
              </a:rPr>
              <a:t>pid</a:t>
            </a:r>
            <a:r>
              <a:rPr lang="en-US" sz="1600">
                <a:solidFill>
                  <a:srgbClr val="002060"/>
                </a:solidFill>
              </a:rPr>
              <a:t>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15:  proc  1 (P) line  14 "hy66" (state 7)  [else]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16:  proc  1 (P) line  15 "hy66" (state 8)  [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 = (cnt+1)]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17:  proc  1 (P) line  16 "hy66" (state 9)  [assert((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==1))]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18:  proc  0 (P) line  15 "hy66" (state 8)  [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 = (cnt+1)]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spin: line  16 "hy66", Error: assertion violated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19:  proc  0 (P) line  16 "hy66" (state 9)  [assert((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==1))]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spin: trail ends after 19 steps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#processes: 2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              </a:t>
            </a:r>
            <a:r>
              <a:rPr lang="en-US" sz="1600" err="1">
                <a:solidFill>
                  <a:srgbClr val="002060"/>
                </a:solidFill>
              </a:rPr>
              <a:t>cnt</a:t>
            </a:r>
            <a:r>
              <a:rPr lang="en-US" sz="1600">
                <a:solidFill>
                  <a:srgbClr val="002060"/>
                </a:solidFill>
              </a:rPr>
              <a:t> = 2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              k = 1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              b[0] = 0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               b[1] = 0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19:  proc  1 (P) line  17 "hy66" (state 10)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 19:  proc  0 (P) line  17 "hy66" (state 10)</a:t>
            </a:r>
          </a:p>
          <a:p>
            <a:pPr algn="l" rtl="0"/>
            <a:r>
              <a:rPr lang="en-US" sz="1600">
                <a:solidFill>
                  <a:srgbClr val="002060"/>
                </a:solidFill>
              </a:rPr>
              <a:t>2 processes created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-3048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גילוי אוטומטי של טעות בפרוטוקול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0" y="6248400"/>
            <a:ext cx="781050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rtl="0"/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Reliable Design of Concurrent Software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/ Gerard </a:t>
            </a:r>
            <a:r>
              <a:rPr lang="en-US" sz="2000" err="1">
                <a:latin typeface="Gisha" panose="020B0502040204020203" pitchFamily="34" charset="-79"/>
                <a:cs typeface="Gisha" panose="020B0502040204020203" pitchFamily="34" charset="-79"/>
              </a:rPr>
              <a:t>Holzmann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endParaRPr lang="en-US" sz="2000">
              <a:solidFill>
                <a:srgbClr val="00206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6627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חידה: גשר צר מאוד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19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85800" y="2131341"/>
            <a:ext cx="8250186" cy="4572000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ארבעה חיילים צריכים לחצות גשר</a:t>
            </a:r>
          </a:p>
          <a:p>
            <a:pPr>
              <a:spcBef>
                <a:spcPts val="30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מהירויות החיילים: 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 5,10,20,25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דקות בהתאמה</a:t>
            </a:r>
          </a:p>
          <a:p>
            <a:pPr>
              <a:spcBef>
                <a:spcPts val="3000"/>
              </a:spcBef>
            </a:pP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לכל היותר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, שניים יכולים להיות על הגשר בו זמנית</a:t>
            </a:r>
          </a:p>
          <a:p>
            <a:pPr>
              <a:spcBef>
                <a:spcPts val="30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יש לפיד אחד</a:t>
            </a:r>
          </a:p>
          <a:p>
            <a:pPr>
              <a:spcBef>
                <a:spcPts val="30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מדובר בשעת לילה, הגשר צר מאוד, </a:t>
            </a:r>
            <a:r>
              <a:rPr lang="he-IL" dirty="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חייבים ללכת עם לפיד</a:t>
            </a:r>
          </a:p>
          <a:p>
            <a:pPr>
              <a:spcBef>
                <a:spcPts val="30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האם אפשר להעביר את כולם בתוך 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60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דקות?</a:t>
            </a:r>
          </a:p>
        </p:txBody>
      </p:sp>
      <p:pic>
        <p:nvPicPr>
          <p:cNvPr id="26630" name="Picture 6" descr="http://www.keephopealive.org/torch1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79750" y="4114800"/>
            <a:ext cx="721278" cy="1066800"/>
          </a:xfrm>
          <a:prstGeom prst="rect">
            <a:avLst/>
          </a:prstGeom>
          <a:noFill/>
        </p:spPr>
      </p:pic>
      <p:pic>
        <p:nvPicPr>
          <p:cNvPr id="26632" name="Picture 8" descr="http://blogs.theage.com.au/business/executivestyle/managementline/archives/syd-5aerlntueyg1b1urwbro_layout.jpe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814" y="3425666"/>
            <a:ext cx="1498117" cy="1378268"/>
          </a:xfrm>
          <a:prstGeom prst="rect">
            <a:avLst/>
          </a:prstGeom>
          <a:noFill/>
        </p:spPr>
      </p:pic>
      <p:pic>
        <p:nvPicPr>
          <p:cNvPr id="7" name="Picture 6" descr="A cartoon of two people&#10;&#10;Description automatically generated">
            <a:extLst>
              <a:ext uri="{FF2B5EF4-FFF2-40B4-BE49-F238E27FC236}">
                <a16:creationId xmlns:a16="http://schemas.microsoft.com/office/drawing/2014/main" id="{05303F4E-B9B7-0604-B2A1-710B28393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4" y="874373"/>
            <a:ext cx="3571875" cy="1152525"/>
          </a:xfrm>
          <a:prstGeom prst="rect">
            <a:avLst/>
          </a:prstGeom>
        </p:spPr>
      </p:pic>
      <p:pic>
        <p:nvPicPr>
          <p:cNvPr id="8" name="Picture 6" descr="http://www.keephopealive.org/torch1.jpg">
            <a:extLst>
              <a:ext uri="{FF2B5EF4-FFF2-40B4-BE49-F238E27FC236}">
                <a16:creationId xmlns:a16="http://schemas.microsoft.com/office/drawing/2014/main" id="{C2C8FAC0-151B-7A64-3B2D-81C061E25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2600" y="882384"/>
            <a:ext cx="469040" cy="69373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41441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גשר צר מאוד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 flipH="1">
            <a:off x="408993" y="683549"/>
            <a:ext cx="8382000" cy="59811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defTabSz="447675" rtl="0">
              <a:spcAft>
                <a:spcPts val="600"/>
              </a:spcAft>
            </a:pP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now=0;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time[4]; bit where[4]; bit torch;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i,j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active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proctype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bridge() {</a:t>
            </a:r>
          </a:p>
          <a:p>
            <a:pPr algn="l" defTabSz="447675" rtl="0"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time[0] = 5; time[1] = 10; time[2] = 20; time[3] = 25;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 do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 now &lt;= 60 -&gt;</a:t>
            </a:r>
          </a:p>
          <a:p>
            <a:pPr algn="l" defTabSz="447675" rtl="0">
              <a:spcAft>
                <a:spcPts val="600"/>
              </a:spcAft>
            </a:pP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(!(where[0]==1 &amp;&amp; where[1]==1 &amp;&amp; where[2]==1 &amp;&amp; where[3]==1);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	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:: where[0] == torch -&gt;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     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:: where[1] == torch -&gt;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1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		:: where[2] == torch -&gt;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     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:: where[3] == torch -&gt;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3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	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:: where[0] == torch -&gt; j = 0     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:: where[1] == torch -&gt; j = 1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:: where[2] == torch -&gt; j = 2     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:: where[3] == torch -&gt; j = 3</a:t>
            </a:r>
          </a:p>
          <a:p>
            <a:pPr algn="l" defTabSz="447675" rtl="0"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where[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1 - torch;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where[j] = 1 - torch;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torch = 1 - torch;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now = now + MAX(time[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time[j])</a:t>
            </a: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 od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47675" rtl="0"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7F0055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876801" y="3081181"/>
            <a:ext cx="949946" cy="57641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66749" y="3657600"/>
            <a:ext cx="3132589" cy="646331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בחירה אי-דטרמיניסטית לקביעת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חייל שייקח את הלפיד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876801" y="4366724"/>
            <a:ext cx="959277" cy="55653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76080" y="4923261"/>
            <a:ext cx="3132589" cy="646331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בחירה אי-דטרמיניסטית לקביעת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חייל נוסף שיבוא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איתו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3912" y="2516351"/>
            <a:ext cx="388920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1">
            <a:spAutoFit/>
          </a:bodyPr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Spin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יחפש ריצה שֶׁתָּפֵר את ה-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assertion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6" name="Straight Arrow Connector 15"/>
          <p:cNvCxnSpPr>
            <a:stCxn id="14" idx="0"/>
          </p:cNvCxnSpPr>
          <p:nvPr/>
        </p:nvCxnSpPr>
        <p:spPr>
          <a:xfrm flipH="1" flipV="1">
            <a:off x="7010404" y="2206497"/>
            <a:ext cx="38111" cy="3098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466424" y="801559"/>
            <a:ext cx="4402151" cy="1210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41441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פרוטוקול תקשורת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21</a:t>
            </a:fld>
            <a:endParaRPr lang="he-IL"/>
          </a:p>
        </p:txBody>
      </p:sp>
      <p:sp>
        <p:nvSpPr>
          <p:cNvPr id="6" name="Rectangle 5"/>
          <p:cNvSpPr/>
          <p:nvPr/>
        </p:nvSpPr>
        <p:spPr>
          <a:xfrm flipH="1">
            <a:off x="408992" y="683549"/>
            <a:ext cx="3858208" cy="51860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# model of a</a:t>
            </a:r>
            <a:r>
              <a:rPr lang="he-IL" sz="1600">
                <a:latin typeface="Consolas" panose="020B0609020204030204" pitchFamily="49" charset="0"/>
              </a:rPr>
              <a:t> </a:t>
            </a:r>
            <a:r>
              <a:rPr lang="pt-BR" sz="1600">
                <a:latin typeface="Consolas" panose="020B0609020204030204" pitchFamily="49" charset="0"/>
              </a:rPr>
              <a:t>process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in!id; out?max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# </a:t>
            </a:r>
            <a:r>
              <a:rPr lang="en-US" sz="1600">
                <a:latin typeface="Consolas" panose="020B0609020204030204" pitchFamily="49" charset="0"/>
              </a:rPr>
              <a:t>model of the </a:t>
            </a:r>
            <a:r>
              <a:rPr lang="pt-BR" sz="1600">
                <a:latin typeface="Consolas" panose="020B0609020204030204" pitchFamily="49" charset="0"/>
              </a:rPr>
              <a:t>moderator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atomic {c:=0; max:=0};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do :: c &lt; n =&gt; </a:t>
            </a:r>
            <a:r>
              <a:rPr lang="he-IL" sz="1600">
                <a:latin typeface="Consolas" panose="020B0609020204030204" pitchFamily="49" charset="0"/>
              </a:rPr>
              <a:t>	</a:t>
            </a:r>
          </a:p>
          <a:p>
            <a:pPr algn="l" defTabSz="447675" rtl="0">
              <a:spcAft>
                <a:spcPts val="600"/>
              </a:spcAft>
            </a:pPr>
            <a:r>
              <a:rPr lang="he-IL" sz="1600">
                <a:latin typeface="Consolas" panose="020B0609020204030204" pitchFamily="49" charset="0"/>
              </a:rPr>
              <a:t>	</a:t>
            </a:r>
            <a:r>
              <a:rPr lang="pt-BR" sz="1600">
                <a:latin typeface="Consolas" panose="020B0609020204030204" pitchFamily="49" charset="0"/>
              </a:rPr>
              <a:t>in ? id;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he-IL" sz="1600">
                <a:latin typeface="Consolas" panose="020B0609020204030204" pitchFamily="49" charset="0"/>
              </a:rPr>
              <a:t>	</a:t>
            </a:r>
            <a:r>
              <a:rPr lang="pt-BR" sz="1600">
                <a:latin typeface="Consolas" panose="020B0609020204030204" pitchFamily="49" charset="0"/>
              </a:rPr>
              <a:t>c := c + 1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he-IL" sz="1600">
                <a:latin typeface="Consolas" panose="020B0609020204030204" pitchFamily="49" charset="0"/>
              </a:rPr>
              <a:t>	</a:t>
            </a:r>
            <a:r>
              <a:rPr lang="pt-BR" sz="1600">
                <a:latin typeface="Consolas" panose="020B0609020204030204" pitchFamily="49" charset="0"/>
              </a:rPr>
              <a:t>if </a:t>
            </a:r>
            <a:r>
              <a:rPr lang="he-IL" sz="1600">
                <a:latin typeface="Consolas" panose="020B0609020204030204" pitchFamily="49" charset="0"/>
              </a:rPr>
              <a:t>	</a:t>
            </a:r>
            <a:r>
              <a:rPr lang="pt-BR" sz="1600">
                <a:latin typeface="Consolas" panose="020B0609020204030204" pitchFamily="49" charset="0"/>
              </a:rPr>
              <a:t>:: id &gt; max  =&gt; max:=id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he-IL" sz="1600">
                <a:latin typeface="Consolas" panose="020B0609020204030204" pitchFamily="49" charset="0"/>
              </a:rPr>
              <a:t>		</a:t>
            </a:r>
            <a:r>
              <a:rPr lang="pt-BR" sz="1600">
                <a:latin typeface="Consolas" panose="020B0609020204030204" pitchFamily="49" charset="0"/>
              </a:rPr>
              <a:t>:: </a:t>
            </a:r>
            <a:r>
              <a:rPr lang="en-US" sz="1600">
                <a:latin typeface="Consolas" panose="020B0609020204030204" pitchFamily="49" charset="0"/>
              </a:rPr>
              <a:t>id &lt;= max </a:t>
            </a:r>
            <a:r>
              <a:rPr lang="pt-BR" sz="1600">
                <a:latin typeface="Consolas" panose="020B0609020204030204" pitchFamily="49" charset="0"/>
              </a:rPr>
              <a:t>=&gt; skip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he-IL" sz="1600">
                <a:latin typeface="Consolas" panose="020B0609020204030204" pitchFamily="49" charset="0"/>
              </a:rPr>
              <a:t>	</a:t>
            </a:r>
            <a:r>
              <a:rPr lang="pt-BR" sz="1600">
                <a:latin typeface="Consolas" panose="020B0609020204030204" pitchFamily="49" charset="0"/>
              </a:rPr>
              <a:t>fi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od;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c := 0;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do 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he-IL" sz="1600">
                <a:latin typeface="Consolas" panose="020B0609020204030204" pitchFamily="49" charset="0"/>
              </a:rPr>
              <a:t>	</a:t>
            </a:r>
            <a:r>
              <a:rPr lang="pt-BR" sz="1600">
                <a:latin typeface="Consolas" panose="020B0609020204030204" pitchFamily="49" charset="0"/>
              </a:rPr>
              <a:t>:: c &lt; n =&gt; out!max; c:=c+1</a:t>
            </a:r>
            <a:endParaRPr lang="he-IL" sz="1600">
              <a:latin typeface="Consolas" panose="020B0609020204030204" pitchFamily="49" charset="0"/>
            </a:endParaRPr>
          </a:p>
          <a:p>
            <a:pPr algn="l" defTabSz="447675" rtl="0">
              <a:spcAft>
                <a:spcPts val="600"/>
              </a:spcAft>
            </a:pPr>
            <a:r>
              <a:rPr lang="pt-BR" sz="1600">
                <a:latin typeface="Consolas" panose="020B0609020204030204" pitchFamily="49" charset="0"/>
              </a:rPr>
              <a:t>od</a:t>
            </a:r>
            <a:endParaRPr lang="en-US" sz="1600">
              <a:solidFill>
                <a:srgbClr val="7F0055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95261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פרוטוקול: כל תהליך שולח את המזהה שלו למתאם. בסיבוב שני, המתאם שולח בהודעות את המזהה הגבוה ביותר שהתקבל.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24" y="2108212"/>
            <a:ext cx="4402151" cy="37613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56203" y="1402900"/>
            <a:ext cx="762000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461508" y="1402900"/>
            <a:ext cx="762000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66814" y="1409084"/>
            <a:ext cx="762000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5" idx="1"/>
          </p:cNvCxnSpPr>
          <p:nvPr/>
        </p:nvCxnSpPr>
        <p:spPr>
          <a:xfrm>
            <a:off x="4680714" y="1593400"/>
            <a:ext cx="475489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10" idx="1"/>
          </p:cNvCxnSpPr>
          <p:nvPr/>
        </p:nvCxnSpPr>
        <p:spPr>
          <a:xfrm>
            <a:off x="5918203" y="1593400"/>
            <a:ext cx="543305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3"/>
            <a:endCxn id="12" idx="1"/>
          </p:cNvCxnSpPr>
          <p:nvPr/>
        </p:nvCxnSpPr>
        <p:spPr>
          <a:xfrm>
            <a:off x="7223508" y="1593400"/>
            <a:ext cx="543306" cy="618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533413" y="1101307"/>
                <a:ext cx="11799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sz="1400" i="1" dirty="0" err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1400" i="1" dirty="0" err="1" smtClean="0">
                          <a:latin typeface="Cambria Math" panose="02040503050406030204" pitchFamily="18" charset="0"/>
                        </a:rPr>
                        <m:t>𝑖𝑑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413" y="1101307"/>
                <a:ext cx="117993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85003" y="1143898"/>
                <a:ext cx="12807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3" y="1143898"/>
                <a:ext cx="1280735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397845" y="760452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>
                <a:latin typeface="Consolas" panose="020B0609020204030204" pitchFamily="49" charset="0"/>
              </a:rPr>
              <a:t>process(id)</a:t>
            </a: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20704" y="2095500"/>
            <a:ext cx="1324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>
                <a:latin typeface="Consolas" panose="020B0609020204030204" pitchFamily="49" charset="0"/>
              </a:rPr>
              <a:t>moderator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13924"/>
      </p:ext>
    </p:extLst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 פורמאלית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47800"/>
                <a:ext cx="8229600" cy="5486400"/>
              </a:xfrm>
            </p:spPr>
            <p:txBody>
              <a:bodyPr>
                <a:normAutofit/>
              </a:bodyPr>
              <a:lstStyle/>
              <a:p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הסמנטיקה של פקודת </a:t>
                </a:r>
                <a:r>
                  <a:rPr lang="en-US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nanoPromela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𝑉𝑎𝑟</m:t>
                        </m:r>
                        <m:r>
                          <a:rPr lang="en-US" i="1" dirty="0" smtClean="0">
                            <a:latin typeface="Cambria Math"/>
                          </a:rPr>
                          <m:t>,  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𝐶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h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𝑎𝑛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מבוטאת על ידי </a:t>
                </a:r>
                <a:r>
                  <a:rPr lang="he-IL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גרף תוכנית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〈</m:t>
                    </m:r>
                    <m:r>
                      <a:rPr lang="en-US" i="1" dirty="0" smtClean="0">
                        <a:latin typeface="Cambria Math"/>
                      </a:rPr>
                      <m:t>𝑉𝑎𝑟</m:t>
                    </m:r>
                    <m:r>
                      <a:rPr lang="en-US" i="1" dirty="0" smtClean="0">
                        <a:latin typeface="Cambria Math"/>
                      </a:rPr>
                      <m:t>,  </m:t>
                    </m:r>
                    <m:r>
                      <a:rPr lang="en-US" i="1" dirty="0" err="1" smtClean="0">
                        <a:latin typeface="Cambria Math"/>
                      </a:rPr>
                      <m:t>𝐶</m:t>
                    </m:r>
                    <m:r>
                      <a:rPr lang="en-US" i="1" dirty="0" err="1" smtClean="0">
                        <a:latin typeface="Cambria Math"/>
                      </a:rPr>
                      <m:t>h</m:t>
                    </m:r>
                    <m:r>
                      <a:rPr lang="en-US" i="1" dirty="0" err="1" smtClean="0">
                        <a:latin typeface="Cambria Math"/>
                      </a:rPr>
                      <m:t>𝑎𝑛</m:t>
                    </m:r>
                    <m:r>
                      <a:rPr lang="en-US" b="0" i="1" dirty="0" smtClean="0">
                        <a:latin typeface="Cambria Math"/>
                      </a:rPr>
                      <m:t>〉</m:t>
                    </m:r>
                    <m:r>
                      <a:rPr lang="he-IL" i="1" dirty="0" smtClean="0">
                        <a:latin typeface="Cambria Math"/>
                      </a:rPr>
                      <m:t> 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גרפי התוכנית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𝑃𝐺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, …, </m:t>
                    </m:r>
                    <m:r>
                      <a:rPr lang="en-US" i="1" dirty="0" err="1" smtClean="0">
                        <a:latin typeface="Cambria Math"/>
                      </a:rPr>
                      <m:t>𝑃𝐺</m:t>
                    </m:r>
                    <m:r>
                      <a:rPr 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he-IL" i="1" baseline="-2500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לתהליכי </a:t>
                </a:r>
                <a:r>
                  <a:rPr lang="he-IL" err="1">
                    <a:latin typeface="Gisha" panose="020B0502040204020203" pitchFamily="34" charset="-79"/>
                    <a:cs typeface="Gisha" panose="020B0502040204020203" pitchFamily="34" charset="-79"/>
                  </a:rPr>
                  <a:t>פרומלה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, …, </m:t>
                    </m:r>
                    <m:r>
                      <a:rPr lang="en-US" i="1" dirty="0" err="1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he-IL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יוצרים מערכת ערוצים מעל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〈</m:t>
                    </m:r>
                    <m:r>
                      <a:rPr lang="en-US" i="1" dirty="0">
                        <a:latin typeface="Cambria Math"/>
                      </a:rPr>
                      <m:t>𝑉𝑎𝑟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 err="1">
                        <a:latin typeface="Cambria Math"/>
                      </a:rPr>
                      <m:t>𝐶</m:t>
                    </m:r>
                    <m:r>
                      <a:rPr lang="en-US" i="1" dirty="0" err="1">
                        <a:latin typeface="Cambria Math"/>
                      </a:rPr>
                      <m:t>h</m:t>
                    </m:r>
                    <m:r>
                      <a:rPr lang="en-US" i="1" dirty="0" err="1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〉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לדוגמה,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נראה בשקף הבא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, איך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התהליך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r>
                  <a:rPr lang="he-IL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מתורגם לגרף </a:t>
                </a:r>
                <a:r>
                  <a:rPr lang="he-IL" err="1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תוכנית</a:t>
                </a:r>
                <a:endParaRPr lang="he-IL">
                  <a:solidFill>
                    <a:srgbClr val="151AE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47800"/>
                <a:ext cx="8229600" cy="5486400"/>
              </a:xfrm>
              <a:blipFill>
                <a:blip r:embed="rId2"/>
                <a:stretch>
                  <a:fillRect t="-1222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4"/>
          <p:cNvSpPr txBox="1">
            <a:spLocks/>
          </p:cNvSpPr>
          <p:nvPr/>
        </p:nvSpPr>
        <p:spPr>
          <a:xfrm>
            <a:off x="2438400" y="4714973"/>
            <a:ext cx="41148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  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-&gt; x := 0; y := x</a:t>
            </a:r>
          </a:p>
          <a:p>
            <a:pPr algn="l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578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נעבור להגדרות פורמאליות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1578" y="-762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371600"/>
            <a:ext cx="8225451" cy="1615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נגדיר את </a:t>
            </a:r>
            <a:r>
              <a:rPr lang="he-IL" sz="280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קבוצת המקומות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בתוכנית </a:t>
            </a:r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באופן רקורסיבי</a:t>
            </a:r>
          </a:p>
          <a:p>
            <a:pPr algn="ctr">
              <a:spcBef>
                <a:spcPts val="1800"/>
              </a:spcBef>
            </a:pP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לאחר מכן, </a:t>
            </a:r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באמצעות כללי גזירה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, נגדיר את</a:t>
            </a:r>
            <a:b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המעברים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בין המקומות השונים</a:t>
            </a:r>
          </a:p>
        </p:txBody>
      </p:sp>
      <p:pic>
        <p:nvPicPr>
          <p:cNvPr id="2050" name="Picture 2" descr="http://1.bp.blogspot.com/-iMzXTc-c0ig/Ugdd4PRWIrI/AAAAAAAAANw/mpRv4-MexfQ/s1600/recurs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78" y="3733800"/>
            <a:ext cx="3218330" cy="2188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s1.kikar.net/th/data/auto/nadm/dj/4k9raawx__w470h342q9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778" y="3767652"/>
            <a:ext cx="3037220" cy="221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21873" y="4402490"/>
            <a:ext cx="50045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926" y="5951277"/>
            <a:ext cx="3377849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הגדרה רקורסיבית של המקומות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8217" y="5977714"/>
            <a:ext cx="4506362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כללי גזירה להגדרת המעברים בין המקומות</a:t>
            </a:r>
          </a:p>
        </p:txBody>
      </p:sp>
    </p:spTree>
    <p:extLst>
      <p:ext uri="{BB962C8B-B14F-4D97-AF65-F5344CB8AC3E}">
        <p14:creationId xmlns:p14="http://schemas.microsoft.com/office/powerpoint/2010/main" val="2667240753"/>
      </p:ext>
    </p:extLst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2715207" y="966467"/>
            <a:ext cx="41148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/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:: y &lt; 5</a:t>
            </a:r>
            <a:r>
              <a:rPr lang="es-ES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-&gt; x := 0; y := x</a:t>
            </a:r>
          </a:p>
          <a:p>
            <a:pPr algn="l"/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411382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גרף תוכנית למבנה תנאי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1" name="Down Arrow 20"/>
          <p:cNvSpPr/>
          <p:nvPr/>
        </p:nvSpPr>
        <p:spPr>
          <a:xfrm flipV="1">
            <a:off x="5586703" y="1818659"/>
            <a:ext cx="228600" cy="216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Down Arrow 21"/>
          <p:cNvSpPr/>
          <p:nvPr/>
        </p:nvSpPr>
        <p:spPr>
          <a:xfrm flipV="1">
            <a:off x="2942781" y="2052531"/>
            <a:ext cx="228600" cy="216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Rectangle 25"/>
          <p:cNvSpPr/>
          <p:nvPr/>
        </p:nvSpPr>
        <p:spPr>
          <a:xfrm>
            <a:off x="6781800" y="4809637"/>
            <a:ext cx="1524000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Franklin Gothic Book"/>
              </a:rPr>
              <a:t>exit</a:t>
            </a:r>
          </a:p>
        </p:txBody>
      </p:sp>
      <p:cxnSp>
        <p:nvCxnSpPr>
          <p:cNvPr id="27" name="Straight Arrow Connector 26"/>
          <p:cNvCxnSpPr>
            <a:stCxn id="35" idx="3"/>
            <a:endCxn id="26" idx="1"/>
          </p:cNvCxnSpPr>
          <p:nvPr/>
        </p:nvCxnSpPr>
        <p:spPr>
          <a:xfrm>
            <a:off x="3989972" y="4378337"/>
            <a:ext cx="2791828" cy="621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721384">
            <a:off x="4351334" y="4359697"/>
            <a:ext cx="2210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x&gt;1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y := x + 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9557" y="6114662"/>
            <a:ext cx="1109316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cxnSp>
        <p:nvCxnSpPr>
          <p:cNvPr id="30" name="Shape 14"/>
          <p:cNvCxnSpPr>
            <a:stCxn id="35" idx="2"/>
            <a:endCxn id="29" idx="1"/>
          </p:cNvCxnSpPr>
          <p:nvPr/>
        </p:nvCxnSpPr>
        <p:spPr>
          <a:xfrm rot="16200000" flipH="1">
            <a:off x="2761113" y="4656717"/>
            <a:ext cx="1334355" cy="1962534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hape 16"/>
          <p:cNvCxnSpPr>
            <a:stCxn id="29" idx="3"/>
            <a:endCxn id="26" idx="2"/>
          </p:cNvCxnSpPr>
          <p:nvPr/>
        </p:nvCxnSpPr>
        <p:spPr>
          <a:xfrm flipV="1">
            <a:off x="5518873" y="5190637"/>
            <a:ext cx="2024927" cy="1114525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47377" y="633626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y &lt; 5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x :=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2714" y="6310995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y := 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073" y="3785867"/>
            <a:ext cx="3085899" cy="11849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269875" algn="l"/>
                <a:tab pos="895350" algn="l"/>
                <a:tab pos="1073150" algn="l"/>
                <a:tab pos="3255963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if	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269875" algn="l"/>
                <a:tab pos="895350" algn="l"/>
                <a:tab pos="1073150" algn="l"/>
                <a:tab pos="3255963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:: x &gt; 1	-&gt; y :=</a:t>
            </a:r>
            <a:r>
              <a:rPr lang="he-IL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269875" algn="l"/>
                <a:tab pos="895350" algn="l"/>
                <a:tab pos="1073150" algn="l"/>
                <a:tab pos="3255963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:: y &lt; 5	-&gt; x :=</a:t>
            </a:r>
            <a:r>
              <a:rPr lang="he-IL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0; y :=</a:t>
            </a:r>
            <a:r>
              <a:rPr lang="he-IL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269875" algn="l"/>
                <a:tab pos="895350" algn="l"/>
                <a:tab pos="1073150" algn="l"/>
                <a:tab pos="3255963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</a:t>
            </a:r>
          </a:p>
        </p:txBody>
      </p:sp>
      <p:cxnSp>
        <p:nvCxnSpPr>
          <p:cNvPr id="9" name="Straight Arrow Connector 8"/>
          <p:cNvCxnSpPr>
            <a:endCxn id="35" idx="1"/>
          </p:cNvCxnSpPr>
          <p:nvPr/>
        </p:nvCxnSpPr>
        <p:spPr>
          <a:xfrm>
            <a:off x="599273" y="4378337"/>
            <a:ext cx="3048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28566"/>
            <a:ext cx="83058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טריק שיעזור להגדיר את הסמנטיקה בנוחות: שם מקום בתוכנית יהיה </a:t>
            </a:r>
            <a:r>
              <a:rPr lang="he-IL" err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ננו-</a:t>
            </a:r>
            <a:r>
              <a:rPr lang="he-IL" err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פרומלה</a:t>
            </a:r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המתארת מה עוד נשאר לעשות כשמגיעים למקום.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4866" y="3784173"/>
            <a:ext cx="1353530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x + y</a:t>
            </a:r>
          </a:p>
        </p:txBody>
      </p:sp>
      <p:cxnSp>
        <p:nvCxnSpPr>
          <p:cNvPr id="25" name="Shape 16"/>
          <p:cNvCxnSpPr>
            <a:stCxn id="24" idx="3"/>
            <a:endCxn id="26" idx="0"/>
          </p:cNvCxnSpPr>
          <p:nvPr/>
        </p:nvCxnSpPr>
        <p:spPr>
          <a:xfrm>
            <a:off x="6378396" y="3974673"/>
            <a:ext cx="1165404" cy="834964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31336" y="3633467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y := x + 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42781" y="5334791"/>
            <a:ext cx="1353530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x:=</a:t>
            </a:r>
            <a:r>
              <a:rPr lang="he-IL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0; y:=x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6311" y="5146543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>
                <a:solidFill>
                  <a:srgbClr val="151AE1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x := 0</a:t>
            </a:r>
          </a:p>
        </p:txBody>
      </p:sp>
      <p:cxnSp>
        <p:nvCxnSpPr>
          <p:cNvPr id="39" name="Shape 16"/>
          <p:cNvCxnSpPr>
            <a:stCxn id="37" idx="3"/>
            <a:endCxn id="29" idx="0"/>
          </p:cNvCxnSpPr>
          <p:nvPr/>
        </p:nvCxnSpPr>
        <p:spPr>
          <a:xfrm>
            <a:off x="4296311" y="5525291"/>
            <a:ext cx="667904" cy="589371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own Arrow 39"/>
          <p:cNvSpPr/>
          <p:nvPr/>
        </p:nvSpPr>
        <p:spPr>
          <a:xfrm flipV="1">
            <a:off x="4572000" y="1793854"/>
            <a:ext cx="228600" cy="216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1" name="Down Arrow 40"/>
          <p:cNvSpPr/>
          <p:nvPr/>
        </p:nvSpPr>
        <p:spPr>
          <a:xfrm>
            <a:off x="4572000" y="1134032"/>
            <a:ext cx="228600" cy="245479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2" name="Down Arrow 41"/>
          <p:cNvSpPr/>
          <p:nvPr/>
        </p:nvSpPr>
        <p:spPr>
          <a:xfrm>
            <a:off x="2618073" y="911819"/>
            <a:ext cx="228600" cy="245479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927646"/>
      </p:ext>
    </p:extLst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גרף תוכנית למבנה תנאי מקונן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25</a:t>
            </a:fld>
            <a:endParaRPr lang="he-IL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201282" y="1330494"/>
            <a:ext cx="4256918" cy="20223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:: x &gt; y -&gt;  </a:t>
            </a:r>
          </a:p>
          <a:p>
            <a:pPr lvl="1" algn="l" rtl="0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y := 2y;</a:t>
            </a:r>
          </a:p>
          <a:p>
            <a:pPr lvl="1"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2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1-&gt; y := x + y   </a:t>
            </a:r>
          </a:p>
          <a:p>
            <a:pPr lvl="2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-&gt; x := 0; y := x</a:t>
            </a:r>
          </a:p>
          <a:p>
            <a:pPr lvl="1"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  <a:p>
            <a:pPr algn="l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  <p:sp>
        <p:nvSpPr>
          <p:cNvPr id="8" name="Rectangle 7"/>
          <p:cNvSpPr/>
          <p:nvPr/>
        </p:nvSpPr>
        <p:spPr>
          <a:xfrm>
            <a:off x="7012756" y="4816223"/>
            <a:ext cx="1611504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Franklin Gothic Book"/>
              </a:rPr>
              <a:t>exit</a:t>
            </a:r>
          </a:p>
        </p:txBody>
      </p:sp>
      <p:cxnSp>
        <p:nvCxnSpPr>
          <p:cNvPr id="10" name="Straight Arrow Connector 9"/>
          <p:cNvCxnSpPr>
            <a:stCxn id="7" idx="3"/>
            <a:endCxn id="8" idx="1"/>
          </p:cNvCxnSpPr>
          <p:nvPr/>
        </p:nvCxnSpPr>
        <p:spPr>
          <a:xfrm flipV="1">
            <a:off x="4734865" y="5006723"/>
            <a:ext cx="2277891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65651" y="4587931"/>
            <a:ext cx="261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x&gt;1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y := x + 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5601" y="6042114"/>
            <a:ext cx="890322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cxnSp>
        <p:nvCxnSpPr>
          <p:cNvPr id="15" name="Shape 14"/>
          <p:cNvCxnSpPr>
            <a:stCxn id="7" idx="2"/>
            <a:endCxn id="13" idx="1"/>
          </p:cNvCxnSpPr>
          <p:nvPr/>
        </p:nvCxnSpPr>
        <p:spPr>
          <a:xfrm rot="16200000" flipH="1">
            <a:off x="4038830" y="4995843"/>
            <a:ext cx="694976" cy="177856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hape 16"/>
          <p:cNvCxnSpPr>
            <a:stCxn id="13" idx="3"/>
            <a:endCxn id="8" idx="2"/>
          </p:cNvCxnSpPr>
          <p:nvPr/>
        </p:nvCxnSpPr>
        <p:spPr>
          <a:xfrm flipV="1">
            <a:off x="6165923" y="5197223"/>
            <a:ext cx="1652585" cy="1035391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95600" y="6218258"/>
            <a:ext cx="215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x :=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0178" y="6218258"/>
            <a:ext cx="2168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y := 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9879" y="1688511"/>
            <a:ext cx="2971800" cy="184665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  <a:defRPr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if :: x &gt; y -&gt;  </a:t>
            </a:r>
          </a:p>
          <a:p>
            <a:pPr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  <a:defRPr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	y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2y;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447675" algn="l"/>
                <a:tab pos="719138" algn="l"/>
                <a:tab pos="1436688" algn="l"/>
                <a:tab pos="3255963" algn="l"/>
              </a:tabLst>
              <a:defRPr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	if	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447675" algn="l"/>
                <a:tab pos="719138" algn="l"/>
                <a:tab pos="1436688" algn="l"/>
                <a:tab pos="3255963" algn="l"/>
              </a:tabLst>
              <a:defRPr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		:: x &gt; 1	-&gt; y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		:: true	-&gt; x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0; y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447675" algn="l"/>
                <a:tab pos="719138" algn="l"/>
                <a:tab pos="1436688" algn="l"/>
                <a:tab pos="3255963" algn="l"/>
              </a:tabLst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	fi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447675" algn="l"/>
                <a:tab pos="719138" algn="l"/>
                <a:tab pos="1436688" algn="l"/>
                <a:tab pos="3255963" algn="l"/>
              </a:tabLst>
              <a:defRPr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9204" y="4475809"/>
            <a:ext cx="2475661" cy="106182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269875" algn="l"/>
                <a:tab pos="895350" algn="l"/>
                <a:tab pos="1073150" algn="l"/>
                <a:tab pos="3255963" algn="l"/>
              </a:tabLst>
              <a:defRPr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if	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269875" algn="l"/>
                <a:tab pos="895350" algn="l"/>
                <a:tab pos="1073150" algn="l"/>
                <a:tab pos="3255963" algn="l"/>
              </a:tabLst>
              <a:defRPr/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	:: x &gt; 1	-&gt; y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269875" algn="l"/>
                <a:tab pos="895350" algn="l"/>
                <a:tab pos="1073150" algn="l"/>
                <a:tab pos="3255963" algn="l"/>
              </a:tabLst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	:: true	-&gt; x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0; y :=</a:t>
            </a:r>
            <a:r>
              <a:rPr lang="he-IL" sz="1200">
                <a:latin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269875" algn="l"/>
                <a:tab pos="895350" algn="l"/>
                <a:tab pos="1073150" algn="l"/>
                <a:tab pos="3255963" algn="l"/>
              </a:tabLst>
            </a:pP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fi</a:t>
            </a:r>
          </a:p>
        </p:txBody>
      </p:sp>
      <p:cxnSp>
        <p:nvCxnSpPr>
          <p:cNvPr id="41" name="Straight Arrow Connector 40"/>
          <p:cNvCxnSpPr>
            <a:endCxn id="5" idx="0"/>
          </p:cNvCxnSpPr>
          <p:nvPr/>
        </p:nvCxnSpPr>
        <p:spPr>
          <a:xfrm flipH="1">
            <a:off x="1855779" y="1299757"/>
            <a:ext cx="12198" cy="3887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5" idx="2"/>
            <a:endCxn id="7" idx="1"/>
          </p:cNvCxnSpPr>
          <p:nvPr/>
        </p:nvCxnSpPr>
        <p:spPr>
          <a:xfrm rot="16200000" flipH="1">
            <a:off x="1321714" y="4069234"/>
            <a:ext cx="1471554" cy="403425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-316525" y="4086281"/>
            <a:ext cx="257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x&gt;y</a:t>
            </a:r>
            <a:r>
              <a:rPr lang="en-US">
                <a:latin typeface="Consolas" panose="020B0609020204030204" pitchFamily="49" charset="0"/>
              </a:rPr>
              <a:t> :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y := 2y</a:t>
            </a:r>
          </a:p>
        </p:txBody>
      </p:sp>
      <p:sp>
        <p:nvSpPr>
          <p:cNvPr id="20" name="Down Arrow 19"/>
          <p:cNvSpPr/>
          <p:nvPr/>
        </p:nvSpPr>
        <p:spPr>
          <a:xfrm flipV="1">
            <a:off x="4111282" y="1598511"/>
            <a:ext cx="180000" cy="180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Down Arrow 20"/>
          <p:cNvSpPr/>
          <p:nvPr/>
        </p:nvSpPr>
        <p:spPr>
          <a:xfrm flipV="1">
            <a:off x="4520049" y="2099809"/>
            <a:ext cx="180000" cy="180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Down Arrow 21"/>
          <p:cNvSpPr/>
          <p:nvPr/>
        </p:nvSpPr>
        <p:spPr>
          <a:xfrm flipV="1">
            <a:off x="7275317" y="2749489"/>
            <a:ext cx="180000" cy="180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Down Arrow 22"/>
          <p:cNvSpPr/>
          <p:nvPr/>
        </p:nvSpPr>
        <p:spPr>
          <a:xfrm flipV="1">
            <a:off x="4520049" y="3238786"/>
            <a:ext cx="180000" cy="180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TextBox 8"/>
          <p:cNvSpPr txBox="1"/>
          <p:nvPr/>
        </p:nvSpPr>
        <p:spPr>
          <a:xfrm>
            <a:off x="3625317" y="3656355"/>
            <a:ext cx="5346335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algn="ctr"/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למען הקְרִיאוּת, לא ציירנו כאן מקומות שאין אליהם מעבר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81025891"/>
      </p:ext>
    </p:extLst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גרף תוכנית למבנה לולאה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2318361" y="1180196"/>
            <a:ext cx="4433152" cy="147831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/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</a:p>
          <a:p>
            <a:pPr lvl="1" algn="l" rtl="0"/>
            <a:r>
              <a:rPr lang="es-ES" sz="2000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 sz="2000">
                <a:solidFill>
                  <a:srgbClr val="000000"/>
                </a:solidFill>
                <a:latin typeface="Consolas" panose="020B0609020204030204" pitchFamily="49" charset="0"/>
              </a:rPr>
              <a:t>:: y &lt; x -&gt; x := 0; y := x</a:t>
            </a:r>
          </a:p>
          <a:p>
            <a:pPr algn="l" rtl="0"/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 rot="5400000">
            <a:off x="5478506" y="3682177"/>
            <a:ext cx="381000" cy="3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hape 67"/>
          <p:cNvCxnSpPr>
            <a:stCxn id="5" idx="0"/>
            <a:endCxn id="5" idx="3"/>
          </p:cNvCxnSpPr>
          <p:nvPr/>
        </p:nvCxnSpPr>
        <p:spPr>
          <a:xfrm rot="16200000" flipH="1">
            <a:off x="7340950" y="3405974"/>
            <a:ext cx="592470" cy="1531657"/>
          </a:xfrm>
          <a:prstGeom prst="bentConnector4">
            <a:avLst>
              <a:gd name="adj1" fmla="val -38584"/>
              <a:gd name="adj2" fmla="val 11492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169908" y="6277563"/>
            <a:ext cx="1524000" cy="381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Franklin Gothic Book"/>
              </a:rPr>
              <a:t>exit</a:t>
            </a:r>
          </a:p>
        </p:txBody>
      </p:sp>
      <p:cxnSp>
        <p:nvCxnSpPr>
          <p:cNvPr id="72" name="Straight Arrow Connector 71"/>
          <p:cNvCxnSpPr>
            <a:stCxn id="5" idx="1"/>
            <a:endCxn id="71" idx="3"/>
          </p:cNvCxnSpPr>
          <p:nvPr/>
        </p:nvCxnSpPr>
        <p:spPr>
          <a:xfrm rot="10800000" flipV="1">
            <a:off x="3693908" y="4468037"/>
            <a:ext cx="1645792" cy="2000026"/>
          </a:xfrm>
          <a:prstGeom prst="bentConnector3">
            <a:avLst>
              <a:gd name="adj1" fmla="val -149328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" idx="1"/>
            <a:endCxn id="37" idx="3"/>
          </p:cNvCxnSpPr>
          <p:nvPr/>
        </p:nvCxnSpPr>
        <p:spPr>
          <a:xfrm flipH="1">
            <a:off x="3352800" y="4468037"/>
            <a:ext cx="1986900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hape 80"/>
          <p:cNvCxnSpPr>
            <a:stCxn id="37" idx="2"/>
            <a:endCxn id="5" idx="2"/>
          </p:cNvCxnSpPr>
          <p:nvPr/>
        </p:nvCxnSpPr>
        <p:spPr>
          <a:xfrm rot="5400000" flipH="1" flipV="1">
            <a:off x="4276980" y="2612326"/>
            <a:ext cx="146195" cy="5042557"/>
          </a:xfrm>
          <a:prstGeom prst="bentConnector3">
            <a:avLst>
              <a:gd name="adj1" fmla="val -271247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804696" y="3203062"/>
                <a:ext cx="23610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&gt; </m:t>
                      </m:r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696" y="3203062"/>
                <a:ext cx="2361031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3955204" y="6077989"/>
                <a:ext cx="44478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 &gt; </m:t>
                        </m:r>
                        <m:r>
                          <a:rPr lang="en-US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rgbClr val="151AE1"/>
                    </a:solidFill>
                    <a:latin typeface="cmr10"/>
                  </a:rPr>
                  <a:t> : </a:t>
                </a:r>
                <a:r>
                  <a:rPr lang="en-US">
                    <a:solidFill>
                      <a:srgbClr val="FF0000"/>
                    </a:solidFill>
                    <a:latin typeface="cmr10"/>
                  </a:rPr>
                  <a:t>nothing</a:t>
                </a:r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204" y="6077989"/>
                <a:ext cx="4447810" cy="369332"/>
              </a:xfrm>
              <a:prstGeom prst="rect">
                <a:avLst/>
              </a:prstGeom>
              <a:blipFill>
                <a:blip r:embed="rId3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581825" y="5213329"/>
                <a:ext cx="1848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825" y="5213329"/>
                <a:ext cx="1848904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539779" y="4057358"/>
                <a:ext cx="1638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i="1" dirty="0" smtClean="0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779" y="4057358"/>
                <a:ext cx="1638590" cy="369332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339700" y="3875567"/>
            <a:ext cx="3063314" cy="11849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6088" lvl="0" indent="-1716088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  <a:defRPr/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do	</a:t>
            </a:r>
          </a:p>
          <a:p>
            <a:pPr marL="1716088" lvl="0" indent="-1716088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  <a:defRPr/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:: x &gt; 1 -&gt; y :=</a:t>
            </a:r>
            <a:r>
              <a:rPr lang="he-IL" sz="1400">
                <a:latin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1716088" lvl="0" indent="-1716088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:: y &lt; x</a:t>
            </a: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-&gt; x :=</a:t>
            </a:r>
            <a:r>
              <a:rPr lang="he-IL" sz="1400">
                <a:latin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0; y :=</a:t>
            </a:r>
            <a:r>
              <a:rPr lang="he-IL" sz="1400">
                <a:latin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lvl="0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  <a:defRPr/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od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4800" y="3729374"/>
            <a:ext cx="3048000" cy="147732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6088" lvl="0" indent="-1716088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  <a:defRPr/>
            </a:pP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y:=x;</a:t>
            </a:r>
          </a:p>
          <a:p>
            <a:pPr marL="1716088" lvl="0" indent="-1716088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  <a:defRPr/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do	</a:t>
            </a:r>
          </a:p>
          <a:p>
            <a:pPr marL="1716088" lvl="0" indent="-1716088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  <a:defRPr/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:: x &gt; 1 -&gt; y :=</a:t>
            </a:r>
            <a:r>
              <a:rPr lang="he-IL" sz="1400">
                <a:latin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1716088" lvl="0" indent="-1716088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:: y &lt; x</a:t>
            </a: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-&gt; x :=</a:t>
            </a:r>
            <a:r>
              <a:rPr lang="he-IL" sz="1400">
                <a:latin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0; y :=</a:t>
            </a:r>
            <a:r>
              <a:rPr lang="he-IL" sz="1400">
                <a:latin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lvl="0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17525" algn="l"/>
                <a:tab pos="989013" algn="l"/>
                <a:tab pos="1616075" algn="l"/>
                <a:tab pos="2112963" algn="l"/>
                <a:tab pos="2779713" algn="l"/>
              </a:tabLst>
              <a:defRPr/>
            </a:pP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od</a:t>
            </a:r>
          </a:p>
        </p:txBody>
      </p:sp>
      <p:sp>
        <p:nvSpPr>
          <p:cNvPr id="18" name="Down Arrow 17"/>
          <p:cNvSpPr/>
          <p:nvPr/>
        </p:nvSpPr>
        <p:spPr>
          <a:xfrm flipV="1">
            <a:off x="5479659" y="2142931"/>
            <a:ext cx="180000" cy="180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Down Arrow 18"/>
          <p:cNvSpPr/>
          <p:nvPr/>
        </p:nvSpPr>
        <p:spPr>
          <a:xfrm flipV="1">
            <a:off x="2266748" y="1523692"/>
            <a:ext cx="180000" cy="180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Down Arrow 19"/>
          <p:cNvSpPr/>
          <p:nvPr/>
        </p:nvSpPr>
        <p:spPr>
          <a:xfrm flipV="1">
            <a:off x="2643309" y="2381183"/>
            <a:ext cx="180000" cy="180000"/>
          </a:xfrm>
          <a:prstGeom prst="downArrow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Box 20"/>
          <p:cNvSpPr txBox="1"/>
          <p:nvPr/>
        </p:nvSpPr>
        <p:spPr>
          <a:xfrm>
            <a:off x="1861771" y="2739733"/>
            <a:ext cx="5346335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algn="ctr"/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למען הקְרִיאוּת, לא ציירנו כאן מקומות שאין אליהם מעבר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9197718"/>
      </p:ext>
    </p:extLst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F072-8CE9-B993-5CDC-A11E29C27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קוד מתוך תרגיל הבית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CE65A-3ECF-DA7D-E64A-73353709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A7F926B5-663A-4127-A287-7B83208B40AD}" type="datetime8">
              <a:rPr lang="he-IL" smtClean="0"/>
              <a:pPr algn="l" rtl="0"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DAAD6-9386-145A-DB48-7466F347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/>
              <a:pPr rtl="0"/>
              <a:t>27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6A592-A90D-4272-CF22-CD4835339F9B}"/>
              </a:ext>
            </a:extLst>
          </p:cNvPr>
          <p:cNvSpPr txBox="1"/>
          <p:nvPr/>
        </p:nvSpPr>
        <p:spPr>
          <a:xfrm>
            <a:off x="2016208" y="1422274"/>
            <a:ext cx="4320204" cy="1356975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 :: x&gt;y =&gt; if ::y&gt;3 =&gt; x:=7 fi; x:=3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:: a&gt;5 =&gt; C!4; D!6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od;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x:=111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code_to_program_graph_dot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279D0902-E565-77D2-CE5D-EA80D2E8F534}"/>
              </a:ext>
            </a:extLst>
          </p:cNvPr>
          <p:cNvGrpSpPr/>
          <p:nvPr/>
        </p:nvGrpSpPr>
        <p:grpSpPr>
          <a:xfrm>
            <a:off x="136069" y="4441456"/>
            <a:ext cx="8888570" cy="2082792"/>
            <a:chOff x="191994" y="3831054"/>
            <a:chExt cx="8719375" cy="1680735"/>
          </a:xfrm>
        </p:grpSpPr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065D6912-E5E5-A1AD-91BB-F34F929129C4}"/>
                </a:ext>
              </a:extLst>
            </p:cNvPr>
            <p:cNvGrpSpPr/>
            <p:nvPr/>
          </p:nvGrpSpPr>
          <p:grpSpPr>
            <a:xfrm>
              <a:off x="2921459" y="3831054"/>
              <a:ext cx="3634328" cy="286082"/>
              <a:chOff x="2921459" y="3831054"/>
              <a:chExt cx="3634328" cy="286082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2D1DD48-A00A-7FA9-CF4A-E1C2A0DD150C}"/>
                  </a:ext>
                </a:extLst>
              </p:cNvPr>
              <p:cNvSpPr/>
              <p:nvPr/>
            </p:nvSpPr>
            <p:spPr>
              <a:xfrm>
                <a:off x="2977487" y="3831054"/>
                <a:ext cx="3420981" cy="286082"/>
              </a:xfrm>
              <a:custGeom>
                <a:avLst/>
                <a:gdLst>
                  <a:gd name="connsiteX0" fmla="*/ 3420986 w 3420981"/>
                  <a:gd name="connsiteY0" fmla="*/ 216 h 286082"/>
                  <a:gd name="connsiteX1" fmla="*/ 4 w 3420981"/>
                  <a:gd name="connsiteY1" fmla="*/ 216 h 286082"/>
                  <a:gd name="connsiteX2" fmla="*/ 4 w 3420981"/>
                  <a:gd name="connsiteY2" fmla="*/ 286298 h 286082"/>
                  <a:gd name="connsiteX3" fmla="*/ 3420986 w 3420981"/>
                  <a:gd name="connsiteY3" fmla="*/ 286298 h 286082"/>
                  <a:gd name="connsiteX4" fmla="*/ 3420986 w 3420981"/>
                  <a:gd name="connsiteY4" fmla="*/ 216 h 28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0981" h="286082">
                    <a:moveTo>
                      <a:pt x="3420986" y="216"/>
                    </a:moveTo>
                    <a:lnTo>
                      <a:pt x="4" y="216"/>
                    </a:lnTo>
                    <a:lnTo>
                      <a:pt x="4" y="286298"/>
                    </a:lnTo>
                    <a:lnTo>
                      <a:pt x="3420986" y="286298"/>
                    </a:lnTo>
                    <a:lnTo>
                      <a:pt x="3420986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BEAC91-3B2B-6F62-94D3-BCD336E9DBB1}"/>
                  </a:ext>
                </a:extLst>
              </p:cNvPr>
              <p:cNvSpPr txBox="1"/>
              <p:nvPr/>
            </p:nvSpPr>
            <p:spPr>
              <a:xfrm>
                <a:off x="2921459" y="3868219"/>
                <a:ext cx="36343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do ::x &gt; y =&gt; if ::y &gt; 3 =&gt; x := 7 fi; x := 3 ::a &gt; 5 =&gt; C!4; D!6 od; x := 111</a:t>
                </a:r>
              </a:p>
            </p:txBody>
          </p:sp>
        </p:grpSp>
        <p:grpSp>
          <p:nvGrpSpPr>
            <p:cNvPr id="15" name="Graphic 8">
              <a:extLst>
                <a:ext uri="{FF2B5EF4-FFF2-40B4-BE49-F238E27FC236}">
                  <a16:creationId xmlns:a16="http://schemas.microsoft.com/office/drawing/2014/main" id="{5D9CE4DC-45E1-262B-C65D-CB2251B3F2FE}"/>
                </a:ext>
              </a:extLst>
            </p:cNvPr>
            <p:cNvGrpSpPr/>
            <p:nvPr/>
          </p:nvGrpSpPr>
          <p:grpSpPr>
            <a:xfrm>
              <a:off x="191994" y="4528381"/>
              <a:ext cx="3874779" cy="286082"/>
              <a:chOff x="191994" y="4528381"/>
              <a:chExt cx="3874779" cy="286082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72F6814-1139-744D-5727-04A78B93E651}"/>
                  </a:ext>
                </a:extLst>
              </p:cNvPr>
              <p:cNvSpPr/>
              <p:nvPr/>
            </p:nvSpPr>
            <p:spPr>
              <a:xfrm>
                <a:off x="253991" y="4528381"/>
                <a:ext cx="3647773" cy="286082"/>
              </a:xfrm>
              <a:custGeom>
                <a:avLst/>
                <a:gdLst>
                  <a:gd name="connsiteX0" fmla="*/ 3647778 w 3647773"/>
                  <a:gd name="connsiteY0" fmla="*/ 216 h 286082"/>
                  <a:gd name="connsiteX1" fmla="*/ 4 w 3647773"/>
                  <a:gd name="connsiteY1" fmla="*/ 216 h 286082"/>
                  <a:gd name="connsiteX2" fmla="*/ 4 w 3647773"/>
                  <a:gd name="connsiteY2" fmla="*/ 286298 h 286082"/>
                  <a:gd name="connsiteX3" fmla="*/ 3647778 w 3647773"/>
                  <a:gd name="connsiteY3" fmla="*/ 286298 h 286082"/>
                  <a:gd name="connsiteX4" fmla="*/ 3647778 w 3647773"/>
                  <a:gd name="connsiteY4" fmla="*/ 216 h 28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7773" h="286082">
                    <a:moveTo>
                      <a:pt x="3647778" y="216"/>
                    </a:moveTo>
                    <a:lnTo>
                      <a:pt x="4" y="216"/>
                    </a:lnTo>
                    <a:lnTo>
                      <a:pt x="4" y="286298"/>
                    </a:lnTo>
                    <a:lnTo>
                      <a:pt x="3647778" y="286298"/>
                    </a:lnTo>
                    <a:lnTo>
                      <a:pt x="3647778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FF324D-1846-8513-82A2-D1D653DFC43B}"/>
                  </a:ext>
                </a:extLst>
              </p:cNvPr>
              <p:cNvSpPr txBox="1"/>
              <p:nvPr/>
            </p:nvSpPr>
            <p:spPr>
              <a:xfrm>
                <a:off x="191994" y="4565466"/>
                <a:ext cx="387477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D!6; do ::x &gt; y =&gt; if ::y &gt; 3 =&gt; x := 7 fi; x := 3 ::a &gt; 5 =&gt; C!4; D!6 od; x := 111</a:t>
                </a:r>
              </a:p>
            </p:txBody>
          </p:sp>
        </p:grpSp>
        <p:grpSp>
          <p:nvGrpSpPr>
            <p:cNvPr id="18" name="Graphic 8">
              <a:extLst>
                <a:ext uri="{FF2B5EF4-FFF2-40B4-BE49-F238E27FC236}">
                  <a16:creationId xmlns:a16="http://schemas.microsoft.com/office/drawing/2014/main" id="{0E87EB9C-5ABE-5E54-3EE5-62C708E619D2}"/>
                </a:ext>
              </a:extLst>
            </p:cNvPr>
            <p:cNvGrpSpPr/>
            <p:nvPr/>
          </p:nvGrpSpPr>
          <p:grpSpPr>
            <a:xfrm>
              <a:off x="2390851" y="4120793"/>
              <a:ext cx="1317862" cy="399561"/>
              <a:chOff x="2390851" y="4120793"/>
              <a:chExt cx="1317862" cy="399561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95B56DD-78DA-5751-650E-E9E3994B7A6B}"/>
                  </a:ext>
                </a:extLst>
              </p:cNvPr>
              <p:cNvSpPr/>
              <p:nvPr/>
            </p:nvSpPr>
            <p:spPr>
              <a:xfrm>
                <a:off x="2462868" y="4120793"/>
                <a:ext cx="1245845" cy="368728"/>
              </a:xfrm>
              <a:custGeom>
                <a:avLst/>
                <a:gdLst>
                  <a:gd name="connsiteX0" fmla="*/ 1245850 w 1245845"/>
                  <a:gd name="connsiteY0" fmla="*/ 216 h 368728"/>
                  <a:gd name="connsiteX1" fmla="*/ 633590 w 1245845"/>
                  <a:gd name="connsiteY1" fmla="*/ 139601 h 368728"/>
                  <a:gd name="connsiteX2" fmla="*/ 4 w 1245845"/>
                  <a:gd name="connsiteY2" fmla="*/ 368944 h 36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45845" h="368728">
                    <a:moveTo>
                      <a:pt x="1245850" y="216"/>
                    </a:moveTo>
                    <a:cubicBezTo>
                      <a:pt x="1041816" y="38121"/>
                      <a:pt x="829268" y="84371"/>
                      <a:pt x="633590" y="139601"/>
                    </a:cubicBezTo>
                    <a:cubicBezTo>
                      <a:pt x="419291" y="200076"/>
                      <a:pt x="187963" y="289556"/>
                      <a:pt x="4" y="368944"/>
                    </a:cubicBezTo>
                  </a:path>
                </a:pathLst>
              </a:custGeom>
              <a:noFill/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00C3750-D111-8956-67C0-B252A8B884E1}"/>
                  </a:ext>
                </a:extLst>
              </p:cNvPr>
              <p:cNvSpPr/>
              <p:nvPr/>
            </p:nvSpPr>
            <p:spPr>
              <a:xfrm>
                <a:off x="2390851" y="4463456"/>
                <a:ext cx="84112" cy="56898"/>
              </a:xfrm>
              <a:custGeom>
                <a:avLst/>
                <a:gdLst>
                  <a:gd name="connsiteX0" fmla="*/ 84116 w 84112"/>
                  <a:gd name="connsiteY0" fmla="*/ 51313 h 56898"/>
                  <a:gd name="connsiteX1" fmla="*/ 4 w 84112"/>
                  <a:gd name="connsiteY1" fmla="*/ 57114 h 56898"/>
                  <a:gd name="connsiteX2" fmla="*/ 62153 w 84112"/>
                  <a:gd name="connsiteY2" fmla="*/ 216 h 56898"/>
                  <a:gd name="connsiteX3" fmla="*/ 84116 w 84112"/>
                  <a:gd name="connsiteY3" fmla="*/ 51313 h 56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112" h="56898">
                    <a:moveTo>
                      <a:pt x="84116" y="51313"/>
                    </a:moveTo>
                    <a:lnTo>
                      <a:pt x="4" y="57114"/>
                    </a:lnTo>
                    <a:lnTo>
                      <a:pt x="62153" y="216"/>
                    </a:lnTo>
                    <a:lnTo>
                      <a:pt x="84116" y="51313"/>
                    </a:lnTo>
                    <a:close/>
                  </a:path>
                </a:pathLst>
              </a:custGeom>
              <a:solidFill>
                <a:srgbClr val="00000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9C2217F-AF15-F644-63EA-A836C249B326}"/>
                  </a:ext>
                </a:extLst>
              </p:cNvPr>
              <p:cNvSpPr txBox="1"/>
              <p:nvPr/>
            </p:nvSpPr>
            <p:spPr>
              <a:xfrm>
                <a:off x="3001035" y="4216843"/>
                <a:ext cx="67999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a &gt; 5 : C!4</a:t>
                </a:r>
              </a:p>
            </p:txBody>
          </p:sp>
        </p:grpSp>
        <p:grpSp>
          <p:nvGrpSpPr>
            <p:cNvPr id="22" name="Graphic 8">
              <a:extLst>
                <a:ext uri="{FF2B5EF4-FFF2-40B4-BE49-F238E27FC236}">
                  <a16:creationId xmlns:a16="http://schemas.microsoft.com/office/drawing/2014/main" id="{CBB8627D-7D48-A026-8603-8808C1C57754}"/>
                </a:ext>
              </a:extLst>
            </p:cNvPr>
            <p:cNvGrpSpPr/>
            <p:nvPr/>
          </p:nvGrpSpPr>
          <p:grpSpPr>
            <a:xfrm>
              <a:off x="3983801" y="4528381"/>
              <a:ext cx="3966150" cy="286082"/>
              <a:chOff x="3983801" y="4528381"/>
              <a:chExt cx="3966150" cy="286082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6AE3263-83B8-BDA0-45C4-B298939D1F27}"/>
                  </a:ext>
                </a:extLst>
              </p:cNvPr>
              <p:cNvSpPr/>
              <p:nvPr/>
            </p:nvSpPr>
            <p:spPr>
              <a:xfrm>
                <a:off x="4044843" y="4528381"/>
                <a:ext cx="3737297" cy="286082"/>
              </a:xfrm>
              <a:custGeom>
                <a:avLst/>
                <a:gdLst>
                  <a:gd name="connsiteX0" fmla="*/ 3737301 w 3737297"/>
                  <a:gd name="connsiteY0" fmla="*/ 216 h 286082"/>
                  <a:gd name="connsiteX1" fmla="*/ 4 w 3737297"/>
                  <a:gd name="connsiteY1" fmla="*/ 216 h 286082"/>
                  <a:gd name="connsiteX2" fmla="*/ 4 w 3737297"/>
                  <a:gd name="connsiteY2" fmla="*/ 286298 h 286082"/>
                  <a:gd name="connsiteX3" fmla="*/ 3737301 w 3737297"/>
                  <a:gd name="connsiteY3" fmla="*/ 286298 h 286082"/>
                  <a:gd name="connsiteX4" fmla="*/ 3737301 w 3737297"/>
                  <a:gd name="connsiteY4" fmla="*/ 216 h 28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7297" h="286082">
                    <a:moveTo>
                      <a:pt x="3737301" y="216"/>
                    </a:moveTo>
                    <a:lnTo>
                      <a:pt x="4" y="216"/>
                    </a:lnTo>
                    <a:lnTo>
                      <a:pt x="4" y="286298"/>
                    </a:lnTo>
                    <a:lnTo>
                      <a:pt x="3737301" y="286298"/>
                    </a:lnTo>
                    <a:lnTo>
                      <a:pt x="3737301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LID4096" sz="14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523074-DAAF-C2F8-062D-7352B9A5ADE8}"/>
                  </a:ext>
                </a:extLst>
              </p:cNvPr>
              <p:cNvSpPr txBox="1"/>
              <p:nvPr/>
            </p:nvSpPr>
            <p:spPr>
              <a:xfrm>
                <a:off x="3983801" y="4565466"/>
                <a:ext cx="396615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x := 3; do ::x &gt; y =&gt; if ::y &gt; 3 =&gt; x := 7 fi; x := 3 ::a &gt; 5 =&gt; C!4; D!6 od; x := 111</a:t>
                </a:r>
              </a:p>
            </p:txBody>
          </p:sp>
        </p:grpSp>
        <p:grpSp>
          <p:nvGrpSpPr>
            <p:cNvPr id="25" name="Graphic 8">
              <a:extLst>
                <a:ext uri="{FF2B5EF4-FFF2-40B4-BE49-F238E27FC236}">
                  <a16:creationId xmlns:a16="http://schemas.microsoft.com/office/drawing/2014/main" id="{CF86DA96-BB04-DCEB-438B-D418B230D262}"/>
                </a:ext>
              </a:extLst>
            </p:cNvPr>
            <p:cNvGrpSpPr/>
            <p:nvPr/>
          </p:nvGrpSpPr>
          <p:grpSpPr>
            <a:xfrm>
              <a:off x="4553806" y="4119521"/>
              <a:ext cx="1260281" cy="404250"/>
              <a:chOff x="4553806" y="4119521"/>
              <a:chExt cx="1260281" cy="40425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984F32E-E800-E854-5784-B6570ED644C1}"/>
                  </a:ext>
                </a:extLst>
              </p:cNvPr>
              <p:cNvSpPr/>
              <p:nvPr/>
            </p:nvSpPr>
            <p:spPr>
              <a:xfrm>
                <a:off x="4618053" y="4119521"/>
                <a:ext cx="237035" cy="378026"/>
              </a:xfrm>
              <a:custGeom>
                <a:avLst/>
                <a:gdLst>
                  <a:gd name="connsiteX0" fmla="*/ 17807 w 237035"/>
                  <a:gd name="connsiteY0" fmla="*/ 216 h 378026"/>
                  <a:gd name="connsiteX1" fmla="*/ 44067 w 237035"/>
                  <a:gd name="connsiteY1" fmla="*/ 266034 h 378026"/>
                  <a:gd name="connsiteX2" fmla="*/ 237040 w 237035"/>
                  <a:gd name="connsiteY2" fmla="*/ 378242 h 378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7035" h="378026">
                    <a:moveTo>
                      <a:pt x="17807" y="216"/>
                    </a:moveTo>
                    <a:cubicBezTo>
                      <a:pt x="-4952" y="85643"/>
                      <a:pt x="-14819" y="192686"/>
                      <a:pt x="44067" y="266034"/>
                    </a:cubicBezTo>
                    <a:cubicBezTo>
                      <a:pt x="79001" y="309503"/>
                      <a:pt x="148232" y="346614"/>
                      <a:pt x="237040" y="378242"/>
                    </a:cubicBezTo>
                  </a:path>
                </a:pathLst>
              </a:custGeom>
              <a:noFill/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6FDC2B8-40F4-5FDB-FF6A-F0B7CAA8AC87}"/>
                  </a:ext>
                </a:extLst>
              </p:cNvPr>
              <p:cNvSpPr/>
              <p:nvPr/>
            </p:nvSpPr>
            <p:spPr>
              <a:xfrm>
                <a:off x="4845937" y="4470767"/>
                <a:ext cx="84271" cy="53004"/>
              </a:xfrm>
              <a:custGeom>
                <a:avLst/>
                <a:gdLst>
                  <a:gd name="connsiteX0" fmla="*/ 16874 w 84271"/>
                  <a:gd name="connsiteY0" fmla="*/ 216 h 53004"/>
                  <a:gd name="connsiteX1" fmla="*/ 84275 w 84271"/>
                  <a:gd name="connsiteY1" fmla="*/ 50757 h 53004"/>
                  <a:gd name="connsiteX2" fmla="*/ 4 w 84271"/>
                  <a:gd name="connsiteY2" fmla="*/ 53220 h 53004"/>
                  <a:gd name="connsiteX3" fmla="*/ 16874 w 84271"/>
                  <a:gd name="connsiteY3" fmla="*/ 216 h 53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271" h="53004">
                    <a:moveTo>
                      <a:pt x="16874" y="216"/>
                    </a:moveTo>
                    <a:lnTo>
                      <a:pt x="84275" y="50757"/>
                    </a:lnTo>
                    <a:lnTo>
                      <a:pt x="4" y="53220"/>
                    </a:lnTo>
                    <a:lnTo>
                      <a:pt x="16874" y="216"/>
                    </a:lnTo>
                    <a:close/>
                  </a:path>
                </a:pathLst>
              </a:custGeom>
              <a:solidFill>
                <a:srgbClr val="00000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8E2FBF-F18B-4D7B-878E-D6FD239BAE16}"/>
                  </a:ext>
                </a:extLst>
              </p:cNvPr>
              <p:cNvSpPr txBox="1"/>
              <p:nvPr/>
            </p:nvSpPr>
            <p:spPr>
              <a:xfrm>
                <a:off x="4553806" y="4216843"/>
                <a:ext cx="126028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y &gt; 3 &amp;&amp; x &gt; y : x := 7</a:t>
                </a:r>
              </a:p>
            </p:txBody>
          </p:sp>
        </p:grpSp>
        <p:grpSp>
          <p:nvGrpSpPr>
            <p:cNvPr id="29" name="Graphic 8">
              <a:extLst>
                <a:ext uri="{FF2B5EF4-FFF2-40B4-BE49-F238E27FC236}">
                  <a16:creationId xmlns:a16="http://schemas.microsoft.com/office/drawing/2014/main" id="{61F20ECD-2E5A-B0F8-2451-9F2C52D43BA0}"/>
                </a:ext>
              </a:extLst>
            </p:cNvPr>
            <p:cNvGrpSpPr/>
            <p:nvPr/>
          </p:nvGrpSpPr>
          <p:grpSpPr>
            <a:xfrm>
              <a:off x="7894972" y="4528381"/>
              <a:ext cx="570990" cy="286082"/>
              <a:chOff x="7894972" y="4528381"/>
              <a:chExt cx="570990" cy="286082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DDEC103-CCFD-F9E0-C6D9-717B3C3CC7AC}"/>
                  </a:ext>
                </a:extLst>
              </p:cNvPr>
              <p:cNvSpPr/>
              <p:nvPr/>
            </p:nvSpPr>
            <p:spPr>
              <a:xfrm>
                <a:off x="7926093" y="4528381"/>
                <a:ext cx="478730" cy="286082"/>
              </a:xfrm>
              <a:custGeom>
                <a:avLst/>
                <a:gdLst>
                  <a:gd name="connsiteX0" fmla="*/ 478735 w 478730"/>
                  <a:gd name="connsiteY0" fmla="*/ 216 h 286082"/>
                  <a:gd name="connsiteX1" fmla="*/ 4 w 478730"/>
                  <a:gd name="connsiteY1" fmla="*/ 216 h 286082"/>
                  <a:gd name="connsiteX2" fmla="*/ 4 w 478730"/>
                  <a:gd name="connsiteY2" fmla="*/ 286298 h 286082"/>
                  <a:gd name="connsiteX3" fmla="*/ 478735 w 478730"/>
                  <a:gd name="connsiteY3" fmla="*/ 286298 h 286082"/>
                  <a:gd name="connsiteX4" fmla="*/ 478735 w 478730"/>
                  <a:gd name="connsiteY4" fmla="*/ 216 h 28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730" h="286082">
                    <a:moveTo>
                      <a:pt x="478735" y="216"/>
                    </a:moveTo>
                    <a:lnTo>
                      <a:pt x="4" y="216"/>
                    </a:lnTo>
                    <a:lnTo>
                      <a:pt x="4" y="286298"/>
                    </a:lnTo>
                    <a:lnTo>
                      <a:pt x="478735" y="286298"/>
                    </a:lnTo>
                    <a:lnTo>
                      <a:pt x="478735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A8330E-5820-EE8B-B20B-A330DB031595}"/>
                  </a:ext>
                </a:extLst>
              </p:cNvPr>
              <p:cNvSpPr txBox="1"/>
              <p:nvPr/>
            </p:nvSpPr>
            <p:spPr>
              <a:xfrm>
                <a:off x="7894972" y="4565466"/>
                <a:ext cx="57099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x := 111</a:t>
                </a:r>
              </a:p>
            </p:txBody>
          </p:sp>
        </p:grpSp>
        <p:grpSp>
          <p:nvGrpSpPr>
            <p:cNvPr id="32" name="Graphic 8">
              <a:extLst>
                <a:ext uri="{FF2B5EF4-FFF2-40B4-BE49-F238E27FC236}">
                  <a16:creationId xmlns:a16="http://schemas.microsoft.com/office/drawing/2014/main" id="{13339D07-DD85-8B17-7923-CF99F1676756}"/>
                </a:ext>
              </a:extLst>
            </p:cNvPr>
            <p:cNvGrpSpPr/>
            <p:nvPr/>
          </p:nvGrpSpPr>
          <p:grpSpPr>
            <a:xfrm>
              <a:off x="5907484" y="4120634"/>
              <a:ext cx="2647615" cy="431349"/>
              <a:chOff x="5907484" y="4120634"/>
              <a:chExt cx="2647615" cy="431349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20B8DAC-1589-48AD-69D5-BB8A2F3FCA1B}"/>
                  </a:ext>
                </a:extLst>
              </p:cNvPr>
              <p:cNvSpPr/>
              <p:nvPr/>
            </p:nvSpPr>
            <p:spPr>
              <a:xfrm>
                <a:off x="5907484" y="4120634"/>
                <a:ext cx="1929961" cy="405204"/>
              </a:xfrm>
              <a:custGeom>
                <a:avLst/>
                <a:gdLst>
                  <a:gd name="connsiteX0" fmla="*/ 4 w 1929961"/>
                  <a:gd name="connsiteY0" fmla="*/ 216 h 405204"/>
                  <a:gd name="connsiteX1" fmla="*/ 1929966 w 1929961"/>
                  <a:gd name="connsiteY1" fmla="*/ 405420 h 4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9961" h="405204">
                    <a:moveTo>
                      <a:pt x="4" y="216"/>
                    </a:moveTo>
                    <a:cubicBezTo>
                      <a:pt x="571043" y="82385"/>
                      <a:pt x="1258581" y="206274"/>
                      <a:pt x="1929966" y="405420"/>
                    </a:cubicBezTo>
                  </a:path>
                </a:pathLst>
              </a:custGeom>
              <a:noFill/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DAC622C-D14F-68E6-5EE1-471970D4EAE5}"/>
                  </a:ext>
                </a:extLst>
              </p:cNvPr>
              <p:cNvSpPr/>
              <p:nvPr/>
            </p:nvSpPr>
            <p:spPr>
              <a:xfrm>
                <a:off x="7827737" y="4498740"/>
                <a:ext cx="84270" cy="53243"/>
              </a:xfrm>
              <a:custGeom>
                <a:avLst/>
                <a:gdLst>
                  <a:gd name="connsiteX0" fmla="*/ 16158 w 84270"/>
                  <a:gd name="connsiteY0" fmla="*/ 216 h 53243"/>
                  <a:gd name="connsiteX1" fmla="*/ 84275 w 84270"/>
                  <a:gd name="connsiteY1" fmla="*/ 49803 h 53243"/>
                  <a:gd name="connsiteX2" fmla="*/ 4 w 84270"/>
                  <a:gd name="connsiteY2" fmla="*/ 53459 h 53243"/>
                  <a:gd name="connsiteX3" fmla="*/ 16158 w 84270"/>
                  <a:gd name="connsiteY3" fmla="*/ 216 h 53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270" h="53243">
                    <a:moveTo>
                      <a:pt x="16158" y="216"/>
                    </a:moveTo>
                    <a:lnTo>
                      <a:pt x="84275" y="49803"/>
                    </a:lnTo>
                    <a:lnTo>
                      <a:pt x="4" y="53459"/>
                    </a:lnTo>
                    <a:lnTo>
                      <a:pt x="16158" y="216"/>
                    </a:lnTo>
                    <a:close/>
                  </a:path>
                </a:pathLst>
              </a:custGeom>
              <a:solidFill>
                <a:srgbClr val="00000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B6D3FA-3C19-A8DF-F6A9-784CF2BF69C2}"/>
                  </a:ext>
                </a:extLst>
              </p:cNvPr>
              <p:cNvSpPr txBox="1"/>
              <p:nvPr/>
            </p:nvSpPr>
            <p:spPr>
              <a:xfrm>
                <a:off x="7148945" y="4216843"/>
                <a:ext cx="14061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!(x &gt; y) &amp;&amp; !(a &gt; 5) : skip</a:t>
                </a:r>
              </a:p>
            </p:txBody>
          </p:sp>
        </p:grpSp>
        <p:grpSp>
          <p:nvGrpSpPr>
            <p:cNvPr id="36" name="Graphic 8">
              <a:extLst>
                <a:ext uri="{FF2B5EF4-FFF2-40B4-BE49-F238E27FC236}">
                  <a16:creationId xmlns:a16="http://schemas.microsoft.com/office/drawing/2014/main" id="{B27637FF-44F1-6091-96E6-CFC8FBEEEB14}"/>
                </a:ext>
              </a:extLst>
            </p:cNvPr>
            <p:cNvGrpSpPr/>
            <p:nvPr/>
          </p:nvGrpSpPr>
          <p:grpSpPr>
            <a:xfrm>
              <a:off x="2957434" y="4124607"/>
              <a:ext cx="1514648" cy="400118"/>
              <a:chOff x="2957434" y="4124607"/>
              <a:chExt cx="1514648" cy="400118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D862FB2-AA5C-01DF-3B8C-2D3798CBF1BE}"/>
                  </a:ext>
                </a:extLst>
              </p:cNvPr>
              <p:cNvSpPr/>
              <p:nvPr/>
            </p:nvSpPr>
            <p:spPr>
              <a:xfrm>
                <a:off x="2957434" y="4153215"/>
                <a:ext cx="1308630" cy="371510"/>
              </a:xfrm>
              <a:custGeom>
                <a:avLst/>
                <a:gdLst>
                  <a:gd name="connsiteX0" fmla="*/ 4 w 1308630"/>
                  <a:gd name="connsiteY0" fmla="*/ 371726 h 371510"/>
                  <a:gd name="connsiteX1" fmla="*/ 616481 w 1308630"/>
                  <a:gd name="connsiteY1" fmla="*/ 232340 h 371510"/>
                  <a:gd name="connsiteX2" fmla="*/ 1308635 w 1308630"/>
                  <a:gd name="connsiteY2" fmla="*/ 216 h 37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8630" h="371510">
                    <a:moveTo>
                      <a:pt x="4" y="371726"/>
                    </a:moveTo>
                    <a:cubicBezTo>
                      <a:pt x="203878" y="332787"/>
                      <a:pt x="418893" y="286060"/>
                      <a:pt x="616481" y="232340"/>
                    </a:cubicBezTo>
                    <a:cubicBezTo>
                      <a:pt x="849241" y="169004"/>
                      <a:pt x="1102453" y="79127"/>
                      <a:pt x="1308635" y="216"/>
                    </a:cubicBezTo>
                  </a:path>
                </a:pathLst>
              </a:custGeom>
              <a:noFill/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D3200D2-5ECB-7CC0-7376-8B3FA8593C8C}"/>
                  </a:ext>
                </a:extLst>
              </p:cNvPr>
              <p:cNvSpPr/>
              <p:nvPr/>
            </p:nvSpPr>
            <p:spPr>
              <a:xfrm>
                <a:off x="4255800" y="4124607"/>
                <a:ext cx="84270" cy="54594"/>
              </a:xfrm>
              <a:custGeom>
                <a:avLst/>
                <a:gdLst>
                  <a:gd name="connsiteX0" fmla="*/ 4 w 84270"/>
                  <a:gd name="connsiteY0" fmla="*/ 2997 h 54594"/>
                  <a:gd name="connsiteX1" fmla="*/ 84275 w 84270"/>
                  <a:gd name="connsiteY1" fmla="*/ 216 h 54594"/>
                  <a:gd name="connsiteX2" fmla="*/ 20137 w 84270"/>
                  <a:gd name="connsiteY2" fmla="*/ 54810 h 54594"/>
                  <a:gd name="connsiteX3" fmla="*/ 4 w 84270"/>
                  <a:gd name="connsiteY3" fmla="*/ 2997 h 5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270" h="54594">
                    <a:moveTo>
                      <a:pt x="4" y="2997"/>
                    </a:moveTo>
                    <a:lnTo>
                      <a:pt x="84275" y="216"/>
                    </a:lnTo>
                    <a:lnTo>
                      <a:pt x="20137" y="54810"/>
                    </a:lnTo>
                    <a:lnTo>
                      <a:pt x="4" y="2997"/>
                    </a:lnTo>
                    <a:close/>
                  </a:path>
                </a:pathLst>
              </a:custGeom>
              <a:solidFill>
                <a:srgbClr val="00000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671D6B9-C60B-33BF-EA3A-0A560B905852}"/>
                  </a:ext>
                </a:extLst>
              </p:cNvPr>
              <p:cNvSpPr txBox="1"/>
              <p:nvPr/>
            </p:nvSpPr>
            <p:spPr>
              <a:xfrm>
                <a:off x="3838575" y="4216843"/>
                <a:ext cx="63350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true : D!6</a:t>
                </a:r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F62DF86D-86FA-ED7C-7139-204F63F56D9E}"/>
                </a:ext>
              </a:extLst>
            </p:cNvPr>
            <p:cNvGrpSpPr/>
            <p:nvPr/>
          </p:nvGrpSpPr>
          <p:grpSpPr>
            <a:xfrm>
              <a:off x="5521539" y="4125322"/>
              <a:ext cx="928904" cy="400039"/>
              <a:chOff x="5521539" y="4125322"/>
              <a:chExt cx="928904" cy="4000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A7E6710-EBF5-A5C1-7EFE-FBF39115FFAA}"/>
                  </a:ext>
                </a:extLst>
              </p:cNvPr>
              <p:cNvSpPr/>
              <p:nvPr/>
            </p:nvSpPr>
            <p:spPr>
              <a:xfrm>
                <a:off x="5590293" y="4159096"/>
                <a:ext cx="295784" cy="366265"/>
              </a:xfrm>
              <a:custGeom>
                <a:avLst/>
                <a:gdLst>
                  <a:gd name="connsiteX0" fmla="*/ 295789 w 295784"/>
                  <a:gd name="connsiteY0" fmla="*/ 366481 h 366265"/>
                  <a:gd name="connsiteX1" fmla="*/ 148095 w 295784"/>
                  <a:gd name="connsiteY1" fmla="*/ 101298 h 366265"/>
                  <a:gd name="connsiteX2" fmla="*/ 4 w 295784"/>
                  <a:gd name="connsiteY2" fmla="*/ 216 h 366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5784" h="366265">
                    <a:moveTo>
                      <a:pt x="295789" y="366481"/>
                    </a:moveTo>
                    <a:cubicBezTo>
                      <a:pt x="271359" y="278590"/>
                      <a:pt x="226875" y="169004"/>
                      <a:pt x="148095" y="101298"/>
                    </a:cubicBezTo>
                    <a:cubicBezTo>
                      <a:pt x="102896" y="62518"/>
                      <a:pt x="52922" y="29062"/>
                      <a:pt x="4" y="216"/>
                    </a:cubicBezTo>
                  </a:path>
                </a:pathLst>
              </a:custGeom>
              <a:noFill/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5CA38EAD-E9E5-451F-BFE7-64AA331423D5}"/>
                  </a:ext>
                </a:extLst>
              </p:cNvPr>
              <p:cNvSpPr/>
              <p:nvPr/>
            </p:nvSpPr>
            <p:spPr>
              <a:xfrm>
                <a:off x="5521539" y="4125322"/>
                <a:ext cx="83713" cy="60077"/>
              </a:xfrm>
              <a:custGeom>
                <a:avLst/>
                <a:gdLst>
                  <a:gd name="connsiteX0" fmla="*/ 59129 w 83713"/>
                  <a:gd name="connsiteY0" fmla="*/ 60293 h 60077"/>
                  <a:gd name="connsiteX1" fmla="*/ 4 w 83713"/>
                  <a:gd name="connsiteY1" fmla="*/ 216 h 60077"/>
                  <a:gd name="connsiteX2" fmla="*/ 83718 w 83713"/>
                  <a:gd name="connsiteY2" fmla="*/ 10308 h 60077"/>
                  <a:gd name="connsiteX3" fmla="*/ 59129 w 83713"/>
                  <a:gd name="connsiteY3" fmla="*/ 60293 h 60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713" h="60077">
                    <a:moveTo>
                      <a:pt x="59129" y="60293"/>
                    </a:moveTo>
                    <a:lnTo>
                      <a:pt x="4" y="216"/>
                    </a:lnTo>
                    <a:lnTo>
                      <a:pt x="83718" y="10308"/>
                    </a:lnTo>
                    <a:lnTo>
                      <a:pt x="59129" y="60293"/>
                    </a:lnTo>
                    <a:close/>
                  </a:path>
                </a:pathLst>
              </a:custGeom>
              <a:solidFill>
                <a:srgbClr val="00000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364165D-7851-CBE7-D9E2-80C762368324}"/>
                  </a:ext>
                </a:extLst>
              </p:cNvPr>
              <p:cNvSpPr txBox="1"/>
              <p:nvPr/>
            </p:nvSpPr>
            <p:spPr>
              <a:xfrm>
                <a:off x="5725565" y="4216843"/>
                <a:ext cx="72487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true : x := 3</a:t>
                </a:r>
              </a:p>
            </p:txBody>
          </p:sp>
        </p:grpSp>
        <p:grpSp>
          <p:nvGrpSpPr>
            <p:cNvPr id="44" name="Graphic 8">
              <a:extLst>
                <a:ext uri="{FF2B5EF4-FFF2-40B4-BE49-F238E27FC236}">
                  <a16:creationId xmlns:a16="http://schemas.microsoft.com/office/drawing/2014/main" id="{C8429E42-1BE6-9B9D-85F3-0C4C41551C19}"/>
                </a:ext>
              </a:extLst>
            </p:cNvPr>
            <p:cNvGrpSpPr/>
            <p:nvPr/>
          </p:nvGrpSpPr>
          <p:grpSpPr>
            <a:xfrm>
              <a:off x="7946697" y="5225707"/>
              <a:ext cx="447558" cy="286082"/>
              <a:chOff x="7946697" y="5225707"/>
              <a:chExt cx="447558" cy="286082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3EB8C24-95A9-3B7A-7BB1-4DEB168B2FCC}"/>
                  </a:ext>
                </a:extLst>
              </p:cNvPr>
              <p:cNvSpPr/>
              <p:nvPr/>
            </p:nvSpPr>
            <p:spPr>
              <a:xfrm>
                <a:off x="7950603" y="5225707"/>
                <a:ext cx="429711" cy="286082"/>
              </a:xfrm>
              <a:custGeom>
                <a:avLst/>
                <a:gdLst>
                  <a:gd name="connsiteX0" fmla="*/ 429716 w 429711"/>
                  <a:gd name="connsiteY0" fmla="*/ 216 h 286082"/>
                  <a:gd name="connsiteX1" fmla="*/ 4 w 429711"/>
                  <a:gd name="connsiteY1" fmla="*/ 216 h 286082"/>
                  <a:gd name="connsiteX2" fmla="*/ 4 w 429711"/>
                  <a:gd name="connsiteY2" fmla="*/ 286298 h 286082"/>
                  <a:gd name="connsiteX3" fmla="*/ 429716 w 429711"/>
                  <a:gd name="connsiteY3" fmla="*/ 286298 h 286082"/>
                  <a:gd name="connsiteX4" fmla="*/ 429716 w 429711"/>
                  <a:gd name="connsiteY4" fmla="*/ 216 h 28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9711" h="286082">
                    <a:moveTo>
                      <a:pt x="429716" y="216"/>
                    </a:moveTo>
                    <a:lnTo>
                      <a:pt x="4" y="216"/>
                    </a:lnTo>
                    <a:lnTo>
                      <a:pt x="4" y="286298"/>
                    </a:lnTo>
                    <a:lnTo>
                      <a:pt x="429716" y="286298"/>
                    </a:lnTo>
                    <a:lnTo>
                      <a:pt x="429716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53955C-8947-E309-B26B-7A4CB5B9F62A}"/>
                  </a:ext>
                </a:extLst>
              </p:cNvPr>
              <p:cNvSpPr txBox="1"/>
              <p:nvPr/>
            </p:nvSpPr>
            <p:spPr>
              <a:xfrm>
                <a:off x="7946697" y="5262872"/>
                <a:ext cx="447558" cy="2308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EXIT</a:t>
                </a:r>
              </a:p>
            </p:txBody>
          </p:sp>
        </p:grpSp>
        <p:grpSp>
          <p:nvGrpSpPr>
            <p:cNvPr id="47" name="Graphic 8">
              <a:extLst>
                <a:ext uri="{FF2B5EF4-FFF2-40B4-BE49-F238E27FC236}">
                  <a16:creationId xmlns:a16="http://schemas.microsoft.com/office/drawing/2014/main" id="{A4CC9264-0E5D-B379-3576-F3A012DF4810}"/>
                </a:ext>
              </a:extLst>
            </p:cNvPr>
            <p:cNvGrpSpPr/>
            <p:nvPr/>
          </p:nvGrpSpPr>
          <p:grpSpPr>
            <a:xfrm>
              <a:off x="8071074" y="4817245"/>
              <a:ext cx="840295" cy="393840"/>
              <a:chOff x="8071074" y="4817245"/>
              <a:chExt cx="840295" cy="393840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56A8D9A-DE79-997F-18D9-1DD25DA6FE0A}"/>
                  </a:ext>
                </a:extLst>
              </p:cNvPr>
              <p:cNvSpPr/>
              <p:nvPr/>
            </p:nvSpPr>
            <p:spPr>
              <a:xfrm>
                <a:off x="8165459" y="4817245"/>
                <a:ext cx="7957" cy="315644"/>
              </a:xfrm>
              <a:custGeom>
                <a:avLst/>
                <a:gdLst>
                  <a:gd name="connsiteX0" fmla="*/ 4 w 7957"/>
                  <a:gd name="connsiteY0" fmla="*/ 216 h 315644"/>
                  <a:gd name="connsiteX1" fmla="*/ 4 w 7957"/>
                  <a:gd name="connsiteY1" fmla="*/ 315860 h 31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57" h="315644">
                    <a:moveTo>
                      <a:pt x="4" y="216"/>
                    </a:moveTo>
                    <a:cubicBezTo>
                      <a:pt x="4" y="90729"/>
                      <a:pt x="4" y="211281"/>
                      <a:pt x="4" y="315860"/>
                    </a:cubicBezTo>
                  </a:path>
                </a:pathLst>
              </a:custGeom>
              <a:noFill/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59617A6-1307-AA0C-06EE-59A176CBC356}"/>
                  </a:ext>
                </a:extLst>
              </p:cNvPr>
              <p:cNvSpPr/>
              <p:nvPr/>
            </p:nvSpPr>
            <p:spPr>
              <a:xfrm>
                <a:off x="8137607" y="5131618"/>
                <a:ext cx="55703" cy="79467"/>
              </a:xfrm>
              <a:custGeom>
                <a:avLst/>
                <a:gdLst>
                  <a:gd name="connsiteX0" fmla="*/ 55707 w 55703"/>
                  <a:gd name="connsiteY0" fmla="*/ 216 h 79467"/>
                  <a:gd name="connsiteX1" fmla="*/ 27856 w 55703"/>
                  <a:gd name="connsiteY1" fmla="*/ 79683 h 79467"/>
                  <a:gd name="connsiteX2" fmla="*/ 4 w 55703"/>
                  <a:gd name="connsiteY2" fmla="*/ 216 h 79467"/>
                  <a:gd name="connsiteX3" fmla="*/ 55707 w 55703"/>
                  <a:gd name="connsiteY3" fmla="*/ 216 h 79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03" h="79467">
                    <a:moveTo>
                      <a:pt x="55707" y="216"/>
                    </a:moveTo>
                    <a:lnTo>
                      <a:pt x="27856" y="79683"/>
                    </a:lnTo>
                    <a:lnTo>
                      <a:pt x="4" y="216"/>
                    </a:lnTo>
                    <a:lnTo>
                      <a:pt x="55707" y="216"/>
                    </a:lnTo>
                    <a:close/>
                  </a:path>
                </a:pathLst>
              </a:custGeom>
              <a:solidFill>
                <a:srgbClr val="000000"/>
              </a:solidFill>
              <a:ln w="795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 sz="140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C419F43-E4BD-6700-65F3-5711AB440C90}"/>
                  </a:ext>
                </a:extLst>
              </p:cNvPr>
              <p:cNvSpPr txBox="1"/>
              <p:nvPr/>
            </p:nvSpPr>
            <p:spPr>
              <a:xfrm>
                <a:off x="8071074" y="4914169"/>
                <a:ext cx="84029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true : x := 111</a:t>
                </a:r>
              </a:p>
            </p:txBody>
          </p:sp>
        </p:grp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47165E4-2D74-3DD7-7187-3A2195C5A9BA}"/>
              </a:ext>
            </a:extLst>
          </p:cNvPr>
          <p:cNvCxnSpPr>
            <a:cxnSpLocks/>
          </p:cNvCxnSpPr>
          <p:nvPr/>
        </p:nvCxnSpPr>
        <p:spPr>
          <a:xfrm>
            <a:off x="4735625" y="3483735"/>
            <a:ext cx="0" cy="189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llout: Line 4">
            <a:extLst>
              <a:ext uri="{FF2B5EF4-FFF2-40B4-BE49-F238E27FC236}">
                <a16:creationId xmlns:a16="http://schemas.microsoft.com/office/drawing/2014/main" id="{2E793460-4342-C47E-80AD-89E449CF727A}"/>
              </a:ext>
            </a:extLst>
          </p:cNvPr>
          <p:cNvSpPr/>
          <p:nvPr/>
        </p:nvSpPr>
        <p:spPr>
          <a:xfrm>
            <a:off x="1076723" y="3127415"/>
            <a:ext cx="2101319" cy="741871"/>
          </a:xfrm>
          <a:prstGeom prst="borderCallout1">
            <a:avLst>
              <a:gd name="adj1" fmla="val -5669"/>
              <a:gd name="adj2" fmla="val 27383"/>
              <a:gd name="adj3" fmla="val -56105"/>
              <a:gd name="adj4" fmla="val 49109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פונקציה הממירה קוד לגרף תוכנית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EDCC74FF-DF63-ED17-488D-FDEDE82CE2EB}"/>
              </a:ext>
            </a:extLst>
          </p:cNvPr>
          <p:cNvSpPr/>
          <p:nvPr/>
        </p:nvSpPr>
        <p:spPr>
          <a:xfrm>
            <a:off x="4423915" y="3178414"/>
            <a:ext cx="2820431" cy="741871"/>
          </a:xfrm>
          <a:prstGeom prst="borderCallout1">
            <a:avLst>
              <a:gd name="adj1" fmla="val -5669"/>
              <a:gd name="adj2" fmla="val 27383"/>
              <a:gd name="adj3" fmla="val -52616"/>
              <a:gd name="adj4" fmla="val 33734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פרמטר הקובע אם להכליל מקומות לא נגישים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E05717-FD6F-D525-0857-A22D57B2F2F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752253" y="4309450"/>
            <a:ext cx="223364" cy="132273"/>
          </a:xfrm>
          <a:prstGeom prst="straightConnector1">
            <a:avLst/>
          </a:prstGeom>
          <a:ln>
            <a:headEnd w="lg" len="lg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25302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CC657-9341-DDE2-68C5-C6BD012E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8709-4E96-FCFF-702B-A6FCD706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באג?</a:t>
            </a:r>
            <a:endParaRPr lang="LID4096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62475-8EE7-FBD9-9732-DB44400F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3F8E-632D-0F6C-A465-8D3B1A71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28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7E6F1-DBCD-5A68-BB3B-FCC47E99885B}"/>
              </a:ext>
            </a:extLst>
          </p:cNvPr>
          <p:cNvSpPr txBox="1"/>
          <p:nvPr/>
        </p:nvSpPr>
        <p:spPr>
          <a:xfrm>
            <a:off x="1358547" y="1426143"/>
            <a:ext cx="7110859" cy="1350370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peterson_code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x := 3;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:: x&gt;3 =&gt; skip;  x := 3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od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code_to_program_graph_dot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peterson_code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only_reachable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A9F33F-836D-190C-7239-1835D81A352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00216"/>
            <a:ext cx="8911086" cy="841207"/>
          </a:xfrm>
          <a:prstGeom prst="rect">
            <a:avLst/>
          </a:prstGeom>
        </p:spPr>
      </p:pic>
      <p:grpSp>
        <p:nvGrpSpPr>
          <p:cNvPr id="8" name="Graphic 5">
            <a:extLst>
              <a:ext uri="{FF2B5EF4-FFF2-40B4-BE49-F238E27FC236}">
                <a16:creationId xmlns:a16="http://schemas.microsoft.com/office/drawing/2014/main" id="{94424D13-233A-E295-45D4-AC54E3957DD6}"/>
              </a:ext>
            </a:extLst>
          </p:cNvPr>
          <p:cNvGrpSpPr/>
          <p:nvPr/>
        </p:nvGrpSpPr>
        <p:grpSpPr>
          <a:xfrm>
            <a:off x="3389858" y="3403387"/>
            <a:ext cx="2884031" cy="2708160"/>
            <a:chOff x="3389858" y="3403387"/>
            <a:chExt cx="2884031" cy="2708160"/>
          </a:xfrm>
        </p:grpSpPr>
        <p:grpSp>
          <p:nvGrpSpPr>
            <p:cNvPr id="11" name="Graphic 5">
              <a:extLst>
                <a:ext uri="{FF2B5EF4-FFF2-40B4-BE49-F238E27FC236}">
                  <a16:creationId xmlns:a16="http://schemas.microsoft.com/office/drawing/2014/main" id="{D8AC5710-00FA-7B41-9F9E-F23BFB7FD40B}"/>
                </a:ext>
              </a:extLst>
            </p:cNvPr>
            <p:cNvGrpSpPr/>
            <p:nvPr/>
          </p:nvGrpSpPr>
          <p:grpSpPr>
            <a:xfrm>
              <a:off x="3641437" y="3403387"/>
              <a:ext cx="2632452" cy="457717"/>
              <a:chOff x="3641437" y="3403387"/>
              <a:chExt cx="2632452" cy="457717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1E66A4-F2E5-4BB7-2E45-9CACC032BABF}"/>
                  </a:ext>
                </a:extLst>
              </p:cNvPr>
              <p:cNvSpPr/>
              <p:nvPr/>
            </p:nvSpPr>
            <p:spPr>
              <a:xfrm>
                <a:off x="3657313" y="3403387"/>
                <a:ext cx="2602229" cy="457717"/>
              </a:xfrm>
              <a:custGeom>
                <a:avLst/>
                <a:gdLst>
                  <a:gd name="connsiteX0" fmla="*/ 2602234 w 2602229"/>
                  <a:gd name="connsiteY0" fmla="*/ 217 h 457717"/>
                  <a:gd name="connsiteX1" fmla="*/ 4 w 2602229"/>
                  <a:gd name="connsiteY1" fmla="*/ 217 h 457717"/>
                  <a:gd name="connsiteX2" fmla="*/ 4 w 2602229"/>
                  <a:gd name="connsiteY2" fmla="*/ 457934 h 457717"/>
                  <a:gd name="connsiteX3" fmla="*/ 2602234 w 2602229"/>
                  <a:gd name="connsiteY3" fmla="*/ 457934 h 457717"/>
                  <a:gd name="connsiteX4" fmla="*/ 2602234 w 2602229"/>
                  <a:gd name="connsiteY4" fmla="*/ 217 h 457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2229" h="457717">
                    <a:moveTo>
                      <a:pt x="2602234" y="217"/>
                    </a:moveTo>
                    <a:lnTo>
                      <a:pt x="4" y="217"/>
                    </a:lnTo>
                    <a:lnTo>
                      <a:pt x="4" y="457934"/>
                    </a:lnTo>
                    <a:lnTo>
                      <a:pt x="2602234" y="457934"/>
                    </a:lnTo>
                    <a:lnTo>
                      <a:pt x="2602234" y="217"/>
                    </a:lnTo>
                    <a:close/>
                  </a:path>
                </a:pathLst>
              </a:custGeom>
              <a:solidFill>
                <a:srgbClr val="FFFFE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A44E7D7-5A1F-83BE-8F91-4E176E45C889}"/>
                  </a:ext>
                </a:extLst>
              </p:cNvPr>
              <p:cNvSpPr txBox="1"/>
              <p:nvPr/>
            </p:nvSpPr>
            <p:spPr>
              <a:xfrm>
                <a:off x="3641437" y="3498161"/>
                <a:ext cx="26324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x := 3; do ::true =&gt; skip; x := 3 od</a:t>
                </a:r>
              </a:p>
            </p:txBody>
          </p:sp>
        </p:grpSp>
        <p:grpSp>
          <p:nvGrpSpPr>
            <p:cNvPr id="42" name="Graphic 5">
              <a:extLst>
                <a:ext uri="{FF2B5EF4-FFF2-40B4-BE49-F238E27FC236}">
                  <a16:creationId xmlns:a16="http://schemas.microsoft.com/office/drawing/2014/main" id="{051B94EE-DA9E-C61E-FEB0-F581A06427B3}"/>
                </a:ext>
              </a:extLst>
            </p:cNvPr>
            <p:cNvGrpSpPr/>
            <p:nvPr/>
          </p:nvGrpSpPr>
          <p:grpSpPr>
            <a:xfrm>
              <a:off x="3901788" y="4528608"/>
              <a:ext cx="2117887" cy="457717"/>
              <a:chOff x="3901788" y="4528608"/>
              <a:chExt cx="2117887" cy="457717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6C32EFEB-EDCF-C7D4-6FDA-A811FDFFA2B8}"/>
                  </a:ext>
                </a:extLst>
              </p:cNvPr>
              <p:cNvSpPr/>
              <p:nvPr/>
            </p:nvSpPr>
            <p:spPr>
              <a:xfrm>
                <a:off x="3914488" y="4528608"/>
                <a:ext cx="2087879" cy="457717"/>
              </a:xfrm>
              <a:custGeom>
                <a:avLst/>
                <a:gdLst>
                  <a:gd name="connsiteX0" fmla="*/ 2087884 w 2087879"/>
                  <a:gd name="connsiteY0" fmla="*/ 217 h 457717"/>
                  <a:gd name="connsiteX1" fmla="*/ 4 w 2087879"/>
                  <a:gd name="connsiteY1" fmla="*/ 217 h 457717"/>
                  <a:gd name="connsiteX2" fmla="*/ 4 w 2087879"/>
                  <a:gd name="connsiteY2" fmla="*/ 457934 h 457717"/>
                  <a:gd name="connsiteX3" fmla="*/ 2087884 w 2087879"/>
                  <a:gd name="connsiteY3" fmla="*/ 457934 h 457717"/>
                  <a:gd name="connsiteX4" fmla="*/ 2087884 w 2087879"/>
                  <a:gd name="connsiteY4" fmla="*/ 217 h 457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7879" h="457717">
                    <a:moveTo>
                      <a:pt x="2087884" y="217"/>
                    </a:moveTo>
                    <a:lnTo>
                      <a:pt x="4" y="217"/>
                    </a:lnTo>
                    <a:lnTo>
                      <a:pt x="4" y="457934"/>
                    </a:lnTo>
                    <a:lnTo>
                      <a:pt x="2087884" y="457934"/>
                    </a:lnTo>
                    <a:lnTo>
                      <a:pt x="2087884" y="217"/>
                    </a:lnTo>
                    <a:close/>
                  </a:path>
                </a:pathLst>
              </a:custGeom>
              <a:solidFill>
                <a:srgbClr val="FFFFE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003529-CBBB-588A-033D-A3FE2F57E540}"/>
                  </a:ext>
                </a:extLst>
              </p:cNvPr>
              <p:cNvSpPr txBox="1"/>
              <p:nvPr/>
            </p:nvSpPr>
            <p:spPr>
              <a:xfrm>
                <a:off x="3901788" y="4623382"/>
                <a:ext cx="21178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en-US" sz="14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do ::true =&gt; skip; x := 3 od</a:t>
                </a:r>
              </a:p>
            </p:txBody>
          </p:sp>
        </p:grpSp>
        <p:grpSp>
          <p:nvGrpSpPr>
            <p:cNvPr id="45" name="Graphic 5">
              <a:extLst>
                <a:ext uri="{FF2B5EF4-FFF2-40B4-BE49-F238E27FC236}">
                  <a16:creationId xmlns:a16="http://schemas.microsoft.com/office/drawing/2014/main" id="{E4972D9F-4023-7E72-E6A2-6B9DA0A37283}"/>
                </a:ext>
              </a:extLst>
            </p:cNvPr>
            <p:cNvGrpSpPr/>
            <p:nvPr/>
          </p:nvGrpSpPr>
          <p:grpSpPr>
            <a:xfrm>
              <a:off x="3389858" y="3865808"/>
              <a:ext cx="1200904" cy="643856"/>
              <a:chOff x="3389858" y="3865808"/>
              <a:chExt cx="1200904" cy="643856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770BF01-5AC7-E5EC-A644-A74F1414F698}"/>
                  </a:ext>
                </a:extLst>
              </p:cNvPr>
              <p:cNvSpPr/>
              <p:nvPr/>
            </p:nvSpPr>
            <p:spPr>
              <a:xfrm>
                <a:off x="4384772" y="3865808"/>
                <a:ext cx="205990" cy="562102"/>
              </a:xfrm>
              <a:custGeom>
                <a:avLst/>
                <a:gdLst>
                  <a:gd name="connsiteX0" fmla="*/ 205995 w 205990"/>
                  <a:gd name="connsiteY0" fmla="*/ 217 h 562102"/>
                  <a:gd name="connsiteX1" fmla="*/ 24385 w 205990"/>
                  <a:gd name="connsiteY1" fmla="*/ 224371 h 562102"/>
                  <a:gd name="connsiteX2" fmla="*/ 107824 w 205990"/>
                  <a:gd name="connsiteY2" fmla="*/ 562319 h 56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990" h="562102">
                    <a:moveTo>
                      <a:pt x="205995" y="217"/>
                    </a:moveTo>
                    <a:cubicBezTo>
                      <a:pt x="132716" y="62772"/>
                      <a:pt x="65533" y="137914"/>
                      <a:pt x="24385" y="224371"/>
                    </a:cubicBezTo>
                    <a:cubicBezTo>
                      <a:pt x="-33146" y="344903"/>
                      <a:pt x="17781" y="461621"/>
                      <a:pt x="107824" y="562319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5FEAF92-105F-83D5-DAD3-36C3BB1847A5}"/>
                  </a:ext>
                </a:extLst>
              </p:cNvPr>
              <p:cNvSpPr/>
              <p:nvPr/>
            </p:nvSpPr>
            <p:spPr>
              <a:xfrm>
                <a:off x="4456269" y="4390022"/>
                <a:ext cx="122935" cy="119642"/>
              </a:xfrm>
              <a:custGeom>
                <a:avLst/>
                <a:gdLst>
                  <a:gd name="connsiteX0" fmla="*/ 60964 w 122935"/>
                  <a:gd name="connsiteY0" fmla="*/ 217 h 119642"/>
                  <a:gd name="connsiteX1" fmla="*/ 122940 w 122935"/>
                  <a:gd name="connsiteY1" fmla="*/ 119859 h 119642"/>
                  <a:gd name="connsiteX2" fmla="*/ 4 w 122935"/>
                  <a:gd name="connsiteY2" fmla="*/ 65060 h 119642"/>
                  <a:gd name="connsiteX3" fmla="*/ 60964 w 122935"/>
                  <a:gd name="connsiteY3" fmla="*/ 217 h 119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35" h="119642">
                    <a:moveTo>
                      <a:pt x="60964" y="217"/>
                    </a:moveTo>
                    <a:lnTo>
                      <a:pt x="122940" y="119859"/>
                    </a:lnTo>
                    <a:lnTo>
                      <a:pt x="4" y="65060"/>
                    </a:lnTo>
                    <a:lnTo>
                      <a:pt x="60964" y="217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1B62AF2-6BD8-BCC5-08DC-0CAEB9296B37}"/>
                  </a:ext>
                </a:extLst>
              </p:cNvPr>
              <p:cNvSpPr txBox="1"/>
              <p:nvPr/>
            </p:nvSpPr>
            <p:spPr>
              <a:xfrm>
                <a:off x="3389858" y="4017641"/>
                <a:ext cx="10230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true : x := 3</a:t>
                </a:r>
              </a:p>
            </p:txBody>
          </p:sp>
        </p:grpSp>
        <p:grpSp>
          <p:nvGrpSpPr>
            <p:cNvPr id="49" name="Graphic 5">
              <a:extLst>
                <a:ext uri="{FF2B5EF4-FFF2-40B4-BE49-F238E27FC236}">
                  <a16:creationId xmlns:a16="http://schemas.microsoft.com/office/drawing/2014/main" id="{B1162E06-109F-9989-492A-540FAB22A74F}"/>
                </a:ext>
              </a:extLst>
            </p:cNvPr>
            <p:cNvGrpSpPr/>
            <p:nvPr/>
          </p:nvGrpSpPr>
          <p:grpSpPr>
            <a:xfrm>
              <a:off x="5129877" y="3880939"/>
              <a:ext cx="965255" cy="644745"/>
              <a:chOff x="5129877" y="3880939"/>
              <a:chExt cx="965255" cy="644745"/>
            </a:xfrm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C9417CF-D95D-E3DA-3981-6C20951A54D2}"/>
                  </a:ext>
                </a:extLst>
              </p:cNvPr>
              <p:cNvSpPr/>
              <p:nvPr/>
            </p:nvSpPr>
            <p:spPr>
              <a:xfrm>
                <a:off x="5129877" y="3991045"/>
                <a:ext cx="127285" cy="534639"/>
              </a:xfrm>
              <a:custGeom>
                <a:avLst/>
                <a:gdLst>
                  <a:gd name="connsiteX0" fmla="*/ 4 w 127285"/>
                  <a:gd name="connsiteY0" fmla="*/ 534856 h 534639"/>
                  <a:gd name="connsiteX1" fmla="*/ 107954 w 127285"/>
                  <a:gd name="connsiteY1" fmla="*/ 308922 h 534639"/>
                  <a:gd name="connsiteX2" fmla="*/ 107954 w 127285"/>
                  <a:gd name="connsiteY2" fmla="*/ 99135 h 534639"/>
                  <a:gd name="connsiteX3" fmla="*/ 70489 w 127285"/>
                  <a:gd name="connsiteY3" fmla="*/ 217 h 53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285" h="534639">
                    <a:moveTo>
                      <a:pt x="4" y="534856"/>
                    </a:moveTo>
                    <a:cubicBezTo>
                      <a:pt x="43946" y="466326"/>
                      <a:pt x="85221" y="387878"/>
                      <a:pt x="107954" y="308922"/>
                    </a:cubicBezTo>
                    <a:cubicBezTo>
                      <a:pt x="133735" y="219285"/>
                      <a:pt x="133735" y="188771"/>
                      <a:pt x="107954" y="99135"/>
                    </a:cubicBezTo>
                    <a:cubicBezTo>
                      <a:pt x="98429" y="65823"/>
                      <a:pt x="85475" y="32639"/>
                      <a:pt x="70489" y="217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E221A99-06C8-96DF-AF4F-2957FCEF9A31}"/>
                  </a:ext>
                </a:extLst>
              </p:cNvPr>
              <p:cNvSpPr/>
              <p:nvPr/>
            </p:nvSpPr>
            <p:spPr>
              <a:xfrm>
                <a:off x="5139149" y="3880939"/>
                <a:ext cx="100583" cy="132738"/>
              </a:xfrm>
              <a:custGeom>
                <a:avLst/>
                <a:gdLst>
                  <a:gd name="connsiteX0" fmla="*/ 22864 w 100583"/>
                  <a:gd name="connsiteY0" fmla="*/ 132955 h 132738"/>
                  <a:gd name="connsiteX1" fmla="*/ 4 w 100583"/>
                  <a:gd name="connsiteY1" fmla="*/ 217 h 132738"/>
                  <a:gd name="connsiteX2" fmla="*/ 100588 w 100583"/>
                  <a:gd name="connsiteY2" fmla="*/ 89726 h 132738"/>
                  <a:gd name="connsiteX3" fmla="*/ 22864 w 100583"/>
                  <a:gd name="connsiteY3" fmla="*/ 132955 h 13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583" h="132738">
                    <a:moveTo>
                      <a:pt x="22864" y="132955"/>
                    </a:moveTo>
                    <a:lnTo>
                      <a:pt x="4" y="217"/>
                    </a:lnTo>
                    <a:lnTo>
                      <a:pt x="100588" y="89726"/>
                    </a:lnTo>
                    <a:lnTo>
                      <a:pt x="22864" y="132955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FA5694F-4E40-C5DD-4F39-81FF30BEFDD5}"/>
                  </a:ext>
                </a:extLst>
              </p:cNvPr>
              <p:cNvSpPr txBox="1"/>
              <p:nvPr/>
            </p:nvSpPr>
            <p:spPr>
              <a:xfrm>
                <a:off x="5192321" y="4060771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true : skip</a:t>
                </a:r>
              </a:p>
            </p:txBody>
          </p:sp>
        </p:grpSp>
        <p:grpSp>
          <p:nvGrpSpPr>
            <p:cNvPr id="53" name="Graphic 5">
              <a:extLst>
                <a:ext uri="{FF2B5EF4-FFF2-40B4-BE49-F238E27FC236}">
                  <a16:creationId xmlns:a16="http://schemas.microsoft.com/office/drawing/2014/main" id="{60105B10-4C30-380B-AD66-78FAA6DE03AC}"/>
                </a:ext>
              </a:extLst>
            </p:cNvPr>
            <p:cNvGrpSpPr/>
            <p:nvPr/>
          </p:nvGrpSpPr>
          <p:grpSpPr>
            <a:xfrm>
              <a:off x="4615527" y="5653830"/>
              <a:ext cx="685800" cy="457717"/>
              <a:chOff x="4615527" y="5653830"/>
              <a:chExt cx="685800" cy="457717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D22B30D-2E0B-4373-F23A-941FEC320586}"/>
                  </a:ext>
                </a:extLst>
              </p:cNvPr>
              <p:cNvSpPr/>
              <p:nvPr/>
            </p:nvSpPr>
            <p:spPr>
              <a:xfrm>
                <a:off x="4615527" y="5653830"/>
                <a:ext cx="685800" cy="457717"/>
              </a:xfrm>
              <a:custGeom>
                <a:avLst/>
                <a:gdLst>
                  <a:gd name="connsiteX0" fmla="*/ 685804 w 685800"/>
                  <a:gd name="connsiteY0" fmla="*/ 217 h 457717"/>
                  <a:gd name="connsiteX1" fmla="*/ 4 w 685800"/>
                  <a:gd name="connsiteY1" fmla="*/ 217 h 457717"/>
                  <a:gd name="connsiteX2" fmla="*/ 4 w 685800"/>
                  <a:gd name="connsiteY2" fmla="*/ 457934 h 457717"/>
                  <a:gd name="connsiteX3" fmla="*/ 685804 w 685800"/>
                  <a:gd name="connsiteY3" fmla="*/ 457934 h 457717"/>
                  <a:gd name="connsiteX4" fmla="*/ 685804 w 685800"/>
                  <a:gd name="connsiteY4" fmla="*/ 217 h 457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800" h="457717">
                    <a:moveTo>
                      <a:pt x="685804" y="217"/>
                    </a:moveTo>
                    <a:lnTo>
                      <a:pt x="4" y="217"/>
                    </a:lnTo>
                    <a:lnTo>
                      <a:pt x="4" y="457934"/>
                    </a:lnTo>
                    <a:lnTo>
                      <a:pt x="685804" y="457934"/>
                    </a:lnTo>
                    <a:lnTo>
                      <a:pt x="685804" y="217"/>
                    </a:lnTo>
                    <a:close/>
                  </a:path>
                </a:pathLst>
              </a:custGeom>
              <a:solidFill>
                <a:srgbClr val="FFFFE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41BBB68-D25F-7F6D-7378-2641EAE1ED2F}"/>
                  </a:ext>
                </a:extLst>
              </p:cNvPr>
              <p:cNvSpPr txBox="1"/>
              <p:nvPr/>
            </p:nvSpPr>
            <p:spPr>
              <a:xfrm>
                <a:off x="4663787" y="5748604"/>
                <a:ext cx="5918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en-US" sz="14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EXIT</a:t>
                </a:r>
              </a:p>
            </p:txBody>
          </p:sp>
        </p:grpSp>
        <p:grpSp>
          <p:nvGrpSpPr>
            <p:cNvPr id="56" name="Graphic 5">
              <a:extLst>
                <a:ext uri="{FF2B5EF4-FFF2-40B4-BE49-F238E27FC236}">
                  <a16:creationId xmlns:a16="http://schemas.microsoft.com/office/drawing/2014/main" id="{8EAAB623-4DDF-70DC-AFD7-B4AB75F456E6}"/>
                </a:ext>
              </a:extLst>
            </p:cNvPr>
            <p:cNvGrpSpPr/>
            <p:nvPr/>
          </p:nvGrpSpPr>
          <p:grpSpPr>
            <a:xfrm>
              <a:off x="4882362" y="4987470"/>
              <a:ext cx="1082348" cy="642710"/>
              <a:chOff x="4882362" y="4987470"/>
              <a:chExt cx="1082348" cy="642710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7A7CDFC-B3B1-7CB9-6D56-12401E0276EC}"/>
                  </a:ext>
                </a:extLst>
              </p:cNvPr>
              <p:cNvSpPr/>
              <p:nvPr/>
            </p:nvSpPr>
            <p:spPr>
              <a:xfrm>
                <a:off x="4958427" y="4987470"/>
                <a:ext cx="12700" cy="519890"/>
              </a:xfrm>
              <a:custGeom>
                <a:avLst/>
                <a:gdLst>
                  <a:gd name="connsiteX0" fmla="*/ 4 w 12700"/>
                  <a:gd name="connsiteY0" fmla="*/ 217 h 519890"/>
                  <a:gd name="connsiteX1" fmla="*/ 4 w 12700"/>
                  <a:gd name="connsiteY1" fmla="*/ 520108 h 519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519890">
                    <a:moveTo>
                      <a:pt x="4" y="217"/>
                    </a:moveTo>
                    <a:cubicBezTo>
                      <a:pt x="4" y="148339"/>
                      <a:pt x="4" y="348082"/>
                      <a:pt x="4" y="520108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D24D0E9-CE17-8533-346F-96C03443D46C}"/>
                  </a:ext>
                </a:extLst>
              </p:cNvPr>
              <p:cNvSpPr/>
              <p:nvPr/>
            </p:nvSpPr>
            <p:spPr>
              <a:xfrm>
                <a:off x="4913977" y="5503037"/>
                <a:ext cx="88900" cy="127143"/>
              </a:xfrm>
              <a:custGeom>
                <a:avLst/>
                <a:gdLst>
                  <a:gd name="connsiteX0" fmla="*/ 88904 w 88900"/>
                  <a:gd name="connsiteY0" fmla="*/ 217 h 127143"/>
                  <a:gd name="connsiteX1" fmla="*/ 44454 w 88900"/>
                  <a:gd name="connsiteY1" fmla="*/ 127361 h 127143"/>
                  <a:gd name="connsiteX2" fmla="*/ 4 w 88900"/>
                  <a:gd name="connsiteY2" fmla="*/ 217 h 127143"/>
                  <a:gd name="connsiteX3" fmla="*/ 88904 w 88900"/>
                  <a:gd name="connsiteY3" fmla="*/ 217 h 127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900" h="127143">
                    <a:moveTo>
                      <a:pt x="88904" y="217"/>
                    </a:moveTo>
                    <a:lnTo>
                      <a:pt x="44454" y="127361"/>
                    </a:lnTo>
                    <a:lnTo>
                      <a:pt x="4" y="217"/>
                    </a:lnTo>
                    <a:lnTo>
                      <a:pt x="88904" y="217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l" rtl="0"/>
                <a:endParaRPr lang="en-US" sz="280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1D96101-4810-8593-0EBF-4948DEFA9D7E}"/>
                  </a:ext>
                </a:extLst>
              </p:cNvPr>
              <p:cNvSpPr txBox="1"/>
              <p:nvPr/>
            </p:nvSpPr>
            <p:spPr>
              <a:xfrm>
                <a:off x="4882362" y="5185993"/>
                <a:ext cx="1082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!(x&gt;3) : skip</a:t>
                </a:r>
              </a:p>
            </p:txBody>
          </p:sp>
        </p:grpSp>
      </p:grpSp>
      <p:sp>
        <p:nvSpPr>
          <p:cNvPr id="5" name="Down Arrow 41">
            <a:extLst>
              <a:ext uri="{FF2B5EF4-FFF2-40B4-BE49-F238E27FC236}">
                <a16:creationId xmlns:a16="http://schemas.microsoft.com/office/drawing/2014/main" id="{339F0A7D-E736-56D8-99DB-26A5ADDA32FF}"/>
              </a:ext>
            </a:extLst>
          </p:cNvPr>
          <p:cNvSpPr/>
          <p:nvPr/>
        </p:nvSpPr>
        <p:spPr>
          <a:xfrm>
            <a:off x="1315586" y="1684634"/>
            <a:ext cx="122133" cy="114097"/>
          </a:xfrm>
          <a:prstGeom prst="flowChartConnector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Down Arrow 41">
            <a:extLst>
              <a:ext uri="{FF2B5EF4-FFF2-40B4-BE49-F238E27FC236}">
                <a16:creationId xmlns:a16="http://schemas.microsoft.com/office/drawing/2014/main" id="{2A7B0773-AAE0-6A6C-1B43-AEB136EC5AAF}"/>
              </a:ext>
            </a:extLst>
          </p:cNvPr>
          <p:cNvSpPr/>
          <p:nvPr/>
        </p:nvSpPr>
        <p:spPr>
          <a:xfrm>
            <a:off x="3368690" y="2034222"/>
            <a:ext cx="122133" cy="114097"/>
          </a:xfrm>
          <a:prstGeom prst="flowChartConnector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Down Arrow 41">
            <a:extLst>
              <a:ext uri="{FF2B5EF4-FFF2-40B4-BE49-F238E27FC236}">
                <a16:creationId xmlns:a16="http://schemas.microsoft.com/office/drawing/2014/main" id="{4C807593-9E0C-2D88-BCFC-3F585569D5CA}"/>
              </a:ext>
            </a:extLst>
          </p:cNvPr>
          <p:cNvSpPr/>
          <p:nvPr/>
        </p:nvSpPr>
        <p:spPr>
          <a:xfrm>
            <a:off x="1693804" y="2197479"/>
            <a:ext cx="122133" cy="114097"/>
          </a:xfrm>
          <a:prstGeom prst="flowChartConnector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Down Arrow 41">
            <a:extLst>
              <a:ext uri="{FF2B5EF4-FFF2-40B4-BE49-F238E27FC236}">
                <a16:creationId xmlns:a16="http://schemas.microsoft.com/office/drawing/2014/main" id="{1A0BC273-CC25-7276-C3C0-1BCFC434092F}"/>
              </a:ext>
            </a:extLst>
          </p:cNvPr>
          <p:cNvSpPr/>
          <p:nvPr/>
        </p:nvSpPr>
        <p:spPr>
          <a:xfrm>
            <a:off x="1306532" y="1872183"/>
            <a:ext cx="122133" cy="114097"/>
          </a:xfrm>
          <a:prstGeom prst="flowChartConnector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7999DFD8-DF86-4B5E-884D-A303D6494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CDBC6"/>
              </a:clrFrom>
              <a:clrTo>
                <a:srgbClr val="ECDBC6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543" b="99805" l="8073" r="94727">
                        <a14:foregroundMark x1="20313" y1="95996" x2="47786" y2="99805"/>
                        <a14:foregroundMark x1="47786" y1="99805" x2="71940" y2="99316"/>
                        <a14:foregroundMark x1="71940" y1="99316" x2="86849" y2="92676"/>
                        <a14:foregroundMark x1="86849" y1="92676" x2="90755" y2="72363"/>
                        <a14:foregroundMark x1="90755" y1="72363" x2="81901" y2="57422"/>
                        <a14:foregroundMark x1="81901" y1="57422" x2="76563" y2="38965"/>
                        <a14:foregroundMark x1="60938" y1="48828" x2="70768" y2="45605"/>
                        <a14:foregroundMark x1="68424" y1="9082" x2="79753" y2="13574"/>
                        <a14:foregroundMark x1="79753" y1="13574" x2="80013" y2="13867"/>
                        <a14:foregroundMark x1="78711" y1="25098" x2="80013" y2="25098"/>
                        <a14:foregroundMark x1="68034" y1="14551" x2="79297" y2="11621"/>
                        <a14:foregroundMark x1="79297" y1="11621" x2="67383" y2="11426"/>
                        <a14:foregroundMark x1="67383" y1="11426" x2="67122" y2="10645"/>
                        <a14:foregroundMark x1="66081" y1="17773" x2="77799" y2="14648"/>
                        <a14:foregroundMark x1="77799" y1="14648" x2="65951" y2="14648"/>
                        <a14:foregroundMark x1="65951" y1="14648" x2="72526" y2="13281"/>
                        <a14:foregroundMark x1="72721" y1="6543" x2="79557" y2="7813"/>
                        <a14:foregroundMark x1="31445" y1="77051" x2="45964" y2="87402"/>
                        <a14:foregroundMark x1="35742" y1="90918" x2="47005" y2="82129"/>
                        <a14:foregroundMark x1="47005" y1="82129" x2="33138" y2="71875"/>
                        <a14:foregroundMark x1="33138" y1="71875" x2="43099" y2="91016"/>
                        <a14:foregroundMark x1="43099" y1="91016" x2="92839" y2="97656"/>
                        <a14:foregroundMark x1="11979" y1="96680" x2="30339" y2="99902"/>
                        <a14:foregroundMark x1="11784" y1="60059" x2="8138" y2="42090"/>
                        <a14:foregroundMark x1="8138" y1="42090" x2="9635" y2="14258"/>
                        <a14:foregroundMark x1="15625" y1="12891" x2="44727" y2="12305"/>
                        <a14:foregroundMark x1="94531" y1="99219" x2="94727" y2="95410"/>
                        <a14:foregroundMark x1="61589" y1="51074" x2="59635" y2="4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66" y="4931159"/>
            <a:ext cx="2792408" cy="186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778BEF-65F9-9743-9C83-82E606A97577}"/>
              </a:ext>
            </a:extLst>
          </p:cNvPr>
          <p:cNvCxnSpPr>
            <a:cxnSpLocks/>
          </p:cNvCxnSpPr>
          <p:nvPr/>
        </p:nvCxnSpPr>
        <p:spPr>
          <a:xfrm>
            <a:off x="3436505" y="3259240"/>
            <a:ext cx="223364" cy="132273"/>
          </a:xfrm>
          <a:prstGeom prst="straightConnector1">
            <a:avLst/>
          </a:prstGeom>
          <a:ln>
            <a:headEnd w="lg" len="lg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80391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6B55-2C56-0CC8-29FE-5FFD58BF1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האלגוריתם של פטרסון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53D82-BE7C-F544-E108-6E2C65726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2C5D1-0523-E3E9-E285-074DF65A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29</a:t>
            </a:fld>
            <a:endParaRPr lang="he-IL"/>
          </a:p>
        </p:txBody>
      </p:sp>
      <p:grpSp>
        <p:nvGrpSpPr>
          <p:cNvPr id="49" name="Graphic 17">
            <a:extLst>
              <a:ext uri="{FF2B5EF4-FFF2-40B4-BE49-F238E27FC236}">
                <a16:creationId xmlns:a16="http://schemas.microsoft.com/office/drawing/2014/main" id="{9FA58C70-6757-0123-7713-3072DFA62446}"/>
              </a:ext>
            </a:extLst>
          </p:cNvPr>
          <p:cNvGrpSpPr/>
          <p:nvPr/>
        </p:nvGrpSpPr>
        <p:grpSpPr>
          <a:xfrm>
            <a:off x="380119" y="3861124"/>
            <a:ext cx="8651739" cy="1935832"/>
            <a:chOff x="26138" y="2524185"/>
            <a:chExt cx="8383762" cy="1655582"/>
          </a:xfrm>
        </p:grpSpPr>
        <p:grpSp>
          <p:nvGrpSpPr>
            <p:cNvPr id="51" name="Graphic 17">
              <a:extLst>
                <a:ext uri="{FF2B5EF4-FFF2-40B4-BE49-F238E27FC236}">
                  <a16:creationId xmlns:a16="http://schemas.microsoft.com/office/drawing/2014/main" id="{0F4235CC-8302-2806-4A74-1A4EAE8132B1}"/>
                </a:ext>
              </a:extLst>
            </p:cNvPr>
            <p:cNvGrpSpPr/>
            <p:nvPr/>
          </p:nvGrpSpPr>
          <p:grpSpPr>
            <a:xfrm>
              <a:off x="1748386" y="2524185"/>
              <a:ext cx="4545570" cy="281801"/>
              <a:chOff x="1748386" y="2524185"/>
              <a:chExt cx="4545570" cy="281801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305C6292-3511-AA6E-032F-992950C9AC91}"/>
                  </a:ext>
                </a:extLst>
              </p:cNvPr>
              <p:cNvSpPr/>
              <p:nvPr/>
            </p:nvSpPr>
            <p:spPr>
              <a:xfrm>
                <a:off x="1748386" y="2524185"/>
                <a:ext cx="4545570" cy="281801"/>
              </a:xfrm>
              <a:custGeom>
                <a:avLst/>
                <a:gdLst>
                  <a:gd name="connsiteX0" fmla="*/ 4545575 w 4545570"/>
                  <a:gd name="connsiteY0" fmla="*/ 216 h 281801"/>
                  <a:gd name="connsiteX1" fmla="*/ 4 w 4545570"/>
                  <a:gd name="connsiteY1" fmla="*/ 216 h 281801"/>
                  <a:gd name="connsiteX2" fmla="*/ 4 w 4545570"/>
                  <a:gd name="connsiteY2" fmla="*/ 282017 h 281801"/>
                  <a:gd name="connsiteX3" fmla="*/ 4545575 w 4545570"/>
                  <a:gd name="connsiteY3" fmla="*/ 282017 h 281801"/>
                  <a:gd name="connsiteX4" fmla="*/ 4545575 w 4545570"/>
                  <a:gd name="connsiteY4" fmla="*/ 216 h 28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45570" h="281801">
                    <a:moveTo>
                      <a:pt x="4545575" y="216"/>
                    </a:moveTo>
                    <a:lnTo>
                      <a:pt x="4" y="216"/>
                    </a:lnTo>
                    <a:lnTo>
                      <a:pt x="4" y="282017"/>
                    </a:lnTo>
                    <a:lnTo>
                      <a:pt x="4545575" y="282017"/>
                    </a:lnTo>
                    <a:lnTo>
                      <a:pt x="4545575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0968034-6B8A-BF30-102F-30ABD7373D1F}"/>
                  </a:ext>
                </a:extLst>
              </p:cNvPr>
              <p:cNvSpPr txBox="1"/>
              <p:nvPr/>
            </p:nvSpPr>
            <p:spPr>
              <a:xfrm>
                <a:off x="1885552" y="2567937"/>
                <a:ext cx="438774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do ::true =&gt; atomic { flag0 := true; turn := 1 }; if ::(flag1 == false || turn == 1) =&gt; skip fi; flag0 := 0 od</a:t>
                </a:r>
              </a:p>
            </p:txBody>
          </p:sp>
        </p:grpSp>
        <p:grpSp>
          <p:nvGrpSpPr>
            <p:cNvPr id="54" name="Graphic 17">
              <a:extLst>
                <a:ext uri="{FF2B5EF4-FFF2-40B4-BE49-F238E27FC236}">
                  <a16:creationId xmlns:a16="http://schemas.microsoft.com/office/drawing/2014/main" id="{FF5EBB1C-459A-F901-7DA8-B394C9E4D0B6}"/>
                </a:ext>
              </a:extLst>
            </p:cNvPr>
            <p:cNvGrpSpPr/>
            <p:nvPr/>
          </p:nvGrpSpPr>
          <p:grpSpPr>
            <a:xfrm>
              <a:off x="26138" y="3211075"/>
              <a:ext cx="428497" cy="281801"/>
              <a:chOff x="26138" y="3211075"/>
              <a:chExt cx="428497" cy="281801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1ED4C06-B32D-BFE3-D910-A8541B98FDFC}"/>
                  </a:ext>
                </a:extLst>
              </p:cNvPr>
              <p:cNvSpPr/>
              <p:nvPr/>
            </p:nvSpPr>
            <p:spPr>
              <a:xfrm>
                <a:off x="31354" y="3211075"/>
                <a:ext cx="423281" cy="281801"/>
              </a:xfrm>
              <a:custGeom>
                <a:avLst/>
                <a:gdLst>
                  <a:gd name="connsiteX0" fmla="*/ 423285 w 423281"/>
                  <a:gd name="connsiteY0" fmla="*/ 216 h 281801"/>
                  <a:gd name="connsiteX1" fmla="*/ 4 w 423281"/>
                  <a:gd name="connsiteY1" fmla="*/ 216 h 281801"/>
                  <a:gd name="connsiteX2" fmla="*/ 4 w 423281"/>
                  <a:gd name="connsiteY2" fmla="*/ 282017 h 281801"/>
                  <a:gd name="connsiteX3" fmla="*/ 423285 w 423281"/>
                  <a:gd name="connsiteY3" fmla="*/ 282017 h 281801"/>
                  <a:gd name="connsiteX4" fmla="*/ 423285 w 423281"/>
                  <a:gd name="connsiteY4" fmla="*/ 216 h 28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3281" h="281801">
                    <a:moveTo>
                      <a:pt x="423285" y="216"/>
                    </a:moveTo>
                    <a:lnTo>
                      <a:pt x="4" y="216"/>
                    </a:lnTo>
                    <a:lnTo>
                      <a:pt x="4" y="282017"/>
                    </a:lnTo>
                    <a:lnTo>
                      <a:pt x="423285" y="282017"/>
                    </a:lnTo>
                    <a:lnTo>
                      <a:pt x="423285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FD1D8C4-14E6-FB53-380F-D637A65FD5F4}"/>
                  </a:ext>
                </a:extLst>
              </p:cNvPr>
              <p:cNvSpPr txBox="1"/>
              <p:nvPr/>
            </p:nvSpPr>
            <p:spPr>
              <a:xfrm>
                <a:off x="26138" y="3254749"/>
                <a:ext cx="41710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EXIT</a:t>
                </a:r>
              </a:p>
            </p:txBody>
          </p:sp>
        </p:grpSp>
        <p:grpSp>
          <p:nvGrpSpPr>
            <p:cNvPr id="57" name="Graphic 17">
              <a:extLst>
                <a:ext uri="{FF2B5EF4-FFF2-40B4-BE49-F238E27FC236}">
                  <a16:creationId xmlns:a16="http://schemas.microsoft.com/office/drawing/2014/main" id="{6CCA0344-440A-5F4E-F1AB-D2379DCEBA7F}"/>
                </a:ext>
              </a:extLst>
            </p:cNvPr>
            <p:cNvGrpSpPr/>
            <p:nvPr/>
          </p:nvGrpSpPr>
          <p:grpSpPr>
            <a:xfrm>
              <a:off x="467490" y="2809900"/>
              <a:ext cx="2037393" cy="425833"/>
              <a:chOff x="467490" y="2809900"/>
              <a:chExt cx="2037393" cy="425833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ED7F488-FF6C-A29A-0C69-170DCEFBAD70}"/>
                  </a:ext>
                </a:extLst>
              </p:cNvPr>
              <p:cNvSpPr/>
              <p:nvPr/>
            </p:nvSpPr>
            <p:spPr>
              <a:xfrm>
                <a:off x="540780" y="2809900"/>
                <a:ext cx="1964103" cy="400079"/>
              </a:xfrm>
              <a:custGeom>
                <a:avLst/>
                <a:gdLst>
                  <a:gd name="connsiteX0" fmla="*/ 1964107 w 1964103"/>
                  <a:gd name="connsiteY0" fmla="*/ 216 h 400079"/>
                  <a:gd name="connsiteX1" fmla="*/ 4 w 1964103"/>
                  <a:gd name="connsiteY1" fmla="*/ 400295 h 400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64103" h="400079">
                    <a:moveTo>
                      <a:pt x="1964107" y="216"/>
                    </a:moveTo>
                    <a:cubicBezTo>
                      <a:pt x="1366497" y="77946"/>
                      <a:pt x="677019" y="197242"/>
                      <a:pt x="4" y="400295"/>
                    </a:cubicBezTo>
                  </a:path>
                </a:pathLst>
              </a:custGeom>
              <a:noFill/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BDB2310-0882-B421-360F-3FBE9B7D057F}"/>
                  </a:ext>
                </a:extLst>
              </p:cNvPr>
              <p:cNvSpPr/>
              <p:nvPr/>
            </p:nvSpPr>
            <p:spPr>
              <a:xfrm>
                <a:off x="467490" y="3183287"/>
                <a:ext cx="83010" cy="52446"/>
              </a:xfrm>
              <a:custGeom>
                <a:avLst/>
                <a:gdLst>
                  <a:gd name="connsiteX0" fmla="*/ 83014 w 83010"/>
                  <a:gd name="connsiteY0" fmla="*/ 52662 h 52446"/>
                  <a:gd name="connsiteX1" fmla="*/ 4 w 83010"/>
                  <a:gd name="connsiteY1" fmla="*/ 49296 h 52446"/>
                  <a:gd name="connsiteX2" fmla="*/ 66945 w 83010"/>
                  <a:gd name="connsiteY2" fmla="*/ 216 h 52446"/>
                  <a:gd name="connsiteX3" fmla="*/ 83014 w 83010"/>
                  <a:gd name="connsiteY3" fmla="*/ 52662 h 52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010" h="52446">
                    <a:moveTo>
                      <a:pt x="83014" y="52662"/>
                    </a:moveTo>
                    <a:lnTo>
                      <a:pt x="4" y="49296"/>
                    </a:lnTo>
                    <a:lnTo>
                      <a:pt x="66945" y="216"/>
                    </a:lnTo>
                    <a:lnTo>
                      <a:pt x="83014" y="52662"/>
                    </a:lnTo>
                    <a:close/>
                  </a:path>
                </a:pathLst>
              </a:custGeom>
              <a:solidFill>
                <a:srgbClr val="00000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5E9D932-ACBB-DC13-2C16-52066FF22893}"/>
                  </a:ext>
                </a:extLst>
              </p:cNvPr>
              <p:cNvSpPr txBox="1"/>
              <p:nvPr/>
            </p:nvSpPr>
            <p:spPr>
              <a:xfrm>
                <a:off x="775338" y="2816454"/>
                <a:ext cx="6960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!(true) : skip</a:t>
                </a:r>
              </a:p>
            </p:txBody>
          </p:sp>
        </p:grpSp>
        <p:grpSp>
          <p:nvGrpSpPr>
            <p:cNvPr id="61" name="Graphic 17">
              <a:extLst>
                <a:ext uri="{FF2B5EF4-FFF2-40B4-BE49-F238E27FC236}">
                  <a16:creationId xmlns:a16="http://schemas.microsoft.com/office/drawing/2014/main" id="{F669C05B-8CB8-FAAD-A5FD-9ED46041ECE8}"/>
                </a:ext>
              </a:extLst>
            </p:cNvPr>
            <p:cNvGrpSpPr/>
            <p:nvPr/>
          </p:nvGrpSpPr>
          <p:grpSpPr>
            <a:xfrm>
              <a:off x="599099" y="3211075"/>
              <a:ext cx="6860715" cy="281801"/>
              <a:chOff x="599099" y="3211075"/>
              <a:chExt cx="6860715" cy="281801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0E522F5-9C25-28BD-5A67-B84366C3A3F9}"/>
                  </a:ext>
                </a:extLst>
              </p:cNvPr>
              <p:cNvSpPr/>
              <p:nvPr/>
            </p:nvSpPr>
            <p:spPr>
              <a:xfrm>
                <a:off x="599099" y="3211075"/>
                <a:ext cx="6844222" cy="281801"/>
              </a:xfrm>
              <a:custGeom>
                <a:avLst/>
                <a:gdLst>
                  <a:gd name="connsiteX0" fmla="*/ 6844227 w 6844222"/>
                  <a:gd name="connsiteY0" fmla="*/ 216 h 281801"/>
                  <a:gd name="connsiteX1" fmla="*/ 4 w 6844222"/>
                  <a:gd name="connsiteY1" fmla="*/ 216 h 281801"/>
                  <a:gd name="connsiteX2" fmla="*/ 4 w 6844222"/>
                  <a:gd name="connsiteY2" fmla="*/ 282017 h 281801"/>
                  <a:gd name="connsiteX3" fmla="*/ 6844227 w 6844222"/>
                  <a:gd name="connsiteY3" fmla="*/ 282017 h 281801"/>
                  <a:gd name="connsiteX4" fmla="*/ 6844227 w 6844222"/>
                  <a:gd name="connsiteY4" fmla="*/ 216 h 28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4222" h="281801">
                    <a:moveTo>
                      <a:pt x="6844227" y="216"/>
                    </a:moveTo>
                    <a:lnTo>
                      <a:pt x="4" y="216"/>
                    </a:lnTo>
                    <a:lnTo>
                      <a:pt x="4" y="282017"/>
                    </a:lnTo>
                    <a:lnTo>
                      <a:pt x="6844227" y="282017"/>
                    </a:lnTo>
                    <a:lnTo>
                      <a:pt x="6844227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629AA56-67C6-B6E2-8ACA-48B9F1358EFA}"/>
                  </a:ext>
                </a:extLst>
              </p:cNvPr>
              <p:cNvSpPr txBox="1"/>
              <p:nvPr/>
            </p:nvSpPr>
            <p:spPr>
              <a:xfrm>
                <a:off x="879166" y="3254749"/>
                <a:ext cx="65806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if ::(flag1 == false || turn == 1) =&gt; skip fi; flag0 := 0; do ::true =&gt; atomic { flag0 := true; turn := 1 }; if ::(flag1 == false || turn == 1) =&gt; skip fi; flag0 := 0 od</a:t>
                </a:r>
              </a:p>
            </p:txBody>
          </p:sp>
        </p:grpSp>
        <p:grpSp>
          <p:nvGrpSpPr>
            <p:cNvPr id="64" name="Graphic 17">
              <a:extLst>
                <a:ext uri="{FF2B5EF4-FFF2-40B4-BE49-F238E27FC236}">
                  <a16:creationId xmlns:a16="http://schemas.microsoft.com/office/drawing/2014/main" id="{CCAFD76F-8CCF-2A4F-F53C-5C872AC550B2}"/>
                </a:ext>
              </a:extLst>
            </p:cNvPr>
            <p:cNvGrpSpPr/>
            <p:nvPr/>
          </p:nvGrpSpPr>
          <p:grpSpPr>
            <a:xfrm>
              <a:off x="3990865" y="2808726"/>
              <a:ext cx="1806048" cy="380960"/>
              <a:chOff x="3990865" y="2808726"/>
              <a:chExt cx="1806048" cy="380960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7E94F95F-1D05-385C-034C-4C9BB49EB45E}"/>
                  </a:ext>
                </a:extLst>
              </p:cNvPr>
              <p:cNvSpPr/>
              <p:nvPr/>
            </p:nvSpPr>
            <p:spPr>
              <a:xfrm>
                <a:off x="4021171" y="2808726"/>
                <a:ext cx="7838" cy="310920"/>
              </a:xfrm>
              <a:custGeom>
                <a:avLst/>
                <a:gdLst>
                  <a:gd name="connsiteX0" fmla="*/ 4 w 7838"/>
                  <a:gd name="connsiteY0" fmla="*/ 216 h 310920"/>
                  <a:gd name="connsiteX1" fmla="*/ 4 w 7838"/>
                  <a:gd name="connsiteY1" fmla="*/ 311136 h 310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838" h="310920">
                    <a:moveTo>
                      <a:pt x="4" y="216"/>
                    </a:moveTo>
                    <a:cubicBezTo>
                      <a:pt x="4" y="89374"/>
                      <a:pt x="4" y="208122"/>
                      <a:pt x="4" y="311136"/>
                    </a:cubicBezTo>
                  </a:path>
                </a:pathLst>
              </a:custGeom>
              <a:noFill/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25143FA-956F-097D-ACE8-DD9B882CDEA3}"/>
                  </a:ext>
                </a:extLst>
              </p:cNvPr>
              <p:cNvSpPr/>
              <p:nvPr/>
            </p:nvSpPr>
            <p:spPr>
              <a:xfrm>
                <a:off x="3990865" y="3110626"/>
                <a:ext cx="60609" cy="79060"/>
              </a:xfrm>
              <a:custGeom>
                <a:avLst/>
                <a:gdLst>
                  <a:gd name="connsiteX0" fmla="*/ 54874 w 54869"/>
                  <a:gd name="connsiteY0" fmla="*/ 216 h 78278"/>
                  <a:gd name="connsiteX1" fmla="*/ 27439 w 54869"/>
                  <a:gd name="connsiteY1" fmla="*/ 78494 h 78278"/>
                  <a:gd name="connsiteX2" fmla="*/ 4 w 54869"/>
                  <a:gd name="connsiteY2" fmla="*/ 216 h 78278"/>
                  <a:gd name="connsiteX3" fmla="*/ 54874 w 54869"/>
                  <a:gd name="connsiteY3" fmla="*/ 216 h 78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69" h="78278">
                    <a:moveTo>
                      <a:pt x="54874" y="216"/>
                    </a:moveTo>
                    <a:lnTo>
                      <a:pt x="27439" y="78494"/>
                    </a:lnTo>
                    <a:lnTo>
                      <a:pt x="4" y="216"/>
                    </a:lnTo>
                    <a:lnTo>
                      <a:pt x="54874" y="216"/>
                    </a:lnTo>
                    <a:close/>
                  </a:path>
                </a:pathLst>
              </a:custGeom>
              <a:solidFill>
                <a:srgbClr val="00000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A151D61-553D-2824-D86B-23AF3539B49E}"/>
                  </a:ext>
                </a:extLst>
              </p:cNvPr>
              <p:cNvSpPr txBox="1"/>
              <p:nvPr/>
            </p:nvSpPr>
            <p:spPr>
              <a:xfrm>
                <a:off x="4002833" y="2911343"/>
                <a:ext cx="17940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true : atomic { flag0 := true; turn := 1 }</a:t>
                </a:r>
              </a:p>
            </p:txBody>
          </p:sp>
        </p:grpSp>
        <p:grpSp>
          <p:nvGrpSpPr>
            <p:cNvPr id="68" name="Graphic 17">
              <a:extLst>
                <a:ext uri="{FF2B5EF4-FFF2-40B4-BE49-F238E27FC236}">
                  <a16:creationId xmlns:a16="http://schemas.microsoft.com/office/drawing/2014/main" id="{DD4935B8-5ADF-C9AB-6E6C-CEACACCAC127}"/>
                </a:ext>
              </a:extLst>
            </p:cNvPr>
            <p:cNvGrpSpPr/>
            <p:nvPr/>
          </p:nvGrpSpPr>
          <p:grpSpPr>
            <a:xfrm>
              <a:off x="3363126" y="3897966"/>
              <a:ext cx="5015882" cy="281801"/>
              <a:chOff x="3363126" y="3897966"/>
              <a:chExt cx="5015882" cy="281801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2D880A9-6CB3-9A4D-6BD2-BCDD461576B3}"/>
                  </a:ext>
                </a:extLst>
              </p:cNvPr>
              <p:cNvSpPr/>
              <p:nvPr/>
            </p:nvSpPr>
            <p:spPr>
              <a:xfrm>
                <a:off x="3363126" y="3897966"/>
                <a:ext cx="5015882" cy="281801"/>
              </a:xfrm>
              <a:custGeom>
                <a:avLst/>
                <a:gdLst>
                  <a:gd name="connsiteX0" fmla="*/ 5015887 w 5015882"/>
                  <a:gd name="connsiteY0" fmla="*/ 216 h 281801"/>
                  <a:gd name="connsiteX1" fmla="*/ 4 w 5015882"/>
                  <a:gd name="connsiteY1" fmla="*/ 216 h 281801"/>
                  <a:gd name="connsiteX2" fmla="*/ 4 w 5015882"/>
                  <a:gd name="connsiteY2" fmla="*/ 282017 h 281801"/>
                  <a:gd name="connsiteX3" fmla="*/ 5015887 w 5015882"/>
                  <a:gd name="connsiteY3" fmla="*/ 282017 h 281801"/>
                  <a:gd name="connsiteX4" fmla="*/ 5015887 w 5015882"/>
                  <a:gd name="connsiteY4" fmla="*/ 216 h 28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15882" h="281801">
                    <a:moveTo>
                      <a:pt x="5015887" y="216"/>
                    </a:moveTo>
                    <a:lnTo>
                      <a:pt x="4" y="216"/>
                    </a:lnTo>
                    <a:lnTo>
                      <a:pt x="4" y="282017"/>
                    </a:lnTo>
                    <a:lnTo>
                      <a:pt x="5015887" y="282017"/>
                    </a:lnTo>
                    <a:lnTo>
                      <a:pt x="5015887" y="216"/>
                    </a:lnTo>
                    <a:close/>
                  </a:path>
                </a:pathLst>
              </a:custGeom>
              <a:solidFill>
                <a:srgbClr val="FFFFE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1FD2265-19DE-C2A4-D65C-E54BEDD35FBB}"/>
                  </a:ext>
                </a:extLst>
              </p:cNvPr>
              <p:cNvSpPr txBox="1"/>
              <p:nvPr/>
            </p:nvSpPr>
            <p:spPr>
              <a:xfrm>
                <a:off x="3501074" y="3941718"/>
                <a:ext cx="484139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flag0 := 0; do ::true =&gt; atomic { flag0 := true; turn := 1 }; if ::(flag1 == false || turn == 1) =&gt; skip fi; flag0 := 0 od</a:t>
                </a:r>
              </a:p>
            </p:txBody>
          </p:sp>
        </p:grpSp>
        <p:grpSp>
          <p:nvGrpSpPr>
            <p:cNvPr id="71" name="Graphic 17">
              <a:extLst>
                <a:ext uri="{FF2B5EF4-FFF2-40B4-BE49-F238E27FC236}">
                  <a16:creationId xmlns:a16="http://schemas.microsoft.com/office/drawing/2014/main" id="{BDB3EE37-AFBB-60EB-D5F9-6E1BD21CEC7E}"/>
                </a:ext>
              </a:extLst>
            </p:cNvPr>
            <p:cNvGrpSpPr/>
            <p:nvPr/>
          </p:nvGrpSpPr>
          <p:grpSpPr>
            <a:xfrm>
              <a:off x="6309477" y="2780154"/>
              <a:ext cx="2100423" cy="1114367"/>
              <a:chOff x="6309477" y="2780154"/>
              <a:chExt cx="2100423" cy="1114367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C16CC5B-2405-80C4-BC2B-09A69B3B3567}"/>
                  </a:ext>
                </a:extLst>
              </p:cNvPr>
              <p:cNvSpPr/>
              <p:nvPr/>
            </p:nvSpPr>
            <p:spPr>
              <a:xfrm>
                <a:off x="6384805" y="2806925"/>
                <a:ext cx="1216107" cy="1087596"/>
              </a:xfrm>
              <a:custGeom>
                <a:avLst/>
                <a:gdLst>
                  <a:gd name="connsiteX0" fmla="*/ 341921 w 1216107"/>
                  <a:gd name="connsiteY0" fmla="*/ 1087812 h 1087596"/>
                  <a:gd name="connsiteX1" fmla="*/ 1132360 w 1216107"/>
                  <a:gd name="connsiteY1" fmla="*/ 404366 h 1087596"/>
                  <a:gd name="connsiteX2" fmla="*/ 4 w 1216107"/>
                  <a:gd name="connsiteY2" fmla="*/ 216 h 1087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16107" h="1087596">
                    <a:moveTo>
                      <a:pt x="341921" y="1087812"/>
                    </a:moveTo>
                    <a:cubicBezTo>
                      <a:pt x="883094" y="965072"/>
                      <a:pt x="1429127" y="749964"/>
                      <a:pt x="1132360" y="404366"/>
                    </a:cubicBezTo>
                    <a:cubicBezTo>
                      <a:pt x="961950" y="205930"/>
                      <a:pt x="517270" y="79981"/>
                      <a:pt x="4" y="216"/>
                    </a:cubicBezTo>
                  </a:path>
                </a:pathLst>
              </a:custGeom>
              <a:noFill/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1A13BC1-A8AD-5888-97FD-FF7B77FCAFA7}"/>
                  </a:ext>
                </a:extLst>
              </p:cNvPr>
              <p:cNvSpPr/>
              <p:nvPr/>
            </p:nvSpPr>
            <p:spPr>
              <a:xfrm>
                <a:off x="6309477" y="2780154"/>
                <a:ext cx="81599" cy="54246"/>
              </a:xfrm>
              <a:custGeom>
                <a:avLst/>
                <a:gdLst>
                  <a:gd name="connsiteX0" fmla="*/ 73530 w 81599"/>
                  <a:gd name="connsiteY0" fmla="*/ 54462 h 54246"/>
                  <a:gd name="connsiteX1" fmla="*/ 4 w 81599"/>
                  <a:gd name="connsiteY1" fmla="*/ 15871 h 54246"/>
                  <a:gd name="connsiteX2" fmla="*/ 81603 w 81599"/>
                  <a:gd name="connsiteY2" fmla="*/ 216 h 54246"/>
                  <a:gd name="connsiteX3" fmla="*/ 73530 w 81599"/>
                  <a:gd name="connsiteY3" fmla="*/ 54462 h 54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599" h="54246">
                    <a:moveTo>
                      <a:pt x="73530" y="54462"/>
                    </a:moveTo>
                    <a:lnTo>
                      <a:pt x="4" y="15871"/>
                    </a:lnTo>
                    <a:lnTo>
                      <a:pt x="81603" y="216"/>
                    </a:lnTo>
                    <a:lnTo>
                      <a:pt x="73530" y="54462"/>
                    </a:lnTo>
                    <a:close/>
                  </a:path>
                </a:pathLst>
              </a:custGeom>
              <a:solidFill>
                <a:srgbClr val="00000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041A777-B2F2-E3C6-5C94-BE386B9C0006}"/>
                  </a:ext>
                </a:extLst>
              </p:cNvPr>
              <p:cNvSpPr txBox="1"/>
              <p:nvPr/>
            </p:nvSpPr>
            <p:spPr>
              <a:xfrm>
                <a:off x="7587238" y="3254749"/>
                <a:ext cx="8226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true : flag0 := 0</a:t>
                </a:r>
              </a:p>
            </p:txBody>
          </p:sp>
        </p:grpSp>
        <p:grpSp>
          <p:nvGrpSpPr>
            <p:cNvPr id="75" name="Graphic 17">
              <a:extLst>
                <a:ext uri="{FF2B5EF4-FFF2-40B4-BE49-F238E27FC236}">
                  <a16:creationId xmlns:a16="http://schemas.microsoft.com/office/drawing/2014/main" id="{FB82752A-AEE8-7A7A-3F7B-020D8E3B2C48}"/>
                </a:ext>
              </a:extLst>
            </p:cNvPr>
            <p:cNvGrpSpPr/>
            <p:nvPr/>
          </p:nvGrpSpPr>
          <p:grpSpPr>
            <a:xfrm>
              <a:off x="4397735" y="3496477"/>
              <a:ext cx="2153758" cy="394052"/>
              <a:chOff x="4397735" y="3496477"/>
              <a:chExt cx="2153758" cy="394052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4C2B41D-A919-FABE-FAFA-5984D5038BC1}"/>
                  </a:ext>
                </a:extLst>
              </p:cNvPr>
              <p:cNvSpPr/>
              <p:nvPr/>
            </p:nvSpPr>
            <p:spPr>
              <a:xfrm>
                <a:off x="4397735" y="3496477"/>
                <a:ext cx="1013915" cy="367828"/>
              </a:xfrm>
              <a:custGeom>
                <a:avLst/>
                <a:gdLst>
                  <a:gd name="connsiteX0" fmla="*/ 4 w 1013915"/>
                  <a:gd name="connsiteY0" fmla="*/ 216 h 367828"/>
                  <a:gd name="connsiteX1" fmla="*/ 1013920 w 1013915"/>
                  <a:gd name="connsiteY1" fmla="*/ 368044 h 367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13915" h="367828">
                    <a:moveTo>
                      <a:pt x="4" y="216"/>
                    </a:moveTo>
                    <a:cubicBezTo>
                      <a:pt x="293244" y="106596"/>
                      <a:pt x="701476" y="254698"/>
                      <a:pt x="1013920" y="368044"/>
                    </a:cubicBezTo>
                  </a:path>
                </a:pathLst>
              </a:custGeom>
              <a:noFill/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0A437F6-D816-4C8A-CE4E-461CFE27A962}"/>
                  </a:ext>
                </a:extLst>
              </p:cNvPr>
              <p:cNvSpPr/>
              <p:nvPr/>
            </p:nvSpPr>
            <p:spPr>
              <a:xfrm>
                <a:off x="5400833" y="3838083"/>
                <a:ext cx="83009" cy="52446"/>
              </a:xfrm>
              <a:custGeom>
                <a:avLst/>
                <a:gdLst>
                  <a:gd name="connsiteX0" fmla="*/ 18738 w 83009"/>
                  <a:gd name="connsiteY0" fmla="*/ 216 h 52446"/>
                  <a:gd name="connsiteX1" fmla="*/ 83014 w 83009"/>
                  <a:gd name="connsiteY1" fmla="*/ 52662 h 52446"/>
                  <a:gd name="connsiteX2" fmla="*/ 4 w 83009"/>
                  <a:gd name="connsiteY2" fmla="*/ 51723 h 52446"/>
                  <a:gd name="connsiteX3" fmla="*/ 18738 w 83009"/>
                  <a:gd name="connsiteY3" fmla="*/ 216 h 52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009" h="52446">
                    <a:moveTo>
                      <a:pt x="18738" y="216"/>
                    </a:moveTo>
                    <a:lnTo>
                      <a:pt x="83014" y="52662"/>
                    </a:lnTo>
                    <a:lnTo>
                      <a:pt x="4" y="51723"/>
                    </a:lnTo>
                    <a:lnTo>
                      <a:pt x="18738" y="216"/>
                    </a:lnTo>
                    <a:close/>
                  </a:path>
                </a:pathLst>
              </a:custGeom>
              <a:solidFill>
                <a:srgbClr val="000000"/>
              </a:solidFill>
              <a:ln w="783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BAD2239-67FD-83C6-850A-A1A63A314C26}"/>
                  </a:ext>
                </a:extLst>
              </p:cNvPr>
              <p:cNvSpPr txBox="1"/>
              <p:nvPr/>
            </p:nvSpPr>
            <p:spPr>
              <a:xfrm>
                <a:off x="5002671" y="3598234"/>
                <a:ext cx="154882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(flag1 == false || turn == 1) : skip</a:t>
                </a:r>
              </a:p>
            </p:txBody>
          </p: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FC2D94A0-9A17-08B6-1088-EE5BB2072F65}"/>
              </a:ext>
            </a:extLst>
          </p:cNvPr>
          <p:cNvSpPr txBox="1"/>
          <p:nvPr/>
        </p:nvSpPr>
        <p:spPr>
          <a:xfrm>
            <a:off x="1093149" y="1460369"/>
            <a:ext cx="7431962" cy="1536511"/>
          </a:xfrm>
          <a:prstGeom prst="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peterson_code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:: true =&gt; atomic{flag0 := true; turn := 1};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       if :: flag1 == false || turn == 1 =&gt; flag := true fi;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       flag0 := false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od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code_to_program_graph_dot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peterson_code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only_reachable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D623CD-75D8-C46D-D0BE-3035271B9FF6}"/>
              </a:ext>
            </a:extLst>
          </p:cNvPr>
          <p:cNvCxnSpPr>
            <a:cxnSpLocks/>
          </p:cNvCxnSpPr>
          <p:nvPr/>
        </p:nvCxnSpPr>
        <p:spPr>
          <a:xfrm>
            <a:off x="1934053" y="3721542"/>
            <a:ext cx="223364" cy="132273"/>
          </a:xfrm>
          <a:prstGeom prst="straightConnector1">
            <a:avLst/>
          </a:prstGeom>
          <a:ln>
            <a:headEnd w="lg" len="lg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38461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CD43-5E1D-86F4-D379-C445B1B2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9F17-F772-8530-8843-F2DC65AC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מכונת המשקאות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67A62-FF7C-0172-360D-65BA577A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D90AB-5E5E-CF52-07DA-DC2A783A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30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DE6BD-CD18-2BA9-79EB-8E15E6543969}"/>
              </a:ext>
            </a:extLst>
          </p:cNvPr>
          <p:cNvSpPr txBox="1"/>
          <p:nvPr/>
        </p:nvSpPr>
        <p:spPr>
          <a:xfrm>
            <a:off x="2304051" y="1223075"/>
            <a:ext cx="4294648" cy="2440796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 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:: true =&gt;  skip; 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if 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:: 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nc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&gt; 0          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nc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:=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nc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1   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:: ns &gt; 0          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  	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=&gt; ns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:=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ns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1   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:: 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nc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0 &amp;&amp; ns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he-IL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=&gt; skip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fi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:: true =&gt; atomic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nc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:=10; ns:=10}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od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code_to_program_graph_dot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177196-AE48-405E-9FC6-06C3A3B8DA3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00216"/>
            <a:ext cx="8911086" cy="841207"/>
          </a:xfrm>
          <a:prstGeom prst="rect">
            <a:avLst/>
          </a:prstGeom>
        </p:spPr>
      </p:pic>
      <p:grpSp>
        <p:nvGrpSpPr>
          <p:cNvPr id="10" name="Graphic 8">
            <a:extLst>
              <a:ext uri="{FF2B5EF4-FFF2-40B4-BE49-F238E27FC236}">
                <a16:creationId xmlns:a16="http://schemas.microsoft.com/office/drawing/2014/main" id="{4DE4C9EF-AC0E-37F7-ECC3-57494B4AD37F}"/>
              </a:ext>
            </a:extLst>
          </p:cNvPr>
          <p:cNvGrpSpPr/>
          <p:nvPr/>
        </p:nvGrpSpPr>
        <p:grpSpPr>
          <a:xfrm>
            <a:off x="1702286" y="4283718"/>
            <a:ext cx="6841653" cy="1731313"/>
            <a:chOff x="2055969" y="2307588"/>
            <a:chExt cx="6841653" cy="1731313"/>
          </a:xfrm>
        </p:grpSpPr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D0A558CA-1B9D-C99C-0603-3209DE328B10}"/>
                </a:ext>
              </a:extLst>
            </p:cNvPr>
            <p:cNvGrpSpPr/>
            <p:nvPr/>
          </p:nvGrpSpPr>
          <p:grpSpPr>
            <a:xfrm>
              <a:off x="4268883" y="2456921"/>
              <a:ext cx="770915" cy="456340"/>
              <a:chOff x="4268883" y="2456921"/>
              <a:chExt cx="770915" cy="456340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3D1F0B5-2BA8-DDAF-50B4-C886635B53D7}"/>
                  </a:ext>
                </a:extLst>
              </p:cNvPr>
              <p:cNvSpPr/>
              <p:nvPr/>
            </p:nvSpPr>
            <p:spPr>
              <a:xfrm>
                <a:off x="4290448" y="2456921"/>
                <a:ext cx="749350" cy="456340"/>
              </a:xfrm>
              <a:custGeom>
                <a:avLst/>
                <a:gdLst>
                  <a:gd name="connsiteX0" fmla="*/ 749355 w 749350"/>
                  <a:gd name="connsiteY0" fmla="*/ 129 h 456340"/>
                  <a:gd name="connsiteX1" fmla="*/ 4 w 749350"/>
                  <a:gd name="connsiteY1" fmla="*/ 129 h 456340"/>
                  <a:gd name="connsiteX2" fmla="*/ 4 w 749350"/>
                  <a:gd name="connsiteY2" fmla="*/ 456469 h 456340"/>
                  <a:gd name="connsiteX3" fmla="*/ 749355 w 749350"/>
                  <a:gd name="connsiteY3" fmla="*/ 456469 h 456340"/>
                  <a:gd name="connsiteX4" fmla="*/ 749355 w 749350"/>
                  <a:gd name="connsiteY4" fmla="*/ 129 h 456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9350" h="456340">
                    <a:moveTo>
                      <a:pt x="749355" y="129"/>
                    </a:moveTo>
                    <a:lnTo>
                      <a:pt x="4" y="129"/>
                    </a:lnTo>
                    <a:lnTo>
                      <a:pt x="4" y="456469"/>
                    </a:lnTo>
                    <a:lnTo>
                      <a:pt x="749355" y="456469"/>
                    </a:lnTo>
                    <a:lnTo>
                      <a:pt x="749355" y="129"/>
                    </a:lnTo>
                    <a:close/>
                  </a:path>
                </a:pathLst>
              </a:custGeom>
              <a:solidFill>
                <a:srgbClr val="FFFFE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F2AAB7-FF55-0A17-AFD5-62ED9590B39E}"/>
                  </a:ext>
                </a:extLst>
              </p:cNvPr>
              <p:cNvSpPr txBox="1"/>
              <p:nvPr/>
            </p:nvSpPr>
            <p:spPr>
              <a:xfrm>
                <a:off x="4268883" y="2540498"/>
                <a:ext cx="7681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do ... od</a:t>
                </a:r>
              </a:p>
            </p:txBody>
          </p:sp>
        </p:grpSp>
        <p:grpSp>
          <p:nvGrpSpPr>
            <p:cNvPr id="16" name="Graphic 8">
              <a:extLst>
                <a:ext uri="{FF2B5EF4-FFF2-40B4-BE49-F238E27FC236}">
                  <a16:creationId xmlns:a16="http://schemas.microsoft.com/office/drawing/2014/main" id="{50CD44CC-9BFD-7F3D-8ECA-2C772B95B50B}"/>
                </a:ext>
              </a:extLst>
            </p:cNvPr>
            <p:cNvGrpSpPr/>
            <p:nvPr/>
          </p:nvGrpSpPr>
          <p:grpSpPr>
            <a:xfrm>
              <a:off x="5044142" y="2307588"/>
              <a:ext cx="2839745" cy="307777"/>
              <a:chOff x="5044142" y="2307588"/>
              <a:chExt cx="2839745" cy="30777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E1B80DB-8DFD-A141-4966-87A01FE2D6E9}"/>
                  </a:ext>
                </a:extLst>
              </p:cNvPr>
              <p:cNvSpPr/>
              <p:nvPr/>
            </p:nvSpPr>
            <p:spPr>
              <a:xfrm rot="20379655">
                <a:off x="5044142" y="2390733"/>
                <a:ext cx="227406" cy="194449"/>
              </a:xfrm>
              <a:custGeom>
                <a:avLst/>
                <a:gdLst>
                  <a:gd name="connsiteX0" fmla="*/ 4 w 227406"/>
                  <a:gd name="connsiteY0" fmla="*/ 129 h 194449"/>
                  <a:gd name="connsiteX1" fmla="*/ 227410 w 227406"/>
                  <a:gd name="connsiteY1" fmla="*/ 104707 h 194449"/>
                  <a:gd name="connsiteX2" fmla="*/ 127474 w 227406"/>
                  <a:gd name="connsiteY2" fmla="*/ 194578 h 194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7406" h="194449">
                    <a:moveTo>
                      <a:pt x="4" y="129"/>
                    </a:moveTo>
                    <a:cubicBezTo>
                      <a:pt x="126344" y="129"/>
                      <a:pt x="227410" y="34988"/>
                      <a:pt x="227410" y="104707"/>
                    </a:cubicBezTo>
                    <a:cubicBezTo>
                      <a:pt x="227410" y="148275"/>
                      <a:pt x="187926" y="178241"/>
                      <a:pt x="127474" y="194578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6D6E9FD-CBE8-DC34-1594-FF35E43ECFA9}"/>
                  </a:ext>
                </a:extLst>
              </p:cNvPr>
              <p:cNvSpPr/>
              <p:nvPr/>
            </p:nvSpPr>
            <p:spPr>
              <a:xfrm>
                <a:off x="5061394" y="2515384"/>
                <a:ext cx="131267" cy="88144"/>
              </a:xfrm>
              <a:custGeom>
                <a:avLst/>
                <a:gdLst>
                  <a:gd name="connsiteX0" fmla="*/ 131271 w 131267"/>
                  <a:gd name="connsiteY0" fmla="*/ 88274 h 88144"/>
                  <a:gd name="connsiteX1" fmla="*/ 4 w 131267"/>
                  <a:gd name="connsiteY1" fmla="*/ 58756 h 88144"/>
                  <a:gd name="connsiteX2" fmla="*/ 121061 w 131267"/>
                  <a:gd name="connsiteY2" fmla="*/ 129 h 88144"/>
                  <a:gd name="connsiteX3" fmla="*/ 131271 w 131267"/>
                  <a:gd name="connsiteY3" fmla="*/ 88274 h 88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1267" h="88144">
                    <a:moveTo>
                      <a:pt x="131271" y="88274"/>
                    </a:moveTo>
                    <a:lnTo>
                      <a:pt x="4" y="58756"/>
                    </a:lnTo>
                    <a:lnTo>
                      <a:pt x="121061" y="129"/>
                    </a:lnTo>
                    <a:lnTo>
                      <a:pt x="131271" y="88274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2ABD91-087A-F0A3-FDC8-2753C33182BB}"/>
                  </a:ext>
                </a:extLst>
              </p:cNvPr>
              <p:cNvSpPr txBox="1"/>
              <p:nvPr/>
            </p:nvSpPr>
            <p:spPr>
              <a:xfrm>
                <a:off x="5219375" y="2307588"/>
                <a:ext cx="26645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true : atomic { </a:t>
                </a:r>
                <a:r>
                  <a:rPr lang="en-US" sz="1400" spc="0" baseline="0" dirty="0" err="1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nc</a:t>
                </a:r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 := 10; ns := 10 }</a:t>
                </a:r>
              </a:p>
            </p:txBody>
          </p:sp>
        </p:grpSp>
        <p:grpSp>
          <p:nvGrpSpPr>
            <p:cNvPr id="20" name="Graphic 8">
              <a:extLst>
                <a:ext uri="{FF2B5EF4-FFF2-40B4-BE49-F238E27FC236}">
                  <a16:creationId xmlns:a16="http://schemas.microsoft.com/office/drawing/2014/main" id="{9D34DA07-3AF8-CA5F-A499-4F5336C047B8}"/>
                </a:ext>
              </a:extLst>
            </p:cNvPr>
            <p:cNvGrpSpPr/>
            <p:nvPr/>
          </p:nvGrpSpPr>
          <p:grpSpPr>
            <a:xfrm>
              <a:off x="3989483" y="3582561"/>
              <a:ext cx="1323263" cy="456340"/>
              <a:chOff x="3989483" y="3582561"/>
              <a:chExt cx="1323263" cy="45634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20530FF-0166-E0DF-701B-89DB69DDEF84}"/>
                  </a:ext>
                </a:extLst>
              </p:cNvPr>
              <p:cNvSpPr/>
              <p:nvPr/>
            </p:nvSpPr>
            <p:spPr>
              <a:xfrm>
                <a:off x="4017499" y="3582561"/>
                <a:ext cx="1295247" cy="456340"/>
              </a:xfrm>
              <a:custGeom>
                <a:avLst/>
                <a:gdLst>
                  <a:gd name="connsiteX0" fmla="*/ 1295252 w 1295247"/>
                  <a:gd name="connsiteY0" fmla="*/ 129 h 456340"/>
                  <a:gd name="connsiteX1" fmla="*/ 4 w 1295247"/>
                  <a:gd name="connsiteY1" fmla="*/ 129 h 456340"/>
                  <a:gd name="connsiteX2" fmla="*/ 4 w 1295247"/>
                  <a:gd name="connsiteY2" fmla="*/ 456469 h 456340"/>
                  <a:gd name="connsiteX3" fmla="*/ 1295252 w 1295247"/>
                  <a:gd name="connsiteY3" fmla="*/ 456469 h 456340"/>
                  <a:gd name="connsiteX4" fmla="*/ 1295252 w 1295247"/>
                  <a:gd name="connsiteY4" fmla="*/ 129 h 456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5247" h="456340">
                    <a:moveTo>
                      <a:pt x="1295252" y="129"/>
                    </a:moveTo>
                    <a:lnTo>
                      <a:pt x="4" y="129"/>
                    </a:lnTo>
                    <a:lnTo>
                      <a:pt x="4" y="456469"/>
                    </a:lnTo>
                    <a:lnTo>
                      <a:pt x="1295252" y="456469"/>
                    </a:lnTo>
                    <a:lnTo>
                      <a:pt x="1295252" y="129"/>
                    </a:lnTo>
                    <a:close/>
                  </a:path>
                </a:pathLst>
              </a:custGeom>
              <a:solidFill>
                <a:srgbClr val="FFFFE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481D91-D650-E722-042B-C215A439A1D0}"/>
                  </a:ext>
                </a:extLst>
              </p:cNvPr>
              <p:cNvSpPr txBox="1"/>
              <p:nvPr/>
            </p:nvSpPr>
            <p:spPr>
              <a:xfrm>
                <a:off x="3989483" y="3666138"/>
                <a:ext cx="1305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if ... fi; do ... od</a:t>
                </a:r>
              </a:p>
            </p:txBody>
          </p:sp>
        </p:grpSp>
        <p:grpSp>
          <p:nvGrpSpPr>
            <p:cNvPr id="23" name="Graphic 8">
              <a:extLst>
                <a:ext uri="{FF2B5EF4-FFF2-40B4-BE49-F238E27FC236}">
                  <a16:creationId xmlns:a16="http://schemas.microsoft.com/office/drawing/2014/main" id="{101A9369-237E-0601-EA8C-BEAF7667937C}"/>
                </a:ext>
              </a:extLst>
            </p:cNvPr>
            <p:cNvGrpSpPr/>
            <p:nvPr/>
          </p:nvGrpSpPr>
          <p:grpSpPr>
            <a:xfrm>
              <a:off x="2055969" y="2739979"/>
              <a:ext cx="2231303" cy="1045568"/>
              <a:chOff x="2055969" y="2739979"/>
              <a:chExt cx="2231303" cy="1045568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43B4F76-49A0-447F-D644-7B871440BBF2}"/>
                  </a:ext>
                </a:extLst>
              </p:cNvPr>
              <p:cNvSpPr/>
              <p:nvPr/>
            </p:nvSpPr>
            <p:spPr>
              <a:xfrm>
                <a:off x="2996995" y="2739979"/>
                <a:ext cx="1290277" cy="1001526"/>
              </a:xfrm>
              <a:custGeom>
                <a:avLst/>
                <a:gdLst>
                  <a:gd name="connsiteX0" fmla="*/ 1290282 w 1290277"/>
                  <a:gd name="connsiteY0" fmla="*/ 129 h 1001526"/>
                  <a:gd name="connsiteX1" fmla="*/ 68042 w 1290277"/>
                  <a:gd name="connsiteY1" fmla="*/ 401582 h 1001526"/>
                  <a:gd name="connsiteX2" fmla="*/ 897046 w 1290277"/>
                  <a:gd name="connsiteY2" fmla="*/ 1001656 h 1001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90277" h="1001526">
                    <a:moveTo>
                      <a:pt x="1290282" y="129"/>
                    </a:moveTo>
                    <a:cubicBezTo>
                      <a:pt x="865296" y="70483"/>
                      <a:pt x="215054" y="207046"/>
                      <a:pt x="68042" y="401582"/>
                    </a:cubicBezTo>
                    <a:cubicBezTo>
                      <a:pt x="-198109" y="753769"/>
                      <a:pt x="366553" y="922112"/>
                      <a:pt x="897046" y="1001656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1E127C-6FF4-8E1E-DE4A-36806E3D0B0D}"/>
                  </a:ext>
                </a:extLst>
              </p:cNvPr>
              <p:cNvSpPr/>
              <p:nvPr/>
            </p:nvSpPr>
            <p:spPr>
              <a:xfrm>
                <a:off x="3888623" y="3697652"/>
                <a:ext cx="131894" cy="87895"/>
              </a:xfrm>
              <a:custGeom>
                <a:avLst/>
                <a:gdLst>
                  <a:gd name="connsiteX0" fmla="*/ 12190 w 131894"/>
                  <a:gd name="connsiteY0" fmla="*/ 129 h 87895"/>
                  <a:gd name="connsiteX1" fmla="*/ 131899 w 131894"/>
                  <a:gd name="connsiteY1" fmla="*/ 61451 h 87895"/>
                  <a:gd name="connsiteX2" fmla="*/ 4 w 131894"/>
                  <a:gd name="connsiteY2" fmla="*/ 88024 h 87895"/>
                  <a:gd name="connsiteX3" fmla="*/ 12190 w 131894"/>
                  <a:gd name="connsiteY3" fmla="*/ 129 h 8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1894" h="87895">
                    <a:moveTo>
                      <a:pt x="12190" y="129"/>
                    </a:moveTo>
                    <a:lnTo>
                      <a:pt x="131899" y="61451"/>
                    </a:lnTo>
                    <a:lnTo>
                      <a:pt x="4" y="88024"/>
                    </a:lnTo>
                    <a:lnTo>
                      <a:pt x="12190" y="12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4F7C28-B849-44E2-25D3-9CB47840E2D4}"/>
                  </a:ext>
                </a:extLst>
              </p:cNvPr>
              <p:cNvSpPr txBox="1"/>
              <p:nvPr/>
            </p:nvSpPr>
            <p:spPr>
              <a:xfrm>
                <a:off x="2055969" y="3112741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true : skip</a:t>
                </a:r>
              </a:p>
            </p:txBody>
          </p:sp>
        </p:grpSp>
        <p:grpSp>
          <p:nvGrpSpPr>
            <p:cNvPr id="27" name="Graphic 8">
              <a:extLst>
                <a:ext uri="{FF2B5EF4-FFF2-40B4-BE49-F238E27FC236}">
                  <a16:creationId xmlns:a16="http://schemas.microsoft.com/office/drawing/2014/main" id="{BF5F9809-16A8-49DE-B3FE-33072558F7B0}"/>
                </a:ext>
              </a:extLst>
            </p:cNvPr>
            <p:cNvGrpSpPr/>
            <p:nvPr/>
          </p:nvGrpSpPr>
          <p:grpSpPr>
            <a:xfrm>
              <a:off x="3560141" y="2800699"/>
              <a:ext cx="1594142" cy="779990"/>
              <a:chOff x="3560141" y="2800699"/>
              <a:chExt cx="1594142" cy="779990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0509F06-FFD8-EC65-3269-6F1DD94C8DA4}"/>
                  </a:ext>
                </a:extLst>
              </p:cNvPr>
              <p:cNvSpPr/>
              <p:nvPr/>
            </p:nvSpPr>
            <p:spPr>
              <a:xfrm>
                <a:off x="3560141" y="2856936"/>
                <a:ext cx="613952" cy="723753"/>
              </a:xfrm>
              <a:custGeom>
                <a:avLst/>
                <a:gdLst>
                  <a:gd name="connsiteX0" fmla="*/ 265288 w 350717"/>
                  <a:gd name="connsiteY0" fmla="*/ 723883 h 723753"/>
                  <a:gd name="connsiteX1" fmla="*/ 34482 w 350717"/>
                  <a:gd name="connsiteY1" fmla="*/ 284624 h 723753"/>
                  <a:gd name="connsiteX2" fmla="*/ 350722 w 350717"/>
                  <a:gd name="connsiteY2" fmla="*/ 129 h 723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0717" h="723753">
                    <a:moveTo>
                      <a:pt x="265288" y="723883"/>
                    </a:moveTo>
                    <a:cubicBezTo>
                      <a:pt x="73393" y="610692"/>
                      <a:pt x="-68279" y="460589"/>
                      <a:pt x="34482" y="284624"/>
                    </a:cubicBezTo>
                    <a:cubicBezTo>
                      <a:pt x="106519" y="161270"/>
                      <a:pt x="225734" y="68582"/>
                      <a:pt x="350722" y="129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E266124-7F70-78FE-4126-5FD6D0861A03}"/>
                  </a:ext>
                </a:extLst>
              </p:cNvPr>
              <p:cNvSpPr/>
              <p:nvPr/>
            </p:nvSpPr>
            <p:spPr>
              <a:xfrm>
                <a:off x="4155696" y="2800699"/>
                <a:ext cx="133621" cy="95542"/>
              </a:xfrm>
              <a:custGeom>
                <a:avLst/>
                <a:gdLst>
                  <a:gd name="connsiteX0" fmla="*/ 4 w 133621"/>
                  <a:gd name="connsiteY0" fmla="*/ 15959 h 95542"/>
                  <a:gd name="connsiteX1" fmla="*/ 133626 w 133621"/>
                  <a:gd name="connsiteY1" fmla="*/ 129 h 95542"/>
                  <a:gd name="connsiteX2" fmla="*/ 39058 w 133621"/>
                  <a:gd name="connsiteY2" fmla="*/ 95671 h 95542"/>
                  <a:gd name="connsiteX3" fmla="*/ 4 w 133621"/>
                  <a:gd name="connsiteY3" fmla="*/ 15959 h 95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621" h="95542">
                    <a:moveTo>
                      <a:pt x="4" y="15959"/>
                    </a:moveTo>
                    <a:lnTo>
                      <a:pt x="133626" y="129"/>
                    </a:lnTo>
                    <a:lnTo>
                      <a:pt x="39058" y="95671"/>
                    </a:lnTo>
                    <a:lnTo>
                      <a:pt x="4" y="1595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C89812-37B5-6A49-037F-95F55E850710}"/>
                  </a:ext>
                </a:extLst>
              </p:cNvPr>
              <p:cNvSpPr txBox="1"/>
              <p:nvPr/>
            </p:nvSpPr>
            <p:spPr>
              <a:xfrm>
                <a:off x="3589431" y="3089240"/>
                <a:ext cx="15648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ns &gt; 0 : ns := ns - 1</a:t>
                </a:r>
              </a:p>
            </p:txBody>
          </p:sp>
        </p:grpSp>
        <p:grpSp>
          <p:nvGrpSpPr>
            <p:cNvPr id="31" name="Graphic 8">
              <a:extLst>
                <a:ext uri="{FF2B5EF4-FFF2-40B4-BE49-F238E27FC236}">
                  <a16:creationId xmlns:a16="http://schemas.microsoft.com/office/drawing/2014/main" id="{E23118BC-8ACE-68C3-1F6F-55529EC857AC}"/>
                </a:ext>
              </a:extLst>
            </p:cNvPr>
            <p:cNvGrpSpPr/>
            <p:nvPr/>
          </p:nvGrpSpPr>
          <p:grpSpPr>
            <a:xfrm>
              <a:off x="5040294" y="2917213"/>
              <a:ext cx="1745301" cy="663380"/>
              <a:chOff x="5040294" y="2917213"/>
              <a:chExt cx="1745301" cy="663380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92E65BD-FCC0-311F-7CF7-A9D34FB42387}"/>
                  </a:ext>
                </a:extLst>
              </p:cNvPr>
              <p:cNvSpPr/>
              <p:nvPr/>
            </p:nvSpPr>
            <p:spPr>
              <a:xfrm>
                <a:off x="5040294" y="3010339"/>
                <a:ext cx="208371" cy="570254"/>
              </a:xfrm>
              <a:custGeom>
                <a:avLst/>
                <a:gdLst>
                  <a:gd name="connsiteX0" fmla="*/ 4 w 208371"/>
                  <a:gd name="connsiteY0" fmla="*/ 570383 h 570254"/>
                  <a:gd name="connsiteX1" fmla="*/ 183633 w 208371"/>
                  <a:gd name="connsiteY1" fmla="*/ 131221 h 570254"/>
                  <a:gd name="connsiteX2" fmla="*/ 97273 w 208371"/>
                  <a:gd name="connsiteY2" fmla="*/ 129 h 570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8371" h="570254">
                    <a:moveTo>
                      <a:pt x="4" y="570383"/>
                    </a:moveTo>
                    <a:cubicBezTo>
                      <a:pt x="145546" y="449936"/>
                      <a:pt x="260862" y="293877"/>
                      <a:pt x="183633" y="131221"/>
                    </a:cubicBezTo>
                    <a:cubicBezTo>
                      <a:pt x="161319" y="84231"/>
                      <a:pt x="131538" y="40469"/>
                      <a:pt x="97273" y="129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FD849BA-FE08-A14F-138D-631B3DD222B1}"/>
                  </a:ext>
                </a:extLst>
              </p:cNvPr>
              <p:cNvSpPr/>
              <p:nvPr/>
            </p:nvSpPr>
            <p:spPr>
              <a:xfrm>
                <a:off x="5044916" y="2917213"/>
                <a:ext cx="121018" cy="121210"/>
              </a:xfrm>
              <a:custGeom>
                <a:avLst/>
                <a:gdLst>
                  <a:gd name="connsiteX0" fmla="*/ 57941 w 121018"/>
                  <a:gd name="connsiteY0" fmla="*/ 121339 h 121210"/>
                  <a:gd name="connsiteX1" fmla="*/ 4 w 121018"/>
                  <a:gd name="connsiteY1" fmla="*/ 129 h 121210"/>
                  <a:gd name="connsiteX2" fmla="*/ 121022 w 121018"/>
                  <a:gd name="connsiteY2" fmla="*/ 58817 h 121210"/>
                  <a:gd name="connsiteX3" fmla="*/ 57941 w 121018"/>
                  <a:gd name="connsiteY3" fmla="*/ 121339 h 121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018" h="121210">
                    <a:moveTo>
                      <a:pt x="57941" y="121339"/>
                    </a:moveTo>
                    <a:lnTo>
                      <a:pt x="4" y="129"/>
                    </a:lnTo>
                    <a:lnTo>
                      <a:pt x="121022" y="58817"/>
                    </a:lnTo>
                    <a:lnTo>
                      <a:pt x="57941" y="12133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5B6096-0018-C7DE-26C6-D0B033071784}"/>
                  </a:ext>
                </a:extLst>
              </p:cNvPr>
              <p:cNvSpPr txBox="1"/>
              <p:nvPr/>
            </p:nvSpPr>
            <p:spPr>
              <a:xfrm>
                <a:off x="5191889" y="3098805"/>
                <a:ext cx="15937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400" spc="0" baseline="0" dirty="0" err="1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nc</a:t>
                </a:r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 &gt; 0 : </a:t>
                </a:r>
                <a:r>
                  <a:rPr lang="en-US" sz="1400" spc="0" baseline="0" dirty="0" err="1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nc</a:t>
                </a:r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 := </a:t>
                </a:r>
                <a:r>
                  <a:rPr lang="en-US" sz="1400" spc="0" baseline="0" dirty="0" err="1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nc</a:t>
                </a:r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 - 1</a:t>
                </a:r>
              </a:p>
            </p:txBody>
          </p:sp>
        </p:grpSp>
        <p:grpSp>
          <p:nvGrpSpPr>
            <p:cNvPr id="35" name="Graphic 8">
              <a:extLst>
                <a:ext uri="{FF2B5EF4-FFF2-40B4-BE49-F238E27FC236}">
                  <a16:creationId xmlns:a16="http://schemas.microsoft.com/office/drawing/2014/main" id="{9C355D6B-B652-4B9C-F24E-EE8EEE7F0690}"/>
                </a:ext>
              </a:extLst>
            </p:cNvPr>
            <p:cNvGrpSpPr/>
            <p:nvPr/>
          </p:nvGrpSpPr>
          <p:grpSpPr>
            <a:xfrm>
              <a:off x="5039976" y="2683912"/>
              <a:ext cx="3857646" cy="1067545"/>
              <a:chOff x="5039976" y="2683912"/>
              <a:chExt cx="3857646" cy="1067545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5ECC655-4B6F-E369-DD4C-CD181A705B77}"/>
                  </a:ext>
                </a:extLst>
              </p:cNvPr>
              <p:cNvSpPr/>
              <p:nvPr/>
            </p:nvSpPr>
            <p:spPr>
              <a:xfrm>
                <a:off x="5166532" y="2728076"/>
                <a:ext cx="1562287" cy="1023381"/>
              </a:xfrm>
              <a:custGeom>
                <a:avLst/>
                <a:gdLst>
                  <a:gd name="connsiteX0" fmla="*/ 143184 w 1562287"/>
                  <a:gd name="connsiteY0" fmla="*/ 1023511 h 1023381"/>
                  <a:gd name="connsiteX1" fmla="*/ 1517895 w 1562287"/>
                  <a:gd name="connsiteY1" fmla="*/ 626444 h 1023381"/>
                  <a:gd name="connsiteX2" fmla="*/ 1517895 w 1562287"/>
                  <a:gd name="connsiteY2" fmla="*/ 413485 h 1023381"/>
                  <a:gd name="connsiteX3" fmla="*/ 4 w 1562287"/>
                  <a:gd name="connsiteY3" fmla="*/ 129 h 1023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287" h="1023381">
                    <a:moveTo>
                      <a:pt x="143184" y="1023511"/>
                    </a:moveTo>
                    <a:cubicBezTo>
                      <a:pt x="667478" y="960409"/>
                      <a:pt x="1347385" y="839475"/>
                      <a:pt x="1517895" y="626444"/>
                    </a:cubicBezTo>
                    <a:cubicBezTo>
                      <a:pt x="1577090" y="552496"/>
                      <a:pt x="1577090" y="487432"/>
                      <a:pt x="1517895" y="413485"/>
                    </a:cubicBezTo>
                    <a:cubicBezTo>
                      <a:pt x="1331358" y="180428"/>
                      <a:pt x="535144" y="57596"/>
                      <a:pt x="4" y="129"/>
                    </a:cubicBez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465FEC0-CC5A-06F9-5584-4AC6D0F4AE78}"/>
                  </a:ext>
                </a:extLst>
              </p:cNvPr>
              <p:cNvSpPr/>
              <p:nvPr/>
            </p:nvSpPr>
            <p:spPr>
              <a:xfrm>
                <a:off x="5039976" y="2683912"/>
                <a:ext cx="130860" cy="88277"/>
              </a:xfrm>
              <a:custGeom>
                <a:avLst/>
                <a:gdLst>
                  <a:gd name="connsiteX0" fmla="*/ 121835 w 130860"/>
                  <a:gd name="connsiteY0" fmla="*/ 88407 h 88277"/>
                  <a:gd name="connsiteX1" fmla="*/ 4 w 130860"/>
                  <a:gd name="connsiteY1" fmla="*/ 31388 h 88277"/>
                  <a:gd name="connsiteX2" fmla="*/ 130865 w 130860"/>
                  <a:gd name="connsiteY2" fmla="*/ 129 h 88277"/>
                  <a:gd name="connsiteX3" fmla="*/ 121835 w 130860"/>
                  <a:gd name="connsiteY3" fmla="*/ 88407 h 88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860" h="88277">
                    <a:moveTo>
                      <a:pt x="121835" y="88407"/>
                    </a:moveTo>
                    <a:lnTo>
                      <a:pt x="4" y="31388"/>
                    </a:lnTo>
                    <a:lnTo>
                      <a:pt x="130865" y="129"/>
                    </a:lnTo>
                    <a:lnTo>
                      <a:pt x="121835" y="88407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80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B20C2D-48A4-CAC4-65D4-1DFC93213DC8}"/>
                  </a:ext>
                </a:extLst>
              </p:cNvPr>
              <p:cNvSpPr txBox="1"/>
              <p:nvPr/>
            </p:nvSpPr>
            <p:spPr>
              <a:xfrm>
                <a:off x="6693172" y="3010339"/>
                <a:ext cx="2204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(</a:t>
                </a:r>
                <a:r>
                  <a:rPr lang="en-US" sz="1400" spc="0" baseline="0" dirty="0" err="1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nc</a:t>
                </a:r>
                <a:r>
                  <a:rPr lang="en-US" sz="140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 == 0 &amp;&amp; ns == 0) : skip</a:t>
                </a:r>
              </a:p>
            </p:txBody>
          </p:sp>
        </p:grp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A52139D-B2B1-F6BF-9E7F-F15A23D6C919}"/>
              </a:ext>
            </a:extLst>
          </p:cNvPr>
          <p:cNvCxnSpPr>
            <a:endCxn id="13" idx="1"/>
          </p:cNvCxnSpPr>
          <p:nvPr/>
        </p:nvCxnSpPr>
        <p:spPr>
          <a:xfrm>
            <a:off x="3820409" y="4283718"/>
            <a:ext cx="116360" cy="149462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69438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908" y="-76200"/>
            <a:ext cx="8235892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תחביר ל-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nanoPromela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5136" y="152400"/>
            <a:ext cx="484464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6700" y="1219200"/>
                <a:ext cx="8801100" cy="57912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ערוצים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[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|…|</m:t>
                    </m:r>
                    <m:r>
                      <a:rPr lang="en-US" i="1" dirty="0" err="1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באשר כל תהליך</a:t>
                </a:r>
                <a:r>
                  <a:rPr lang="he-IL">
                    <a:solidFill>
                      <a:srgbClr val="0517C3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𝑃</m:t>
                    </m:r>
                    <m:r>
                      <a:rPr lang="en-US" i="1" baseline="-25000" dirty="0">
                        <a:latin typeface="Cambria Math"/>
                      </a:rPr>
                      <m:t>𝑖</m:t>
                    </m:r>
                    <m:r>
                      <a:rPr lang="en-US" i="1" baseline="-25000" dirty="0"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מוגדר ע"י פקודה:</a:t>
                </a:r>
                <a:br>
                  <a:rPr lang="en-US" baseline="-25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baseline="-25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6700" y="1219200"/>
                <a:ext cx="8801100" cy="5791200"/>
              </a:xfrm>
              <a:blipFill>
                <a:blip r:embed="rId2"/>
                <a:stretch>
                  <a:fillRect l="-208" t="-1053" r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90500" y="2278082"/>
            <a:ext cx="8763000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dirty="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dirty="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';' </a:t>
            </a:r>
            <a:r>
              <a:rPr lang="en-US" dirty="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dirty="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dirty="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dirty="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dirty="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dirty="0">
                <a:latin typeface="Consolas" panose="020B0609020204030204" pitchFamily="49" charset="0"/>
              </a:rPr>
              <a:t>       : VARNAME ':=' </a:t>
            </a:r>
            <a:r>
              <a:rPr lang="en-US" dirty="0" err="1">
                <a:latin typeface="Consolas" panose="020B0609020204030204" pitchFamily="49" charset="0"/>
              </a:rPr>
              <a:t>intexpr</a:t>
            </a:r>
            <a:r>
              <a:rPr lang="en-US" dirty="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dirty="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dirty="0">
                <a:latin typeface="Consolas" panose="020B0609020204030204" pitchFamily="49" charset="0"/>
              </a:rPr>
              <a:t> : CHANNAME '!' </a:t>
            </a:r>
            <a:r>
              <a:rPr lang="en-US" dirty="0" err="1">
                <a:latin typeface="Consolas" panose="020B0609020204030204" pitchFamily="49" charset="0"/>
              </a:rPr>
              <a:t>intexpr</a:t>
            </a:r>
            <a:r>
              <a:rPr lang="en-US" dirty="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dirty="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dirty="0">
              <a:latin typeface="Consolas" panose="020B0609020204030204" pitchFamily="49" charset="0"/>
            </a:endParaRPr>
          </a:p>
          <a:p>
            <a:pPr algn="l" rtl="0"/>
            <a:r>
              <a:rPr lang="en-US" dirty="0" err="1">
                <a:latin typeface="Consolas" panose="020B0609020204030204" pitchFamily="49" charset="0"/>
              </a:rPr>
              <a:t>atomicstmt</a:t>
            </a:r>
            <a:r>
              <a:rPr lang="en-US" dirty="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dirty="0">
                <a:latin typeface="Consolas" panose="020B0609020204030204" pitchFamily="49" charset="0"/>
              </a:rPr>
              <a:t>   'atomic {' (VARNAME ':=' </a:t>
            </a:r>
            <a:r>
              <a:rPr lang="en-US" dirty="0" err="1">
                <a:latin typeface="Consolas" panose="020B0609020204030204" pitchFamily="49" charset="0"/>
              </a:rPr>
              <a:t>intexpr</a:t>
            </a:r>
            <a:r>
              <a:rPr lang="en-US" dirty="0">
                <a:latin typeface="Consolas" panose="020B0609020204030204" pitchFamily="49" charset="0"/>
              </a:rPr>
              <a:t>  ';')* VARNAME ':=' </a:t>
            </a:r>
            <a:r>
              <a:rPr lang="en-US" dirty="0" err="1">
                <a:latin typeface="Consolas" panose="020B0609020204030204" pitchFamily="49" charset="0"/>
              </a:rPr>
              <a:t>intexpr</a:t>
            </a:r>
            <a:r>
              <a:rPr lang="en-US" dirty="0">
                <a:latin typeface="Consolas" panose="020B0609020204030204" pitchFamily="49" charset="0"/>
              </a:rPr>
              <a:t> '}';</a:t>
            </a:r>
          </a:p>
          <a:p>
            <a:pPr algn="l" rtl="0"/>
            <a:endParaRPr lang="he-IL" dirty="0">
              <a:latin typeface="Consolas" panose="020B0609020204030204" pitchFamily="49" charset="0"/>
            </a:endParaRPr>
          </a:p>
          <a:p>
            <a:pPr algn="l" rtl="0"/>
            <a:r>
              <a:rPr lang="en-US" dirty="0">
                <a:latin typeface="Consolas" panose="020B0609020204030204" pitchFamily="49" charset="0"/>
              </a:rPr>
              <a:t>option: '::' </a:t>
            </a:r>
            <a:r>
              <a:rPr lang="en-US" dirty="0" err="1">
                <a:latin typeface="Consolas" panose="020B0609020204030204" pitchFamily="49" charset="0"/>
              </a:rPr>
              <a:t>boolexpr</a:t>
            </a:r>
            <a:r>
              <a:rPr lang="en-US" dirty="0">
                <a:latin typeface="Consolas" panose="020B0609020204030204" pitchFamily="49" charset="0"/>
              </a:rPr>
              <a:t> '-&gt;' </a:t>
            </a:r>
            <a:r>
              <a:rPr lang="en-US" dirty="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dirty="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</p:txBody>
      </p:sp>
      <p:cxnSp>
        <p:nvCxnSpPr>
          <p:cNvPr id="8" name="Straight Arrow Connector 7"/>
          <p:cNvCxnSpPr>
            <a:stCxn id="9" idx="1"/>
          </p:cNvCxnSpPr>
          <p:nvPr/>
        </p:nvCxnSpPr>
        <p:spPr>
          <a:xfrm flipH="1" flipV="1">
            <a:off x="4681728" y="3300984"/>
            <a:ext cx="918972" cy="63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00700" y="3133344"/>
            <a:ext cx="300990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פקודות תנאי ולולאות עם אחד או יותר פקודות מותנות שיבחרו באופן לא דטרמיניסטי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2" name="Straight Arrow Connector 11"/>
          <p:cNvCxnSpPr>
            <a:stCxn id="9" idx="1"/>
          </p:cNvCxnSpPr>
          <p:nvPr/>
        </p:nvCxnSpPr>
        <p:spPr>
          <a:xfrm flipH="1">
            <a:off x="4709160" y="3364177"/>
            <a:ext cx="891540" cy="220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38800" y="3732311"/>
            <a:ext cx="29718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השמות למשתנים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4" name="Straight Arrow Connector 13"/>
          <p:cNvCxnSpPr>
            <a:stCxn id="13" idx="1"/>
          </p:cNvCxnSpPr>
          <p:nvPr/>
        </p:nvCxnSpPr>
        <p:spPr>
          <a:xfrm flipH="1">
            <a:off x="5029200" y="3870811"/>
            <a:ext cx="609600" cy="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38800" y="4180439"/>
            <a:ext cx="29718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קריאות וכתיבות לתורים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7" name="Straight Arrow Connector 16"/>
          <p:cNvCxnSpPr>
            <a:stCxn id="16" idx="1"/>
          </p:cNvCxnSpPr>
          <p:nvPr/>
        </p:nvCxnSpPr>
        <p:spPr>
          <a:xfrm flipH="1" flipV="1">
            <a:off x="5029200" y="4180444"/>
            <a:ext cx="609600" cy="13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5029200" y="4335543"/>
            <a:ext cx="609600" cy="10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2653838"/>
            <a:ext cx="17526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שרשור פקודות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3" name="Straight Arrow Connector 32"/>
          <p:cNvCxnSpPr>
            <a:stCxn id="32" idx="1"/>
          </p:cNvCxnSpPr>
          <p:nvPr/>
        </p:nvCxnSpPr>
        <p:spPr>
          <a:xfrm flipH="1" flipV="1">
            <a:off x="5951220" y="2771858"/>
            <a:ext cx="906780" cy="2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098233"/>
      </p:ext>
    </p:extLst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198120" y="822960"/>
            <a:ext cx="4480560" cy="210826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::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3F7F5F"/>
                </a:solidFill>
                <a:latin typeface="Consolas" panose="020B0609020204030204" pitchFamily="49" charset="0"/>
              </a:rPr>
              <a:t>/* Coin Insertion */</a:t>
            </a:r>
          </a:p>
          <a:p>
            <a:pPr marL="1262063" lvl="4"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 -&gt; ns:=ns-1   </a:t>
            </a:r>
          </a:p>
          <a:p>
            <a:pPr marL="1544638" lvl="6" algn="l" defTabSz="254000" rtl="0">
              <a:spcBef>
                <a:spcPts val="600"/>
              </a:spcBef>
            </a:pPr>
            <a:r>
              <a:rPr lang="nl-NL" sz="1200" dirty="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 0          -&gt; nc:=nc-1   </a:t>
            </a:r>
          </a:p>
          <a:p>
            <a:pPr marL="1544638" lvl="6"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0 &amp;&amp; ns==0  -&gt;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1262063" lvl="6"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::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atomic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:=10; ns:=10}</a:t>
            </a:r>
          </a:p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295599-AB21-B961-3FC7-CC3144991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63" y="2320749"/>
            <a:ext cx="5353588" cy="41165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41751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66700" y="3581400"/>
            <a:ext cx="4434840" cy="210826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::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</a:p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3F7F5F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:: ns &gt; 0        	-&gt; ns:=ns-1   </a:t>
            </a:r>
          </a:p>
          <a:p>
            <a:pPr marL="1544638" lvl="6" algn="l" defTabSz="254000" rtl="0">
              <a:spcBef>
                <a:spcPts val="600"/>
              </a:spcBef>
            </a:pPr>
            <a:r>
              <a:rPr lang="nl-NL" sz="1200" dirty="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 0        	-&gt; nc:=nc-1   </a:t>
            </a:r>
          </a:p>
          <a:p>
            <a:pPr marL="1544638" lvl="6"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0 &amp;&amp; ns==0	-&gt;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1262063" lvl="6"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::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atomic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:=10; ns:=10}</a:t>
            </a:r>
          </a:p>
          <a:p>
            <a:pPr algn="l" defTabSz="254000" rtl="0">
              <a:spcBef>
                <a:spcPts val="600"/>
              </a:spcBef>
            </a:pPr>
            <a:r>
              <a:rPr lang="en-US" sz="1200" dirty="0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251460" y="838959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grpSp>
        <p:nvGrpSpPr>
          <p:cNvPr id="6" name="Graphic 6">
            <a:extLst>
              <a:ext uri="{FF2B5EF4-FFF2-40B4-BE49-F238E27FC236}">
                <a16:creationId xmlns:a16="http://schemas.microsoft.com/office/drawing/2014/main" id="{310D39E9-4194-4E27-9DAD-6737711EAF65}"/>
              </a:ext>
            </a:extLst>
          </p:cNvPr>
          <p:cNvGrpSpPr/>
          <p:nvPr/>
        </p:nvGrpSpPr>
        <p:grpSpPr>
          <a:xfrm>
            <a:off x="4218257" y="2362200"/>
            <a:ext cx="4898485" cy="3977300"/>
            <a:chOff x="4418353" y="2628287"/>
            <a:chExt cx="4671132" cy="37112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9" name="Graphic 6">
              <a:extLst>
                <a:ext uri="{FF2B5EF4-FFF2-40B4-BE49-F238E27FC236}">
                  <a16:creationId xmlns:a16="http://schemas.microsoft.com/office/drawing/2014/main" id="{335D0B6E-42B8-345A-CFA8-F2BA4016AC07}"/>
                </a:ext>
              </a:extLst>
            </p:cNvPr>
            <p:cNvGrpSpPr/>
            <p:nvPr/>
          </p:nvGrpSpPr>
          <p:grpSpPr>
            <a:xfrm>
              <a:off x="6414512" y="2628287"/>
              <a:ext cx="627095" cy="337383"/>
              <a:chOff x="6414512" y="2628287"/>
              <a:chExt cx="627095" cy="337383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95F8CEF-A648-8588-4F13-1F2C2198C4EE}"/>
                  </a:ext>
                </a:extLst>
              </p:cNvPr>
              <p:cNvSpPr/>
              <p:nvPr/>
            </p:nvSpPr>
            <p:spPr>
              <a:xfrm>
                <a:off x="6446741" y="2628287"/>
                <a:ext cx="547401" cy="337383"/>
              </a:xfrm>
              <a:custGeom>
                <a:avLst/>
                <a:gdLst>
                  <a:gd name="connsiteX0" fmla="*/ 547405 w 547401"/>
                  <a:gd name="connsiteY0" fmla="*/ 169092 h 337383"/>
                  <a:gd name="connsiteX1" fmla="*/ 273705 w 547401"/>
                  <a:gd name="connsiteY1" fmla="*/ 337783 h 337383"/>
                  <a:gd name="connsiteX2" fmla="*/ 4 w 547401"/>
                  <a:gd name="connsiteY2" fmla="*/ 169092 h 337383"/>
                  <a:gd name="connsiteX3" fmla="*/ 273705 w 547401"/>
                  <a:gd name="connsiteY3" fmla="*/ 400 h 337383"/>
                  <a:gd name="connsiteX4" fmla="*/ 547405 w 547401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401" h="337383">
                    <a:moveTo>
                      <a:pt x="547405" y="169092"/>
                    </a:moveTo>
                    <a:cubicBezTo>
                      <a:pt x="547405" y="262257"/>
                      <a:pt x="424865" y="337783"/>
                      <a:pt x="273705" y="337783"/>
                    </a:cubicBezTo>
                    <a:cubicBezTo>
                      <a:pt x="122544" y="337783"/>
                      <a:pt x="4" y="262257"/>
                      <a:pt x="4" y="169092"/>
                    </a:cubicBezTo>
                    <a:cubicBezTo>
                      <a:pt x="4" y="75926"/>
                      <a:pt x="122544" y="400"/>
                      <a:pt x="273705" y="400"/>
                    </a:cubicBezTo>
                    <a:cubicBezTo>
                      <a:pt x="424865" y="400"/>
                      <a:pt x="547405" y="75926"/>
                      <a:pt x="547405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B7D86F-9474-B9EA-6FF2-8A3632F6DBD5}"/>
                  </a:ext>
                </a:extLst>
              </p:cNvPr>
              <p:cNvSpPr txBox="1"/>
              <p:nvPr/>
            </p:nvSpPr>
            <p:spPr>
              <a:xfrm>
                <a:off x="6414512" y="2678214"/>
                <a:ext cx="6270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 dirty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dostmt</a:t>
                </a:r>
              </a:p>
            </p:txBody>
          </p:sp>
        </p:grp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C4DB1E39-0B22-D30E-DCE6-61D5F53FDE4D}"/>
                </a:ext>
              </a:extLst>
            </p:cNvPr>
            <p:cNvGrpSpPr/>
            <p:nvPr/>
          </p:nvGrpSpPr>
          <p:grpSpPr>
            <a:xfrm>
              <a:off x="6083046" y="3303053"/>
              <a:ext cx="627095" cy="337383"/>
              <a:chOff x="6083046" y="3303053"/>
              <a:chExt cx="627095" cy="337383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4B11F76-320E-E131-2243-DE84C6897D1E}"/>
                  </a:ext>
                </a:extLst>
              </p:cNvPr>
              <p:cNvSpPr/>
              <p:nvPr/>
            </p:nvSpPr>
            <p:spPr>
              <a:xfrm>
                <a:off x="6124269" y="3303053"/>
                <a:ext cx="529413" cy="337383"/>
              </a:xfrm>
              <a:custGeom>
                <a:avLst/>
                <a:gdLst>
                  <a:gd name="connsiteX0" fmla="*/ 529418 w 529413"/>
                  <a:gd name="connsiteY0" fmla="*/ 169092 h 337383"/>
                  <a:gd name="connsiteX1" fmla="*/ 264711 w 529413"/>
                  <a:gd name="connsiteY1" fmla="*/ 337783 h 337383"/>
                  <a:gd name="connsiteX2" fmla="*/ 4 w 529413"/>
                  <a:gd name="connsiteY2" fmla="*/ 169092 h 337383"/>
                  <a:gd name="connsiteX3" fmla="*/ 264711 w 529413"/>
                  <a:gd name="connsiteY3" fmla="*/ 400 h 337383"/>
                  <a:gd name="connsiteX4" fmla="*/ 529418 w 529413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9413" h="337383">
                    <a:moveTo>
                      <a:pt x="529418" y="169092"/>
                    </a:moveTo>
                    <a:cubicBezTo>
                      <a:pt x="529418" y="262257"/>
                      <a:pt x="410905" y="337783"/>
                      <a:pt x="264711" y="337783"/>
                    </a:cubicBezTo>
                    <a:cubicBezTo>
                      <a:pt x="118517" y="337783"/>
                      <a:pt x="4" y="262257"/>
                      <a:pt x="4" y="169092"/>
                    </a:cubicBezTo>
                    <a:cubicBezTo>
                      <a:pt x="4" y="75926"/>
                      <a:pt x="118517" y="400"/>
                      <a:pt x="264711" y="400"/>
                    </a:cubicBezTo>
                    <a:cubicBezTo>
                      <a:pt x="410905" y="400"/>
                      <a:pt x="529418" y="75926"/>
                      <a:pt x="529418" y="169092"/>
                    </a:cubicBezTo>
                    <a:close/>
                  </a:path>
                </a:pathLst>
              </a:custGeom>
              <a:solidFill>
                <a:srgbClr val="FFFFE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8E7E76-292B-A636-BF88-2A4CECDA3537}"/>
                  </a:ext>
                </a:extLst>
              </p:cNvPr>
              <p:cNvSpPr txBox="1"/>
              <p:nvPr/>
            </p:nvSpPr>
            <p:spPr>
              <a:xfrm>
                <a:off x="6083046" y="3352980"/>
                <a:ext cx="6270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option</a:t>
                </a:r>
              </a:p>
            </p:txBody>
          </p:sp>
        </p:grp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FF50DF1D-0E5B-CF74-11CF-DCDB20A39292}"/>
                </a:ext>
              </a:extLst>
            </p:cNvPr>
            <p:cNvGrpSpPr/>
            <p:nvPr/>
          </p:nvGrpSpPr>
          <p:grpSpPr>
            <a:xfrm>
              <a:off x="6468476" y="2960318"/>
              <a:ext cx="171728" cy="349585"/>
              <a:chOff x="6468476" y="2960318"/>
              <a:chExt cx="171728" cy="349585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40B1287-091B-5AD2-873B-196C6A9B96A9}"/>
                  </a:ext>
                </a:extLst>
              </p:cNvPr>
              <p:cNvSpPr/>
              <p:nvPr/>
            </p:nvSpPr>
            <p:spPr>
              <a:xfrm>
                <a:off x="6508546" y="2960318"/>
                <a:ext cx="131658" cy="268013"/>
              </a:xfrm>
              <a:custGeom>
                <a:avLst/>
                <a:gdLst>
                  <a:gd name="connsiteX0" fmla="*/ 131662 w 131658"/>
                  <a:gd name="connsiteY0" fmla="*/ 400 h 268013"/>
                  <a:gd name="connsiteX1" fmla="*/ 4 w 131658"/>
                  <a:gd name="connsiteY1" fmla="*/ 268414 h 26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1658" h="268013">
                    <a:moveTo>
                      <a:pt x="131662" y="400"/>
                    </a:moveTo>
                    <a:cubicBezTo>
                      <a:pt x="92166" y="80800"/>
                      <a:pt x="43757" y="179354"/>
                      <a:pt x="4" y="268414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7EB3833-A734-D228-DE45-4590E8FE0491}"/>
                  </a:ext>
                </a:extLst>
              </p:cNvPr>
              <p:cNvSpPr/>
              <p:nvPr/>
            </p:nvSpPr>
            <p:spPr>
              <a:xfrm>
                <a:off x="6468476" y="3213046"/>
                <a:ext cx="60901" cy="96856"/>
              </a:xfrm>
              <a:custGeom>
                <a:avLst/>
                <a:gdLst>
                  <a:gd name="connsiteX0" fmla="*/ 60905 w 60901"/>
                  <a:gd name="connsiteY0" fmla="*/ 35169 h 96856"/>
                  <a:gd name="connsiteX1" fmla="*/ 4 w 60901"/>
                  <a:gd name="connsiteY1" fmla="*/ 97257 h 96856"/>
                  <a:gd name="connsiteX2" fmla="*/ 17181 w 60901"/>
                  <a:gd name="connsiteY2" fmla="*/ 400 h 96856"/>
                  <a:gd name="connsiteX3" fmla="*/ 60905 w 60901"/>
                  <a:gd name="connsiteY3" fmla="*/ 35169 h 96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901" h="96856">
                    <a:moveTo>
                      <a:pt x="60905" y="35169"/>
                    </a:moveTo>
                    <a:lnTo>
                      <a:pt x="4" y="97257"/>
                    </a:lnTo>
                    <a:lnTo>
                      <a:pt x="17181" y="400"/>
                    </a:lnTo>
                    <a:lnTo>
                      <a:pt x="60905" y="35169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18" name="Graphic 6">
              <a:extLst>
                <a:ext uri="{FF2B5EF4-FFF2-40B4-BE49-F238E27FC236}">
                  <a16:creationId xmlns:a16="http://schemas.microsoft.com/office/drawing/2014/main" id="{94F89DFD-F0AC-A1F1-49B2-08522FC17E0E}"/>
                </a:ext>
              </a:extLst>
            </p:cNvPr>
            <p:cNvGrpSpPr/>
            <p:nvPr/>
          </p:nvGrpSpPr>
          <p:grpSpPr>
            <a:xfrm>
              <a:off x="6745977" y="3303053"/>
              <a:ext cx="627095" cy="337383"/>
              <a:chOff x="6745977" y="3303053"/>
              <a:chExt cx="627095" cy="337383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B7E5D1E-AA94-98A1-0754-6753E938BC6C}"/>
                  </a:ext>
                </a:extLst>
              </p:cNvPr>
              <p:cNvSpPr/>
              <p:nvPr/>
            </p:nvSpPr>
            <p:spPr>
              <a:xfrm>
                <a:off x="6787200" y="3303053"/>
                <a:ext cx="529413" cy="337383"/>
              </a:xfrm>
              <a:custGeom>
                <a:avLst/>
                <a:gdLst>
                  <a:gd name="connsiteX0" fmla="*/ 529418 w 529413"/>
                  <a:gd name="connsiteY0" fmla="*/ 169092 h 337383"/>
                  <a:gd name="connsiteX1" fmla="*/ 264711 w 529413"/>
                  <a:gd name="connsiteY1" fmla="*/ 337783 h 337383"/>
                  <a:gd name="connsiteX2" fmla="*/ 4 w 529413"/>
                  <a:gd name="connsiteY2" fmla="*/ 169092 h 337383"/>
                  <a:gd name="connsiteX3" fmla="*/ 264711 w 529413"/>
                  <a:gd name="connsiteY3" fmla="*/ 400 h 337383"/>
                  <a:gd name="connsiteX4" fmla="*/ 529418 w 529413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9413" h="337383">
                    <a:moveTo>
                      <a:pt x="529418" y="169092"/>
                    </a:moveTo>
                    <a:cubicBezTo>
                      <a:pt x="529418" y="262257"/>
                      <a:pt x="410905" y="337783"/>
                      <a:pt x="264711" y="337783"/>
                    </a:cubicBezTo>
                    <a:cubicBezTo>
                      <a:pt x="118517" y="337783"/>
                      <a:pt x="4" y="262257"/>
                      <a:pt x="4" y="169092"/>
                    </a:cubicBezTo>
                    <a:cubicBezTo>
                      <a:pt x="4" y="75926"/>
                      <a:pt x="118517" y="400"/>
                      <a:pt x="264711" y="400"/>
                    </a:cubicBezTo>
                    <a:cubicBezTo>
                      <a:pt x="410905" y="400"/>
                      <a:pt x="529418" y="75926"/>
                      <a:pt x="529418" y="169092"/>
                    </a:cubicBezTo>
                    <a:close/>
                  </a:path>
                </a:pathLst>
              </a:custGeom>
              <a:solidFill>
                <a:srgbClr val="FFFFE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6FD5FB-7742-5B3B-1A10-9263EC5924A5}"/>
                  </a:ext>
                </a:extLst>
              </p:cNvPr>
              <p:cNvSpPr txBox="1"/>
              <p:nvPr/>
            </p:nvSpPr>
            <p:spPr>
              <a:xfrm>
                <a:off x="6745977" y="3352980"/>
                <a:ext cx="6270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 dirty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option</a:t>
                </a:r>
              </a:p>
            </p:txBody>
          </p:sp>
        </p:grpSp>
        <p:grpSp>
          <p:nvGrpSpPr>
            <p:cNvPr id="21" name="Graphic 6">
              <a:extLst>
                <a:ext uri="{FF2B5EF4-FFF2-40B4-BE49-F238E27FC236}">
                  <a16:creationId xmlns:a16="http://schemas.microsoft.com/office/drawing/2014/main" id="{23FB0461-4E85-9D97-4AC5-2EEE6D4D9436}"/>
                </a:ext>
              </a:extLst>
            </p:cNvPr>
            <p:cNvGrpSpPr/>
            <p:nvPr/>
          </p:nvGrpSpPr>
          <p:grpSpPr>
            <a:xfrm>
              <a:off x="6800678" y="2960318"/>
              <a:ext cx="171728" cy="349585"/>
              <a:chOff x="6800678" y="2960318"/>
              <a:chExt cx="171728" cy="349585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73FC888-D3C2-13CD-BF2A-753B9201F803}"/>
                  </a:ext>
                </a:extLst>
              </p:cNvPr>
              <p:cNvSpPr/>
              <p:nvPr/>
            </p:nvSpPr>
            <p:spPr>
              <a:xfrm>
                <a:off x="6800678" y="2960318"/>
                <a:ext cx="131658" cy="268013"/>
              </a:xfrm>
              <a:custGeom>
                <a:avLst/>
                <a:gdLst>
                  <a:gd name="connsiteX0" fmla="*/ 4 w 131658"/>
                  <a:gd name="connsiteY0" fmla="*/ 400 h 268013"/>
                  <a:gd name="connsiteX1" fmla="*/ 131662 w 131658"/>
                  <a:gd name="connsiteY1" fmla="*/ 268414 h 26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1658" h="268013">
                    <a:moveTo>
                      <a:pt x="4" y="400"/>
                    </a:moveTo>
                    <a:cubicBezTo>
                      <a:pt x="39500" y="80800"/>
                      <a:pt x="87909" y="179354"/>
                      <a:pt x="131662" y="268414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1D778F5E-53BF-223C-D813-242B9913BFBB}"/>
                  </a:ext>
                </a:extLst>
              </p:cNvPr>
              <p:cNvSpPr/>
              <p:nvPr/>
            </p:nvSpPr>
            <p:spPr>
              <a:xfrm>
                <a:off x="6911505" y="3213046"/>
                <a:ext cx="60901" cy="96856"/>
              </a:xfrm>
              <a:custGeom>
                <a:avLst/>
                <a:gdLst>
                  <a:gd name="connsiteX0" fmla="*/ 43728 w 60901"/>
                  <a:gd name="connsiteY0" fmla="*/ 400 h 96856"/>
                  <a:gd name="connsiteX1" fmla="*/ 60905 w 60901"/>
                  <a:gd name="connsiteY1" fmla="*/ 97257 h 96856"/>
                  <a:gd name="connsiteX2" fmla="*/ 4 w 60901"/>
                  <a:gd name="connsiteY2" fmla="*/ 35169 h 96856"/>
                  <a:gd name="connsiteX3" fmla="*/ 43728 w 60901"/>
                  <a:gd name="connsiteY3" fmla="*/ 400 h 96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901" h="96856">
                    <a:moveTo>
                      <a:pt x="43728" y="400"/>
                    </a:moveTo>
                    <a:lnTo>
                      <a:pt x="60905" y="97257"/>
                    </a:lnTo>
                    <a:lnTo>
                      <a:pt x="4" y="35169"/>
                    </a:lnTo>
                    <a:lnTo>
                      <a:pt x="43728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24" name="Graphic 6">
              <a:extLst>
                <a:ext uri="{FF2B5EF4-FFF2-40B4-BE49-F238E27FC236}">
                  <a16:creationId xmlns:a16="http://schemas.microsoft.com/office/drawing/2014/main" id="{A27F19CC-CC74-9674-7C78-DAAF766DB7AC}"/>
                </a:ext>
              </a:extLst>
            </p:cNvPr>
            <p:cNvGrpSpPr/>
            <p:nvPr/>
          </p:nvGrpSpPr>
          <p:grpSpPr>
            <a:xfrm>
              <a:off x="5361188" y="3977819"/>
              <a:ext cx="774571" cy="337383"/>
              <a:chOff x="5361188" y="3977819"/>
              <a:chExt cx="774571" cy="337383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2EEA313-E275-EAB3-29E5-2544D15C039D}"/>
                  </a:ext>
                </a:extLst>
              </p:cNvPr>
              <p:cNvSpPr/>
              <p:nvPr/>
            </p:nvSpPr>
            <p:spPr>
              <a:xfrm>
                <a:off x="5392896" y="3977819"/>
                <a:ext cx="666297" cy="337383"/>
              </a:xfrm>
              <a:custGeom>
                <a:avLst/>
                <a:gdLst>
                  <a:gd name="connsiteX0" fmla="*/ 666301 w 666297"/>
                  <a:gd name="connsiteY0" fmla="*/ 169092 h 337383"/>
                  <a:gd name="connsiteX1" fmla="*/ 333153 w 666297"/>
                  <a:gd name="connsiteY1" fmla="*/ 337783 h 337383"/>
                  <a:gd name="connsiteX2" fmla="*/ 4 w 666297"/>
                  <a:gd name="connsiteY2" fmla="*/ 169092 h 337383"/>
                  <a:gd name="connsiteX3" fmla="*/ 333153 w 666297"/>
                  <a:gd name="connsiteY3" fmla="*/ 400 h 337383"/>
                  <a:gd name="connsiteX4" fmla="*/ 666301 w 666297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297" h="337383">
                    <a:moveTo>
                      <a:pt x="666301" y="169092"/>
                    </a:moveTo>
                    <a:cubicBezTo>
                      <a:pt x="666301" y="262257"/>
                      <a:pt x="517145" y="337783"/>
                      <a:pt x="333153" y="337783"/>
                    </a:cubicBezTo>
                    <a:cubicBezTo>
                      <a:pt x="149160" y="337783"/>
                      <a:pt x="4" y="262257"/>
                      <a:pt x="4" y="169092"/>
                    </a:cubicBezTo>
                    <a:cubicBezTo>
                      <a:pt x="4" y="75926"/>
                      <a:pt x="149160" y="400"/>
                      <a:pt x="333153" y="400"/>
                    </a:cubicBezTo>
                    <a:cubicBezTo>
                      <a:pt x="517145" y="400"/>
                      <a:pt x="666301" y="75926"/>
                      <a:pt x="666301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79E417-DC79-AFF0-48A2-2A5F0DCD77C2}"/>
                  </a:ext>
                </a:extLst>
              </p:cNvPr>
              <p:cNvSpPr txBox="1"/>
              <p:nvPr/>
            </p:nvSpPr>
            <p:spPr>
              <a:xfrm>
                <a:off x="5361188" y="4027746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boolexpr</a:t>
                </a:r>
              </a:p>
            </p:txBody>
          </p:sp>
        </p:grpSp>
        <p:grpSp>
          <p:nvGrpSpPr>
            <p:cNvPr id="28" name="Graphic 6">
              <a:extLst>
                <a:ext uri="{FF2B5EF4-FFF2-40B4-BE49-F238E27FC236}">
                  <a16:creationId xmlns:a16="http://schemas.microsoft.com/office/drawing/2014/main" id="{F136622B-0A43-6338-5BB1-0CA8105D3864}"/>
                </a:ext>
              </a:extLst>
            </p:cNvPr>
            <p:cNvGrpSpPr/>
            <p:nvPr/>
          </p:nvGrpSpPr>
          <p:grpSpPr>
            <a:xfrm>
              <a:off x="5875646" y="3614841"/>
              <a:ext cx="372736" cy="379396"/>
              <a:chOff x="5875646" y="3614841"/>
              <a:chExt cx="372736" cy="379396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9DE0042-86F7-626A-F7BB-B2ADACF61BBB}"/>
                  </a:ext>
                </a:extLst>
              </p:cNvPr>
              <p:cNvSpPr/>
              <p:nvPr/>
            </p:nvSpPr>
            <p:spPr>
              <a:xfrm>
                <a:off x="5933476" y="3614841"/>
                <a:ext cx="314906" cy="320532"/>
              </a:xfrm>
              <a:custGeom>
                <a:avLst/>
                <a:gdLst>
                  <a:gd name="connsiteX0" fmla="*/ 314911 w 314906"/>
                  <a:gd name="connsiteY0" fmla="*/ 400 h 320532"/>
                  <a:gd name="connsiteX1" fmla="*/ 4 w 314906"/>
                  <a:gd name="connsiteY1" fmla="*/ 320933 h 320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4906" h="320532">
                    <a:moveTo>
                      <a:pt x="314911" y="400"/>
                    </a:moveTo>
                    <a:cubicBezTo>
                      <a:pt x="223412" y="93536"/>
                      <a:pt x="102471" y="216644"/>
                      <a:pt x="4" y="320933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B2E61A4-1184-3802-0947-F1B05720A626}"/>
                  </a:ext>
                </a:extLst>
              </p:cNvPr>
              <p:cNvSpPr/>
              <p:nvPr/>
            </p:nvSpPr>
            <p:spPr>
              <a:xfrm>
                <a:off x="5875646" y="3910080"/>
                <a:ext cx="73622" cy="84158"/>
              </a:xfrm>
              <a:custGeom>
                <a:avLst/>
                <a:gdLst>
                  <a:gd name="connsiteX0" fmla="*/ 73626 w 73622"/>
                  <a:gd name="connsiteY0" fmla="*/ 51626 h 84158"/>
                  <a:gd name="connsiteX1" fmla="*/ 4 w 73622"/>
                  <a:gd name="connsiteY1" fmla="*/ 84558 h 84158"/>
                  <a:gd name="connsiteX2" fmla="*/ 41415 w 73622"/>
                  <a:gd name="connsiteY2" fmla="*/ 400 h 84158"/>
                  <a:gd name="connsiteX3" fmla="*/ 73626 w 73622"/>
                  <a:gd name="connsiteY3" fmla="*/ 51626 h 8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622" h="84158">
                    <a:moveTo>
                      <a:pt x="73626" y="51626"/>
                    </a:moveTo>
                    <a:lnTo>
                      <a:pt x="4" y="84558"/>
                    </a:lnTo>
                    <a:lnTo>
                      <a:pt x="41415" y="400"/>
                    </a:lnTo>
                    <a:lnTo>
                      <a:pt x="73626" y="51626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31" name="Graphic 6">
              <a:extLst>
                <a:ext uri="{FF2B5EF4-FFF2-40B4-BE49-F238E27FC236}">
                  <a16:creationId xmlns:a16="http://schemas.microsoft.com/office/drawing/2014/main" id="{3E655790-A9FE-35E1-5936-82A03A569CF8}"/>
                </a:ext>
              </a:extLst>
            </p:cNvPr>
            <p:cNvGrpSpPr/>
            <p:nvPr/>
          </p:nvGrpSpPr>
          <p:grpSpPr>
            <a:xfrm>
              <a:off x="6190097" y="3977819"/>
              <a:ext cx="397758" cy="337383"/>
              <a:chOff x="6190097" y="3977819"/>
              <a:chExt cx="397758" cy="337383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5D62882-3622-1DC5-4B6B-B3A38DDDF4D7}"/>
                  </a:ext>
                </a:extLst>
              </p:cNvPr>
              <p:cNvSpPr/>
              <p:nvPr/>
            </p:nvSpPr>
            <p:spPr>
              <a:xfrm>
                <a:off x="6190097" y="3977819"/>
                <a:ext cx="397758" cy="337383"/>
              </a:xfrm>
              <a:custGeom>
                <a:avLst/>
                <a:gdLst>
                  <a:gd name="connsiteX0" fmla="*/ 397763 w 397758"/>
                  <a:gd name="connsiteY0" fmla="*/ 169092 h 337383"/>
                  <a:gd name="connsiteX1" fmla="*/ 198883 w 397758"/>
                  <a:gd name="connsiteY1" fmla="*/ 337783 h 337383"/>
                  <a:gd name="connsiteX2" fmla="*/ 4 w 397758"/>
                  <a:gd name="connsiteY2" fmla="*/ 169092 h 337383"/>
                  <a:gd name="connsiteX3" fmla="*/ 198883 w 397758"/>
                  <a:gd name="connsiteY3" fmla="*/ 400 h 337383"/>
                  <a:gd name="connsiteX4" fmla="*/ 397763 w 397758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7758" h="337383">
                    <a:moveTo>
                      <a:pt x="397763" y="169092"/>
                    </a:moveTo>
                    <a:cubicBezTo>
                      <a:pt x="397763" y="262257"/>
                      <a:pt x="308721" y="337783"/>
                      <a:pt x="198883" y="337783"/>
                    </a:cubicBezTo>
                    <a:cubicBezTo>
                      <a:pt x="89045" y="337783"/>
                      <a:pt x="4" y="262257"/>
                      <a:pt x="4" y="169092"/>
                    </a:cubicBezTo>
                    <a:cubicBezTo>
                      <a:pt x="4" y="75926"/>
                      <a:pt x="89045" y="400"/>
                      <a:pt x="198883" y="400"/>
                    </a:cubicBezTo>
                    <a:cubicBezTo>
                      <a:pt x="308721" y="400"/>
                      <a:pt x="397763" y="75926"/>
                      <a:pt x="397763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23FE02-3BEA-E12C-CE39-1F1102AB7674}"/>
                  </a:ext>
                </a:extLst>
              </p:cNvPr>
              <p:cNvSpPr txBox="1"/>
              <p:nvPr/>
            </p:nvSpPr>
            <p:spPr>
              <a:xfrm>
                <a:off x="6268072" y="4018319"/>
                <a:ext cx="25840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;</a:t>
                </a:r>
              </a:p>
            </p:txBody>
          </p:sp>
        </p:grpSp>
        <p:grpSp>
          <p:nvGrpSpPr>
            <p:cNvPr id="34" name="Graphic 6">
              <a:extLst>
                <a:ext uri="{FF2B5EF4-FFF2-40B4-BE49-F238E27FC236}">
                  <a16:creationId xmlns:a16="http://schemas.microsoft.com/office/drawing/2014/main" id="{24CD3EE0-525C-673C-003A-672C2047B7B6}"/>
                </a:ext>
              </a:extLst>
            </p:cNvPr>
            <p:cNvGrpSpPr/>
            <p:nvPr/>
          </p:nvGrpSpPr>
          <p:grpSpPr>
            <a:xfrm>
              <a:off x="6363195" y="3642019"/>
              <a:ext cx="51561" cy="331928"/>
              <a:chOff x="6363195" y="3642019"/>
              <a:chExt cx="51561" cy="331928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D2BAB84-ECBD-508F-0DBB-BEAD1D285711}"/>
                  </a:ext>
                </a:extLst>
              </p:cNvPr>
              <p:cNvSpPr/>
              <p:nvPr/>
            </p:nvSpPr>
            <p:spPr>
              <a:xfrm>
                <a:off x="6388976" y="3642019"/>
                <a:ext cx="7365" cy="238173"/>
              </a:xfrm>
              <a:custGeom>
                <a:avLst/>
                <a:gdLst>
                  <a:gd name="connsiteX0" fmla="*/ 4 w 7365"/>
                  <a:gd name="connsiteY0" fmla="*/ 400 h 238173"/>
                  <a:gd name="connsiteX1" fmla="*/ 4 w 7365"/>
                  <a:gd name="connsiteY1" fmla="*/ 238574 h 238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65" h="238173">
                    <a:moveTo>
                      <a:pt x="4" y="400"/>
                    </a:moveTo>
                    <a:cubicBezTo>
                      <a:pt x="4" y="72562"/>
                      <a:pt x="4" y="158380"/>
                      <a:pt x="4" y="238574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987D3E68-DB55-D3F6-3C6F-2C793BCADE36}"/>
                  </a:ext>
                </a:extLst>
              </p:cNvPr>
              <p:cNvSpPr/>
              <p:nvPr/>
            </p:nvSpPr>
            <p:spPr>
              <a:xfrm>
                <a:off x="6363195" y="3880231"/>
                <a:ext cx="51561" cy="93717"/>
              </a:xfrm>
              <a:custGeom>
                <a:avLst/>
                <a:gdLst>
                  <a:gd name="connsiteX0" fmla="*/ 51565 w 51561"/>
                  <a:gd name="connsiteY0" fmla="*/ 400 h 93717"/>
                  <a:gd name="connsiteX1" fmla="*/ 25785 w 51561"/>
                  <a:gd name="connsiteY1" fmla="*/ 94118 h 93717"/>
                  <a:gd name="connsiteX2" fmla="*/ 4 w 51561"/>
                  <a:gd name="connsiteY2" fmla="*/ 400 h 93717"/>
                  <a:gd name="connsiteX3" fmla="*/ 51565 w 51561"/>
                  <a:gd name="connsiteY3" fmla="*/ 400 h 9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561" h="93717">
                    <a:moveTo>
                      <a:pt x="51565" y="400"/>
                    </a:moveTo>
                    <a:lnTo>
                      <a:pt x="25785" y="94118"/>
                    </a:lnTo>
                    <a:lnTo>
                      <a:pt x="4" y="400"/>
                    </a:lnTo>
                    <a:lnTo>
                      <a:pt x="51565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37" name="Graphic 6">
              <a:extLst>
                <a:ext uri="{FF2B5EF4-FFF2-40B4-BE49-F238E27FC236}">
                  <a16:creationId xmlns:a16="http://schemas.microsoft.com/office/drawing/2014/main" id="{87004AA1-3622-B099-14D2-A2167C834D31}"/>
                </a:ext>
              </a:extLst>
            </p:cNvPr>
            <p:cNvGrpSpPr/>
            <p:nvPr/>
          </p:nvGrpSpPr>
          <p:grpSpPr>
            <a:xfrm>
              <a:off x="6687050" y="3977819"/>
              <a:ext cx="774571" cy="337383"/>
              <a:chOff x="6687050" y="3977819"/>
              <a:chExt cx="774571" cy="337383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C24C33C-240A-521E-3CCE-8157895B2218}"/>
                  </a:ext>
                </a:extLst>
              </p:cNvPr>
              <p:cNvSpPr/>
              <p:nvPr/>
            </p:nvSpPr>
            <p:spPr>
              <a:xfrm>
                <a:off x="6718758" y="3977819"/>
                <a:ext cx="666297" cy="337383"/>
              </a:xfrm>
              <a:custGeom>
                <a:avLst/>
                <a:gdLst>
                  <a:gd name="connsiteX0" fmla="*/ 666301 w 666297"/>
                  <a:gd name="connsiteY0" fmla="*/ 169092 h 337383"/>
                  <a:gd name="connsiteX1" fmla="*/ 333153 w 666297"/>
                  <a:gd name="connsiteY1" fmla="*/ 337783 h 337383"/>
                  <a:gd name="connsiteX2" fmla="*/ 4 w 666297"/>
                  <a:gd name="connsiteY2" fmla="*/ 169092 h 337383"/>
                  <a:gd name="connsiteX3" fmla="*/ 333153 w 666297"/>
                  <a:gd name="connsiteY3" fmla="*/ 400 h 337383"/>
                  <a:gd name="connsiteX4" fmla="*/ 666301 w 666297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297" h="337383">
                    <a:moveTo>
                      <a:pt x="666301" y="169092"/>
                    </a:moveTo>
                    <a:cubicBezTo>
                      <a:pt x="666301" y="262257"/>
                      <a:pt x="517146" y="337783"/>
                      <a:pt x="333153" y="337783"/>
                    </a:cubicBezTo>
                    <a:cubicBezTo>
                      <a:pt x="149160" y="337783"/>
                      <a:pt x="4" y="262257"/>
                      <a:pt x="4" y="169092"/>
                    </a:cubicBezTo>
                    <a:cubicBezTo>
                      <a:pt x="4" y="75926"/>
                      <a:pt x="149160" y="400"/>
                      <a:pt x="333153" y="400"/>
                    </a:cubicBezTo>
                    <a:cubicBezTo>
                      <a:pt x="517146" y="400"/>
                      <a:pt x="666301" y="75926"/>
                      <a:pt x="666301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F890A41-8F5F-D2B4-6A37-2393792B27B1}"/>
                  </a:ext>
                </a:extLst>
              </p:cNvPr>
              <p:cNvSpPr txBox="1"/>
              <p:nvPr/>
            </p:nvSpPr>
            <p:spPr>
              <a:xfrm>
                <a:off x="6687050" y="4027746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boolexpr</a:t>
                </a:r>
              </a:p>
            </p:txBody>
          </p:sp>
        </p:grpSp>
        <p:grpSp>
          <p:nvGrpSpPr>
            <p:cNvPr id="40" name="Graphic 6">
              <a:extLst>
                <a:ext uri="{FF2B5EF4-FFF2-40B4-BE49-F238E27FC236}">
                  <a16:creationId xmlns:a16="http://schemas.microsoft.com/office/drawing/2014/main" id="{851EAE98-83FB-EF14-5269-CA1CC10C7683}"/>
                </a:ext>
              </a:extLst>
            </p:cNvPr>
            <p:cNvGrpSpPr/>
            <p:nvPr/>
          </p:nvGrpSpPr>
          <p:grpSpPr>
            <a:xfrm>
              <a:off x="7026126" y="3642019"/>
              <a:ext cx="51561" cy="331928"/>
              <a:chOff x="7026126" y="3642019"/>
              <a:chExt cx="51561" cy="331928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C8AA1DFD-4137-A630-66D5-595CB6EA76B5}"/>
                  </a:ext>
                </a:extLst>
              </p:cNvPr>
              <p:cNvSpPr/>
              <p:nvPr/>
            </p:nvSpPr>
            <p:spPr>
              <a:xfrm>
                <a:off x="7051907" y="3642019"/>
                <a:ext cx="7365" cy="238173"/>
              </a:xfrm>
              <a:custGeom>
                <a:avLst/>
                <a:gdLst>
                  <a:gd name="connsiteX0" fmla="*/ 4 w 7365"/>
                  <a:gd name="connsiteY0" fmla="*/ 400 h 238173"/>
                  <a:gd name="connsiteX1" fmla="*/ 4 w 7365"/>
                  <a:gd name="connsiteY1" fmla="*/ 238574 h 238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65" h="238173">
                    <a:moveTo>
                      <a:pt x="4" y="400"/>
                    </a:moveTo>
                    <a:cubicBezTo>
                      <a:pt x="4" y="72562"/>
                      <a:pt x="4" y="158380"/>
                      <a:pt x="4" y="238574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AF8B182-8B80-E0E2-70AC-DB38D58D91E5}"/>
                  </a:ext>
                </a:extLst>
              </p:cNvPr>
              <p:cNvSpPr/>
              <p:nvPr/>
            </p:nvSpPr>
            <p:spPr>
              <a:xfrm>
                <a:off x="7026126" y="3880231"/>
                <a:ext cx="51561" cy="93717"/>
              </a:xfrm>
              <a:custGeom>
                <a:avLst/>
                <a:gdLst>
                  <a:gd name="connsiteX0" fmla="*/ 51565 w 51561"/>
                  <a:gd name="connsiteY0" fmla="*/ 400 h 93717"/>
                  <a:gd name="connsiteX1" fmla="*/ 25785 w 51561"/>
                  <a:gd name="connsiteY1" fmla="*/ 94118 h 93717"/>
                  <a:gd name="connsiteX2" fmla="*/ 4 w 51561"/>
                  <a:gd name="connsiteY2" fmla="*/ 400 h 93717"/>
                  <a:gd name="connsiteX3" fmla="*/ 51565 w 51561"/>
                  <a:gd name="connsiteY3" fmla="*/ 400 h 9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561" h="93717">
                    <a:moveTo>
                      <a:pt x="51565" y="400"/>
                    </a:moveTo>
                    <a:lnTo>
                      <a:pt x="25785" y="94118"/>
                    </a:lnTo>
                    <a:lnTo>
                      <a:pt x="4" y="400"/>
                    </a:lnTo>
                    <a:lnTo>
                      <a:pt x="51565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43" name="Graphic 6">
              <a:extLst>
                <a:ext uri="{FF2B5EF4-FFF2-40B4-BE49-F238E27FC236}">
                  <a16:creationId xmlns:a16="http://schemas.microsoft.com/office/drawing/2014/main" id="{D22C70D0-A9FF-01EB-51D3-9613489B7DFE}"/>
                </a:ext>
              </a:extLst>
            </p:cNvPr>
            <p:cNvGrpSpPr/>
            <p:nvPr/>
          </p:nvGrpSpPr>
          <p:grpSpPr>
            <a:xfrm>
              <a:off x="7504665" y="3977819"/>
              <a:ext cx="848309" cy="337383"/>
              <a:chOff x="7504665" y="3977819"/>
              <a:chExt cx="848309" cy="337383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7C0DC49-A26D-0EF3-9538-9685201EAB3E}"/>
                  </a:ext>
                </a:extLst>
              </p:cNvPr>
              <p:cNvSpPr/>
              <p:nvPr/>
            </p:nvSpPr>
            <p:spPr>
              <a:xfrm>
                <a:off x="7523033" y="3977819"/>
                <a:ext cx="751905" cy="337383"/>
              </a:xfrm>
              <a:custGeom>
                <a:avLst/>
                <a:gdLst>
                  <a:gd name="connsiteX0" fmla="*/ 751909 w 751905"/>
                  <a:gd name="connsiteY0" fmla="*/ 169092 h 337383"/>
                  <a:gd name="connsiteX1" fmla="*/ 375957 w 751905"/>
                  <a:gd name="connsiteY1" fmla="*/ 337783 h 337383"/>
                  <a:gd name="connsiteX2" fmla="*/ 4 w 751905"/>
                  <a:gd name="connsiteY2" fmla="*/ 169092 h 337383"/>
                  <a:gd name="connsiteX3" fmla="*/ 375957 w 751905"/>
                  <a:gd name="connsiteY3" fmla="*/ 400 h 337383"/>
                  <a:gd name="connsiteX4" fmla="*/ 751909 w 751905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1905" h="337383">
                    <a:moveTo>
                      <a:pt x="751909" y="169092"/>
                    </a:moveTo>
                    <a:cubicBezTo>
                      <a:pt x="751909" y="262257"/>
                      <a:pt x="583590" y="337783"/>
                      <a:pt x="375957" y="337783"/>
                    </a:cubicBezTo>
                    <a:cubicBezTo>
                      <a:pt x="168324" y="337783"/>
                      <a:pt x="4" y="262257"/>
                      <a:pt x="4" y="169092"/>
                    </a:cubicBezTo>
                    <a:cubicBezTo>
                      <a:pt x="4" y="75926"/>
                      <a:pt x="168324" y="400"/>
                      <a:pt x="375957" y="400"/>
                    </a:cubicBezTo>
                    <a:cubicBezTo>
                      <a:pt x="583589" y="400"/>
                      <a:pt x="751909" y="75926"/>
                      <a:pt x="751909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5E8CFEB-5E97-263A-6BAC-850D0E33C0FE}"/>
                  </a:ext>
                </a:extLst>
              </p:cNvPr>
              <p:cNvSpPr txBox="1"/>
              <p:nvPr/>
            </p:nvSpPr>
            <p:spPr>
              <a:xfrm>
                <a:off x="7504665" y="4027746"/>
                <a:ext cx="84830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atomicstm</a:t>
                </a:r>
              </a:p>
            </p:txBody>
          </p:sp>
        </p:grpSp>
        <p:grpSp>
          <p:nvGrpSpPr>
            <p:cNvPr id="46" name="Graphic 6">
              <a:extLst>
                <a:ext uri="{FF2B5EF4-FFF2-40B4-BE49-F238E27FC236}">
                  <a16:creationId xmlns:a16="http://schemas.microsoft.com/office/drawing/2014/main" id="{8B5D6379-218E-A2BD-F3B7-F5324C9CAE62}"/>
                </a:ext>
              </a:extLst>
            </p:cNvPr>
            <p:cNvGrpSpPr/>
            <p:nvPr/>
          </p:nvGrpSpPr>
          <p:grpSpPr>
            <a:xfrm>
              <a:off x="7217242" y="3603445"/>
              <a:ext cx="496211" cy="395272"/>
              <a:chOff x="7217242" y="3603445"/>
              <a:chExt cx="496211" cy="395272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E4D809C-F7EC-84B9-D108-55F8FECBDE5E}"/>
                  </a:ext>
                </a:extLst>
              </p:cNvPr>
              <p:cNvSpPr/>
              <p:nvPr/>
            </p:nvSpPr>
            <p:spPr>
              <a:xfrm>
                <a:off x="7217242" y="3603445"/>
                <a:ext cx="432547" cy="344561"/>
              </a:xfrm>
              <a:custGeom>
                <a:avLst/>
                <a:gdLst>
                  <a:gd name="connsiteX0" fmla="*/ 4 w 432547"/>
                  <a:gd name="connsiteY0" fmla="*/ 400 h 344561"/>
                  <a:gd name="connsiteX1" fmla="*/ 432552 w 432547"/>
                  <a:gd name="connsiteY1" fmla="*/ 344962 h 344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2547" h="344561">
                    <a:moveTo>
                      <a:pt x="4" y="400"/>
                    </a:moveTo>
                    <a:cubicBezTo>
                      <a:pt x="123037" y="98410"/>
                      <a:pt x="293078" y="233859"/>
                      <a:pt x="432552" y="344962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DA7EFCA-ABDA-89F3-3504-BE3F4921DE0D}"/>
                  </a:ext>
                </a:extLst>
              </p:cNvPr>
              <p:cNvSpPr/>
              <p:nvPr/>
            </p:nvSpPr>
            <p:spPr>
              <a:xfrm>
                <a:off x="7637334" y="3921185"/>
                <a:ext cx="76119" cy="77532"/>
              </a:xfrm>
              <a:custGeom>
                <a:avLst/>
                <a:gdLst>
                  <a:gd name="connsiteX0" fmla="*/ 27368 w 76119"/>
                  <a:gd name="connsiteY0" fmla="*/ 400 h 77532"/>
                  <a:gd name="connsiteX1" fmla="*/ 76123 w 76119"/>
                  <a:gd name="connsiteY1" fmla="*/ 77932 h 77532"/>
                  <a:gd name="connsiteX2" fmla="*/ 4 w 76119"/>
                  <a:gd name="connsiteY2" fmla="*/ 56003 h 77532"/>
                  <a:gd name="connsiteX3" fmla="*/ 27368 w 76119"/>
                  <a:gd name="connsiteY3" fmla="*/ 400 h 77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" h="77532">
                    <a:moveTo>
                      <a:pt x="27368" y="400"/>
                    </a:moveTo>
                    <a:lnTo>
                      <a:pt x="76123" y="77932"/>
                    </a:lnTo>
                    <a:lnTo>
                      <a:pt x="4" y="56003"/>
                    </a:lnTo>
                    <a:lnTo>
                      <a:pt x="27368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49" name="Graphic 6">
              <a:extLst>
                <a:ext uri="{FF2B5EF4-FFF2-40B4-BE49-F238E27FC236}">
                  <a16:creationId xmlns:a16="http://schemas.microsoft.com/office/drawing/2014/main" id="{E4F4292C-6879-7ADC-7319-3FF61FCED265}"/>
                </a:ext>
              </a:extLst>
            </p:cNvPr>
            <p:cNvGrpSpPr/>
            <p:nvPr/>
          </p:nvGrpSpPr>
          <p:grpSpPr>
            <a:xfrm>
              <a:off x="5685288" y="4652585"/>
              <a:ext cx="774571" cy="337383"/>
              <a:chOff x="5685288" y="4652585"/>
              <a:chExt cx="774571" cy="337383"/>
            </a:xfrm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4BDB2F7-5E15-526F-DE5D-20FBC9DB6204}"/>
                  </a:ext>
                </a:extLst>
              </p:cNvPr>
              <p:cNvSpPr/>
              <p:nvPr/>
            </p:nvSpPr>
            <p:spPr>
              <a:xfrm>
                <a:off x="5729457" y="4652585"/>
                <a:ext cx="641373" cy="337383"/>
              </a:xfrm>
              <a:custGeom>
                <a:avLst/>
                <a:gdLst>
                  <a:gd name="connsiteX0" fmla="*/ 641378 w 641373"/>
                  <a:gd name="connsiteY0" fmla="*/ 169092 h 337383"/>
                  <a:gd name="connsiteX1" fmla="*/ 320691 w 641373"/>
                  <a:gd name="connsiteY1" fmla="*/ 337783 h 337383"/>
                  <a:gd name="connsiteX2" fmla="*/ 4 w 641373"/>
                  <a:gd name="connsiteY2" fmla="*/ 169092 h 337383"/>
                  <a:gd name="connsiteX3" fmla="*/ 320691 w 641373"/>
                  <a:gd name="connsiteY3" fmla="*/ 400 h 337383"/>
                  <a:gd name="connsiteX4" fmla="*/ 641378 w 641373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1373" h="337383">
                    <a:moveTo>
                      <a:pt x="641378" y="169092"/>
                    </a:moveTo>
                    <a:cubicBezTo>
                      <a:pt x="641378" y="262257"/>
                      <a:pt x="497801" y="337783"/>
                      <a:pt x="320691" y="337783"/>
                    </a:cubicBezTo>
                    <a:cubicBezTo>
                      <a:pt x="143580" y="337783"/>
                      <a:pt x="4" y="262257"/>
                      <a:pt x="4" y="169092"/>
                    </a:cubicBezTo>
                    <a:cubicBezTo>
                      <a:pt x="4" y="75926"/>
                      <a:pt x="143580" y="400"/>
                      <a:pt x="320691" y="400"/>
                    </a:cubicBezTo>
                    <a:cubicBezTo>
                      <a:pt x="497802" y="400"/>
                      <a:pt x="641378" y="75926"/>
                      <a:pt x="641378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23301AB-7E95-C6B6-D929-88B3D03B438E}"/>
                  </a:ext>
                </a:extLst>
              </p:cNvPr>
              <p:cNvSpPr txBox="1"/>
              <p:nvPr/>
            </p:nvSpPr>
            <p:spPr>
              <a:xfrm>
                <a:off x="5685288" y="4693085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skipstmt</a:t>
                </a:r>
              </a:p>
            </p:txBody>
          </p:sp>
        </p:grpSp>
        <p:grpSp>
          <p:nvGrpSpPr>
            <p:cNvPr id="52" name="Graphic 6">
              <a:extLst>
                <a:ext uri="{FF2B5EF4-FFF2-40B4-BE49-F238E27FC236}">
                  <a16:creationId xmlns:a16="http://schemas.microsoft.com/office/drawing/2014/main" id="{71F1F38A-CCDB-84FD-7C6C-AD34AD6D4237}"/>
                </a:ext>
              </a:extLst>
            </p:cNvPr>
            <p:cNvGrpSpPr/>
            <p:nvPr/>
          </p:nvGrpSpPr>
          <p:grpSpPr>
            <a:xfrm>
              <a:off x="6133033" y="4303009"/>
              <a:ext cx="177356" cy="353202"/>
              <a:chOff x="6133033" y="4303009"/>
              <a:chExt cx="177356" cy="353202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F51D4FB-8EFD-5C81-092E-E18EAE0B71EF}"/>
                  </a:ext>
                </a:extLst>
              </p:cNvPr>
              <p:cNvSpPr/>
              <p:nvPr/>
            </p:nvSpPr>
            <p:spPr>
              <a:xfrm>
                <a:off x="6173265" y="4303009"/>
                <a:ext cx="137123" cy="273083"/>
              </a:xfrm>
              <a:custGeom>
                <a:avLst/>
                <a:gdLst>
                  <a:gd name="connsiteX0" fmla="*/ 137128 w 137123"/>
                  <a:gd name="connsiteY0" fmla="*/ 400 h 273083"/>
                  <a:gd name="connsiteX1" fmla="*/ 4 w 137123"/>
                  <a:gd name="connsiteY1" fmla="*/ 273483 h 273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7123" h="273083">
                    <a:moveTo>
                      <a:pt x="137128" y="400"/>
                    </a:moveTo>
                    <a:cubicBezTo>
                      <a:pt x="96416" y="81475"/>
                      <a:pt x="45768" y="182343"/>
                      <a:pt x="4" y="273483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2DCB30D-F1A0-F8AE-B11A-BE62FD762BD5}"/>
                  </a:ext>
                </a:extLst>
              </p:cNvPr>
              <p:cNvSpPr/>
              <p:nvPr/>
            </p:nvSpPr>
            <p:spPr>
              <a:xfrm>
                <a:off x="6133033" y="4559579"/>
                <a:ext cx="61379" cy="96632"/>
              </a:xfrm>
              <a:custGeom>
                <a:avLst/>
                <a:gdLst>
                  <a:gd name="connsiteX0" fmla="*/ 61384 w 61379"/>
                  <a:gd name="connsiteY0" fmla="*/ 35713 h 96632"/>
                  <a:gd name="connsiteX1" fmla="*/ 4 w 61379"/>
                  <a:gd name="connsiteY1" fmla="*/ 97032 h 96632"/>
                  <a:gd name="connsiteX2" fmla="*/ 17933 w 61379"/>
                  <a:gd name="connsiteY2" fmla="*/ 400 h 96632"/>
                  <a:gd name="connsiteX3" fmla="*/ 61384 w 61379"/>
                  <a:gd name="connsiteY3" fmla="*/ 35713 h 96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79" h="96632">
                    <a:moveTo>
                      <a:pt x="61384" y="35713"/>
                    </a:moveTo>
                    <a:lnTo>
                      <a:pt x="4" y="97032"/>
                    </a:lnTo>
                    <a:lnTo>
                      <a:pt x="17933" y="400"/>
                    </a:lnTo>
                    <a:lnTo>
                      <a:pt x="61384" y="35713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55" name="Graphic 6">
              <a:extLst>
                <a:ext uri="{FF2B5EF4-FFF2-40B4-BE49-F238E27FC236}">
                  <a16:creationId xmlns:a16="http://schemas.microsoft.com/office/drawing/2014/main" id="{DB18FAF4-7692-9250-EE03-46D80A4E1E5C}"/>
                </a:ext>
              </a:extLst>
            </p:cNvPr>
            <p:cNvGrpSpPr/>
            <p:nvPr/>
          </p:nvGrpSpPr>
          <p:grpSpPr>
            <a:xfrm>
              <a:off x="6443975" y="4652585"/>
              <a:ext cx="627095" cy="337383"/>
              <a:chOff x="6443975" y="4652585"/>
              <a:chExt cx="627095" cy="337383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4EB98A6-01B4-C946-70D3-D1DC3DBDB816}"/>
                  </a:ext>
                </a:extLst>
              </p:cNvPr>
              <p:cNvSpPr/>
              <p:nvPr/>
            </p:nvSpPr>
            <p:spPr>
              <a:xfrm>
                <a:off x="6502115" y="4652585"/>
                <a:ext cx="495580" cy="337383"/>
              </a:xfrm>
              <a:custGeom>
                <a:avLst/>
                <a:gdLst>
                  <a:gd name="connsiteX0" fmla="*/ 495585 w 495580"/>
                  <a:gd name="connsiteY0" fmla="*/ 169092 h 337383"/>
                  <a:gd name="connsiteX1" fmla="*/ 247794 w 495580"/>
                  <a:gd name="connsiteY1" fmla="*/ 337783 h 337383"/>
                  <a:gd name="connsiteX2" fmla="*/ 4 w 495580"/>
                  <a:gd name="connsiteY2" fmla="*/ 169092 h 337383"/>
                  <a:gd name="connsiteX3" fmla="*/ 247794 w 495580"/>
                  <a:gd name="connsiteY3" fmla="*/ 400 h 337383"/>
                  <a:gd name="connsiteX4" fmla="*/ 495585 w 495580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580" h="337383">
                    <a:moveTo>
                      <a:pt x="495585" y="169092"/>
                    </a:moveTo>
                    <a:cubicBezTo>
                      <a:pt x="495585" y="262257"/>
                      <a:pt x="384645" y="337783"/>
                      <a:pt x="247794" y="337783"/>
                    </a:cubicBezTo>
                    <a:cubicBezTo>
                      <a:pt x="110944" y="337783"/>
                      <a:pt x="4" y="262257"/>
                      <a:pt x="4" y="169092"/>
                    </a:cubicBezTo>
                    <a:cubicBezTo>
                      <a:pt x="4" y="75926"/>
                      <a:pt x="110944" y="400"/>
                      <a:pt x="247794" y="400"/>
                    </a:cubicBezTo>
                    <a:cubicBezTo>
                      <a:pt x="384645" y="400"/>
                      <a:pt x="495585" y="75926"/>
                      <a:pt x="495585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B25D17E-D57B-18AA-056D-03AEAFE51692}"/>
                  </a:ext>
                </a:extLst>
              </p:cNvPr>
              <p:cNvSpPr txBox="1"/>
              <p:nvPr/>
            </p:nvSpPr>
            <p:spPr>
              <a:xfrm>
                <a:off x="6443975" y="4693085"/>
                <a:ext cx="6270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ifstmt</a:t>
                </a:r>
              </a:p>
            </p:txBody>
          </p:sp>
        </p:grpSp>
        <p:grpSp>
          <p:nvGrpSpPr>
            <p:cNvPr id="58" name="Graphic 6">
              <a:extLst>
                <a:ext uri="{FF2B5EF4-FFF2-40B4-BE49-F238E27FC236}">
                  <a16:creationId xmlns:a16="http://schemas.microsoft.com/office/drawing/2014/main" id="{F3A7FA00-A3EA-1958-9C3E-65627A7ECA50}"/>
                </a:ext>
              </a:extLst>
            </p:cNvPr>
            <p:cNvGrpSpPr/>
            <p:nvPr/>
          </p:nvGrpSpPr>
          <p:grpSpPr>
            <a:xfrm>
              <a:off x="6472689" y="4303009"/>
              <a:ext cx="191454" cy="357925"/>
              <a:chOff x="6472689" y="4303009"/>
              <a:chExt cx="191454" cy="357925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5797B1B1-3A00-E786-C8CD-8ACC6A3E4673}"/>
                  </a:ext>
                </a:extLst>
              </p:cNvPr>
              <p:cNvSpPr/>
              <p:nvPr/>
            </p:nvSpPr>
            <p:spPr>
              <a:xfrm>
                <a:off x="6472689" y="4303009"/>
                <a:ext cx="149719" cy="279915"/>
              </a:xfrm>
              <a:custGeom>
                <a:avLst/>
                <a:gdLst>
                  <a:gd name="connsiteX0" fmla="*/ 4 w 149719"/>
                  <a:gd name="connsiteY0" fmla="*/ 400 h 279915"/>
                  <a:gd name="connsiteX1" fmla="*/ 149723 w 149719"/>
                  <a:gd name="connsiteY1" fmla="*/ 280315 h 279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9719" h="279915">
                    <a:moveTo>
                      <a:pt x="4" y="400"/>
                    </a:moveTo>
                    <a:cubicBezTo>
                      <a:pt x="44457" y="83509"/>
                      <a:pt x="100033" y="187413"/>
                      <a:pt x="149723" y="280315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5E509AEB-C4F6-B91B-B998-7BC4ACFE272E}"/>
                  </a:ext>
                </a:extLst>
              </p:cNvPr>
              <p:cNvSpPr/>
              <p:nvPr/>
            </p:nvSpPr>
            <p:spPr>
              <a:xfrm>
                <a:off x="6601386" y="4565005"/>
                <a:ext cx="62757" cy="95929"/>
              </a:xfrm>
              <a:custGeom>
                <a:avLst/>
                <a:gdLst>
                  <a:gd name="connsiteX0" fmla="*/ 42631 w 62757"/>
                  <a:gd name="connsiteY0" fmla="*/ 400 h 95929"/>
                  <a:gd name="connsiteX1" fmla="*/ 62762 w 62757"/>
                  <a:gd name="connsiteY1" fmla="*/ 96329 h 95929"/>
                  <a:gd name="connsiteX2" fmla="*/ 4 w 62757"/>
                  <a:gd name="connsiteY2" fmla="*/ 37306 h 95929"/>
                  <a:gd name="connsiteX3" fmla="*/ 42631 w 62757"/>
                  <a:gd name="connsiteY3" fmla="*/ 400 h 95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757" h="95929">
                    <a:moveTo>
                      <a:pt x="42631" y="400"/>
                    </a:moveTo>
                    <a:lnTo>
                      <a:pt x="62762" y="96329"/>
                    </a:lnTo>
                    <a:lnTo>
                      <a:pt x="4" y="37306"/>
                    </a:lnTo>
                    <a:lnTo>
                      <a:pt x="42631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61" name="Graphic 6">
              <a:extLst>
                <a:ext uri="{FF2B5EF4-FFF2-40B4-BE49-F238E27FC236}">
                  <a16:creationId xmlns:a16="http://schemas.microsoft.com/office/drawing/2014/main" id="{943C42E7-A287-4F5E-0508-77D14E0ED9C9}"/>
                </a:ext>
              </a:extLst>
            </p:cNvPr>
            <p:cNvGrpSpPr/>
            <p:nvPr/>
          </p:nvGrpSpPr>
          <p:grpSpPr>
            <a:xfrm>
              <a:off x="5272797" y="5327351"/>
              <a:ext cx="627095" cy="337383"/>
              <a:chOff x="5272797" y="5327351"/>
              <a:chExt cx="627095" cy="337383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2561B7C-F7A1-ED67-B093-E46BE5638C81}"/>
                  </a:ext>
                </a:extLst>
              </p:cNvPr>
              <p:cNvSpPr/>
              <p:nvPr/>
            </p:nvSpPr>
            <p:spPr>
              <a:xfrm>
                <a:off x="5314020" y="5327351"/>
                <a:ext cx="529413" cy="337383"/>
              </a:xfrm>
              <a:custGeom>
                <a:avLst/>
                <a:gdLst>
                  <a:gd name="connsiteX0" fmla="*/ 529418 w 529413"/>
                  <a:gd name="connsiteY0" fmla="*/ 169092 h 337383"/>
                  <a:gd name="connsiteX1" fmla="*/ 264711 w 529413"/>
                  <a:gd name="connsiteY1" fmla="*/ 337783 h 337383"/>
                  <a:gd name="connsiteX2" fmla="*/ 4 w 529413"/>
                  <a:gd name="connsiteY2" fmla="*/ 169092 h 337383"/>
                  <a:gd name="connsiteX3" fmla="*/ 264711 w 529413"/>
                  <a:gd name="connsiteY3" fmla="*/ 400 h 337383"/>
                  <a:gd name="connsiteX4" fmla="*/ 529418 w 529413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9413" h="337383">
                    <a:moveTo>
                      <a:pt x="529418" y="169092"/>
                    </a:moveTo>
                    <a:cubicBezTo>
                      <a:pt x="529418" y="262257"/>
                      <a:pt x="410904" y="337783"/>
                      <a:pt x="264711" y="337783"/>
                    </a:cubicBezTo>
                    <a:cubicBezTo>
                      <a:pt x="118517" y="337783"/>
                      <a:pt x="4" y="262257"/>
                      <a:pt x="4" y="169092"/>
                    </a:cubicBezTo>
                    <a:cubicBezTo>
                      <a:pt x="4" y="75926"/>
                      <a:pt x="118517" y="400"/>
                      <a:pt x="264711" y="400"/>
                    </a:cubicBezTo>
                    <a:cubicBezTo>
                      <a:pt x="410904" y="400"/>
                      <a:pt x="529418" y="75926"/>
                      <a:pt x="529418" y="169092"/>
                    </a:cubicBezTo>
                    <a:close/>
                  </a:path>
                </a:pathLst>
              </a:custGeom>
              <a:solidFill>
                <a:srgbClr val="FFFFE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A0D2E85-70F4-35CF-9867-A47A1BD93EC4}"/>
                  </a:ext>
                </a:extLst>
              </p:cNvPr>
              <p:cNvSpPr txBox="1"/>
              <p:nvPr/>
            </p:nvSpPr>
            <p:spPr>
              <a:xfrm>
                <a:off x="5272797" y="5367851"/>
                <a:ext cx="6270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option</a:t>
                </a:r>
              </a:p>
            </p:txBody>
          </p:sp>
        </p:grpSp>
        <p:grpSp>
          <p:nvGrpSpPr>
            <p:cNvPr id="64" name="Graphic 6">
              <a:extLst>
                <a:ext uri="{FF2B5EF4-FFF2-40B4-BE49-F238E27FC236}">
                  <a16:creationId xmlns:a16="http://schemas.microsoft.com/office/drawing/2014/main" id="{08C595D1-FB32-610E-637A-1235EB21A428}"/>
                </a:ext>
              </a:extLst>
            </p:cNvPr>
            <p:cNvGrpSpPr/>
            <p:nvPr/>
          </p:nvGrpSpPr>
          <p:grpSpPr>
            <a:xfrm>
              <a:off x="5775286" y="4931188"/>
              <a:ext cx="783842" cy="451605"/>
              <a:chOff x="5775286" y="4931188"/>
              <a:chExt cx="783842" cy="451605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C14F9D9-8AD2-2100-C277-1D2763C80782}"/>
                  </a:ext>
                </a:extLst>
              </p:cNvPr>
              <p:cNvSpPr/>
              <p:nvPr/>
            </p:nvSpPr>
            <p:spPr>
              <a:xfrm>
                <a:off x="5842728" y="4931188"/>
                <a:ext cx="716399" cy="412750"/>
              </a:xfrm>
              <a:custGeom>
                <a:avLst/>
                <a:gdLst>
                  <a:gd name="connsiteX0" fmla="*/ 716404 w 716399"/>
                  <a:gd name="connsiteY0" fmla="*/ 400 h 412750"/>
                  <a:gd name="connsiteX1" fmla="*/ 4 w 716399"/>
                  <a:gd name="connsiteY1" fmla="*/ 413151 h 41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6399" h="412750">
                    <a:moveTo>
                      <a:pt x="716404" y="400"/>
                    </a:moveTo>
                    <a:cubicBezTo>
                      <a:pt x="521642" y="112617"/>
                      <a:pt x="217806" y="287663"/>
                      <a:pt x="4" y="413151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8702F6A-A138-6E36-5387-59D9D4437030}"/>
                  </a:ext>
                </a:extLst>
              </p:cNvPr>
              <p:cNvSpPr/>
              <p:nvPr/>
            </p:nvSpPr>
            <p:spPr>
              <a:xfrm>
                <a:off x="5775286" y="5314258"/>
                <a:ext cx="77732" cy="68535"/>
              </a:xfrm>
              <a:custGeom>
                <a:avLst/>
                <a:gdLst>
                  <a:gd name="connsiteX0" fmla="*/ 77736 w 77732"/>
                  <a:gd name="connsiteY0" fmla="*/ 60154 h 68535"/>
                  <a:gd name="connsiteX1" fmla="*/ 4 w 77732"/>
                  <a:gd name="connsiteY1" fmla="*/ 68936 h 68535"/>
                  <a:gd name="connsiteX2" fmla="*/ 56471 w 77732"/>
                  <a:gd name="connsiteY2" fmla="*/ 400 h 68535"/>
                  <a:gd name="connsiteX3" fmla="*/ 77736 w 77732"/>
                  <a:gd name="connsiteY3" fmla="*/ 60154 h 68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732" h="68535">
                    <a:moveTo>
                      <a:pt x="77736" y="60154"/>
                    </a:moveTo>
                    <a:lnTo>
                      <a:pt x="4" y="68936"/>
                    </a:lnTo>
                    <a:lnTo>
                      <a:pt x="56471" y="400"/>
                    </a:lnTo>
                    <a:lnTo>
                      <a:pt x="77736" y="60154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67" name="Graphic 6">
              <a:extLst>
                <a:ext uri="{FF2B5EF4-FFF2-40B4-BE49-F238E27FC236}">
                  <a16:creationId xmlns:a16="http://schemas.microsoft.com/office/drawing/2014/main" id="{A389489F-E353-8D4E-372D-0FA5AE31EBEC}"/>
                </a:ext>
              </a:extLst>
            </p:cNvPr>
            <p:cNvGrpSpPr/>
            <p:nvPr/>
          </p:nvGrpSpPr>
          <p:grpSpPr>
            <a:xfrm>
              <a:off x="6443975" y="5327351"/>
              <a:ext cx="627095" cy="337383"/>
              <a:chOff x="6443975" y="5327351"/>
              <a:chExt cx="627095" cy="337383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E903876-B5B2-B406-7982-9A4876EA287A}"/>
                  </a:ext>
                </a:extLst>
              </p:cNvPr>
              <p:cNvSpPr/>
              <p:nvPr/>
            </p:nvSpPr>
            <p:spPr>
              <a:xfrm>
                <a:off x="6485198" y="5327351"/>
                <a:ext cx="529413" cy="337383"/>
              </a:xfrm>
              <a:custGeom>
                <a:avLst/>
                <a:gdLst>
                  <a:gd name="connsiteX0" fmla="*/ 529418 w 529413"/>
                  <a:gd name="connsiteY0" fmla="*/ 169092 h 337383"/>
                  <a:gd name="connsiteX1" fmla="*/ 264711 w 529413"/>
                  <a:gd name="connsiteY1" fmla="*/ 337783 h 337383"/>
                  <a:gd name="connsiteX2" fmla="*/ 4 w 529413"/>
                  <a:gd name="connsiteY2" fmla="*/ 169092 h 337383"/>
                  <a:gd name="connsiteX3" fmla="*/ 264711 w 529413"/>
                  <a:gd name="connsiteY3" fmla="*/ 400 h 337383"/>
                  <a:gd name="connsiteX4" fmla="*/ 529418 w 529413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9413" h="337383">
                    <a:moveTo>
                      <a:pt x="529418" y="169092"/>
                    </a:moveTo>
                    <a:cubicBezTo>
                      <a:pt x="529418" y="262257"/>
                      <a:pt x="410905" y="337783"/>
                      <a:pt x="264711" y="337783"/>
                    </a:cubicBezTo>
                    <a:cubicBezTo>
                      <a:pt x="118517" y="337783"/>
                      <a:pt x="4" y="262257"/>
                      <a:pt x="4" y="169092"/>
                    </a:cubicBezTo>
                    <a:cubicBezTo>
                      <a:pt x="4" y="75926"/>
                      <a:pt x="118517" y="400"/>
                      <a:pt x="264711" y="400"/>
                    </a:cubicBezTo>
                    <a:cubicBezTo>
                      <a:pt x="410905" y="400"/>
                      <a:pt x="529418" y="75926"/>
                      <a:pt x="529418" y="169092"/>
                    </a:cubicBezTo>
                    <a:close/>
                  </a:path>
                </a:pathLst>
              </a:custGeom>
              <a:solidFill>
                <a:srgbClr val="FFFFE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0D7835A-B9BB-241E-9702-50006F1C8D63}"/>
                  </a:ext>
                </a:extLst>
              </p:cNvPr>
              <p:cNvSpPr txBox="1"/>
              <p:nvPr/>
            </p:nvSpPr>
            <p:spPr>
              <a:xfrm>
                <a:off x="6443975" y="5367851"/>
                <a:ext cx="6270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option</a:t>
                </a:r>
              </a:p>
            </p:txBody>
          </p:sp>
        </p:grpSp>
        <p:grpSp>
          <p:nvGrpSpPr>
            <p:cNvPr id="70" name="Graphic 6">
              <a:extLst>
                <a:ext uri="{FF2B5EF4-FFF2-40B4-BE49-F238E27FC236}">
                  <a16:creationId xmlns:a16="http://schemas.microsoft.com/office/drawing/2014/main" id="{5F10122D-7D17-6C98-E6B0-F8B3E437DE26}"/>
                </a:ext>
              </a:extLst>
            </p:cNvPr>
            <p:cNvGrpSpPr/>
            <p:nvPr/>
          </p:nvGrpSpPr>
          <p:grpSpPr>
            <a:xfrm>
              <a:off x="6724124" y="4991551"/>
              <a:ext cx="51561" cy="331928"/>
              <a:chOff x="6724124" y="4991551"/>
              <a:chExt cx="51561" cy="331928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227E802-0258-22B3-45DE-08E2BECC6699}"/>
                  </a:ext>
                </a:extLst>
              </p:cNvPr>
              <p:cNvSpPr/>
              <p:nvPr/>
            </p:nvSpPr>
            <p:spPr>
              <a:xfrm>
                <a:off x="6749905" y="4991551"/>
                <a:ext cx="7365" cy="238173"/>
              </a:xfrm>
              <a:custGeom>
                <a:avLst/>
                <a:gdLst>
                  <a:gd name="connsiteX0" fmla="*/ 4 w 7365"/>
                  <a:gd name="connsiteY0" fmla="*/ 400 h 238173"/>
                  <a:gd name="connsiteX1" fmla="*/ 4 w 7365"/>
                  <a:gd name="connsiteY1" fmla="*/ 238574 h 238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65" h="238173">
                    <a:moveTo>
                      <a:pt x="4" y="400"/>
                    </a:moveTo>
                    <a:cubicBezTo>
                      <a:pt x="4" y="72562"/>
                      <a:pt x="4" y="158380"/>
                      <a:pt x="4" y="238574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DE92687-E120-D459-44D2-90D679FA0454}"/>
                  </a:ext>
                </a:extLst>
              </p:cNvPr>
              <p:cNvSpPr/>
              <p:nvPr/>
            </p:nvSpPr>
            <p:spPr>
              <a:xfrm>
                <a:off x="6724124" y="5229762"/>
                <a:ext cx="51561" cy="93717"/>
              </a:xfrm>
              <a:custGeom>
                <a:avLst/>
                <a:gdLst>
                  <a:gd name="connsiteX0" fmla="*/ 51565 w 51561"/>
                  <a:gd name="connsiteY0" fmla="*/ 400 h 93717"/>
                  <a:gd name="connsiteX1" fmla="*/ 25785 w 51561"/>
                  <a:gd name="connsiteY1" fmla="*/ 94118 h 93717"/>
                  <a:gd name="connsiteX2" fmla="*/ 4 w 51561"/>
                  <a:gd name="connsiteY2" fmla="*/ 400 h 93717"/>
                  <a:gd name="connsiteX3" fmla="*/ 51565 w 51561"/>
                  <a:gd name="connsiteY3" fmla="*/ 400 h 9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561" h="93717">
                    <a:moveTo>
                      <a:pt x="51565" y="400"/>
                    </a:moveTo>
                    <a:lnTo>
                      <a:pt x="25785" y="94118"/>
                    </a:lnTo>
                    <a:lnTo>
                      <a:pt x="4" y="400"/>
                    </a:lnTo>
                    <a:lnTo>
                      <a:pt x="51565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73" name="Graphic 6">
              <a:extLst>
                <a:ext uri="{FF2B5EF4-FFF2-40B4-BE49-F238E27FC236}">
                  <a16:creationId xmlns:a16="http://schemas.microsoft.com/office/drawing/2014/main" id="{C0766CBE-4A7A-D535-298F-D20D67629E3D}"/>
                </a:ext>
              </a:extLst>
            </p:cNvPr>
            <p:cNvGrpSpPr/>
            <p:nvPr/>
          </p:nvGrpSpPr>
          <p:grpSpPr>
            <a:xfrm>
              <a:off x="7585690" y="5327351"/>
              <a:ext cx="627095" cy="337383"/>
              <a:chOff x="7585690" y="5327351"/>
              <a:chExt cx="627095" cy="337383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3B91F09-29CA-784C-E521-14D2355CB4C3}"/>
                  </a:ext>
                </a:extLst>
              </p:cNvPr>
              <p:cNvSpPr/>
              <p:nvPr/>
            </p:nvSpPr>
            <p:spPr>
              <a:xfrm>
                <a:off x="7626912" y="5327351"/>
                <a:ext cx="529413" cy="337383"/>
              </a:xfrm>
              <a:custGeom>
                <a:avLst/>
                <a:gdLst>
                  <a:gd name="connsiteX0" fmla="*/ 529418 w 529413"/>
                  <a:gd name="connsiteY0" fmla="*/ 169092 h 337383"/>
                  <a:gd name="connsiteX1" fmla="*/ 264711 w 529413"/>
                  <a:gd name="connsiteY1" fmla="*/ 337783 h 337383"/>
                  <a:gd name="connsiteX2" fmla="*/ 4 w 529413"/>
                  <a:gd name="connsiteY2" fmla="*/ 169092 h 337383"/>
                  <a:gd name="connsiteX3" fmla="*/ 264711 w 529413"/>
                  <a:gd name="connsiteY3" fmla="*/ 400 h 337383"/>
                  <a:gd name="connsiteX4" fmla="*/ 529418 w 529413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9413" h="337383">
                    <a:moveTo>
                      <a:pt x="529418" y="169092"/>
                    </a:moveTo>
                    <a:cubicBezTo>
                      <a:pt x="529418" y="262257"/>
                      <a:pt x="410905" y="337783"/>
                      <a:pt x="264711" y="337783"/>
                    </a:cubicBezTo>
                    <a:cubicBezTo>
                      <a:pt x="118517" y="337783"/>
                      <a:pt x="4" y="262257"/>
                      <a:pt x="4" y="169092"/>
                    </a:cubicBezTo>
                    <a:cubicBezTo>
                      <a:pt x="4" y="75926"/>
                      <a:pt x="118517" y="400"/>
                      <a:pt x="264711" y="400"/>
                    </a:cubicBezTo>
                    <a:cubicBezTo>
                      <a:pt x="410905" y="400"/>
                      <a:pt x="529418" y="75926"/>
                      <a:pt x="529418" y="169092"/>
                    </a:cubicBezTo>
                    <a:close/>
                  </a:path>
                </a:pathLst>
              </a:custGeom>
              <a:solidFill>
                <a:srgbClr val="FFFFE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F6B8B9A-40A4-77D8-79DC-5CCB8EC0DA7F}"/>
                  </a:ext>
                </a:extLst>
              </p:cNvPr>
              <p:cNvSpPr txBox="1"/>
              <p:nvPr/>
            </p:nvSpPr>
            <p:spPr>
              <a:xfrm>
                <a:off x="7585690" y="5367851"/>
                <a:ext cx="6270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option</a:t>
                </a:r>
              </a:p>
            </p:txBody>
          </p:sp>
        </p:grpSp>
        <p:grpSp>
          <p:nvGrpSpPr>
            <p:cNvPr id="76" name="Graphic 6">
              <a:extLst>
                <a:ext uri="{FF2B5EF4-FFF2-40B4-BE49-F238E27FC236}">
                  <a16:creationId xmlns:a16="http://schemas.microsoft.com/office/drawing/2014/main" id="{FDD64688-D337-3648-C924-1937C3B8A5D8}"/>
                </a:ext>
              </a:extLst>
            </p:cNvPr>
            <p:cNvGrpSpPr/>
            <p:nvPr/>
          </p:nvGrpSpPr>
          <p:grpSpPr>
            <a:xfrm>
              <a:off x="6938435" y="4932697"/>
              <a:ext cx="758635" cy="448363"/>
              <a:chOff x="6938435" y="4932697"/>
              <a:chExt cx="758635" cy="448363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B1C1BAA4-8439-D302-D47B-F88E567DA453}"/>
                  </a:ext>
                </a:extLst>
              </p:cNvPr>
              <p:cNvSpPr/>
              <p:nvPr/>
            </p:nvSpPr>
            <p:spPr>
              <a:xfrm>
                <a:off x="6938435" y="4932697"/>
                <a:ext cx="690435" cy="408055"/>
              </a:xfrm>
              <a:custGeom>
                <a:avLst/>
                <a:gdLst>
                  <a:gd name="connsiteX0" fmla="*/ 4 w 690435"/>
                  <a:gd name="connsiteY0" fmla="*/ 400 h 408055"/>
                  <a:gd name="connsiteX1" fmla="*/ 690439 w 690435"/>
                  <a:gd name="connsiteY1" fmla="*/ 408455 h 40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90435" h="408055">
                    <a:moveTo>
                      <a:pt x="4" y="400"/>
                    </a:moveTo>
                    <a:cubicBezTo>
                      <a:pt x="188357" y="111718"/>
                      <a:pt x="479472" y="283774"/>
                      <a:pt x="690439" y="408455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68ED07CF-356C-8B6B-3705-77596879A964}"/>
                  </a:ext>
                </a:extLst>
              </p:cNvPr>
              <p:cNvSpPr/>
              <p:nvPr/>
            </p:nvSpPr>
            <p:spPr>
              <a:xfrm>
                <a:off x="7619412" y="5311831"/>
                <a:ext cx="77658" cy="69229"/>
              </a:xfrm>
              <a:custGeom>
                <a:avLst/>
                <a:gdLst>
                  <a:gd name="connsiteX0" fmla="*/ 21726 w 77658"/>
                  <a:gd name="connsiteY0" fmla="*/ 400 h 69229"/>
                  <a:gd name="connsiteX1" fmla="*/ 77663 w 77658"/>
                  <a:gd name="connsiteY1" fmla="*/ 69629 h 69229"/>
                  <a:gd name="connsiteX2" fmla="*/ 4 w 77658"/>
                  <a:gd name="connsiteY2" fmla="*/ 59901 h 69229"/>
                  <a:gd name="connsiteX3" fmla="*/ 21726 w 77658"/>
                  <a:gd name="connsiteY3" fmla="*/ 400 h 69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658" h="69229">
                    <a:moveTo>
                      <a:pt x="21726" y="400"/>
                    </a:moveTo>
                    <a:lnTo>
                      <a:pt x="77663" y="69629"/>
                    </a:lnTo>
                    <a:lnTo>
                      <a:pt x="4" y="59901"/>
                    </a:lnTo>
                    <a:lnTo>
                      <a:pt x="21726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79" name="Graphic 6">
              <a:extLst>
                <a:ext uri="{FF2B5EF4-FFF2-40B4-BE49-F238E27FC236}">
                  <a16:creationId xmlns:a16="http://schemas.microsoft.com/office/drawing/2014/main" id="{70FE05A7-F371-8B75-7054-19A5BF2B22E8}"/>
                </a:ext>
              </a:extLst>
            </p:cNvPr>
            <p:cNvGrpSpPr/>
            <p:nvPr/>
          </p:nvGrpSpPr>
          <p:grpSpPr>
            <a:xfrm>
              <a:off x="4418353" y="6002117"/>
              <a:ext cx="774571" cy="337383"/>
              <a:chOff x="4418353" y="6002117"/>
              <a:chExt cx="774571" cy="337383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EB9A2DF-E203-FA5F-1604-AB3763A8A6DE}"/>
                  </a:ext>
                </a:extLst>
              </p:cNvPr>
              <p:cNvSpPr/>
              <p:nvPr/>
            </p:nvSpPr>
            <p:spPr>
              <a:xfrm>
                <a:off x="4450061" y="6002117"/>
                <a:ext cx="666297" cy="337383"/>
              </a:xfrm>
              <a:custGeom>
                <a:avLst/>
                <a:gdLst>
                  <a:gd name="connsiteX0" fmla="*/ 666301 w 666297"/>
                  <a:gd name="connsiteY0" fmla="*/ 169092 h 337383"/>
                  <a:gd name="connsiteX1" fmla="*/ 333153 w 666297"/>
                  <a:gd name="connsiteY1" fmla="*/ 337783 h 337383"/>
                  <a:gd name="connsiteX2" fmla="*/ 4 w 666297"/>
                  <a:gd name="connsiteY2" fmla="*/ 169092 h 337383"/>
                  <a:gd name="connsiteX3" fmla="*/ 333153 w 666297"/>
                  <a:gd name="connsiteY3" fmla="*/ 400 h 337383"/>
                  <a:gd name="connsiteX4" fmla="*/ 666301 w 666297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297" h="337383">
                    <a:moveTo>
                      <a:pt x="666301" y="169092"/>
                    </a:moveTo>
                    <a:cubicBezTo>
                      <a:pt x="666301" y="262257"/>
                      <a:pt x="517145" y="337783"/>
                      <a:pt x="333153" y="337783"/>
                    </a:cubicBezTo>
                    <a:cubicBezTo>
                      <a:pt x="149160" y="337783"/>
                      <a:pt x="4" y="262257"/>
                      <a:pt x="4" y="169092"/>
                    </a:cubicBezTo>
                    <a:cubicBezTo>
                      <a:pt x="4" y="75926"/>
                      <a:pt x="149160" y="400"/>
                      <a:pt x="333153" y="400"/>
                    </a:cubicBezTo>
                    <a:cubicBezTo>
                      <a:pt x="517145" y="400"/>
                      <a:pt x="666301" y="75926"/>
                      <a:pt x="666301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E3261EF-485D-8053-CEF4-F8C24B26928E}"/>
                  </a:ext>
                </a:extLst>
              </p:cNvPr>
              <p:cNvSpPr txBox="1"/>
              <p:nvPr/>
            </p:nvSpPr>
            <p:spPr>
              <a:xfrm>
                <a:off x="4418353" y="6042617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 dirty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boolexpr</a:t>
                </a:r>
              </a:p>
            </p:txBody>
          </p:sp>
        </p:grpSp>
        <p:grpSp>
          <p:nvGrpSpPr>
            <p:cNvPr id="82" name="Graphic 6">
              <a:extLst>
                <a:ext uri="{FF2B5EF4-FFF2-40B4-BE49-F238E27FC236}">
                  <a16:creationId xmlns:a16="http://schemas.microsoft.com/office/drawing/2014/main" id="{AD7EE984-6787-AF74-E399-C63775B4EA68}"/>
                </a:ext>
              </a:extLst>
            </p:cNvPr>
            <p:cNvGrpSpPr/>
            <p:nvPr/>
          </p:nvGrpSpPr>
          <p:grpSpPr>
            <a:xfrm>
              <a:off x="4955795" y="5630969"/>
              <a:ext cx="463858" cy="393450"/>
              <a:chOff x="4955795" y="5630969"/>
              <a:chExt cx="463858" cy="393450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1427EE0-CBE8-8B69-4405-A1515D4D10D0}"/>
                  </a:ext>
                </a:extLst>
              </p:cNvPr>
              <p:cNvSpPr/>
              <p:nvPr/>
            </p:nvSpPr>
            <p:spPr>
              <a:xfrm>
                <a:off x="5020398" y="5630969"/>
                <a:ext cx="399254" cy="338653"/>
              </a:xfrm>
              <a:custGeom>
                <a:avLst/>
                <a:gdLst>
                  <a:gd name="connsiteX0" fmla="*/ 399259 w 399254"/>
                  <a:gd name="connsiteY0" fmla="*/ 400 h 338653"/>
                  <a:gd name="connsiteX1" fmla="*/ 4 w 399254"/>
                  <a:gd name="connsiteY1" fmla="*/ 339054 h 338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9254" h="338653">
                    <a:moveTo>
                      <a:pt x="399259" y="400"/>
                    </a:moveTo>
                    <a:cubicBezTo>
                      <a:pt x="284969" y="97343"/>
                      <a:pt x="128957" y="229674"/>
                      <a:pt x="4" y="339054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99AB2B6-B41A-ADBF-0723-562472BD83DA}"/>
                  </a:ext>
                </a:extLst>
              </p:cNvPr>
              <p:cNvSpPr/>
              <p:nvPr/>
            </p:nvSpPr>
            <p:spPr>
              <a:xfrm>
                <a:off x="4955795" y="5945142"/>
                <a:ext cx="75588" cy="79277"/>
              </a:xfrm>
              <a:custGeom>
                <a:avLst/>
                <a:gdLst>
                  <a:gd name="connsiteX0" fmla="*/ 75593 w 75588"/>
                  <a:gd name="connsiteY0" fmla="*/ 54985 h 79277"/>
                  <a:gd name="connsiteX1" fmla="*/ 4 w 75588"/>
                  <a:gd name="connsiteY1" fmla="*/ 79677 h 79277"/>
                  <a:gd name="connsiteX2" fmla="*/ 46991 w 75588"/>
                  <a:gd name="connsiteY2" fmla="*/ 400 h 79277"/>
                  <a:gd name="connsiteX3" fmla="*/ 75593 w 75588"/>
                  <a:gd name="connsiteY3" fmla="*/ 54985 h 79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588" h="79277">
                    <a:moveTo>
                      <a:pt x="75593" y="54985"/>
                    </a:moveTo>
                    <a:lnTo>
                      <a:pt x="4" y="79677"/>
                    </a:lnTo>
                    <a:lnTo>
                      <a:pt x="46991" y="400"/>
                    </a:lnTo>
                    <a:lnTo>
                      <a:pt x="75593" y="54985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85" name="Graphic 6">
              <a:extLst>
                <a:ext uri="{FF2B5EF4-FFF2-40B4-BE49-F238E27FC236}">
                  <a16:creationId xmlns:a16="http://schemas.microsoft.com/office/drawing/2014/main" id="{F7C6B044-FB04-C56B-E8EF-DB64FD8C676D}"/>
                </a:ext>
              </a:extLst>
            </p:cNvPr>
            <p:cNvGrpSpPr/>
            <p:nvPr/>
          </p:nvGrpSpPr>
          <p:grpSpPr>
            <a:xfrm>
              <a:off x="5242767" y="6002117"/>
              <a:ext cx="700833" cy="337383"/>
              <a:chOff x="5242767" y="6002117"/>
              <a:chExt cx="700833" cy="337383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7275ACC-4323-F480-3D31-7ADA1CBD639F}"/>
                  </a:ext>
                </a:extLst>
              </p:cNvPr>
              <p:cNvSpPr/>
              <p:nvPr/>
            </p:nvSpPr>
            <p:spPr>
              <a:xfrm>
                <a:off x="5253914" y="6002117"/>
                <a:ext cx="649625" cy="337383"/>
              </a:xfrm>
              <a:custGeom>
                <a:avLst/>
                <a:gdLst>
                  <a:gd name="connsiteX0" fmla="*/ 649629 w 649625"/>
                  <a:gd name="connsiteY0" fmla="*/ 169092 h 337383"/>
                  <a:gd name="connsiteX1" fmla="*/ 324817 w 649625"/>
                  <a:gd name="connsiteY1" fmla="*/ 337783 h 337383"/>
                  <a:gd name="connsiteX2" fmla="*/ 4 w 649625"/>
                  <a:gd name="connsiteY2" fmla="*/ 169092 h 337383"/>
                  <a:gd name="connsiteX3" fmla="*/ 324817 w 649625"/>
                  <a:gd name="connsiteY3" fmla="*/ 400 h 337383"/>
                  <a:gd name="connsiteX4" fmla="*/ 649629 w 649625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625" h="337383">
                    <a:moveTo>
                      <a:pt x="649629" y="169092"/>
                    </a:moveTo>
                    <a:cubicBezTo>
                      <a:pt x="649629" y="262257"/>
                      <a:pt x="504206" y="337783"/>
                      <a:pt x="324817" y="337783"/>
                    </a:cubicBezTo>
                    <a:cubicBezTo>
                      <a:pt x="145428" y="337783"/>
                      <a:pt x="4" y="262257"/>
                      <a:pt x="4" y="169092"/>
                    </a:cubicBezTo>
                    <a:cubicBezTo>
                      <a:pt x="4" y="75926"/>
                      <a:pt x="145428" y="400"/>
                      <a:pt x="324817" y="400"/>
                    </a:cubicBezTo>
                    <a:cubicBezTo>
                      <a:pt x="504206" y="400"/>
                      <a:pt x="649629" y="75926"/>
                      <a:pt x="649629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1F6067D-9E20-CC1C-C922-045DC9E5ECBB}"/>
                  </a:ext>
                </a:extLst>
              </p:cNvPr>
              <p:cNvSpPr txBox="1"/>
              <p:nvPr/>
            </p:nvSpPr>
            <p:spPr>
              <a:xfrm>
                <a:off x="5242767" y="6042617"/>
                <a:ext cx="70083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assstmt</a:t>
                </a:r>
              </a:p>
            </p:txBody>
          </p:sp>
        </p:grpSp>
        <p:grpSp>
          <p:nvGrpSpPr>
            <p:cNvPr id="88" name="Graphic 6">
              <a:extLst>
                <a:ext uri="{FF2B5EF4-FFF2-40B4-BE49-F238E27FC236}">
                  <a16:creationId xmlns:a16="http://schemas.microsoft.com/office/drawing/2014/main" id="{B71FBA92-3358-1035-2F6F-2B658B33149C}"/>
                </a:ext>
              </a:extLst>
            </p:cNvPr>
            <p:cNvGrpSpPr/>
            <p:nvPr/>
          </p:nvGrpSpPr>
          <p:grpSpPr>
            <a:xfrm>
              <a:off x="5552946" y="5666314"/>
              <a:ext cx="51561" cy="331929"/>
              <a:chOff x="5552946" y="5666314"/>
              <a:chExt cx="51561" cy="331929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71534714-6C1C-E00A-F1D1-80C759900A87}"/>
                  </a:ext>
                </a:extLst>
              </p:cNvPr>
              <p:cNvSpPr/>
              <p:nvPr/>
            </p:nvSpPr>
            <p:spPr>
              <a:xfrm>
                <a:off x="5578727" y="5666314"/>
                <a:ext cx="7365" cy="238181"/>
              </a:xfrm>
              <a:custGeom>
                <a:avLst/>
                <a:gdLst>
                  <a:gd name="connsiteX0" fmla="*/ 4 w 7365"/>
                  <a:gd name="connsiteY0" fmla="*/ 400 h 238181"/>
                  <a:gd name="connsiteX1" fmla="*/ 4 w 7365"/>
                  <a:gd name="connsiteY1" fmla="*/ 238581 h 238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65" h="238181">
                    <a:moveTo>
                      <a:pt x="4" y="400"/>
                    </a:moveTo>
                    <a:cubicBezTo>
                      <a:pt x="4" y="72566"/>
                      <a:pt x="4" y="158381"/>
                      <a:pt x="4" y="238581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ED84D21C-C6FD-35A7-9887-C70770403094}"/>
                  </a:ext>
                </a:extLst>
              </p:cNvPr>
              <p:cNvSpPr/>
              <p:nvPr/>
            </p:nvSpPr>
            <p:spPr>
              <a:xfrm>
                <a:off x="5552946" y="5904526"/>
                <a:ext cx="51561" cy="93717"/>
              </a:xfrm>
              <a:custGeom>
                <a:avLst/>
                <a:gdLst>
                  <a:gd name="connsiteX0" fmla="*/ 51565 w 51561"/>
                  <a:gd name="connsiteY0" fmla="*/ 401 h 93717"/>
                  <a:gd name="connsiteX1" fmla="*/ 25785 w 51561"/>
                  <a:gd name="connsiteY1" fmla="*/ 94118 h 93717"/>
                  <a:gd name="connsiteX2" fmla="*/ 4 w 51561"/>
                  <a:gd name="connsiteY2" fmla="*/ 400 h 93717"/>
                  <a:gd name="connsiteX3" fmla="*/ 51565 w 51561"/>
                  <a:gd name="connsiteY3" fmla="*/ 401 h 9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561" h="93717">
                    <a:moveTo>
                      <a:pt x="51565" y="401"/>
                    </a:moveTo>
                    <a:lnTo>
                      <a:pt x="25785" y="94118"/>
                    </a:lnTo>
                    <a:lnTo>
                      <a:pt x="4" y="400"/>
                    </a:lnTo>
                    <a:lnTo>
                      <a:pt x="51565" y="401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91" name="Graphic 6">
              <a:extLst>
                <a:ext uri="{FF2B5EF4-FFF2-40B4-BE49-F238E27FC236}">
                  <a16:creationId xmlns:a16="http://schemas.microsoft.com/office/drawing/2014/main" id="{AF517724-1FD4-7BAA-2396-BFD3487D1205}"/>
                </a:ext>
              </a:extLst>
            </p:cNvPr>
            <p:cNvGrpSpPr/>
            <p:nvPr/>
          </p:nvGrpSpPr>
          <p:grpSpPr>
            <a:xfrm>
              <a:off x="6009387" y="6002117"/>
              <a:ext cx="774571" cy="337383"/>
              <a:chOff x="6009387" y="6002117"/>
              <a:chExt cx="774571" cy="337383"/>
            </a:xfrm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D0535F5F-57A1-6D0F-5132-736C0B31FC8E}"/>
                  </a:ext>
                </a:extLst>
              </p:cNvPr>
              <p:cNvSpPr/>
              <p:nvPr/>
            </p:nvSpPr>
            <p:spPr>
              <a:xfrm>
                <a:off x="6041095" y="6002117"/>
                <a:ext cx="666297" cy="337383"/>
              </a:xfrm>
              <a:custGeom>
                <a:avLst/>
                <a:gdLst>
                  <a:gd name="connsiteX0" fmla="*/ 666301 w 666297"/>
                  <a:gd name="connsiteY0" fmla="*/ 169092 h 337383"/>
                  <a:gd name="connsiteX1" fmla="*/ 333153 w 666297"/>
                  <a:gd name="connsiteY1" fmla="*/ 337783 h 337383"/>
                  <a:gd name="connsiteX2" fmla="*/ 4 w 666297"/>
                  <a:gd name="connsiteY2" fmla="*/ 169092 h 337383"/>
                  <a:gd name="connsiteX3" fmla="*/ 333153 w 666297"/>
                  <a:gd name="connsiteY3" fmla="*/ 400 h 337383"/>
                  <a:gd name="connsiteX4" fmla="*/ 666301 w 666297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297" h="337383">
                    <a:moveTo>
                      <a:pt x="666301" y="169092"/>
                    </a:moveTo>
                    <a:cubicBezTo>
                      <a:pt x="666301" y="262257"/>
                      <a:pt x="517146" y="337783"/>
                      <a:pt x="333153" y="337783"/>
                    </a:cubicBezTo>
                    <a:cubicBezTo>
                      <a:pt x="149160" y="337783"/>
                      <a:pt x="4" y="262257"/>
                      <a:pt x="4" y="169092"/>
                    </a:cubicBezTo>
                    <a:cubicBezTo>
                      <a:pt x="4" y="75926"/>
                      <a:pt x="149160" y="400"/>
                      <a:pt x="333153" y="400"/>
                    </a:cubicBezTo>
                    <a:cubicBezTo>
                      <a:pt x="517146" y="400"/>
                      <a:pt x="666301" y="75926"/>
                      <a:pt x="666301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E834175-51FB-B75D-1873-999ECEC2C5C2}"/>
                  </a:ext>
                </a:extLst>
              </p:cNvPr>
              <p:cNvSpPr txBox="1"/>
              <p:nvPr/>
            </p:nvSpPr>
            <p:spPr>
              <a:xfrm>
                <a:off x="6009387" y="6042617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boolexpr</a:t>
                </a:r>
              </a:p>
            </p:txBody>
          </p:sp>
        </p:grpSp>
        <p:grpSp>
          <p:nvGrpSpPr>
            <p:cNvPr id="94" name="Graphic 6">
              <a:extLst>
                <a:ext uri="{FF2B5EF4-FFF2-40B4-BE49-F238E27FC236}">
                  <a16:creationId xmlns:a16="http://schemas.microsoft.com/office/drawing/2014/main" id="{02098557-BA78-5232-79B8-BA446B4A2DB1}"/>
                </a:ext>
              </a:extLst>
            </p:cNvPr>
            <p:cNvGrpSpPr/>
            <p:nvPr/>
          </p:nvGrpSpPr>
          <p:grpSpPr>
            <a:xfrm>
              <a:off x="6465242" y="5655952"/>
              <a:ext cx="195638" cy="351405"/>
              <a:chOff x="6465242" y="5655952"/>
              <a:chExt cx="195638" cy="351405"/>
            </a:xfrm>
          </p:grpSpPr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67A6264E-307E-387D-BF16-379956E4E66D}"/>
                  </a:ext>
                </a:extLst>
              </p:cNvPr>
              <p:cNvSpPr/>
              <p:nvPr/>
            </p:nvSpPr>
            <p:spPr>
              <a:xfrm>
                <a:off x="6507950" y="5655952"/>
                <a:ext cx="152930" cy="274699"/>
              </a:xfrm>
              <a:custGeom>
                <a:avLst/>
                <a:gdLst>
                  <a:gd name="connsiteX0" fmla="*/ 152935 w 152930"/>
                  <a:gd name="connsiteY0" fmla="*/ 400 h 274699"/>
                  <a:gd name="connsiteX1" fmla="*/ 4 w 152930"/>
                  <a:gd name="connsiteY1" fmla="*/ 275099 h 274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2930" h="274699">
                    <a:moveTo>
                      <a:pt x="152935" y="400"/>
                    </a:moveTo>
                    <a:cubicBezTo>
                      <a:pt x="107288" y="82388"/>
                      <a:pt x="50763" y="183922"/>
                      <a:pt x="4" y="275099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16A0020-4054-E118-3D32-8527A74D163E}"/>
                  </a:ext>
                </a:extLst>
              </p:cNvPr>
              <p:cNvSpPr/>
              <p:nvPr/>
            </p:nvSpPr>
            <p:spPr>
              <a:xfrm>
                <a:off x="6465242" y="5911923"/>
                <a:ext cx="63612" cy="95435"/>
              </a:xfrm>
              <a:custGeom>
                <a:avLst/>
                <a:gdLst>
                  <a:gd name="connsiteX0" fmla="*/ 63616 w 63612"/>
                  <a:gd name="connsiteY0" fmla="*/ 38319 h 95435"/>
                  <a:gd name="connsiteX1" fmla="*/ 4 w 63612"/>
                  <a:gd name="connsiteY1" fmla="*/ 95835 h 95435"/>
                  <a:gd name="connsiteX2" fmla="*/ 21542 w 63612"/>
                  <a:gd name="connsiteY2" fmla="*/ 400 h 95435"/>
                  <a:gd name="connsiteX3" fmla="*/ 63616 w 63612"/>
                  <a:gd name="connsiteY3" fmla="*/ 38319 h 95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12" h="95435">
                    <a:moveTo>
                      <a:pt x="63616" y="38319"/>
                    </a:moveTo>
                    <a:lnTo>
                      <a:pt x="4" y="95835"/>
                    </a:lnTo>
                    <a:lnTo>
                      <a:pt x="21542" y="400"/>
                    </a:lnTo>
                    <a:lnTo>
                      <a:pt x="63616" y="38319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97" name="Graphic 6">
              <a:extLst>
                <a:ext uri="{FF2B5EF4-FFF2-40B4-BE49-F238E27FC236}">
                  <a16:creationId xmlns:a16="http://schemas.microsoft.com/office/drawing/2014/main" id="{03E7CD2D-4151-96A3-C342-242A95877CEA}"/>
                </a:ext>
              </a:extLst>
            </p:cNvPr>
            <p:cNvGrpSpPr/>
            <p:nvPr/>
          </p:nvGrpSpPr>
          <p:grpSpPr>
            <a:xfrm>
              <a:off x="6797539" y="6002117"/>
              <a:ext cx="700833" cy="337383"/>
              <a:chOff x="6797539" y="6002117"/>
              <a:chExt cx="700833" cy="337383"/>
            </a:xfrm>
          </p:grpSpPr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3773D832-BE12-A241-A256-33B5BEAA089B}"/>
                  </a:ext>
                </a:extLst>
              </p:cNvPr>
              <p:cNvSpPr/>
              <p:nvPr/>
            </p:nvSpPr>
            <p:spPr>
              <a:xfrm>
                <a:off x="6842429" y="6002117"/>
                <a:ext cx="581005" cy="337383"/>
              </a:xfrm>
              <a:custGeom>
                <a:avLst/>
                <a:gdLst>
                  <a:gd name="connsiteX0" fmla="*/ 581010 w 581005"/>
                  <a:gd name="connsiteY0" fmla="*/ 169092 h 337383"/>
                  <a:gd name="connsiteX1" fmla="*/ 290507 w 581005"/>
                  <a:gd name="connsiteY1" fmla="*/ 337783 h 337383"/>
                  <a:gd name="connsiteX2" fmla="*/ 4 w 581005"/>
                  <a:gd name="connsiteY2" fmla="*/ 169092 h 337383"/>
                  <a:gd name="connsiteX3" fmla="*/ 290507 w 581005"/>
                  <a:gd name="connsiteY3" fmla="*/ 400 h 337383"/>
                  <a:gd name="connsiteX4" fmla="*/ 581010 w 581005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005" h="337383">
                    <a:moveTo>
                      <a:pt x="581010" y="169092"/>
                    </a:moveTo>
                    <a:cubicBezTo>
                      <a:pt x="581010" y="262257"/>
                      <a:pt x="450947" y="337783"/>
                      <a:pt x="290507" y="337783"/>
                    </a:cubicBezTo>
                    <a:cubicBezTo>
                      <a:pt x="130067" y="337783"/>
                      <a:pt x="4" y="262257"/>
                      <a:pt x="4" y="169092"/>
                    </a:cubicBezTo>
                    <a:cubicBezTo>
                      <a:pt x="4" y="75926"/>
                      <a:pt x="130067" y="400"/>
                      <a:pt x="290507" y="400"/>
                    </a:cubicBezTo>
                    <a:cubicBezTo>
                      <a:pt x="450947" y="400"/>
                      <a:pt x="581010" y="75926"/>
                      <a:pt x="581010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7D3CAC-AFA5-9743-1632-39B43C058900}"/>
                  </a:ext>
                </a:extLst>
              </p:cNvPr>
              <p:cNvSpPr txBox="1"/>
              <p:nvPr/>
            </p:nvSpPr>
            <p:spPr>
              <a:xfrm>
                <a:off x="6797539" y="6042617"/>
                <a:ext cx="70083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assstmt</a:t>
                </a:r>
              </a:p>
            </p:txBody>
          </p:sp>
        </p:grpSp>
        <p:grpSp>
          <p:nvGrpSpPr>
            <p:cNvPr id="100" name="Graphic 6">
              <a:extLst>
                <a:ext uri="{FF2B5EF4-FFF2-40B4-BE49-F238E27FC236}">
                  <a16:creationId xmlns:a16="http://schemas.microsoft.com/office/drawing/2014/main" id="{B13A297E-62DD-CFD4-9473-06BA8ABE8C8F}"/>
                </a:ext>
              </a:extLst>
            </p:cNvPr>
            <p:cNvGrpSpPr/>
            <p:nvPr/>
          </p:nvGrpSpPr>
          <p:grpSpPr>
            <a:xfrm>
              <a:off x="6840675" y="5655952"/>
              <a:ext cx="199475" cy="351405"/>
              <a:chOff x="6840675" y="5655952"/>
              <a:chExt cx="199475" cy="351405"/>
            </a:xfrm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9E9FC408-20DA-4153-FA4B-D7D2A2DBB545}"/>
                  </a:ext>
                </a:extLst>
              </p:cNvPr>
              <p:cNvSpPr/>
              <p:nvPr/>
            </p:nvSpPr>
            <p:spPr>
              <a:xfrm>
                <a:off x="6840675" y="5655952"/>
                <a:ext cx="155935" cy="274699"/>
              </a:xfrm>
              <a:custGeom>
                <a:avLst/>
                <a:gdLst>
                  <a:gd name="connsiteX0" fmla="*/ 4 w 155935"/>
                  <a:gd name="connsiteY0" fmla="*/ 400 h 274699"/>
                  <a:gd name="connsiteX1" fmla="*/ 155940 w 155935"/>
                  <a:gd name="connsiteY1" fmla="*/ 275099 h 274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5935" h="274699">
                    <a:moveTo>
                      <a:pt x="4" y="400"/>
                    </a:moveTo>
                    <a:cubicBezTo>
                      <a:pt x="46549" y="82388"/>
                      <a:pt x="104180" y="183922"/>
                      <a:pt x="155940" y="275099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A750E96-E3DA-348C-74D2-F4375A11CD52}"/>
                  </a:ext>
                </a:extLst>
              </p:cNvPr>
              <p:cNvSpPr/>
              <p:nvPr/>
            </p:nvSpPr>
            <p:spPr>
              <a:xfrm>
                <a:off x="6976126" y="5912179"/>
                <a:ext cx="64024" cy="95179"/>
              </a:xfrm>
              <a:custGeom>
                <a:avLst/>
                <a:gdLst>
                  <a:gd name="connsiteX0" fmla="*/ 41798 w 64024"/>
                  <a:gd name="connsiteY0" fmla="*/ 400 h 95179"/>
                  <a:gd name="connsiteX1" fmla="*/ 64029 w 64024"/>
                  <a:gd name="connsiteY1" fmla="*/ 95579 h 95179"/>
                  <a:gd name="connsiteX2" fmla="*/ 4 w 64024"/>
                  <a:gd name="connsiteY2" fmla="*/ 38809 h 95179"/>
                  <a:gd name="connsiteX3" fmla="*/ 41798 w 64024"/>
                  <a:gd name="connsiteY3" fmla="*/ 400 h 95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024" h="95179">
                    <a:moveTo>
                      <a:pt x="41798" y="400"/>
                    </a:moveTo>
                    <a:lnTo>
                      <a:pt x="64029" y="95579"/>
                    </a:lnTo>
                    <a:lnTo>
                      <a:pt x="4" y="38809"/>
                    </a:lnTo>
                    <a:lnTo>
                      <a:pt x="41798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103" name="Graphic 6">
              <a:extLst>
                <a:ext uri="{FF2B5EF4-FFF2-40B4-BE49-F238E27FC236}">
                  <a16:creationId xmlns:a16="http://schemas.microsoft.com/office/drawing/2014/main" id="{564DAFB9-01AD-B9C1-96D3-8F8CFC308F0D}"/>
                </a:ext>
              </a:extLst>
            </p:cNvPr>
            <p:cNvGrpSpPr/>
            <p:nvPr/>
          </p:nvGrpSpPr>
          <p:grpSpPr>
            <a:xfrm>
              <a:off x="7526763" y="6002117"/>
              <a:ext cx="774571" cy="337383"/>
              <a:chOff x="7526763" y="6002117"/>
              <a:chExt cx="774571" cy="337383"/>
            </a:xfrm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E445B02-4C1C-D03B-4CA4-B34ADD2BFBB6}"/>
                  </a:ext>
                </a:extLst>
              </p:cNvPr>
              <p:cNvSpPr/>
              <p:nvPr/>
            </p:nvSpPr>
            <p:spPr>
              <a:xfrm>
                <a:off x="7558471" y="6002117"/>
                <a:ext cx="666297" cy="337383"/>
              </a:xfrm>
              <a:custGeom>
                <a:avLst/>
                <a:gdLst>
                  <a:gd name="connsiteX0" fmla="*/ 666301 w 666297"/>
                  <a:gd name="connsiteY0" fmla="*/ 169092 h 337383"/>
                  <a:gd name="connsiteX1" fmla="*/ 333153 w 666297"/>
                  <a:gd name="connsiteY1" fmla="*/ 337783 h 337383"/>
                  <a:gd name="connsiteX2" fmla="*/ 4 w 666297"/>
                  <a:gd name="connsiteY2" fmla="*/ 169092 h 337383"/>
                  <a:gd name="connsiteX3" fmla="*/ 333153 w 666297"/>
                  <a:gd name="connsiteY3" fmla="*/ 400 h 337383"/>
                  <a:gd name="connsiteX4" fmla="*/ 666301 w 666297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297" h="337383">
                    <a:moveTo>
                      <a:pt x="666301" y="169092"/>
                    </a:moveTo>
                    <a:cubicBezTo>
                      <a:pt x="666301" y="262257"/>
                      <a:pt x="517146" y="337783"/>
                      <a:pt x="333153" y="337783"/>
                    </a:cubicBezTo>
                    <a:cubicBezTo>
                      <a:pt x="149160" y="337783"/>
                      <a:pt x="4" y="262257"/>
                      <a:pt x="4" y="169092"/>
                    </a:cubicBezTo>
                    <a:cubicBezTo>
                      <a:pt x="4" y="75926"/>
                      <a:pt x="149160" y="400"/>
                      <a:pt x="333153" y="400"/>
                    </a:cubicBezTo>
                    <a:cubicBezTo>
                      <a:pt x="517146" y="400"/>
                      <a:pt x="666301" y="75926"/>
                      <a:pt x="666301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377A8AE-69A0-EBAC-60D8-FE6D96874B69}"/>
                  </a:ext>
                </a:extLst>
              </p:cNvPr>
              <p:cNvSpPr txBox="1"/>
              <p:nvPr/>
            </p:nvSpPr>
            <p:spPr>
              <a:xfrm>
                <a:off x="7526763" y="6042617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boolexpr</a:t>
                </a:r>
              </a:p>
            </p:txBody>
          </p:sp>
        </p:grpSp>
        <p:grpSp>
          <p:nvGrpSpPr>
            <p:cNvPr id="106" name="Graphic 6">
              <a:extLst>
                <a:ext uri="{FF2B5EF4-FFF2-40B4-BE49-F238E27FC236}">
                  <a16:creationId xmlns:a16="http://schemas.microsoft.com/office/drawing/2014/main" id="{EEE2D085-91B1-1672-5C46-9C91D203F464}"/>
                </a:ext>
              </a:extLst>
            </p:cNvPr>
            <p:cNvGrpSpPr/>
            <p:nvPr/>
          </p:nvGrpSpPr>
          <p:grpSpPr>
            <a:xfrm>
              <a:off x="7865839" y="5666314"/>
              <a:ext cx="51561" cy="331929"/>
              <a:chOff x="7865839" y="5666314"/>
              <a:chExt cx="51561" cy="331929"/>
            </a:xfrm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B5894D39-A8BD-7EF5-D925-EEB11444EC15}"/>
                  </a:ext>
                </a:extLst>
              </p:cNvPr>
              <p:cNvSpPr/>
              <p:nvPr/>
            </p:nvSpPr>
            <p:spPr>
              <a:xfrm>
                <a:off x="7891619" y="5666314"/>
                <a:ext cx="7365" cy="238181"/>
              </a:xfrm>
              <a:custGeom>
                <a:avLst/>
                <a:gdLst>
                  <a:gd name="connsiteX0" fmla="*/ 4 w 7365"/>
                  <a:gd name="connsiteY0" fmla="*/ 400 h 238181"/>
                  <a:gd name="connsiteX1" fmla="*/ 4 w 7365"/>
                  <a:gd name="connsiteY1" fmla="*/ 238581 h 238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65" h="238181">
                    <a:moveTo>
                      <a:pt x="4" y="400"/>
                    </a:moveTo>
                    <a:cubicBezTo>
                      <a:pt x="4" y="72566"/>
                      <a:pt x="4" y="158381"/>
                      <a:pt x="4" y="238581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A464667E-C11A-21CF-7BEB-9F12ECF7D59D}"/>
                  </a:ext>
                </a:extLst>
              </p:cNvPr>
              <p:cNvSpPr/>
              <p:nvPr/>
            </p:nvSpPr>
            <p:spPr>
              <a:xfrm>
                <a:off x="7865839" y="5904526"/>
                <a:ext cx="51561" cy="93717"/>
              </a:xfrm>
              <a:custGeom>
                <a:avLst/>
                <a:gdLst>
                  <a:gd name="connsiteX0" fmla="*/ 51565 w 51561"/>
                  <a:gd name="connsiteY0" fmla="*/ 401 h 93717"/>
                  <a:gd name="connsiteX1" fmla="*/ 25785 w 51561"/>
                  <a:gd name="connsiteY1" fmla="*/ 94118 h 93717"/>
                  <a:gd name="connsiteX2" fmla="*/ 4 w 51561"/>
                  <a:gd name="connsiteY2" fmla="*/ 400 h 93717"/>
                  <a:gd name="connsiteX3" fmla="*/ 51565 w 51561"/>
                  <a:gd name="connsiteY3" fmla="*/ 401 h 9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561" h="93717">
                    <a:moveTo>
                      <a:pt x="51565" y="401"/>
                    </a:moveTo>
                    <a:lnTo>
                      <a:pt x="25785" y="94118"/>
                    </a:lnTo>
                    <a:lnTo>
                      <a:pt x="4" y="400"/>
                    </a:lnTo>
                    <a:lnTo>
                      <a:pt x="51565" y="401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109" name="Graphic 6">
              <a:extLst>
                <a:ext uri="{FF2B5EF4-FFF2-40B4-BE49-F238E27FC236}">
                  <a16:creationId xmlns:a16="http://schemas.microsoft.com/office/drawing/2014/main" id="{683A9826-DF1E-DF19-87D8-D647A6C68228}"/>
                </a:ext>
              </a:extLst>
            </p:cNvPr>
            <p:cNvGrpSpPr/>
            <p:nvPr/>
          </p:nvGrpSpPr>
          <p:grpSpPr>
            <a:xfrm>
              <a:off x="8314914" y="6002117"/>
              <a:ext cx="774571" cy="337383"/>
              <a:chOff x="8314914" y="6002117"/>
              <a:chExt cx="774571" cy="337383"/>
            </a:xfrm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83E220C3-B41D-DEAE-4849-F337FD26EDC3}"/>
                  </a:ext>
                </a:extLst>
              </p:cNvPr>
              <p:cNvSpPr/>
              <p:nvPr/>
            </p:nvSpPr>
            <p:spPr>
              <a:xfrm>
                <a:off x="8359084" y="6002117"/>
                <a:ext cx="641373" cy="337383"/>
              </a:xfrm>
              <a:custGeom>
                <a:avLst/>
                <a:gdLst>
                  <a:gd name="connsiteX0" fmla="*/ 641378 w 641373"/>
                  <a:gd name="connsiteY0" fmla="*/ 169092 h 337383"/>
                  <a:gd name="connsiteX1" fmla="*/ 320691 w 641373"/>
                  <a:gd name="connsiteY1" fmla="*/ 337783 h 337383"/>
                  <a:gd name="connsiteX2" fmla="*/ 4 w 641373"/>
                  <a:gd name="connsiteY2" fmla="*/ 169092 h 337383"/>
                  <a:gd name="connsiteX3" fmla="*/ 320691 w 641373"/>
                  <a:gd name="connsiteY3" fmla="*/ 400 h 337383"/>
                  <a:gd name="connsiteX4" fmla="*/ 641378 w 641373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1373" h="337383">
                    <a:moveTo>
                      <a:pt x="641378" y="169092"/>
                    </a:moveTo>
                    <a:cubicBezTo>
                      <a:pt x="641378" y="262257"/>
                      <a:pt x="497801" y="337783"/>
                      <a:pt x="320691" y="337783"/>
                    </a:cubicBezTo>
                    <a:cubicBezTo>
                      <a:pt x="143580" y="337783"/>
                      <a:pt x="4" y="262257"/>
                      <a:pt x="4" y="169092"/>
                    </a:cubicBezTo>
                    <a:cubicBezTo>
                      <a:pt x="4" y="75926"/>
                      <a:pt x="143581" y="400"/>
                      <a:pt x="320691" y="400"/>
                    </a:cubicBezTo>
                    <a:cubicBezTo>
                      <a:pt x="497802" y="400"/>
                      <a:pt x="641378" y="75926"/>
                      <a:pt x="641378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27635B7-1931-9714-896A-1F28D00720D4}"/>
                  </a:ext>
                </a:extLst>
              </p:cNvPr>
              <p:cNvSpPr txBox="1"/>
              <p:nvPr/>
            </p:nvSpPr>
            <p:spPr>
              <a:xfrm>
                <a:off x="8314914" y="6042617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skipstmt</a:t>
                </a:r>
              </a:p>
            </p:txBody>
          </p:sp>
        </p:grpSp>
        <p:grpSp>
          <p:nvGrpSpPr>
            <p:cNvPr id="112" name="Graphic 6">
              <a:extLst>
                <a:ext uri="{FF2B5EF4-FFF2-40B4-BE49-F238E27FC236}">
                  <a16:creationId xmlns:a16="http://schemas.microsoft.com/office/drawing/2014/main" id="{7232DD68-4F1B-FEBB-F3F8-AD3AA34DB574}"/>
                </a:ext>
              </a:extLst>
            </p:cNvPr>
            <p:cNvGrpSpPr/>
            <p:nvPr/>
          </p:nvGrpSpPr>
          <p:grpSpPr>
            <a:xfrm>
              <a:off x="8051113" y="5632591"/>
              <a:ext cx="458490" cy="392529"/>
              <a:chOff x="8051113" y="5632591"/>
              <a:chExt cx="458490" cy="392529"/>
            </a:xfrm>
          </p:grpSpPr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A0720D72-814A-25AD-B4BB-77B48EA2E024}"/>
                  </a:ext>
                </a:extLst>
              </p:cNvPr>
              <p:cNvSpPr/>
              <p:nvPr/>
            </p:nvSpPr>
            <p:spPr>
              <a:xfrm>
                <a:off x="8051113" y="5632591"/>
                <a:ext cx="394745" cy="337957"/>
              </a:xfrm>
              <a:custGeom>
                <a:avLst/>
                <a:gdLst>
                  <a:gd name="connsiteX0" fmla="*/ 4 w 394745"/>
                  <a:gd name="connsiteY0" fmla="*/ 400 h 337957"/>
                  <a:gd name="connsiteX1" fmla="*/ 394750 w 394745"/>
                  <a:gd name="connsiteY1" fmla="*/ 338358 h 33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4745" h="337957">
                    <a:moveTo>
                      <a:pt x="4" y="400"/>
                    </a:moveTo>
                    <a:cubicBezTo>
                      <a:pt x="113380" y="97468"/>
                      <a:pt x="267496" y="229408"/>
                      <a:pt x="394750" y="338358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282501B1-63FA-6DAD-CED7-9D4CB3F1AD8A}"/>
                  </a:ext>
                </a:extLst>
              </p:cNvPr>
              <p:cNvSpPr/>
              <p:nvPr/>
            </p:nvSpPr>
            <p:spPr>
              <a:xfrm>
                <a:off x="8434096" y="5945587"/>
                <a:ext cx="75508" cy="79533"/>
              </a:xfrm>
              <a:custGeom>
                <a:avLst/>
                <a:gdLst>
                  <a:gd name="connsiteX0" fmla="*/ 28790 w 75508"/>
                  <a:gd name="connsiteY0" fmla="*/ 400 h 79533"/>
                  <a:gd name="connsiteX1" fmla="*/ 75512 w 75508"/>
                  <a:gd name="connsiteY1" fmla="*/ 79933 h 79533"/>
                  <a:gd name="connsiteX2" fmla="*/ 4 w 75508"/>
                  <a:gd name="connsiteY2" fmla="*/ 54827 h 79533"/>
                  <a:gd name="connsiteX3" fmla="*/ 28790 w 75508"/>
                  <a:gd name="connsiteY3" fmla="*/ 400 h 79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508" h="79533">
                    <a:moveTo>
                      <a:pt x="28790" y="400"/>
                    </a:moveTo>
                    <a:lnTo>
                      <a:pt x="75512" y="79933"/>
                    </a:lnTo>
                    <a:lnTo>
                      <a:pt x="4" y="54827"/>
                    </a:lnTo>
                    <a:lnTo>
                      <a:pt x="28790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115" name="Graphic 6">
              <a:extLst>
                <a:ext uri="{FF2B5EF4-FFF2-40B4-BE49-F238E27FC236}">
                  <a16:creationId xmlns:a16="http://schemas.microsoft.com/office/drawing/2014/main" id="{2D62E41E-24EF-6FC6-C059-83916647D7ED}"/>
                </a:ext>
              </a:extLst>
            </p:cNvPr>
            <p:cNvGrpSpPr/>
            <p:nvPr/>
          </p:nvGrpSpPr>
          <p:grpSpPr>
            <a:xfrm>
              <a:off x="7106906" y="4652585"/>
              <a:ext cx="774571" cy="337383"/>
              <a:chOff x="7106906" y="4652585"/>
              <a:chExt cx="774571" cy="337383"/>
            </a:xfrm>
          </p:grpSpPr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7D3D7AE-A8DF-AD3D-B946-67CE4ECDC19F}"/>
                  </a:ext>
                </a:extLst>
              </p:cNvPr>
              <p:cNvSpPr/>
              <p:nvPr/>
            </p:nvSpPr>
            <p:spPr>
              <a:xfrm>
                <a:off x="7151706" y="4652585"/>
                <a:ext cx="640114" cy="337383"/>
              </a:xfrm>
              <a:custGeom>
                <a:avLst/>
                <a:gdLst>
                  <a:gd name="connsiteX0" fmla="*/ 640118 w 640114"/>
                  <a:gd name="connsiteY0" fmla="*/ 169092 h 337383"/>
                  <a:gd name="connsiteX1" fmla="*/ 320061 w 640114"/>
                  <a:gd name="connsiteY1" fmla="*/ 337783 h 337383"/>
                  <a:gd name="connsiteX2" fmla="*/ 4 w 640114"/>
                  <a:gd name="connsiteY2" fmla="*/ 169092 h 337383"/>
                  <a:gd name="connsiteX3" fmla="*/ 320061 w 640114"/>
                  <a:gd name="connsiteY3" fmla="*/ 400 h 337383"/>
                  <a:gd name="connsiteX4" fmla="*/ 640118 w 640114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0114" h="337383">
                    <a:moveTo>
                      <a:pt x="640118" y="169092"/>
                    </a:moveTo>
                    <a:cubicBezTo>
                      <a:pt x="640118" y="262257"/>
                      <a:pt x="496824" y="337783"/>
                      <a:pt x="320061" y="337783"/>
                    </a:cubicBezTo>
                    <a:cubicBezTo>
                      <a:pt x="143298" y="337783"/>
                      <a:pt x="4" y="262257"/>
                      <a:pt x="4" y="169092"/>
                    </a:cubicBezTo>
                    <a:cubicBezTo>
                      <a:pt x="4" y="75926"/>
                      <a:pt x="143298" y="400"/>
                      <a:pt x="320061" y="400"/>
                    </a:cubicBezTo>
                    <a:cubicBezTo>
                      <a:pt x="496824" y="400"/>
                      <a:pt x="640118" y="75926"/>
                      <a:pt x="640118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A127B5E-93D9-8617-0221-D8893B808B46}"/>
                  </a:ext>
                </a:extLst>
              </p:cNvPr>
              <p:cNvSpPr txBox="1"/>
              <p:nvPr/>
            </p:nvSpPr>
            <p:spPr>
              <a:xfrm>
                <a:off x="7106906" y="4693085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asssstmt</a:t>
                </a:r>
              </a:p>
            </p:txBody>
          </p:sp>
        </p:grpSp>
        <p:grpSp>
          <p:nvGrpSpPr>
            <p:cNvPr id="118" name="Graphic 6">
              <a:extLst>
                <a:ext uri="{FF2B5EF4-FFF2-40B4-BE49-F238E27FC236}">
                  <a16:creationId xmlns:a16="http://schemas.microsoft.com/office/drawing/2014/main" id="{8144AEA7-FA4E-12A5-A4C2-21DEDEA9FBC1}"/>
                </a:ext>
              </a:extLst>
            </p:cNvPr>
            <p:cNvGrpSpPr/>
            <p:nvPr/>
          </p:nvGrpSpPr>
          <p:grpSpPr>
            <a:xfrm>
              <a:off x="7574230" y="4309850"/>
              <a:ext cx="221337" cy="349585"/>
              <a:chOff x="7574230" y="4309850"/>
              <a:chExt cx="221337" cy="349585"/>
            </a:xfrm>
          </p:grpSpPr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F12358D-22EA-F37C-65D7-AA96EA08F0F1}"/>
                  </a:ext>
                </a:extLst>
              </p:cNvPr>
              <p:cNvSpPr/>
              <p:nvPr/>
            </p:nvSpPr>
            <p:spPr>
              <a:xfrm>
                <a:off x="7620665" y="4309850"/>
                <a:ext cx="174903" cy="276251"/>
              </a:xfrm>
              <a:custGeom>
                <a:avLst/>
                <a:gdLst>
                  <a:gd name="connsiteX0" fmla="*/ 174907 w 174903"/>
                  <a:gd name="connsiteY0" fmla="*/ 400 h 276251"/>
                  <a:gd name="connsiteX1" fmla="*/ 4 w 174903"/>
                  <a:gd name="connsiteY1" fmla="*/ 276651 h 276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4903" h="276251">
                    <a:moveTo>
                      <a:pt x="174907" y="400"/>
                    </a:moveTo>
                    <a:cubicBezTo>
                      <a:pt x="122433" y="83284"/>
                      <a:pt x="57738" y="185464"/>
                      <a:pt x="4" y="276651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AF086F4D-19D6-A0C9-5FEC-12B987824FB0}"/>
                  </a:ext>
                </a:extLst>
              </p:cNvPr>
              <p:cNvSpPr/>
              <p:nvPr/>
            </p:nvSpPr>
            <p:spPr>
              <a:xfrm>
                <a:off x="7574230" y="4565877"/>
                <a:ext cx="66285" cy="93558"/>
              </a:xfrm>
              <a:custGeom>
                <a:avLst/>
                <a:gdLst>
                  <a:gd name="connsiteX0" fmla="*/ 66290 w 66285"/>
                  <a:gd name="connsiteY0" fmla="*/ 41551 h 93558"/>
                  <a:gd name="connsiteX1" fmla="*/ 4 w 66285"/>
                  <a:gd name="connsiteY1" fmla="*/ 93958 h 93558"/>
                  <a:gd name="connsiteX2" fmla="*/ 26138 w 66285"/>
                  <a:gd name="connsiteY2" fmla="*/ 400 h 93558"/>
                  <a:gd name="connsiteX3" fmla="*/ 66290 w 66285"/>
                  <a:gd name="connsiteY3" fmla="*/ 41551 h 93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285" h="93558">
                    <a:moveTo>
                      <a:pt x="66290" y="41551"/>
                    </a:moveTo>
                    <a:lnTo>
                      <a:pt x="4" y="93958"/>
                    </a:lnTo>
                    <a:lnTo>
                      <a:pt x="26138" y="400"/>
                    </a:lnTo>
                    <a:lnTo>
                      <a:pt x="66290" y="41551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grpSp>
          <p:nvGrpSpPr>
            <p:cNvPr id="121" name="Graphic 6">
              <a:extLst>
                <a:ext uri="{FF2B5EF4-FFF2-40B4-BE49-F238E27FC236}">
                  <a16:creationId xmlns:a16="http://schemas.microsoft.com/office/drawing/2014/main" id="{59393DD7-E9D5-6E73-5E1A-31D4C6CF7C4E}"/>
                </a:ext>
              </a:extLst>
            </p:cNvPr>
            <p:cNvGrpSpPr/>
            <p:nvPr/>
          </p:nvGrpSpPr>
          <p:grpSpPr>
            <a:xfrm>
              <a:off x="7872960" y="4652585"/>
              <a:ext cx="774571" cy="337383"/>
              <a:chOff x="7872960" y="4652585"/>
              <a:chExt cx="774571" cy="337383"/>
            </a:xfrm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BEF22ED-B757-AE0D-740C-CA0CA4F1EF6F}"/>
                  </a:ext>
                </a:extLst>
              </p:cNvPr>
              <p:cNvSpPr/>
              <p:nvPr/>
            </p:nvSpPr>
            <p:spPr>
              <a:xfrm>
                <a:off x="7917759" y="4652585"/>
                <a:ext cx="640114" cy="337383"/>
              </a:xfrm>
              <a:custGeom>
                <a:avLst/>
                <a:gdLst>
                  <a:gd name="connsiteX0" fmla="*/ 640118 w 640114"/>
                  <a:gd name="connsiteY0" fmla="*/ 169092 h 337383"/>
                  <a:gd name="connsiteX1" fmla="*/ 320061 w 640114"/>
                  <a:gd name="connsiteY1" fmla="*/ 337783 h 337383"/>
                  <a:gd name="connsiteX2" fmla="*/ 4 w 640114"/>
                  <a:gd name="connsiteY2" fmla="*/ 169092 h 337383"/>
                  <a:gd name="connsiteX3" fmla="*/ 320061 w 640114"/>
                  <a:gd name="connsiteY3" fmla="*/ 400 h 337383"/>
                  <a:gd name="connsiteX4" fmla="*/ 640118 w 640114"/>
                  <a:gd name="connsiteY4" fmla="*/ 169092 h 337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0114" h="337383">
                    <a:moveTo>
                      <a:pt x="640118" y="169092"/>
                    </a:moveTo>
                    <a:cubicBezTo>
                      <a:pt x="640118" y="262257"/>
                      <a:pt x="496824" y="337783"/>
                      <a:pt x="320061" y="337783"/>
                    </a:cubicBezTo>
                    <a:cubicBezTo>
                      <a:pt x="143299" y="337783"/>
                      <a:pt x="4" y="262257"/>
                      <a:pt x="4" y="169092"/>
                    </a:cubicBezTo>
                    <a:cubicBezTo>
                      <a:pt x="4" y="75926"/>
                      <a:pt x="143299" y="400"/>
                      <a:pt x="320061" y="400"/>
                    </a:cubicBezTo>
                    <a:cubicBezTo>
                      <a:pt x="496824" y="400"/>
                      <a:pt x="640118" y="75926"/>
                      <a:pt x="640118" y="169092"/>
                    </a:cubicBezTo>
                    <a:close/>
                  </a:path>
                </a:pathLst>
              </a:custGeom>
              <a:solidFill>
                <a:srgbClr val="D3D3D3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9892CB9-DFF9-A0C6-C8BE-7A5154607D02}"/>
                  </a:ext>
                </a:extLst>
              </p:cNvPr>
              <p:cNvSpPr txBox="1"/>
              <p:nvPr/>
            </p:nvSpPr>
            <p:spPr>
              <a:xfrm>
                <a:off x="7872960" y="4693085"/>
                <a:ext cx="7745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1050" spc="0" baseline="0">
                    <a:ln/>
                    <a:solidFill>
                      <a:schemeClr val="bg2">
                        <a:lumMod val="25000"/>
                      </a:schemeClr>
                    </a:solidFill>
                    <a:latin typeface="Consolas"/>
                    <a:sym typeface="Consolas"/>
                    <a:rtl val="0"/>
                  </a:rPr>
                  <a:t>asssstmt</a:t>
                </a:r>
              </a:p>
            </p:txBody>
          </p:sp>
        </p:grpSp>
        <p:grpSp>
          <p:nvGrpSpPr>
            <p:cNvPr id="124" name="Graphic 6">
              <a:extLst>
                <a:ext uri="{FF2B5EF4-FFF2-40B4-BE49-F238E27FC236}">
                  <a16:creationId xmlns:a16="http://schemas.microsoft.com/office/drawing/2014/main" id="{A06E393C-686D-2DC7-580F-738982214A17}"/>
                </a:ext>
              </a:extLst>
            </p:cNvPr>
            <p:cNvGrpSpPr/>
            <p:nvPr/>
          </p:nvGrpSpPr>
          <p:grpSpPr>
            <a:xfrm>
              <a:off x="7982743" y="4313308"/>
              <a:ext cx="172281" cy="343090"/>
              <a:chOff x="7982743" y="4313308"/>
              <a:chExt cx="172281" cy="343090"/>
            </a:xfrm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8B49584E-9665-0CBA-A3C5-93241C3651F2}"/>
                  </a:ext>
                </a:extLst>
              </p:cNvPr>
              <p:cNvSpPr/>
              <p:nvPr/>
            </p:nvSpPr>
            <p:spPr>
              <a:xfrm>
                <a:off x="7982743" y="4313308"/>
                <a:ext cx="132026" cy="262924"/>
              </a:xfrm>
              <a:custGeom>
                <a:avLst/>
                <a:gdLst>
                  <a:gd name="connsiteX0" fmla="*/ 4 w 132026"/>
                  <a:gd name="connsiteY0" fmla="*/ 400 h 262924"/>
                  <a:gd name="connsiteX1" fmla="*/ 132030 w 132026"/>
                  <a:gd name="connsiteY1" fmla="*/ 263324 h 26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2026" h="262924">
                    <a:moveTo>
                      <a:pt x="4" y="400"/>
                    </a:moveTo>
                    <a:cubicBezTo>
                      <a:pt x="39802" y="79657"/>
                      <a:pt x="88167" y="175961"/>
                      <a:pt x="132030" y="263324"/>
                    </a:cubicBezTo>
                  </a:path>
                </a:pathLst>
              </a:custGeom>
              <a:noFill/>
              <a:ln w="19050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7A80105-B4C7-D679-D700-BEEB2613E3C9}"/>
                  </a:ext>
                </a:extLst>
              </p:cNvPr>
              <p:cNvSpPr/>
              <p:nvPr/>
            </p:nvSpPr>
            <p:spPr>
              <a:xfrm>
                <a:off x="8093644" y="4559767"/>
                <a:ext cx="61380" cy="96632"/>
              </a:xfrm>
              <a:custGeom>
                <a:avLst/>
                <a:gdLst>
                  <a:gd name="connsiteX0" fmla="*/ 43456 w 61380"/>
                  <a:gd name="connsiteY0" fmla="*/ 400 h 96632"/>
                  <a:gd name="connsiteX1" fmla="*/ 61384 w 61380"/>
                  <a:gd name="connsiteY1" fmla="*/ 97032 h 96632"/>
                  <a:gd name="connsiteX2" fmla="*/ 4 w 61380"/>
                  <a:gd name="connsiteY2" fmla="*/ 35713 h 96632"/>
                  <a:gd name="connsiteX3" fmla="*/ 43456 w 61380"/>
                  <a:gd name="connsiteY3" fmla="*/ 400 h 96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80" h="96632">
                    <a:moveTo>
                      <a:pt x="43456" y="400"/>
                    </a:moveTo>
                    <a:lnTo>
                      <a:pt x="61384" y="97032"/>
                    </a:lnTo>
                    <a:lnTo>
                      <a:pt x="4" y="35713"/>
                    </a:lnTo>
                    <a:lnTo>
                      <a:pt x="43456" y="400"/>
                    </a:lnTo>
                    <a:close/>
                  </a:path>
                </a:pathLst>
              </a:custGeom>
              <a:solidFill>
                <a:srgbClr val="000000"/>
              </a:solidFill>
              <a:ln w="7364" cap="flat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4810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304800" y="3715949"/>
            <a:ext cx="3944815" cy="132343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sz="120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lvl="4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 -&gt; ns:=ns-1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          -&gt; nc:=nc-1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 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5715000" y="3715949"/>
            <a:ext cx="3200400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2540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atomic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:=10; ns:=10}</a:t>
            </a:r>
          </a:p>
        </p:txBody>
      </p:sp>
      <p:cxnSp>
        <p:nvCxnSpPr>
          <p:cNvPr id="10" name="Straight Arrow Connector 9"/>
          <p:cNvCxnSpPr>
            <a:stCxn id="6" idx="5"/>
          </p:cNvCxnSpPr>
          <p:nvPr/>
        </p:nvCxnSpPr>
        <p:spPr>
          <a:xfrm>
            <a:off x="5251677" y="2959858"/>
            <a:ext cx="463323" cy="728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082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304800" y="3715949"/>
            <a:ext cx="3944815" cy="132343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sz="120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lvl="4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 -&gt; ns:=ns-1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          -&gt; nc:=nc-1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 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</p:cNvCxnSpPr>
          <p:nvPr/>
        </p:nvCxnSpPr>
        <p:spPr>
          <a:xfrm>
            <a:off x="5251677" y="2959858"/>
            <a:ext cx="463323" cy="728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456722" y="368818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option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5380816" y="3992948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6209397" y="3992948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5032402" y="4387686"/>
            <a:ext cx="553459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2540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6338536" y="4379125"/>
            <a:ext cx="2164549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2540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atomic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:=10; ns:=10}</a:t>
            </a:r>
          </a:p>
        </p:txBody>
      </p:sp>
    </p:spTree>
    <p:extLst>
      <p:ext uri="{BB962C8B-B14F-4D97-AF65-F5344CB8AC3E}">
        <p14:creationId xmlns:p14="http://schemas.microsoft.com/office/powerpoint/2010/main" val="1172697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304800" y="3715949"/>
            <a:ext cx="3944815" cy="132343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sz="120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lvl="4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 -&gt; ns:=ns-1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          -&gt; nc:=nc-1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 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</p:cNvCxnSpPr>
          <p:nvPr/>
        </p:nvCxnSpPr>
        <p:spPr>
          <a:xfrm>
            <a:off x="5251677" y="2959858"/>
            <a:ext cx="463323" cy="728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456722" y="368818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option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6011909" y="5084802"/>
            <a:ext cx="715883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254000" rtl="0">
              <a:spcBef>
                <a:spcPts val="600"/>
              </a:spcBef>
            </a:pP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:=10</a:t>
            </a: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5380816" y="3992948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6209397" y="3992948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833186" y="43673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7212438" y="5084802"/>
            <a:ext cx="715883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2540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ns:=10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224310" y="4367346"/>
            <a:ext cx="1296573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atomicstmt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6" name="Straight Arrow Connector 15"/>
          <p:cNvCxnSpPr>
            <a:endCxn id="13" idx="0"/>
          </p:cNvCxnSpPr>
          <p:nvPr/>
        </p:nvCxnSpPr>
        <p:spPr>
          <a:xfrm flipH="1">
            <a:off x="6369851" y="4698256"/>
            <a:ext cx="264492" cy="3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072737" y="4724400"/>
            <a:ext cx="293504" cy="35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077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304800" y="3715949"/>
            <a:ext cx="3944815" cy="132343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sz="120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lvl="4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 -&gt; ns:=ns-1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          -&gt; nc:=nc-1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 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</p:cNvCxnSpPr>
          <p:nvPr/>
        </p:nvCxnSpPr>
        <p:spPr>
          <a:xfrm>
            <a:off x="5251677" y="2959858"/>
            <a:ext cx="463323" cy="728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456722" y="368818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5380816" y="3992948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6209397" y="3992948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833186" y="43673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224310" y="4367346"/>
            <a:ext cx="1296573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atomicstmt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6" name="Straight Arrow Connector 15"/>
          <p:cNvCxnSpPr>
            <a:endCxn id="13" idx="0"/>
          </p:cNvCxnSpPr>
          <p:nvPr/>
        </p:nvCxnSpPr>
        <p:spPr>
          <a:xfrm flipH="1">
            <a:off x="6369851" y="4698256"/>
            <a:ext cx="264492" cy="3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072737" y="4724400"/>
            <a:ext cx="293504" cy="35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845784" y="5086322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976829" y="5086322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143360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58606" y="4365251"/>
            <a:ext cx="670273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</p:cNvCxnSpPr>
          <p:nvPr/>
        </p:nvCxnSpPr>
        <p:spPr>
          <a:xfrm>
            <a:off x="5251677" y="2959858"/>
            <a:ext cx="463323" cy="728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456722" y="368818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5380816" y="3992948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6209397" y="3992948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833186" y="43673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224310" y="4367346"/>
            <a:ext cx="1296573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atomicstmt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6" name="Straight Arrow Connector 15"/>
          <p:cNvCxnSpPr>
            <a:endCxn id="13" idx="0"/>
          </p:cNvCxnSpPr>
          <p:nvPr/>
        </p:nvCxnSpPr>
        <p:spPr>
          <a:xfrm flipH="1">
            <a:off x="6369851" y="4698256"/>
            <a:ext cx="264492" cy="3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072737" y="4724400"/>
            <a:ext cx="293504" cy="35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845784" y="5086322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976829" y="5086322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706186" y="370767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1124233" y="4365251"/>
            <a:ext cx="3503908" cy="132343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sz="120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lvl="4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 -&gt; ns:=ns-1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          -&gt; nc:=nc-1   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 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0" lvl="6"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	fi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 flipH="1">
            <a:off x="928879" y="3886200"/>
            <a:ext cx="2777307" cy="459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4"/>
          </p:cNvCxnSpPr>
          <p:nvPr/>
        </p:nvCxnSpPr>
        <p:spPr>
          <a:xfrm flipH="1">
            <a:off x="4032878" y="4064727"/>
            <a:ext cx="114215" cy="28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901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58606" y="4365251"/>
            <a:ext cx="670273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</p:cNvCxnSpPr>
          <p:nvPr/>
        </p:nvCxnSpPr>
        <p:spPr>
          <a:xfrm>
            <a:off x="5251677" y="2959858"/>
            <a:ext cx="463323" cy="728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456722" y="368818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5380816" y="3992948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6209397" y="3992948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833186" y="43673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224310" y="4367346"/>
            <a:ext cx="1296573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atomicstmt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6" name="Straight Arrow Connector 15"/>
          <p:cNvCxnSpPr>
            <a:endCxn id="13" idx="0"/>
          </p:cNvCxnSpPr>
          <p:nvPr/>
        </p:nvCxnSpPr>
        <p:spPr>
          <a:xfrm flipH="1">
            <a:off x="6369851" y="4698256"/>
            <a:ext cx="264492" cy="3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072737" y="4724400"/>
            <a:ext cx="293504" cy="35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845784" y="5086322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976829" y="5086322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706186" y="370767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1425820" y="4776419"/>
            <a:ext cx="685800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 flipH="1">
            <a:off x="928879" y="3886200"/>
            <a:ext cx="2777307" cy="459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3"/>
            <a:endCxn id="22" idx="7"/>
          </p:cNvCxnSpPr>
          <p:nvPr/>
        </p:nvCxnSpPr>
        <p:spPr>
          <a:xfrm flipH="1">
            <a:off x="3564984" y="4012438"/>
            <a:ext cx="270341" cy="33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254833" y="4294619"/>
            <a:ext cx="363365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;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424819" y="5067854"/>
            <a:ext cx="2982571" cy="106182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4" algn="l" defTabSz="1143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:: ns &gt; 0         	-&gt; ns:=ns-1   </a:t>
            </a:r>
          </a:p>
          <a:p>
            <a:pPr marL="0" lvl="6" algn="l" defTabSz="1143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          -&gt; nc:=nc-1   </a:t>
            </a:r>
          </a:p>
          <a:p>
            <a:pPr marL="0" lvl="6" algn="l" defTabSz="114300" rtl="0">
              <a:spcBef>
                <a:spcPts val="600"/>
              </a:spcBef>
            </a:pP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	::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 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  <a:p>
            <a:pPr marL="0" lvl="6" algn="l" defTabSz="1143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1" name="Straight Arrow Connector 30"/>
          <p:cNvCxnSpPr>
            <a:stCxn id="22" idx="2"/>
          </p:cNvCxnSpPr>
          <p:nvPr/>
        </p:nvCxnSpPr>
        <p:spPr>
          <a:xfrm flipH="1">
            <a:off x="2111620" y="4473146"/>
            <a:ext cx="1143213" cy="30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2" idx="4"/>
          </p:cNvCxnSpPr>
          <p:nvPr/>
        </p:nvCxnSpPr>
        <p:spPr>
          <a:xfrm flipH="1">
            <a:off x="3435479" y="4651673"/>
            <a:ext cx="1037" cy="415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176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58606" y="4365251"/>
            <a:ext cx="670273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  <a:endCxn id="12" idx="1"/>
          </p:cNvCxnSpPr>
          <p:nvPr/>
        </p:nvCxnSpPr>
        <p:spPr>
          <a:xfrm>
            <a:off x="5251677" y="2959858"/>
            <a:ext cx="1360955" cy="776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483493" y="3683796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6407587" y="3988561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7236168" y="3988561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859957" y="4362959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7251081" y="4362959"/>
            <a:ext cx="1296573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atomicstmt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7396622" y="4693869"/>
            <a:ext cx="264492" cy="3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099508" y="4720013"/>
            <a:ext cx="293504" cy="35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872555" y="5081935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8003600" y="5081935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706186" y="370767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1425820" y="4776419"/>
            <a:ext cx="685800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 flipH="1">
            <a:off x="928879" y="3886200"/>
            <a:ext cx="2777307" cy="459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3"/>
            <a:endCxn id="22" idx="7"/>
          </p:cNvCxnSpPr>
          <p:nvPr/>
        </p:nvCxnSpPr>
        <p:spPr>
          <a:xfrm flipH="1">
            <a:off x="3564984" y="4012438"/>
            <a:ext cx="270341" cy="33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254833" y="4294619"/>
            <a:ext cx="363365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;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411102" y="5664454"/>
            <a:ext cx="1994781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6" algn="l" defTabSz="114300" rtl="0">
              <a:spcBef>
                <a:spcPts val="600"/>
              </a:spcBef>
            </a:pP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:: 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0 -&gt; nc:=nc-1   </a:t>
            </a:r>
          </a:p>
        </p:txBody>
      </p:sp>
      <p:cxnSp>
        <p:nvCxnSpPr>
          <p:cNvPr id="31" name="Straight Arrow Connector 30"/>
          <p:cNvCxnSpPr>
            <a:stCxn id="22" idx="2"/>
          </p:cNvCxnSpPr>
          <p:nvPr/>
        </p:nvCxnSpPr>
        <p:spPr>
          <a:xfrm flipH="1">
            <a:off x="2111620" y="4473146"/>
            <a:ext cx="1143213" cy="30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2" idx="4"/>
          </p:cNvCxnSpPr>
          <p:nvPr/>
        </p:nvCxnSpPr>
        <p:spPr>
          <a:xfrm flipH="1">
            <a:off x="3435479" y="4651673"/>
            <a:ext cx="1037" cy="415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392239" y="5664454"/>
            <a:ext cx="1965744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4" algn="l" defTabSz="1143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ns &gt; 0 -&gt; ns:=ns-1  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4459001" y="5666601"/>
            <a:ext cx="2360435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6" algn="l" defTabSz="1143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ns==0 -&gt; </a:t>
            </a: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181401" y="5066707"/>
            <a:ext cx="467055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if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36" name="Straight Arrow Connector 35"/>
          <p:cNvCxnSpPr>
            <a:stCxn id="35" idx="3"/>
          </p:cNvCxnSpPr>
          <p:nvPr/>
        </p:nvCxnSpPr>
        <p:spPr>
          <a:xfrm flipH="1">
            <a:off x="2298535" y="5371472"/>
            <a:ext cx="951265" cy="27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4"/>
            <a:endCxn id="29" idx="0"/>
          </p:cNvCxnSpPr>
          <p:nvPr/>
        </p:nvCxnSpPr>
        <p:spPr>
          <a:xfrm flipH="1">
            <a:off x="3408493" y="5423761"/>
            <a:ext cx="6436" cy="24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5" idx="5"/>
          </p:cNvCxnSpPr>
          <p:nvPr/>
        </p:nvCxnSpPr>
        <p:spPr>
          <a:xfrm>
            <a:off x="3580057" y="5371472"/>
            <a:ext cx="857355" cy="304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930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58606" y="4365251"/>
            <a:ext cx="670273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  <a:endCxn id="12" idx="1"/>
          </p:cNvCxnSpPr>
          <p:nvPr/>
        </p:nvCxnSpPr>
        <p:spPr>
          <a:xfrm>
            <a:off x="5251677" y="2959858"/>
            <a:ext cx="1360955" cy="776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483493" y="3683796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6407587" y="3988561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7236168" y="3988561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859957" y="4362959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7251081" y="4362959"/>
            <a:ext cx="1296573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atomicstmt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7396622" y="4693869"/>
            <a:ext cx="264492" cy="3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099508" y="4720013"/>
            <a:ext cx="293504" cy="35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872555" y="5081935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8003600" y="5081935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1416721" y="5515140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1425820" y="4776419"/>
            <a:ext cx="685800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111125" algn="l" defTabSz="3048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 flipH="1">
            <a:off x="928879" y="3886200"/>
            <a:ext cx="2777307" cy="459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3"/>
            <a:endCxn id="22" idx="7"/>
          </p:cNvCxnSpPr>
          <p:nvPr/>
        </p:nvCxnSpPr>
        <p:spPr>
          <a:xfrm flipH="1">
            <a:off x="3564984" y="4012438"/>
            <a:ext cx="270341" cy="33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254833" y="4294619"/>
            <a:ext cx="363365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;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3509901" y="6208853"/>
            <a:ext cx="865498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6" algn="l" defTabSz="114300" rtl="0">
              <a:spcBef>
                <a:spcPts val="600"/>
              </a:spcBef>
            </a:pP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nc:=nc-1   </a:t>
            </a:r>
          </a:p>
        </p:txBody>
      </p:sp>
      <p:cxnSp>
        <p:nvCxnSpPr>
          <p:cNvPr id="31" name="Straight Arrow Connector 30"/>
          <p:cNvCxnSpPr>
            <a:stCxn id="22" idx="2"/>
          </p:cNvCxnSpPr>
          <p:nvPr/>
        </p:nvCxnSpPr>
        <p:spPr>
          <a:xfrm flipH="1">
            <a:off x="2111620" y="4473146"/>
            <a:ext cx="1143213" cy="30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2" idx="4"/>
          </p:cNvCxnSpPr>
          <p:nvPr/>
        </p:nvCxnSpPr>
        <p:spPr>
          <a:xfrm flipH="1">
            <a:off x="3435479" y="4651673"/>
            <a:ext cx="1037" cy="415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1029802" y="6208853"/>
            <a:ext cx="903161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4" algn="l" defTabSz="1143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ns:=ns-1  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6455088" y="6208853"/>
            <a:ext cx="570199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6" algn="l" defTabSz="114300" rtl="0">
              <a:spcBef>
                <a:spcPts val="600"/>
              </a:spcBef>
            </a:pPr>
            <a:r>
              <a:rPr lang="en-US" sz="1200">
                <a:solidFill>
                  <a:srgbClr val="7F0055"/>
                </a:solidFill>
                <a:latin typeface="Consolas" panose="020B0609020204030204" pitchFamily="49" charset="0"/>
              </a:rPr>
              <a:t>skip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181401" y="5066707"/>
            <a:ext cx="467055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if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36" name="Straight Arrow Connector 35"/>
          <p:cNvCxnSpPr>
            <a:stCxn id="35" idx="3"/>
          </p:cNvCxnSpPr>
          <p:nvPr/>
        </p:nvCxnSpPr>
        <p:spPr>
          <a:xfrm flipH="1">
            <a:off x="2298535" y="5371472"/>
            <a:ext cx="951265" cy="27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4"/>
            <a:endCxn id="29" idx="0"/>
          </p:cNvCxnSpPr>
          <p:nvPr/>
        </p:nvCxnSpPr>
        <p:spPr>
          <a:xfrm flipH="1">
            <a:off x="3408493" y="5423761"/>
            <a:ext cx="6436" cy="24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5" idx="5"/>
          </p:cNvCxnSpPr>
          <p:nvPr/>
        </p:nvCxnSpPr>
        <p:spPr>
          <a:xfrm>
            <a:off x="3580057" y="5371472"/>
            <a:ext cx="857355" cy="304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2994572" y="5661760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178794" y="6208853"/>
            <a:ext cx="725701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4" algn="l" defTabSz="114300" rtl="0">
              <a:spcBef>
                <a:spcPts val="600"/>
              </a:spcBef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ns &gt; 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2355621" y="6208853"/>
            <a:ext cx="772379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6" algn="l" defTabSz="114300" rtl="0">
              <a:spcBef>
                <a:spcPts val="600"/>
              </a:spcBef>
            </a:pP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nl-NL" sz="1200">
                <a:solidFill>
                  <a:srgbClr val="000000"/>
                </a:solidFill>
                <a:latin typeface="Consolas" panose="020B0609020204030204" pitchFamily="49" charset="0"/>
              </a:rPr>
              <a:t> &gt; 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F7DCA4-0AE1-4685-BFA8-0EFCDBFA91C1}"/>
              </a:ext>
            </a:extLst>
          </p:cNvPr>
          <p:cNvSpPr/>
          <p:nvPr/>
        </p:nvSpPr>
        <p:spPr>
          <a:xfrm>
            <a:off x="4718624" y="6208853"/>
            <a:ext cx="1415991" cy="2769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6" algn="l" defTabSz="114300" rtl="0">
              <a:spcBef>
                <a:spcPts val="600"/>
              </a:spcBef>
            </a:pP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nc</a:t>
            </a:r>
            <a:r>
              <a:rPr lang="he-IL" sz="12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0 &amp;&amp; ns==0</a:t>
            </a:r>
            <a:endParaRPr lang="en-US" sz="1200">
              <a:solidFill>
                <a:srgbClr val="7F0055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53090" y="5550727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706186" y="370767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46" name="Straight Arrow Connector 45"/>
          <p:cNvCxnSpPr>
            <a:stCxn id="25" idx="3"/>
          </p:cNvCxnSpPr>
          <p:nvPr/>
        </p:nvCxnSpPr>
        <p:spPr>
          <a:xfrm flipH="1">
            <a:off x="904495" y="5819905"/>
            <a:ext cx="641365" cy="388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5" idx="4"/>
          </p:cNvCxnSpPr>
          <p:nvPr/>
        </p:nvCxnSpPr>
        <p:spPr>
          <a:xfrm flipH="1">
            <a:off x="1705720" y="5872194"/>
            <a:ext cx="151908" cy="336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3" idx="3"/>
            <a:endCxn id="38" idx="0"/>
          </p:cNvCxnSpPr>
          <p:nvPr/>
        </p:nvCxnSpPr>
        <p:spPr>
          <a:xfrm flipH="1">
            <a:off x="2741811" y="5966525"/>
            <a:ext cx="381900" cy="24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3" idx="5"/>
            <a:endCxn id="29" idx="0"/>
          </p:cNvCxnSpPr>
          <p:nvPr/>
        </p:nvCxnSpPr>
        <p:spPr>
          <a:xfrm>
            <a:off x="3747247" y="5966525"/>
            <a:ext cx="195403" cy="24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4"/>
          </p:cNvCxnSpPr>
          <p:nvPr/>
        </p:nvCxnSpPr>
        <p:spPr>
          <a:xfrm>
            <a:off x="4893997" y="5907781"/>
            <a:ext cx="58706" cy="319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6"/>
          </p:cNvCxnSpPr>
          <p:nvPr/>
        </p:nvCxnSpPr>
        <p:spPr>
          <a:xfrm>
            <a:off x="5334904" y="5729254"/>
            <a:ext cx="1148589" cy="47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534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הפריסה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B4573-E7EB-483E-A9B8-0E58A4E670BD}"/>
              </a:ext>
            </a:extLst>
          </p:cNvPr>
          <p:cNvSpPr/>
          <p:nvPr/>
        </p:nvSpPr>
        <p:spPr>
          <a:xfrm>
            <a:off x="145876" y="192880"/>
            <a:ext cx="5234940" cy="24622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latin typeface="Consolas" panose="020B0609020204030204" pitchFamily="49" charset="0"/>
              </a:rPr>
              <a:t>: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 sz="1100">
                <a:latin typeface="Consolas" panose="020B0609020204030204" pitchFamily="49" charset="0"/>
              </a:rPr>
              <a:t>     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|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';'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 sz="1100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 sz="1100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 sz="1100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      : VARNAME ':='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 sz="1100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 sz="1100">
                <a:latin typeface="Consolas" panose="020B0609020204030204" pitchFamily="49" charset="0"/>
              </a:rPr>
              <a:t> : CHANNAME '!' </a:t>
            </a:r>
            <a:r>
              <a:rPr lang="en-US" sz="1100" err="1">
                <a:latin typeface="Consolas" panose="020B0609020204030204" pitchFamily="49" charset="0"/>
              </a:rPr>
              <a:t>intexpr</a:t>
            </a:r>
            <a:r>
              <a:rPr lang="en-US" sz="1100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 sz="1100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 sz="1100">
              <a:latin typeface="Consolas" panose="020B0609020204030204" pitchFamily="49" charset="0"/>
            </a:endParaRPr>
          </a:p>
          <a:p>
            <a:pPr algn="l" rtl="0"/>
            <a:r>
              <a:rPr lang="en-US" sz="1100" err="1">
                <a:latin typeface="Consolas" panose="020B0609020204030204" pitchFamily="49" charset="0"/>
              </a:rPr>
              <a:t>atomicstmt</a:t>
            </a:r>
            <a:r>
              <a:rPr lang="en-US" sz="1100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   'atomic {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latin typeface="Consolas" panose="020B0609020204030204" pitchFamily="49" charset="0"/>
              </a:rPr>
              <a:t> ';')* </a:t>
            </a:r>
            <a:r>
              <a:rPr lang="en-US" sz="1100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 sz="11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}';</a:t>
            </a:r>
          </a:p>
          <a:p>
            <a:pPr algn="l" rtl="0"/>
            <a:endParaRPr lang="he-IL" sz="1100">
              <a:latin typeface="Consolas" panose="020B0609020204030204" pitchFamily="49" charset="0"/>
            </a:endParaRPr>
          </a:p>
          <a:p>
            <a:pPr algn="l" rtl="0"/>
            <a:r>
              <a:rPr lang="en-US" sz="1100">
                <a:latin typeface="Consolas" panose="020B0609020204030204" pitchFamily="49" charset="0"/>
              </a:rPr>
              <a:t>option: '::' </a:t>
            </a:r>
            <a:r>
              <a:rPr lang="en-US" sz="1100" err="1">
                <a:latin typeface="Consolas" panose="020B0609020204030204" pitchFamily="49" charset="0"/>
              </a:rPr>
              <a:t>boolexpr</a:t>
            </a:r>
            <a:r>
              <a:rPr lang="en-US" sz="1100">
                <a:latin typeface="Consolas" panose="020B0609020204030204" pitchFamily="49" charset="0"/>
              </a:rPr>
              <a:t> '-&gt;' </a:t>
            </a:r>
            <a:r>
              <a:rPr lang="en-US" sz="1100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 sz="1100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 sz="1100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99002" y="2655093"/>
            <a:ext cx="88181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LID4096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dostmt</a:t>
            </a:r>
          </a:p>
        </p:txBody>
      </p:sp>
      <p:cxnSp>
        <p:nvCxnSpPr>
          <p:cNvPr id="10" name="Straight Arrow Connector 9"/>
          <p:cNvCxnSpPr>
            <a:stCxn id="6" idx="5"/>
            <a:endCxn id="12" idx="1"/>
          </p:cNvCxnSpPr>
          <p:nvPr/>
        </p:nvCxnSpPr>
        <p:spPr>
          <a:xfrm>
            <a:off x="5251677" y="2959858"/>
            <a:ext cx="1360955" cy="776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4249615" y="2959858"/>
            <a:ext cx="378526" cy="75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483493" y="3683796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 flipH="1">
            <a:off x="6407587" y="3988561"/>
            <a:ext cx="205045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5"/>
          </p:cNvCxnSpPr>
          <p:nvPr/>
        </p:nvCxnSpPr>
        <p:spPr>
          <a:xfrm>
            <a:off x="7236168" y="3988561"/>
            <a:ext cx="320908" cy="37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5859957" y="4362959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7251081" y="4362959"/>
            <a:ext cx="1296573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atomicstmt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7396622" y="4693869"/>
            <a:ext cx="264492" cy="3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099508" y="4720013"/>
            <a:ext cx="293504" cy="35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872555" y="5081935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8003600" y="5081935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1416721" y="5515140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 flipH="1">
            <a:off x="928879" y="3886200"/>
            <a:ext cx="2777307" cy="459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3"/>
            <a:endCxn id="22" idx="7"/>
          </p:cNvCxnSpPr>
          <p:nvPr/>
        </p:nvCxnSpPr>
        <p:spPr>
          <a:xfrm flipH="1">
            <a:off x="3564984" y="4012438"/>
            <a:ext cx="270341" cy="33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254833" y="4294619"/>
            <a:ext cx="363365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;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31" name="Straight Arrow Connector 30"/>
          <p:cNvCxnSpPr>
            <a:stCxn id="22" idx="2"/>
          </p:cNvCxnSpPr>
          <p:nvPr/>
        </p:nvCxnSpPr>
        <p:spPr>
          <a:xfrm flipH="1">
            <a:off x="2111620" y="4473146"/>
            <a:ext cx="1143213" cy="30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2" idx="4"/>
          </p:cNvCxnSpPr>
          <p:nvPr/>
        </p:nvCxnSpPr>
        <p:spPr>
          <a:xfrm flipH="1">
            <a:off x="3435479" y="4651673"/>
            <a:ext cx="1037" cy="415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181401" y="5066707"/>
            <a:ext cx="467055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if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cxnSp>
        <p:nvCxnSpPr>
          <p:cNvPr id="36" name="Straight Arrow Connector 35"/>
          <p:cNvCxnSpPr>
            <a:stCxn id="35" idx="3"/>
          </p:cNvCxnSpPr>
          <p:nvPr/>
        </p:nvCxnSpPr>
        <p:spPr>
          <a:xfrm flipH="1">
            <a:off x="2298535" y="5371472"/>
            <a:ext cx="951265" cy="27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4"/>
            <a:endCxn id="29" idx="0"/>
          </p:cNvCxnSpPr>
          <p:nvPr/>
        </p:nvCxnSpPr>
        <p:spPr>
          <a:xfrm flipH="1">
            <a:off x="3408493" y="5423761"/>
            <a:ext cx="6436" cy="24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5" idx="5"/>
          </p:cNvCxnSpPr>
          <p:nvPr/>
        </p:nvCxnSpPr>
        <p:spPr>
          <a:xfrm>
            <a:off x="3580057" y="5371472"/>
            <a:ext cx="857355" cy="304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2994572" y="5661760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453090" y="5550727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706186" y="3707673"/>
            <a:ext cx="881814" cy="357054"/>
          </a:xfrm>
          <a:prstGeom prst="ellipse">
            <a:avLst/>
          </a:prstGeom>
          <a:solidFill>
            <a:srgbClr val="FFFFE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he-IL"/>
            </a:defPPr>
            <a:lvl1pPr algn="l">
              <a:defRPr sz="1050">
                <a:ln/>
                <a:solidFill>
                  <a:schemeClr val="bg2">
                    <a:lumMod val="25000"/>
                  </a:schemeClr>
                </a:solidFill>
                <a:latin typeface="Consolas"/>
                <a:rtl val="0"/>
              </a:defRPr>
            </a:lvl1pPr>
          </a:lstStyle>
          <a:p>
            <a:r>
              <a:rPr lang="en-US">
                <a:sym typeface="Consolas"/>
              </a:rPr>
              <a:t>option</a:t>
            </a:r>
            <a:endParaRPr lang="LID4096">
              <a:sym typeface="Consolas"/>
            </a:endParaRPr>
          </a:p>
        </p:txBody>
      </p:sp>
      <p:cxnSp>
        <p:nvCxnSpPr>
          <p:cNvPr id="46" name="Straight Arrow Connector 45"/>
          <p:cNvCxnSpPr>
            <a:stCxn id="25" idx="3"/>
          </p:cNvCxnSpPr>
          <p:nvPr/>
        </p:nvCxnSpPr>
        <p:spPr>
          <a:xfrm flipH="1">
            <a:off x="904495" y="5819905"/>
            <a:ext cx="641365" cy="388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5" idx="4"/>
          </p:cNvCxnSpPr>
          <p:nvPr/>
        </p:nvCxnSpPr>
        <p:spPr>
          <a:xfrm flipH="1">
            <a:off x="1705720" y="5872194"/>
            <a:ext cx="151908" cy="336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3" idx="3"/>
            <a:endCxn id="38" idx="0"/>
          </p:cNvCxnSpPr>
          <p:nvPr/>
        </p:nvCxnSpPr>
        <p:spPr>
          <a:xfrm flipH="1">
            <a:off x="2741811" y="5966525"/>
            <a:ext cx="381900" cy="24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3" idx="5"/>
            <a:endCxn id="29" idx="0"/>
          </p:cNvCxnSpPr>
          <p:nvPr/>
        </p:nvCxnSpPr>
        <p:spPr>
          <a:xfrm>
            <a:off x="3747247" y="5966525"/>
            <a:ext cx="195403" cy="24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4"/>
          </p:cNvCxnSpPr>
          <p:nvPr/>
        </p:nvCxnSpPr>
        <p:spPr>
          <a:xfrm>
            <a:off x="4893997" y="5907781"/>
            <a:ext cx="58706" cy="319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6"/>
          </p:cNvCxnSpPr>
          <p:nvPr/>
        </p:nvCxnSpPr>
        <p:spPr>
          <a:xfrm>
            <a:off x="5334904" y="5729254"/>
            <a:ext cx="1148589" cy="47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152400" y="61961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2253385" y="61961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4651052" y="61961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564669" y="61961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1183892" y="6196146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assstmt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6272206" y="6196146"/>
            <a:ext cx="108919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skipstmt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1137904" y="4736572"/>
            <a:ext cx="108919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skipstmt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B7D86F-9474-B9EA-6FF2-8A3632F6DBD5}"/>
              </a:ext>
            </a:extLst>
          </p:cNvPr>
          <p:cNvSpPr txBox="1"/>
          <p:nvPr/>
        </p:nvSpPr>
        <p:spPr>
          <a:xfrm>
            <a:off x="38535" y="4293472"/>
            <a:ext cx="985504" cy="3570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050" err="1">
                <a:ln/>
                <a:solidFill>
                  <a:schemeClr val="bg2">
                    <a:lumMod val="25000"/>
                  </a:schemeClr>
                </a:solidFill>
                <a:latin typeface="Consolas"/>
                <a:sym typeface="Consolas"/>
                <a:rtl val="0"/>
              </a:rPr>
              <a:t>boolexr</a:t>
            </a:r>
            <a:endParaRPr lang="LID4096" sz="1050" spc="0" baseline="0">
              <a:ln/>
              <a:solidFill>
                <a:schemeClr val="bg2">
                  <a:lumMod val="25000"/>
                </a:schemeClr>
              </a:solidFill>
              <a:latin typeface="Consolas"/>
              <a:sym typeface="Consolas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185813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908" y="-76200"/>
            <a:ext cx="8235892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תחביר ל-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nanoPromela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5136" y="152400"/>
            <a:ext cx="484464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6700" y="1219200"/>
                <a:ext cx="8801100" cy="57912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ערוצים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[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|…|</m:t>
                    </m:r>
                    <m:r>
                      <a:rPr lang="en-US" i="1" dirty="0" err="1" smtClean="0">
                        <a:latin typeface="Cambria Math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באשר כל תהליך</a:t>
                </a:r>
                <a:r>
                  <a:rPr lang="he-IL">
                    <a:solidFill>
                      <a:srgbClr val="0517C3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𝑃</m:t>
                    </m:r>
                    <m:r>
                      <a:rPr lang="en-US" i="1" baseline="-25000" dirty="0">
                        <a:latin typeface="Cambria Math"/>
                      </a:rPr>
                      <m:t>𝑖</m:t>
                    </m:r>
                    <m:r>
                      <a:rPr lang="en-US" i="1" baseline="-25000" dirty="0"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מוגדר ע"י פקודה:</a:t>
                </a:r>
                <a:br>
                  <a:rPr lang="en-US" baseline="-25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baseline="-25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6700" y="1219200"/>
                <a:ext cx="8801100" cy="5791200"/>
              </a:xfrm>
              <a:blipFill>
                <a:blip r:embed="rId2"/>
                <a:stretch>
                  <a:fillRect l="-208" t="-1053" r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90500" y="2278082"/>
            <a:ext cx="8763000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latin typeface="Consolas" panose="020B0609020204030204" pitchFamily="49" charset="0"/>
              </a:rPr>
              <a:t>: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>
                <a:latin typeface="Consolas" panose="020B0609020204030204" pitchFamily="49" charset="0"/>
              </a:rPr>
              <a:t>     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';' </a:t>
            </a: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>
                <a:latin typeface="Consolas" panose="020B0609020204030204" pitchFamily="49" charset="0"/>
              </a:rPr>
              <a:t>       : VARNAME ':='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>
                <a:latin typeface="Consolas" panose="020B0609020204030204" pitchFamily="49" charset="0"/>
              </a:rPr>
              <a:t> : CHANNAME '!'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>
              <a:latin typeface="Consolas" panose="020B0609020204030204" pitchFamily="49" charset="0"/>
            </a:endParaRPr>
          </a:p>
          <a:p>
            <a:pPr algn="l" rtl="0"/>
            <a:r>
              <a:rPr lang="en-US" err="1">
                <a:latin typeface="Consolas" panose="020B0609020204030204" pitchFamily="49" charset="0"/>
              </a:rPr>
              <a:t>atomicstmt</a:t>
            </a:r>
            <a:r>
              <a:rPr lang="en-US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>
                <a:latin typeface="Consolas" panose="020B0609020204030204" pitchFamily="49" charset="0"/>
              </a:rPr>
              <a:t>   'atomic {' (VARNAME ':='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 ';')* VARNAME ':='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'}';</a:t>
            </a:r>
          </a:p>
          <a:p>
            <a:pPr algn="l" rtl="0"/>
            <a:endParaRPr lang="he-IL">
              <a:latin typeface="Consolas" panose="020B0609020204030204" pitchFamily="49" charset="0"/>
            </a:endParaRPr>
          </a:p>
          <a:p>
            <a:pPr algn="l" rtl="0"/>
            <a:r>
              <a:rPr lang="en-US">
                <a:latin typeface="Consolas" panose="020B0609020204030204" pitchFamily="49" charset="0"/>
              </a:rPr>
              <a:t>option: '::' </a:t>
            </a:r>
            <a:r>
              <a:rPr lang="en-US" err="1">
                <a:latin typeface="Consolas" panose="020B0609020204030204" pitchFamily="49" charset="0"/>
              </a:rPr>
              <a:t>boolexpr</a:t>
            </a:r>
            <a:r>
              <a:rPr lang="en-US">
                <a:latin typeface="Consolas" panose="020B0609020204030204" pitchFamily="49" charset="0"/>
              </a:rPr>
              <a:t> '-&gt;' </a:t>
            </a: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; </a:t>
            </a:r>
          </a:p>
        </p:txBody>
      </p:sp>
      <p:cxnSp>
        <p:nvCxnSpPr>
          <p:cNvPr id="8" name="Straight Arrow Connector 7"/>
          <p:cNvCxnSpPr>
            <a:stCxn id="9" idx="1"/>
          </p:cNvCxnSpPr>
          <p:nvPr/>
        </p:nvCxnSpPr>
        <p:spPr>
          <a:xfrm flipH="1" flipV="1">
            <a:off x="4681728" y="3300984"/>
            <a:ext cx="918972" cy="63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00700" y="3133344"/>
            <a:ext cx="300990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פקודות תנאי ולולאות עם אחד או יותר פקודות מותנות שיבחרו באופן לא דטרמיניסטי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2" name="Straight Arrow Connector 11"/>
          <p:cNvCxnSpPr>
            <a:stCxn id="9" idx="1"/>
          </p:cNvCxnSpPr>
          <p:nvPr/>
        </p:nvCxnSpPr>
        <p:spPr>
          <a:xfrm flipH="1">
            <a:off x="4709160" y="3364177"/>
            <a:ext cx="891540" cy="220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38800" y="3732311"/>
            <a:ext cx="29718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השמות למשתנים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4" name="Straight Arrow Connector 13"/>
          <p:cNvCxnSpPr>
            <a:stCxn id="13" idx="1"/>
          </p:cNvCxnSpPr>
          <p:nvPr/>
        </p:nvCxnSpPr>
        <p:spPr>
          <a:xfrm flipH="1">
            <a:off x="5029200" y="3870811"/>
            <a:ext cx="609600" cy="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38800" y="4180439"/>
            <a:ext cx="29718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קריאות וכתיבות לתורים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7" name="Straight Arrow Connector 16"/>
          <p:cNvCxnSpPr>
            <a:stCxn id="16" idx="1"/>
          </p:cNvCxnSpPr>
          <p:nvPr/>
        </p:nvCxnSpPr>
        <p:spPr>
          <a:xfrm flipH="1" flipV="1">
            <a:off x="5029200" y="4180444"/>
            <a:ext cx="609600" cy="13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5029200" y="4335543"/>
            <a:ext cx="609600" cy="10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2653838"/>
            <a:ext cx="17526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שרשור פקודות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3" name="Straight Arrow Connector 32"/>
          <p:cNvCxnSpPr>
            <a:stCxn id="32" idx="1"/>
          </p:cNvCxnSpPr>
          <p:nvPr/>
        </p:nvCxnSpPr>
        <p:spPr>
          <a:xfrm flipH="1" flipV="1">
            <a:off x="5951220" y="2771858"/>
            <a:ext cx="906780" cy="2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735944"/>
      </p:ext>
    </p:extLst>
  </p:cSld>
  <p:clrMapOvr>
    <a:masterClrMapping/>
  </p:clrMapOvr>
  <p:transition>
    <p:dissolv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352800" y="2209800"/>
            <a:ext cx="3124200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Bef>
                <a:spcPts val="3000"/>
              </a:spcBef>
              <a:spcAft>
                <a:spcPts val="1800"/>
              </a:spcAft>
            </a:pP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מקומות = תת הפקודות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066800" y="1447800"/>
                <a:ext cx="77724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30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מגדירים את </a:t>
                </a:r>
                <a:r>
                  <a:rPr lang="he-IL" sz="2400" dirty="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המקומות בגרף התוכנית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כְּתַת הפקודות בתוכנית</a:t>
                </a:r>
                <a:r>
                  <a:rPr lang="en-US" sz="2400" dirty="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 i="1" dirty="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𝐿𝑜𝑐</m:t>
                      </m:r>
                      <m:r>
                        <a:rPr lang="en-US" sz="2400" b="0" i="0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sub</m:t>
                      </m:r>
                      <m:r>
                        <a:rPr lang="en-US" sz="2400" b="0" i="0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𝑝𝑟𝑜𝑔𝑟𝑎𝑚</m:t>
                      </m:r>
                      <m:r>
                        <a:rPr lang="en-US" sz="2400" b="0" i="0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 dirty="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מקרי הבסיס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 ההגדרה הָרֶקוּרְסִיבִית:</a:t>
                </a:r>
              </a:p>
              <a:p>
                <a:pPr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:b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b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המשך ההגדרה,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באופן רֶקוּרְסִיבִי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בשקפים הבאים...</a:t>
                </a: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066800" y="1447800"/>
                <a:ext cx="7772400" cy="5257800"/>
              </a:xfrm>
              <a:blipFill>
                <a:blip r:embed="rId2"/>
                <a:stretch>
                  <a:fillRect t="-1044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" y="3427369"/>
                <a:ext cx="8464877" cy="230787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3000"/>
                  </a:spcBef>
                  <a:spcAft>
                    <a:spcPts val="18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endParaRPr lang="en-US" sz="2400" i="1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2400" b="0" i="1" dirty="0" smtClean="0">
                          <a:latin typeface="Cambria Math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Consolas" panose="020B0609020204030204" pitchFamily="49" charset="0"/>
                              <a:cs typeface="Gisha" panose="020B0502040204020203" pitchFamily="34" charset="-79"/>
                            </a:rPr>
                            <m:t>skip</m:t>
                          </m:r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Consolas" panose="020B0609020204030204" pitchFamily="49" charset="0"/>
                              <a:cs typeface="Gisha" panose="020B0502040204020203" pitchFamily="34" charset="-79"/>
                            </a:rPr>
                            <m:t>x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≔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𝑒𝑥𝑝𝑟</m:t>
                          </m:r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2400" i="0" dirty="0" err="1" smtClean="0">
                              <a:latin typeface="Consolas" panose="020B0609020204030204" pitchFamily="49" charset="0"/>
                              <a:cs typeface="Gisha" panose="020B0502040204020203" pitchFamily="34" charset="-79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?</m:t>
                          </m:r>
                          <m:r>
                            <m:rPr>
                              <m:nor/>
                            </m:rPr>
                            <a:rPr lang="en-US" sz="2400" i="0" dirty="0" err="1" smtClean="0">
                              <a:latin typeface="Consolas" panose="020B0609020204030204" pitchFamily="49" charset="0"/>
                              <a:cs typeface="Gisha" panose="020B0502040204020203" pitchFamily="34" charset="-79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 dirty="0" err="1" smtClean="0">
                              <a:latin typeface="Consolas" panose="020B0609020204030204" pitchFamily="49" charset="0"/>
                              <a:cs typeface="Gisha" panose="020B0502040204020203" pitchFamily="34" charset="-79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sz="2400" i="0" dirty="0" err="1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!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𝑒𝑥𝑝𝑟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𝑎𝑡𝑡𝑜𝑚𝑖𝑐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𝑎𝑠𝑠𝑔𝑛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מגדירים את תת הפקודות להיות:</a:t>
                </a:r>
                <a:endParaRPr lang="en-US" sz="2400" i="1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/>
                        </a:rPr>
                        <m:t>sub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2400" i="1" dirty="0" smtClean="0">
                          <a:latin typeface="Cambria Math"/>
                        </a:rPr>
                        <m:t>) :={</m:t>
                      </m:r>
                      <m:r>
                        <a:rPr lang="en-US" sz="240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2400" i="1" dirty="0" smtClean="0">
                          <a:latin typeface="Cambria Math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onsolas" panose="020B0609020204030204" pitchFamily="49" charset="0"/>
                          <a:cs typeface="Gisha" panose="020B0502040204020203" pitchFamily="34" charset="-79"/>
                        </a:rPr>
                        <m:t>exit</m:t>
                      </m:r>
                      <m:r>
                        <a:rPr lang="en-US" sz="240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27369"/>
                <a:ext cx="8464877" cy="2307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תת-פקודות של פקודות מורכבות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הגדרות רקורסיביות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A7F926B5-663A-4127-A287-7B83208B40AD}" type="datetime8">
              <a:rPr lang="he-IL" smtClean="0"/>
              <a:pPr algn="l" rtl="0"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/>
              <a:pPr rtl="0"/>
              <a:t>45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2172" y="1752600"/>
                <a:ext cx="8878478" cy="74603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buNone/>
                  <a:tabLst>
                    <a:tab pos="286226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𝑠𝑢𝑏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;</m:t>
                    </m:r>
                    <m:r>
                      <a:rPr lang="en-US" sz="2000" i="1" dirty="0" smtClean="0"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≔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algn="l" rtl="0">
                  <a:spcBef>
                    <a:spcPts val="3000"/>
                  </a:spcBef>
                  <a:buNone/>
                  <a:tabLst>
                    <a:tab pos="28622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m:rPr>
                              <m:nor/>
                            </m:rPr>
                            <a:rPr lang="en-US" sz="2000" b="0" i="0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;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baseline="-25000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a:rPr lang="he-IL" sz="20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𝑠𝑢𝑏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𝑠𝑡𝑚𝑡</m:t>
                              </m:r>
                              <m:r>
                                <a:rPr lang="en-US" sz="2000" i="1" baseline="-25000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dirty="0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 dirty="0">
                                  <a:solidFill>
                                    <a:srgbClr val="151AE1"/>
                                  </a:solidFill>
                                  <a:latin typeface="Consolas" panose="020B0609020204030204" pitchFamily="49" charset="0"/>
                                  <a:cs typeface="Consolas" panose="020B0609020204030204" pitchFamily="49" charset="0"/>
                                </a:rPr>
                                <m:t>exit</m:t>
                              </m:r>
                            </m:e>
                          </m:d>
                        </m:e>
                      </m:d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  </m:t>
                      </m:r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∪</m:t>
                      </m:r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𝑠𝑢𝑏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2000" i="1" baseline="-25000" dirty="0">
                          <a:solidFill>
                            <a:srgbClr val="151AE1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151AE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72" y="1752600"/>
                <a:ext cx="8878478" cy="7460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667256" y="3410702"/>
            <a:ext cx="5881888" cy="2592119"/>
            <a:chOff x="1667256" y="3196285"/>
            <a:chExt cx="5881888" cy="2592119"/>
          </a:xfrm>
        </p:grpSpPr>
        <p:sp>
          <p:nvSpPr>
            <p:cNvPr id="12" name="Freeform 11"/>
            <p:cNvSpPr/>
            <p:nvPr/>
          </p:nvSpPr>
          <p:spPr>
            <a:xfrm>
              <a:off x="6168514" y="4707379"/>
              <a:ext cx="779264" cy="37085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52729"/>
                  </a:lnTo>
                  <a:lnTo>
                    <a:pt x="779264" y="252729"/>
                  </a:lnTo>
                  <a:lnTo>
                    <a:pt x="779264" y="370858"/>
                  </a:lnTo>
                </a:path>
              </a:pathLst>
            </a:custGeom>
            <a:noFill/>
            <a:ln w="19050"/>
          </p:spPr>
          <p:style>
            <a:lnRef idx="2">
              <a:schemeClr val="accent2">
                <a:tint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2">
                <a:tint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389250" y="4707379"/>
              <a:ext cx="779264" cy="37085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779264" y="0"/>
                  </a:moveTo>
                  <a:lnTo>
                    <a:pt x="779264" y="252729"/>
                  </a:lnTo>
                  <a:lnTo>
                    <a:pt x="0" y="252729"/>
                  </a:lnTo>
                  <a:lnTo>
                    <a:pt x="0" y="370858"/>
                  </a:lnTo>
                </a:path>
              </a:pathLst>
            </a:custGeom>
            <a:noFill/>
            <a:ln w="19050"/>
          </p:spPr>
          <p:style>
            <a:lnRef idx="2">
              <a:schemeClr val="accent2">
                <a:tint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2">
                <a:tint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616981" y="3743942"/>
              <a:ext cx="1558528" cy="37085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52729"/>
                  </a:lnTo>
                  <a:lnTo>
                    <a:pt x="1558528" y="252729"/>
                  </a:lnTo>
                  <a:lnTo>
                    <a:pt x="1558528" y="370858"/>
                  </a:lnTo>
                </a:path>
              </a:pathLst>
            </a:custGeom>
            <a:noFill/>
            <a:ln w="19050"/>
          </p:spPr>
          <p:style>
            <a:lnRef idx="2">
              <a:schemeClr val="accent2">
                <a:tint val="99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2">
                <a:tint val="99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3051458" y="4707379"/>
              <a:ext cx="779264" cy="37085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52729"/>
                  </a:lnTo>
                  <a:lnTo>
                    <a:pt x="779264" y="252729"/>
                  </a:lnTo>
                  <a:lnTo>
                    <a:pt x="779264" y="370858"/>
                  </a:lnTo>
                </a:path>
              </a:pathLst>
            </a:custGeom>
            <a:noFill/>
            <a:ln w="19050"/>
          </p:spPr>
          <p:style>
            <a:lnRef idx="2">
              <a:schemeClr val="accent2">
                <a:tint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2">
                <a:tint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2272194" y="4707379"/>
              <a:ext cx="779264" cy="37085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779264" y="0"/>
                  </a:moveTo>
                  <a:lnTo>
                    <a:pt x="779264" y="252729"/>
                  </a:lnTo>
                  <a:lnTo>
                    <a:pt x="0" y="252729"/>
                  </a:lnTo>
                  <a:lnTo>
                    <a:pt x="0" y="370858"/>
                  </a:lnTo>
                </a:path>
              </a:pathLst>
            </a:custGeom>
            <a:noFill/>
            <a:ln w="19050"/>
          </p:spPr>
          <p:style>
            <a:lnRef idx="2">
              <a:schemeClr val="accent2">
                <a:tint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2">
                <a:tint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3058453" y="3743942"/>
              <a:ext cx="1558528" cy="37085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558528" y="0"/>
                  </a:moveTo>
                  <a:lnTo>
                    <a:pt x="1558528" y="252729"/>
                  </a:lnTo>
                  <a:lnTo>
                    <a:pt x="0" y="252729"/>
                  </a:lnTo>
                  <a:lnTo>
                    <a:pt x="0" y="370858"/>
                  </a:lnTo>
                </a:path>
              </a:pathLst>
            </a:custGeom>
            <a:noFill/>
            <a:ln w="19050"/>
          </p:spPr>
          <p:style>
            <a:lnRef idx="2">
              <a:schemeClr val="accent2">
                <a:tint val="99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2">
                <a:tint val="99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9" name="Oval 18"/>
            <p:cNvSpPr/>
            <p:nvPr/>
          </p:nvSpPr>
          <p:spPr>
            <a:xfrm>
              <a:off x="4285138" y="3196285"/>
              <a:ext cx="708931" cy="554788"/>
            </a:xfrm>
            <a:prstGeom prst="ellipse">
              <a:avLst/>
            </a:prstGeom>
            <a:ln w="19050"/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586" tIns="126586" rIns="126586" bIns="126586" numCol="1" spcCol="1270" anchor="ctr" anchorCtr="0">
              <a:noAutofit/>
            </a:bodyPr>
            <a:lstStyle/>
            <a:p>
              <a:pPr lvl="0" algn="ctr" defTabSz="1200150" rtl="0">
                <a:spcBef>
                  <a:spcPct val="0"/>
                </a:spcBef>
              </a:pPr>
              <a:r>
                <a:rPr lang="en-US" sz="2700">
                  <a:solidFill>
                    <a:schemeClr val="accent2">
                      <a:lumMod val="50000"/>
                    </a:schemeClr>
                  </a:solidFill>
                </a:rPr>
                <a:t>;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2707613" y="4135589"/>
              <a:ext cx="708931" cy="554788"/>
            </a:xfrm>
            <a:prstGeom prst="ellipse">
              <a:avLst/>
            </a:prstGeom>
            <a:ln w="19050"/>
          </p:spPr>
          <p:style>
            <a:lnRef idx="2">
              <a:schemeClr val="accent2">
                <a:tint val="99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586" tIns="126586" rIns="126586" bIns="126586" numCol="1" spcCol="1270" anchor="ctr" anchorCtr="0">
              <a:noAutofit/>
            </a:bodyPr>
            <a:lstStyle/>
            <a:p>
              <a:pPr lvl="0" algn="ctr" defTabSz="1200150" rtl="0">
                <a:spcBef>
                  <a:spcPct val="0"/>
                </a:spcBef>
              </a:pPr>
              <a:r>
                <a:rPr lang="en-US" sz="2700" kern="1200">
                  <a:solidFill>
                    <a:schemeClr val="accent2">
                      <a:lumMod val="50000"/>
                    </a:schemeClr>
                  </a:solidFill>
                </a:rPr>
                <a:t>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/>
                <p:cNvSpPr/>
                <p:nvPr/>
              </p:nvSpPr>
              <p:spPr>
                <a:xfrm>
                  <a:off x="1667256" y="5119209"/>
                  <a:ext cx="1206304" cy="669195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accent2">
                    <a:tint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26586" tIns="126586" rIns="126586" bIns="126586" numCol="1" spcCol="1270" anchor="ctr" anchorCtr="0">
                  <a:noAutofit/>
                </a:bodyPr>
                <a:lstStyle/>
                <a:p>
                  <a:pPr lvl="0" algn="ctr" defTabSz="1200150" rtl="0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kern="12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Oval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256" y="5119209"/>
                  <a:ext cx="1206304" cy="669195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val 24"/>
                <p:cNvSpPr/>
                <p:nvPr/>
              </p:nvSpPr>
              <p:spPr>
                <a:xfrm>
                  <a:off x="3225784" y="5119209"/>
                  <a:ext cx="1206304" cy="669195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accent2">
                    <a:tint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26586" tIns="126586" rIns="126586" bIns="126586" numCol="1" spcCol="1270" anchor="ctr" anchorCtr="0">
                  <a:noAutofit/>
                </a:bodyPr>
                <a:lstStyle/>
                <a:p>
                  <a:pPr lvl="0" algn="ctr" defTabSz="1200150" rtl="0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kern="12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Oval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5784" y="5119209"/>
                  <a:ext cx="1206304" cy="66919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/>
            <p:cNvSpPr/>
            <p:nvPr/>
          </p:nvSpPr>
          <p:spPr>
            <a:xfrm>
              <a:off x="5829379" y="4135589"/>
              <a:ext cx="708931" cy="554788"/>
            </a:xfrm>
            <a:prstGeom prst="ellipse">
              <a:avLst/>
            </a:prstGeom>
            <a:ln w="19050"/>
          </p:spPr>
          <p:style>
            <a:lnRef idx="2">
              <a:schemeClr val="accent2">
                <a:tint val="99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586" tIns="126586" rIns="126586" bIns="126586" numCol="1" spcCol="1270" anchor="ctr" anchorCtr="0">
              <a:noAutofit/>
            </a:bodyPr>
            <a:lstStyle/>
            <a:p>
              <a:pPr lvl="0" algn="ctr" defTabSz="1200150" rtl="0">
                <a:spcBef>
                  <a:spcPct val="0"/>
                </a:spcBef>
              </a:pPr>
              <a:r>
                <a:rPr lang="en-US" sz="2700" kern="1200">
                  <a:solidFill>
                    <a:schemeClr val="accent2">
                      <a:lumMod val="50000"/>
                    </a:schemeClr>
                  </a:solidFill>
                </a:rPr>
                <a:t>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4784312" y="5119209"/>
                  <a:ext cx="1206304" cy="669195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accent2">
                    <a:tint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26586" tIns="126586" rIns="126586" bIns="126586" numCol="1" spcCol="1270" anchor="ctr" anchorCtr="0">
                  <a:noAutofit/>
                </a:bodyPr>
                <a:lstStyle/>
                <a:p>
                  <a:pPr lvl="0" algn="ctr" defTabSz="1200150" rtl="0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kern="12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4312" y="5119209"/>
                  <a:ext cx="1206304" cy="66919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6342840" y="5119209"/>
                  <a:ext cx="1206304" cy="669195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accent2">
                    <a:tint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26586" tIns="126586" rIns="126586" bIns="126586" numCol="1" spcCol="1270" anchor="ctr" anchorCtr="0">
                  <a:noAutofit/>
                </a:bodyPr>
                <a:lstStyle/>
                <a:p>
                  <a:pPr lvl="0" algn="ctr" defTabSz="1200150" rtl="0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0" i="1" kern="12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kern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2840" y="5119209"/>
                  <a:ext cx="1206304" cy="66919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6762750" y="6081817"/>
            <a:ext cx="1238250" cy="207029"/>
            <a:chOff x="6762750" y="5867400"/>
            <a:chExt cx="1238250" cy="207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𝑒𝑥𝑖𝑡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blipFill>
                  <a:blip r:embed="rId8"/>
                  <a:stretch>
                    <a:fillRect b="-2778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/>
          <p:cNvGrpSpPr/>
          <p:nvPr/>
        </p:nvGrpSpPr>
        <p:grpSpPr>
          <a:xfrm>
            <a:off x="5143500" y="6081817"/>
            <a:ext cx="1238250" cy="207029"/>
            <a:chOff x="6762750" y="5867400"/>
            <a:chExt cx="1238250" cy="207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blipFill>
                  <a:blip r:embed="rId9"/>
                  <a:stretch>
                    <a:fillRect l="-1031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𝑒𝑥𝑖𝑡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blipFill>
                  <a:blip r:embed="rId8"/>
                  <a:stretch>
                    <a:fillRect b="-2778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3524250" y="6081817"/>
            <a:ext cx="1238250" cy="207029"/>
            <a:chOff x="6762750" y="5867400"/>
            <a:chExt cx="1238250" cy="207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blipFill>
                  <a:blip r:embed="rId10"/>
                  <a:stretch>
                    <a:fillRect l="-1031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𝑒𝑥𝑖𝑡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blipFill>
                  <a:blip r:embed="rId11"/>
                  <a:stretch>
                    <a:fillRect b="-2778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1905000" y="6081817"/>
            <a:ext cx="1238250" cy="207029"/>
            <a:chOff x="6762750" y="5867400"/>
            <a:chExt cx="1238250" cy="207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750" y="5868798"/>
                  <a:ext cx="571500" cy="205631"/>
                </a:xfrm>
                <a:prstGeom prst="rect">
                  <a:avLst/>
                </a:prstGeom>
                <a:blipFill>
                  <a:blip r:embed="rId12"/>
                  <a:stretch>
                    <a:fillRect l="-1042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𝑒𝑥𝑖𝑡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0" y="5867400"/>
                  <a:ext cx="571500" cy="205631"/>
                </a:xfrm>
                <a:prstGeom prst="rect">
                  <a:avLst/>
                </a:prstGeom>
                <a:blipFill>
                  <a:blip r:embed="rId8"/>
                  <a:stretch>
                    <a:fillRect b="-2778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6558146" y="4704251"/>
            <a:ext cx="2448306" cy="209044"/>
            <a:chOff x="6381750" y="4585192"/>
            <a:chExt cx="2448306" cy="2090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/>
                <p:cNvSpPr/>
                <p:nvPr/>
              </p:nvSpPr>
              <p:spPr>
                <a:xfrm>
                  <a:off x="6381750" y="4585192"/>
                  <a:ext cx="1116104" cy="209044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1750" y="4585192"/>
                  <a:ext cx="1116104" cy="209044"/>
                </a:xfrm>
                <a:prstGeom prst="rect">
                  <a:avLst/>
                </a:prstGeom>
                <a:blipFill>
                  <a:blip r:embed="rId13"/>
                  <a:stretch>
                    <a:fillRect b="-5405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7592455" y="4585192"/>
                  <a:ext cx="571500" cy="203595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2455" y="4585192"/>
                  <a:ext cx="571500" cy="20359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/>
                <p:cNvSpPr/>
                <p:nvPr/>
              </p:nvSpPr>
              <p:spPr>
                <a:xfrm>
                  <a:off x="8258556" y="4585192"/>
                  <a:ext cx="571500" cy="203595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𝑒𝑥𝑖𝑡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8556" y="4585192"/>
                  <a:ext cx="571500" cy="20359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164706" y="4672555"/>
            <a:ext cx="2448306" cy="209044"/>
            <a:chOff x="6381750" y="4585192"/>
            <a:chExt cx="2448306" cy="2090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6381750" y="4585192"/>
                  <a:ext cx="1116104" cy="209044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1750" y="4585192"/>
                  <a:ext cx="1116104" cy="209044"/>
                </a:xfrm>
                <a:prstGeom prst="rect">
                  <a:avLst/>
                </a:prstGeom>
                <a:blipFill>
                  <a:blip r:embed="rId16"/>
                  <a:stretch>
                    <a:fillRect b="-5405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7592455" y="4585192"/>
                  <a:ext cx="571500" cy="203595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2455" y="4585192"/>
                  <a:ext cx="571500" cy="203595"/>
                </a:xfrm>
                <a:prstGeom prst="rect">
                  <a:avLst/>
                </a:prstGeom>
                <a:blipFill>
                  <a:blip r:embed="rId17"/>
                  <a:stretch>
                    <a:fillRect l="-1042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8258556" y="4585192"/>
                  <a:ext cx="571500" cy="203595"/>
                </a:xfrm>
                <a:prstGeom prst="rect">
                  <a:avLst/>
                </a:prstGeom>
                <a:solidFill>
                  <a:srgbClr val="FFFFD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𝑒𝑥𝑖𝑡</m:t>
                        </m:r>
                      </m:oMath>
                    </m:oMathPara>
                  </a14:m>
                  <a:endParaRPr lang="en-US" sz="1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8556" y="4585192"/>
                  <a:ext cx="571500" cy="20359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5095494" y="3662973"/>
                <a:ext cx="1116104" cy="2090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494" y="3662973"/>
                <a:ext cx="1116104" cy="209044"/>
              </a:xfrm>
              <a:prstGeom prst="rect">
                <a:avLst/>
              </a:prstGeom>
              <a:blipFill>
                <a:blip r:embed="rId19"/>
                <a:stretch>
                  <a:fillRect b="-8108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306199" y="3662973"/>
                <a:ext cx="571500" cy="203595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199" y="3662973"/>
                <a:ext cx="571500" cy="2035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6972300" y="3662973"/>
                <a:ext cx="571500" cy="203595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300" y="3662973"/>
                <a:ext cx="571500" cy="203595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239000" y="3352800"/>
                <a:ext cx="1563826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27432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352800"/>
                <a:ext cx="1563826" cy="215444"/>
              </a:xfrm>
              <a:prstGeom prst="rect">
                <a:avLst/>
              </a:prstGeom>
              <a:blipFill>
                <a:blip r:embed="rId20"/>
                <a:stretch>
                  <a:fillRect l="-2317" b="-52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5088310" y="3356572"/>
                <a:ext cx="2077300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27432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310" y="3356572"/>
                <a:ext cx="2077300" cy="215444"/>
              </a:xfrm>
              <a:prstGeom prst="rect">
                <a:avLst/>
              </a:prstGeom>
              <a:blipFill>
                <a:blip r:embed="rId21"/>
                <a:stretch>
                  <a:fillRect l="-1458" b="-52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3317931" y="2762041"/>
                <a:ext cx="2660537" cy="276999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27432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931" y="2762041"/>
                <a:ext cx="2660537" cy="276999"/>
              </a:xfrm>
              <a:prstGeom prst="rect">
                <a:avLst/>
              </a:prstGeom>
              <a:blipFill>
                <a:blip r:embed="rId22"/>
                <a:stretch>
                  <a:fillRect l="-1831" b="-869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695663"/>
      </p:ext>
    </p:extLst>
  </p:cSld>
  <p:clrMapOvr>
    <a:masterClrMapping/>
  </p:clrMapOvr>
  <p:transition>
    <p:dissolv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תת-פקודות של פקודות מורכבות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הגדרות רקורסיביות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A7F926B5-663A-4127-A287-7B83208B40AD}" type="datetime8">
              <a:rPr lang="he-IL" smtClean="0"/>
              <a:pPr algn="l" rtl="0"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/>
              <a:pPr rtl="0"/>
              <a:t>46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2172" y="1501947"/>
                <a:ext cx="8878478" cy="74603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buNone/>
                  <a:tabLst>
                    <a:tab pos="286226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𝑠𝑢𝑏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;</m:t>
                    </m:r>
                    <m:r>
                      <a:rPr lang="en-US" sz="2000" i="1" dirty="0" smtClean="0"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≔</m:t>
                    </m:r>
                  </m:oMath>
                </a14:m>
                <a:endParaRPr lang="en-US" sz="2000" i="1">
                  <a:latin typeface="Cambria Math"/>
                </a:endParaRPr>
              </a:p>
              <a:p>
                <a:pPr algn="l" rtl="0">
                  <a:spcBef>
                    <a:spcPts val="3000"/>
                  </a:spcBef>
                  <a:buNone/>
                  <a:tabLst>
                    <a:tab pos="28622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m:rPr>
                              <m:nor/>
                            </m:rPr>
                            <a:rPr lang="en-US" sz="2000" b="0" i="0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;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baseline="-25000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a:rPr lang="he-IL" sz="20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𝑠𝑢𝑏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𝑠𝑡𝑚𝑡</m:t>
                              </m:r>
                              <m:r>
                                <a:rPr lang="en-US" sz="2000" i="1" baseline="-25000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dirty="0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 dirty="0">
                                  <a:solidFill>
                                    <a:srgbClr val="151AE1"/>
                                  </a:solidFill>
                                  <a:latin typeface="Consolas" panose="020B0609020204030204" pitchFamily="49" charset="0"/>
                                  <a:cs typeface="Consolas" panose="020B0609020204030204" pitchFamily="49" charset="0"/>
                                </a:rPr>
                                <m:t>exit</m:t>
                              </m:r>
                            </m:e>
                          </m:d>
                        </m:e>
                      </m:d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  </m:t>
                      </m:r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∪</m:t>
                      </m:r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𝑠𝑢𝑏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2000" i="1" baseline="-25000" dirty="0">
                          <a:solidFill>
                            <a:srgbClr val="151AE1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rgbClr val="151AE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72" y="1501947"/>
                <a:ext cx="8878478" cy="7460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1"/>
          <p:cNvSpPr/>
          <p:nvPr/>
        </p:nvSpPr>
        <p:spPr>
          <a:xfrm>
            <a:off x="2268736" y="5315988"/>
            <a:ext cx="779264" cy="370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52729"/>
                </a:lnTo>
                <a:lnTo>
                  <a:pt x="779264" y="252729"/>
                </a:lnTo>
                <a:lnTo>
                  <a:pt x="779264" y="370858"/>
                </a:lnTo>
              </a:path>
            </a:pathLst>
          </a:custGeom>
          <a:noFill/>
          <a:ln w="19050"/>
        </p:spPr>
        <p:style>
          <a:lnRef idx="2">
            <a:schemeClr val="accent2">
              <a:tint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8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13" name="Freeform 12"/>
          <p:cNvSpPr/>
          <p:nvPr/>
        </p:nvSpPr>
        <p:spPr>
          <a:xfrm>
            <a:off x="1486319" y="5314463"/>
            <a:ext cx="779264" cy="370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779264" y="0"/>
                </a:moveTo>
                <a:lnTo>
                  <a:pt x="779264" y="252729"/>
                </a:lnTo>
                <a:lnTo>
                  <a:pt x="0" y="252729"/>
                </a:lnTo>
                <a:lnTo>
                  <a:pt x="0" y="370858"/>
                </a:lnTo>
              </a:path>
            </a:pathLst>
          </a:custGeom>
          <a:noFill/>
          <a:ln w="19050"/>
        </p:spPr>
        <p:style>
          <a:lnRef idx="2">
            <a:schemeClr val="accent2">
              <a:tint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8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14" name="Freeform 13"/>
          <p:cNvSpPr/>
          <p:nvPr/>
        </p:nvSpPr>
        <p:spPr>
          <a:xfrm>
            <a:off x="4616981" y="3406947"/>
            <a:ext cx="1558528" cy="370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52729"/>
                </a:lnTo>
                <a:lnTo>
                  <a:pt x="1558528" y="252729"/>
                </a:lnTo>
                <a:lnTo>
                  <a:pt x="1558528" y="370858"/>
                </a:lnTo>
              </a:path>
            </a:pathLst>
          </a:custGeom>
          <a:noFill/>
          <a:ln w="19050"/>
        </p:spPr>
        <p:style>
          <a:lnRef idx="2">
            <a:schemeClr val="accent2">
              <a:tint val="99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15" name="Freeform 14"/>
          <p:cNvSpPr/>
          <p:nvPr/>
        </p:nvSpPr>
        <p:spPr>
          <a:xfrm>
            <a:off x="3051458" y="4370384"/>
            <a:ext cx="779264" cy="370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52729"/>
                </a:lnTo>
                <a:lnTo>
                  <a:pt x="779264" y="252729"/>
                </a:lnTo>
                <a:lnTo>
                  <a:pt x="779264" y="370858"/>
                </a:lnTo>
              </a:path>
            </a:pathLst>
          </a:custGeom>
          <a:noFill/>
          <a:ln w="19050"/>
        </p:spPr>
        <p:style>
          <a:lnRef idx="2">
            <a:schemeClr val="accent2">
              <a:tint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8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16" name="Freeform 15"/>
          <p:cNvSpPr/>
          <p:nvPr/>
        </p:nvSpPr>
        <p:spPr>
          <a:xfrm>
            <a:off x="2272194" y="4370384"/>
            <a:ext cx="779264" cy="370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779264" y="0"/>
                </a:moveTo>
                <a:lnTo>
                  <a:pt x="779264" y="252729"/>
                </a:lnTo>
                <a:lnTo>
                  <a:pt x="0" y="252729"/>
                </a:lnTo>
                <a:lnTo>
                  <a:pt x="0" y="370858"/>
                </a:lnTo>
              </a:path>
            </a:pathLst>
          </a:custGeom>
          <a:noFill/>
          <a:ln w="19050"/>
        </p:spPr>
        <p:style>
          <a:lnRef idx="2">
            <a:schemeClr val="accent2">
              <a:tint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8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17" name="Freeform 16"/>
          <p:cNvSpPr/>
          <p:nvPr/>
        </p:nvSpPr>
        <p:spPr>
          <a:xfrm>
            <a:off x="3058453" y="3406947"/>
            <a:ext cx="1558528" cy="370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558528" y="0"/>
                </a:moveTo>
                <a:lnTo>
                  <a:pt x="1558528" y="252729"/>
                </a:lnTo>
                <a:lnTo>
                  <a:pt x="0" y="252729"/>
                </a:lnTo>
                <a:lnTo>
                  <a:pt x="0" y="370858"/>
                </a:lnTo>
              </a:path>
            </a:pathLst>
          </a:custGeom>
          <a:noFill/>
          <a:ln w="19050"/>
        </p:spPr>
        <p:style>
          <a:lnRef idx="2">
            <a:schemeClr val="accent2">
              <a:tint val="99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19" name="Oval 18"/>
          <p:cNvSpPr/>
          <p:nvPr/>
        </p:nvSpPr>
        <p:spPr>
          <a:xfrm>
            <a:off x="4285138" y="3007649"/>
            <a:ext cx="708931" cy="554788"/>
          </a:xfrm>
          <a:prstGeom prst="ellipse">
            <a:avLst/>
          </a:prstGeom>
          <a:ln w="19050"/>
        </p:spPr>
        <p:style>
          <a:lnRef idx="2">
            <a:schemeClr val="accent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6586" tIns="126586" rIns="126586" bIns="126586" numCol="1" spcCol="1270" anchor="ctr" anchorCtr="0">
            <a:noAutofit/>
          </a:bodyPr>
          <a:lstStyle/>
          <a:p>
            <a:pPr lvl="0" algn="ctr" defTabSz="1200150" rtl="0">
              <a:spcBef>
                <a:spcPct val="0"/>
              </a:spcBef>
            </a:pPr>
            <a:r>
              <a:rPr lang="en-US" sz="270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</p:txBody>
      </p:sp>
      <p:sp>
        <p:nvSpPr>
          <p:cNvPr id="21" name="Oval 20"/>
          <p:cNvSpPr/>
          <p:nvPr/>
        </p:nvSpPr>
        <p:spPr>
          <a:xfrm>
            <a:off x="2707613" y="3798594"/>
            <a:ext cx="708931" cy="554788"/>
          </a:xfrm>
          <a:prstGeom prst="ellipse">
            <a:avLst/>
          </a:prstGeom>
          <a:ln w="19050"/>
        </p:spPr>
        <p:style>
          <a:lnRef idx="2">
            <a:schemeClr val="accent2">
              <a:tint val="99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6586" tIns="126586" rIns="126586" bIns="126586" numCol="1" spcCol="1270" anchor="ctr" anchorCtr="0">
            <a:noAutofit/>
          </a:bodyPr>
          <a:lstStyle/>
          <a:p>
            <a:pPr lvl="0" algn="ctr" defTabSz="1200150" rtl="0">
              <a:spcBef>
                <a:spcPct val="0"/>
              </a:spcBef>
            </a:pPr>
            <a:r>
              <a:rPr lang="en-US" sz="2700" kern="120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/>
              <p:cNvSpPr/>
              <p:nvPr/>
            </p:nvSpPr>
            <p:spPr>
              <a:xfrm>
                <a:off x="883167" y="5702323"/>
                <a:ext cx="1206304" cy="669195"/>
              </a:xfrm>
              <a:prstGeom prst="ellipse">
                <a:avLst/>
              </a:prstGeom>
              <a:ln w="19050"/>
            </p:spPr>
            <p:style>
              <a:lnRef idx="2">
                <a:schemeClr val="accent2">
                  <a:tint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26586" tIns="126586" rIns="126586" bIns="126586" numCol="1" spcCol="1270" anchor="ctr" anchorCtr="0">
                <a:noAutofit/>
              </a:bodyPr>
              <a:lstStyle/>
              <a:p>
                <a:pPr lvl="0" algn="ctr" defTabSz="1200150" rtl="0"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kern="12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Oval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67" y="5702323"/>
                <a:ext cx="1206304" cy="6691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/>
              <p:cNvSpPr/>
              <p:nvPr/>
            </p:nvSpPr>
            <p:spPr>
              <a:xfrm>
                <a:off x="2455301" y="5685321"/>
                <a:ext cx="1206304" cy="669195"/>
              </a:xfrm>
              <a:prstGeom prst="ellipse">
                <a:avLst/>
              </a:prstGeom>
              <a:ln w="19050"/>
            </p:spPr>
            <p:style>
              <a:lnRef idx="2">
                <a:schemeClr val="accent2">
                  <a:tint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26586" tIns="126586" rIns="126586" bIns="126586" numCol="1" spcCol="1270" anchor="ctr" anchorCtr="0">
                <a:noAutofit/>
              </a:bodyPr>
              <a:lstStyle/>
              <a:p>
                <a:pPr lvl="0" algn="ctr" defTabSz="1200150" rtl="0"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kern="12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Oval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301" y="5685321"/>
                <a:ext cx="1206304" cy="66919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1926448" y="4742673"/>
            <a:ext cx="708931" cy="554788"/>
          </a:xfrm>
          <a:prstGeom prst="ellipse">
            <a:avLst/>
          </a:prstGeom>
          <a:ln w="19050"/>
        </p:spPr>
        <p:style>
          <a:lnRef idx="2">
            <a:schemeClr val="accent2">
              <a:tint val="99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6586" tIns="126586" rIns="126586" bIns="126586" numCol="1" spcCol="1270" anchor="ctr" anchorCtr="0">
            <a:noAutofit/>
          </a:bodyPr>
          <a:lstStyle/>
          <a:p>
            <a:pPr lvl="0" algn="ctr" defTabSz="1200150" rtl="0">
              <a:spcBef>
                <a:spcPct val="0"/>
              </a:spcBef>
            </a:pPr>
            <a:r>
              <a:rPr lang="en-US" sz="2700" kern="120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/>
              <p:cNvSpPr/>
              <p:nvPr/>
            </p:nvSpPr>
            <p:spPr>
              <a:xfrm>
                <a:off x="3234565" y="4753631"/>
                <a:ext cx="1206304" cy="669195"/>
              </a:xfrm>
              <a:prstGeom prst="ellipse">
                <a:avLst/>
              </a:prstGeom>
              <a:ln w="19050"/>
            </p:spPr>
            <p:style>
              <a:lnRef idx="2">
                <a:schemeClr val="accent2">
                  <a:tint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26586" tIns="126586" rIns="126586" bIns="126586" numCol="1" spcCol="1270" anchor="ctr" anchorCtr="0">
                <a:noAutofit/>
              </a:bodyPr>
              <a:lstStyle/>
              <a:p>
                <a:pPr lvl="0" algn="ctr" defTabSz="1200150" rtl="0"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kern="12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Oval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65" y="4753631"/>
                <a:ext cx="1206304" cy="66919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5572357" y="3794060"/>
                <a:ext cx="1206304" cy="669195"/>
              </a:xfrm>
              <a:prstGeom prst="ellipse">
                <a:avLst/>
              </a:prstGeom>
              <a:ln w="19050"/>
            </p:spPr>
            <p:style>
              <a:lnRef idx="2">
                <a:schemeClr val="accent2">
                  <a:tint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26586" tIns="126586" rIns="126586" bIns="126586" numCol="1" spcCol="1270" anchor="ctr" anchorCtr="0">
                <a:noAutofit/>
              </a:bodyPr>
              <a:lstStyle/>
              <a:p>
                <a:pPr lvl="0" algn="ctr" defTabSz="1200150" rtl="0"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kern="120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kern="12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357" y="3794060"/>
                <a:ext cx="1206304" cy="66919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5119137" y="3256720"/>
                <a:ext cx="1068818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137" y="3256720"/>
                <a:ext cx="1068818" cy="215444"/>
              </a:xfrm>
              <a:prstGeom prst="rect">
                <a:avLst/>
              </a:prstGeom>
              <a:blipFill>
                <a:blip r:embed="rId7"/>
                <a:stretch>
                  <a:fillRect r="-562" b="-25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314277" y="3253996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277" y="3253996"/>
                <a:ext cx="555344" cy="215444"/>
              </a:xfrm>
              <a:prstGeom prst="rect">
                <a:avLst/>
              </a:prstGeom>
              <a:blipFill>
                <a:blip r:embed="rId8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6963499" y="3253996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499" y="3253996"/>
                <a:ext cx="403187" cy="215444"/>
              </a:xfrm>
              <a:prstGeom prst="rect">
                <a:avLst/>
              </a:prstGeom>
              <a:blipFill>
                <a:blip r:embed="rId9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229767" y="2949747"/>
                <a:ext cx="1582292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767" y="2949747"/>
                <a:ext cx="1582292" cy="215444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5079077" y="2953519"/>
                <a:ext cx="2095766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077" y="2953519"/>
                <a:ext cx="2095766" cy="215444"/>
              </a:xfrm>
              <a:prstGeom prst="rect">
                <a:avLst/>
              </a:prstGeom>
              <a:blipFill>
                <a:blip r:embed="rId11"/>
                <a:stretch>
                  <a:fillRect b="-52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3317931" y="2511388"/>
                <a:ext cx="2660537" cy="276999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27432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931" y="2511388"/>
                <a:ext cx="2660537" cy="276999"/>
              </a:xfrm>
              <a:prstGeom prst="rect">
                <a:avLst/>
              </a:prstGeom>
              <a:blipFill>
                <a:blip r:embed="rId12"/>
                <a:stretch>
                  <a:fillRect l="-1831" b="-1111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6554563" y="4515961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563" y="4515961"/>
                <a:ext cx="555344" cy="215444"/>
              </a:xfrm>
              <a:prstGeom prst="rect">
                <a:avLst/>
              </a:prstGeom>
              <a:blipFill>
                <a:blip r:embed="rId13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204434" y="4514563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434" y="4514563"/>
                <a:ext cx="403187" cy="215444"/>
              </a:xfrm>
              <a:prstGeom prst="rect">
                <a:avLst/>
              </a:prstGeom>
              <a:blipFill>
                <a:blip r:embed="rId14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388385" y="5392869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385" y="5392869"/>
                <a:ext cx="555344" cy="215444"/>
              </a:xfrm>
              <a:prstGeom prst="rect">
                <a:avLst/>
              </a:prstGeom>
              <a:blipFill>
                <a:blip r:embed="rId15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5038256" y="5391471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256" y="5391471"/>
                <a:ext cx="403187" cy="215444"/>
              </a:xfrm>
              <a:prstGeom prst="rect">
                <a:avLst/>
              </a:prstGeom>
              <a:blipFill>
                <a:blip r:embed="rId16"/>
                <a:stretch>
                  <a:fillRect l="-142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3424622" y="6369898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622" y="6369898"/>
                <a:ext cx="555344" cy="215444"/>
              </a:xfrm>
              <a:prstGeom prst="rect">
                <a:avLst/>
              </a:prstGeom>
              <a:blipFill>
                <a:blip r:embed="rId17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4074493" y="6368500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493" y="6368500"/>
                <a:ext cx="403187" cy="215444"/>
              </a:xfrm>
              <a:prstGeom prst="rect">
                <a:avLst/>
              </a:prstGeom>
              <a:blipFill>
                <a:blip r:embed="rId18"/>
                <a:stretch>
                  <a:fillRect l="-142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1405207" y="6418863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207" y="6418863"/>
                <a:ext cx="555344" cy="215444"/>
              </a:xfrm>
              <a:prstGeom prst="rect">
                <a:avLst/>
              </a:prstGeom>
              <a:blipFill>
                <a:blip r:embed="rId19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2055078" y="6417465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078" y="6417465"/>
                <a:ext cx="403187" cy="215444"/>
              </a:xfrm>
              <a:prstGeom prst="rect">
                <a:avLst/>
              </a:prstGeom>
              <a:blipFill>
                <a:blip r:embed="rId14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534394" y="4765941"/>
                <a:ext cx="1068818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94" y="4765941"/>
                <a:ext cx="1068818" cy="215444"/>
              </a:xfrm>
              <a:prstGeom prst="rect">
                <a:avLst/>
              </a:prstGeom>
              <a:blipFill>
                <a:blip r:embed="rId20"/>
                <a:stretch>
                  <a:fillRect r="-562" b="-52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542546" y="5076094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6" y="5076094"/>
                <a:ext cx="555344" cy="215444"/>
              </a:xfrm>
              <a:prstGeom prst="rect">
                <a:avLst/>
              </a:prstGeom>
              <a:blipFill>
                <a:blip r:embed="rId17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1191768" y="5076094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768" y="5076094"/>
                <a:ext cx="403187" cy="215444"/>
              </a:xfrm>
              <a:prstGeom prst="rect">
                <a:avLst/>
              </a:prstGeom>
              <a:blipFill>
                <a:blip r:embed="rId21"/>
                <a:stretch>
                  <a:fillRect l="-289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279990" y="3558850"/>
                <a:ext cx="1615955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90" y="3558850"/>
                <a:ext cx="1615955" cy="215444"/>
              </a:xfrm>
              <a:prstGeom prst="rect">
                <a:avLst/>
              </a:prstGeom>
              <a:blipFill>
                <a:blip r:embed="rId22"/>
                <a:stretch>
                  <a:fillRect b="-52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769188" y="3881650"/>
                <a:ext cx="1102481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572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400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88" y="3881650"/>
                <a:ext cx="1102481" cy="215444"/>
              </a:xfrm>
              <a:prstGeom prst="rect">
                <a:avLst/>
              </a:prstGeom>
              <a:blipFill>
                <a:blip r:embed="rId23"/>
                <a:stretch>
                  <a:fillRect r="-543" b="-10526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2022559" y="3916297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559" y="3916297"/>
                <a:ext cx="403187" cy="215444"/>
              </a:xfrm>
              <a:prstGeom prst="rect">
                <a:avLst/>
              </a:prstGeom>
              <a:blipFill>
                <a:blip r:embed="rId24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2040207" y="3565780"/>
                <a:ext cx="536878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0" tIns="0" rIns="27432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400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07" y="3565780"/>
                <a:ext cx="536878" cy="215444"/>
              </a:xfrm>
              <a:prstGeom prst="rect">
                <a:avLst/>
              </a:prstGeom>
              <a:blipFill>
                <a:blip r:embed="rId25"/>
                <a:stretch>
                  <a:fillRect l="-6593" b="-2632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643348"/>
      </p:ext>
    </p:extLst>
  </p:cSld>
  <p:clrMapOvr>
    <a:masterClrMapping/>
  </p:clrMapOvr>
  <p:transition>
    <p:dissolv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תת-פקודות של פקודות מורכבות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הגדרות רקורסיביות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810500" y="6869589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47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04800" y="1235620"/>
                <a:ext cx="8878478" cy="124745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tabLst>
                    <a:tab pos="28622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𝑠𝑢𝑏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 </m:t>
                          </m:r>
                          <m:limUpp>
                            <m:limUp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groupChr>
                                <m:groupChrPr>
                                  <m:chr m:val="⏞"/>
                                  <m:pos m:val="top"/>
                                  <m:vertJc m:val="bot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if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sym typeface="MT Extra"/>
                                    </a:rPr>
                                    <m:t>⋯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fi</m:t>
                                  </m:r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cond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cmd</m:t>
                              </m:r>
                            </m:lim>
                          </m:limUpp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:= </m:t>
                      </m:r>
                    </m:oMath>
                  </m:oMathPara>
                </a14:m>
                <a:endParaRPr lang="en-US" sz="2000" dirty="0"/>
              </a:p>
              <a:p>
                <a:pPr algn="l" rtl="0">
                  <a:spcBef>
                    <a:spcPts val="1800"/>
                  </a:spcBef>
                  <a:buNone/>
                  <a:tabLst>
                    <a:tab pos="339725" algn="l"/>
                  </a:tabLst>
                </a:pPr>
                <a:r>
                  <a:rPr lang="en-US" sz="2000" dirty="0">
                    <a:solidFill>
                      <a:srgbClr val="151AE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cond</m:t>
                        </m:r>
                        <m:r>
                          <m:rPr>
                            <m:nor/>
                          </m:rPr>
                          <a:rPr lang="en-US" sz="2000" i="0" dirty="0" err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i="0" dirty="0" err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cmd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151AE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exit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𝑠𝑢𝑏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𝑠𝑡𝑚𝑡</m:t>
                        </m:r>
                        <m:r>
                          <a:rPr lang="en-US" sz="2000" i="1" baseline="-25000" dirty="0">
                            <a:solidFill>
                              <a:srgbClr val="151AE1"/>
                            </a:solidFill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sym typeface="MT Extra"/>
                      </a:rPr>
                      <m:t>⋯</m:t>
                    </m:r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𝑠𝑢𝑏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solidFill>
                          <a:srgbClr val="151AE1"/>
                        </a:solidFill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err="1" smtClean="0">
                        <a:solidFill>
                          <a:srgbClr val="151AE1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151AE1"/>
                  </a:solidFill>
                  <a:latin typeface="cmr1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235620"/>
                <a:ext cx="8878478" cy="1247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/>
              <p:cNvGraphicFramePr/>
              <p:nvPr>
                <p:extLst>
                  <p:ext uri="{D42A27DB-BD31-4B8C-83A1-F6EECF244321}">
                    <p14:modId xmlns:p14="http://schemas.microsoft.com/office/powerpoint/2010/main" val="1975466066"/>
                  </p:ext>
                </p:extLst>
              </p:nvPr>
            </p:nvGraphicFramePr>
            <p:xfrm>
              <a:off x="1219200" y="3643789"/>
              <a:ext cx="6096000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Diagram 4"/>
              <p:cNvGraphicFramePr/>
              <p:nvPr>
                <p:extLst>
                  <p:ext uri="{D42A27DB-BD31-4B8C-83A1-F6EECF244321}">
                    <p14:modId xmlns:p14="http://schemas.microsoft.com/office/powerpoint/2010/main" val="1975466066"/>
                  </p:ext>
                </p:extLst>
              </p:nvPr>
            </p:nvGraphicFramePr>
            <p:xfrm>
              <a:off x="1219200" y="3643789"/>
              <a:ext cx="6096000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112317" y="5738232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317" y="5738232"/>
                <a:ext cx="555344" cy="215444"/>
              </a:xfrm>
              <a:prstGeom prst="rect">
                <a:avLst/>
              </a:prstGeom>
              <a:blipFill>
                <a:blip r:embed="rId12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762188" y="5736834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188" y="5736834"/>
                <a:ext cx="403187" cy="215444"/>
              </a:xfrm>
              <a:prstGeom prst="rect">
                <a:avLst/>
              </a:prstGeom>
              <a:blipFill>
                <a:blip r:embed="rId13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792440" y="6483811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440" y="6483811"/>
                <a:ext cx="555344" cy="215444"/>
              </a:xfrm>
              <a:prstGeom prst="rect">
                <a:avLst/>
              </a:prstGeom>
              <a:blipFill>
                <a:blip r:embed="rId14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442311" y="6482413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311" y="6482413"/>
                <a:ext cx="403187" cy="215444"/>
              </a:xfrm>
              <a:prstGeom prst="rect">
                <a:avLst/>
              </a:prstGeom>
              <a:blipFill>
                <a:blip r:embed="rId15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878639" y="6482413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639" y="6482413"/>
                <a:ext cx="555344" cy="215444"/>
              </a:xfrm>
              <a:prstGeom prst="rect">
                <a:avLst/>
              </a:prstGeom>
              <a:blipFill>
                <a:blip r:embed="rId16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528510" y="6481015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510" y="6481015"/>
                <a:ext cx="403187" cy="215444"/>
              </a:xfrm>
              <a:prstGeom prst="rect">
                <a:avLst/>
              </a:prstGeom>
              <a:blipFill>
                <a:blip r:embed="rId17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946681" y="4742969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681" y="4742969"/>
                <a:ext cx="555344" cy="215444"/>
              </a:xfrm>
              <a:prstGeom prst="rect">
                <a:avLst/>
              </a:prstGeom>
              <a:blipFill>
                <a:blip r:embed="rId18"/>
                <a:stretch>
                  <a:fillRect r="-2128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67214" y="4742969"/>
                <a:ext cx="36653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214" y="4742969"/>
                <a:ext cx="366534" cy="215444"/>
              </a:xfrm>
              <a:prstGeom prst="rect">
                <a:avLst/>
              </a:prstGeom>
              <a:blipFill>
                <a:blip r:embed="rId19"/>
                <a:stretch>
                  <a:fillRect l="-6349" r="-4762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29650" y="4736962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650" y="4736962"/>
                <a:ext cx="555344" cy="215444"/>
              </a:xfrm>
              <a:prstGeom prst="rect">
                <a:avLst/>
              </a:prstGeom>
              <a:blipFill>
                <a:blip r:embed="rId20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329650" y="4495206"/>
                <a:ext cx="3350661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fi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650" y="4495206"/>
                <a:ext cx="3350661" cy="215444"/>
              </a:xfrm>
              <a:prstGeom prst="rect">
                <a:avLst/>
              </a:prstGeom>
              <a:blipFill>
                <a:blip r:embed="rId21"/>
                <a:stretch>
                  <a:fillRect b="-12821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045693" y="3746203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693" y="3746203"/>
                <a:ext cx="555344" cy="215444"/>
              </a:xfrm>
              <a:prstGeom prst="rect">
                <a:avLst/>
              </a:prstGeom>
              <a:blipFill>
                <a:blip r:embed="rId14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414513" y="3735350"/>
                <a:ext cx="36653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13" y="3735350"/>
                <a:ext cx="366534" cy="215444"/>
              </a:xfrm>
              <a:prstGeom prst="rect">
                <a:avLst/>
              </a:prstGeom>
              <a:blipFill>
                <a:blip r:embed="rId19"/>
                <a:stretch>
                  <a:fillRect l="-6349" r="-4762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62200" y="3732546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732546"/>
                <a:ext cx="555344" cy="215444"/>
              </a:xfrm>
              <a:prstGeom prst="rect">
                <a:avLst/>
              </a:prstGeom>
              <a:blipFill>
                <a:blip r:embed="rId22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362200" y="3384775"/>
                <a:ext cx="3213508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fi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384775"/>
                <a:ext cx="3213508" cy="215444"/>
              </a:xfrm>
              <a:prstGeom prst="rect">
                <a:avLst/>
              </a:prstGeom>
              <a:blipFill>
                <a:blip r:embed="rId23"/>
                <a:stretch>
                  <a:fillRect b="-12821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730103" y="3758545"/>
                <a:ext cx="55534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103" y="3758545"/>
                <a:ext cx="555344" cy="215444"/>
              </a:xfrm>
              <a:prstGeom prst="rect">
                <a:avLst/>
              </a:prstGeom>
              <a:blipFill>
                <a:blip r:embed="rId24"/>
                <a:stretch>
                  <a:fillRect r="-1064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362200" y="3048000"/>
                <a:ext cx="589225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140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he-IL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fi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∷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fi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048000"/>
                <a:ext cx="5892254" cy="215444"/>
              </a:xfrm>
              <a:prstGeom prst="rect">
                <a:avLst/>
              </a:prstGeom>
              <a:blipFill>
                <a:blip r:embed="rId25"/>
                <a:stretch>
                  <a:fillRect b="-1578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524661" y="1619926"/>
                <a:ext cx="2322367" cy="129266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en-US" sz="120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he-IL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fi</m:t>
                    </m:r>
                  </m:oMath>
                </a14:m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  </a:t>
                </a:r>
              </a:p>
              <a:p>
                <a:pPr algn="l" rtl="0"/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sz="120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120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661" y="1619926"/>
                <a:ext cx="2322367" cy="129266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992160"/>
      </p:ext>
    </p:extLst>
  </p:cSld>
  <p:clrMapOvr>
    <a:masterClrMapping/>
  </p:clrMapOvr>
  <p:transition>
    <p:dissolv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תת-פקודות של פקודות מורכבות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הגדרות רקורסיביות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2172" y="1752600"/>
                <a:ext cx="8878478" cy="74603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buNone/>
                  <a:tabLst>
                    <a:tab pos="286226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𝑠𝑢𝑏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;</m:t>
                    </m:r>
                    <m:r>
                      <a:rPr lang="en-US" sz="2000" i="1" dirty="0" smtClean="0"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≔</m:t>
                    </m:r>
                  </m:oMath>
                </a14:m>
                <a:endParaRPr lang="en-US" sz="2000" i="1">
                  <a:latin typeface="Cambria Math"/>
                </a:endParaRPr>
              </a:p>
              <a:p>
                <a:pPr algn="l" rtl="0">
                  <a:spcBef>
                    <a:spcPts val="3000"/>
                  </a:spcBef>
                  <a:buNone/>
                  <a:tabLst>
                    <a:tab pos="28622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m:rPr>
                              <m:nor/>
                            </m:rPr>
                            <a:rPr lang="en-US" sz="2000" b="0" i="0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;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baseline="-25000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a:rPr lang="he-IL" sz="20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𝑠𝑢𝑏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𝑠𝑡𝑚𝑡</m:t>
                              </m:r>
                              <m:r>
                                <a:rPr lang="en-US" sz="2000" i="1" baseline="-25000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dirty="0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 dirty="0">
                                  <a:solidFill>
                                    <a:srgbClr val="151AE1"/>
                                  </a:solidFill>
                                  <a:latin typeface="Consolas" panose="020B0609020204030204" pitchFamily="49" charset="0"/>
                                  <a:cs typeface="Consolas" panose="020B0609020204030204" pitchFamily="49" charset="0"/>
                                </a:rPr>
                                <m:t>exit</m:t>
                              </m:r>
                            </m:e>
                          </m:d>
                        </m:e>
                      </m:d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  </m:t>
                      </m:r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∪</m:t>
                      </m:r>
                      <m:r>
                        <a:rPr lang="en-US" sz="20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𝑠𝑢𝑏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2000" i="1" baseline="-25000" dirty="0">
                          <a:solidFill>
                            <a:srgbClr val="151AE1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000" i="1" dirty="0">
                          <a:solidFill>
                            <a:srgbClr val="151AE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rgbClr val="151AE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72" y="1752600"/>
                <a:ext cx="8878478" cy="7460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2172" y="3183068"/>
                <a:ext cx="8878478" cy="124745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tabLst>
                    <a:tab pos="28622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𝑠𝑢𝑏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 </m:t>
                          </m:r>
                          <m:limUpp>
                            <m:limUp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groupChr>
                                <m:groupChrPr>
                                  <m:chr m:val="⏞"/>
                                  <m:pos m:val="top"/>
                                  <m:vertJc m:val="bot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if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sym typeface="MT Extra"/>
                                    </a:rPr>
                                    <m:t>⋯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fi</m:t>
                                  </m:r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cond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cmd</m:t>
                              </m:r>
                            </m:lim>
                          </m:limUpp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:= </m:t>
                      </m:r>
                    </m:oMath>
                  </m:oMathPara>
                </a14:m>
                <a:endParaRPr lang="en-US" sz="2000"/>
              </a:p>
              <a:p>
                <a:pPr algn="l" rtl="0">
                  <a:spcBef>
                    <a:spcPts val="1800"/>
                  </a:spcBef>
                  <a:buNone/>
                  <a:tabLst>
                    <a:tab pos="339725" algn="l"/>
                  </a:tabLst>
                </a:pPr>
                <a:r>
                  <a:rPr lang="en-US" sz="2000">
                    <a:solidFill>
                      <a:srgbClr val="151AE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cond</m:t>
                        </m:r>
                        <m:r>
                          <m:rPr>
                            <m:nor/>
                          </m:rPr>
                          <a:rPr lang="en-US" sz="2000" i="0" dirty="0" err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i="0" dirty="0" err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cmd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151AE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exit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𝑠𝑢𝑏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𝑠𝑡𝑚𝑡</m:t>
                        </m:r>
                        <m:r>
                          <a:rPr lang="en-US" sz="2000" i="1" baseline="-25000" dirty="0">
                            <a:solidFill>
                              <a:srgbClr val="151AE1"/>
                            </a:solidFill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sym typeface="MT Extra"/>
                      </a:rPr>
                      <m:t>⋯</m:t>
                    </m:r>
                    <m:r>
                      <a:rPr lang="en-US" sz="2000" b="0" i="1" dirty="0" smtClean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𝑠𝑢𝑏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solidFill>
                          <a:srgbClr val="151AE1"/>
                        </a:solidFill>
                        <a:latin typeface="Cambria Math"/>
                      </a:rPr>
                      <m:t>𝑠𝑡𝑚𝑡</m:t>
                    </m:r>
                    <m:r>
                      <a:rPr lang="en-US" sz="2000" i="1" baseline="-25000" dirty="0" err="1" smtClean="0">
                        <a:solidFill>
                          <a:srgbClr val="151AE1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151AE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000">
                  <a:solidFill>
                    <a:srgbClr val="151AE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72" y="3183068"/>
                <a:ext cx="8878478" cy="1247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2172" y="5025921"/>
                <a:ext cx="8880764" cy="12952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tabLst>
                    <a:tab pos="28622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𝑠𝑢𝑏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Upp>
                            <m:limUp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groupChr>
                                <m:groupChrPr>
                                  <m:chr m:val="⏞"/>
                                  <m:pos m:val="top"/>
                                  <m:vertJc m:val="bot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do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sym typeface="MT Extra"/>
                                    </a:rPr>
                                    <m:t>⋯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od</m:t>
                                  </m:r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loop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cmd</m:t>
                              </m:r>
                            </m:lim>
                          </m:limUpp>
                        </m:e>
                      </m:d>
                      <m:r>
                        <a:rPr lang="en-US" sz="2000" i="1" dirty="0" smtClean="0">
                          <a:latin typeface="Cambria Math"/>
                        </a:rPr>
                        <m:t> := </m:t>
                      </m:r>
                    </m:oMath>
                  </m:oMathPara>
                </a14:m>
                <a:endParaRPr lang="en-US" sz="2000"/>
              </a:p>
              <a:p>
                <a:pPr algn="l" rtl="0">
                  <a:spcBef>
                    <a:spcPts val="1800"/>
                  </a:spcBef>
                  <a:buNone/>
                  <a:tabLst>
                    <a:tab pos="282575" algn="l"/>
                  </a:tabLst>
                </a:pPr>
                <a:r>
                  <a:rPr lang="en-US" sz="2000">
                    <a:solidFill>
                      <a:srgbClr val="151AE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loo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cmd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i="0" dirty="0">
                            <a:solidFill>
                              <a:srgbClr val="151AE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exit</m:t>
                        </m:r>
                      </m:e>
                    </m:d>
                    <m:r>
                      <a:rPr lang="en-US" sz="2000" dirty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∪ </m:t>
                    </m:r>
                    <m:nary>
                      <m:naryPr>
                        <m:chr m:val="⋃"/>
                        <m:supHide m:val="on"/>
                        <m:ctrlPr>
                          <a:rPr lang="en-US" sz="2000" i="1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naryPr>
                      <m:sub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𝑖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=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1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,…,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𝑠𝑡𝑚𝑡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’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sz="200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loop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cmd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: </m:t>
                            </m:r>
                            <m:r>
                              <a:rPr lang="en-US" sz="2000" dirty="0" err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𝑠𝑡𝑚𝑡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’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∈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𝑠𝑢𝑏</m:t>
                            </m:r>
                            <m:d>
                              <m:dPr>
                                <m:ctrlPr>
                                  <a:rPr lang="en-US" sz="2000" i="1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dirty="0" err="1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𝑠𝑡𝑚</m:t>
                                </m:r>
                                <m:sSub>
                                  <m:sSubPr>
                                    <m:ctrlPr>
                                      <a:rPr lang="en-US" sz="2000" i="1" dirty="0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dirty="0" err="1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dirty="0" err="1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∖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srgbClr val="151AE1"/>
                                    </a:solidFill>
                                    <a:latin typeface="Consolas" panose="020B0609020204030204" pitchFamily="49" charset="0"/>
                                    <a:cs typeface="Consolas" panose="020B0609020204030204" pitchFamily="49" charset="0"/>
                                  </a:rPr>
                                  <m:t>exit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>
                  <a:solidFill>
                    <a:srgbClr val="151AE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72" y="5025921"/>
                <a:ext cx="8880764" cy="12952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61727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D84B99-1766-D13E-C11C-3257B263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F3445-053B-67F1-5A39-F29B74E1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F0352-F6C9-15EC-9A92-7092823D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BC4FE-17D7-811C-DA0C-6009E3FF8F70}"/>
                  </a:ext>
                </a:extLst>
              </p:cNvPr>
              <p:cNvSpPr txBox="1"/>
              <p:nvPr/>
            </p:nvSpPr>
            <p:spPr>
              <a:xfrm>
                <a:off x="67777" y="2027510"/>
                <a:ext cx="8813817" cy="6152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buNone/>
                  <a:tabLst>
                    <a:tab pos="2862263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𝑠𝑢𝑏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600" i="1" dirty="0" smtClean="0">
                        <a:latin typeface="Cambria Math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 err="1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𝑠</m:t>
                            </m:r>
                            <m:sSub>
                              <m:sSubPr>
                                <m:ctrlP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err="1">
                                    <a:solidFill>
                                      <a:srgbClr val="151AE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’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 ]|</m:t>
                            </m:r>
                            <m: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bSup>
                              <m:sSubSupPr>
                                <m:ctrlP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1600" b="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600" b="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Sup>
                          <m:sSubSupPr>
                            <m:ctrlP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he-IL" sz="16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∈</m:t>
                        </m:r>
                        <m:r>
                          <a:rPr lang="en-US" sz="1600" i="1" dirty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𝑠𝑡</m:t>
                            </m:r>
                            <m:r>
                              <a:rPr lang="en-US" sz="1600" i="1" baseline="-25000" dirty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</m:d>
                        <m:r>
                          <a:rPr lang="en-US" sz="16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∖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600" i="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exit</m:t>
                            </m:r>
                          </m:e>
                        </m:d>
                        <m:r>
                          <a:rPr lang="en-US" sz="1600" b="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,</m:t>
                        </m:r>
                        <m:r>
                          <a:rPr lang="en-US" sz="1600" i="1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Sup>
                          <m:sSubSupPr>
                            <m:ctrlP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he-IL" sz="1600" i="1" dirty="0">
                            <a:solidFill>
                              <a:srgbClr val="151AE1"/>
                            </a:solidFill>
                            <a:latin typeface="Cambria Math"/>
                          </a:rPr>
                          <m:t>∈</m:t>
                        </m:r>
                        <m:r>
                          <a:rPr lang="en-US" sz="1600" i="1" dirty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𝑠</m:t>
                            </m:r>
                            <m:sSub>
                              <m:sSubPr>
                                <m:ctrlP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151AE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600" i="1" dirty="0">
                            <a:solidFill>
                              <a:srgbClr val="151AE1"/>
                            </a:solidFill>
                            <a:latin typeface="Cambria Math"/>
                          </a:rPr>
                          <m:t>∖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6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exit</m:t>
                            </m:r>
                          </m:e>
                        </m:d>
                      </m:e>
                    </m:d>
                    <m:r>
                      <a:rPr lang="en-US" sz="1600" b="0" i="1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 </m:t>
                    </m:r>
                    <m:r>
                      <a:rPr lang="en-US" sz="1600" b="0" i="1" dirty="0" smtClean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𝑠𝑢𝑏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(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𝑠𝑡</m:t>
                    </m:r>
                    <m:r>
                      <a:rPr lang="en-US" sz="1600" b="0" i="1" baseline="-25000" dirty="0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151AE1"/>
                    </a:solidFill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∪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𝑠𝑢𝑏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(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𝑠𝑡</m:t>
                    </m:r>
                    <m:r>
                      <a:rPr lang="en-US" sz="1600" i="1" baseline="-25000" dirty="0">
                        <a:solidFill>
                          <a:srgbClr val="151AE1"/>
                        </a:solidFill>
                        <a:latin typeface="Cambria Math"/>
                      </a:rPr>
                      <m:t>2</m:t>
                    </m:r>
                    <m:r>
                      <a:rPr lang="en-US" sz="1600" i="1" dirty="0">
                        <a:solidFill>
                          <a:srgbClr val="151AE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151AE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BC4FE-17D7-811C-DA0C-6009E3FF8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7" y="2027510"/>
                <a:ext cx="8813817" cy="6152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8">
            <a:extLst>
              <a:ext uri="{FF2B5EF4-FFF2-40B4-BE49-F238E27FC236}">
                <a16:creationId xmlns:a16="http://schemas.microsoft.com/office/drawing/2014/main" id="{417AF3F4-027B-6F8B-55D2-DB220ABB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4E0E80-2E45-3FE1-E70F-88E9335D6E4F}"/>
                  </a:ext>
                </a:extLst>
              </p:cNvPr>
              <p:cNvSpPr txBox="1"/>
              <p:nvPr/>
            </p:nvSpPr>
            <p:spPr>
              <a:xfrm>
                <a:off x="359001" y="3184554"/>
                <a:ext cx="4671810" cy="923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∧   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8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: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</m:e>
                              </m:groupCh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4E0E80-2E45-3FE1-E70F-88E9335D6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01" y="3184554"/>
                <a:ext cx="4671810" cy="923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AB4F09-4CF2-285F-EB57-DA0C8BDBABD3}"/>
                  </a:ext>
                </a:extLst>
              </p:cNvPr>
              <p:cNvSpPr txBox="1"/>
              <p:nvPr/>
            </p:nvSpPr>
            <p:spPr>
              <a:xfrm>
                <a:off x="4272567" y="3184554"/>
                <a:ext cx="4671810" cy="923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∧   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: 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</m:e>
                              </m:groupCh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AB4F09-4CF2-285F-EB57-DA0C8BDBA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567" y="3184554"/>
                <a:ext cx="4671810" cy="923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B7E62A-B981-7C18-8376-FB27C2E6A02F}"/>
                  </a:ext>
                </a:extLst>
              </p:cNvPr>
              <p:cNvSpPr txBox="1"/>
              <p:nvPr/>
            </p:nvSpPr>
            <p:spPr>
              <a:xfrm>
                <a:off x="507108" y="4787974"/>
                <a:ext cx="4671810" cy="859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B7E62A-B981-7C18-8376-FB27C2E6A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08" y="4787974"/>
                <a:ext cx="4671810" cy="8592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BCC0C-9662-C244-50D1-B80D6E6EDD12}"/>
                  </a:ext>
                </a:extLst>
              </p:cNvPr>
              <p:cNvSpPr txBox="1"/>
              <p:nvPr/>
            </p:nvSpPr>
            <p:spPr>
              <a:xfrm>
                <a:off x="4209784" y="4791862"/>
                <a:ext cx="4671810" cy="859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sz="18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BCC0C-9662-C244-50D1-B80D6E6ED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784" y="4791862"/>
                <a:ext cx="4671810" cy="8592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54711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תת-פקודות של פקודות מורכבות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הגדרות רקורסיביות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3645" y="1676400"/>
                <a:ext cx="8880764" cy="12952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spcBef>
                    <a:spcPts val="3000"/>
                  </a:spcBef>
                  <a:tabLst>
                    <a:tab pos="28622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𝑠𝑢𝑏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Upp>
                            <m:limUp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groupChr>
                                <m:groupChrPr>
                                  <m:chr m:val="⏞"/>
                                  <m:pos m:val="top"/>
                                  <m:vertJc m:val="bot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do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sym typeface="MT Extra"/>
                                    </a:rPr>
                                    <m:t>⋯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∷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𝑔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000" i="1" dirty="0" err="1">
                                      <a:latin typeface="Cambria Math"/>
                                    </a:rPr>
                                    <m:t>𝑠𝑡𝑚𝑡</m:t>
                                  </m:r>
                                  <m:r>
                                    <a:rPr lang="en-US" sz="2000" i="1" baseline="-25000" dirty="0" err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solidFill>
                                        <a:srgbClr val="FF0000"/>
                                      </a:solidFill>
                                      <a:latin typeface="Consolas" panose="020B0609020204030204" pitchFamily="49" charset="0"/>
                                      <a:cs typeface="Consolas" panose="020B0609020204030204" pitchFamily="49" charset="0"/>
                                    </a:rPr>
                                    <m:t>od</m:t>
                                  </m:r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loop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cmd</m:t>
                              </m:r>
                            </m:lim>
                          </m:limUpp>
                        </m:e>
                      </m:d>
                      <m:r>
                        <a:rPr lang="en-US" sz="2000" i="1" dirty="0" smtClean="0">
                          <a:latin typeface="Cambria Math"/>
                        </a:rPr>
                        <m:t> := </m:t>
                      </m:r>
                    </m:oMath>
                  </m:oMathPara>
                </a14:m>
                <a:endParaRPr lang="en-US" sz="2000"/>
              </a:p>
              <a:p>
                <a:pPr algn="l" rtl="0">
                  <a:spcBef>
                    <a:spcPts val="1800"/>
                  </a:spcBef>
                  <a:buNone/>
                  <a:tabLst>
                    <a:tab pos="282575" algn="l"/>
                  </a:tabLst>
                </a:pPr>
                <a:r>
                  <a:rPr lang="en-US" sz="2000">
                    <a:solidFill>
                      <a:srgbClr val="151AE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loo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cmd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i="0" dirty="0">
                            <a:solidFill>
                              <a:srgbClr val="151AE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exit</m:t>
                        </m:r>
                      </m:e>
                    </m:d>
                    <m:r>
                      <a:rPr lang="en-US" sz="2000" dirty="0">
                        <a:solidFill>
                          <a:srgbClr val="151AE1"/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∪ </m:t>
                    </m:r>
                    <m:nary>
                      <m:naryPr>
                        <m:chr m:val="⋃"/>
                        <m:supHide m:val="on"/>
                        <m:ctrlPr>
                          <a:rPr lang="en-US" sz="2000" i="1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naryPr>
                      <m:sub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𝑖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=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1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,…,</m:t>
                        </m:r>
                        <m:r>
                          <a:rPr lang="en-US" sz="20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𝑠𝑡𝑚𝑡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’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sz="200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loop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cmd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: </m:t>
                            </m:r>
                            <m:r>
                              <a:rPr lang="en-US" sz="2000" dirty="0" err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𝑠𝑡𝑚𝑡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’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∈</m:t>
                            </m:r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𝑠𝑢𝑏</m:t>
                            </m:r>
                            <m:d>
                              <m:dPr>
                                <m:ctrlPr>
                                  <a:rPr lang="en-US" sz="2000" i="1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dirty="0" err="1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𝑠𝑡𝑚</m:t>
                                </m:r>
                                <m:sSub>
                                  <m:sSubPr>
                                    <m:ctrlPr>
                                      <a:rPr lang="en-US" sz="2000" i="1" dirty="0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dirty="0" err="1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dirty="0" err="1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∖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srgbClr val="151AE1"/>
                                    </a:solidFill>
                                    <a:latin typeface="Consolas" panose="020B0609020204030204" pitchFamily="49" charset="0"/>
                                    <a:cs typeface="Consolas" panose="020B0609020204030204" pitchFamily="49" charset="0"/>
                                  </a:rPr>
                                  <m:t>exit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>
                  <a:solidFill>
                    <a:srgbClr val="151AE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45" y="1676400"/>
                <a:ext cx="8880764" cy="12952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8AF809-64F6-7047-452E-84A505C6D73B}"/>
                  </a:ext>
                </a:extLst>
              </p14:cNvPr>
              <p14:cNvContentPartPr/>
              <p14:nvPr/>
            </p14:nvContentPartPr>
            <p14:xfrm>
              <a:off x="3566280" y="2540190"/>
              <a:ext cx="561960" cy="101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8AF809-64F6-7047-452E-84A505C6D7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7280" y="2531550"/>
                <a:ext cx="579600" cy="11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7131231"/>
      </p:ext>
    </p:extLst>
  </p:cSld>
  <p:clrMapOvr>
    <a:masterClrMapping/>
  </p:clrMapOvr>
  <p:transition>
    <p:dissolv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תת-פקודות של פקודות מורכבות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הגדרות רקורסיביות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51</a:t>
            </a:fld>
            <a:endParaRPr lang="he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280DB6-2425-4049-994B-294E8FA6F9E9}"/>
              </a:ext>
            </a:extLst>
          </p:cNvPr>
          <p:cNvGrpSpPr/>
          <p:nvPr/>
        </p:nvGrpSpPr>
        <p:grpSpPr>
          <a:xfrm>
            <a:off x="263276" y="1371600"/>
            <a:ext cx="8617448" cy="1680966"/>
            <a:chOff x="132172" y="1752600"/>
            <a:chExt cx="13027969" cy="18709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32172" y="1752600"/>
                  <a:ext cx="8878478" cy="333787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l" rtl="0">
                    <a:spcBef>
                      <a:spcPts val="3000"/>
                    </a:spcBef>
                    <a:buNone/>
                    <a:tabLst>
                      <a:tab pos="2862263" algn="l"/>
                    </a:tabLst>
                  </a:pP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/>
                        </a:rPr>
                        <m:t>𝑠𝑢𝑏</m:t>
                      </m:r>
                      <m:r>
                        <a:rPr lang="en-US" sz="1200" i="1" dirty="0" smtClean="0">
                          <a:latin typeface="Cambria Math"/>
                        </a:rPr>
                        <m:t>(</m:t>
                      </m:r>
                      <m:r>
                        <a:rPr lang="en-US" sz="1200" i="1" dirty="0" smtClean="0">
                          <a:latin typeface="Cambria Math"/>
                        </a:rPr>
                        <m:t>𝑠𝑡𝑚𝑡</m:t>
                      </m:r>
                      <m:r>
                        <a:rPr lang="en-US" sz="12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12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  <m:r>
                        <a:rPr lang="en-US" sz="1200" i="1" dirty="0" smtClean="0">
                          <a:latin typeface="Cambria Math"/>
                        </a:rPr>
                        <m:t>𝑠𝑡𝑚𝑡</m:t>
                      </m:r>
                      <m:r>
                        <a:rPr lang="en-US" sz="120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sz="1200" i="1" dirty="0" smtClean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sz="1200">
                      <a:latin typeface="cmr1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2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m:rPr>
                              <m:nor/>
                            </m:rPr>
                            <a:rPr lang="en-US" sz="1200" b="0" i="0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;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1200" i="1" baseline="-25000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1100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a:rPr lang="he-IL" sz="12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𝑠𝑢𝑏</m:t>
                          </m:r>
                          <m:d>
                            <m:dPr>
                              <m:ctrlPr>
                                <a:rPr lang="en-US" sz="1200" i="1" dirty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𝑠𝑡𝑚𝑡</m:t>
                              </m:r>
                              <m:r>
                                <a:rPr lang="en-US" sz="1200" i="1" baseline="-25000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2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dirty="0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200" i="0" dirty="0">
                                  <a:solidFill>
                                    <a:srgbClr val="151AE1"/>
                                  </a:solidFill>
                                  <a:latin typeface="Consolas" panose="020B0609020204030204" pitchFamily="49" charset="0"/>
                                  <a:cs typeface="Consolas" panose="020B0609020204030204" pitchFamily="49" charset="0"/>
                                </a:rPr>
                                <m:t>exit</m:t>
                              </m:r>
                            </m:e>
                          </m:d>
                        </m:e>
                      </m:d>
                      <m:r>
                        <a:rPr lang="en-US" sz="12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  </m:t>
                      </m:r>
                      <m:r>
                        <a:rPr lang="en-US" sz="1200" b="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∪</m:t>
                      </m:r>
                      <m:r>
                        <a:rPr lang="en-US" sz="12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𝑠𝑢𝑏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1200" i="1" baseline="-25000" dirty="0">
                          <a:solidFill>
                            <a:srgbClr val="151AE1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)</m:t>
                      </m:r>
                    </m:oMath>
                  </a14:m>
                  <a:endParaRPr lang="en-US" sz="1200">
                    <a:solidFill>
                      <a:srgbClr val="151AE1"/>
                    </a:solidFill>
                    <a:latin typeface="cmr10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172" y="1752600"/>
                  <a:ext cx="8878478" cy="3337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32172" y="2231484"/>
                  <a:ext cx="11991168" cy="514561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l" rtl="0">
                    <a:spcBef>
                      <a:spcPts val="3000"/>
                    </a:spcBef>
                    <a:tabLst>
                      <a:tab pos="2862263" algn="l"/>
                    </a:tabLs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latin typeface="Cambria Math"/>
                              </a:rPr>
                              <m:t> </m:t>
                            </m:r>
                            <m:limUpp>
                              <m:limUpp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if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sym typeface="MT Extra"/>
                                      </a:rPr>
                                      <m:t>⋯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fi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cond</m:t>
                                </m:r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cmd</m:t>
                                </m:r>
                              </m:lim>
                            </m:limUpp>
                          </m:e>
                        </m:d>
                        <m:r>
                          <a:rPr lang="en-US" sz="12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1200" i="1" dirty="0" smtClean="0">
                            <a:latin typeface="Cambria Math"/>
                          </a:rPr>
                          <m:t>:=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20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20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cond</m:t>
                            </m:r>
                            <m:r>
                              <m:rPr>
                                <m:nor/>
                              </m:rPr>
                              <a:rPr lang="en-US" sz="1200" i="0" dirty="0" err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1200" i="0" dirty="0" err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cmd</m:t>
                            </m:r>
                            <m:r>
                              <a:rPr lang="en-US" sz="1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exit</m:t>
                            </m:r>
                          </m:e>
                        </m:d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∪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20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𝑠𝑡𝑚𝑡</m:t>
                            </m:r>
                            <m:r>
                              <a:rPr lang="en-US" sz="1200" i="1" baseline="-25000" dirty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</m:d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∪</m:t>
                        </m:r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sym typeface="MT Extra"/>
                          </a:rPr>
                          <m:t>⋯</m:t>
                        </m:r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∪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𝑠𝑢𝑏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200" i="1" dirty="0" err="1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𝑠𝑡𝑚𝑡</m:t>
                        </m:r>
                        <m:r>
                          <a:rPr lang="en-US" sz="1200" i="1" baseline="-25000" dirty="0" err="1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151AE1"/>
                    </a:solidFill>
                    <a:latin typeface="cmr10"/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172" y="2231484"/>
                  <a:ext cx="11991168" cy="51456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32172" y="2908462"/>
                  <a:ext cx="13027969" cy="715104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l" rtl="0">
                    <a:spcBef>
                      <a:spcPts val="3000"/>
                    </a:spcBef>
                    <a:tabLst>
                      <a:tab pos="2862263" algn="l"/>
                    </a:tabLs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limUpp>
                              <m:limUpp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do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  <a:sym typeface="MT Extra"/>
                                      </a:rPr>
                                      <m:t>⋯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od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loop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cmd</m:t>
                                </m:r>
                              </m:lim>
                            </m:limUpp>
                          </m:e>
                        </m:d>
                        <m:r>
                          <a:rPr lang="en-US" sz="1200" i="1" dirty="0" smtClean="0">
                            <a:latin typeface="Cambria Math"/>
                          </a:rPr>
                          <m:t> :=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2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loo</m:t>
                            </m:r>
                            <m:r>
                              <m:rPr>
                                <m:nor/>
                              </m:rPr>
                              <a:rPr lang="en-US" sz="1200" b="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1200" b="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1200" b="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cmd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1200" i="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exit</m:t>
                            </m:r>
                          </m:e>
                        </m:d>
                        <m:r>
                          <a:rPr lang="en-US" sz="12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∪ </m:t>
                        </m:r>
                        <m:nary>
                          <m:naryPr>
                            <m:chr m:val="⋃"/>
                            <m:supHide m:val="on"/>
                            <m:ctrlPr>
                              <a:rPr lang="en-US" sz="12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naryPr>
                          <m:sub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𝑖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=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1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,…,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𝑛</m:t>
                            </m:r>
                          </m:sub>
                          <m:sup/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200" i="1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 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𝑠𝑡𝑚𝑡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’</m:t>
                                </m:r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onsolas" panose="020B0609020204030204" pitchFamily="49" charset="0"/>
                                    <a:cs typeface="Consolas" panose="020B0609020204030204" pitchFamily="49" charset="0"/>
                                  </a:rPr>
                                  <m:t>;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loop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cmd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: </m:t>
                                </m:r>
                                <m:r>
                                  <a:rPr lang="en-US" sz="1200" dirty="0" err="1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𝑠𝑡𝑚𝑡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’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∈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𝑠𝑢𝑏</m:t>
                                </m:r>
                                <m:d>
                                  <m:dPr>
                                    <m:ctrlPr>
                                      <a:rPr lang="en-US" sz="1200" i="1" dirty="0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dirty="0" err="1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𝑠𝑡𝑚</m:t>
                                    </m:r>
                                    <m:sSub>
                                      <m:sSubPr>
                                        <m:ctrlPr>
                                          <a:rPr lang="en-US" sz="1200" i="1" dirty="0">
                                            <a:solidFill>
                                              <a:srgbClr val="151AE1"/>
                                            </a:solidFill>
                                            <a:latin typeface="Cambria Math" panose="02040503050406030204" pitchFamily="18" charset="0"/>
                                            <a:cs typeface="Consolas" panose="020B0609020204030204" pitchFamily="49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dirty="0" err="1">
                                            <a:solidFill>
                                              <a:srgbClr val="151AE1"/>
                                            </a:solidFill>
                                            <a:latin typeface="Cambria Math" panose="02040503050406030204" pitchFamily="18" charset="0"/>
                                            <a:cs typeface="Consolas" panose="020B0609020204030204" pitchFamily="49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dirty="0" err="1">
                                            <a:solidFill>
                                              <a:srgbClr val="151AE1"/>
                                            </a:solidFill>
                                            <a:latin typeface="Cambria Math" panose="02040503050406030204" pitchFamily="18" charset="0"/>
                                            <a:cs typeface="Consolas" panose="020B0609020204030204" pitchFamily="49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∖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200" i="1" dirty="0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200" dirty="0">
                                        <a:solidFill>
                                          <a:srgbClr val="151AE1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exit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2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172" y="2908462"/>
                  <a:ext cx="13027969" cy="7151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4EC7F38-A13B-421B-84AA-80D5AC1A84F0}"/>
              </a:ext>
            </a:extLst>
          </p:cNvPr>
          <p:cNvSpPr txBox="1">
            <a:spLocks/>
          </p:cNvSpPr>
          <p:nvPr/>
        </p:nvSpPr>
        <p:spPr>
          <a:xfrm>
            <a:off x="1977008" y="6265421"/>
            <a:ext cx="5866640" cy="4265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if :: 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x&lt;2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 -&gt; do ::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z&gt;3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 -&gt; 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C!5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; 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y:=3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 od fi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F8062DE-0ABF-43C9-9BA9-FDC7A7C5EB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8738656"/>
              </p:ext>
            </p:extLst>
          </p:nvPr>
        </p:nvGraphicFramePr>
        <p:xfrm>
          <a:off x="1507236" y="3429000"/>
          <a:ext cx="6129528" cy="2483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1FBA2E-6B39-4459-826C-919169622AE5}"/>
                  </a:ext>
                </a:extLst>
              </p:cNvPr>
              <p:cNvSpPr txBox="1"/>
              <p:nvPr/>
            </p:nvSpPr>
            <p:spPr>
              <a:xfrm>
                <a:off x="5696139" y="5596684"/>
                <a:ext cx="12178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1FBA2E-6B39-4459-826C-919169622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139" y="5596684"/>
                <a:ext cx="1217898" cy="307777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0308F6-E5FA-44F3-B46D-FC4F106DD3D4}"/>
                  </a:ext>
                </a:extLst>
              </p:cNvPr>
              <p:cNvSpPr txBox="1"/>
              <p:nvPr/>
            </p:nvSpPr>
            <p:spPr>
              <a:xfrm>
                <a:off x="2405590" y="5596684"/>
                <a:ext cx="10422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0308F6-E5FA-44F3-B46D-FC4F106DD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590" y="5596684"/>
                <a:ext cx="1042272" cy="307777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73143FB6-C44B-42CD-89B1-FEE53F43B8D4}"/>
              </a:ext>
            </a:extLst>
          </p:cNvPr>
          <p:cNvGrpSpPr/>
          <p:nvPr/>
        </p:nvGrpSpPr>
        <p:grpSpPr>
          <a:xfrm>
            <a:off x="188976" y="1521545"/>
            <a:ext cx="3965824" cy="3511922"/>
            <a:chOff x="188976" y="1521545"/>
            <a:chExt cx="3965824" cy="3511922"/>
          </a:xfrm>
        </p:grpSpPr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4C1D4D0F-8635-48A3-8DB2-9C753F9150D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88976" y="1521545"/>
              <a:ext cx="3965824" cy="3507655"/>
            </a:xfrm>
            <a:prstGeom prst="bentConnector3">
              <a:avLst>
                <a:gd name="adj1" fmla="val -207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3BC6EB-7C94-45D0-9EF4-EF2D6D9B312B}"/>
                    </a:ext>
                  </a:extLst>
                </p:cNvPr>
                <p:cNvSpPr txBox="1"/>
                <p:nvPr/>
              </p:nvSpPr>
              <p:spPr>
                <a:xfrm>
                  <a:off x="1950108" y="4725690"/>
                  <a:ext cx="21301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𝑒𝑥𝑖𝑡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3BC6EB-7C94-45D0-9EF4-EF2D6D9B3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0108" y="4725690"/>
                  <a:ext cx="2130199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850090D-4D45-4FC8-A7A0-90992356682C}"/>
              </a:ext>
            </a:extLst>
          </p:cNvPr>
          <p:cNvGrpSpPr/>
          <p:nvPr/>
        </p:nvGrpSpPr>
        <p:grpSpPr>
          <a:xfrm>
            <a:off x="217090" y="2033005"/>
            <a:ext cx="4696286" cy="1485846"/>
            <a:chOff x="217090" y="2033005"/>
            <a:chExt cx="4696286" cy="1485846"/>
          </a:xfrm>
        </p:grpSpPr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3C804950-A93B-47E6-80C4-88785BB0250D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rot="10800000" flipH="1" flipV="1">
              <a:off x="263276" y="2033005"/>
              <a:ext cx="3891524" cy="1485846"/>
            </a:xfrm>
            <a:prstGeom prst="bentConnector3">
              <a:avLst>
                <a:gd name="adj1" fmla="val -234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143C193-757C-4A7A-B0E7-822CB05A8B6D}"/>
                    </a:ext>
                  </a:extLst>
                </p:cNvPr>
                <p:cNvSpPr txBox="1"/>
                <p:nvPr/>
              </p:nvSpPr>
              <p:spPr>
                <a:xfrm>
                  <a:off x="217090" y="3121223"/>
                  <a:ext cx="469628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𝑓𝑖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𝑒𝑥𝑖𝑡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143C193-757C-4A7A-B0E7-822CB05A8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090" y="3121223"/>
                  <a:ext cx="4696286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A7B8F0-1A23-4FA5-B737-2291500966EF}"/>
              </a:ext>
            </a:extLst>
          </p:cNvPr>
          <p:cNvGrpSpPr/>
          <p:nvPr/>
        </p:nvGrpSpPr>
        <p:grpSpPr>
          <a:xfrm>
            <a:off x="4975058" y="2694304"/>
            <a:ext cx="4046171" cy="1649095"/>
            <a:chOff x="4975058" y="2694304"/>
            <a:chExt cx="4046171" cy="1649095"/>
          </a:xfrm>
        </p:grpSpPr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12177604-51EE-4C54-AA60-5F6F0A224EB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029200" y="2694304"/>
              <a:ext cx="3854572" cy="1649095"/>
            </a:xfrm>
            <a:prstGeom prst="bentConnector3">
              <a:avLst>
                <a:gd name="adj1" fmla="val -361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61824CF-FC00-47E3-B07E-47B2A6073C81}"/>
                    </a:ext>
                  </a:extLst>
                </p:cNvPr>
                <p:cNvSpPr txBox="1"/>
                <p:nvPr/>
              </p:nvSpPr>
              <p:spPr>
                <a:xfrm>
                  <a:off x="4975058" y="4017893"/>
                  <a:ext cx="404617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𝑒𝑥𝑖𝑡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61824CF-FC00-47E3-B07E-47B2A6073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058" y="4017893"/>
                  <a:ext cx="4046171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B05F8490-B19D-44AE-88BB-C5DD6D423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856" y="4724992"/>
            <a:ext cx="2399161" cy="220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04F72B-E40D-4E64-A561-9AB4B68F83B5}"/>
              </a:ext>
            </a:extLst>
          </p:cNvPr>
          <p:cNvSpPr txBox="1"/>
          <p:nvPr/>
        </p:nvSpPr>
        <p:spPr>
          <a:xfrm>
            <a:off x="8222356" y="6405676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err="1">
                <a:solidFill>
                  <a:srgbClr val="CCEC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endParaRPr lang="LID4096">
              <a:solidFill>
                <a:srgbClr val="CCEC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63B153-6574-405B-AFCE-BA32B939D364}"/>
              </a:ext>
            </a:extLst>
          </p:cNvPr>
          <p:cNvSpPr txBox="1"/>
          <p:nvPr/>
        </p:nvSpPr>
        <p:spPr>
          <a:xfrm rot="2391808">
            <a:off x="7215554" y="5464594"/>
            <a:ext cx="1072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עץ תחביר</a:t>
            </a:r>
            <a:endParaRPr lang="LID4096">
              <a:solidFill>
                <a:srgbClr val="00206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39234E1-3728-6CCC-0917-ACC8B0FF840E}"/>
                  </a:ext>
                </a:extLst>
              </p14:cNvPr>
              <p14:cNvContentPartPr/>
              <p14:nvPr/>
            </p14:nvContentPartPr>
            <p14:xfrm>
              <a:off x="8849280" y="2108270"/>
              <a:ext cx="400680" cy="336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39234E1-3728-6CCC-0917-ACC8B0FF84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40280" y="2099270"/>
                <a:ext cx="418320" cy="35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813093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97D6EC6-4644-401A-9F22-B974DF22B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graphicEl>
                                              <a:dgm id="{397D6EC6-4644-401A-9F22-B974DF22B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graphicEl>
                                              <a:dgm id="{397D6EC6-4644-401A-9F22-B974DF22B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FEBE717-B193-4468-90E0-9F8DB6B5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graphicEl>
                                              <a:dgm id="{AFEBE717-B193-4468-90E0-9F8DB6B5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graphicEl>
                                              <a:dgm id="{AFEBE717-B193-4468-90E0-9F8DB6B5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DB7DB62-3BD8-497D-A0EB-CEA3C0711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graphicEl>
                                              <a:dgm id="{6DB7DB62-3BD8-497D-A0EB-CEA3C0711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graphicEl>
                                              <a:dgm id="{6DB7DB62-3BD8-497D-A0EB-CEA3C0711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5111652-4D32-41AC-9F73-2B41064FE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graphicEl>
                                              <a:dgm id="{B5111652-4D32-41AC-9F73-2B41064FE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graphicEl>
                                              <a:dgm id="{B5111652-4D32-41AC-9F73-2B41064FE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0F2DF10-1333-4199-AA9A-A70614E27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graphicEl>
                                              <a:dgm id="{C0F2DF10-1333-4199-AA9A-A70614E27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graphicEl>
                                              <a:dgm id="{C0F2DF10-1333-4199-AA9A-A70614E27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A6C1B8A-6EFE-4D42-A609-743799344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graphicEl>
                                              <a:dgm id="{9A6C1B8A-6EFE-4D42-A609-743799344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graphicEl>
                                              <a:dgm id="{9A6C1B8A-6EFE-4D42-A609-743799344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CD04C41-595D-48FC-B041-1A3FAF0C3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graphicEl>
                                              <a:dgm id="{9CD04C41-595D-48FC-B041-1A3FAF0C3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graphicEl>
                                              <a:dgm id="{9CD04C41-595D-48FC-B041-1A3FAF0C3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992996B-1E17-4050-B1C3-16AACCCED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graphicEl>
                                              <a:dgm id="{E992996B-1E17-4050-B1C3-16AACCCED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graphicEl>
                                              <a:dgm id="{E992996B-1E17-4050-B1C3-16AACCCED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39D0DEB-443C-483C-A765-664D19DC82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graphicEl>
                                              <a:dgm id="{C39D0DEB-443C-483C-A765-664D19DC82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graphicEl>
                                              <a:dgm id="{C39D0DEB-443C-483C-A765-664D19DC82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C16442A-0ACF-49C4-9BF2-D38F4B114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graphicEl>
                                              <a:dgm id="{5C16442A-0ACF-49C4-9BF2-D38F4B114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graphicEl>
                                              <a:dgm id="{5C16442A-0ACF-49C4-9BF2-D38F4B114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9539E8D-6D8F-4298-AF4A-89A7D2B6A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>
                                            <p:graphicEl>
                                              <a:dgm id="{D9539E8D-6D8F-4298-AF4A-89A7D2B6A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graphicEl>
                                              <a:dgm id="{D9539E8D-6D8F-4298-AF4A-89A7D2B6A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F594A59-C364-44AF-9462-03C954F619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graphicEl>
                                              <a:dgm id="{7F594A59-C364-44AF-9462-03C954F619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graphicEl>
                                              <a:dgm id="{7F594A59-C364-44AF-9462-03C954F619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7E3BBFB-F69F-4ABA-9600-F32C910EAB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graphicEl>
                                              <a:dgm id="{57E3BBFB-F69F-4ABA-9600-F32C910EAB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graphicEl>
                                              <a:dgm id="{57E3BBFB-F69F-4ABA-9600-F32C910EAB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2A24188-7191-40C2-B5CD-0ED91BF3A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>
                                            <p:graphicEl>
                                              <a:dgm id="{52A24188-7191-40C2-B5CD-0ED91BF3A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>
                                            <p:graphicEl>
                                              <a:dgm id="{52A24188-7191-40C2-B5CD-0ED91BF3A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lvlAtOnce"/>
        </p:bldSub>
      </p:bldGraphic>
      <p:bldP spid="21" grpId="0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תת-פקודות של פקודות מורכבות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הגדרות רקורסיביות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52</a:t>
            </a:fld>
            <a:endParaRPr lang="he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280DB6-2425-4049-994B-294E8FA6F9E9}"/>
              </a:ext>
            </a:extLst>
          </p:cNvPr>
          <p:cNvGrpSpPr/>
          <p:nvPr/>
        </p:nvGrpSpPr>
        <p:grpSpPr>
          <a:xfrm>
            <a:off x="263276" y="1371600"/>
            <a:ext cx="8617448" cy="1680966"/>
            <a:chOff x="132172" y="1752600"/>
            <a:chExt cx="13027969" cy="18709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32172" y="1752600"/>
                  <a:ext cx="8878478" cy="333787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l" rtl="0">
                    <a:spcBef>
                      <a:spcPts val="3000"/>
                    </a:spcBef>
                    <a:buNone/>
                    <a:tabLst>
                      <a:tab pos="2862263" algn="l"/>
                    </a:tabLst>
                  </a:pP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/>
                        </a:rPr>
                        <m:t>𝑠𝑢𝑏</m:t>
                      </m:r>
                      <m:r>
                        <a:rPr lang="en-US" sz="1200" i="1" dirty="0" smtClean="0">
                          <a:latin typeface="Cambria Math"/>
                        </a:rPr>
                        <m:t>(</m:t>
                      </m:r>
                      <m:r>
                        <a:rPr lang="en-US" sz="1200" i="1" dirty="0" smtClean="0">
                          <a:latin typeface="Cambria Math"/>
                        </a:rPr>
                        <m:t>𝑠𝑡𝑚𝑡</m:t>
                      </m:r>
                      <m:r>
                        <a:rPr lang="en-US" sz="12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1200" b="1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  <m:r>
                        <a:rPr lang="en-US" sz="1200" i="1" dirty="0" smtClean="0">
                          <a:latin typeface="Cambria Math"/>
                        </a:rPr>
                        <m:t>𝑠𝑡𝑚𝑡</m:t>
                      </m:r>
                      <m:r>
                        <a:rPr lang="en-US" sz="120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sz="1200" i="1" dirty="0" smtClean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sz="1200">
                      <a:latin typeface="cmr1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2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m:rPr>
                              <m:nor/>
                            </m:rPr>
                            <a:rPr lang="en-US" sz="1200" b="0" i="0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;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1200" i="1" baseline="-25000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1100" i="1" dirty="0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 dirty="0" err="1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𝑠𝑡𝑚𝑡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’</m:t>
                          </m:r>
                          <m:r>
                            <a:rPr lang="he-IL" sz="12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1200" i="1" dirty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𝑠𝑢𝑏</m:t>
                          </m:r>
                          <m:d>
                            <m:dPr>
                              <m:ctrlPr>
                                <a:rPr lang="en-US" sz="1200" i="1" dirty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𝑠𝑡𝑚𝑡</m:t>
                              </m:r>
                              <m:r>
                                <a:rPr lang="en-US" sz="1200" i="1" baseline="-25000" dirty="0">
                                  <a:solidFill>
                                    <a:srgbClr val="151AE1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200" b="0" i="1" dirty="0" smtClean="0">
                              <a:solidFill>
                                <a:srgbClr val="151AE1"/>
                              </a:solidFill>
                              <a:latin typeface="Cambria Math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dirty="0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200" i="0" dirty="0">
                                  <a:solidFill>
                                    <a:srgbClr val="151AE1"/>
                                  </a:solidFill>
                                  <a:latin typeface="Consolas" panose="020B0609020204030204" pitchFamily="49" charset="0"/>
                                  <a:cs typeface="Consolas" panose="020B0609020204030204" pitchFamily="49" charset="0"/>
                                </a:rPr>
                                <m:t>exit</m:t>
                              </m:r>
                            </m:e>
                          </m:d>
                        </m:e>
                      </m:d>
                      <m:r>
                        <a:rPr lang="en-US" sz="12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  </m:t>
                      </m:r>
                      <m:r>
                        <a:rPr lang="en-US" sz="1200" b="0" i="1" dirty="0" smtClean="0">
                          <a:solidFill>
                            <a:srgbClr val="151AE1"/>
                          </a:solidFill>
                          <a:latin typeface="Cambria Math"/>
                        </a:rPr>
                        <m:t>∪</m:t>
                      </m:r>
                      <m:r>
                        <a:rPr lang="en-US" sz="1200" b="0" i="1" dirty="0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𝑠𝑢𝑏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𝑠𝑡𝑚𝑡</m:t>
                      </m:r>
                      <m:r>
                        <a:rPr lang="en-US" sz="1200" i="1" baseline="-25000" dirty="0">
                          <a:solidFill>
                            <a:srgbClr val="151AE1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1200" i="1" dirty="0">
                          <a:solidFill>
                            <a:srgbClr val="151AE1"/>
                          </a:solidFill>
                          <a:latin typeface="Cambria Math"/>
                        </a:rPr>
                        <m:t>)</m:t>
                      </m:r>
                    </m:oMath>
                  </a14:m>
                  <a:endParaRPr lang="en-US" sz="1200">
                    <a:solidFill>
                      <a:srgbClr val="151AE1"/>
                    </a:solidFill>
                    <a:latin typeface="cmr10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172" y="1752600"/>
                  <a:ext cx="8878478" cy="3337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32172" y="2231484"/>
                  <a:ext cx="11991168" cy="514561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l" rtl="0">
                    <a:spcBef>
                      <a:spcPts val="3000"/>
                    </a:spcBef>
                    <a:tabLst>
                      <a:tab pos="2862263" algn="l"/>
                    </a:tabLs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latin typeface="Cambria Math"/>
                              </a:rPr>
                              <m:t> </m:t>
                            </m:r>
                            <m:limUpp>
                              <m:limUpp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if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sym typeface="MT Extra"/>
                                      </a:rPr>
                                      <m:t>⋯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fi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cond</m:t>
                                </m:r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cmd</m:t>
                                </m:r>
                              </m:lim>
                            </m:limUpp>
                          </m:e>
                        </m:d>
                        <m:r>
                          <a:rPr lang="en-US" sz="12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1200" i="1" dirty="0" smtClean="0">
                            <a:latin typeface="Cambria Math"/>
                          </a:rPr>
                          <m:t>:=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20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20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cond</m:t>
                            </m:r>
                            <m:r>
                              <m:rPr>
                                <m:nor/>
                              </m:rPr>
                              <a:rPr lang="en-US" sz="1200" i="0" dirty="0" err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1200" i="0" dirty="0" err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cmd</m:t>
                            </m:r>
                            <m:r>
                              <a:rPr lang="en-US" sz="1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exit</m:t>
                            </m:r>
                          </m:e>
                        </m:d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∪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200" i="1" dirty="0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𝑠𝑡𝑚𝑡</m:t>
                            </m:r>
                            <m:r>
                              <a:rPr lang="en-US" sz="1200" i="1" baseline="-25000" dirty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</m:d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∪</m:t>
                        </m:r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sym typeface="MT Extra"/>
                          </a:rPr>
                          <m:t>⋯</m:t>
                        </m:r>
                        <m:r>
                          <a:rPr lang="en-US" sz="1200" b="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∪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𝑠𝑢𝑏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200" i="1" dirty="0" err="1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𝑠𝑡𝑚𝑡</m:t>
                        </m:r>
                        <m:r>
                          <a:rPr lang="en-US" sz="1200" i="1" baseline="-25000" dirty="0" err="1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200" i="1" dirty="0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151AE1"/>
                    </a:solidFill>
                    <a:latin typeface="cmr10"/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172" y="2231484"/>
                  <a:ext cx="11991168" cy="51456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32172" y="2908462"/>
                  <a:ext cx="13027969" cy="715104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l" rtl="0">
                    <a:spcBef>
                      <a:spcPts val="3000"/>
                    </a:spcBef>
                    <a:tabLst>
                      <a:tab pos="2862263" algn="l"/>
                    </a:tabLs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/>
                          </a:rPr>
                          <m:t>𝑠𝑢𝑏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limUpp>
                              <m:limUpp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do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  <a:sym typeface="MT Extra"/>
                                      </a:rPr>
                                      <m:t>⋯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∷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1200" i="1" dirty="0" err="1">
                                        <a:latin typeface="Cambria Math"/>
                                      </a:rPr>
                                      <m:t>𝑠𝑡𝑚𝑡</m:t>
                                    </m:r>
                                    <m:r>
                                      <a:rPr lang="en-US" sz="1200" i="1" baseline="-25000" dirty="0" err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200" i="1" dirty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1" dirty="0">
                                        <a:solidFill>
                                          <a:srgbClr val="FF0000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od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loop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cmd</m:t>
                                </m:r>
                              </m:lim>
                            </m:limUpp>
                          </m:e>
                        </m:d>
                        <m:r>
                          <a:rPr lang="en-US" sz="1200" i="1" dirty="0" smtClean="0">
                            <a:latin typeface="Cambria Math"/>
                          </a:rPr>
                          <m:t> :=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2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loo</m:t>
                            </m:r>
                            <m:r>
                              <m:rPr>
                                <m:nor/>
                              </m:rPr>
                              <a:rPr lang="en-US" sz="1200" b="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1200" b="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1200" b="0" i="0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cmd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1200" i="0" dirty="0">
                                <a:solidFill>
                                  <a:srgbClr val="151AE1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exit</m:t>
                            </m:r>
                          </m:e>
                        </m:d>
                        <m:r>
                          <a:rPr lang="en-US" sz="1200" dirty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∪ </m:t>
                        </m:r>
                        <m:nary>
                          <m:naryPr>
                            <m:chr m:val="⋃"/>
                            <m:supHide m:val="on"/>
                            <m:ctrlPr>
                              <a:rPr lang="en-US" sz="1200" i="1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naryPr>
                          <m:sub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𝑖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=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1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,…,</m:t>
                            </m:r>
                            <m:r>
                              <a:rPr lang="en-US" sz="1200" dirty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𝑛</m:t>
                            </m:r>
                          </m:sub>
                          <m:sup/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200" i="1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 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𝑠𝑡𝑚𝑡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’</m:t>
                                </m:r>
                                <m:r>
                                  <m:rPr>
                                    <m:nor/>
                                  </m:rP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onsolas" panose="020B0609020204030204" pitchFamily="49" charset="0"/>
                                    <a:cs typeface="Consolas" panose="020B0609020204030204" pitchFamily="49" charset="0"/>
                                  </a:rPr>
                                  <m:t>;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loop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cmd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: </m:t>
                                </m:r>
                                <m:r>
                                  <a:rPr lang="en-US" sz="1200" dirty="0" err="1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𝑠𝑡𝑚𝑡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’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∈</m:t>
                                </m:r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𝑠𝑢𝑏</m:t>
                                </m:r>
                                <m:d>
                                  <m:dPr>
                                    <m:ctrlPr>
                                      <a:rPr lang="en-US" sz="1200" i="1" dirty="0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dirty="0" err="1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𝑠𝑡𝑚</m:t>
                                    </m:r>
                                    <m:sSub>
                                      <m:sSubPr>
                                        <m:ctrlPr>
                                          <a:rPr lang="en-US" sz="1200" i="1" dirty="0">
                                            <a:solidFill>
                                              <a:srgbClr val="151AE1"/>
                                            </a:solidFill>
                                            <a:latin typeface="Cambria Math" panose="02040503050406030204" pitchFamily="18" charset="0"/>
                                            <a:cs typeface="Consolas" panose="020B0609020204030204" pitchFamily="49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dirty="0" err="1">
                                            <a:solidFill>
                                              <a:srgbClr val="151AE1"/>
                                            </a:solidFill>
                                            <a:latin typeface="Cambria Math" panose="02040503050406030204" pitchFamily="18" charset="0"/>
                                            <a:cs typeface="Consolas" panose="020B0609020204030204" pitchFamily="49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dirty="0" err="1">
                                            <a:solidFill>
                                              <a:srgbClr val="151AE1"/>
                                            </a:solidFill>
                                            <a:latin typeface="Cambria Math" panose="02040503050406030204" pitchFamily="18" charset="0"/>
                                            <a:cs typeface="Consolas" panose="020B0609020204030204" pitchFamily="49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200" dirty="0">
                                    <a:solidFill>
                                      <a:srgbClr val="151AE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∖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200" i="1" dirty="0">
                                        <a:solidFill>
                                          <a:srgbClr val="151AE1"/>
                                        </a:solidFill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200" dirty="0">
                                        <a:solidFill>
                                          <a:srgbClr val="151AE1"/>
                                        </a:solidFill>
                                        <a:latin typeface="Consolas" panose="020B0609020204030204" pitchFamily="49" charset="0"/>
                                        <a:cs typeface="Consolas" panose="020B0609020204030204" pitchFamily="49" charset="0"/>
                                      </a:rPr>
                                      <m:t>exit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200">
                    <a:solidFill>
                      <a:srgbClr val="151AE1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172" y="2908462"/>
                  <a:ext cx="13027969" cy="7151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4EC7F38-A13B-421B-84AA-80D5AC1A84F0}"/>
              </a:ext>
            </a:extLst>
          </p:cNvPr>
          <p:cNvSpPr txBox="1">
            <a:spLocks/>
          </p:cNvSpPr>
          <p:nvPr/>
        </p:nvSpPr>
        <p:spPr>
          <a:xfrm>
            <a:off x="1977008" y="6265421"/>
            <a:ext cx="5866640" cy="4265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do :: 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x&lt;2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 -&gt; do ::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z&gt;3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 -&gt; 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C!5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; </a:t>
            </a:r>
            <a:r>
              <a:rPr lang="en-US" sz="2000">
                <a:solidFill>
                  <a:schemeClr val="tx1"/>
                </a:solidFill>
                <a:latin typeface="Consolas" panose="020B0609020204030204" pitchFamily="49" charset="0"/>
              </a:rPr>
              <a:t>y:=3</a:t>
            </a:r>
            <a:r>
              <a:rPr lang="en-US" sz="2000">
                <a:solidFill>
                  <a:srgbClr val="7F0055"/>
                </a:solidFill>
                <a:latin typeface="Consolas" panose="020B0609020204030204" pitchFamily="49" charset="0"/>
              </a:rPr>
              <a:t> od </a:t>
            </a:r>
            <a:r>
              <a:rPr lang="en-US" sz="2000" err="1">
                <a:solidFill>
                  <a:srgbClr val="7F0055"/>
                </a:solidFill>
                <a:latin typeface="Consolas" panose="020B0609020204030204" pitchFamily="49" charset="0"/>
              </a:rPr>
              <a:t>od</a:t>
            </a:r>
            <a:endParaRPr lang="en-US" sz="2000">
              <a:solidFill>
                <a:srgbClr val="7F005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F8062DE-0ABF-43C9-9BA9-FDC7A7C5EB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5751867"/>
              </p:ext>
            </p:extLst>
          </p:nvPr>
        </p:nvGraphicFramePr>
        <p:xfrm>
          <a:off x="1507236" y="3429000"/>
          <a:ext cx="6129528" cy="2483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1FBA2E-6B39-4459-826C-919169622AE5}"/>
                  </a:ext>
                </a:extLst>
              </p:cNvPr>
              <p:cNvSpPr txBox="1"/>
              <p:nvPr/>
            </p:nvSpPr>
            <p:spPr>
              <a:xfrm>
                <a:off x="5696139" y="5596684"/>
                <a:ext cx="12178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1FBA2E-6B39-4459-826C-919169622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139" y="5596684"/>
                <a:ext cx="1217898" cy="307777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0308F6-E5FA-44F3-B46D-FC4F106DD3D4}"/>
                  </a:ext>
                </a:extLst>
              </p:cNvPr>
              <p:cNvSpPr txBox="1"/>
              <p:nvPr/>
            </p:nvSpPr>
            <p:spPr>
              <a:xfrm>
                <a:off x="2405590" y="5596684"/>
                <a:ext cx="10422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400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1400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0308F6-E5FA-44F3-B46D-FC4F106DD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590" y="5596684"/>
                <a:ext cx="1042272" cy="307777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EB04583-13CE-45B6-8CC8-16DF3561570F}"/>
              </a:ext>
            </a:extLst>
          </p:cNvPr>
          <p:cNvGrpSpPr/>
          <p:nvPr/>
        </p:nvGrpSpPr>
        <p:grpSpPr>
          <a:xfrm>
            <a:off x="188976" y="1521545"/>
            <a:ext cx="3965824" cy="3511922"/>
            <a:chOff x="188976" y="1521545"/>
            <a:chExt cx="3965824" cy="3511922"/>
          </a:xfrm>
        </p:grpSpPr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499DC8FD-8251-4BC8-B6FE-1A07985B5B6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88976" y="1521545"/>
              <a:ext cx="3965824" cy="3507655"/>
            </a:xfrm>
            <a:prstGeom prst="bentConnector3">
              <a:avLst>
                <a:gd name="adj1" fmla="val -207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607CCB2-7567-40E4-B2F2-97097B96CB48}"/>
                    </a:ext>
                  </a:extLst>
                </p:cNvPr>
                <p:cNvSpPr txBox="1"/>
                <p:nvPr/>
              </p:nvSpPr>
              <p:spPr>
                <a:xfrm>
                  <a:off x="1950108" y="4725690"/>
                  <a:ext cx="21301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𝑒𝑥𝑖𝑡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607CCB2-7567-40E4-B2F2-97097B96C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0108" y="4725690"/>
                  <a:ext cx="2130199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C0E500B-F130-4DA3-8B5D-4227471A8F09}"/>
              </a:ext>
            </a:extLst>
          </p:cNvPr>
          <p:cNvGrpSpPr/>
          <p:nvPr/>
        </p:nvGrpSpPr>
        <p:grpSpPr>
          <a:xfrm>
            <a:off x="188975" y="2694304"/>
            <a:ext cx="8832254" cy="1649095"/>
            <a:chOff x="188975" y="2694304"/>
            <a:chExt cx="8832254" cy="1649095"/>
          </a:xfrm>
        </p:grpSpPr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F4AB7CB8-9B94-4C26-AA91-AEA224D30E1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029200" y="2694304"/>
              <a:ext cx="3854572" cy="1649095"/>
            </a:xfrm>
            <a:prstGeom prst="bentConnector3">
              <a:avLst>
                <a:gd name="adj1" fmla="val -361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9A40EA-DC5F-4B8B-8875-EF83DF3FC8DD}"/>
                    </a:ext>
                  </a:extLst>
                </p:cNvPr>
                <p:cNvSpPr txBox="1"/>
                <p:nvPr/>
              </p:nvSpPr>
              <p:spPr>
                <a:xfrm>
                  <a:off x="4975058" y="4017893"/>
                  <a:ext cx="404617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𝑒𝑥𝑖𝑡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9A40EA-DC5F-4B8B-8875-EF83DF3FC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058" y="4017893"/>
                  <a:ext cx="4046171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2B290A3-748D-408B-A9C5-1173188AD13A}"/>
                    </a:ext>
                  </a:extLst>
                </p:cNvPr>
                <p:cNvSpPr txBox="1"/>
                <p:nvPr/>
              </p:nvSpPr>
              <p:spPr>
                <a:xfrm>
                  <a:off x="188975" y="3134098"/>
                  <a:ext cx="676698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𝑒𝑥𝑖𝑡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𝑜𝑑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2B290A3-748D-408B-A9C5-1173188AD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975" y="3134098"/>
                  <a:ext cx="6766981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3BA66EF-2590-4495-A53B-048F439622D5}"/>
              </a:ext>
            </a:extLst>
          </p:cNvPr>
          <p:cNvCxnSpPr>
            <a:stCxn id="8" idx="1"/>
          </p:cNvCxnSpPr>
          <p:nvPr/>
        </p:nvCxnSpPr>
        <p:spPr>
          <a:xfrm rot="10800000" flipH="1" flipV="1">
            <a:off x="263276" y="2731324"/>
            <a:ext cx="3965824" cy="933186"/>
          </a:xfrm>
          <a:prstGeom prst="bentConnector3">
            <a:avLst>
              <a:gd name="adj1" fmla="val -18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person in a black suit&#10;&#10;Description automatically generated">
            <a:extLst>
              <a:ext uri="{FF2B5EF4-FFF2-40B4-BE49-F238E27FC236}">
                <a16:creationId xmlns:a16="http://schemas.microsoft.com/office/drawing/2014/main" id="{548D9163-6084-5FE4-1DFE-F34F37D566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408" y="4904483"/>
            <a:ext cx="2737998" cy="246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959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97D6EC6-4644-401A-9F22-B974DF22B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graphicEl>
                                              <a:dgm id="{397D6EC6-4644-401A-9F22-B974DF22B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graphicEl>
                                              <a:dgm id="{397D6EC6-4644-401A-9F22-B974DF22B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FEBE717-B193-4468-90E0-9F8DB6B5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graphicEl>
                                              <a:dgm id="{AFEBE717-B193-4468-90E0-9F8DB6B5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graphicEl>
                                              <a:dgm id="{AFEBE717-B193-4468-90E0-9F8DB6B5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DB7DB62-3BD8-497D-A0EB-CEA3C0711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graphicEl>
                                              <a:dgm id="{6DB7DB62-3BD8-497D-A0EB-CEA3C0711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graphicEl>
                                              <a:dgm id="{6DB7DB62-3BD8-497D-A0EB-CEA3C0711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5111652-4D32-41AC-9F73-2B41064FE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graphicEl>
                                              <a:dgm id="{B5111652-4D32-41AC-9F73-2B41064FE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graphicEl>
                                              <a:dgm id="{B5111652-4D32-41AC-9F73-2B41064FE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0F2DF10-1333-4199-AA9A-A70614E27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graphicEl>
                                              <a:dgm id="{C0F2DF10-1333-4199-AA9A-A70614E27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graphicEl>
                                              <a:dgm id="{C0F2DF10-1333-4199-AA9A-A70614E27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A6C1B8A-6EFE-4D42-A609-743799344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graphicEl>
                                              <a:dgm id="{9A6C1B8A-6EFE-4D42-A609-743799344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graphicEl>
                                              <a:dgm id="{9A6C1B8A-6EFE-4D42-A609-743799344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CD04C41-595D-48FC-B041-1A3FAF0C3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graphicEl>
                                              <a:dgm id="{9CD04C41-595D-48FC-B041-1A3FAF0C3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graphicEl>
                                              <a:dgm id="{9CD04C41-595D-48FC-B041-1A3FAF0C3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992996B-1E17-4050-B1C3-16AACCCED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graphicEl>
                                              <a:dgm id="{E992996B-1E17-4050-B1C3-16AACCCED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graphicEl>
                                              <a:dgm id="{E992996B-1E17-4050-B1C3-16AACCCED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39D0DEB-443C-483C-A765-664D19DC82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graphicEl>
                                              <a:dgm id="{C39D0DEB-443C-483C-A765-664D19DC82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graphicEl>
                                              <a:dgm id="{C39D0DEB-443C-483C-A765-664D19DC82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C16442A-0ACF-49C4-9BF2-D38F4B114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graphicEl>
                                              <a:dgm id="{5C16442A-0ACF-49C4-9BF2-D38F4B114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graphicEl>
                                              <a:dgm id="{5C16442A-0ACF-49C4-9BF2-D38F4B114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9539E8D-6D8F-4298-AF4A-89A7D2B6A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>
                                            <p:graphicEl>
                                              <a:dgm id="{D9539E8D-6D8F-4298-AF4A-89A7D2B6A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graphicEl>
                                              <a:dgm id="{D9539E8D-6D8F-4298-AF4A-89A7D2B6A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F594A59-C364-44AF-9462-03C954F619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graphicEl>
                                              <a:dgm id="{7F594A59-C364-44AF-9462-03C954F619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graphicEl>
                                              <a:dgm id="{7F594A59-C364-44AF-9462-03C954F619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7E3BBFB-F69F-4ABA-9600-F32C910EAB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graphicEl>
                                              <a:dgm id="{57E3BBFB-F69F-4ABA-9600-F32C910EAB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graphicEl>
                                              <a:dgm id="{57E3BBFB-F69F-4ABA-9600-F32C910EAB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2A24188-7191-40C2-B5CD-0ED91BF3A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>
                                            <p:graphicEl>
                                              <a:dgm id="{52A24188-7191-40C2-B5CD-0ED91BF3A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>
                                            <p:graphicEl>
                                              <a:dgm id="{52A24188-7191-40C2-B5CD-0ED91BF3A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lvlAtOnce"/>
        </p:bldSub>
      </p:bldGraphic>
      <p:bldP spid="21" grpId="0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/>
          <p:cNvSpPr txBox="1">
            <a:spLocks/>
          </p:cNvSpPr>
          <p:nvPr/>
        </p:nvSpPr>
        <p:spPr>
          <a:xfrm>
            <a:off x="1451263" y="1582126"/>
            <a:ext cx="3352800" cy="1600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2y;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if	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	:: x &gt; 1 -&gt;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	:: true  -&gt; x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0;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</a:pP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25173" y="-45246"/>
                <a:ext cx="7096535" cy="685800"/>
              </a:xfrm>
            </p:spPr>
            <p:txBody>
              <a:bodyPr>
                <a:normAutofit fontScale="90000"/>
              </a:bodyPr>
              <a:lstStyle/>
              <a:p>
                <a:pPr algn="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דוגמה: </a:t>
                </a:r>
                <a:r>
                  <a:rPr lang="he-IL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חישוב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𝑠𝑢𝑏</m:t>
                    </m:r>
                  </m:oMath>
                </a14:m>
                <a:r>
                  <a:rPr lang="he-IL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באופן רקורסיבי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25173" y="-45246"/>
                <a:ext cx="7096535" cy="685800"/>
              </a:xfrm>
              <a:blipFill>
                <a:blip r:embed="rId2"/>
                <a:stretch>
                  <a:fillRect t="-15179" r="-2663" b="-26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743700" y="7097679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53</a:t>
            </a:fld>
            <a:endParaRPr lang="he-IL"/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5250030" y="744991"/>
            <a:ext cx="3766846" cy="17696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lvl="0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:: x &gt; y -&gt; 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2y;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	if	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		:: x &gt; 1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		:: true</a:t>
            </a:r>
            <a:r>
              <a:rPr lang="en-US" sz="1400" noProof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-&gt; x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0;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fi</a:t>
            </a:r>
          </a:p>
        </p:txBody>
      </p:sp>
      <p:sp>
        <p:nvSpPr>
          <p:cNvPr id="13" name="Content Placeholder 4"/>
          <p:cNvSpPr txBox="1">
            <a:spLocks/>
          </p:cNvSpPr>
          <p:nvPr/>
        </p:nvSpPr>
        <p:spPr>
          <a:xfrm>
            <a:off x="609600" y="3620552"/>
            <a:ext cx="914400" cy="3537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2y</a:t>
            </a:r>
          </a:p>
        </p:txBody>
      </p:sp>
      <p:sp>
        <p:nvSpPr>
          <p:cNvPr id="14" name="Content Placeholder 4"/>
          <p:cNvSpPr txBox="1">
            <a:spLocks/>
          </p:cNvSpPr>
          <p:nvPr/>
        </p:nvSpPr>
        <p:spPr>
          <a:xfrm>
            <a:off x="2653402" y="3984824"/>
            <a:ext cx="306705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if	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2112963" algn="l"/>
                <a:tab pos="3255963" algn="l"/>
              </a:tabLst>
              <a:defRPr/>
            </a:pPr>
            <a:r>
              <a:rPr lang="en-US" sz="1400" noProof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:: x &gt; 1 -&gt;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</a:pP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:: true  -&gt; x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0;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tabLst>
                <a:tab pos="541338" algn="l"/>
                <a:tab pos="1073150" algn="l"/>
                <a:tab pos="2112963" algn="l"/>
                <a:tab pos="3255963" algn="l"/>
              </a:tabLst>
            </a:pP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6" name="Straight Connector 15"/>
          <p:cNvCxnSpPr>
            <a:stCxn id="10" idx="1"/>
            <a:endCxn id="11" idx="0"/>
          </p:cNvCxnSpPr>
          <p:nvPr/>
        </p:nvCxnSpPr>
        <p:spPr>
          <a:xfrm rot="10800000">
            <a:off x="3969870" y="1582126"/>
            <a:ext cx="1280160" cy="47670"/>
          </a:xfrm>
          <a:prstGeom prst="bentConnector4">
            <a:avLst>
              <a:gd name="adj1" fmla="val 10506"/>
              <a:gd name="adj2" fmla="val 579547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2"/>
            <a:endCxn id="13" idx="0"/>
          </p:cNvCxnSpPr>
          <p:nvPr/>
        </p:nvCxnSpPr>
        <p:spPr>
          <a:xfrm rot="5400000">
            <a:off x="1878119" y="2371008"/>
            <a:ext cx="438226" cy="2060863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2"/>
            <a:endCxn id="14" idx="0"/>
          </p:cNvCxnSpPr>
          <p:nvPr/>
        </p:nvCxnSpPr>
        <p:spPr>
          <a:xfrm rot="16200000" flipH="1">
            <a:off x="3256046" y="3053943"/>
            <a:ext cx="802498" cy="1059264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Content Placeholder 4"/>
          <p:cNvSpPr txBox="1">
            <a:spLocks/>
          </p:cNvSpPr>
          <p:nvPr/>
        </p:nvSpPr>
        <p:spPr>
          <a:xfrm>
            <a:off x="5061185" y="5749081"/>
            <a:ext cx="1600200" cy="2814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0;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Content Placeholder 4"/>
          <p:cNvSpPr txBox="1">
            <a:spLocks/>
          </p:cNvSpPr>
          <p:nvPr/>
        </p:nvSpPr>
        <p:spPr>
          <a:xfrm>
            <a:off x="2043414" y="5737424"/>
            <a:ext cx="1202482" cy="3281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x + y   </a:t>
            </a:r>
          </a:p>
        </p:txBody>
      </p:sp>
      <p:sp>
        <p:nvSpPr>
          <p:cNvPr id="25" name="Content Placeholder 4"/>
          <p:cNvSpPr txBox="1">
            <a:spLocks/>
          </p:cNvSpPr>
          <p:nvPr/>
        </p:nvSpPr>
        <p:spPr>
          <a:xfrm>
            <a:off x="6587129" y="6435782"/>
            <a:ext cx="800100" cy="2814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:=</a:t>
            </a:r>
            <a:r>
              <a:rPr lang="he-IL" sz="140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Content Placeholder 4"/>
          <p:cNvSpPr txBox="1">
            <a:spLocks/>
          </p:cNvSpPr>
          <p:nvPr/>
        </p:nvSpPr>
        <p:spPr>
          <a:xfrm>
            <a:off x="4373441" y="6435782"/>
            <a:ext cx="762000" cy="2814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marL="0" lvl="1" algn="l" rtl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tabLst>
                <a:tab pos="541338" algn="l"/>
                <a:tab pos="1073150" algn="l"/>
                <a:tab pos="2112963" algn="l"/>
                <a:tab pos="3255963" algn="l"/>
              </a:tabLst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:=</a:t>
            </a:r>
            <a:r>
              <a:rPr kumimoji="0" lang="he-IL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40" name="Elbow Connector 39"/>
          <p:cNvCxnSpPr>
            <a:stCxn id="14" idx="2"/>
            <a:endCxn id="24" idx="0"/>
          </p:cNvCxnSpPr>
          <p:nvPr/>
        </p:nvCxnSpPr>
        <p:spPr>
          <a:xfrm rot="5400000">
            <a:off x="3149091" y="4699588"/>
            <a:ext cx="533400" cy="154227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14" idx="2"/>
            <a:endCxn id="23" idx="0"/>
          </p:cNvCxnSpPr>
          <p:nvPr/>
        </p:nvCxnSpPr>
        <p:spPr>
          <a:xfrm rot="16200000" flipH="1">
            <a:off x="4751578" y="4639373"/>
            <a:ext cx="545057" cy="1674358"/>
          </a:xfrm>
          <a:prstGeom prst="bentConnector3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23" idx="2"/>
            <a:endCxn id="26" idx="0"/>
          </p:cNvCxnSpPr>
          <p:nvPr/>
        </p:nvCxnSpPr>
        <p:spPr>
          <a:xfrm rot="5400000">
            <a:off x="5105250" y="5679747"/>
            <a:ext cx="405226" cy="1106844"/>
          </a:xfrm>
          <a:prstGeom prst="bentConnector3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23" idx="2"/>
            <a:endCxn id="25" idx="0"/>
          </p:cNvCxnSpPr>
          <p:nvPr/>
        </p:nvCxnSpPr>
        <p:spPr>
          <a:xfrm rot="16200000" flipH="1">
            <a:off x="6221619" y="5670222"/>
            <a:ext cx="405226" cy="1125894"/>
          </a:xfrm>
          <a:prstGeom prst="bentConnector3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049732" y="6032001"/>
                <a:ext cx="2083199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{y:=x, exit}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732" y="6032001"/>
                <a:ext cx="2083199" cy="338554"/>
              </a:xfrm>
              <a:prstGeom prst="rect">
                <a:avLst/>
              </a:prstGeom>
              <a:blipFill>
                <a:blip r:embed="rId3"/>
                <a:stretch>
                  <a:fillRect t="-9091" r="-87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384320" y="6407242"/>
                <a:ext cx="2083199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{x:=0, exit}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320" y="6407242"/>
                <a:ext cx="2083199" cy="338554"/>
              </a:xfrm>
              <a:prstGeom prst="rect">
                <a:avLst/>
              </a:prstGeom>
              <a:blipFill>
                <a:blip r:embed="rId4"/>
                <a:stretch>
                  <a:fillRect t="-8929" r="-877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838335" y="5414154"/>
                <a:ext cx="3295454" cy="33855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{x:=0;y:=x, y:=x, exit}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335" y="5414154"/>
                <a:ext cx="3295454" cy="338554"/>
              </a:xfrm>
              <a:prstGeom prst="rect">
                <a:avLst/>
              </a:prstGeom>
              <a:blipFill>
                <a:blip r:embed="rId5"/>
                <a:stretch>
                  <a:fillRect t="-8929" r="-74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56462" y="6052234"/>
                <a:ext cx="2307619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{y:=</a:t>
                </a:r>
                <a:r>
                  <a:rPr lang="en-US" sz="16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x+y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, exit}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62" y="6052234"/>
                <a:ext cx="2307619" cy="338554"/>
              </a:xfrm>
              <a:prstGeom prst="rect">
                <a:avLst/>
              </a:prstGeom>
              <a:blipFill>
                <a:blip r:embed="rId6"/>
                <a:stretch>
                  <a:fillRect t="-9091" r="-52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953000" y="3685593"/>
                <a:ext cx="4440645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r>
                  <a:rPr lang="en-US" sz="1600">
                    <a:solidFill>
                      <a:srgbClr val="7030A0"/>
                    </a:solidFill>
                    <a:latin typeface="cmtcsc10" panose="020B0500000000000000" pitchFamily="34" charset="0"/>
                    <a:cs typeface="Consolas" panose="020B0609020204030204" pitchFamily="49" charset="0"/>
                  </a:rPr>
                  <a:t>innerif</a:t>
                </a:r>
                <a:r>
                  <a:rPr lang="es-E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,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 y:=x+y, x:=0;y:=x,                                 	y:=x, exit}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85593"/>
                <a:ext cx="4440645" cy="584775"/>
              </a:xfrm>
              <a:prstGeom prst="rect">
                <a:avLst/>
              </a:prstGeom>
              <a:blipFill>
                <a:blip r:embed="rId7"/>
                <a:stretch>
                  <a:fillRect t="-4167" r="-64560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25406" y="934088"/>
                <a:ext cx="4830641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  {	y:=2y;</a:t>
                </a:r>
                <a:r>
                  <a:rPr lang="en-US" sz="1600">
                    <a:solidFill>
                      <a:srgbClr val="7030A0"/>
                    </a:solidFill>
                    <a:latin typeface="cmtcsc10" panose="020B0500000000000000" pitchFamily="34" charset="0"/>
                    <a:cs typeface="Consolas" panose="020B0609020204030204" pitchFamily="49" charset="0"/>
                  </a:rPr>
                  <a:t>innerif</a:t>
                </a:r>
                <a:r>
                  <a:rPr lang="es-E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US" sz="1600" err="1">
                    <a:solidFill>
                      <a:srgbClr val="7030A0"/>
                    </a:solidFill>
                    <a:latin typeface="cmtcsc10" panose="020B0500000000000000" pitchFamily="34" charset="0"/>
                    <a:cs typeface="Consolas" panose="020B0609020204030204" pitchFamily="49" charset="0"/>
                  </a:rPr>
                  <a:t>innerif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, y:=x+y, 	x:=0;y:=x, y:=x, exit  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06" y="934088"/>
                <a:ext cx="4830641" cy="584775"/>
              </a:xfrm>
              <a:prstGeom prst="rect">
                <a:avLst/>
              </a:prstGeom>
              <a:blipFill>
                <a:blip r:embed="rId8"/>
                <a:stretch>
                  <a:fillRect t="-4167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202215" y="2521803"/>
                <a:ext cx="3953971" cy="83099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 { 	</a:t>
                </a:r>
                <a:r>
                  <a:rPr lang="en-US" sz="1600">
                    <a:solidFill>
                      <a:srgbClr val="7030A0"/>
                    </a:solidFill>
                    <a:latin typeface="cmtcsc10" panose="020B0500000000000000" pitchFamily="34" charset="0"/>
                    <a:cs typeface="Consolas" panose="020B0609020204030204" pitchFamily="49" charset="0"/>
                  </a:rPr>
                  <a:t>outerif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, y:=2y;</a:t>
                </a:r>
                <a:r>
                  <a:rPr lang="en-US" sz="1600">
                    <a:solidFill>
                      <a:srgbClr val="7030A0"/>
                    </a:solidFill>
                    <a:latin typeface="cmtcsc10" panose="020B0500000000000000" pitchFamily="34" charset="0"/>
                    <a:cs typeface="Consolas" panose="020B0609020204030204" pitchFamily="49" charset="0"/>
                  </a:rPr>
                  <a:t>innerif</a:t>
                </a:r>
                <a:r>
                  <a:rPr lang="es-E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,      	</a:t>
                </a:r>
                <a:r>
                  <a:rPr lang="en-US" sz="1600" err="1">
                    <a:solidFill>
                      <a:srgbClr val="7030A0"/>
                    </a:solidFill>
                    <a:latin typeface="cmtcsc10" panose="020B0500000000000000" pitchFamily="34" charset="0"/>
                    <a:cs typeface="Consolas" panose="020B0609020204030204" pitchFamily="49" charset="0"/>
                  </a:rPr>
                  <a:t>innerif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, y:=x+y, 	x:=0;y:=x, y:=x, exit 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215" y="2521803"/>
                <a:ext cx="3953971" cy="830997"/>
              </a:xfrm>
              <a:prstGeom prst="rect">
                <a:avLst/>
              </a:prstGeom>
              <a:blipFill>
                <a:blip r:embed="rId9"/>
                <a:stretch>
                  <a:fillRect t="-2941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52400" y="4051997"/>
                <a:ext cx="2231920" cy="33855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𝑆𝑢𝑏</m:t>
                    </m:r>
                    <m:r>
                      <a:rPr lang="en-US" sz="1600" i="1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{y:=2y, exit}</a:t>
                </a:r>
                <a:endParaRPr lang="he-IL" sz="1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051997"/>
                <a:ext cx="2231920" cy="338554"/>
              </a:xfrm>
              <a:prstGeom prst="rect">
                <a:avLst/>
              </a:prstGeom>
              <a:blipFill>
                <a:blip r:embed="rId10"/>
                <a:stretch>
                  <a:fillRect t="-909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Minus 87">
            <a:hlinkClick r:id="" action="ppaction://hlinkshowjump?jump=previousslide"/>
          </p:cNvPr>
          <p:cNvSpPr/>
          <p:nvPr/>
        </p:nvSpPr>
        <p:spPr>
          <a:xfrm>
            <a:off x="8537511" y="6408263"/>
            <a:ext cx="494453" cy="54559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Oval 16"/>
          <p:cNvSpPr/>
          <p:nvPr/>
        </p:nvSpPr>
        <p:spPr>
          <a:xfrm>
            <a:off x="2133600" y="1586959"/>
            <a:ext cx="250720" cy="338503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7" name="Oval 36"/>
          <p:cNvSpPr/>
          <p:nvPr/>
        </p:nvSpPr>
        <p:spPr>
          <a:xfrm>
            <a:off x="5307863" y="711109"/>
            <a:ext cx="250720" cy="338503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Oval 37"/>
          <p:cNvSpPr/>
          <p:nvPr/>
        </p:nvSpPr>
        <p:spPr>
          <a:xfrm>
            <a:off x="5307863" y="2176097"/>
            <a:ext cx="250720" cy="338503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9" name="Oval 38"/>
          <p:cNvSpPr/>
          <p:nvPr/>
        </p:nvSpPr>
        <p:spPr>
          <a:xfrm>
            <a:off x="2710898" y="3975493"/>
            <a:ext cx="250720" cy="338503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1" name="Oval 40"/>
          <p:cNvSpPr/>
          <p:nvPr/>
        </p:nvSpPr>
        <p:spPr>
          <a:xfrm>
            <a:off x="2710898" y="4833224"/>
            <a:ext cx="250720" cy="338503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2" name="Oval 41"/>
          <p:cNvSpPr/>
          <p:nvPr/>
        </p:nvSpPr>
        <p:spPr>
          <a:xfrm>
            <a:off x="5644673" y="5774933"/>
            <a:ext cx="202993" cy="254198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8001000" y="2209800"/>
            <a:ext cx="1037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err="1">
                <a:solidFill>
                  <a:srgbClr val="7030A0"/>
                </a:solidFill>
                <a:latin typeface="cmtcsc10" panose="020B0500000000000000" pitchFamily="34" charset="0"/>
                <a:cs typeface="Consolas" panose="020B0609020204030204" pitchFamily="49" charset="0"/>
              </a:rPr>
              <a:t>outerif</a:t>
            </a:r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4724400" y="4876800"/>
            <a:ext cx="1037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err="1">
                <a:solidFill>
                  <a:srgbClr val="7030A0"/>
                </a:solidFill>
                <a:latin typeface="cmtcsc10" panose="020B0500000000000000" pitchFamily="34" charset="0"/>
                <a:cs typeface="Consolas" panose="020B0609020204030204" pitchFamily="49" charset="0"/>
              </a:rPr>
              <a:t>innerif</a:t>
            </a:r>
            <a:endParaRPr lang="he-IL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698564" y="834847"/>
            <a:ext cx="508871" cy="2158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96701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8" grpId="0"/>
      <p:bldP spid="8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CB11-3C80-290F-2A62-314A3BB3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2D85-1CA0-91AA-E43A-1B38E79A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578" y="-304800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סיימנו להגדיר את המקומות בתוכנית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0A0F1-EE76-557B-97F9-3557B99D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578" y="-762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21B89F-35A7-C1D4-C822-F8F28C1BAD42}"/>
              </a:ext>
            </a:extLst>
          </p:cNvPr>
          <p:cNvSpPr txBox="1"/>
          <p:nvPr/>
        </p:nvSpPr>
        <p:spPr>
          <a:xfrm>
            <a:off x="1269767" y="5328524"/>
            <a:ext cx="7100021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200" dirty="0">
                <a:latin typeface="Gisha" panose="020B0502040204020203" pitchFamily="34" charset="-79"/>
                <a:cs typeface="Gisha" panose="020B0502040204020203" pitchFamily="34" charset="-79"/>
              </a:rPr>
              <a:t>כללי גזירה להגדרת המעברים בין המקומות</a:t>
            </a:r>
          </a:p>
        </p:txBody>
      </p:sp>
      <p:pic>
        <p:nvPicPr>
          <p:cNvPr id="8" name="Picture 2" descr="Generated image">
            <a:extLst>
              <a:ext uri="{FF2B5EF4-FFF2-40B4-BE49-F238E27FC236}">
                <a16:creationId xmlns:a16="http://schemas.microsoft.com/office/drawing/2014/main" id="{0D5DF0F6-4918-97C7-28A8-D6E5DEF6D3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6EDF6"/>
              </a:clrFrom>
              <a:clrTo>
                <a:srgbClr val="E6ED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/>
          <a:stretch/>
        </p:blipFill>
        <p:spPr bwMode="auto">
          <a:xfrm>
            <a:off x="2559862" y="1601905"/>
            <a:ext cx="4519829" cy="335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611848"/>
      </p:ext>
    </p:extLst>
  </p:cSld>
  <p:clrMapOvr>
    <a:masterClrMapping/>
  </p:clrMapOvr>
  <p:transition>
    <p:dissolv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הסק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מגדירים את הקשתות בגרף התוכנית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28600" y="4165600"/>
                <a:ext cx="8686800" cy="838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rtl="0"/>
                <a:r>
                  <a:rPr lang="en-US" sz="2400"/>
                  <a:t>s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?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x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  <m:r>
                              <a:rPr lang="en-US" sz="2000" i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  : 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?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x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groupCh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exit</m:t>
                        </m:r>
                      </m:den>
                    </m:f>
                  </m:oMath>
                </a14:m>
                <a:r>
                  <a:rPr lang="en-US" sz="2400"/>
                  <a:t>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!</m:t>
                        </m:r>
                        <m:r>
                          <m:rPr>
                            <m:nor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x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  <m:r>
                              <a:rPr lang="en-US" sz="2000" i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  : 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!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solidFill>
                                  <a:srgbClr val="FF0000"/>
                                </a:solidFill>
                                <a:latin typeface="Consolas" panose="020B0609020204030204" pitchFamily="49" charset="0"/>
                                <a:cs typeface="Consolas" panose="020B0609020204030204" pitchFamily="49" charset="0"/>
                              </a:rPr>
                              <m:t>x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groupCh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exit</m:t>
                        </m:r>
                      </m:den>
                    </m:f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165600"/>
                <a:ext cx="8686800" cy="838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28600" y="2692400"/>
                <a:ext cx="8686800" cy="1143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𝑥</m:t>
                          </m:r>
                          <m:r>
                            <m:rPr>
                              <m:brk m:alnAt="2"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≔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𝑒𝑥𝑝𝑟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2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𝑒𝑥𝑝𝑟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den>
                      </m:f>
                    </m:oMath>
                  </m:oMathPara>
                </a14:m>
                <a:endParaRPr lang="en-US" sz="2400"/>
              </a:p>
              <a:p>
                <a:pPr algn="ctr" rtl="0"/>
                <a:endParaRPr lang="en-US" sz="240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692400"/>
                <a:ext cx="86868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28600" y="1524000"/>
                <a:ext cx="8686800" cy="838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/>
                  <a:t>s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skip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 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  <m:r>
                              <a:rPr lang="en-US" sz="2400" i="1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  <m:t>  : 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𝑛𝑜𝑡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𝑖𝑛𝑔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groupCh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m:t>exit</m:t>
                        </m:r>
                      </m:den>
                    </m:f>
                  </m:oMath>
                </a14:m>
                <a:endParaRPr lang="en-US" sz="2400"/>
              </a:p>
              <a:p>
                <a:pPr algn="ctr"/>
                <a:endParaRPr lang="en-US" sz="240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524000"/>
                <a:ext cx="8686800" cy="838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28600" y="5334000"/>
                <a:ext cx="8686800" cy="990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atomic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≔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𝑒𝑥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;⋯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≔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𝑒𝑥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}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2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2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;⋯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groupCh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334000"/>
                <a:ext cx="8686800" cy="990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00443A74-09FA-2099-1EB1-2B2338AB1DA6}"/>
              </a:ext>
            </a:extLst>
          </p:cNvPr>
          <p:cNvSpPr/>
          <p:nvPr/>
        </p:nvSpPr>
        <p:spPr>
          <a:xfrm>
            <a:off x="8496300" y="2497068"/>
            <a:ext cx="615575" cy="5890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LID4096" sz="3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09154259"/>
      </p:ext>
    </p:extLst>
  </p:cSld>
  <p:clrMapOvr>
    <a:masterClrMapping/>
  </p:clrMapOvr>
  <p:transition>
    <p:dissolv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3375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583331" y="788045"/>
                <a:ext cx="6205935" cy="13129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∧   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;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331" y="788045"/>
                <a:ext cx="6205935" cy="13129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914400" y="-3810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הסק לשרשור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884749" y="2392828"/>
                <a:ext cx="3603101" cy="10992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sz="2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749" y="2392828"/>
                <a:ext cx="3603101" cy="1099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40332" y="3808214"/>
                <a:ext cx="2257477" cy="369332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32" y="3808214"/>
                <a:ext cx="22574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442941" y="4646414"/>
                <a:ext cx="1546769" cy="369332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941" y="4646414"/>
                <a:ext cx="15467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34842" y="5484614"/>
                <a:ext cx="852093" cy="369332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842" y="5484614"/>
                <a:ext cx="8520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332067" y="63246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:r>
                  <a:rPr lang="en-US" dirty="0">
                    <a:solidFill>
                      <a:schemeClr val="tx1"/>
                    </a:solidFill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rPr>
                      <m:t>exi</m:t>
                    </m:r>
                    <m:r>
                      <m:rPr>
                        <m:nor/>
                      </m:rPr>
                      <a:rPr lang="en-US" smtClean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rPr>
                      <m:t>t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067" y="6324600"/>
                <a:ext cx="762000" cy="3657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5"/>
          <p:cNvCxnSpPr>
            <a:stCxn id="2" idx="3"/>
            <a:endCxn id="10" idx="1"/>
          </p:cNvCxnSpPr>
          <p:nvPr/>
        </p:nvCxnSpPr>
        <p:spPr>
          <a:xfrm>
            <a:off x="2697809" y="3992880"/>
            <a:ext cx="745132" cy="83820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528669" y="4340158"/>
                <a:ext cx="15544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669" y="4340158"/>
                <a:ext cx="15544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/>
          <p:cNvCxnSpPr>
            <a:stCxn id="10" idx="3"/>
            <a:endCxn id="11" idx="1"/>
          </p:cNvCxnSpPr>
          <p:nvPr/>
        </p:nvCxnSpPr>
        <p:spPr>
          <a:xfrm>
            <a:off x="4989710" y="4831080"/>
            <a:ext cx="745132" cy="83820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773106" y="5214707"/>
                <a:ext cx="15544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106" y="5214707"/>
                <a:ext cx="15544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/>
          <p:cNvCxnSpPr>
            <a:stCxn id="11" idx="3"/>
            <a:endCxn id="13" idx="1"/>
          </p:cNvCxnSpPr>
          <p:nvPr/>
        </p:nvCxnSpPr>
        <p:spPr>
          <a:xfrm>
            <a:off x="6586935" y="5669280"/>
            <a:ext cx="745132" cy="83820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409305" y="6078974"/>
                <a:ext cx="15031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305" y="6078974"/>
                <a:ext cx="150316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/>
          <p:cNvCxnSpPr/>
          <p:nvPr/>
        </p:nvCxnSpPr>
        <p:spPr>
          <a:xfrm flipV="1">
            <a:off x="0" y="4000500"/>
            <a:ext cx="457200" cy="762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1EB420F-A7AF-43AE-A6C3-999EB877E063}"/>
                  </a:ext>
                </a:extLst>
              </p:cNvPr>
              <p:cNvSpPr/>
              <p:nvPr/>
            </p:nvSpPr>
            <p:spPr>
              <a:xfrm>
                <a:off x="192533" y="5574580"/>
                <a:ext cx="4133055" cy="11245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brk m:alnAt="2"/>
                            </m:r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he-I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6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he-IL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𝑒𝑥𝑖𝑡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num>
                        <m:den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"/>
                                </m:r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he-I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6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16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≔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groupCh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brk m:alnAt="2"/>
                                </m:r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he-IL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6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16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≔</m:t>
                                  </m:r>
                                  <m:r>
                                    <a:rPr lang="he-IL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groupCh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1EB420F-A7AF-43AE-A6C3-999EB877E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33" y="5574580"/>
                <a:ext cx="4133055" cy="11245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C22951D-F544-B4B2-E052-F9AC20136F78}"/>
                  </a:ext>
                </a:extLst>
              </p:cNvPr>
              <p:cNvSpPr/>
              <p:nvPr/>
            </p:nvSpPr>
            <p:spPr>
              <a:xfrm>
                <a:off x="5706454" y="3872476"/>
                <a:ext cx="2792239" cy="789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brk m:alnAt="2"/>
                            </m:r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6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𝑒𝑥𝑖𝑡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num>
                        <m:den>
                          <m:r>
                            <m:rPr>
                              <m:brk m:alnAt="2"/>
                            </m:r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C22951D-F544-B4B2-E052-F9AC20136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454" y="3872476"/>
                <a:ext cx="2792239" cy="7894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23E525-E99C-625A-A2B5-1B748C29116F}"/>
              </a:ext>
            </a:extLst>
          </p:cNvPr>
          <p:cNvSpPr/>
          <p:nvPr/>
        </p:nvSpPr>
        <p:spPr>
          <a:xfrm>
            <a:off x="2753182" y="4872102"/>
            <a:ext cx="390242" cy="665195"/>
          </a:xfrm>
          <a:custGeom>
            <a:avLst/>
            <a:gdLst>
              <a:gd name="connsiteX0" fmla="*/ 389299 w 390242"/>
              <a:gd name="connsiteY0" fmla="*/ 0 h 470780"/>
              <a:gd name="connsiteX1" fmla="*/ 344032 w 390242"/>
              <a:gd name="connsiteY1" fmla="*/ 208229 h 470780"/>
              <a:gd name="connsiteX2" fmla="*/ 90535 w 390242"/>
              <a:gd name="connsiteY2" fmla="*/ 271604 h 470780"/>
              <a:gd name="connsiteX3" fmla="*/ 0 w 390242"/>
              <a:gd name="connsiteY3" fmla="*/ 470780 h 47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42" h="470780">
                <a:moveTo>
                  <a:pt x="389299" y="0"/>
                </a:moveTo>
                <a:cubicBezTo>
                  <a:pt x="391562" y="81481"/>
                  <a:pt x="393826" y="162962"/>
                  <a:pt x="344032" y="208229"/>
                </a:cubicBezTo>
                <a:cubicBezTo>
                  <a:pt x="294238" y="253496"/>
                  <a:pt x="147874" y="227846"/>
                  <a:pt x="90535" y="271604"/>
                </a:cubicBezTo>
                <a:cubicBezTo>
                  <a:pt x="33196" y="315362"/>
                  <a:pt x="16598" y="393071"/>
                  <a:pt x="0" y="47078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2E082C-E658-326D-F501-2501F0274E8E}"/>
              </a:ext>
            </a:extLst>
          </p:cNvPr>
          <p:cNvSpPr/>
          <p:nvPr/>
        </p:nvSpPr>
        <p:spPr>
          <a:xfrm>
            <a:off x="5468645" y="4722920"/>
            <a:ext cx="479394" cy="479395"/>
          </a:xfrm>
          <a:custGeom>
            <a:avLst/>
            <a:gdLst>
              <a:gd name="connsiteX0" fmla="*/ 0 w 479394"/>
              <a:gd name="connsiteY0" fmla="*/ 479395 h 479395"/>
              <a:gd name="connsiteX1" fmla="*/ 292963 w 479394"/>
              <a:gd name="connsiteY1" fmla="*/ 408373 h 479395"/>
              <a:gd name="connsiteX2" fmla="*/ 363984 w 479394"/>
              <a:gd name="connsiteY2" fmla="*/ 159798 h 479395"/>
              <a:gd name="connsiteX3" fmla="*/ 479394 w 479394"/>
              <a:gd name="connsiteY3" fmla="*/ 0 h 4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9394" h="479395">
                <a:moveTo>
                  <a:pt x="0" y="479395"/>
                </a:moveTo>
                <a:cubicBezTo>
                  <a:pt x="116149" y="470517"/>
                  <a:pt x="232299" y="461639"/>
                  <a:pt x="292963" y="408373"/>
                </a:cubicBezTo>
                <a:cubicBezTo>
                  <a:pt x="353627" y="355107"/>
                  <a:pt x="332912" y="227860"/>
                  <a:pt x="363984" y="159798"/>
                </a:cubicBezTo>
                <a:cubicBezTo>
                  <a:pt x="395056" y="91736"/>
                  <a:pt x="437225" y="45868"/>
                  <a:pt x="479394" y="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9C8BCF-7F1B-6360-D461-03C5A26B6724}"/>
                  </a:ext>
                </a:extLst>
              </p:cNvPr>
              <p:cNvSpPr/>
              <p:nvPr/>
            </p:nvSpPr>
            <p:spPr>
              <a:xfrm>
                <a:off x="6994206" y="4899941"/>
                <a:ext cx="2001638" cy="668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m:rPr>
                              <m:brk m:alnAt="2"/>
                            </m:r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m:rPr>
                              <m:brk m:alnAt="2"/>
                            </m:r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𝑒𝑥𝑖𝑡</m:t>
                          </m:r>
                        </m:den>
                      </m:f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9C8BCF-7F1B-6360-D461-03C5A26B6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206" y="4899941"/>
                <a:ext cx="2001638" cy="6680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E15B8F-8611-C369-30FB-47A73EA9610B}"/>
              </a:ext>
            </a:extLst>
          </p:cNvPr>
          <p:cNvSpPr/>
          <p:nvPr/>
        </p:nvSpPr>
        <p:spPr>
          <a:xfrm>
            <a:off x="7041914" y="5599442"/>
            <a:ext cx="479394" cy="479395"/>
          </a:xfrm>
          <a:custGeom>
            <a:avLst/>
            <a:gdLst>
              <a:gd name="connsiteX0" fmla="*/ 0 w 479394"/>
              <a:gd name="connsiteY0" fmla="*/ 479395 h 479395"/>
              <a:gd name="connsiteX1" fmla="*/ 292963 w 479394"/>
              <a:gd name="connsiteY1" fmla="*/ 408373 h 479395"/>
              <a:gd name="connsiteX2" fmla="*/ 363984 w 479394"/>
              <a:gd name="connsiteY2" fmla="*/ 159798 h 479395"/>
              <a:gd name="connsiteX3" fmla="*/ 479394 w 479394"/>
              <a:gd name="connsiteY3" fmla="*/ 0 h 4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9394" h="479395">
                <a:moveTo>
                  <a:pt x="0" y="479395"/>
                </a:moveTo>
                <a:cubicBezTo>
                  <a:pt x="116149" y="470517"/>
                  <a:pt x="232299" y="461639"/>
                  <a:pt x="292963" y="408373"/>
                </a:cubicBezTo>
                <a:cubicBezTo>
                  <a:pt x="353627" y="355107"/>
                  <a:pt x="332912" y="227860"/>
                  <a:pt x="363984" y="159798"/>
                </a:cubicBezTo>
                <a:cubicBezTo>
                  <a:pt x="395056" y="91736"/>
                  <a:pt x="437225" y="45868"/>
                  <a:pt x="479394" y="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DB3496-200E-CB80-2C10-A3E39E6E9CD5}"/>
              </a:ext>
            </a:extLst>
          </p:cNvPr>
          <p:cNvSpPr/>
          <p:nvPr/>
        </p:nvSpPr>
        <p:spPr>
          <a:xfrm>
            <a:off x="7521308" y="564352"/>
            <a:ext cx="615575" cy="5890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LID4096" sz="3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11FAC8-B845-0282-1D25-EC8324A0F038}"/>
              </a:ext>
            </a:extLst>
          </p:cNvPr>
          <p:cNvSpPr/>
          <p:nvPr/>
        </p:nvSpPr>
        <p:spPr>
          <a:xfrm>
            <a:off x="6160888" y="2191761"/>
            <a:ext cx="615575" cy="5890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  <a:endParaRPr lang="LID4096" sz="3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333133-F673-3148-8558-3B09641122C2}"/>
              </a:ext>
            </a:extLst>
          </p:cNvPr>
          <p:cNvSpPr/>
          <p:nvPr/>
        </p:nvSpPr>
        <p:spPr>
          <a:xfrm>
            <a:off x="8132159" y="4152305"/>
            <a:ext cx="376891" cy="259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>
            <a:spAutoFit/>
          </a:bodyPr>
          <a:lstStyle/>
          <a:p>
            <a:pPr algn="ctr"/>
            <a:r>
              <a:rPr lang="en-US" sz="1200" dirty="0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  <a:endParaRPr lang="LID4096" sz="1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898855A-5A21-453C-8170-A9DAA6027FB1}"/>
              </a:ext>
            </a:extLst>
          </p:cNvPr>
          <p:cNvSpPr/>
          <p:nvPr/>
        </p:nvSpPr>
        <p:spPr>
          <a:xfrm>
            <a:off x="327762" y="5859346"/>
            <a:ext cx="376891" cy="259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>
            <a:spAutoFit/>
          </a:bodyPr>
          <a:lstStyle/>
          <a:p>
            <a:pPr algn="ctr"/>
            <a:r>
              <a:rPr lang="en-US" sz="1200" dirty="0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  <a:endParaRPr lang="LID4096" sz="1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E5899A-FA45-CFFE-1D23-7AC6AC4AAE97}"/>
              </a:ext>
            </a:extLst>
          </p:cNvPr>
          <p:cNvSpPr/>
          <p:nvPr/>
        </p:nvSpPr>
        <p:spPr>
          <a:xfrm>
            <a:off x="88252" y="6195363"/>
            <a:ext cx="376891" cy="259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>
            <a:spAutoFit/>
          </a:bodyPr>
          <a:lstStyle/>
          <a:p>
            <a:pPr algn="ctr"/>
            <a:r>
              <a:rPr lang="en-US" sz="1200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LID4096" sz="1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831940-9FAA-4284-52A2-72C20E347BDA}"/>
              </a:ext>
            </a:extLst>
          </p:cNvPr>
          <p:cNvSpPr/>
          <p:nvPr/>
        </p:nvSpPr>
        <p:spPr>
          <a:xfrm>
            <a:off x="623656" y="5571226"/>
            <a:ext cx="376891" cy="259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>
            <a:spAutoFit/>
          </a:bodyPr>
          <a:lstStyle/>
          <a:p>
            <a:pPr algn="ctr"/>
            <a:r>
              <a:rPr lang="en-US" sz="120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LID4096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063D30-41DC-810F-D4A2-171CFE3EA7D5}"/>
              </a:ext>
            </a:extLst>
          </p:cNvPr>
          <p:cNvSpPr/>
          <p:nvPr/>
        </p:nvSpPr>
        <p:spPr>
          <a:xfrm>
            <a:off x="8618953" y="5021584"/>
            <a:ext cx="376891" cy="259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91440" bIns="0" rtlCol="0" anchor="ctr">
            <a:spAutoFit/>
          </a:bodyPr>
          <a:lstStyle/>
          <a:p>
            <a:pPr algn="ctr"/>
            <a:r>
              <a:rPr lang="en-US" sz="120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LID4096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48B2BAB-55E5-96B1-5978-B7BEE640043C}"/>
              </a:ext>
            </a:extLst>
          </p:cNvPr>
          <p:cNvSpPr/>
          <p:nvPr/>
        </p:nvSpPr>
        <p:spPr>
          <a:xfrm>
            <a:off x="7829095" y="3711140"/>
            <a:ext cx="376891" cy="259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91440" bIns="0" rtlCol="0" anchor="ctr">
            <a:spAutoFit/>
          </a:bodyPr>
          <a:lstStyle/>
          <a:p>
            <a:pPr algn="ctr"/>
            <a:r>
              <a:rPr lang="en-US" sz="120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LID4096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p:transition>
    <p:dissolv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הסק לפקודות תנאי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143000" y="2971800"/>
                <a:ext cx="4114800" cy="10515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if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 </m:t>
                      </m:r>
                    </m:oMath>
                  </m:oMathPara>
                </a14:m>
                <a:endParaRPr lang="en-US" b="0" i="0" dirty="0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i="0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fi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971800"/>
                <a:ext cx="4114800" cy="1051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765715" y="1371600"/>
                <a:ext cx="5841170" cy="9319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nor/>
                            </m:rP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if</m:t>
                          </m:r>
                          <m:r>
                            <m:rPr>
                              <m:nor/>
                            </m:rPr>
                            <a:rPr lang="en-US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∷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a:rPr lang="en-US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∷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fi</m:t>
                          </m:r>
                          <m:r>
                            <m:rPr>
                              <m:nor/>
                            </m:rPr>
                            <a:rPr lang="he-IL" sz="1400" b="1" i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4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715" y="1371600"/>
                <a:ext cx="5841170" cy="931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861330" y="5105400"/>
                <a:ext cx="79294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330" y="5105400"/>
                <a:ext cx="79294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696200" y="4179332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4179332"/>
                <a:ext cx="762000" cy="365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5"/>
          <p:cNvCxnSpPr>
            <a:stCxn id="9" idx="2"/>
            <a:endCxn id="11" idx="1"/>
          </p:cNvCxnSpPr>
          <p:nvPr/>
        </p:nvCxnSpPr>
        <p:spPr>
          <a:xfrm rot="16200000" flipH="1">
            <a:off x="3398405" y="3825355"/>
            <a:ext cx="1264920" cy="166093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86918" y="4471153"/>
                <a:ext cx="17134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918" y="4471153"/>
                <a:ext cx="17134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715000" y="3124200"/>
                <a:ext cx="17054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124200"/>
                <a:ext cx="170546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Elbow Connector 17"/>
          <p:cNvCxnSpPr>
            <a:stCxn id="9" idx="3"/>
            <a:endCxn id="12" idx="0"/>
          </p:cNvCxnSpPr>
          <p:nvPr/>
        </p:nvCxnSpPr>
        <p:spPr>
          <a:xfrm>
            <a:off x="5257800" y="3497580"/>
            <a:ext cx="2819400" cy="6817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12" idx="2"/>
          </p:cNvCxnSpPr>
          <p:nvPr/>
        </p:nvCxnSpPr>
        <p:spPr>
          <a:xfrm flipV="1">
            <a:off x="5654270" y="4545092"/>
            <a:ext cx="2422930" cy="74318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096000" y="5410200"/>
                <a:ext cx="14550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10200"/>
                <a:ext cx="145507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583689" y="5779532"/>
                <a:ext cx="1557023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689" y="5779532"/>
                <a:ext cx="1557023" cy="3657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Elbow Connector 30"/>
          <p:cNvCxnSpPr>
            <a:stCxn id="29" idx="3"/>
            <a:endCxn id="11" idx="2"/>
          </p:cNvCxnSpPr>
          <p:nvPr/>
        </p:nvCxnSpPr>
        <p:spPr>
          <a:xfrm flipV="1">
            <a:off x="3140712" y="5471160"/>
            <a:ext cx="2117088" cy="4912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3200400" y="6008132"/>
                <a:ext cx="15544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6008132"/>
                <a:ext cx="155446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endCxn id="9" idx="1"/>
          </p:cNvCxnSpPr>
          <p:nvPr/>
        </p:nvCxnSpPr>
        <p:spPr>
          <a:xfrm flipV="1">
            <a:off x="685800" y="3497580"/>
            <a:ext cx="457200" cy="76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943600" y="6172200"/>
                <a:ext cx="10668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6172200"/>
                <a:ext cx="1066800" cy="3657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Elbow Connector 37"/>
          <p:cNvCxnSpPr>
            <a:stCxn id="37" idx="3"/>
            <a:endCxn id="12" idx="3"/>
          </p:cNvCxnSpPr>
          <p:nvPr/>
        </p:nvCxnSpPr>
        <p:spPr>
          <a:xfrm flipV="1">
            <a:off x="7010400" y="4362212"/>
            <a:ext cx="1447800" cy="1992868"/>
          </a:xfrm>
          <a:prstGeom prst="bentConnector3">
            <a:avLst>
              <a:gd name="adj1" fmla="val 11578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7162800" y="6019800"/>
                <a:ext cx="14037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6019800"/>
                <a:ext cx="140378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652C274B-E2B6-B8AF-614B-4257029C8B45}"/>
              </a:ext>
            </a:extLst>
          </p:cNvPr>
          <p:cNvSpPr/>
          <p:nvPr/>
        </p:nvSpPr>
        <p:spPr>
          <a:xfrm>
            <a:off x="7162800" y="1114734"/>
            <a:ext cx="615575" cy="5890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3</a:t>
            </a:r>
            <a:endParaRPr lang="LID4096" sz="3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p:transition>
    <p:dissolv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הסק לפקודות תנאי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143000" y="2971800"/>
                <a:ext cx="4114800" cy="10515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if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 </m:t>
                      </m:r>
                    </m:oMath>
                  </m:oMathPara>
                </a14:m>
                <a:endParaRPr lang="en-US" b="0" i="0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b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i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fi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971800"/>
                <a:ext cx="4114800" cy="10515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765715" y="1371600"/>
                <a:ext cx="5841170" cy="9319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nor/>
                            </m:rP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if</m:t>
                          </m:r>
                          <m:r>
                            <m:rPr>
                              <m:nor/>
                            </m:rPr>
                            <a:rPr lang="en-US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∷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a:rPr lang="en-US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∷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fi</m:t>
                          </m:r>
                          <m:r>
                            <m:rPr>
                              <m:nor/>
                            </m:rPr>
                            <a:rPr lang="he-IL" sz="1400" b="1" i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4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715" y="1371600"/>
                <a:ext cx="5841170" cy="931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861330" y="5105400"/>
                <a:ext cx="79294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330" y="5105400"/>
                <a:ext cx="79294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696200" y="4179332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4179332"/>
                <a:ext cx="76200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5"/>
          <p:cNvCxnSpPr>
            <a:stCxn id="9" idx="2"/>
            <a:endCxn id="11" idx="1"/>
          </p:cNvCxnSpPr>
          <p:nvPr/>
        </p:nvCxnSpPr>
        <p:spPr>
          <a:xfrm rot="16200000" flipH="1">
            <a:off x="3398405" y="3825355"/>
            <a:ext cx="1264920" cy="166093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86918" y="4471153"/>
                <a:ext cx="17134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918" y="4471153"/>
                <a:ext cx="17134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715000" y="3124200"/>
                <a:ext cx="17054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124200"/>
                <a:ext cx="17054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Elbow Connector 17"/>
          <p:cNvCxnSpPr>
            <a:stCxn id="9" idx="3"/>
            <a:endCxn id="12" idx="0"/>
          </p:cNvCxnSpPr>
          <p:nvPr/>
        </p:nvCxnSpPr>
        <p:spPr>
          <a:xfrm>
            <a:off x="5257800" y="3497580"/>
            <a:ext cx="2819400" cy="6817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12" idx="2"/>
          </p:cNvCxnSpPr>
          <p:nvPr/>
        </p:nvCxnSpPr>
        <p:spPr>
          <a:xfrm flipV="1">
            <a:off x="5654270" y="4545092"/>
            <a:ext cx="2422930" cy="74318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096000" y="5410200"/>
                <a:ext cx="14550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10200"/>
                <a:ext cx="145507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583689" y="5779532"/>
                <a:ext cx="1557023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689" y="5779532"/>
                <a:ext cx="1557023" cy="3657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Elbow Connector 30"/>
          <p:cNvCxnSpPr>
            <a:stCxn id="29" idx="3"/>
            <a:endCxn id="11" idx="2"/>
          </p:cNvCxnSpPr>
          <p:nvPr/>
        </p:nvCxnSpPr>
        <p:spPr>
          <a:xfrm flipV="1">
            <a:off x="3140712" y="5471160"/>
            <a:ext cx="2117088" cy="4912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3200400" y="6008132"/>
                <a:ext cx="15544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6008132"/>
                <a:ext cx="15544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endCxn id="9" idx="1"/>
          </p:cNvCxnSpPr>
          <p:nvPr/>
        </p:nvCxnSpPr>
        <p:spPr>
          <a:xfrm flipV="1">
            <a:off x="685800" y="3497580"/>
            <a:ext cx="457200" cy="76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943600" y="6172200"/>
                <a:ext cx="10668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6172200"/>
                <a:ext cx="1066800" cy="3657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Elbow Connector 37"/>
          <p:cNvCxnSpPr>
            <a:stCxn id="37" idx="3"/>
            <a:endCxn id="12" idx="3"/>
          </p:cNvCxnSpPr>
          <p:nvPr/>
        </p:nvCxnSpPr>
        <p:spPr>
          <a:xfrm flipV="1">
            <a:off x="7010400" y="4362212"/>
            <a:ext cx="1447800" cy="1992868"/>
          </a:xfrm>
          <a:prstGeom prst="bentConnector3">
            <a:avLst>
              <a:gd name="adj1" fmla="val 11578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7162800" y="6019800"/>
                <a:ext cx="14037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6019800"/>
                <a:ext cx="140378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21A75F0-79DD-48EC-ACC1-F46C7FDEFBEA}"/>
                  </a:ext>
                </a:extLst>
              </p:cNvPr>
              <p:cNvSpPr/>
              <p:nvPr/>
            </p:nvSpPr>
            <p:spPr>
              <a:xfrm>
                <a:off x="2352214" y="4263628"/>
                <a:ext cx="5446684" cy="7017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brk m:alnAt="2"/>
                            </m:r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m:rPr>
                              <m:brk m:alnAt="2"/>
                            </m:r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𝑒𝑥𝑖𝑡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100" b="1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if</m:t>
                          </m:r>
                          <m:r>
                            <m:rPr>
                              <m:nor/>
                            </m:rPr>
                            <a:rPr lang="en-US" sz="11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1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1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∷</m:t>
                          </m:r>
                          <m:r>
                            <a:rPr lang="en-US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1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∷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US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1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fi</m:t>
                          </m:r>
                          <m:r>
                            <m:rPr>
                              <m:nor/>
                            </m:rPr>
                            <a:rPr lang="he-IL" sz="1100" b="1" i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1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∧ 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𝑒𝑥𝑖𝑡</m:t>
                          </m:r>
                        </m:den>
                      </m:f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21A75F0-79DD-48EC-ACC1-F46C7FDEFB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214" y="4263628"/>
                <a:ext cx="5446684" cy="7017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2BE3FD2-8435-5F2F-C3D1-631FCF6A752F}"/>
              </a:ext>
            </a:extLst>
          </p:cNvPr>
          <p:cNvSpPr/>
          <p:nvPr/>
        </p:nvSpPr>
        <p:spPr>
          <a:xfrm>
            <a:off x="6156695" y="3599658"/>
            <a:ext cx="390242" cy="663970"/>
          </a:xfrm>
          <a:custGeom>
            <a:avLst/>
            <a:gdLst>
              <a:gd name="connsiteX0" fmla="*/ 389299 w 390242"/>
              <a:gd name="connsiteY0" fmla="*/ 0 h 470780"/>
              <a:gd name="connsiteX1" fmla="*/ 344032 w 390242"/>
              <a:gd name="connsiteY1" fmla="*/ 208229 h 470780"/>
              <a:gd name="connsiteX2" fmla="*/ 90535 w 390242"/>
              <a:gd name="connsiteY2" fmla="*/ 271604 h 470780"/>
              <a:gd name="connsiteX3" fmla="*/ 0 w 390242"/>
              <a:gd name="connsiteY3" fmla="*/ 470780 h 47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42" h="470780">
                <a:moveTo>
                  <a:pt x="389299" y="0"/>
                </a:moveTo>
                <a:cubicBezTo>
                  <a:pt x="391562" y="81481"/>
                  <a:pt x="393826" y="162962"/>
                  <a:pt x="344032" y="208229"/>
                </a:cubicBezTo>
                <a:cubicBezTo>
                  <a:pt x="294238" y="253496"/>
                  <a:pt x="147874" y="227846"/>
                  <a:pt x="90535" y="271604"/>
                </a:cubicBezTo>
                <a:cubicBezTo>
                  <a:pt x="33196" y="315362"/>
                  <a:pt x="16598" y="393071"/>
                  <a:pt x="0" y="47078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2C274B-E2B6-B8AF-614B-4257029C8B45}"/>
              </a:ext>
            </a:extLst>
          </p:cNvPr>
          <p:cNvSpPr/>
          <p:nvPr/>
        </p:nvSpPr>
        <p:spPr>
          <a:xfrm>
            <a:off x="7162800" y="1114734"/>
            <a:ext cx="615575" cy="5890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3</a:t>
            </a:r>
            <a:endParaRPr lang="LID4096" sz="3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6BFF55-C014-C3D8-63A1-A025A5E64E3F}"/>
              </a:ext>
            </a:extLst>
          </p:cNvPr>
          <p:cNvSpPr/>
          <p:nvPr/>
        </p:nvSpPr>
        <p:spPr>
          <a:xfrm>
            <a:off x="2377581" y="4365832"/>
            <a:ext cx="365619" cy="36787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1100">
                <a:latin typeface="Gisha" panose="020B0502040204020203" pitchFamily="34" charset="-79"/>
                <a:cs typeface="Gisha" panose="020B0502040204020203" pitchFamily="34" charset="-79"/>
              </a:rPr>
              <a:t>3</a:t>
            </a:r>
            <a:endParaRPr lang="LID4096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0352D9-94D4-25BB-2B95-535126627CB4}"/>
              </a:ext>
            </a:extLst>
          </p:cNvPr>
          <p:cNvSpPr/>
          <p:nvPr/>
        </p:nvSpPr>
        <p:spPr>
          <a:xfrm>
            <a:off x="3851974" y="4177219"/>
            <a:ext cx="365619" cy="36787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110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LID4096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62045639"/>
      </p:ext>
    </p:extLst>
  </p:cSld>
  <p:clrMapOvr>
    <a:masterClrMapping/>
  </p:clrMapOvr>
  <p:transition>
    <p:dissolv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הסק לפקודות תנאי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143000" y="2971800"/>
                <a:ext cx="4114800" cy="10515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if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 </m:t>
                      </m:r>
                    </m:oMath>
                  </m:oMathPara>
                </a14:m>
                <a:endParaRPr lang="en-US" b="0" i="0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b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i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fi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971800"/>
                <a:ext cx="4114800" cy="10515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765715" y="1371600"/>
                <a:ext cx="5841170" cy="9319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nor/>
                            </m:rP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if</m:t>
                          </m:r>
                          <m:r>
                            <m:rPr>
                              <m:nor/>
                            </m:rPr>
                            <a:rPr lang="en-US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∷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a:rPr lang="en-US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∷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fi</m:t>
                          </m:r>
                          <m:r>
                            <m:rPr>
                              <m:nor/>
                            </m:rPr>
                            <a:rPr lang="he-IL" sz="1400" b="1" i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4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715" y="1371600"/>
                <a:ext cx="5841170" cy="931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861330" y="5105400"/>
                <a:ext cx="79294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330" y="5105400"/>
                <a:ext cx="79294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696200" y="4179332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4179332"/>
                <a:ext cx="76200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5"/>
          <p:cNvCxnSpPr>
            <a:stCxn id="9" idx="2"/>
            <a:endCxn id="11" idx="1"/>
          </p:cNvCxnSpPr>
          <p:nvPr/>
        </p:nvCxnSpPr>
        <p:spPr>
          <a:xfrm rot="16200000" flipH="1">
            <a:off x="3398405" y="3825355"/>
            <a:ext cx="1264920" cy="166093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86918" y="4471153"/>
                <a:ext cx="17134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918" y="4471153"/>
                <a:ext cx="17134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715000" y="3124200"/>
                <a:ext cx="17054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124200"/>
                <a:ext cx="17054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Elbow Connector 17"/>
          <p:cNvCxnSpPr>
            <a:stCxn id="9" idx="3"/>
            <a:endCxn id="12" idx="0"/>
          </p:cNvCxnSpPr>
          <p:nvPr/>
        </p:nvCxnSpPr>
        <p:spPr>
          <a:xfrm>
            <a:off x="5257800" y="3497580"/>
            <a:ext cx="2819400" cy="6817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12" idx="2"/>
          </p:cNvCxnSpPr>
          <p:nvPr/>
        </p:nvCxnSpPr>
        <p:spPr>
          <a:xfrm flipV="1">
            <a:off x="5654270" y="4545092"/>
            <a:ext cx="2422930" cy="74318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096000" y="5410200"/>
                <a:ext cx="14550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10200"/>
                <a:ext cx="145507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583689" y="5779532"/>
                <a:ext cx="1557023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689" y="5779532"/>
                <a:ext cx="1557023" cy="3657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Elbow Connector 30"/>
          <p:cNvCxnSpPr>
            <a:stCxn id="29" idx="3"/>
            <a:endCxn id="11" idx="2"/>
          </p:cNvCxnSpPr>
          <p:nvPr/>
        </p:nvCxnSpPr>
        <p:spPr>
          <a:xfrm flipV="1">
            <a:off x="3140712" y="5471160"/>
            <a:ext cx="2117088" cy="4912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3200400" y="6008132"/>
                <a:ext cx="15544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6008132"/>
                <a:ext cx="15544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endCxn id="9" idx="1"/>
          </p:cNvCxnSpPr>
          <p:nvPr/>
        </p:nvCxnSpPr>
        <p:spPr>
          <a:xfrm flipV="1">
            <a:off x="685800" y="3497580"/>
            <a:ext cx="457200" cy="76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943600" y="6172200"/>
                <a:ext cx="10668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6172200"/>
                <a:ext cx="1066800" cy="3657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Elbow Connector 37"/>
          <p:cNvCxnSpPr>
            <a:stCxn id="37" idx="3"/>
            <a:endCxn id="12" idx="3"/>
          </p:cNvCxnSpPr>
          <p:nvPr/>
        </p:nvCxnSpPr>
        <p:spPr>
          <a:xfrm flipV="1">
            <a:off x="7010400" y="4362212"/>
            <a:ext cx="1447800" cy="1992868"/>
          </a:xfrm>
          <a:prstGeom prst="bentConnector3">
            <a:avLst>
              <a:gd name="adj1" fmla="val 11578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7162800" y="6019800"/>
                <a:ext cx="14037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6019800"/>
                <a:ext cx="140378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21A75F0-79DD-48EC-ACC1-F46C7FDEFBEA}"/>
                  </a:ext>
                </a:extLst>
              </p:cNvPr>
              <p:cNvSpPr/>
              <p:nvPr/>
            </p:nvSpPr>
            <p:spPr>
              <a:xfrm>
                <a:off x="425089" y="5779532"/>
                <a:ext cx="5670911" cy="9636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brk m:alnAt="2"/>
                                </m:r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m:rPr>
                                  <m:brk m:alnAt="2"/>
                                </m:r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  <m:r>
                                    <a:rPr lang="en-US" sz="14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≔</m:t>
                                  </m:r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groupCh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𝑒𝑥𝑖𝑡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 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brk m:alnAt="2"/>
                                </m:r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m:rPr>
                                  <m:brk m:alnAt="2"/>
                                </m:r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2"/>
                                </m:r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m:rPr>
                                  <m:brk m:alnAt="2"/>
                                </m:r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  <m:r>
                                    <a:rPr lang="en-US" sz="140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≔</m:t>
                                  </m:r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groupCh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nor/>
                            </m:rPr>
                            <a:rPr lang="en-US" sz="1100" b="1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if</m:t>
                          </m:r>
                          <m:r>
                            <m:rPr>
                              <m:nor/>
                            </m:rPr>
                            <a:rPr lang="en-US" sz="11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1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1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∷</m:t>
                          </m:r>
                          <m:r>
                            <a:rPr lang="en-US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1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∷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→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US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1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fi</m:t>
                          </m:r>
                          <m:r>
                            <m:rPr>
                              <m:nor/>
                            </m:rPr>
                            <a:rPr lang="he-IL" sz="1100" b="1" i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1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∧ 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4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</m:t>
                              </m:r>
                              <m:r>
                                <a:rPr lang="en-US" sz="14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21A75F0-79DD-48EC-ACC1-F46C7FDEFB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89" y="5779532"/>
                <a:ext cx="5670911" cy="96366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2BE3FD2-8435-5F2F-C3D1-631FCF6A752F}"/>
              </a:ext>
            </a:extLst>
          </p:cNvPr>
          <p:cNvSpPr/>
          <p:nvPr/>
        </p:nvSpPr>
        <p:spPr>
          <a:xfrm>
            <a:off x="3061774" y="5294785"/>
            <a:ext cx="390242" cy="426679"/>
          </a:xfrm>
          <a:custGeom>
            <a:avLst/>
            <a:gdLst>
              <a:gd name="connsiteX0" fmla="*/ 389299 w 390242"/>
              <a:gd name="connsiteY0" fmla="*/ 0 h 470780"/>
              <a:gd name="connsiteX1" fmla="*/ 344032 w 390242"/>
              <a:gd name="connsiteY1" fmla="*/ 208229 h 470780"/>
              <a:gd name="connsiteX2" fmla="*/ 90535 w 390242"/>
              <a:gd name="connsiteY2" fmla="*/ 271604 h 470780"/>
              <a:gd name="connsiteX3" fmla="*/ 0 w 390242"/>
              <a:gd name="connsiteY3" fmla="*/ 470780 h 47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42" h="470780">
                <a:moveTo>
                  <a:pt x="389299" y="0"/>
                </a:moveTo>
                <a:cubicBezTo>
                  <a:pt x="391562" y="81481"/>
                  <a:pt x="393826" y="162962"/>
                  <a:pt x="344032" y="208229"/>
                </a:cubicBezTo>
                <a:cubicBezTo>
                  <a:pt x="294238" y="253496"/>
                  <a:pt x="147874" y="227846"/>
                  <a:pt x="90535" y="271604"/>
                </a:cubicBezTo>
                <a:cubicBezTo>
                  <a:pt x="33196" y="315362"/>
                  <a:pt x="16598" y="393071"/>
                  <a:pt x="0" y="47078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2C274B-E2B6-B8AF-614B-4257029C8B45}"/>
              </a:ext>
            </a:extLst>
          </p:cNvPr>
          <p:cNvSpPr/>
          <p:nvPr/>
        </p:nvSpPr>
        <p:spPr>
          <a:xfrm>
            <a:off x="7162800" y="1114734"/>
            <a:ext cx="615575" cy="5890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3</a:t>
            </a:r>
            <a:endParaRPr lang="LID4096" sz="3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6BFF55-C014-C3D8-63A1-A025A5E64E3F}"/>
              </a:ext>
            </a:extLst>
          </p:cNvPr>
          <p:cNvSpPr/>
          <p:nvPr/>
        </p:nvSpPr>
        <p:spPr>
          <a:xfrm>
            <a:off x="157011" y="6256836"/>
            <a:ext cx="365619" cy="36787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1100">
                <a:latin typeface="Gisha" panose="020B0502040204020203" pitchFamily="34" charset="-79"/>
                <a:cs typeface="Gisha" panose="020B0502040204020203" pitchFamily="34" charset="-79"/>
              </a:rPr>
              <a:t>3</a:t>
            </a:r>
            <a:endParaRPr lang="LID4096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394F50-9098-89C4-11B6-1BE835DC2CE6}"/>
              </a:ext>
            </a:extLst>
          </p:cNvPr>
          <p:cNvSpPr/>
          <p:nvPr/>
        </p:nvSpPr>
        <p:spPr>
          <a:xfrm>
            <a:off x="332298" y="5894843"/>
            <a:ext cx="365619" cy="36787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1100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  <a:endParaRPr lang="LID4096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8DFBA73-F842-5D37-BBC3-C5E09A065AB9}"/>
              </a:ext>
            </a:extLst>
          </p:cNvPr>
          <p:cNvSpPr/>
          <p:nvPr/>
        </p:nvSpPr>
        <p:spPr>
          <a:xfrm>
            <a:off x="507585" y="5532849"/>
            <a:ext cx="365619" cy="36787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sz="110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LID4096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80580758"/>
      </p:ext>
    </p:extLst>
  </p:cSld>
  <p:clrMapOvr>
    <a:masterClrMapping/>
  </p:clrMapOvr>
  <p:transition>
    <p:dissolv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09461"/>
            <a:ext cx="5829300" cy="85725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הסק לפקודות לולאה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32861" y="1966808"/>
                <a:ext cx="6478277" cy="6989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do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350" b="1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od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do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350" b="1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od</m:t>
                          </m:r>
                        </m:den>
                      </m:f>
                    </m:oMath>
                  </m:oMathPara>
                </a14:m>
                <a:endParaRPr lang="en-US" sz="135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61" y="1966808"/>
                <a:ext cx="6478277" cy="6989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332861" y="2766908"/>
                <a:ext cx="6478277" cy="6989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do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350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prstClr val="black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od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prstClr val="black"/>
                              </a:solidFill>
                              <a:latin typeface="Franklin Gothic Book"/>
                            </a:rPr>
                            <m:t> 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¬</m:t>
                                  </m:r>
                                  <m:sSub>
                                    <m:sSubPr>
                                      <m:ctrlPr>
                                        <a:rPr lang="en-US" sz="1350" i="1">
                                          <a:solidFill>
                                            <a:srgbClr val="151AE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50" i="1">
                                          <a:solidFill>
                                            <a:srgbClr val="151AE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1350" i="1">
                                          <a:solidFill>
                                            <a:srgbClr val="151AE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∧⋯∧¬</m:t>
                                  </m:r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𝑖𝑛𝑔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den>
                      </m:f>
                    </m:oMath>
                  </m:oMathPara>
                </a14:m>
                <a:endParaRPr lang="en-US" sz="13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61" y="2766908"/>
                <a:ext cx="6478277" cy="698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58195" y="1160107"/>
                <a:ext cx="6478277" cy="6989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>
                            <m:sSubPr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∧  </m:t>
                          </m:r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n-US" sz="135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do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 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3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350" b="1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od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 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∧ 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35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𝑠𝑡𝑚</m:t>
                          </m:r>
                          <m:sSubSup>
                            <m:sSubSupPr>
                              <m:ctrlP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SupPr>
                            <m:e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3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;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do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 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m:t>1</m:t>
                          </m:r>
                          <m:r>
                            <a:rPr lang="en-US" sz="13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::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sz="1350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stmt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350" baseline="-2500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350" b="1" dirty="0">
                              <a:solidFill>
                                <a:schemeClr val="tx1"/>
                              </a:solidFill>
                              <a:latin typeface="Franklin Gothic Book"/>
                            </a:rPr>
                            <m:t>od</m:t>
                          </m:r>
                        </m:den>
                      </m:f>
                    </m:oMath>
                  </m:oMathPara>
                </a14:m>
                <a:endParaRPr lang="en-US" sz="135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195" y="1160107"/>
                <a:ext cx="6478277" cy="6989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A8AC77D-E6E9-12AE-4800-2B945BA74C37}"/>
              </a:ext>
            </a:extLst>
          </p:cNvPr>
          <p:cNvSpPr/>
          <p:nvPr/>
        </p:nvSpPr>
        <p:spPr>
          <a:xfrm>
            <a:off x="7509310" y="1077171"/>
            <a:ext cx="332386" cy="38951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4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89970A-7E46-6D98-DD1B-36557F812284}"/>
              </a:ext>
            </a:extLst>
          </p:cNvPr>
          <p:cNvSpPr/>
          <p:nvPr/>
        </p:nvSpPr>
        <p:spPr>
          <a:xfrm>
            <a:off x="7504086" y="1934725"/>
            <a:ext cx="332386" cy="38951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5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A084C8-A10C-2C71-409E-8A99BDC73ED5}"/>
              </a:ext>
            </a:extLst>
          </p:cNvPr>
          <p:cNvSpPr/>
          <p:nvPr/>
        </p:nvSpPr>
        <p:spPr>
          <a:xfrm>
            <a:off x="7504086" y="2763096"/>
            <a:ext cx="332386" cy="38951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6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36827" y="4598918"/>
                <a:ext cx="1876659" cy="95927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05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do</m:t>
                      </m:r>
                    </m:oMath>
                  </m:oMathPara>
                </a14:m>
                <a:endParaRPr lang="en-US" sz="1050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050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105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050"/>
                  <a:t> </a:t>
                </a:r>
                <a14:m>
                  <m:oMath xmlns:m="http://schemas.openxmlformats.org/officeDocument/2006/math">
                    <m:r>
                      <a:rPr lang="en-US" sz="105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n-US" sz="105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sz="105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050" b="1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05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05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827" y="4598918"/>
                <a:ext cx="1876659" cy="959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628898" y="6258633"/>
                <a:ext cx="428322" cy="356249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he-IL" sz="105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898" y="6258633"/>
                <a:ext cx="428322" cy="3562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242533" y="6100918"/>
                <a:ext cx="1440516" cy="38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𝑖𝑛𝑔</m:t>
                      </m:r>
                    </m:oMath>
                  </m:oMathPara>
                </a14:m>
                <a:endParaRPr lang="he-IL" sz="135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533" y="6100918"/>
                <a:ext cx="1440516" cy="3897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984448" y="5457071"/>
                <a:ext cx="1216575" cy="38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135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448" y="5457071"/>
                <a:ext cx="1216575" cy="3897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059372" y="5649231"/>
                <a:ext cx="1813157" cy="95927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050" b="1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sz="105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do</m:t>
                      </m:r>
                    </m:oMath>
                  </m:oMathPara>
                </a14:m>
                <a:endParaRPr lang="en-US" sz="1050" b="1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050" b="1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 b="1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05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050" b="1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 b="1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sz="105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05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05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050" b="1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372" y="5649231"/>
                <a:ext cx="1813157" cy="9592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854451" y="4901330"/>
                <a:ext cx="1381201" cy="38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350" i="1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350" i="1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135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451" y="4901330"/>
                <a:ext cx="1381201" cy="3897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078200" y="4598918"/>
                <a:ext cx="1876659" cy="95927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050" b="1">
                    <a:solidFill>
                      <a:prstClr val="black"/>
                    </a:solidFill>
                    <a:latin typeface="Franklin Gothic Book"/>
                  </a:rPr>
                  <a:t>;</a:t>
                </a:r>
                <a14:m>
                  <m:oMath xmlns:m="http://schemas.openxmlformats.org/officeDocument/2006/math">
                    <m:r>
                      <a:rPr lang="en-US" sz="1050" b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050" b="1" dirty="0">
                        <a:solidFill>
                          <a:prstClr val="black"/>
                        </a:solidFill>
                        <a:latin typeface="Franklin Gothic Book"/>
                      </a:rPr>
                      <m:t>do</m:t>
                    </m:r>
                  </m:oMath>
                </a14:m>
                <a:endParaRPr lang="en-US" sz="1050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050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105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050"/>
                  <a:t> </a:t>
                </a:r>
                <a14:m>
                  <m:oMath xmlns:m="http://schemas.openxmlformats.org/officeDocument/2006/math">
                    <m:r>
                      <a:rPr lang="en-US" sz="105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n-US" sz="105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sz="105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050" b="1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05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05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200" y="4598918"/>
                <a:ext cx="1876659" cy="9592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Elbow Connector 7"/>
          <p:cNvCxnSpPr>
            <a:cxnSpLocks/>
          </p:cNvCxnSpPr>
          <p:nvPr/>
        </p:nvCxnSpPr>
        <p:spPr>
          <a:xfrm>
            <a:off x="2803891" y="5226994"/>
            <a:ext cx="12743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5400000">
            <a:off x="3391240" y="3989945"/>
            <a:ext cx="16493" cy="3141373"/>
          </a:xfrm>
          <a:prstGeom prst="bentConnector3">
            <a:avLst>
              <a:gd name="adj1" fmla="val 1800000"/>
            </a:avLst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</p:cNvCxnSpPr>
          <p:nvPr/>
        </p:nvCxnSpPr>
        <p:spPr>
          <a:xfrm>
            <a:off x="838466" y="4356666"/>
            <a:ext cx="145323" cy="24689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10" idx="1"/>
            <a:endCxn id="12" idx="1"/>
          </p:cNvCxnSpPr>
          <p:nvPr/>
        </p:nvCxnSpPr>
        <p:spPr>
          <a:xfrm rot="10800000" flipH="1" flipV="1">
            <a:off x="936826" y="5078556"/>
            <a:ext cx="3692071" cy="1358201"/>
          </a:xfrm>
          <a:prstGeom prst="bentConnector3">
            <a:avLst>
              <a:gd name="adj1" fmla="val -6629"/>
            </a:avLst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074206" y="5028673"/>
                <a:ext cx="1216575" cy="38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135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6" y="5028673"/>
                <a:ext cx="1216575" cy="3897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Elbow Connector 65"/>
          <p:cNvCxnSpPr>
            <a:cxnSpLocks/>
          </p:cNvCxnSpPr>
          <p:nvPr/>
        </p:nvCxnSpPr>
        <p:spPr>
          <a:xfrm rot="16200000" flipH="1">
            <a:off x="2219612" y="4258707"/>
            <a:ext cx="260905" cy="915288"/>
          </a:xfrm>
          <a:prstGeom prst="bentConnector4">
            <a:avLst>
              <a:gd name="adj1" fmla="val -47919"/>
              <a:gd name="adj2" fmla="val 120256"/>
            </a:avLst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2557626" y="4148954"/>
                <a:ext cx="1381201" cy="38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135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626" y="4148954"/>
                <a:ext cx="1381201" cy="3897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6255728" y="3954955"/>
                <a:ext cx="1907553" cy="95927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050" b="1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sz="105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do</m:t>
                      </m:r>
                    </m:oMath>
                  </m:oMathPara>
                </a14:m>
                <a:endParaRPr lang="en-US" sz="1050" b="1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050" b="1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 b="1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105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05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050" i="1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sz="105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05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05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050" b="1"/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728" y="3954955"/>
                <a:ext cx="1907553" cy="9592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4888719" y="4029801"/>
                <a:ext cx="1216575" cy="38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135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719" y="4029801"/>
                <a:ext cx="1216575" cy="3897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1324699" y="3979387"/>
            <a:ext cx="4931028" cy="601761"/>
          </a:xfrm>
          <a:custGeom>
            <a:avLst/>
            <a:gdLst>
              <a:gd name="connsiteX0" fmla="*/ 6456218 w 6456218"/>
              <a:gd name="connsiteY0" fmla="*/ 471055 h 581891"/>
              <a:gd name="connsiteX1" fmla="*/ 4608945 w 6456218"/>
              <a:gd name="connsiteY1" fmla="*/ 424873 h 581891"/>
              <a:gd name="connsiteX2" fmla="*/ 4581236 w 6456218"/>
              <a:gd name="connsiteY2" fmla="*/ 36946 h 581891"/>
              <a:gd name="connsiteX3" fmla="*/ 0 w 6456218"/>
              <a:gd name="connsiteY3" fmla="*/ 0 h 581891"/>
              <a:gd name="connsiteX4" fmla="*/ 9236 w 6456218"/>
              <a:gd name="connsiteY4" fmla="*/ 581891 h 581891"/>
              <a:gd name="connsiteX0" fmla="*/ 6456218 w 6456218"/>
              <a:gd name="connsiteY0" fmla="*/ 471055 h 581891"/>
              <a:gd name="connsiteX1" fmla="*/ 4608945 w 6456218"/>
              <a:gd name="connsiteY1" fmla="*/ 424873 h 581891"/>
              <a:gd name="connsiteX2" fmla="*/ 4673599 w 6456218"/>
              <a:gd name="connsiteY2" fmla="*/ 55419 h 581891"/>
              <a:gd name="connsiteX3" fmla="*/ 0 w 6456218"/>
              <a:gd name="connsiteY3" fmla="*/ 0 h 581891"/>
              <a:gd name="connsiteX4" fmla="*/ 9236 w 6456218"/>
              <a:gd name="connsiteY4" fmla="*/ 581891 h 581891"/>
              <a:gd name="connsiteX0" fmla="*/ 6456218 w 6456218"/>
              <a:gd name="connsiteY0" fmla="*/ 471055 h 581891"/>
              <a:gd name="connsiteX1" fmla="*/ 4608945 w 6456218"/>
              <a:gd name="connsiteY1" fmla="*/ 424873 h 581891"/>
              <a:gd name="connsiteX2" fmla="*/ 4581236 w 6456218"/>
              <a:gd name="connsiteY2" fmla="*/ 27710 h 581891"/>
              <a:gd name="connsiteX3" fmla="*/ 0 w 6456218"/>
              <a:gd name="connsiteY3" fmla="*/ 0 h 581891"/>
              <a:gd name="connsiteX4" fmla="*/ 9236 w 6456218"/>
              <a:gd name="connsiteY4" fmla="*/ 581891 h 581891"/>
              <a:gd name="connsiteX0" fmla="*/ 6502400 w 6502400"/>
              <a:gd name="connsiteY0" fmla="*/ 415637 h 581891"/>
              <a:gd name="connsiteX1" fmla="*/ 4608945 w 6502400"/>
              <a:gd name="connsiteY1" fmla="*/ 424873 h 581891"/>
              <a:gd name="connsiteX2" fmla="*/ 4581236 w 6502400"/>
              <a:gd name="connsiteY2" fmla="*/ 27710 h 581891"/>
              <a:gd name="connsiteX3" fmla="*/ 0 w 6502400"/>
              <a:gd name="connsiteY3" fmla="*/ 0 h 581891"/>
              <a:gd name="connsiteX4" fmla="*/ 9236 w 6502400"/>
              <a:gd name="connsiteY4" fmla="*/ 581891 h 581891"/>
              <a:gd name="connsiteX0" fmla="*/ 6502400 w 6502400"/>
              <a:gd name="connsiteY0" fmla="*/ 415637 h 581891"/>
              <a:gd name="connsiteX1" fmla="*/ 4608945 w 6502400"/>
              <a:gd name="connsiteY1" fmla="*/ 424873 h 581891"/>
              <a:gd name="connsiteX2" fmla="*/ 4643475 w 6502400"/>
              <a:gd name="connsiteY2" fmla="*/ 38433 h 581891"/>
              <a:gd name="connsiteX3" fmla="*/ 0 w 6502400"/>
              <a:gd name="connsiteY3" fmla="*/ 0 h 581891"/>
              <a:gd name="connsiteX4" fmla="*/ 9236 w 6502400"/>
              <a:gd name="connsiteY4" fmla="*/ 581891 h 581891"/>
              <a:gd name="connsiteX0" fmla="*/ 6502400 w 6502400"/>
              <a:gd name="connsiteY0" fmla="*/ 441545 h 607799"/>
              <a:gd name="connsiteX1" fmla="*/ 4608945 w 6502400"/>
              <a:gd name="connsiteY1" fmla="*/ 450781 h 607799"/>
              <a:gd name="connsiteX2" fmla="*/ 4591609 w 6502400"/>
              <a:gd name="connsiteY2" fmla="*/ 0 h 607799"/>
              <a:gd name="connsiteX3" fmla="*/ 0 w 6502400"/>
              <a:gd name="connsiteY3" fmla="*/ 25908 h 607799"/>
              <a:gd name="connsiteX4" fmla="*/ 9236 w 6502400"/>
              <a:gd name="connsiteY4" fmla="*/ 607799 h 60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2400" h="607799">
                <a:moveTo>
                  <a:pt x="6502400" y="441545"/>
                </a:moveTo>
                <a:lnTo>
                  <a:pt x="4608945" y="450781"/>
                </a:lnTo>
                <a:lnTo>
                  <a:pt x="4591609" y="0"/>
                </a:lnTo>
                <a:lnTo>
                  <a:pt x="0" y="25908"/>
                </a:lnTo>
                <a:lnTo>
                  <a:pt x="9236" y="607799"/>
                </a:lnTo>
              </a:path>
            </a:pathLst>
          </a:cu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 sz="1350"/>
          </a:p>
        </p:txBody>
      </p:sp>
      <p:sp>
        <p:nvSpPr>
          <p:cNvPr id="6" name="Freeform 5"/>
          <p:cNvSpPr/>
          <p:nvPr/>
        </p:nvSpPr>
        <p:spPr>
          <a:xfrm>
            <a:off x="5960482" y="5329776"/>
            <a:ext cx="944754" cy="305871"/>
          </a:xfrm>
          <a:custGeom>
            <a:avLst/>
            <a:gdLst>
              <a:gd name="connsiteX0" fmla="*/ 1450109 w 1450109"/>
              <a:gd name="connsiteY0" fmla="*/ 314037 h 314037"/>
              <a:gd name="connsiteX1" fmla="*/ 1450109 w 1450109"/>
              <a:gd name="connsiteY1" fmla="*/ 0 h 314037"/>
              <a:gd name="connsiteX2" fmla="*/ 0 w 1450109"/>
              <a:gd name="connsiteY2" fmla="*/ 0 h 31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109" h="314037">
                <a:moveTo>
                  <a:pt x="1450109" y="314037"/>
                </a:moveTo>
                <a:lnTo>
                  <a:pt x="1450109" y="0"/>
                </a:lnTo>
                <a:lnTo>
                  <a:pt x="0" y="0"/>
                </a:lnTo>
              </a:path>
            </a:pathLst>
          </a:cu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75E9C8-989F-D769-E3C6-5FA502F4CFA3}"/>
              </a:ext>
            </a:extLst>
          </p:cNvPr>
          <p:cNvSpPr/>
          <p:nvPr/>
        </p:nvSpPr>
        <p:spPr>
          <a:xfrm>
            <a:off x="609600" y="5682013"/>
            <a:ext cx="199968" cy="21639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000">
                <a:latin typeface="Gisha" panose="020B0502040204020203" pitchFamily="34" charset="-79"/>
                <a:cs typeface="Gisha" panose="020B0502040204020203" pitchFamily="34" charset="-79"/>
              </a:rPr>
              <a:t>6</a:t>
            </a:r>
            <a:endParaRPr lang="LID4096" sz="1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594D403-C08E-6642-12BF-CDD715025C5C}"/>
                  </a:ext>
                </a:extLst>
              </p:cNvPr>
              <p:cNvSpPr/>
              <p:nvPr/>
            </p:nvSpPr>
            <p:spPr>
              <a:xfrm>
                <a:off x="2080308" y="4349984"/>
                <a:ext cx="344881" cy="21639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 rtl="0"/>
                <a:r>
                  <a:rPr lang="en-US" sz="1000">
                    <a:latin typeface="Gisha" panose="020B0502040204020203" pitchFamily="34" charset="-79"/>
                    <a:cs typeface="Gisha" panose="020B0502040204020203" pitchFamily="34" charset="-79"/>
                  </a:rPr>
                  <a:t>0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→</m:t>
                    </m:r>
                  </m:oMath>
                </a14:m>
                <a:r>
                  <a:rPr lang="en-US" sz="1000">
                    <a:latin typeface="Gisha" panose="020B0502040204020203" pitchFamily="34" charset="-79"/>
                    <a:cs typeface="Gisha" panose="020B0502040204020203" pitchFamily="34" charset="-79"/>
                  </a:rPr>
                  <a:t>5</a:t>
                </a:r>
                <a:endParaRPr lang="LID4096" sz="1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594D403-C08E-6642-12BF-CDD715025C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308" y="4349984"/>
                <a:ext cx="344881" cy="216396"/>
              </a:xfrm>
              <a:prstGeom prst="ellipse">
                <a:avLst/>
              </a:prstGeom>
              <a:blipFill>
                <a:blip r:embed="rId16"/>
                <a:stretch>
                  <a:fillRect l="-7018" t="-5714" r="-7018" b="-2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EA8DFE7-6A6E-D07B-D4F2-034686AD0DE7}"/>
                  </a:ext>
                </a:extLst>
              </p:cNvPr>
              <p:cNvSpPr/>
              <p:nvPr/>
            </p:nvSpPr>
            <p:spPr>
              <a:xfrm>
                <a:off x="2347142" y="5295131"/>
                <a:ext cx="1288694" cy="21639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0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→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1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→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2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→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4</m:t>
                      </m:r>
                    </m:oMath>
                  </m:oMathPara>
                </a14:m>
                <a:endParaRPr lang="LID4096" sz="1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EA8DFE7-6A6E-D07B-D4F2-034686AD0D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142" y="5295131"/>
                <a:ext cx="1288694" cy="216396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82340FB-CCC9-7EC8-AE36-1510BBBF9EA8}"/>
                  </a:ext>
                </a:extLst>
              </p:cNvPr>
              <p:cNvSpPr/>
              <p:nvPr/>
            </p:nvSpPr>
            <p:spPr>
              <a:xfrm>
                <a:off x="3276600" y="3901558"/>
                <a:ext cx="499243" cy="21639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0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→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2</m:t>
                      </m:r>
                    </m:oMath>
                  </m:oMathPara>
                </a14:m>
                <a:endParaRPr lang="LID4096" sz="1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82340FB-CCC9-7EC8-AE36-1510BBBF9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901558"/>
                <a:ext cx="499243" cy="216396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0831954-6933-A4E2-AC74-131E24D6C301}"/>
                  </a:ext>
                </a:extLst>
              </p:cNvPr>
              <p:cNvSpPr/>
              <p:nvPr/>
            </p:nvSpPr>
            <p:spPr>
              <a:xfrm>
                <a:off x="6480378" y="5403329"/>
                <a:ext cx="849715" cy="21639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0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→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2</m:t>
                      </m:r>
                      <m:r>
                        <a:rPr lang="en-US" sz="1000" b="0" i="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→</m:t>
                      </m:r>
                      <m:r>
                        <a:rPr lang="en-US" sz="1000" b="0" i="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1</m:t>
                      </m:r>
                    </m:oMath>
                  </m:oMathPara>
                </a14:m>
                <a:endParaRPr lang="LID4096" sz="1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0831954-6933-A4E2-AC74-131E24D6C3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378" y="5403329"/>
                <a:ext cx="849715" cy="216396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F65D275-E201-0CE7-6AA1-EF9314A96A55}"/>
                  </a:ext>
                </a:extLst>
              </p:cNvPr>
              <p:cNvSpPr/>
              <p:nvPr/>
            </p:nvSpPr>
            <p:spPr>
              <a:xfrm>
                <a:off x="4218716" y="5750168"/>
                <a:ext cx="499243" cy="21639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0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→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2</m:t>
                      </m:r>
                    </m:oMath>
                  </m:oMathPara>
                </a14:m>
                <a:endParaRPr lang="LID4096" sz="1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F65D275-E201-0CE7-6AA1-EF9314A96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716" y="5750168"/>
                <a:ext cx="499243" cy="216396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0621"/>
      </p:ext>
    </p:extLst>
  </p:cSld>
  <p:clrMapOvr>
    <a:masterClrMapping/>
  </p:clrMapOvr>
  <p:transition>
    <p:dissolv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B157-C532-CF6D-5829-F6B2867C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אלגוריתם לחישוב גרף התוכנית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9EEF7-E4C9-9CDD-A574-9502AF459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1A565-1F73-D6BA-C779-5C4B65D1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61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3EC8E-FF44-306A-7818-14613DA89591}"/>
              </a:ext>
            </a:extLst>
          </p:cNvPr>
          <p:cNvSpPr txBox="1"/>
          <p:nvPr/>
        </p:nvSpPr>
        <p:spPr>
          <a:xfrm>
            <a:off x="516048" y="3330471"/>
            <a:ext cx="8234127" cy="31457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 rtl="0"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reachable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tb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TransitionBuilder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worklist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worklist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worklist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tb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get_transitions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"EXIT"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worklist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worklist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425"/>
              </a:lnSpc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9A1AD-798C-C03F-E23E-D90A2B699E45}"/>
              </a:ext>
            </a:extLst>
          </p:cNvPr>
          <p:cNvSpPr txBox="1"/>
          <p:nvPr/>
        </p:nvSpPr>
        <p:spPr>
          <a:xfrm>
            <a:off x="516047" y="1343365"/>
            <a:ext cx="8234127" cy="15299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tb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TransitionBuilder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tb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get_transitions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23711298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הפקודות הבסיסיות לא משנות הרבה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33736" y="2177534"/>
                <a:ext cx="1981200" cy="10515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1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do</m:t>
                      </m:r>
                    </m:oMath>
                  </m:oMathPara>
                </a14:m>
                <a:endParaRPr lang="en-US" sz="1400" b="0" i="0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400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1400" b="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400" b="0"/>
                  <a:t>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b="1" i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1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40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6" y="2177534"/>
                <a:ext cx="1981200" cy="10515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163556" y="3914894"/>
                <a:ext cx="533400" cy="3657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he-IL" sz="140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556" y="3914894"/>
                <a:ext cx="533400" cy="365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191756" y="3752969"/>
                <a:ext cx="17361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𝑖𝑛𝑔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756" y="3752969"/>
                <a:ext cx="1736116" cy="369332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115681" y="3091934"/>
                <a:ext cx="12321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681" y="3091934"/>
                <a:ext cx="12321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858000" y="3282682"/>
                <a:ext cx="1981200" cy="997972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sz="140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do</m:t>
                      </m:r>
                    </m:oMath>
                  </m:oMathPara>
                </a14:m>
                <a:endParaRPr lang="en-US" sz="1400" b="1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400" b="1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1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140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400" b="1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1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nor/>
                      </m:rP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400" b="1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282682"/>
                <a:ext cx="1981200" cy="9979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963281" y="2329934"/>
                <a:ext cx="14393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3FBC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281" y="2329934"/>
                <a:ext cx="1439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477756" y="2177534"/>
                <a:ext cx="1971675" cy="105156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400" b="1" i="0">
                    <a:solidFill>
                      <a:prstClr val="black"/>
                    </a:solidFill>
                    <a:latin typeface="Franklin Gothic Book"/>
                  </a:rPr>
                  <a:t>;</a:t>
                </a:r>
                <a14:m>
                  <m:oMath xmlns:m="http://schemas.openxmlformats.org/officeDocument/2006/math">
                    <m:r>
                      <a:rPr lang="en-US" sz="1400" b="1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dirty="0" smtClean="0">
                        <a:solidFill>
                          <a:prstClr val="black"/>
                        </a:solidFill>
                        <a:latin typeface="Franklin Gothic Book"/>
                      </a:rPr>
                      <m:t>do</m:t>
                    </m:r>
                  </m:oMath>
                </a14:m>
                <a:endParaRPr lang="en-US" sz="1400" b="0" i="0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400"/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1400" b="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400" b="0"/>
                  <a:t>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b="1" i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1" i="0" dirty="0" smtClean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40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756" y="2177534"/>
                <a:ext cx="1971675" cy="1051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Elbow Connector 7"/>
          <p:cNvCxnSpPr>
            <a:stCxn id="10" idx="3"/>
            <a:endCxn id="27" idx="1"/>
          </p:cNvCxnSpPr>
          <p:nvPr/>
        </p:nvCxnSpPr>
        <p:spPr>
          <a:xfrm>
            <a:off x="2614936" y="2703314"/>
            <a:ext cx="186282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27" idx="2"/>
            <a:endCxn id="10" idx="2"/>
          </p:cNvCxnSpPr>
          <p:nvPr/>
        </p:nvCxnSpPr>
        <p:spPr>
          <a:xfrm rot="5400000">
            <a:off x="3543965" y="1309465"/>
            <a:ext cx="12700" cy="3839258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19411" y="2101334"/>
            <a:ext cx="304800" cy="7620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10" idx="1"/>
            <a:endCxn id="12" idx="1"/>
          </p:cNvCxnSpPr>
          <p:nvPr/>
        </p:nvCxnSpPr>
        <p:spPr>
          <a:xfrm rot="10800000" flipH="1" flipV="1">
            <a:off x="633736" y="2703314"/>
            <a:ext cx="4529820" cy="1394460"/>
          </a:xfrm>
          <a:prstGeom prst="bentConnector3">
            <a:avLst>
              <a:gd name="adj1" fmla="val -504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876473" y="2652099"/>
                <a:ext cx="12321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473" y="2652099"/>
                <a:ext cx="123219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Elbow Connector 65"/>
          <p:cNvCxnSpPr/>
          <p:nvPr/>
        </p:nvCxnSpPr>
        <p:spPr>
          <a:xfrm rot="16200000" flipH="1">
            <a:off x="1936756" y="1849874"/>
            <a:ext cx="365760" cy="990600"/>
          </a:xfrm>
          <a:prstGeom prst="bentConnector4">
            <a:avLst>
              <a:gd name="adj1" fmla="val -43478"/>
              <a:gd name="adj2" fmla="val 12307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2834011" y="1857494"/>
                <a:ext cx="15675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011" y="1857494"/>
                <a:ext cx="15675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6838518" y="1524000"/>
                <a:ext cx="2000682" cy="1036320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sz="140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do</m:t>
                      </m:r>
                    </m:oMath>
                  </m:oMathPara>
                </a14:m>
                <a:endParaRPr lang="en-US" sz="1400" b="1">
                  <a:solidFill>
                    <a:prstClr val="black"/>
                  </a:solidFill>
                  <a:latin typeface="Franklin Gothic Book"/>
                </a:endParaRPr>
              </a:p>
              <a:p>
                <a:pPr algn="l" rtl="0"/>
                <a:r>
                  <a:rPr lang="en-US" sz="1400" b="1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1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1400" i="1"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40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>
                        <a:latin typeface="Cambria Math" panose="02040503050406030204" pitchFamily="18" charset="0"/>
                      </a:rPr>
                      <m:t>∷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nor/>
                      </m:rP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1" dirty="0">
                          <a:solidFill>
                            <a:prstClr val="black"/>
                          </a:solidFill>
                          <a:latin typeface="Franklin Gothic Book"/>
                        </a:rPr>
                        <m:t>od</m:t>
                      </m:r>
                    </m:oMath>
                  </m:oMathPara>
                </a14:m>
                <a:endParaRPr lang="he-IL" sz="1400" b="1"/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518" y="1524000"/>
                <a:ext cx="2000682" cy="10363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5289700" y="1701520"/>
                <a:ext cx="13604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151AE1"/>
                          </a:solidFill>
                          <a:latin typeface="Cambria Math" panose="02040503050406030204" pitchFamily="18" charset="0"/>
                        </a:rPr>
                        <m:t>𝑟𝑢𝑒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00" y="1701520"/>
                <a:ext cx="136043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1048757" y="1638782"/>
            <a:ext cx="5789762" cy="523511"/>
          </a:xfrm>
          <a:custGeom>
            <a:avLst/>
            <a:gdLst>
              <a:gd name="connsiteX0" fmla="*/ 6456218 w 6456218"/>
              <a:gd name="connsiteY0" fmla="*/ 471055 h 581891"/>
              <a:gd name="connsiteX1" fmla="*/ 4608945 w 6456218"/>
              <a:gd name="connsiteY1" fmla="*/ 424873 h 581891"/>
              <a:gd name="connsiteX2" fmla="*/ 4581236 w 6456218"/>
              <a:gd name="connsiteY2" fmla="*/ 36946 h 581891"/>
              <a:gd name="connsiteX3" fmla="*/ 0 w 6456218"/>
              <a:gd name="connsiteY3" fmla="*/ 0 h 581891"/>
              <a:gd name="connsiteX4" fmla="*/ 9236 w 6456218"/>
              <a:gd name="connsiteY4" fmla="*/ 581891 h 581891"/>
              <a:gd name="connsiteX0" fmla="*/ 6456218 w 6456218"/>
              <a:gd name="connsiteY0" fmla="*/ 471055 h 581891"/>
              <a:gd name="connsiteX1" fmla="*/ 4608945 w 6456218"/>
              <a:gd name="connsiteY1" fmla="*/ 424873 h 581891"/>
              <a:gd name="connsiteX2" fmla="*/ 4673599 w 6456218"/>
              <a:gd name="connsiteY2" fmla="*/ 55419 h 581891"/>
              <a:gd name="connsiteX3" fmla="*/ 0 w 6456218"/>
              <a:gd name="connsiteY3" fmla="*/ 0 h 581891"/>
              <a:gd name="connsiteX4" fmla="*/ 9236 w 6456218"/>
              <a:gd name="connsiteY4" fmla="*/ 581891 h 581891"/>
              <a:gd name="connsiteX0" fmla="*/ 6456218 w 6456218"/>
              <a:gd name="connsiteY0" fmla="*/ 471055 h 581891"/>
              <a:gd name="connsiteX1" fmla="*/ 4608945 w 6456218"/>
              <a:gd name="connsiteY1" fmla="*/ 424873 h 581891"/>
              <a:gd name="connsiteX2" fmla="*/ 4581236 w 6456218"/>
              <a:gd name="connsiteY2" fmla="*/ 27710 h 581891"/>
              <a:gd name="connsiteX3" fmla="*/ 0 w 6456218"/>
              <a:gd name="connsiteY3" fmla="*/ 0 h 581891"/>
              <a:gd name="connsiteX4" fmla="*/ 9236 w 6456218"/>
              <a:gd name="connsiteY4" fmla="*/ 581891 h 581891"/>
              <a:gd name="connsiteX0" fmla="*/ 6502400 w 6502400"/>
              <a:gd name="connsiteY0" fmla="*/ 415637 h 581891"/>
              <a:gd name="connsiteX1" fmla="*/ 4608945 w 6502400"/>
              <a:gd name="connsiteY1" fmla="*/ 424873 h 581891"/>
              <a:gd name="connsiteX2" fmla="*/ 4581236 w 6502400"/>
              <a:gd name="connsiteY2" fmla="*/ 27710 h 581891"/>
              <a:gd name="connsiteX3" fmla="*/ 0 w 6502400"/>
              <a:gd name="connsiteY3" fmla="*/ 0 h 581891"/>
              <a:gd name="connsiteX4" fmla="*/ 9236 w 6502400"/>
              <a:gd name="connsiteY4" fmla="*/ 581891 h 581891"/>
              <a:gd name="connsiteX0" fmla="*/ 6502400 w 6502400"/>
              <a:gd name="connsiteY0" fmla="*/ 415637 h 581891"/>
              <a:gd name="connsiteX1" fmla="*/ 4608945 w 6502400"/>
              <a:gd name="connsiteY1" fmla="*/ 424873 h 581891"/>
              <a:gd name="connsiteX2" fmla="*/ 4643475 w 6502400"/>
              <a:gd name="connsiteY2" fmla="*/ 38433 h 581891"/>
              <a:gd name="connsiteX3" fmla="*/ 0 w 6502400"/>
              <a:gd name="connsiteY3" fmla="*/ 0 h 581891"/>
              <a:gd name="connsiteX4" fmla="*/ 9236 w 6502400"/>
              <a:gd name="connsiteY4" fmla="*/ 581891 h 581891"/>
              <a:gd name="connsiteX0" fmla="*/ 6502400 w 6502400"/>
              <a:gd name="connsiteY0" fmla="*/ 441545 h 607799"/>
              <a:gd name="connsiteX1" fmla="*/ 4608945 w 6502400"/>
              <a:gd name="connsiteY1" fmla="*/ 450781 h 607799"/>
              <a:gd name="connsiteX2" fmla="*/ 4591609 w 6502400"/>
              <a:gd name="connsiteY2" fmla="*/ 0 h 607799"/>
              <a:gd name="connsiteX3" fmla="*/ 0 w 6502400"/>
              <a:gd name="connsiteY3" fmla="*/ 25908 h 607799"/>
              <a:gd name="connsiteX4" fmla="*/ 9236 w 6502400"/>
              <a:gd name="connsiteY4" fmla="*/ 607799 h 60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2400" h="607799">
                <a:moveTo>
                  <a:pt x="6502400" y="441545"/>
                </a:moveTo>
                <a:lnTo>
                  <a:pt x="4608945" y="450781"/>
                </a:lnTo>
                <a:lnTo>
                  <a:pt x="4591609" y="0"/>
                </a:lnTo>
                <a:lnTo>
                  <a:pt x="0" y="25908"/>
                </a:lnTo>
                <a:lnTo>
                  <a:pt x="9236" y="607799"/>
                </a:ln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Freeform 5"/>
          <p:cNvSpPr/>
          <p:nvPr/>
        </p:nvSpPr>
        <p:spPr>
          <a:xfrm>
            <a:off x="6461265" y="2961239"/>
            <a:ext cx="1450109" cy="314037"/>
          </a:xfrm>
          <a:custGeom>
            <a:avLst/>
            <a:gdLst>
              <a:gd name="connsiteX0" fmla="*/ 1450109 w 1450109"/>
              <a:gd name="connsiteY0" fmla="*/ 314037 h 314037"/>
              <a:gd name="connsiteX1" fmla="*/ 1450109 w 1450109"/>
              <a:gd name="connsiteY1" fmla="*/ 0 h 314037"/>
              <a:gd name="connsiteX2" fmla="*/ 0 w 1450109"/>
              <a:gd name="connsiteY2" fmla="*/ 0 h 31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109" h="314037">
                <a:moveTo>
                  <a:pt x="1450109" y="314037"/>
                </a:moveTo>
                <a:lnTo>
                  <a:pt x="1450109" y="0"/>
                </a:lnTo>
                <a:lnTo>
                  <a:pt x="0" y="0"/>
                </a:ln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5434" y="5141547"/>
            <a:ext cx="4305372" cy="707886"/>
          </a:xfrm>
          <a:prstGeom prst="wedgeRectCallout">
            <a:avLst>
              <a:gd name="adj1" fmla="val 36070"/>
              <a:gd name="adj2" fmla="val -161725"/>
            </a:avLst>
          </a:prstGeom>
          <a:solidFill>
            <a:srgbClr val="00153E"/>
          </a:solidFill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זה אותו הגרף שראינו בשקף הקודם, ההבדל היחיד הוא שמות פקודות הבסיס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137" y="5043385"/>
            <a:ext cx="1539802" cy="15398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ular Callout 10"/>
              <p:cNvSpPr/>
              <p:nvPr/>
            </p:nvSpPr>
            <p:spPr>
              <a:xfrm>
                <a:off x="7391400" y="4541904"/>
                <a:ext cx="1447800" cy="461111"/>
              </a:xfrm>
              <a:prstGeom prst="wedgeRoundRectCallout">
                <a:avLst>
                  <a:gd name="adj1" fmla="val 191"/>
                  <a:gd name="adj2" fmla="val 126080"/>
                  <a:gd name="adj3" fmla="val 16667"/>
                </a:avLst>
              </a:pr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יודע איך מתרגמים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he-IL" sz="14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he-IL" sz="14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Rounded Rectangular Callou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4541904"/>
                <a:ext cx="1447800" cy="461111"/>
              </a:xfrm>
              <a:prstGeom prst="wedgeRoundRectCallout">
                <a:avLst>
                  <a:gd name="adj1" fmla="val 191"/>
                  <a:gd name="adj2" fmla="val 126080"/>
                  <a:gd name="adj3" fmla="val 16667"/>
                </a:avLst>
              </a:prstGeom>
              <a:blipFill>
                <a:blip r:embed="rId14"/>
                <a:stretch>
                  <a:fillRect l="-5021" t="-3676" r="-1255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ular Callout 27"/>
              <p:cNvSpPr/>
              <p:nvPr/>
            </p:nvSpPr>
            <p:spPr>
              <a:xfrm>
                <a:off x="5926237" y="4812829"/>
                <a:ext cx="1447800" cy="461111"/>
              </a:xfrm>
              <a:prstGeom prst="wedgeRoundRectCallout">
                <a:avLst>
                  <a:gd name="adj1" fmla="val 32962"/>
                  <a:gd name="adj2" fmla="val 135434"/>
                  <a:gd name="adj3" fmla="val 16667"/>
                </a:avLst>
              </a:prstGeom>
              <a:ln w="127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he-IL" sz="1400" b="0">
                    <a:latin typeface="Gisha" panose="020B0502040204020203" pitchFamily="34" charset="-79"/>
                    <a:cs typeface="Gisha" panose="020B0502040204020203" pitchFamily="34" charset="-79"/>
                  </a:rPr>
                  <a:t>ודאי: זה בדיוק כמו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8" name="Rounded Rectangular Callou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237" y="4812829"/>
                <a:ext cx="1447800" cy="461111"/>
              </a:xfrm>
              <a:prstGeom prst="wedgeRoundRectCallout">
                <a:avLst>
                  <a:gd name="adj1" fmla="val 32962"/>
                  <a:gd name="adj2" fmla="val 135434"/>
                  <a:gd name="adj3" fmla="val 16667"/>
                </a:avLst>
              </a:prstGeom>
              <a:blipFill>
                <a:blip r:embed="rId15"/>
                <a:stretch>
                  <a:fillRect l="-4583" t="-4225" r="-1250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4496342"/>
      </p:ext>
    </p:extLst>
  </p:cSld>
  <p:clrMapOvr>
    <a:masterClrMapping/>
  </p:clrMapOvr>
  <p:transition>
    <p:dissolv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63</a:t>
            </a:fld>
            <a:endParaRPr lang="he-IL"/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971800" y="1172313"/>
            <a:ext cx="3962400" cy="1266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 -&gt; x := 0; y := x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4207397959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64</a:t>
            </a:fld>
            <a:endParaRPr lang="he-IL"/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971800" y="1172313"/>
            <a:ext cx="3962400" cy="1266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 -&gt; x := 0; y := x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/>
              <p:cNvGraphicFramePr/>
              <p:nvPr>
                <p:extLst>
                  <p:ext uri="{D42A27DB-BD31-4B8C-83A1-F6EECF244321}">
                    <p14:modId xmlns:p14="http://schemas.microsoft.com/office/powerpoint/2010/main" val="2092079897"/>
                  </p:ext>
                </p:extLst>
              </p:nvPr>
            </p:nvGraphicFramePr>
            <p:xfrm>
              <a:off x="2057400" y="2971800"/>
              <a:ext cx="5105400" cy="2667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6" name="Diagram 5"/>
              <p:cNvGraphicFramePr/>
              <p:nvPr>
                <p:extLst>
                  <p:ext uri="{D42A27DB-BD31-4B8C-83A1-F6EECF244321}">
                    <p14:modId xmlns:p14="http://schemas.microsoft.com/office/powerpoint/2010/main" val="2092079897"/>
                  </p:ext>
                </p:extLst>
              </p:nvPr>
            </p:nvGraphicFramePr>
            <p:xfrm>
              <a:off x="2057400" y="2971800"/>
              <a:ext cx="5105400" cy="2667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866277" y="5610006"/>
                <a:ext cx="560025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277" y="5610006"/>
                <a:ext cx="560025" cy="215444"/>
              </a:xfrm>
              <a:prstGeom prst="rect">
                <a:avLst/>
              </a:prstGeom>
              <a:blipFill>
                <a:blip r:embed="rId11"/>
                <a:stretch>
                  <a:fillRect l="-1053" b="-12821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518489" y="5608608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489" y="5608608"/>
                <a:ext cx="403187" cy="215444"/>
              </a:xfrm>
              <a:prstGeom prst="rect">
                <a:avLst/>
              </a:prstGeom>
              <a:blipFill>
                <a:blip r:embed="rId12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946876" y="5633010"/>
                <a:ext cx="555345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876" y="5633010"/>
                <a:ext cx="555345" cy="215444"/>
              </a:xfrm>
              <a:prstGeom prst="rect">
                <a:avLst/>
              </a:prstGeom>
              <a:blipFill>
                <a:blip r:embed="rId13"/>
                <a:stretch>
                  <a:fillRect r="-105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596747" y="5631612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747" y="5631612"/>
                <a:ext cx="403187" cy="215444"/>
              </a:xfrm>
              <a:prstGeom prst="rect">
                <a:avLst/>
              </a:prstGeom>
              <a:blipFill>
                <a:blip r:embed="rId14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488401" y="4427596"/>
                <a:ext cx="560025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401" y="4427596"/>
                <a:ext cx="560025" cy="215444"/>
              </a:xfrm>
              <a:prstGeom prst="rect">
                <a:avLst/>
              </a:prstGeom>
              <a:blipFill>
                <a:blip r:embed="rId15"/>
                <a:stretch>
                  <a:fillRect l="-1053" b="-12821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140613" y="4426198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613" y="4426198"/>
                <a:ext cx="403187" cy="215444"/>
              </a:xfrm>
              <a:prstGeom prst="rect">
                <a:avLst/>
              </a:prstGeom>
              <a:blipFill>
                <a:blip r:embed="rId16"/>
                <a:stretch>
                  <a:fillRect l="-142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291297" y="4432756"/>
                <a:ext cx="1104918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297" y="4432756"/>
                <a:ext cx="1104918" cy="215444"/>
              </a:xfrm>
              <a:prstGeom prst="rect">
                <a:avLst/>
              </a:prstGeom>
              <a:blipFill>
                <a:blip r:embed="rId17"/>
                <a:stretch>
                  <a:fillRect b="-12821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693653" y="4573398"/>
                <a:ext cx="87607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653" y="4573398"/>
                <a:ext cx="876074" cy="215444"/>
              </a:xfrm>
              <a:prstGeom prst="rect">
                <a:avLst/>
              </a:prstGeom>
              <a:blipFill>
                <a:blip r:embed="rId18"/>
                <a:stretch>
                  <a:fillRect l="-680" r="-680" b="-12821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645927" y="4572000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927" y="4572000"/>
                <a:ext cx="403187" cy="215444"/>
              </a:xfrm>
              <a:prstGeom prst="rect">
                <a:avLst/>
              </a:prstGeom>
              <a:blipFill>
                <a:blip r:embed="rId14"/>
                <a:stretch>
                  <a:fillRect l="-144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48775" y="3442156"/>
                <a:ext cx="560025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775" y="3442156"/>
                <a:ext cx="560025" cy="215444"/>
              </a:xfrm>
              <a:prstGeom prst="rect">
                <a:avLst/>
              </a:prstGeom>
              <a:blipFill>
                <a:blip r:embed="rId19"/>
                <a:stretch>
                  <a:fillRect l="-1053" b="-13158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597813" y="3442156"/>
                <a:ext cx="403187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813" y="3442156"/>
                <a:ext cx="403187" cy="215444"/>
              </a:xfrm>
              <a:prstGeom prst="rect">
                <a:avLst/>
              </a:prstGeom>
              <a:blipFill>
                <a:blip r:embed="rId16"/>
                <a:stretch>
                  <a:fillRect l="-1429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754845" y="3442156"/>
                <a:ext cx="1104918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845" y="3442156"/>
                <a:ext cx="1104918" cy="215444"/>
              </a:xfrm>
              <a:prstGeom prst="rect">
                <a:avLst/>
              </a:prstGeom>
              <a:blipFill>
                <a:blip r:embed="rId20"/>
                <a:stretch>
                  <a:fillRect b="-13158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788636" y="3442156"/>
                <a:ext cx="876074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636" y="3442156"/>
                <a:ext cx="876074" cy="215444"/>
              </a:xfrm>
              <a:prstGeom prst="rect">
                <a:avLst/>
              </a:prstGeom>
              <a:blipFill>
                <a:blip r:embed="rId21"/>
                <a:stretch>
                  <a:fillRect l="-1370" r="-685" b="-13158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798340" y="3081246"/>
                <a:ext cx="4025589" cy="215444"/>
              </a:xfrm>
              <a:prstGeom prst="rect">
                <a:avLst/>
              </a:prstGeom>
              <a:solidFill>
                <a:srgbClr val="FFFFD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5720" tIns="0" rIns="0" bIns="0" rtlCol="0" anchor="ctr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GB" sz="1400" i="0" dirty="0" smtClean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::</m:t>
                      </m:r>
                      <m:r>
                        <m:rPr>
                          <m:nor/>
                        </m:rPr>
                        <a:rPr lang="es-ES" sz="1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s-ES" sz="1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&gt;</m:t>
                      </m:r>
                      <m:r>
                        <m:rPr>
                          <m:nor/>
                        </m:rPr>
                        <a:rPr lang="es-ES" sz="1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1</m:t>
                      </m:r>
                      <m:r>
                        <a:rPr lang="es-ES" sz="1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:=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GB" sz="1400" i="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::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m:t>true</m:t>
                      </m:r>
                      <m:r>
                        <a:rPr lang="es-ES" sz="1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:=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:=</m:t>
                      </m:r>
                      <m:r>
                        <m:rPr>
                          <m:nor/>
                        </m:rPr>
                        <a:rPr lang="es-ES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sz="1400" i="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m:t>fi</m:t>
                      </m:r>
                    </m:oMath>
                  </m:oMathPara>
                </a14:m>
                <a:endParaRPr lang="en-US" sz="1100">
                  <a:solidFill>
                    <a:srgbClr val="7F0055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340" y="3081246"/>
                <a:ext cx="4025589" cy="215444"/>
              </a:xfrm>
              <a:prstGeom prst="rect">
                <a:avLst/>
              </a:prstGeom>
              <a:blipFill>
                <a:blip r:embed="rId22"/>
                <a:stretch>
                  <a:fillRect b="-2051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86000" y="6183868"/>
                <a:ext cx="4791696" cy="369332"/>
              </a:xfrm>
              <a:prstGeom prst="rect">
                <a:avLst/>
              </a:prstGeom>
              <a:solidFill>
                <a:srgbClr val="003FBC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he-IL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שלב ראשון: מחשבים את המקומות לפי הגדרת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𝑠𝑢𝑏</m:t>
                    </m:r>
                  </m:oMath>
                </a14:m>
                <a:endParaRPr lang="en-US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6183868"/>
                <a:ext cx="479169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618298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65</a:t>
            </a:fld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494692" y="3276600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… fi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23592" y="3267808"/>
            <a:ext cx="14478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 </a:t>
            </a:r>
            <a:r>
              <a:rPr lang="en-US">
                <a:solidFill>
                  <a:schemeClr val="tx1"/>
                </a:solidFill>
                <a:latin typeface="cmr10"/>
              </a:rPr>
              <a:t>+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91400" y="3261944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75692" y="5410200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0;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0" y="5395546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13" name="Content Placeholder 4"/>
          <p:cNvSpPr txBox="1">
            <a:spLocks/>
          </p:cNvSpPr>
          <p:nvPr/>
        </p:nvSpPr>
        <p:spPr>
          <a:xfrm>
            <a:off x="2971800" y="1172313"/>
            <a:ext cx="3962400" cy="1266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 -&gt; x := 0; y := x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7949" y="6248400"/>
            <a:ext cx="4269117" cy="369332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שלב שני: גוזרים מעברים לפי הכללים שלמדנו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34080188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מעברים לפקודות השמה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66</a:t>
            </a:fld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494692" y="3276600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… fi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23592" y="3267808"/>
            <a:ext cx="14478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 </a:t>
            </a:r>
            <a:r>
              <a:rPr lang="en-US">
                <a:solidFill>
                  <a:schemeClr val="tx1"/>
                </a:solidFill>
                <a:latin typeface="cmr10"/>
              </a:rPr>
              <a:t>+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91400" y="3261944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75692" y="5410200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0;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0" y="5395546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571392" y="3490544"/>
            <a:ext cx="1820008" cy="58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96848" y="3138796"/>
                <a:ext cx="176817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y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x </a:t>
                </a:r>
                <a:r>
                  <a:rPr lang="en-US">
                    <a:latin typeface="cmr10"/>
                  </a:rPr>
                  <a:t>+ </a:t>
                </a:r>
                <a:r>
                  <a:rPr lang="en-US">
                    <a:latin typeface="cmmi10"/>
                  </a:rPr>
                  <a:t>y</a:t>
                </a:r>
                <a:endParaRPr lang="he-IL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848" y="3138796"/>
                <a:ext cx="1768176" cy="369332"/>
              </a:xfrm>
              <a:prstGeom prst="rect">
                <a:avLst/>
              </a:prstGeom>
              <a:blipFill>
                <a:blip r:embed="rId2"/>
                <a:stretch>
                  <a:fillRect t="-10000" r="-1379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flipV="1">
            <a:off x="6705600" y="3719144"/>
            <a:ext cx="1295400" cy="190500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181294" y="5682734"/>
                <a:ext cx="136191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y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x</a:t>
                </a:r>
                <a:endParaRPr lang="he-IL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94" y="5682734"/>
                <a:ext cx="1361911" cy="369332"/>
              </a:xfrm>
              <a:prstGeom prst="rect">
                <a:avLst/>
              </a:prstGeom>
              <a:blipFill>
                <a:blip r:embed="rId3"/>
                <a:stretch>
                  <a:fillRect t="-8197" r="-358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4"/>
          <p:cNvSpPr txBox="1">
            <a:spLocks/>
          </p:cNvSpPr>
          <p:nvPr/>
        </p:nvSpPr>
        <p:spPr>
          <a:xfrm>
            <a:off x="2971800" y="1172313"/>
            <a:ext cx="3962400" cy="1266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 -&gt; x := 0; y := x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263973398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מעבר לפקודת הרכבה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67</a:t>
            </a:fld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494692" y="3276600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… fi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23592" y="3267808"/>
            <a:ext cx="14478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 </a:t>
            </a:r>
            <a:r>
              <a:rPr lang="en-US">
                <a:solidFill>
                  <a:schemeClr val="tx1"/>
                </a:solidFill>
                <a:latin typeface="cmr10"/>
              </a:rPr>
              <a:t>+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91400" y="3261944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75692" y="5410200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0;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0" y="5395546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571392" y="3490544"/>
            <a:ext cx="1820008" cy="58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96848" y="3138796"/>
                <a:ext cx="176817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y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x </a:t>
                </a:r>
                <a:r>
                  <a:rPr lang="en-US">
                    <a:latin typeface="cmr10"/>
                  </a:rPr>
                  <a:t>+ </a:t>
                </a:r>
                <a:r>
                  <a:rPr lang="en-US">
                    <a:latin typeface="cmmi10"/>
                  </a:rPr>
                  <a:t>y</a:t>
                </a:r>
                <a:endParaRPr lang="he-IL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848" y="3138796"/>
                <a:ext cx="1768176" cy="369332"/>
              </a:xfrm>
              <a:prstGeom prst="rect">
                <a:avLst/>
              </a:prstGeom>
              <a:blipFill>
                <a:blip r:embed="rId2"/>
                <a:stretch>
                  <a:fillRect t="-10000" r="-1379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flipV="1">
            <a:off x="6705600" y="3719144"/>
            <a:ext cx="1295400" cy="190500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181294" y="5682734"/>
                <a:ext cx="136191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y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x</a:t>
                </a:r>
                <a:endParaRPr lang="he-IL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94" y="5682734"/>
                <a:ext cx="1361911" cy="369332"/>
              </a:xfrm>
              <a:prstGeom prst="rect">
                <a:avLst/>
              </a:prstGeom>
              <a:blipFill>
                <a:blip r:embed="rId3"/>
                <a:stretch>
                  <a:fillRect t="-8197" r="-358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V="1">
            <a:off x="3552092" y="5624146"/>
            <a:ext cx="1477108" cy="14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618153" y="5715000"/>
                <a:ext cx="13449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x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/>
                  <a:t>0</a:t>
                </a:r>
                <a:endParaRPr lang="he-IL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153" y="5715000"/>
                <a:ext cx="1344984" cy="369332"/>
              </a:xfrm>
              <a:prstGeom prst="rect">
                <a:avLst/>
              </a:prstGeom>
              <a:blipFill>
                <a:blip r:embed="rId4"/>
                <a:stretch>
                  <a:fillRect t="-10000" r="-31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ontent Placeholder 4"/>
          <p:cNvSpPr txBox="1">
            <a:spLocks/>
          </p:cNvSpPr>
          <p:nvPr/>
        </p:nvSpPr>
        <p:spPr>
          <a:xfrm>
            <a:off x="2971800" y="1172313"/>
            <a:ext cx="3962400" cy="1266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 -&gt; x := 0; y := x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3050685154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מעברים לפקודת תנאי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68</a:t>
            </a:fld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494692" y="3276600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… fi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23592" y="3267808"/>
            <a:ext cx="14478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 </a:t>
            </a:r>
            <a:r>
              <a:rPr lang="en-US">
                <a:solidFill>
                  <a:schemeClr val="tx1"/>
                </a:solidFill>
                <a:latin typeface="cmr10"/>
              </a:rPr>
              <a:t>+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91400" y="3261944"/>
            <a:ext cx="12192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endParaRPr lang="he-IL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75692" y="5410200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0;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0" y="5395546"/>
            <a:ext cx="1676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>
                <a:solidFill>
                  <a:schemeClr val="tx1"/>
                </a:solidFill>
                <a:latin typeface="cmr10"/>
              </a:rPr>
              <a:t>:=</a:t>
            </a:r>
            <a:r>
              <a:rPr lang="he-IL">
                <a:solidFill>
                  <a:schemeClr val="tx1"/>
                </a:solidFill>
                <a:latin typeface="cmr10"/>
              </a:rPr>
              <a:t> </a:t>
            </a:r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571392" y="3490544"/>
            <a:ext cx="1820008" cy="58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96848" y="3138796"/>
                <a:ext cx="176817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y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x </a:t>
                </a:r>
                <a:r>
                  <a:rPr lang="en-US">
                    <a:latin typeface="cmr10"/>
                  </a:rPr>
                  <a:t>+ </a:t>
                </a:r>
                <a:r>
                  <a:rPr lang="en-US">
                    <a:latin typeface="cmmi10"/>
                  </a:rPr>
                  <a:t>y</a:t>
                </a:r>
                <a:endParaRPr lang="he-IL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848" y="3138796"/>
                <a:ext cx="1768176" cy="369332"/>
              </a:xfrm>
              <a:prstGeom prst="rect">
                <a:avLst/>
              </a:prstGeom>
              <a:blipFill>
                <a:blip r:embed="rId2"/>
                <a:stretch>
                  <a:fillRect t="-10000" r="-1379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flipV="1">
            <a:off x="6705600" y="3719144"/>
            <a:ext cx="1295400" cy="190500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181294" y="5682734"/>
                <a:ext cx="136191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y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x</a:t>
                </a:r>
                <a:endParaRPr lang="he-IL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94" y="5682734"/>
                <a:ext cx="1361911" cy="369332"/>
              </a:xfrm>
              <a:prstGeom prst="rect">
                <a:avLst/>
              </a:prstGeom>
              <a:blipFill>
                <a:blip r:embed="rId3"/>
                <a:stretch>
                  <a:fillRect t="-8197" r="-358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V="1">
            <a:off x="3552092" y="5624146"/>
            <a:ext cx="1477108" cy="14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618153" y="5715000"/>
                <a:ext cx="13449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x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/>
                  <a:t>0</a:t>
                </a:r>
                <a:endParaRPr lang="he-IL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153" y="5715000"/>
                <a:ext cx="1344984" cy="369332"/>
              </a:xfrm>
              <a:prstGeom prst="rect">
                <a:avLst/>
              </a:prstGeom>
              <a:blipFill>
                <a:blip r:embed="rId4"/>
                <a:stretch>
                  <a:fillRect t="-10000" r="-31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lbow Connector 14"/>
          <p:cNvCxnSpPr/>
          <p:nvPr/>
        </p:nvCxnSpPr>
        <p:spPr>
          <a:xfrm rot="5400000" flipH="1" flipV="1">
            <a:off x="5045318" y="320918"/>
            <a:ext cx="14656" cy="5896708"/>
          </a:xfrm>
          <a:prstGeom prst="bentConnector3">
            <a:avLst>
              <a:gd name="adj1" fmla="val 165977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846578" y="2656789"/>
                <a:ext cx="200183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</a:t>
                </a:r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  </a:t>
                </a:r>
                <a:r>
                  <a:rPr lang="en-US">
                    <a:latin typeface="cmmi10"/>
                  </a:rPr>
                  <a:t>y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x </a:t>
                </a:r>
                <a:r>
                  <a:rPr lang="en-US">
                    <a:latin typeface="cmr10"/>
                  </a:rPr>
                  <a:t>+ </a:t>
                </a:r>
                <a:r>
                  <a:rPr lang="en-US">
                    <a:latin typeface="cmmi10"/>
                  </a:rPr>
                  <a:t>y</a:t>
                </a:r>
                <a:endParaRPr lang="he-IL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578" y="2656789"/>
                <a:ext cx="2001830" cy="369332"/>
              </a:xfrm>
              <a:prstGeom prst="rect">
                <a:avLst/>
              </a:prstGeom>
              <a:blipFill>
                <a:blip r:embed="rId5"/>
                <a:stretch>
                  <a:fillRect t="-10000" r="-2134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2104292" y="3733800"/>
            <a:ext cx="2924908" cy="1676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660770" y="4302313"/>
                <a:ext cx="13449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>
                    <a:latin typeface="cmmi10"/>
                  </a:rPr>
                  <a:t> </a:t>
                </a:r>
                <a:r>
                  <a:rPr lang="en-US"/>
                  <a:t>: </a:t>
                </a:r>
                <a:r>
                  <a:rPr lang="en-US">
                    <a:latin typeface="cmmi10"/>
                  </a:rPr>
                  <a:t>x</a:t>
                </a:r>
                <a:r>
                  <a:rPr lang="en-US">
                    <a:latin typeface="Franklin Gothic Book"/>
                  </a:rPr>
                  <a:t> </a:t>
                </a:r>
                <a:r>
                  <a:rPr lang="en-US">
                    <a:latin typeface="cmr10"/>
                  </a:rPr>
                  <a:t>:=</a:t>
                </a:r>
                <a:r>
                  <a:rPr lang="he-IL">
                    <a:latin typeface="cmr10"/>
                  </a:rPr>
                  <a:t> </a:t>
                </a:r>
                <a:r>
                  <a:rPr lang="en-US"/>
                  <a:t>0</a:t>
                </a:r>
                <a:endParaRPr lang="he-IL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770" y="4302313"/>
                <a:ext cx="1344984" cy="369332"/>
              </a:xfrm>
              <a:prstGeom prst="rect">
                <a:avLst/>
              </a:prstGeom>
              <a:blipFill>
                <a:blip r:embed="rId6"/>
                <a:stretch>
                  <a:fillRect t="-10000" r="-3182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endCxn id="7" idx="1"/>
          </p:cNvCxnSpPr>
          <p:nvPr/>
        </p:nvCxnSpPr>
        <p:spPr>
          <a:xfrm>
            <a:off x="1226526" y="3505200"/>
            <a:ext cx="26816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4"/>
          <p:cNvSpPr txBox="1">
            <a:spLocks/>
          </p:cNvSpPr>
          <p:nvPr/>
        </p:nvSpPr>
        <p:spPr>
          <a:xfrm>
            <a:off x="2971800" y="1172313"/>
            <a:ext cx="3962400" cy="1266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x &gt; 1 -&gt; y := x + y   </a:t>
            </a:r>
          </a:p>
          <a:p>
            <a:pPr lvl="1" algn="l" rtl="0"/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:: </a:t>
            </a:r>
            <a:r>
              <a:rPr lang="es-ES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 -&gt; x := 0; y := x</a:t>
            </a:r>
          </a:p>
          <a:p>
            <a:pPr algn="l" rtl="0"/>
            <a:r>
              <a:rPr lang="en-US">
                <a:solidFill>
                  <a:srgbClr val="7F0055"/>
                </a:solidFill>
                <a:latin typeface="Consolas" panose="020B0609020204030204" pitchFamily="49" charset="0"/>
              </a:rPr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750336981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14" y="239377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לפעמים אפשר להגיע גם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לפקודה הראשונה בתוך תנאי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69</a:t>
            </a:fld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355893" y="2057400"/>
            <a:ext cx="5524501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::y=0 -&gt; do ::x&lt;3 -&gt; x:=x+1 od fi</a:t>
            </a:r>
            <a:endParaRPr lang="he-IL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Arrow Connector 5"/>
          <p:cNvCxnSpPr>
            <a:endCxn id="7" idx="1"/>
          </p:cNvCxnSpPr>
          <p:nvPr/>
        </p:nvCxnSpPr>
        <p:spPr>
          <a:xfrm>
            <a:off x="593894" y="2286000"/>
            <a:ext cx="7619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56294" y="3730752"/>
            <a:ext cx="3520906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 ::x&lt;3 -&gt; x:=x+1 od</a:t>
            </a:r>
            <a:endParaRPr lang="he-IL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Elbow Connector 26"/>
          <p:cNvCxnSpPr>
            <a:endCxn id="24" idx="1"/>
          </p:cNvCxnSpPr>
          <p:nvPr/>
        </p:nvCxnSpPr>
        <p:spPr>
          <a:xfrm>
            <a:off x="2743200" y="2548128"/>
            <a:ext cx="1813094" cy="1411224"/>
          </a:xfrm>
          <a:prstGeom prst="bentConnector3">
            <a:avLst>
              <a:gd name="adj1" fmla="val -1946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24" idx="0"/>
            <a:endCxn id="24" idx="3"/>
          </p:cNvCxnSpPr>
          <p:nvPr/>
        </p:nvCxnSpPr>
        <p:spPr>
          <a:xfrm rot="16200000" flipH="1">
            <a:off x="7082673" y="2964826"/>
            <a:ext cx="228600" cy="1760453"/>
          </a:xfrm>
          <a:prstGeom prst="bentConnector4">
            <a:avLst>
              <a:gd name="adj1" fmla="val -156000"/>
              <a:gd name="adj2" fmla="val 120776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456099" y="5257800"/>
            <a:ext cx="999744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exit</a:t>
            </a:r>
            <a:endParaRPr lang="he-IL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648566" y="3036677"/>
                <a:ext cx="29391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 :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566" y="3036677"/>
                <a:ext cx="2939154" cy="369332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618116" y="2954773"/>
                <a:ext cx="200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16" y="2954773"/>
                <a:ext cx="200420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Elbow Connector 43"/>
          <p:cNvCxnSpPr>
            <a:endCxn id="33" idx="1"/>
          </p:cNvCxnSpPr>
          <p:nvPr/>
        </p:nvCxnSpPr>
        <p:spPr>
          <a:xfrm>
            <a:off x="5257800" y="4221480"/>
            <a:ext cx="2198299" cy="1264920"/>
          </a:xfrm>
          <a:prstGeom prst="bentConnector3">
            <a:avLst>
              <a:gd name="adj1" fmla="val 8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39588" y="5024735"/>
                <a:ext cx="18226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𝑖𝑛𝑔</m:t>
                      </m:r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588" y="5024735"/>
                <a:ext cx="1822678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Elbow Connector 50"/>
          <p:cNvCxnSpPr>
            <a:endCxn id="33" idx="2"/>
          </p:cNvCxnSpPr>
          <p:nvPr/>
        </p:nvCxnSpPr>
        <p:spPr>
          <a:xfrm>
            <a:off x="2076853" y="2548128"/>
            <a:ext cx="5879118" cy="3166872"/>
          </a:xfrm>
          <a:prstGeom prst="bentConnector4">
            <a:avLst>
              <a:gd name="adj1" fmla="val 22"/>
              <a:gd name="adj2" fmla="val 10721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141527" y="5530334"/>
                <a:ext cx="2624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𝑖𝑛𝑔</m:t>
                      </m:r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527" y="5530334"/>
                <a:ext cx="2624949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6744E0F2-6966-4545-B92A-684D94F41368}"/>
              </a:ext>
            </a:extLst>
          </p:cNvPr>
          <p:cNvSpPr/>
          <p:nvPr/>
        </p:nvSpPr>
        <p:spPr>
          <a:xfrm>
            <a:off x="4983101" y="1413118"/>
            <a:ext cx="3962400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x:=x+1 ;do ::x&lt;3 -&gt; x:=x+1 od</a:t>
            </a:r>
            <a:endParaRPr lang="he-IL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Elbow Connector 28">
            <a:extLst>
              <a:ext uri="{FF2B5EF4-FFF2-40B4-BE49-F238E27FC236}">
                <a16:creationId xmlns:a16="http://schemas.microsoft.com/office/drawing/2014/main" id="{EE2505B1-7D9D-4D23-9343-19326797EFA1}"/>
              </a:ext>
            </a:extLst>
          </p:cNvPr>
          <p:cNvCxnSpPr>
            <a:cxnSpLocks/>
          </p:cNvCxnSpPr>
          <p:nvPr/>
        </p:nvCxnSpPr>
        <p:spPr>
          <a:xfrm rot="5400000">
            <a:off x="6432027" y="1468126"/>
            <a:ext cx="1850399" cy="26748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7100A2-5110-4140-ABEB-D1CCE1E6F7F6}"/>
                  </a:ext>
                </a:extLst>
              </p:cNvPr>
              <p:cNvSpPr txBox="1"/>
              <p:nvPr/>
            </p:nvSpPr>
            <p:spPr>
              <a:xfrm>
                <a:off x="6918127" y="2470011"/>
                <a:ext cx="1896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7100A2-5110-4140-ABEB-D1CCE1E6F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127" y="2470011"/>
                <a:ext cx="18964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744601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184" y="-190500"/>
            <a:ext cx="7772400" cy="1143000"/>
          </a:xfrm>
        </p:spPr>
        <p:txBody>
          <a:bodyPr/>
          <a:lstStyle/>
          <a:p>
            <a:r>
              <a:rPr lang="he-IL"/>
              <a:t>איך נראה הקוד?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70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/>
          <a:lstStyle/>
          <a:p>
            <a:r>
              <a:rPr lang="he-IL"/>
              <a:t>נשתמש ב-</a:t>
            </a:r>
            <a:r>
              <a:rPr lang="en-US">
                <a:solidFill>
                  <a:srgbClr val="151AE1"/>
                </a:solidFill>
                <a:latin typeface="Arial Rounded MT Bold" panose="020F0704030504030204" pitchFamily="34" charset="0"/>
              </a:rPr>
              <a:t>antler</a:t>
            </a:r>
            <a:r>
              <a:rPr lang="he-IL">
                <a:solidFill>
                  <a:srgbClr val="151AE1"/>
                </a:solidFill>
              </a:rPr>
              <a:t> </a:t>
            </a:r>
            <a:r>
              <a:rPr lang="he-IL"/>
              <a:t>כדי לקבל עץ ביטוי:</a:t>
            </a:r>
          </a:p>
          <a:p>
            <a:endParaRPr lang="he-IL"/>
          </a:p>
          <a:p>
            <a:r>
              <a:rPr lang="he-IL"/>
              <a:t>ונבנה, לפי התחביר המופיע בקובץ </a:t>
            </a:r>
            <a:r>
              <a:rPr lang="en-US" sz="1600">
                <a:solidFill>
                  <a:srgbClr val="000000"/>
                </a:solidFill>
                <a:highlight>
                  <a:srgbClr val="E8F2FE"/>
                </a:highlight>
                <a:latin typeface="Consolas" panose="020B0609020204030204" pitchFamily="49" charset="0"/>
              </a:rPr>
              <a:t>NanoPromela.g4</a:t>
            </a:r>
            <a:r>
              <a:rPr lang="he-IL"/>
              <a:t> :</a:t>
            </a:r>
          </a:p>
          <a:p>
            <a:pPr marL="0" indent="0">
              <a:buNone/>
            </a:pPr>
            <a:endParaRPr lang="he-IL" sz="1600">
              <a:solidFill>
                <a:srgbClr val="000000"/>
              </a:solidFill>
              <a:highlight>
                <a:srgbClr val="E8F2FE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927" y="1600200"/>
            <a:ext cx="811296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rtl="0"/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StmtContext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6A3E3E"/>
                </a:solidFill>
                <a:latin typeface="Consolas" panose="020B0609020204030204" pitchFamily="49" charset="0"/>
              </a:rPr>
              <a:t>root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NanoPromelaFileReader.pareseNanoPromela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6A3E3E"/>
                </a:solidFill>
                <a:latin typeface="Consolas" panose="020B0609020204030204" pitchFamily="49" charset="0"/>
              </a:rPr>
              <a:t>filename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he-IL" sz="1600"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8386" y="2603096"/>
            <a:ext cx="8763000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rtl="0">
              <a:tabLst>
                <a:tab pos="7893050" algn="l"/>
                <a:tab pos="8164513" algn="l"/>
              </a:tabLst>
            </a:pP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latin typeface="Consolas" panose="020B0609020204030204" pitchFamily="49" charset="0"/>
              </a:rPr>
              <a:t>: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</a:p>
          <a:p>
            <a:pPr algn="l" rtl="0">
              <a:tabLst>
                <a:tab pos="7893050" algn="l"/>
                <a:tab pos="8164513" algn="l"/>
              </a:tabLst>
            </a:pPr>
            <a:r>
              <a:rPr lang="en-US">
                <a:latin typeface="Consolas" panose="020B0609020204030204" pitchFamily="49" charset="0"/>
              </a:rPr>
              <a:t>     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atomicstmt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| </a:t>
            </a: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';' </a:t>
            </a: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he-IL">
                <a:latin typeface="Consolas" panose="020B0609020204030204" pitchFamily="49" charset="0"/>
              </a:rPr>
              <a:t>      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ifstmt</a:t>
            </a:r>
            <a:r>
              <a:rPr lang="en-US">
                <a:latin typeface="Consolas" panose="020B0609020204030204" pitchFamily="49" charset="0"/>
              </a:rPr>
              <a:t>        : 'if' option+ 'fi'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dostmt</a:t>
            </a:r>
            <a:r>
              <a:rPr lang="en-US">
                <a:latin typeface="Consolas" panose="020B0609020204030204" pitchFamily="49" charset="0"/>
              </a:rPr>
              <a:t>        : 'do' option+ 'od'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assstmt</a:t>
            </a:r>
            <a:r>
              <a:rPr lang="en-US">
                <a:latin typeface="Consolas" panose="020B0609020204030204" pitchFamily="49" charset="0"/>
              </a:rPr>
              <a:t>       : VARNAME ':='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chanreadstmt</a:t>
            </a:r>
            <a:r>
              <a:rPr lang="en-US">
                <a:latin typeface="Consolas" panose="020B0609020204030204" pitchFamily="49" charset="0"/>
              </a:rPr>
              <a:t>  : CHANNAME '?' VARNAME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chanwritestmt</a:t>
            </a:r>
            <a:r>
              <a:rPr lang="en-US">
                <a:latin typeface="Consolas" panose="020B0609020204030204" pitchFamily="49" charset="0"/>
              </a:rPr>
              <a:t> : CHANNAME '!'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;</a:t>
            </a:r>
          </a:p>
          <a:p>
            <a:pPr algn="l" rtl="0"/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</a:rPr>
              <a:t>skipstmt</a:t>
            </a:r>
            <a:r>
              <a:rPr lang="en-US">
                <a:latin typeface="Consolas" panose="020B0609020204030204" pitchFamily="49" charset="0"/>
              </a:rPr>
              <a:t>      : 'skip' ;</a:t>
            </a:r>
          </a:p>
          <a:p>
            <a:pPr algn="l" rtl="0"/>
            <a:endParaRPr lang="en-US">
              <a:latin typeface="Consolas" panose="020B0609020204030204" pitchFamily="49" charset="0"/>
            </a:endParaRPr>
          </a:p>
          <a:p>
            <a:pPr algn="l" rtl="0"/>
            <a:r>
              <a:rPr lang="en-US" err="1">
                <a:latin typeface="Consolas" panose="020B0609020204030204" pitchFamily="49" charset="0"/>
              </a:rPr>
              <a:t>atomicstmt</a:t>
            </a:r>
            <a:r>
              <a:rPr lang="en-US">
                <a:latin typeface="Consolas" panose="020B0609020204030204" pitchFamily="49" charset="0"/>
              </a:rPr>
              <a:t> :  </a:t>
            </a:r>
          </a:p>
          <a:p>
            <a:pPr algn="l" rtl="0"/>
            <a:r>
              <a:rPr lang="en-US">
                <a:latin typeface="Consolas" panose="020B0609020204030204" pitchFamily="49" charset="0"/>
              </a:rPr>
              <a:t>   'atomic {' (VARNAME ':='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 ';')* VARNAME ':=' </a:t>
            </a:r>
            <a:r>
              <a:rPr lang="en-US" err="1">
                <a:latin typeface="Consolas" panose="020B0609020204030204" pitchFamily="49" charset="0"/>
              </a:rPr>
              <a:t>intexpr</a:t>
            </a:r>
            <a:r>
              <a:rPr lang="en-US">
                <a:latin typeface="Consolas" panose="020B0609020204030204" pitchFamily="49" charset="0"/>
              </a:rPr>
              <a:t> '}';</a:t>
            </a:r>
          </a:p>
          <a:p>
            <a:pPr algn="l" rtl="0"/>
            <a:endParaRPr lang="he-IL">
              <a:latin typeface="Consolas" panose="020B0609020204030204" pitchFamily="49" charset="0"/>
            </a:endParaRPr>
          </a:p>
          <a:p>
            <a:pPr algn="l" rtl="0"/>
            <a:r>
              <a:rPr lang="en-US">
                <a:latin typeface="Consolas" panose="020B0609020204030204" pitchFamily="49" charset="0"/>
              </a:rPr>
              <a:t>option: '::' </a:t>
            </a:r>
            <a:r>
              <a:rPr lang="en-US" err="1">
                <a:latin typeface="Consolas" panose="020B0609020204030204" pitchFamily="49" charset="0"/>
              </a:rPr>
              <a:t>boolexpr</a:t>
            </a:r>
            <a:r>
              <a:rPr lang="en-US">
                <a:latin typeface="Consolas" panose="020B0609020204030204" pitchFamily="49" charset="0"/>
              </a:rPr>
              <a:t> '-&gt;' </a:t>
            </a:r>
            <a:r>
              <a:rPr lang="en-US" err="1">
                <a:solidFill>
                  <a:srgbClr val="151AE1"/>
                </a:solidFill>
                <a:latin typeface="Consolas" panose="020B0609020204030204" pitchFamily="49" charset="0"/>
              </a:rPr>
              <a:t>stmt</a:t>
            </a:r>
            <a:r>
              <a:rPr lang="en-US">
                <a:solidFill>
                  <a:srgbClr val="151AE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184436175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49693" y="5422578"/>
            <a:ext cx="7293428" cy="763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spcAft>
                <a:spcPts val="700"/>
              </a:spcAft>
            </a:pPr>
            <a:endParaRPr lang="he-IL"/>
          </a:p>
        </p:txBody>
      </p:sp>
      <p:sp>
        <p:nvSpPr>
          <p:cNvPr id="10" name="Rectangle 9"/>
          <p:cNvSpPr/>
          <p:nvPr/>
        </p:nvSpPr>
        <p:spPr>
          <a:xfrm>
            <a:off x="1082350" y="4242254"/>
            <a:ext cx="7260771" cy="597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spcAft>
                <a:spcPts val="700"/>
              </a:spcAft>
            </a:pPr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1073019" y="3064863"/>
            <a:ext cx="7260771" cy="578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spcAft>
                <a:spcPts val="700"/>
              </a:spcAft>
            </a:pPr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1080795" y="2238054"/>
            <a:ext cx="7274766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spcAft>
                <a:spcPts val="700"/>
              </a:spcAft>
            </a:pPr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762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איך יראה הקוד?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81000" y="995601"/>
                <a:ext cx="8382000" cy="5786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(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.assstmt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 !=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null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||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.chanreadstmt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 !=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null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||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.chanwritestmt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 !=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null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||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.atomicstmt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 !=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null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||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  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    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.skipstmt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 !=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null 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 {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latin typeface="Consolas" panose="020B0609020204030204" pitchFamily="49" charset="0"/>
                  </a:rPr>
                  <a:t>   /* The sub-statements are only [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>
                    <a:latin typeface="Consolas" panose="020B0609020204030204" pitchFamily="49" charset="0"/>
                  </a:rPr>
                  <a:t>] and [exit]                    */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else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(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.ifstmt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 !=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null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 {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latin typeface="Consolas" panose="020B0609020204030204" pitchFamily="49" charset="0"/>
                  </a:rPr>
                  <a:t>   /* The sub-statements are [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>
                    <a:latin typeface="Consolas" panose="020B0609020204030204" pitchFamily="49" charset="0"/>
                  </a:rPr>
                  <a:t>], [exit], and the sub-statements of 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latin typeface="Consolas" panose="020B0609020204030204" pitchFamily="49" charset="0"/>
                  </a:rPr>
                  <a:t>      all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op</a:t>
                </a:r>
                <a:r>
                  <a:rPr lang="en-US" sz="16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.stmt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() where 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op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 is a member of </a:t>
                </a:r>
                <a:r>
                  <a:rPr lang="da-DK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da-DK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.ifstmt().option()</a:t>
                </a:r>
                <a:r>
                  <a:rPr lang="en-US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     </a:t>
                </a:r>
                <a:r>
                  <a:rPr lang="en-US" sz="1600">
                    <a:latin typeface="Consolas" panose="020B0609020204030204" pitchFamily="49" charset="0"/>
                  </a:rPr>
                  <a:t>*/</a:t>
                </a:r>
                <a:endParaRPr lang="en-US" sz="160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else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(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.dostmt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 != </a:t>
                </a:r>
                <a:r>
                  <a:rPr lang="en-US" sz="1600">
                    <a:solidFill>
                      <a:srgbClr val="7F0055"/>
                    </a:solidFill>
                    <a:latin typeface="Consolas" panose="020B0609020204030204" pitchFamily="49" charset="0"/>
                  </a:rPr>
                  <a:t>null</a:t>
                </a: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 {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</a:t>
                </a:r>
                <a:r>
                  <a:rPr lang="en-US" sz="1600">
                    <a:latin typeface="Consolas" panose="020B0609020204030204" pitchFamily="49" charset="0"/>
                  </a:rPr>
                  <a:t>/* The sub-statements are [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>
                    <a:latin typeface="Consolas" panose="020B0609020204030204" pitchFamily="49" charset="0"/>
                  </a:rPr>
                  <a:t>], [exit], and locations [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𝑠𝑢𝑏</m:t>
                    </m:r>
                  </m:oMath>
                </a14:m>
                <a:r>
                  <a:rPr lang="en-US" sz="1600" err="1">
                    <a:latin typeface="Consolas" panose="020B0609020204030204" pitchFamily="49" charset="0"/>
                  </a:rPr>
                  <a:t>;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</a:t>
                </a:r>
                <a:r>
                  <a:rPr lang="en-US" sz="1600">
                    <a:latin typeface="Consolas" panose="020B0609020204030204" pitchFamily="49" charset="0"/>
                  </a:rPr>
                  <a:t>]   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latin typeface="Consolas" panose="020B0609020204030204" pitchFamily="49" charset="0"/>
                  </a:rPr>
                  <a:t>      where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𝑠𝑢𝑏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</a:rPr>
                  <a:t>is a sub-statement of some 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op</a:t>
                </a:r>
                <a:r>
                  <a:rPr lang="en-US" sz="1600">
                    <a:latin typeface="Consolas" panose="020B0609020204030204" pitchFamily="49" charset="0"/>
                  </a:rPr>
                  <a:t> in </a:t>
                </a:r>
                <a:r>
                  <a:rPr lang="da-DK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root.</a:t>
                </a:r>
                <a:r>
                  <a:rPr lang="da-DK" sz="1600">
                    <a:latin typeface="Consolas" panose="020B0609020204030204" pitchFamily="49" charset="0"/>
                  </a:rPr>
                  <a:t>dostmt().option() </a:t>
                </a:r>
                <a:r>
                  <a:rPr lang="en-US" sz="1600">
                    <a:latin typeface="Consolas" panose="020B0609020204030204" pitchFamily="49" charset="0"/>
                  </a:rPr>
                  <a:t>*/</a:t>
                </a:r>
                <a:endParaRPr lang="en-US" sz="160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 else { // ;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</a:t>
                </a:r>
                <a:r>
                  <a:rPr lang="en-US" sz="1600">
                    <a:latin typeface="Consolas" panose="020B0609020204030204" pitchFamily="49" charset="0"/>
                  </a:rPr>
                  <a:t>/* The sub-statements are locations of the form [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𝑠𝑢𝑏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</a:rPr>
                  <a:t>;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root.</a:t>
                </a:r>
                <a:r>
                  <a:rPr lang="en-US" sz="1600" err="1">
                    <a:latin typeface="Consolas" panose="020B0609020204030204" pitchFamily="49" charset="0"/>
                  </a:rPr>
                  <a:t>stmt</a:t>
                </a:r>
                <a:r>
                  <a:rPr lang="en-US" sz="1600">
                    <a:latin typeface="Consolas" panose="020B0609020204030204" pitchFamily="49" charset="0"/>
                  </a:rPr>
                  <a:t>(1)] </a:t>
                </a:r>
                <a:br>
                  <a:rPr lang="en-US" sz="1600">
                    <a:latin typeface="Consolas" panose="020B0609020204030204" pitchFamily="49" charset="0"/>
                  </a:rPr>
                </a:br>
                <a:r>
                  <a:rPr lang="en-US" sz="1600">
                    <a:latin typeface="Consolas" panose="020B0609020204030204" pitchFamily="49" charset="0"/>
                  </a:rPr>
                  <a:t>      where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𝑠𝑢𝑏</m:t>
                    </m:r>
                  </m:oMath>
                </a14:m>
                <a:r>
                  <a:rPr lang="en-US" sz="1600">
                    <a:latin typeface="Consolas" panose="020B0609020204030204" pitchFamily="49" charset="0"/>
                  </a:rPr>
                  <a:t> is a sub-statement of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root.</a:t>
                </a:r>
                <a:r>
                  <a:rPr lang="en-US" sz="1600" err="1">
                    <a:latin typeface="Consolas" panose="020B0609020204030204" pitchFamily="49" charset="0"/>
                  </a:rPr>
                  <a:t>stmt</a:t>
                </a:r>
                <a:r>
                  <a:rPr lang="en-US" sz="1600">
                    <a:latin typeface="Consolas" panose="020B0609020204030204" pitchFamily="49" charset="0"/>
                  </a:rPr>
                  <a:t>(0)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600">
                    <a:latin typeface="Consolas" panose="020B0609020204030204" pitchFamily="49" charset="0"/>
                  </a:rPr>
                  <a:t>plus all the sub-      </a:t>
                </a:r>
                <a:br>
                  <a:rPr lang="en-US" sz="1600">
                    <a:latin typeface="Consolas" panose="020B0609020204030204" pitchFamily="49" charset="0"/>
                  </a:rPr>
                </a:br>
                <a:r>
                  <a:rPr lang="en-US" sz="1600">
                    <a:latin typeface="Consolas" panose="020B0609020204030204" pitchFamily="49" charset="0"/>
                  </a:rPr>
                  <a:t>      statements of </a:t>
                </a:r>
                <a:r>
                  <a:rPr lang="en-US" sz="1600" err="1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root.</a:t>
                </a:r>
                <a:r>
                  <a:rPr lang="en-US" sz="1600" err="1">
                    <a:latin typeface="Consolas" panose="020B0609020204030204" pitchFamily="49" charset="0"/>
                  </a:rPr>
                  <a:t>stmt</a:t>
                </a:r>
                <a:r>
                  <a:rPr lang="en-US" sz="1600">
                    <a:latin typeface="Consolas" panose="020B0609020204030204" pitchFamily="49" charset="0"/>
                  </a:rPr>
                  <a:t>(1)</a:t>
                </a:r>
                <a:r>
                  <a:rPr lang="en-US" sz="1600">
                    <a:solidFill>
                      <a:srgbClr val="6A3E3E"/>
                    </a:solidFill>
                    <a:latin typeface="Consolas" panose="020B0609020204030204" pitchFamily="49" charset="0"/>
                  </a:rPr>
                  <a:t>                                       </a:t>
                </a:r>
                <a:r>
                  <a:rPr lang="en-US" sz="1600">
                    <a:latin typeface="Consolas" panose="020B0609020204030204" pitchFamily="49" charset="0"/>
                  </a:rPr>
                  <a:t>*/</a:t>
                </a:r>
              </a:p>
              <a:p>
                <a:pPr algn="l" rtl="0">
                  <a:spcAft>
                    <a:spcPts val="1200"/>
                  </a:spcAft>
                </a:pPr>
                <a:r>
                  <a:rPr lang="en-US" sz="16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  <a:endParaRPr lang="he-IL" sz="160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995601"/>
                <a:ext cx="8382000" cy="5786199"/>
              </a:xfrm>
              <a:prstGeom prst="rect">
                <a:avLst/>
              </a:prstGeom>
              <a:blipFill>
                <a:blip r:embed="rId2"/>
                <a:stretch>
                  <a:fillRect l="-436" t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044924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E11A-172B-9E25-2DAE-2630FBA4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אפשר להגדיר פקודות נוספות</a:t>
            </a:r>
            <a:endParaRPr lang="LID4096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FA90F-C8C9-58AA-FF31-F6E0E02B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72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0E769-E8D8-F9BE-3D71-472ED3FB3DE2}"/>
              </a:ext>
            </a:extLst>
          </p:cNvPr>
          <p:cNvSpPr txBox="1"/>
          <p:nvPr/>
        </p:nvSpPr>
        <p:spPr>
          <a:xfrm>
            <a:off x="1814195" y="1603479"/>
            <a:ext cx="5339902" cy="312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algn="r" rtl="1">
              <a:lnSpc>
                <a:spcPts val="1425"/>
              </a:lnSpc>
              <a:spcAft>
                <a:spcPts val="800"/>
              </a:spcAft>
            </a:pPr>
            <a:r>
              <a:rPr lang="en-US" sz="1800" kern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par_stmt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sz="1800" kern="0" dirty="0">
                <a:solidFill>
                  <a:srgbClr val="D1696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800" kern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800" kern="0" dirty="0">
                <a:solidFill>
                  <a:srgbClr val="D1696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D1696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800" kern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800" kern="0" dirty="0">
                <a:solidFill>
                  <a:srgbClr val="D1696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624E0E80-2E45-3FE1-E70F-88E9335D6E4F}"/>
                  </a:ext>
                </a:extLst>
              </p:cNvPr>
              <p:cNvSpPr txBox="1"/>
              <p:nvPr/>
            </p:nvSpPr>
            <p:spPr>
              <a:xfrm>
                <a:off x="1115614" y="3762814"/>
                <a:ext cx="2305050" cy="67627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:</m:t>
                              </m:r>
                              <m:r>
                                <a:rPr lang="ar-AE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    ∧   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n-US" sz="1600" kern="12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</m:ctrlPr>
                            </m:sSubSup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624E0E80-2E45-3FE1-E70F-88E9335D6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4" y="3762814"/>
                <a:ext cx="2305050" cy="676275"/>
              </a:xfrm>
              <a:prstGeom prst="rect">
                <a:avLst/>
              </a:prstGeom>
              <a:blipFill>
                <a:blip r:embed="rId2"/>
                <a:stretch>
                  <a:fillRect r="-14550" b="-225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AAB4F09-4CF2-285F-EB57-DA0C8BDBABD3}"/>
                  </a:ext>
                </a:extLst>
              </p:cNvPr>
              <p:cNvSpPr txBox="1"/>
              <p:nvPr/>
            </p:nvSpPr>
            <p:spPr>
              <a:xfrm>
                <a:off x="5230048" y="3721011"/>
                <a:ext cx="2257425" cy="971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:</m:t>
                              </m:r>
                              <m:r>
                                <a:rPr lang="ar-AE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    ∧   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n-US" sz="1600" kern="12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 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Sup>
                                <m:sSubSupPr>
                                  <m:ctrlPr>
                                    <a:rPr lang="ar-AE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ar-AE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AAB4F09-4CF2-285F-EB57-DA0C8BDBA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048" y="3721011"/>
                <a:ext cx="2257425" cy="971613"/>
              </a:xfrm>
              <a:prstGeom prst="rect">
                <a:avLst/>
              </a:prstGeom>
              <a:blipFill>
                <a:blip r:embed="rId3"/>
                <a:stretch>
                  <a:fillRect r="-1729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A5B7E62A-B981-7C18-8376-FB27C2E6A02F}"/>
                  </a:ext>
                </a:extLst>
              </p:cNvPr>
              <p:cNvSpPr txBox="1"/>
              <p:nvPr/>
            </p:nvSpPr>
            <p:spPr>
              <a:xfrm>
                <a:off x="1580329" y="5215729"/>
                <a:ext cx="2000250" cy="971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en-US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:</m:t>
                              </m:r>
                              <m:r>
                                <a:rPr lang="en-US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en-US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kern="12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en-US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en-US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sz="1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en-US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en-US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600" i="1" kern="12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A5B7E62A-B981-7C18-8376-FB27C2E6A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329" y="5215729"/>
                <a:ext cx="2000250" cy="971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FC3BCC0C-9662-C244-50D1-B80D6E6EDD12}"/>
                  </a:ext>
                </a:extLst>
              </p:cNvPr>
              <p:cNvSpPr txBox="1"/>
              <p:nvPr/>
            </p:nvSpPr>
            <p:spPr>
              <a:xfrm>
                <a:off x="5563422" y="5215729"/>
                <a:ext cx="1590675" cy="971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:</m:t>
                              </m:r>
                              <m:r>
                                <a:rPr lang="ar-AE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kern="12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[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]|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ar-AE" sz="1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16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ar-AE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ar-AE" sz="1600" i="1" kern="12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FC3BCC0C-9662-C244-50D1-B80D6E6ED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422" y="5215729"/>
                <a:ext cx="1590675" cy="971613"/>
              </a:xfrm>
              <a:prstGeom prst="rect">
                <a:avLst/>
              </a:prstGeom>
              <a:blipFill>
                <a:blip r:embed="rId5"/>
                <a:stretch>
                  <a:fillRect r="-168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63EA12-D429-4FAE-625A-5F6613306641}"/>
                  </a:ext>
                </a:extLst>
              </p:cNvPr>
              <p:cNvSpPr txBox="1"/>
              <p:nvPr/>
            </p:nvSpPr>
            <p:spPr>
              <a:xfrm>
                <a:off x="132008" y="2339465"/>
                <a:ext cx="8879983" cy="931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 rtl="0">
                  <a:lnSpc>
                    <a:spcPct val="115000"/>
                  </a:lnSpc>
                  <a:spcBef>
                    <a:spcPts val="600"/>
                  </a:spcBef>
                  <a:spcAft>
                    <a:spcPts val="800"/>
                  </a:spcAft>
                  <a:tabLst>
                    <a:tab pos="2862580" algn="l"/>
                  </a:tabLst>
                </a:pPr>
                <a14:m>
                  <m:oMath xmlns:m="http://schemas.openxmlformats.org/officeDocument/2006/math">
                    <m:r>
                      <a:rPr lang="ar-AE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𝑠𝑢𝑏</m:t>
                    </m:r>
                    <m:d>
                      <m:dPr>
                        <m:ctrlP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𝑠𝑡</m:t>
                                </m:r>
                              </m:e>
                              <m:sub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</m:d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ar-AE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≔</m:t>
                    </m:r>
                  </m:oMath>
                </a14:m>
                <a:r>
                  <a:rPr lang="en-US" sz="1800" b="0" i="0" kern="100" dirty="0">
                    <a:effectLst/>
                    <a:latin typeface="+mj-lt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600"/>
                  </a:spcBef>
                  <a:spcAft>
                    <a:spcPts val="800"/>
                  </a:spcAft>
                  <a:tabLst>
                    <a:tab pos="2862580" algn="l"/>
                  </a:tabLst>
                </a:pPr>
                <a14:m>
                  <m:oMath xmlns:m="http://schemas.openxmlformats.org/officeDocument/2006/math"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𝑠𝑢𝑏</m:t>
                    </m:r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𝑠</m:t>
                    </m:r>
                    <m:sSub>
                      <m:sSubPr>
                        <m:ctrlP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ar-AE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∪</m:t>
                    </m:r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𝑠𝑢𝑏</m:t>
                    </m:r>
                    <m:d>
                      <m:dPr>
                        <m:ctrlP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</m:t>
                        </m:r>
                        <m:sSub>
                          <m:sSubPr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∪  </m:t>
                    </m:r>
                    <m:d>
                      <m:dPr>
                        <m:begChr m:val="{"/>
                        <m:endChr m:val="}"/>
                        <m:ctrlP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𝑠</m:t>
                            </m:r>
                            <m:sSub>
                              <m:sSubPr>
                                <m:ctrlP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’</m:t>
                            </m:r>
                            <m:r>
                              <m:rPr>
                                <m:nor/>
                              </m:rPr>
                              <a:rPr lang="ar-AE" sz="1800" i="1" kern="100">
                                <a:effectLst/>
                                <a:latin typeface="Aptos" panose="020B0004020202020204" pitchFamily="34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ar-AE" sz="1800" kern="100">
                                <a:effectLst/>
                                <a:latin typeface="Aptos" panose="020B0004020202020204" pitchFamily="34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]</m:t>
                            </m:r>
                            <m:r>
                              <m:rPr>
                                <m:nor/>
                              </m:rPr>
                              <a:rPr lang="ar-AE" sz="1800" kern="100">
                                <a:effectLst/>
                                <a:latin typeface="Aptos" panose="020B0004020202020204" pitchFamily="34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|</m:t>
                            </m:r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𝑠</m:t>
                            </m:r>
                            <m:sSubSup>
                              <m:sSubSupPr>
                                <m:ctrlP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</m:t>
                        </m:r>
                        <m:sSubSup>
                          <m:sSubSupPr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bSup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𝑠𝑢𝑏</m:t>
                        </m:r>
                        <m:d>
                          <m:dPr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𝑠𝑡</m:t>
                            </m:r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e>
                        </m:d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∖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800" kern="100">
                                <a:effectLst/>
                                <a:latin typeface="Aptos" panose="020B0004020202020204" pitchFamily="34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exit</m:t>
                            </m:r>
                          </m:e>
                        </m:d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</m:t>
                        </m:r>
                        <m:sSubSup>
                          <m:sSubSupPr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bSup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𝑠𝑢𝑏</m:t>
                        </m:r>
                        <m:d>
                          <m:dPr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𝑠</m:t>
                            </m:r>
                            <m:sSub>
                              <m:sSubPr>
                                <m:ctrlP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ar-AE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ar-AE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∖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ar-AE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800" i="1" kern="100">
                                <a:effectLst/>
                                <a:latin typeface="Aptos" panose="020B0004020202020204" pitchFamily="34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exit</m:t>
                            </m:r>
                          </m:e>
                        </m:d>
                      </m:e>
                    </m:d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ar-AE" sz="2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63EA12-D429-4FAE-625A-5F6613306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8" y="2339465"/>
                <a:ext cx="8879983" cy="931794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794020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EAC1-76C3-E7E0-8A97-4D4184EE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6793-C858-3937-7D40-037A4BFF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אפשר להגדיר פקודות נוספות</a:t>
            </a:r>
            <a:endParaRPr lang="LID4096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03306-77DD-1342-1763-AF2C5ED08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44631-AF0F-CFA2-EB7D-EC0F8202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73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5687E-534B-F4FD-0101-064ED01C7528}"/>
              </a:ext>
            </a:extLst>
          </p:cNvPr>
          <p:cNvSpPr txBox="1"/>
          <p:nvPr/>
        </p:nvSpPr>
        <p:spPr>
          <a:xfrm>
            <a:off x="813153" y="1532861"/>
            <a:ext cx="7257421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800" kern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any_order_stmt</a:t>
            </a:r>
            <a:r>
              <a:rPr lang="en-US" sz="1800" kern="0" dirty="0">
                <a:solidFill>
                  <a:srgbClr val="811F3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"!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" statement  (“//" statement)* "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“;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2318E5BC-6648-34D2-A857-4F04C1E4D250}"/>
                  </a:ext>
                </a:extLst>
              </p:cNvPr>
              <p:cNvSpPr txBox="1"/>
              <p:nvPr/>
            </p:nvSpPr>
            <p:spPr>
              <a:xfrm>
                <a:off x="1825027" y="4061859"/>
                <a:ext cx="5233672" cy="92981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l" rt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ar-AE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    ∧   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n-US" sz="1600" kern="12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en-US" sz="16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!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…</m:t>
                              </m:r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…</m:t>
                              </m:r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</m:e>
                          </m:groupCh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;![</m:t>
                          </m:r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…</m:t>
                          </m:r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…</m:t>
                          </m:r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2318E5BC-6648-34D2-A857-4F04C1E4D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27" y="4061859"/>
                <a:ext cx="5233672" cy="929810"/>
              </a:xfrm>
              <a:prstGeom prst="rect">
                <a:avLst/>
              </a:prstGeom>
              <a:blipFill>
                <a:blip r:embed="rId2"/>
                <a:stretch>
                  <a:fillRect r="-721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D69C3C-D175-AE94-51B9-DDB8D1CA0B1D}"/>
                  </a:ext>
                </a:extLst>
              </p:cNvPr>
              <p:cNvSpPr txBox="1"/>
              <p:nvPr/>
            </p:nvSpPr>
            <p:spPr>
              <a:xfrm>
                <a:off x="442176" y="2227500"/>
                <a:ext cx="8379853" cy="1474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>
                  <a:lnSpc>
                    <a:spcPct val="115000"/>
                  </a:lnSpc>
                  <a:spcBef>
                    <a:spcPts val="600"/>
                  </a:spcBef>
                  <a:spcAft>
                    <a:spcPts val="800"/>
                  </a:spcAft>
                  <a:tabLst>
                    <a:tab pos="2862580" algn="l"/>
                  </a:tabLst>
                </a:pPr>
                <a14:m>
                  <m:oMath xmlns:m="http://schemas.openxmlformats.org/officeDocument/2006/math">
                    <m:r>
                      <a:rPr lang="ar-AE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𝑠𝑢𝑏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(![</m:t>
                    </m:r>
                    <m:sSub>
                      <m:sSub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m:rPr>
                        <m:lit/>
                      </m:rPr>
                      <a:rPr lang="en-US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//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…</m:t>
                    </m:r>
                    <m:r>
                      <m:rPr>
                        <m:lit/>
                      </m:rPr>
                      <a:rPr lang="en-US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//</m:t>
                    </m:r>
                    <m:sSub>
                      <m:sSub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]</m:t>
                    </m:r>
                    <m:r>
                      <a:rPr lang="ar-AE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ar-AE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≔</m:t>
                    </m:r>
                    <m:r>
                      <a:rPr lang="en-US" sz="1800" b="0" i="1" kern="100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                        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kern="10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!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//</m:t>
                            </m:r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…</m:t>
                            </m:r>
                            <m:r>
                              <m:rPr>
                                <m:lit/>
                              </m:r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//</m:t>
                            </m:r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𝑒𝑥𝑖𝑡</m:t>
                        </m:r>
                      </m:e>
                    </m:d>
                    <m:r>
                      <a:rPr lang="en-US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∪</m:t>
                    </m:r>
                  </m:oMath>
                </a14:m>
                <a:r>
                  <a:rPr lang="en-US" sz="1800" i="0" kern="100" dirty="0">
                    <a:effectLst/>
                    <a:latin typeface="+mj-lt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kern="100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l" rtl="0">
                  <a:lnSpc>
                    <a:spcPct val="115000"/>
                  </a:lnSpc>
                  <a:spcBef>
                    <a:spcPts val="600"/>
                  </a:spcBef>
                  <a:spcAft>
                    <a:spcPts val="800"/>
                  </a:spcAft>
                  <a:tabLst>
                    <a:tab pos="28625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ar-AE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ar-AE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;![</m:t>
                          </m:r>
                          <m:sSub>
                            <m:sSubPr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…</m:t>
                          </m:r>
                          <m:r>
                            <m:rPr>
                              <m:lit/>
                            </m:rPr>
                            <a:rPr lang="en-US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…</m:t>
                          </m:r>
                          <m:r>
                            <m:rPr>
                              <m:lit/>
                            </m:rPr>
                            <a:rPr lang="en-US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]</m:t>
                          </m:r>
                          <m:r>
                            <a:rPr lang="ar-AE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:</m:t>
                          </m:r>
                          <m:sSup>
                            <m:sSupPr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  <m: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,..,</m:t>
                                  </m:r>
                                  <m: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ar-AE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𝑠𝑢𝑏</m:t>
                          </m:r>
                          <m:d>
                            <m:dPr>
                              <m:ctrlPr>
                                <a:rPr lang="ar-AE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800" kern="100">
                                  <a:effectLst/>
                                  <a:latin typeface="Aptos" panose="020B0004020202020204" pitchFamily="34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exit</m:t>
                              </m:r>
                            </m:e>
                          </m:d>
                        </m:e>
                      </m:d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∪</m:t>
                      </m:r>
                      <m:r>
                        <a:rPr lang="ar-AE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l" rtl="0">
                  <a:lnSpc>
                    <a:spcPct val="115000"/>
                  </a:lnSpc>
                  <a:spcBef>
                    <a:spcPts val="600"/>
                  </a:spcBef>
                  <a:spcAft>
                    <a:spcPts val="800"/>
                  </a:spcAft>
                  <a:tabLst>
                    <a:tab pos="28625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ar-AE" sz="20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!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…</m:t>
                              </m:r>
                              <m:r>
                                <m:rPr>
                                  <m:lit/>
                                </m:rP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sSub>
                                <m:sSubPr>
                                  <m:ctrlPr>
                                    <a:rPr lang="en-US" sz="2000" i="1" kern="100" smtClean="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sSub>
                                <m:sSubPr>
                                  <m:ctrlP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…</m:t>
                              </m:r>
                              <m:r>
                                <m:rPr>
                                  <m:lit/>
                                </m:rP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sSub>
                                <m:sSubPr>
                                  <m:ctrlP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0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n-US" sz="20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20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,..,</m:t>
                              </m:r>
                              <m:r>
                                <a:rPr lang="en-US" sz="20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D69C3C-D175-AE94-51B9-DDB8D1CA0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76" y="2227500"/>
                <a:ext cx="8379853" cy="1474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F5B071F5-5FF4-4AF7-A853-1E90B15909F3}"/>
                  </a:ext>
                </a:extLst>
              </p:cNvPr>
              <p:cNvSpPr txBox="1"/>
              <p:nvPr/>
            </p:nvSpPr>
            <p:spPr>
              <a:xfrm>
                <a:off x="678682" y="5268060"/>
                <a:ext cx="5233672" cy="92981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l" rt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 kern="1200">
                                  <a:solidFill>
                                    <a:srgbClr val="151AE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ar-AE" sz="1600" i="1" kern="12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ar-AE" sz="1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kern="12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exit</m:t>
                          </m:r>
                        </m:num>
                        <m:den>
                          <m:r>
                            <a:rPr lang="en-US" sz="16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!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…</m:t>
                              </m:r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  <m:t>…</m:t>
                              </m:r>
                              <m:r>
                                <m:rPr>
                                  <m:lit/>
                                </m:r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//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Consolas" panose="020B0609020204030204" pitchFamily="49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 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![</m:t>
                          </m:r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…</m:t>
                          </m:r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600" i="1" kern="100" smtClean="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…</m:t>
                          </m:r>
                          <m:r>
                            <m:rPr>
                              <m:lit/>
                            </m:rP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//</m:t>
                          </m:r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F5B071F5-5FF4-4AF7-A853-1E90B1590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82" y="5268060"/>
                <a:ext cx="5233672" cy="929810"/>
              </a:xfrm>
              <a:prstGeom prst="rect">
                <a:avLst/>
              </a:prstGeom>
              <a:blipFill>
                <a:blip r:embed="rId4"/>
                <a:stretch>
                  <a:fillRect r="-16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0">
                <a:extLst>
                  <a:ext uri="{FF2B5EF4-FFF2-40B4-BE49-F238E27FC236}">
                    <a16:creationId xmlns:a16="http://schemas.microsoft.com/office/drawing/2014/main" id="{B0E6863E-AED0-5E01-583E-4E24B87267FD}"/>
                  </a:ext>
                </a:extLst>
              </p:cNvPr>
              <p:cNvSpPr txBox="1"/>
              <p:nvPr/>
            </p:nvSpPr>
            <p:spPr>
              <a:xfrm>
                <a:off x="6388827" y="5373644"/>
                <a:ext cx="2209091" cy="92981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l" rt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/>
                        <m:den>
                          <m:r>
                            <a:rPr lang="en-US" sz="16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!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/>
                          </m:d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ar-AE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en-US" sz="16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𝑡𝑟𝑢𝑒</m:t>
                              </m:r>
                              <m:r>
                                <a:rPr lang="ar-AE" sz="1600" i="1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:</m:t>
                              </m:r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𝑠𝑘𝑖𝑝</m:t>
                              </m:r>
                              <m:r>
                                <a:rPr lang="ar-AE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m:rPr>
                              <m:nor/>
                            </m:rPr>
                            <a:rPr lang="he-IL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Aptos" panose="020B0004020202020204" pitchFamily="34" charset="0"/>
                              <a:cs typeface="Consolas" panose="020B0609020204030204" pitchFamily="49" charset="0"/>
                            </a:rPr>
                            <m:t>exit</m:t>
                          </m:r>
                        </m:den>
                      </m:f>
                    </m:oMath>
                  </m:oMathPara>
                </a14:m>
                <a:endParaRPr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10">
                <a:extLst>
                  <a:ext uri="{FF2B5EF4-FFF2-40B4-BE49-F238E27FC236}">
                    <a16:creationId xmlns:a16="http://schemas.microsoft.com/office/drawing/2014/main" id="{B0E6863E-AED0-5E01-583E-4E24B8726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827" y="5373644"/>
                <a:ext cx="2209091" cy="929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85151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0FF6-021A-67AE-20A4-5E36E2DB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LID4096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4A784-A7EE-C358-FC4B-D36D20DC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644E7-DEF8-8829-4D9C-5984B154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74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B77E6-F238-FA2C-B786-7A640A141430}"/>
              </a:ext>
            </a:extLst>
          </p:cNvPr>
          <p:cNvSpPr txBox="1"/>
          <p:nvPr/>
        </p:nvSpPr>
        <p:spPr>
          <a:xfrm>
            <a:off x="2303930" y="1081846"/>
            <a:ext cx="458096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![y:=1 // y:=3] ; ![y:=2 // y:= 3]</a:t>
            </a:r>
            <a:endParaRPr lang="es-E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11A0B1-7B79-637B-26C2-8688F0788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881" y="1368206"/>
            <a:ext cx="7942729" cy="8072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425F83-D541-93EA-2473-8E5850C4BABF}"/>
              </a:ext>
            </a:extLst>
          </p:cNvPr>
          <p:cNvSpPr txBox="1"/>
          <p:nvPr/>
        </p:nvSpPr>
        <p:spPr>
          <a:xfrm>
            <a:off x="2084294" y="2775745"/>
            <a:ext cx="458096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[y:=1; y:=2] | [y:= 3]</a:t>
            </a:r>
            <a:endParaRPr lang="es-E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65CE7E1-D619-2C56-9AE5-9445324A02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03930" y="3108570"/>
            <a:ext cx="4812794" cy="11255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D938E9-9A64-6DFC-E2FB-742BD19ADEB0}"/>
              </a:ext>
            </a:extLst>
          </p:cNvPr>
          <p:cNvSpPr txBox="1"/>
          <p:nvPr/>
        </p:nvSpPr>
        <p:spPr>
          <a:xfrm>
            <a:off x="1275229" y="4815209"/>
            <a:ext cx="646803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![y:=1 ; y:=3 // do :: true =&gt; y:=2 ; y:= 3 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od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] </a:t>
            </a:r>
            <a:endParaRPr lang="es-E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Graphic 1">
            <a:extLst>
              <a:ext uri="{FF2B5EF4-FFF2-40B4-BE49-F238E27FC236}">
                <a16:creationId xmlns:a16="http://schemas.microsoft.com/office/drawing/2014/main" id="{79EC7D5E-F139-3BBD-C2B4-81FF460BDC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5229" y="5167238"/>
            <a:ext cx="6327311" cy="124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51377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75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305800" cy="45720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השפה מכילה מבנים נוספים שלא פרטנו: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קטעים אָטוֹמִיִּים משוכללים – לא רק סדרות של השמות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מערכים ומבני נתונים נוספים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יצירה דינאמית של תהליכים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ועוד...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הַסֶּמַנְטִיקָה מוגדרת ע"י תרגום ל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מערכות ערוצים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ודרכן </a:t>
            </a:r>
            <a:r>
              <a:rPr lang="he-IL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למערכות מעברים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מלא של התחביר והסמנטיקה המלאים של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אפשר למצוא בְּסִפְרוּת על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SPIN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(בשקף הבא)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59923803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מקורות נוספים ללימוד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SPIN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76</a:t>
            </a:fld>
            <a:endParaRPr lang="he-IL"/>
          </a:p>
        </p:txBody>
      </p:sp>
      <p:pic>
        <p:nvPicPr>
          <p:cNvPr id="63491" name="Picture 3" descr="http://spinroot.com/spin/ben_ari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837" y="4828032"/>
            <a:ext cx="904875" cy="1371600"/>
          </a:xfrm>
          <a:prstGeom prst="rect">
            <a:avLst/>
          </a:prstGeom>
          <a:noFill/>
        </p:spPr>
      </p:pic>
      <p:pic>
        <p:nvPicPr>
          <p:cNvPr id="63492" name="Picture 4" descr="http://spinroot.com/spin/nakajima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4112" y="4828032"/>
            <a:ext cx="1123950" cy="1371600"/>
          </a:xfrm>
          <a:prstGeom prst="rect">
            <a:avLst/>
          </a:prstGeom>
          <a:noFill/>
        </p:spPr>
      </p:pic>
      <p:pic>
        <p:nvPicPr>
          <p:cNvPr id="63493" name="Picture 5" descr="http://spinroot.com/spin/clarke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7462" y="4828032"/>
            <a:ext cx="1066800" cy="1371600"/>
          </a:xfrm>
          <a:prstGeom prst="rect">
            <a:avLst/>
          </a:prstGeom>
          <a:noFill/>
        </p:spPr>
      </p:pic>
      <p:pic>
        <p:nvPicPr>
          <p:cNvPr id="63494" name="Picture 6" descr="http://spinroot.com/spin/baier.jpg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153662" y="4828032"/>
            <a:ext cx="1104900" cy="1371600"/>
          </a:xfrm>
          <a:prstGeom prst="rect">
            <a:avLst/>
          </a:prstGeom>
          <a:noFill/>
        </p:spPr>
      </p:pic>
      <p:pic>
        <p:nvPicPr>
          <p:cNvPr id="63495" name="Picture 7" descr="http://spinroot.com/spin/schneider.gif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537962" y="4828032"/>
            <a:ext cx="904875" cy="1371600"/>
          </a:xfrm>
          <a:prstGeom prst="rect">
            <a:avLst/>
          </a:prstGeom>
          <a:noFill/>
        </p:spPr>
      </p:pic>
      <p:pic>
        <p:nvPicPr>
          <p:cNvPr id="63496" name="Picture 8" descr="http://spinroot.com/spin/kleuker.jpg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722237" y="4828032"/>
            <a:ext cx="904875" cy="1371600"/>
          </a:xfrm>
          <a:prstGeom prst="rect">
            <a:avLst/>
          </a:prstGeom>
          <a:noFill/>
        </p:spPr>
      </p:pic>
      <p:pic>
        <p:nvPicPr>
          <p:cNvPr id="63490" name="Picture 2" descr="http://spinroot.com/spin/spinbook.jpg">
            <a:hlinkClick r:id="rId14"/>
          </p:cNvPr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906512" y="4828032"/>
            <a:ext cx="1009650" cy="1371601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609600" y="1828800"/>
            <a:ext cx="792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>
                <a:solidFill>
                  <a:srgbClr val="002060"/>
                </a:solidFill>
                <a:latin typeface="Arial Rounded MT Bold" panose="020F0704030504030204" pitchFamily="34" charset="0"/>
              </a:rPr>
              <a:t>http://spinroot.com/spin/whatispin.html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2884944"/>
            <a:ext cx="84492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במעבדות המחלקה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 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מותקנת התוכנה 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spin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שהיא מימוש אלגוריתמי בדיקת המודל עצמם, והתוכנה </a:t>
            </a:r>
            <a:r>
              <a:rPr lang="en-US" sz="2400" err="1">
                <a:latin typeface="Gisha" panose="020B0502040204020203" pitchFamily="34" charset="-79"/>
                <a:cs typeface="Gisha" panose="020B0502040204020203" pitchFamily="34" charset="-79"/>
              </a:rPr>
              <a:t>ispin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העוטפת את 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spin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בממשק גרפי המאפשר קביעת פרמטרים באופן נוח ומציג את תוצאות הריצה בדרך שקל יותר להבין.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l" rtl="0"/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l"/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הבדלים בין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ל-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nanoPromela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77</a:t>
            </a:fld>
            <a:endParaRPr lang="he-IL"/>
          </a:p>
        </p:txBody>
      </p:sp>
      <p:grpSp>
        <p:nvGrpSpPr>
          <p:cNvPr id="12" name="Group 11"/>
          <p:cNvGrpSpPr/>
          <p:nvPr/>
        </p:nvGrpSpPr>
        <p:grpSpPr>
          <a:xfrm>
            <a:off x="1866900" y="1648352"/>
            <a:ext cx="5896536" cy="2061518"/>
            <a:chOff x="2057400" y="3124200"/>
            <a:chExt cx="4191001" cy="2061518"/>
          </a:xfrm>
        </p:grpSpPr>
        <p:sp>
          <p:nvSpPr>
            <p:cNvPr id="9" name="TextBox 8"/>
            <p:cNvSpPr txBox="1"/>
            <p:nvPr/>
          </p:nvSpPr>
          <p:spPr>
            <a:xfrm>
              <a:off x="2057400" y="3124200"/>
              <a:ext cx="4191000" cy="36933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>
              <a:defPPr>
                <a:defRPr lang="he-IL"/>
              </a:defPPr>
              <a:lvl1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 b="1">
                  <a:solidFill>
                    <a:srgbClr val="002060"/>
                  </a:solidFill>
                  <a:latin typeface="Calibri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err="1">
                  <a:latin typeface="Arial Rounded MT Bold" panose="020F0704030504030204" pitchFamily="34" charset="0"/>
                </a:rPr>
                <a:t>Promela</a:t>
              </a:r>
              <a:endParaRPr lang="he-IL">
                <a:latin typeface="Arial Rounded MT Bold" panose="020F0704030504030204" pitchFamily="34" charset="0"/>
              </a:endParaRPr>
            </a:p>
          </p:txBody>
        </p:sp>
        <p:sp>
          <p:nvSpPr>
            <p:cNvPr id="7" name="Content Placeholder 4"/>
            <p:cNvSpPr txBox="1">
              <a:spLocks/>
            </p:cNvSpPr>
            <p:nvPr/>
          </p:nvSpPr>
          <p:spPr>
            <a:xfrm>
              <a:off x="2057401" y="3464141"/>
              <a:ext cx="4191000" cy="17215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/>
            <a:p>
              <a:pPr marL="1716088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400" b="1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	</a:t>
              </a: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:: </a:t>
              </a:r>
              <a:r>
                <a:rPr lang="en-US" sz="24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atomic</a:t>
              </a: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{x &gt; 1 -&gt; y:=x+y}</a:t>
              </a:r>
            </a:p>
            <a:p>
              <a:pPr marL="1716088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:: </a:t>
              </a:r>
              <a:r>
                <a:rPr lang="en-US" sz="24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atomic</a:t>
              </a: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{y &lt; x -&gt; x:=0}; y:=x</a:t>
              </a:r>
            </a:p>
            <a:p>
              <a:pPr marL="1716088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:: </a:t>
              </a:r>
              <a:r>
                <a:rPr lang="en-US" sz="24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atomic</a:t>
              </a: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{else  -&gt; </a:t>
              </a:r>
              <a:r>
                <a:rPr lang="en-US" sz="24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break</a:t>
              </a: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  <a:p>
              <a:pPr marL="1716088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/>
              </a:pPr>
              <a:r>
                <a:rPr lang="en-US" sz="2400" b="1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66900" y="4305025"/>
            <a:ext cx="5867399" cy="1721577"/>
            <a:chOff x="2046514" y="1213842"/>
            <a:chExt cx="4193177" cy="1546776"/>
          </a:xfrm>
        </p:grpSpPr>
        <p:sp>
          <p:nvSpPr>
            <p:cNvPr id="10" name="TextBox 9"/>
            <p:cNvSpPr txBox="1"/>
            <p:nvPr/>
          </p:nvSpPr>
          <p:spPr>
            <a:xfrm>
              <a:off x="2046514" y="1213842"/>
              <a:ext cx="4193177" cy="36933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>
              <a:defPPr>
                <a:defRPr lang="he-IL"/>
              </a:defPPr>
              <a:lvl1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873375" algn="l"/>
                </a:tabLst>
                <a:defRPr b="1">
                  <a:solidFill>
                    <a:srgbClr val="002060"/>
                  </a:solidFill>
                  <a:latin typeface="Calibri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err="1">
                  <a:latin typeface="Arial Rounded MT Bold" panose="020F0704030504030204" pitchFamily="34" charset="0"/>
                </a:rPr>
                <a:t>nanoPromela</a:t>
              </a:r>
              <a:endParaRPr lang="he-IL">
                <a:latin typeface="Arial Rounded MT Bold" panose="020F0704030504030204" pitchFamily="34" charset="0"/>
              </a:endParaRPr>
            </a:p>
          </p:txBody>
        </p:sp>
        <p:sp>
          <p:nvSpPr>
            <p:cNvPr id="6" name="Content Placeholder 4"/>
            <p:cNvSpPr txBox="1">
              <a:spLocks/>
            </p:cNvSpPr>
            <p:nvPr/>
          </p:nvSpPr>
          <p:spPr>
            <a:xfrm>
              <a:off x="2048691" y="1541418"/>
              <a:ext cx="4191000" cy="121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>
              <a:noAutofit/>
            </a:bodyPr>
            <a:lstStyle/>
            <a:p>
              <a:pPr marL="1716088" marR="0" lvl="0" indent="-1716088" algn="l" defTabSz="914400" rtl="0" eaLnBrk="1" fontAlgn="auto" latinLnBrk="0" hangingPunct="1">
                <a:lnSpc>
                  <a:spcPct val="100000"/>
                </a:lnSpc>
                <a:spcBef>
                  <a:spcPts val="580"/>
                </a:spcBef>
                <a:spcAft>
                  <a:spcPts val="0"/>
                </a:spcAft>
                <a:buClr>
                  <a:schemeClr val="accent1"/>
                </a:buClr>
                <a:buSzPct val="85000"/>
                <a:buFont typeface="Wingdings 2"/>
                <a:buNone/>
                <a:tabLst>
                  <a:tab pos="517525" algn="l"/>
                  <a:tab pos="989013" algn="l"/>
                  <a:tab pos="1616075" algn="l"/>
                  <a:tab pos="2112963" algn="l"/>
                  <a:tab pos="2779713" algn="l"/>
                </a:tabLst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do	</a:t>
              </a: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:: x &gt; 1</a:t>
              </a:r>
              <a:r>
                <a:rPr kumimoji="0" lang="en-US" sz="2400" b="0" i="0" u="none" strike="noStrike" kern="1200" cap="none" spc="0" normalizeH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-&gt; y :=</a:t>
              </a:r>
              <a:r>
                <a:rPr kumimoji="0" lang="he-IL" sz="24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x + y   </a:t>
              </a:r>
            </a:p>
            <a:p>
              <a:pPr marL="1716088" lvl="0" indent="-1716088" algn="l" rtl="0">
                <a:spcBef>
                  <a:spcPts val="580"/>
                </a:spcBef>
                <a:buClr>
                  <a:schemeClr val="accent1"/>
                </a:buClr>
                <a:buSzPct val="85000"/>
                <a:tabLst>
                  <a:tab pos="517525" algn="l"/>
                  <a:tab pos="989013" algn="l"/>
                  <a:tab pos="1616075" algn="l"/>
                  <a:tab pos="2112963" algn="l"/>
                  <a:tab pos="2779713" algn="l"/>
                </a:tabLst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	</a:t>
              </a: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:: y &lt; x</a:t>
              </a:r>
              <a:r>
                <a:rPr lang="en-US" sz="2400" b="1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-&gt;</a:t>
              </a: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 x :=</a:t>
              </a:r>
              <a:r>
                <a:rPr kumimoji="0" lang="he-IL" sz="24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0; </a:t>
              </a: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:=</a:t>
              </a:r>
              <a:r>
                <a:rPr lang="he-IL" sz="2400">
                  <a:solidFill>
                    <a:srgbClr val="00206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40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80"/>
                </a:spcBef>
                <a:spcAft>
                  <a:spcPts val="0"/>
                </a:spcAft>
                <a:buClr>
                  <a:schemeClr val="accent1"/>
                </a:buClr>
                <a:buSzPct val="85000"/>
                <a:buFont typeface="Wingdings 2"/>
                <a:buNone/>
                <a:tabLst>
                  <a:tab pos="517525" algn="l"/>
                  <a:tab pos="989013" algn="l"/>
                  <a:tab pos="1616075" algn="l"/>
                  <a:tab pos="2112963" algn="l"/>
                  <a:tab pos="2779713" algn="l"/>
                </a:tabLst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171653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FIRSTUSER@YFBVXUQFUVWYY57I" val="3590"/>
  <p:tag name="DEFAULTDISPLAYSOURCE" val="\documentclass{article}\pagestyle{empty}&#10;&#10;\begin{document}&#10;&#10;\end{document}&#10;"/>
  <p:tag name="EMBEDFONTS" val="1"/>
  <p:tag name="FIRSTGERAW@BMGANINFUVWYY57I" val="393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328</TotalTime>
  <Words>8552</Words>
  <Application>Microsoft Office PowerPoint</Application>
  <PresentationFormat>On-screen Show (4:3)</PresentationFormat>
  <Paragraphs>1467</Paragraphs>
  <Slides>77</Slides>
  <Notes>2</Notes>
  <HiddenSlides>10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6" baseType="lpstr">
      <vt:lpstr>Aharoni</vt:lpstr>
      <vt:lpstr>Aptos</vt:lpstr>
      <vt:lpstr>Arial</vt:lpstr>
      <vt:lpstr>Arial Rounded MT Bold</vt:lpstr>
      <vt:lpstr>Calibri</vt:lpstr>
      <vt:lpstr>Cambria Math</vt:lpstr>
      <vt:lpstr>cmmi10</vt:lpstr>
      <vt:lpstr>cmr10</vt:lpstr>
      <vt:lpstr>cmsy10</vt:lpstr>
      <vt:lpstr>cmtcsc10</vt:lpstr>
      <vt:lpstr>Consolas</vt:lpstr>
      <vt:lpstr>Franklin Gothic Book</vt:lpstr>
      <vt:lpstr>Gisha</vt:lpstr>
      <vt:lpstr>Perpetua</vt:lpstr>
      <vt:lpstr>Times</vt:lpstr>
      <vt:lpstr>Times New Roman</vt:lpstr>
      <vt:lpstr>Verdana</vt:lpstr>
      <vt:lpstr>Wingdings 2</vt:lpstr>
      <vt:lpstr>Equity</vt:lpstr>
      <vt:lpstr>(nano) PROMELA</vt:lpstr>
      <vt:lpstr>שפות המידול</vt:lpstr>
      <vt:lpstr>PowerPoint Presentation</vt:lpstr>
      <vt:lpstr>Promela</vt:lpstr>
      <vt:lpstr>Nano Promela</vt:lpstr>
      <vt:lpstr>שפת מִפְרָט עם סֶמַנְטִיקָה  מוגדרת באופן מתמטי</vt:lpstr>
      <vt:lpstr>תוכנית ב-nano Promela</vt:lpstr>
      <vt:lpstr>דוגמה: מכונת מכירת משקאות</vt:lpstr>
      <vt:lpstr>דוגמה: מכונת מכירת משקאות</vt:lpstr>
      <vt:lpstr>דוגמה: האלגוריתם של פטרסון</vt:lpstr>
      <vt:lpstr>משמעות אינטואיטיבית</vt:lpstr>
      <vt:lpstr>פקודות תנאי</vt:lpstr>
      <vt:lpstr>הדגמת הסמנטיקה של פקודות תנאי</vt:lpstr>
      <vt:lpstr>פקודות לולאה</vt:lpstr>
      <vt:lpstr>הדגמת הסמנטיקה של פקודות לולאה</vt:lpstr>
      <vt:lpstr>הבדלים בין השפות</vt:lpstr>
      <vt:lpstr>אימות אלגוריתם למניעה הדדית</vt:lpstr>
      <vt:lpstr>גילוי אוטומטי של טעות בפרוטוקול</vt:lpstr>
      <vt:lpstr>חידה: גשר צר מאוד </vt:lpstr>
      <vt:lpstr>דוגמה: גשר צר מאוד</vt:lpstr>
      <vt:lpstr>דוגמה: פרוטוקול תקשורת</vt:lpstr>
      <vt:lpstr>סמנטיקה פורמאלית</vt:lpstr>
      <vt:lpstr>נעבור להגדרות פורמאליות</vt:lpstr>
      <vt:lpstr>דוגמה: גרף תוכנית למבנה תנאי</vt:lpstr>
      <vt:lpstr>דוגמה: גרף תוכנית למבנה תנאי מקונן</vt:lpstr>
      <vt:lpstr>דוגמה: גרף תוכנית למבנה לולאה</vt:lpstr>
      <vt:lpstr>קוד מתוך תרגיל הבית</vt:lpstr>
      <vt:lpstr>באג?</vt:lpstr>
      <vt:lpstr>האלגוריתם של פטרסון</vt:lpstr>
      <vt:lpstr>מכונת המשקאות</vt:lpstr>
      <vt:lpstr>הגדרה: תחביר ל-nanoPromela</vt:lpstr>
      <vt:lpstr>עץ הפריסה</vt:lpstr>
      <vt:lpstr>עץ הפריסה</vt:lpstr>
      <vt:lpstr>עץ הפריסה</vt:lpstr>
      <vt:lpstr>עץ הפריסה</vt:lpstr>
      <vt:lpstr>עץ הפריסה</vt:lpstr>
      <vt:lpstr>עץ הפריסה</vt:lpstr>
      <vt:lpstr>עץ הפריסה</vt:lpstr>
      <vt:lpstr>עץ הפריסה</vt:lpstr>
      <vt:lpstr>עץ הפריסה</vt:lpstr>
      <vt:lpstr>עץ הפריסה</vt:lpstr>
      <vt:lpstr>עץ הפריסה</vt:lpstr>
      <vt:lpstr>הגדרה: תחביר ל-nanoPromela</vt:lpstr>
      <vt:lpstr>הגדרה: מקומות = תת הפקודות</vt:lpstr>
      <vt:lpstr>תת-פקודות של פקודות מורכבות הגדרות רקורסיביות</vt:lpstr>
      <vt:lpstr>תת-פקודות של פקודות מורכבות הגדרות רקורסיביות</vt:lpstr>
      <vt:lpstr>תת-פקודות של פקודות מורכבות הגדרות רקורסיביות</vt:lpstr>
      <vt:lpstr>תת-פקודות של פקודות מורכבות הגדרות רקורסיביות</vt:lpstr>
      <vt:lpstr>PowerPoint Presentation</vt:lpstr>
      <vt:lpstr>תת-פקודות של פקודות מורכבות הגדרות רקורסיביות</vt:lpstr>
      <vt:lpstr>תת-פקודות של פקודות מורכבות הגדרות רקורסיביות</vt:lpstr>
      <vt:lpstr>תת-פקודות של פקודות מורכבות הגדרות רקורסיביות</vt:lpstr>
      <vt:lpstr>דוגמה: חישוב sub באופן רקורסיבי</vt:lpstr>
      <vt:lpstr>סיימנו להגדיר את המקומות בתוכנית</vt:lpstr>
      <vt:lpstr>כללי הסק מגדירים את הקשתות בגרף התוכנית</vt:lpstr>
      <vt:lpstr>כללי הסק לשרשור</vt:lpstr>
      <vt:lpstr>כללי הסק לפקודות תנאי</vt:lpstr>
      <vt:lpstr>כללי הסק לפקודות תנאי</vt:lpstr>
      <vt:lpstr>כללי הסק לפקודות תנאי</vt:lpstr>
      <vt:lpstr>כללי הסק לפקודות לולאה</vt:lpstr>
      <vt:lpstr>אלגוריתם לחישוב גרף התוכנית</vt:lpstr>
      <vt:lpstr>הפקודות הבסיסיות לא משנות הרבה</vt:lpstr>
      <vt:lpstr>דוגמה</vt:lpstr>
      <vt:lpstr>דוגמה</vt:lpstr>
      <vt:lpstr>דוגמה</vt:lpstr>
      <vt:lpstr>דוגמה: מעברים לפקודות השמה</vt:lpstr>
      <vt:lpstr>דוגמה: מעבר לפקודת הרכבה</vt:lpstr>
      <vt:lpstr>דוגמה: מעברים לפקודת תנאי</vt:lpstr>
      <vt:lpstr>דוגמה: לפעמים אפשר להגיע גם לפקודה הראשונה בתוך תנאי</vt:lpstr>
      <vt:lpstr>איך נראה הקוד?</vt:lpstr>
      <vt:lpstr>איך יראה הקוד?</vt:lpstr>
      <vt:lpstr>אפשר להגדיר פקודות נוספות</vt:lpstr>
      <vt:lpstr>אפשר להגדיר פקודות נוספות</vt:lpstr>
      <vt:lpstr>דוגמאות</vt:lpstr>
      <vt:lpstr>Promela</vt:lpstr>
      <vt:lpstr>מקורות נוספים ללימוד SPIN</vt:lpstr>
      <vt:lpstr>הבדלים בין Promela ל- nanoPromela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2025-10-08T09:47:15Z</dcterms:modified>
</cp:coreProperties>
</file>