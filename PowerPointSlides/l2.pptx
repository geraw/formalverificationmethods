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308" r:id="rId3"/>
    <p:sldId id="272" r:id="rId4"/>
    <p:sldId id="304" r:id="rId5"/>
    <p:sldId id="274" r:id="rId6"/>
    <p:sldId id="324" r:id="rId7"/>
    <p:sldId id="294" r:id="rId8"/>
    <p:sldId id="275" r:id="rId9"/>
    <p:sldId id="316" r:id="rId10"/>
    <p:sldId id="305" r:id="rId11"/>
    <p:sldId id="318" r:id="rId12"/>
    <p:sldId id="319" r:id="rId13"/>
    <p:sldId id="321" r:id="rId14"/>
    <p:sldId id="322" r:id="rId15"/>
    <p:sldId id="295" r:id="rId16"/>
    <p:sldId id="306" r:id="rId17"/>
    <p:sldId id="299" r:id="rId18"/>
    <p:sldId id="300" r:id="rId19"/>
    <p:sldId id="301" r:id="rId20"/>
    <p:sldId id="320" r:id="rId21"/>
    <p:sldId id="276" r:id="rId22"/>
    <p:sldId id="325" r:id="rId23"/>
    <p:sldId id="326" r:id="rId24"/>
    <p:sldId id="327" r:id="rId25"/>
    <p:sldId id="341" r:id="rId26"/>
    <p:sldId id="342" r:id="rId27"/>
    <p:sldId id="302" r:id="rId28"/>
    <p:sldId id="307" r:id="rId29"/>
    <p:sldId id="309" r:id="rId30"/>
    <p:sldId id="279" r:id="rId31"/>
    <p:sldId id="317" r:id="rId32"/>
    <p:sldId id="277" r:id="rId33"/>
    <p:sldId id="303" r:id="rId34"/>
    <p:sldId id="310" r:id="rId35"/>
    <p:sldId id="311" r:id="rId36"/>
    <p:sldId id="312" r:id="rId37"/>
    <p:sldId id="313" r:id="rId38"/>
    <p:sldId id="314" r:id="rId39"/>
  </p:sldIdLst>
  <p:sldSz cx="9144000" cy="6858000" type="screen4x3"/>
  <p:notesSz cx="6797675" cy="9874250"/>
  <p:embeddedFontLst>
    <p:embeddedFont>
      <p:font typeface="Arial Rounded MT Bold" panose="020F0704030504030204" pitchFamily="34" charset="0"/>
      <p:regular r:id="rId42"/>
    </p:embeddedFont>
    <p:embeddedFont>
      <p:font typeface="Cambria Math" panose="02040503050406030204" pitchFamily="18" charset="0"/>
      <p:regular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Franklin Gothic Book" panose="020B0503020102020204" pitchFamily="34" charset="0"/>
      <p:regular r:id="rId48"/>
      <p:italic r:id="rId49"/>
    </p:embeddedFont>
    <p:embeddedFont>
      <p:font typeface="Gisha" panose="020B0502040204020203" pitchFamily="34" charset="-79"/>
      <p:regular r:id="rId50"/>
      <p:bold r:id="rId51"/>
    </p:embeddedFont>
    <p:embeddedFont>
      <p:font typeface="Guttman Yad-Brush" panose="02010401010101010101" pitchFamily="2" charset="-79"/>
      <p:regular r:id="rId52"/>
    </p:embeddedFont>
    <p:embeddedFont>
      <p:font typeface="Perpetua" panose="02020502060401020303" pitchFamily="18" charset="0"/>
      <p:regular r:id="rId53"/>
      <p:bold r:id="rId54"/>
      <p:italic r:id="rId55"/>
      <p:boldItalic r:id="rId56"/>
    </p:embeddedFont>
    <p:embeddedFont>
      <p:font typeface="Wingdings 2" panose="05020102010507070707" pitchFamily="18" charset="2"/>
      <p:regular r:id="rId57"/>
    </p:embeddedFont>
  </p:embeddedFontLst>
  <p:custDataLst>
    <p:tags r:id="rId58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33CC"/>
    <a:srgbClr val="D7CBCC"/>
    <a:srgbClr val="D65B30"/>
    <a:srgbClr val="E9E5DC"/>
    <a:srgbClr val="CC0000"/>
    <a:srgbClr val="336600"/>
    <a:srgbClr val="2E41FA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75686-74A0-4AB1-9314-82FC44B983DD}" v="1" dt="2025-03-24T10:10:48.212"/>
    <p1510:client id="{DABE2FD5-9809-49E7-BAD1-85A90CFA16FA}" v="89" dt="2025-03-24T09:53:49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54" Type="http://schemas.openxmlformats.org/officeDocument/2006/relationships/font" Target="fonts/font1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DABE2FD5-9809-49E7-BAD1-85A90CFA16FA}"/>
    <pc:docChg chg="undo custSel addSld delSld modSld sldOrd">
      <pc:chgData name="Gera Weiss" userId="f0aa0173-552d-4808-9782-d425e6aaf8d9" providerId="ADAL" clId="{DABE2FD5-9809-49E7-BAD1-85A90CFA16FA}" dt="2025-03-24T09:53:49.803" v="97" actId="20577"/>
      <pc:docMkLst>
        <pc:docMk/>
      </pc:docMkLst>
      <pc:sldChg chg="mod modShow">
        <pc:chgData name="Gera Weiss" userId="f0aa0173-552d-4808-9782-d425e6aaf8d9" providerId="ADAL" clId="{DABE2FD5-9809-49E7-BAD1-85A90CFA16FA}" dt="2025-03-19T09:53:29.311" v="1" actId="729"/>
        <pc:sldMkLst>
          <pc:docMk/>
          <pc:sldMk cId="1050272699" sldId="318"/>
        </pc:sldMkLst>
      </pc:sldChg>
      <pc:sldChg chg="ord">
        <pc:chgData name="Gera Weiss" userId="f0aa0173-552d-4808-9782-d425e6aaf8d9" providerId="ADAL" clId="{DABE2FD5-9809-49E7-BAD1-85A90CFA16FA}" dt="2025-03-24T09:23:28.811" v="13"/>
        <pc:sldMkLst>
          <pc:docMk/>
          <pc:sldMk cId="4181822807" sldId="326"/>
        </pc:sldMkLst>
      </pc:sldChg>
      <pc:sldChg chg="addSp delSp modSp new mod">
        <pc:chgData name="Gera Weiss" userId="f0aa0173-552d-4808-9782-d425e6aaf8d9" providerId="ADAL" clId="{DABE2FD5-9809-49E7-BAD1-85A90CFA16FA}" dt="2025-03-24T09:40:20.108" v="76" actId="13926"/>
        <pc:sldMkLst>
          <pc:docMk/>
          <pc:sldMk cId="1594287757" sldId="327"/>
        </pc:sldMkLst>
        <pc:spChg chg="mod">
          <ac:chgData name="Gera Weiss" userId="f0aa0173-552d-4808-9782-d425e6aaf8d9" providerId="ADAL" clId="{DABE2FD5-9809-49E7-BAD1-85A90CFA16FA}" dt="2025-03-24T09:40:20.108" v="76" actId="13926"/>
          <ac:spMkLst>
            <pc:docMk/>
            <pc:sldMk cId="1594287757" sldId="327"/>
            <ac:spMk id="2" creationId="{4B62D217-E30F-0720-C3F3-CAD160145EBF}"/>
          </ac:spMkLst>
        </pc:spChg>
        <pc:spChg chg="del">
          <ac:chgData name="Gera Weiss" userId="f0aa0173-552d-4808-9782-d425e6aaf8d9" providerId="ADAL" clId="{DABE2FD5-9809-49E7-BAD1-85A90CFA16FA}" dt="2025-03-24T09:32:52.936" v="15" actId="478"/>
          <ac:spMkLst>
            <pc:docMk/>
            <pc:sldMk cId="1594287757" sldId="327"/>
            <ac:spMk id="4" creationId="{42CA17DC-F725-F787-8187-62F8E225231A}"/>
          </ac:spMkLst>
        </pc:spChg>
        <pc:spChg chg="add mod">
          <ac:chgData name="Gera Weiss" userId="f0aa0173-552d-4808-9782-d425e6aaf8d9" providerId="ADAL" clId="{DABE2FD5-9809-49E7-BAD1-85A90CFA16FA}" dt="2025-03-24T09:39:30.930" v="73" actId="404"/>
          <ac:spMkLst>
            <pc:docMk/>
            <pc:sldMk cId="1594287757" sldId="327"/>
            <ac:spMk id="6" creationId="{F94F7C12-798B-41B7-D071-F0C03E85AFB5}"/>
          </ac:spMkLst>
        </pc:spChg>
        <pc:spChg chg="add mod">
          <ac:chgData name="Gera Weiss" userId="f0aa0173-552d-4808-9782-d425e6aaf8d9" providerId="ADAL" clId="{DABE2FD5-9809-49E7-BAD1-85A90CFA16FA}" dt="2025-03-24T09:39:09.893" v="71" actId="207"/>
          <ac:spMkLst>
            <pc:docMk/>
            <pc:sldMk cId="1594287757" sldId="327"/>
            <ac:spMk id="9" creationId="{F44846EB-B9DE-50DB-6397-25FB2ECEC252}"/>
          </ac:spMkLst>
        </pc:spChg>
        <pc:picChg chg="add mod">
          <ac:chgData name="Gera Weiss" userId="f0aa0173-552d-4808-9782-d425e6aaf8d9" providerId="ADAL" clId="{DABE2FD5-9809-49E7-BAD1-85A90CFA16FA}" dt="2025-03-24T09:39:36.211" v="74" actId="1076"/>
          <ac:picMkLst>
            <pc:docMk/>
            <pc:sldMk cId="1594287757" sldId="327"/>
            <ac:picMk id="7" creationId="{A877C0AD-C368-0A96-941E-0D7506DE4CE8}"/>
          </ac:picMkLst>
        </pc:picChg>
      </pc:sldChg>
      <pc:sldChg chg="modSp add del mod">
        <pc:chgData name="Gera Weiss" userId="f0aa0173-552d-4808-9782-d425e6aaf8d9" providerId="ADAL" clId="{DABE2FD5-9809-49E7-BAD1-85A90CFA16FA}" dt="2025-03-24T09:53:21.893" v="84" actId="2696"/>
        <pc:sldMkLst>
          <pc:docMk/>
          <pc:sldMk cId="1101615587" sldId="341"/>
        </pc:sldMkLst>
        <pc:spChg chg="mod">
          <ac:chgData name="Gera Weiss" userId="f0aa0173-552d-4808-9782-d425e6aaf8d9" providerId="ADAL" clId="{DABE2FD5-9809-49E7-BAD1-85A90CFA16FA}" dt="2025-03-24T09:53:00.079" v="81" actId="6549"/>
          <ac:spMkLst>
            <pc:docMk/>
            <pc:sldMk cId="1101615587" sldId="341"/>
            <ac:spMk id="2" creationId="{00000000-0000-0000-0000-000000000000}"/>
          </ac:spMkLst>
        </pc:spChg>
      </pc:sldChg>
      <pc:sldChg chg="modSp add mod">
        <pc:chgData name="Gera Weiss" userId="f0aa0173-552d-4808-9782-d425e6aaf8d9" providerId="ADAL" clId="{DABE2FD5-9809-49E7-BAD1-85A90CFA16FA}" dt="2025-03-24T09:53:49.803" v="97" actId="20577"/>
        <pc:sldMkLst>
          <pc:docMk/>
          <pc:sldMk cId="1722967615" sldId="341"/>
        </pc:sldMkLst>
        <pc:spChg chg="mod">
          <ac:chgData name="Gera Weiss" userId="f0aa0173-552d-4808-9782-d425e6aaf8d9" providerId="ADAL" clId="{DABE2FD5-9809-49E7-BAD1-85A90CFA16FA}" dt="2025-03-24T09:53:49.803" v="97" actId="20577"/>
          <ac:spMkLst>
            <pc:docMk/>
            <pc:sldMk cId="1722967615" sldId="341"/>
            <ac:spMk id="2" creationId="{00000000-0000-0000-0000-000000000000}"/>
          </ac:spMkLst>
        </pc:spChg>
      </pc:sldChg>
      <pc:sldChg chg="modSp add del mod">
        <pc:chgData name="Gera Weiss" userId="f0aa0173-552d-4808-9782-d425e6aaf8d9" providerId="ADAL" clId="{DABE2FD5-9809-49E7-BAD1-85A90CFA16FA}" dt="2025-03-24T09:53:21.893" v="84" actId="2696"/>
        <pc:sldMkLst>
          <pc:docMk/>
          <pc:sldMk cId="1847288032" sldId="342"/>
        </pc:sldMkLst>
        <pc:spChg chg="mod">
          <ac:chgData name="Gera Weiss" userId="f0aa0173-552d-4808-9782-d425e6aaf8d9" providerId="ADAL" clId="{DABE2FD5-9809-49E7-BAD1-85A90CFA16FA}" dt="2025-03-24T09:53:06.495" v="83" actId="6549"/>
          <ac:spMkLst>
            <pc:docMk/>
            <pc:sldMk cId="1847288032" sldId="342"/>
            <ac:spMk id="2" creationId="{00000000-0000-0000-0000-000000000000}"/>
          </ac:spMkLst>
        </pc:spChg>
      </pc:sldChg>
      <pc:sldChg chg="modSp add mod">
        <pc:chgData name="Gera Weiss" userId="f0aa0173-552d-4808-9782-d425e6aaf8d9" providerId="ADAL" clId="{DABE2FD5-9809-49E7-BAD1-85A90CFA16FA}" dt="2025-03-24T09:53:41.595" v="91" actId="20577"/>
        <pc:sldMkLst>
          <pc:docMk/>
          <pc:sldMk cId="1959762644" sldId="342"/>
        </pc:sldMkLst>
        <pc:spChg chg="mod">
          <ac:chgData name="Gera Weiss" userId="f0aa0173-552d-4808-9782-d425e6aaf8d9" providerId="ADAL" clId="{DABE2FD5-9809-49E7-BAD1-85A90CFA16FA}" dt="2025-03-24T09:53:41.595" v="91" actId="20577"/>
          <ac:spMkLst>
            <pc:docMk/>
            <pc:sldMk cId="1959762644" sldId="342"/>
            <ac:spMk id="2" creationId="{00000000-0000-0000-0000-000000000000}"/>
          </ac:spMkLst>
        </pc:spChg>
      </pc:sldChg>
    </pc:docChg>
  </pc:docChgLst>
  <pc:docChgLst>
    <pc:chgData name="גרא וייס" userId="f0aa0173-552d-4808-9782-d425e6aaf8d9" providerId="ADAL" clId="{B0248B7D-9E96-40AF-9B16-FC6E4690DFE7}"/>
    <pc:docChg chg="modSld">
      <pc:chgData name="גרא וייס" userId="f0aa0173-552d-4808-9782-d425e6aaf8d9" providerId="ADAL" clId="{B0248B7D-9E96-40AF-9B16-FC6E4690DFE7}" dt="2022-12-10T15:52:48.151" v="0" actId="113"/>
      <pc:docMkLst>
        <pc:docMk/>
      </pc:docMkLst>
      <pc:sldChg chg="modSp">
        <pc:chgData name="גרא וייס" userId="f0aa0173-552d-4808-9782-d425e6aaf8d9" providerId="ADAL" clId="{B0248B7D-9E96-40AF-9B16-FC6E4690DFE7}" dt="2022-12-10T15:52:48.151" v="0" actId="113"/>
        <pc:sldMkLst>
          <pc:docMk/>
          <pc:sldMk cId="0" sldId="256"/>
        </pc:sldMkLst>
      </pc:sldChg>
    </pc:docChg>
  </pc:docChgLst>
  <pc:docChgLst>
    <pc:chgData name="Gera Weiss" userId="f0aa0173-552d-4808-9782-d425e6aaf8d9" providerId="ADAL" clId="{18B75686-74A0-4AB1-9314-82FC44B983DD}"/>
    <pc:docChg chg="modShowInfo">
      <pc:chgData name="Gera Weiss" userId="f0aa0173-552d-4808-9782-d425e6aaf8d9" providerId="ADAL" clId="{18B75686-74A0-4AB1-9314-82FC44B983DD}" dt="2025-03-24T10:10:48.212" v="0" actId="2744"/>
      <pc:docMkLst>
        <pc:docMk/>
      </pc:docMkLst>
    </pc:docChg>
  </pc:docChgLst>
  <pc:docChgLst>
    <pc:chgData name="גרא וייס" userId="f0aa0173-552d-4808-9782-d425e6aaf8d9" providerId="ADAL" clId="{29943498-7493-4FDE-9B69-867BA7D6DCBB}"/>
    <pc:docChg chg="undo custSel addSld modSld sldOrd">
      <pc:chgData name="גרא וייס" userId="f0aa0173-552d-4808-9782-d425e6aaf8d9" providerId="ADAL" clId="{29943498-7493-4FDE-9B69-867BA7D6DCBB}" dt="2022-10-23T17:53:54.516" v="1217" actId="20577"/>
      <pc:docMkLst>
        <pc:docMk/>
      </pc:docMkLst>
      <pc:sldChg chg="modSp">
        <pc:chgData name="גרא וייס" userId="f0aa0173-552d-4808-9782-d425e6aaf8d9" providerId="ADAL" clId="{29943498-7493-4FDE-9B69-867BA7D6DCBB}" dt="2022-10-23T16:16:21.861" v="29" actId="207"/>
        <pc:sldMkLst>
          <pc:docMk/>
          <pc:sldMk cId="0" sldId="272"/>
        </pc:sldMkLst>
      </pc:sldChg>
      <pc:sldChg chg="modSp">
        <pc:chgData name="גרא וייס" userId="f0aa0173-552d-4808-9782-d425e6aaf8d9" providerId="ADAL" clId="{29943498-7493-4FDE-9B69-867BA7D6DCBB}" dt="2022-10-23T16:20:25.913" v="48" actId="1036"/>
        <pc:sldMkLst>
          <pc:docMk/>
          <pc:sldMk cId="0" sldId="274"/>
        </pc:sldMkLst>
      </pc:sldChg>
      <pc:sldChg chg="modSp">
        <pc:chgData name="גרא וייס" userId="f0aa0173-552d-4808-9782-d425e6aaf8d9" providerId="ADAL" clId="{29943498-7493-4FDE-9B69-867BA7D6DCBB}" dt="2022-10-23T16:21:41.051" v="58" actId="207"/>
        <pc:sldMkLst>
          <pc:docMk/>
          <pc:sldMk cId="0" sldId="275"/>
        </pc:sldMkLst>
      </pc:sldChg>
      <pc:sldChg chg="modTransition">
        <pc:chgData name="גרא וייס" userId="f0aa0173-552d-4808-9782-d425e6aaf8d9" providerId="ADAL" clId="{29943498-7493-4FDE-9B69-867BA7D6DCBB}" dt="2022-10-23T17:38:31.890" v="1080"/>
        <pc:sldMkLst>
          <pc:docMk/>
          <pc:sldMk cId="0" sldId="276"/>
        </pc:sldMkLst>
      </pc:sldChg>
      <pc:sldChg chg="ord">
        <pc:chgData name="גרא וייס" userId="f0aa0173-552d-4808-9782-d425e6aaf8d9" providerId="ADAL" clId="{29943498-7493-4FDE-9B69-867BA7D6DCBB}" dt="2022-10-23T17:40:03.516" v="1081"/>
        <pc:sldMkLst>
          <pc:docMk/>
          <pc:sldMk cId="1047422182" sldId="301"/>
        </pc:sldMkLst>
      </pc:sldChg>
      <pc:sldChg chg="modSp">
        <pc:chgData name="גרא וייס" userId="f0aa0173-552d-4808-9782-d425e6aaf8d9" providerId="ADAL" clId="{29943498-7493-4FDE-9B69-867BA7D6DCBB}" dt="2022-10-23T16:16:39.421" v="30" actId="6549"/>
        <pc:sldMkLst>
          <pc:docMk/>
          <pc:sldMk cId="1794932768" sldId="304"/>
        </pc:sldMkLst>
      </pc:sldChg>
      <pc:sldChg chg="modSp">
        <pc:chgData name="גרא וייס" userId="f0aa0173-552d-4808-9782-d425e6aaf8d9" providerId="ADAL" clId="{29943498-7493-4FDE-9B69-867BA7D6DCBB}" dt="2022-10-23T17:53:54.516" v="1217" actId="20577"/>
        <pc:sldMkLst>
          <pc:docMk/>
          <pc:sldMk cId="3805989283" sldId="307"/>
        </pc:sldMkLst>
      </pc:sldChg>
      <pc:sldChg chg="addSp delSp modSp delAnim">
        <pc:chgData name="גרא וייס" userId="f0aa0173-552d-4808-9782-d425e6aaf8d9" providerId="ADAL" clId="{29943498-7493-4FDE-9B69-867BA7D6DCBB}" dt="2022-10-23T16:18:01.360" v="35" actId="1076"/>
        <pc:sldMkLst>
          <pc:docMk/>
          <pc:sldMk cId="4258003942" sldId="308"/>
        </pc:sldMkLst>
      </pc:sldChg>
      <pc:sldChg chg="modSp">
        <pc:chgData name="גרא וייס" userId="f0aa0173-552d-4808-9782-d425e6aaf8d9" providerId="ADAL" clId="{29943498-7493-4FDE-9B69-867BA7D6DCBB}" dt="2022-10-23T16:49:42.437" v="134" actId="2711"/>
        <pc:sldMkLst>
          <pc:docMk/>
          <pc:sldMk cId="1394821851" sldId="312"/>
        </pc:sldMkLst>
      </pc:sldChg>
      <pc:sldChg chg="modSp">
        <pc:chgData name="גרא וייס" userId="f0aa0173-552d-4808-9782-d425e6aaf8d9" providerId="ADAL" clId="{29943498-7493-4FDE-9B69-867BA7D6DCBB}" dt="2022-10-23T16:22:01.996" v="59" actId="207"/>
        <pc:sldMkLst>
          <pc:docMk/>
          <pc:sldMk cId="1264876870" sldId="316"/>
        </pc:sldMkLst>
      </pc:sldChg>
      <pc:sldChg chg="addSp delSp modSp add ord modAnim">
        <pc:chgData name="גרא וייס" userId="f0aa0173-552d-4808-9782-d425e6aaf8d9" providerId="ADAL" clId="{29943498-7493-4FDE-9B69-867BA7D6DCBB}" dt="2022-10-23T17:28:26.576" v="978" actId="1076"/>
        <pc:sldMkLst>
          <pc:docMk/>
          <pc:sldMk cId="1050272699" sldId="318"/>
        </pc:sldMkLst>
      </pc:sldChg>
      <pc:sldChg chg="addSp delSp modSp add addAnim delAnim modAnim">
        <pc:chgData name="גרא וייס" userId="f0aa0173-552d-4808-9782-d425e6aaf8d9" providerId="ADAL" clId="{29943498-7493-4FDE-9B69-867BA7D6DCBB}" dt="2022-10-23T17:35:42.638" v="1079" actId="1076"/>
        <pc:sldMkLst>
          <pc:docMk/>
          <pc:sldMk cId="1557948861" sldId="319"/>
        </pc:sldMkLst>
      </pc:sldChg>
      <pc:sldChg chg="addSp delSp modSp add delAnim modAnim">
        <pc:chgData name="גרא וייס" userId="f0aa0173-552d-4808-9782-d425e6aaf8d9" providerId="ADAL" clId="{29943498-7493-4FDE-9B69-867BA7D6DCBB}" dt="2022-10-23T17:52:31.579" v="1172"/>
        <pc:sldMkLst>
          <pc:docMk/>
          <pc:sldMk cId="3360433492" sldId="320"/>
        </pc:sldMkLst>
      </pc:sldChg>
    </pc:docChg>
  </pc:docChgLst>
  <pc:docChgLst>
    <pc:chgData name="Gera Weiss" userId="f0aa0173-552d-4808-9782-d425e6aaf8d9" providerId="ADAL" clId="{52DE7286-CA6A-4F30-8479-8967B8C383EB}"/>
    <pc:docChg chg="undo custSel addSld delSld modSld">
      <pc:chgData name="Gera Weiss" userId="f0aa0173-552d-4808-9782-d425e6aaf8d9" providerId="ADAL" clId="{52DE7286-CA6A-4F30-8479-8967B8C383EB}" dt="2025-03-23T20:10:36.675" v="447" actId="108"/>
      <pc:docMkLst>
        <pc:docMk/>
      </pc:docMkLst>
      <pc:sldChg chg="modSp mod">
        <pc:chgData name="Gera Weiss" userId="f0aa0173-552d-4808-9782-d425e6aaf8d9" providerId="ADAL" clId="{52DE7286-CA6A-4F30-8479-8967B8C383EB}" dt="2025-03-23T19:42:59.103" v="287" actId="20577"/>
        <pc:sldMkLst>
          <pc:docMk/>
          <pc:sldMk cId="0" sldId="256"/>
        </pc:sldMkLst>
        <pc:spChg chg="mod">
          <ac:chgData name="Gera Weiss" userId="f0aa0173-552d-4808-9782-d425e6aaf8d9" providerId="ADAL" clId="{52DE7286-CA6A-4F30-8479-8967B8C383EB}" dt="2025-03-23T19:42:59.103" v="287" actId="20577"/>
          <ac:spMkLst>
            <pc:docMk/>
            <pc:sldMk cId="0" sldId="256"/>
            <ac:spMk id="6" creationId="{3CC903A2-E562-DEBF-763F-ECF259501E30}"/>
          </ac:spMkLst>
        </pc:spChg>
      </pc:sldChg>
      <pc:sldChg chg="modSp mod modShow">
        <pc:chgData name="Gera Weiss" userId="f0aa0173-552d-4808-9782-d425e6aaf8d9" providerId="ADAL" clId="{52DE7286-CA6A-4F30-8479-8967B8C383EB}" dt="2025-03-23T19:43:10.329" v="288" actId="729"/>
        <pc:sldMkLst>
          <pc:docMk/>
          <pc:sldMk cId="0" sldId="272"/>
        </pc:sldMkLst>
        <pc:spChg chg="mod">
          <ac:chgData name="Gera Weiss" userId="f0aa0173-552d-4808-9782-d425e6aaf8d9" providerId="ADAL" clId="{52DE7286-CA6A-4F30-8479-8967B8C383EB}" dt="2025-03-19T08:14:26.560" v="43" actId="207"/>
          <ac:spMkLst>
            <pc:docMk/>
            <pc:sldMk cId="0" sldId="272"/>
            <ac:spMk id="5" creationId="{00000000-0000-0000-0000-000000000000}"/>
          </ac:spMkLst>
        </pc:spChg>
        <pc:spChg chg="mod">
          <ac:chgData name="Gera Weiss" userId="f0aa0173-552d-4808-9782-d425e6aaf8d9" providerId="ADAL" clId="{52DE7286-CA6A-4F30-8479-8967B8C383EB}" dt="2025-03-19T08:14:26.560" v="43" actId="207"/>
          <ac:spMkLst>
            <pc:docMk/>
            <pc:sldMk cId="0" sldId="272"/>
            <ac:spMk id="28" creationId="{00000000-0000-0000-0000-000000000000}"/>
          </ac:spMkLst>
        </pc:spChg>
      </pc:sldChg>
      <pc:sldChg chg="addSp delSp modSp mod delAnim modAnim">
        <pc:chgData name="Gera Weiss" userId="f0aa0173-552d-4808-9782-d425e6aaf8d9" providerId="ADAL" clId="{52DE7286-CA6A-4F30-8479-8967B8C383EB}" dt="2025-03-19T08:19:22.132" v="61"/>
        <pc:sldMkLst>
          <pc:docMk/>
          <pc:sldMk cId="0" sldId="274"/>
        </pc:sldMkLst>
        <pc:spChg chg="mod">
          <ac:chgData name="Gera Weiss" userId="f0aa0173-552d-4808-9782-d425e6aaf8d9" providerId="ADAL" clId="{52DE7286-CA6A-4F30-8479-8967B8C383EB}" dt="2025-03-19T08:15:53.207" v="46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Gera Weiss" userId="f0aa0173-552d-4808-9782-d425e6aaf8d9" providerId="ADAL" clId="{52DE7286-CA6A-4F30-8479-8967B8C383EB}" dt="2025-03-19T08:15:26.195" v="44" actId="207"/>
          <ac:spMkLst>
            <pc:docMk/>
            <pc:sldMk cId="0" sldId="274"/>
            <ac:spMk id="10" creationId="{00000000-0000-0000-0000-000000000000}"/>
          </ac:spMkLst>
        </pc:spChg>
        <pc:spChg chg="mod topLvl">
          <ac:chgData name="Gera Weiss" userId="f0aa0173-552d-4808-9782-d425e6aaf8d9" providerId="ADAL" clId="{52DE7286-CA6A-4F30-8479-8967B8C383EB}" dt="2025-03-19T08:18:57.958" v="58" actId="164"/>
          <ac:spMkLst>
            <pc:docMk/>
            <pc:sldMk cId="0" sldId="274"/>
            <ac:spMk id="22" creationId="{00000000-0000-0000-0000-000000000000}"/>
          </ac:spMkLst>
        </pc:spChg>
        <pc:spChg chg="mod">
          <ac:chgData name="Gera Weiss" userId="f0aa0173-552d-4808-9782-d425e6aaf8d9" providerId="ADAL" clId="{52DE7286-CA6A-4F30-8479-8967B8C383EB}" dt="2025-03-19T08:16:08.503" v="47" actId="207"/>
          <ac:spMkLst>
            <pc:docMk/>
            <pc:sldMk cId="0" sldId="274"/>
            <ac:spMk id="36" creationId="{00000000-0000-0000-0000-000000000000}"/>
          </ac:spMkLst>
        </pc:spChg>
        <pc:grpChg chg="add mod">
          <ac:chgData name="Gera Weiss" userId="f0aa0173-552d-4808-9782-d425e6aaf8d9" providerId="ADAL" clId="{52DE7286-CA6A-4F30-8479-8967B8C383EB}" dt="2025-03-19T08:18:57.958" v="58" actId="164"/>
          <ac:grpSpMkLst>
            <pc:docMk/>
            <pc:sldMk cId="0" sldId="274"/>
            <ac:grpSpMk id="6" creationId="{4BFFB087-FFC5-578F-429C-B2149DE8237F}"/>
          </ac:grpSpMkLst>
        </pc:grpChg>
        <pc:cxnChg chg="add mod">
          <ac:chgData name="Gera Weiss" userId="f0aa0173-552d-4808-9782-d425e6aaf8d9" providerId="ADAL" clId="{52DE7286-CA6A-4F30-8479-8967B8C383EB}" dt="2025-03-19T08:18:57.958" v="58" actId="164"/>
          <ac:cxnSpMkLst>
            <pc:docMk/>
            <pc:sldMk cId="0" sldId="274"/>
            <ac:cxnSpMk id="5" creationId="{A00A77E7-3854-5E37-88F0-416C8EC89084}"/>
          </ac:cxnSpMkLst>
        </pc:cxnChg>
      </pc:sldChg>
      <pc:sldChg chg="mod modShow">
        <pc:chgData name="Gera Weiss" userId="f0aa0173-552d-4808-9782-d425e6aaf8d9" providerId="ADAL" clId="{52DE7286-CA6A-4F30-8479-8967B8C383EB}" dt="2025-03-23T19:43:42.242" v="291" actId="729"/>
        <pc:sldMkLst>
          <pc:docMk/>
          <pc:sldMk cId="0" sldId="275"/>
        </pc:sldMkLst>
      </pc:sldChg>
      <pc:sldChg chg="mod modShow">
        <pc:chgData name="Gera Weiss" userId="f0aa0173-552d-4808-9782-d425e6aaf8d9" providerId="ADAL" clId="{52DE7286-CA6A-4F30-8479-8967B8C383EB}" dt="2025-03-23T19:43:38.210" v="290" actId="729"/>
        <pc:sldMkLst>
          <pc:docMk/>
          <pc:sldMk cId="0" sldId="294"/>
        </pc:sldMkLst>
      </pc:sldChg>
      <pc:sldChg chg="mod modShow">
        <pc:chgData name="Gera Weiss" userId="f0aa0173-552d-4808-9782-d425e6aaf8d9" providerId="ADAL" clId="{52DE7286-CA6A-4F30-8479-8967B8C383EB}" dt="2025-03-23T19:47:53.441" v="294" actId="729"/>
        <pc:sldMkLst>
          <pc:docMk/>
          <pc:sldMk cId="0" sldId="295"/>
        </pc:sldMkLst>
      </pc:sldChg>
      <pc:sldChg chg="mod modShow">
        <pc:chgData name="Gera Weiss" userId="f0aa0173-552d-4808-9782-d425e6aaf8d9" providerId="ADAL" clId="{52DE7286-CA6A-4F30-8479-8967B8C383EB}" dt="2025-03-23T19:43:10.329" v="288" actId="729"/>
        <pc:sldMkLst>
          <pc:docMk/>
          <pc:sldMk cId="1794932768" sldId="304"/>
        </pc:sldMkLst>
      </pc:sldChg>
      <pc:sldChg chg="mod modShow">
        <pc:chgData name="Gera Weiss" userId="f0aa0173-552d-4808-9782-d425e6aaf8d9" providerId="ADAL" clId="{52DE7286-CA6A-4F30-8479-8967B8C383EB}" dt="2025-03-23T19:43:56.322" v="293" actId="729"/>
        <pc:sldMkLst>
          <pc:docMk/>
          <pc:sldMk cId="663748166" sldId="305"/>
        </pc:sldMkLst>
      </pc:sldChg>
      <pc:sldChg chg="mod modShow">
        <pc:chgData name="Gera Weiss" userId="f0aa0173-552d-4808-9782-d425e6aaf8d9" providerId="ADAL" clId="{52DE7286-CA6A-4F30-8479-8967B8C383EB}" dt="2025-03-23T19:47:53.441" v="294" actId="729"/>
        <pc:sldMkLst>
          <pc:docMk/>
          <pc:sldMk cId="1879561825" sldId="306"/>
        </pc:sldMkLst>
      </pc:sldChg>
      <pc:sldChg chg="addSp modSp mod modShow">
        <pc:chgData name="Gera Weiss" userId="f0aa0173-552d-4808-9782-d425e6aaf8d9" providerId="ADAL" clId="{52DE7286-CA6A-4F30-8479-8967B8C383EB}" dt="2025-03-23T19:43:10.329" v="288" actId="729"/>
        <pc:sldMkLst>
          <pc:docMk/>
          <pc:sldMk cId="4258003942" sldId="308"/>
        </pc:sldMkLst>
        <pc:spChg chg="add mod">
          <ac:chgData name="Gera Weiss" userId="f0aa0173-552d-4808-9782-d425e6aaf8d9" providerId="ADAL" clId="{52DE7286-CA6A-4F30-8479-8967B8C383EB}" dt="2025-03-19T08:13:55.472" v="41" actId="1076"/>
          <ac:spMkLst>
            <pc:docMk/>
            <pc:sldMk cId="4258003942" sldId="308"/>
            <ac:spMk id="4" creationId="{7B9385E4-E370-DAA2-DC74-B5C25B553788}"/>
          </ac:spMkLst>
        </pc:spChg>
        <pc:picChg chg="mod modCrop">
          <ac:chgData name="Gera Weiss" userId="f0aa0173-552d-4808-9782-d425e6aaf8d9" providerId="ADAL" clId="{52DE7286-CA6A-4F30-8479-8967B8C383EB}" dt="2025-03-19T08:13:51.863" v="40" actId="1076"/>
          <ac:picMkLst>
            <pc:docMk/>
            <pc:sldMk cId="4258003942" sldId="308"/>
            <ac:picMk id="9" creationId="{C258C288-102C-45C4-9368-379C60F13D9F}"/>
          </ac:picMkLst>
        </pc:picChg>
      </pc:sldChg>
      <pc:sldChg chg="mod modShow">
        <pc:chgData name="Gera Weiss" userId="f0aa0173-552d-4808-9782-d425e6aaf8d9" providerId="ADAL" clId="{52DE7286-CA6A-4F30-8479-8967B8C383EB}" dt="2025-03-23T19:43:48.315" v="292" actId="729"/>
        <pc:sldMkLst>
          <pc:docMk/>
          <pc:sldMk cId="1264876870" sldId="316"/>
        </pc:sldMkLst>
      </pc:sldChg>
      <pc:sldChg chg="addSp delSp modSp new del mod">
        <pc:chgData name="Gera Weiss" userId="f0aa0173-552d-4808-9782-d425e6aaf8d9" providerId="ADAL" clId="{52DE7286-CA6A-4F30-8479-8967B8C383EB}" dt="2025-03-19T08:48:00.584" v="260" actId="47"/>
        <pc:sldMkLst>
          <pc:docMk/>
          <pc:sldMk cId="3759871923" sldId="323"/>
        </pc:sldMkLst>
      </pc:sldChg>
      <pc:sldChg chg="addSp delSp modSp add mod modShow">
        <pc:chgData name="Gera Weiss" userId="f0aa0173-552d-4808-9782-d425e6aaf8d9" providerId="ADAL" clId="{52DE7286-CA6A-4F30-8479-8967B8C383EB}" dt="2025-03-23T19:43:34.396" v="289" actId="729"/>
        <pc:sldMkLst>
          <pc:docMk/>
          <pc:sldMk cId="483504804" sldId="324"/>
        </pc:sldMkLst>
        <pc:spChg chg="mod">
          <ac:chgData name="Gera Weiss" userId="f0aa0173-552d-4808-9782-d425e6aaf8d9" providerId="ADAL" clId="{52DE7286-CA6A-4F30-8479-8967B8C383EB}" dt="2025-03-19T08:48:17.833" v="266" actId="20577"/>
          <ac:spMkLst>
            <pc:docMk/>
            <pc:sldMk cId="483504804" sldId="324"/>
            <ac:spMk id="2" creationId="{15089B6C-A0EC-D71B-C6F5-7FAADB82E9BF}"/>
          </ac:spMkLst>
        </pc:spChg>
        <pc:picChg chg="mod">
          <ac:chgData name="Gera Weiss" userId="f0aa0173-552d-4808-9782-d425e6aaf8d9" providerId="ADAL" clId="{52DE7286-CA6A-4F30-8479-8967B8C383EB}" dt="2025-03-19T08:50:06.067" v="270" actId="14100"/>
          <ac:picMkLst>
            <pc:docMk/>
            <pc:sldMk cId="483504804" sldId="324"/>
            <ac:picMk id="7" creationId="{5F8C0FDB-BEF1-210D-328B-29BFA732A27B}"/>
          </ac:picMkLst>
        </pc:picChg>
        <pc:picChg chg="add mod">
          <ac:chgData name="Gera Weiss" userId="f0aa0173-552d-4808-9782-d425e6aaf8d9" providerId="ADAL" clId="{52DE7286-CA6A-4F30-8479-8967B8C383EB}" dt="2025-03-19T08:44:57.977" v="239" actId="207"/>
          <ac:picMkLst>
            <pc:docMk/>
            <pc:sldMk cId="483504804" sldId="324"/>
            <ac:picMk id="8" creationId="{06BC23C3-C06E-C799-6F70-71F77AC07CB5}"/>
          </ac:picMkLst>
        </pc:picChg>
        <pc:picChg chg="add mod">
          <ac:chgData name="Gera Weiss" userId="f0aa0173-552d-4808-9782-d425e6aaf8d9" providerId="ADAL" clId="{52DE7286-CA6A-4F30-8479-8967B8C383EB}" dt="2025-03-19T08:47:32.888" v="259" actId="1076"/>
          <ac:picMkLst>
            <pc:docMk/>
            <pc:sldMk cId="483504804" sldId="324"/>
            <ac:picMk id="12" creationId="{DDA7123A-A63C-FB6B-AB8A-53107533296D}"/>
          </ac:picMkLst>
        </pc:picChg>
        <pc:picChg chg="add mod">
          <ac:chgData name="Gera Weiss" userId="f0aa0173-552d-4808-9782-d425e6aaf8d9" providerId="ADAL" clId="{52DE7286-CA6A-4F30-8479-8967B8C383EB}" dt="2025-03-19T08:50:43.983" v="281" actId="14100"/>
          <ac:picMkLst>
            <pc:docMk/>
            <pc:sldMk cId="483504804" sldId="324"/>
            <ac:picMk id="2050" creationId="{412A1526-5101-BBA6-06B8-88CA76A0C980}"/>
          </ac:picMkLst>
        </pc:picChg>
      </pc:sldChg>
      <pc:sldChg chg="addSp delSp modSp new mod">
        <pc:chgData name="Gera Weiss" userId="f0aa0173-552d-4808-9782-d425e6aaf8d9" providerId="ADAL" clId="{52DE7286-CA6A-4F30-8479-8967B8C383EB}" dt="2025-03-23T19:55:02.016" v="359" actId="1076"/>
        <pc:sldMkLst>
          <pc:docMk/>
          <pc:sldMk cId="2578740514" sldId="325"/>
        </pc:sldMkLst>
        <pc:spChg chg="mod">
          <ac:chgData name="Gera Weiss" userId="f0aa0173-552d-4808-9782-d425e6aaf8d9" providerId="ADAL" clId="{52DE7286-CA6A-4F30-8479-8967B8C383EB}" dt="2025-03-23T19:50:47.152" v="315" actId="2711"/>
          <ac:spMkLst>
            <pc:docMk/>
            <pc:sldMk cId="2578740514" sldId="325"/>
            <ac:spMk id="2" creationId="{7E8ED0C6-195A-FD68-F621-2C05AC57CD5C}"/>
          </ac:spMkLst>
        </pc:spChg>
        <pc:spChg chg="del">
          <ac:chgData name="Gera Weiss" userId="f0aa0173-552d-4808-9782-d425e6aaf8d9" providerId="ADAL" clId="{52DE7286-CA6A-4F30-8479-8967B8C383EB}" dt="2025-03-23T19:50:51.536" v="316" actId="478"/>
          <ac:spMkLst>
            <pc:docMk/>
            <pc:sldMk cId="2578740514" sldId="325"/>
            <ac:spMk id="4" creationId="{112765F0-74EB-AA7E-2739-6753F0D7B1EB}"/>
          </ac:spMkLst>
        </pc:spChg>
        <pc:spChg chg="add">
          <ac:chgData name="Gera Weiss" userId="f0aa0173-552d-4808-9782-d425e6aaf8d9" providerId="ADAL" clId="{52DE7286-CA6A-4F30-8479-8967B8C383EB}" dt="2025-03-23T19:50:51.997" v="317"/>
          <ac:spMkLst>
            <pc:docMk/>
            <pc:sldMk cId="2578740514" sldId="325"/>
            <ac:spMk id="5" creationId="{BADC0464-D157-F90F-5335-C7276839DE79}"/>
          </ac:spMkLst>
        </pc:spChg>
        <pc:spChg chg="add del mod">
          <ac:chgData name="Gera Weiss" userId="f0aa0173-552d-4808-9782-d425e6aaf8d9" providerId="ADAL" clId="{52DE7286-CA6A-4F30-8479-8967B8C383EB}" dt="2025-03-23T19:52:27.809" v="341" actId="478"/>
          <ac:spMkLst>
            <pc:docMk/>
            <pc:sldMk cId="2578740514" sldId="325"/>
            <ac:spMk id="6" creationId="{2B8025B7-51B9-C4C3-BC5D-084F6B4AA078}"/>
          </ac:spMkLst>
        </pc:spChg>
        <pc:spChg chg="add">
          <ac:chgData name="Gera Weiss" userId="f0aa0173-552d-4808-9782-d425e6aaf8d9" providerId="ADAL" clId="{52DE7286-CA6A-4F30-8479-8967B8C383EB}" dt="2025-03-23T19:50:56.083" v="319"/>
          <ac:spMkLst>
            <pc:docMk/>
            <pc:sldMk cId="2578740514" sldId="325"/>
            <ac:spMk id="7" creationId="{CC58A04C-E6A9-3DCB-7097-71F99B17E310}"/>
          </ac:spMkLst>
        </pc:spChg>
        <pc:spChg chg="add del mod">
          <ac:chgData name="Gera Weiss" userId="f0aa0173-552d-4808-9782-d425e6aaf8d9" providerId="ADAL" clId="{52DE7286-CA6A-4F30-8479-8967B8C383EB}" dt="2025-03-23T19:52:23.289" v="339" actId="478"/>
          <ac:spMkLst>
            <pc:docMk/>
            <pc:sldMk cId="2578740514" sldId="325"/>
            <ac:spMk id="8" creationId="{C9E88B40-0C78-0057-4C94-5E79985894CE}"/>
          </ac:spMkLst>
        </pc:spChg>
        <pc:spChg chg="add mod">
          <ac:chgData name="Gera Weiss" userId="f0aa0173-552d-4808-9782-d425e6aaf8d9" providerId="ADAL" clId="{52DE7286-CA6A-4F30-8479-8967B8C383EB}" dt="2025-03-23T19:51:23.092" v="324"/>
          <ac:spMkLst>
            <pc:docMk/>
            <pc:sldMk cId="2578740514" sldId="325"/>
            <ac:spMk id="9" creationId="{69C7C36E-6A7F-5476-D4B6-27FD9C43BDCA}"/>
          </ac:spMkLst>
        </pc:spChg>
        <pc:picChg chg="add mod">
          <ac:chgData name="Gera Weiss" userId="f0aa0173-552d-4808-9782-d425e6aaf8d9" providerId="ADAL" clId="{52DE7286-CA6A-4F30-8479-8967B8C383EB}" dt="2025-03-23T19:55:01.095" v="358" actId="1076"/>
          <ac:picMkLst>
            <pc:docMk/>
            <pc:sldMk cId="2578740514" sldId="325"/>
            <ac:picMk id="11" creationId="{2ADB57E9-4CFB-6D00-2F90-43DD2C1C7C53}"/>
          </ac:picMkLst>
        </pc:picChg>
        <pc:picChg chg="add mod">
          <ac:chgData name="Gera Weiss" userId="f0aa0173-552d-4808-9782-d425e6aaf8d9" providerId="ADAL" clId="{52DE7286-CA6A-4F30-8479-8967B8C383EB}" dt="2025-03-23T19:55:02.016" v="359" actId="1076"/>
          <ac:picMkLst>
            <pc:docMk/>
            <pc:sldMk cId="2578740514" sldId="325"/>
            <ac:picMk id="13" creationId="{A2EDB14B-1A85-E599-D9C2-058B6974F17D}"/>
          </ac:picMkLst>
        </pc:picChg>
        <pc:picChg chg="add mod">
          <ac:chgData name="Gera Weiss" userId="f0aa0173-552d-4808-9782-d425e6aaf8d9" providerId="ADAL" clId="{52DE7286-CA6A-4F30-8479-8967B8C383EB}" dt="2025-03-23T19:54:53.350" v="355" actId="1076"/>
          <ac:picMkLst>
            <pc:docMk/>
            <pc:sldMk cId="2578740514" sldId="325"/>
            <ac:picMk id="1030" creationId="{34FF4778-EA9E-4F5D-4978-3CC44584A89C}"/>
          </ac:picMkLst>
        </pc:picChg>
      </pc:sldChg>
      <pc:sldChg chg="addSp delSp modSp new mod">
        <pc:chgData name="Gera Weiss" userId="f0aa0173-552d-4808-9782-d425e6aaf8d9" providerId="ADAL" clId="{52DE7286-CA6A-4F30-8479-8967B8C383EB}" dt="2025-03-23T20:10:36.675" v="447" actId="108"/>
        <pc:sldMkLst>
          <pc:docMk/>
          <pc:sldMk cId="4181822807" sldId="326"/>
        </pc:sldMkLst>
        <pc:spChg chg="mod">
          <ac:chgData name="Gera Weiss" userId="f0aa0173-552d-4808-9782-d425e6aaf8d9" providerId="ADAL" clId="{52DE7286-CA6A-4F30-8479-8967B8C383EB}" dt="2025-03-23T19:56:09.828" v="378" actId="2711"/>
          <ac:spMkLst>
            <pc:docMk/>
            <pc:sldMk cId="4181822807" sldId="326"/>
            <ac:spMk id="2" creationId="{798F1381-EA9F-8D5B-DE4D-691DDDD2836A}"/>
          </ac:spMkLst>
        </pc:spChg>
        <pc:spChg chg="del">
          <ac:chgData name="Gera Weiss" userId="f0aa0173-552d-4808-9782-d425e6aaf8d9" providerId="ADAL" clId="{52DE7286-CA6A-4F30-8479-8967B8C383EB}" dt="2025-03-23T19:59:28.390" v="379" actId="22"/>
          <ac:spMkLst>
            <pc:docMk/>
            <pc:sldMk cId="4181822807" sldId="326"/>
            <ac:spMk id="4" creationId="{D8DA8147-42AA-DD1A-12C7-B4C8E081A933}"/>
          </ac:spMkLst>
        </pc:spChg>
        <pc:spChg chg="add del mod">
          <ac:chgData name="Gera Weiss" userId="f0aa0173-552d-4808-9782-d425e6aaf8d9" providerId="ADAL" clId="{52DE7286-CA6A-4F30-8479-8967B8C383EB}" dt="2025-03-23T20:02:58.291" v="405" actId="478"/>
          <ac:spMkLst>
            <pc:docMk/>
            <pc:sldMk cId="4181822807" sldId="326"/>
            <ac:spMk id="8" creationId="{AED8B8C0-6E74-028F-2DC8-0AF307D6473A}"/>
          </ac:spMkLst>
        </pc:spChg>
        <pc:spChg chg="add del">
          <ac:chgData name="Gera Weiss" userId="f0aa0173-552d-4808-9782-d425e6aaf8d9" providerId="ADAL" clId="{52DE7286-CA6A-4F30-8479-8967B8C383EB}" dt="2025-03-23T20:01:15.332" v="384" actId="22"/>
          <ac:spMkLst>
            <pc:docMk/>
            <pc:sldMk cId="4181822807" sldId="326"/>
            <ac:spMk id="10" creationId="{1CC4A168-AE40-0200-D47C-279DFA863729}"/>
          </ac:spMkLst>
        </pc:spChg>
        <pc:spChg chg="add del">
          <ac:chgData name="Gera Weiss" userId="f0aa0173-552d-4808-9782-d425e6aaf8d9" providerId="ADAL" clId="{52DE7286-CA6A-4F30-8479-8967B8C383EB}" dt="2025-03-23T20:02:47.502" v="403" actId="22"/>
          <ac:spMkLst>
            <pc:docMk/>
            <pc:sldMk cId="4181822807" sldId="326"/>
            <ac:spMk id="12" creationId="{46998D85-BACB-E0D5-19F8-F7EAEA1E688F}"/>
          </ac:spMkLst>
        </pc:spChg>
        <pc:spChg chg="add del">
          <ac:chgData name="Gera Weiss" userId="f0aa0173-552d-4808-9782-d425e6aaf8d9" providerId="ADAL" clId="{52DE7286-CA6A-4F30-8479-8967B8C383EB}" dt="2025-03-23T20:03:42.952" v="406" actId="478"/>
          <ac:spMkLst>
            <pc:docMk/>
            <pc:sldMk cId="4181822807" sldId="326"/>
            <ac:spMk id="14" creationId="{71D5DD82-AB2E-20C9-9BBB-F9508AFD8FDD}"/>
          </ac:spMkLst>
        </pc:spChg>
        <pc:spChg chg="add del mod">
          <ac:chgData name="Gera Weiss" userId="f0aa0173-552d-4808-9782-d425e6aaf8d9" providerId="ADAL" clId="{52DE7286-CA6A-4F30-8479-8967B8C383EB}" dt="2025-03-23T20:03:51.441" v="410" actId="478"/>
          <ac:spMkLst>
            <pc:docMk/>
            <pc:sldMk cId="4181822807" sldId="326"/>
            <ac:spMk id="16" creationId="{E6C638DF-F3D2-185F-3D07-336A77DEDE0B}"/>
          </ac:spMkLst>
        </pc:spChg>
        <pc:spChg chg="add del">
          <ac:chgData name="Gera Weiss" userId="f0aa0173-552d-4808-9782-d425e6aaf8d9" providerId="ADAL" clId="{52DE7286-CA6A-4F30-8479-8967B8C383EB}" dt="2025-03-23T20:04:26.084" v="412" actId="478"/>
          <ac:spMkLst>
            <pc:docMk/>
            <pc:sldMk cId="4181822807" sldId="326"/>
            <ac:spMk id="18" creationId="{E0DA6FBE-B174-1D46-FB85-3256DBA39CDB}"/>
          </ac:spMkLst>
        </pc:spChg>
        <pc:spChg chg="add del">
          <ac:chgData name="Gera Weiss" userId="f0aa0173-552d-4808-9782-d425e6aaf8d9" providerId="ADAL" clId="{52DE7286-CA6A-4F30-8479-8967B8C383EB}" dt="2025-03-23T20:04:28.008" v="414" actId="22"/>
          <ac:spMkLst>
            <pc:docMk/>
            <pc:sldMk cId="4181822807" sldId="326"/>
            <ac:spMk id="20" creationId="{8BBBF685-2784-B1A2-CB6B-69192B3E4897}"/>
          </ac:spMkLst>
        </pc:spChg>
        <pc:spChg chg="add del mod">
          <ac:chgData name="Gera Weiss" userId="f0aa0173-552d-4808-9782-d425e6aaf8d9" providerId="ADAL" clId="{52DE7286-CA6A-4F30-8479-8967B8C383EB}" dt="2025-03-23T20:06:30.277" v="424" actId="478"/>
          <ac:spMkLst>
            <pc:docMk/>
            <pc:sldMk cId="4181822807" sldId="326"/>
            <ac:spMk id="21" creationId="{71FBACCC-EDBC-D7E7-69B1-D2AB695FD367}"/>
          </ac:spMkLst>
        </pc:spChg>
        <pc:picChg chg="add del mod ord">
          <ac:chgData name="Gera Weiss" userId="f0aa0173-552d-4808-9782-d425e6aaf8d9" providerId="ADAL" clId="{52DE7286-CA6A-4F30-8479-8967B8C383EB}" dt="2025-03-23T20:01:07.268" v="382" actId="478"/>
          <ac:picMkLst>
            <pc:docMk/>
            <pc:sldMk cId="4181822807" sldId="326"/>
            <ac:picMk id="6" creationId="{4C80C4B1-6B80-DCF0-2D3A-954F764ED3BF}"/>
          </ac:picMkLst>
        </pc:picChg>
        <pc:picChg chg="add del mod">
          <ac:chgData name="Gera Weiss" userId="f0aa0173-552d-4808-9782-d425e6aaf8d9" providerId="ADAL" clId="{52DE7286-CA6A-4F30-8479-8967B8C383EB}" dt="2025-03-23T20:08:35.081" v="432" actId="478"/>
          <ac:picMkLst>
            <pc:docMk/>
            <pc:sldMk cId="4181822807" sldId="326"/>
            <ac:picMk id="23" creationId="{6D541393-F5DC-3629-9BA8-16678DE9C647}"/>
          </ac:picMkLst>
        </pc:picChg>
        <pc:picChg chg="add mod">
          <ac:chgData name="Gera Weiss" userId="f0aa0173-552d-4808-9782-d425e6aaf8d9" providerId="ADAL" clId="{52DE7286-CA6A-4F30-8479-8967B8C383EB}" dt="2025-03-23T20:09:15.502" v="440" actId="1076"/>
          <ac:picMkLst>
            <pc:docMk/>
            <pc:sldMk cId="4181822807" sldId="326"/>
            <ac:picMk id="25" creationId="{C5F52BC0-A416-7763-704F-F6D3FFB4B232}"/>
          </ac:picMkLst>
        </pc:picChg>
        <pc:picChg chg="add mod">
          <ac:chgData name="Gera Weiss" userId="f0aa0173-552d-4808-9782-d425e6aaf8d9" providerId="ADAL" clId="{52DE7286-CA6A-4F30-8479-8967B8C383EB}" dt="2025-03-23T20:10:36.675" v="447" actId="108"/>
          <ac:picMkLst>
            <pc:docMk/>
            <pc:sldMk cId="4181822807" sldId="326"/>
            <ac:picMk id="2050" creationId="{DC843E3C-83AC-21B6-CB86-01A76C17A6F5}"/>
          </ac:picMkLst>
        </pc:picChg>
      </pc:sldChg>
    </pc:docChg>
  </pc:docChgLst>
  <pc:docChgLst>
    <pc:chgData name="Gera Weiss" userId="f0aa0173-552d-4808-9782-d425e6aaf8d9" providerId="ADAL" clId="{D1E28CE9-BB09-45D7-8C93-137FCCC06FE8}"/>
    <pc:docChg chg="undo custSel addSld modSld sldOrd modMainMaster">
      <pc:chgData name="Gera Weiss" userId="f0aa0173-552d-4808-9782-d425e6aaf8d9" providerId="ADAL" clId="{D1E28CE9-BB09-45D7-8C93-137FCCC06FE8}" dt="2024-05-11T20:12:22.479" v="422" actId="478"/>
      <pc:docMkLst>
        <pc:docMk/>
      </pc:docMkLst>
      <pc:sldChg chg="addSp delSp modSp 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56"/>
        </pc:sldMkLst>
      </pc:sldChg>
      <pc:sldChg chg="modSp 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2"/>
        </pc:sldMkLst>
      </pc:sldChg>
      <pc:sldChg chg="modSp 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4"/>
        </pc:sldMkLst>
      </pc:sldChg>
      <pc:sldChg chg="modSp mod or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5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6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7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79"/>
        </pc:sldMkLst>
      </pc:sldChg>
      <pc:sldChg chg="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94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0" sldId="295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3206728525" sldId="299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29125439" sldId="300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047422182" sldId="301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786527139" sldId="302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105127839" sldId="303"/>
        </pc:sldMkLst>
      </pc:sldChg>
      <pc:sldChg chg="modSp 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794932768" sldId="304"/>
        </pc:sldMkLst>
      </pc:sldChg>
      <pc:sldChg chg="addSp delSp modSp 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663748166" sldId="305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879561825" sldId="306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3805989283" sldId="307"/>
        </pc:sldMkLst>
      </pc:sldChg>
      <pc:sldChg chg="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4258003942" sldId="308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2532527852" sldId="309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3825730645" sldId="310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808106242" sldId="311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394821851" sldId="312"/>
        </pc:sldMkLst>
      </pc:sldChg>
      <pc:sldChg chg="delSp modSp mod modShow">
        <pc:chgData name="Gera Weiss" userId="f0aa0173-552d-4808-9782-d425e6aaf8d9" providerId="ADAL" clId="{D1E28CE9-BB09-45D7-8C93-137FCCC06FE8}" dt="2024-05-11T20:12:22.479" v="422" actId="478"/>
        <pc:sldMkLst>
          <pc:docMk/>
          <pc:sldMk cId="1750153053" sldId="313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867353217" sldId="314"/>
        </pc:sldMkLst>
      </pc:sldChg>
      <pc:sldChg chg="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264876870" sldId="316"/>
        </pc:sldMkLst>
      </pc:sldChg>
      <pc:sldChg chg="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777060427" sldId="317"/>
        </pc:sldMkLst>
      </pc:sldChg>
      <pc:sldChg chg="addSp delSp mod modTransition addAnim delAnim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050272699" sldId="318"/>
        </pc:sldMkLst>
      </pc:sldChg>
      <pc:sldChg chg="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557948861" sldId="319"/>
        </pc:sldMkLst>
      </pc:sldChg>
      <pc:sldChg chg="modSp mod modShow">
        <pc:chgData name="Gera Weiss" userId="f0aa0173-552d-4808-9782-d425e6aaf8d9" providerId="ADAL" clId="{D1E28CE9-BB09-45D7-8C93-137FCCC06FE8}" dt="2024-05-11T20:11:29.955" v="419" actId="729"/>
        <pc:sldMkLst>
          <pc:docMk/>
          <pc:sldMk cId="3360433492" sldId="320"/>
        </pc:sldMkLst>
      </pc:sldChg>
      <pc:sldChg chg="addSp delSp modSp add mod modTransition modAnim modShow">
        <pc:chgData name="Gera Weiss" userId="f0aa0173-552d-4808-9782-d425e6aaf8d9" providerId="ADAL" clId="{D1E28CE9-BB09-45D7-8C93-137FCCC06FE8}" dt="2024-05-11T20:11:29.955" v="419" actId="729"/>
        <pc:sldMkLst>
          <pc:docMk/>
          <pc:sldMk cId="1248115373" sldId="321"/>
        </pc:sldMkLst>
      </pc:sldChg>
      <pc:sldChg chg="addSp delSp modSp add mod modTransition modShow">
        <pc:chgData name="Gera Weiss" userId="f0aa0173-552d-4808-9782-d425e6aaf8d9" providerId="ADAL" clId="{D1E28CE9-BB09-45D7-8C93-137FCCC06FE8}" dt="2024-05-11T20:11:29.955" v="419" actId="729"/>
        <pc:sldMkLst>
          <pc:docMk/>
          <pc:sldMk cId="526119191" sldId="322"/>
        </pc:sldMkLst>
      </pc:sldChg>
      <pc:sldMasterChg chg="modSldLayout">
        <pc:chgData name="Gera Weiss" userId="f0aa0173-552d-4808-9782-d425e6aaf8d9" providerId="ADAL" clId="{D1E28CE9-BB09-45D7-8C93-137FCCC06FE8}" dt="2024-05-01T19:30:08.850" v="1"/>
        <pc:sldMasterMkLst>
          <pc:docMk/>
          <pc:sldMasterMk cId="0" sldId="2147483660"/>
        </pc:sldMasterMkLst>
        <pc:sldLayoutChg chg="addSp delSp modSp mod">
          <pc:chgData name="Gera Weiss" userId="f0aa0173-552d-4808-9782-d425e6aaf8d9" providerId="ADAL" clId="{D1E28CE9-BB09-45D7-8C93-137FCCC06FE8}" dt="2024-05-01T19:30:08.850" v="1"/>
          <pc:sldLayoutMkLst>
            <pc:docMk/>
            <pc:sldMasterMk cId="0" sldId="2147483660"/>
            <pc:sldLayoutMk cId="0" sldId="2147483662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7F118-241D-4458-8896-DA3927211A2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2BC2C9EB-4BC5-4E30-9497-BB9D5F2B62C0}">
      <dgm:prSet phldrT="[Text]" custT="1"/>
      <dgm:spPr/>
      <dgm:t>
        <a:bodyPr/>
        <a:lstStyle/>
        <a:p>
          <a:pPr rtl="1"/>
          <a:r>
            <a:rPr lang="he-IL" sz="25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שפות לתיאור מערכות (תגובתיות)</a:t>
          </a:r>
        </a:p>
      </dgm:t>
    </dgm:pt>
    <dgm:pt modelId="{384F6623-03AE-4D8B-9A73-526EA18C0C8D}" type="parTrans" cxnId="{FF3E9BBF-0BAD-4300-8A05-EDE5F6DD4A69}">
      <dgm:prSet/>
      <dgm:spPr/>
      <dgm:t>
        <a:bodyPr/>
        <a:lstStyle/>
        <a:p>
          <a:pPr rtl="1"/>
          <a:endParaRPr lang="he-IL"/>
        </a:p>
      </dgm:t>
    </dgm:pt>
    <dgm:pt modelId="{B90D2472-5B4E-45B5-85DE-999C7ECF5723}" type="sibTrans" cxnId="{FF3E9BBF-0BAD-4300-8A05-EDE5F6DD4A69}">
      <dgm:prSet/>
      <dgm:spPr/>
      <dgm:t>
        <a:bodyPr/>
        <a:lstStyle/>
        <a:p>
          <a:pPr rtl="1"/>
          <a:endParaRPr lang="he-IL"/>
        </a:p>
      </dgm:t>
    </dgm:pt>
    <dgm:pt modelId="{620B5CF1-E92E-4723-BACA-77028A1E7887}">
      <dgm:prSet phldrT="[Text]" custT="1"/>
      <dgm:spPr/>
      <dgm:t>
        <a:bodyPr/>
        <a:lstStyle/>
        <a:p>
          <a:pPr rtl="1"/>
          <a:r>
            <a:rPr lang="he-IL" sz="25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שפות לתיאור דרישות</a:t>
          </a:r>
        </a:p>
        <a:p>
          <a:pPr rtl="1"/>
          <a:r>
            <a:rPr lang="he-IL" sz="25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(תכונות של מערכות)</a:t>
          </a:r>
        </a:p>
      </dgm:t>
    </dgm:pt>
    <dgm:pt modelId="{36B2D775-8BC3-44AC-B00D-7DFDA80FA398}" type="parTrans" cxnId="{577D8ED0-EAA1-472E-90F4-B3D4F391F966}">
      <dgm:prSet/>
      <dgm:spPr/>
      <dgm:t>
        <a:bodyPr/>
        <a:lstStyle/>
        <a:p>
          <a:pPr rtl="1"/>
          <a:endParaRPr lang="he-IL"/>
        </a:p>
      </dgm:t>
    </dgm:pt>
    <dgm:pt modelId="{571C7DE7-2D1A-4D7A-A365-B21A1A72F2BC}" type="sibTrans" cxnId="{577D8ED0-EAA1-472E-90F4-B3D4F391F966}">
      <dgm:prSet/>
      <dgm:spPr/>
      <dgm:t>
        <a:bodyPr/>
        <a:lstStyle/>
        <a:p>
          <a:pPr rtl="1"/>
          <a:endParaRPr lang="he-IL"/>
        </a:p>
      </dgm:t>
    </dgm:pt>
    <dgm:pt modelId="{064B36FE-7BCA-42E5-9DF6-CF18FE4A778D}">
      <dgm:prSet phldrT="[Text]" custT="1"/>
      <dgm:spPr/>
      <dgm:t>
        <a:bodyPr/>
        <a:lstStyle/>
        <a:p>
          <a:pPr rtl="1"/>
          <a:r>
            <a:rPr lang="he-IL" sz="25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אלגוריתמים לאימות </a:t>
          </a:r>
        </a:p>
      </dgm:t>
    </dgm:pt>
    <dgm:pt modelId="{900DE529-D1DA-42D2-A180-9C1AA59AEF51}" type="parTrans" cxnId="{2CC4C879-8C55-434D-8A0E-5074EC4B0BEE}">
      <dgm:prSet/>
      <dgm:spPr/>
      <dgm:t>
        <a:bodyPr/>
        <a:lstStyle/>
        <a:p>
          <a:pPr rtl="1"/>
          <a:endParaRPr lang="he-IL"/>
        </a:p>
      </dgm:t>
    </dgm:pt>
    <dgm:pt modelId="{FCFD0B8C-43D8-4C04-8948-632A59FF75A5}" type="sibTrans" cxnId="{2CC4C879-8C55-434D-8A0E-5074EC4B0BEE}">
      <dgm:prSet/>
      <dgm:spPr/>
      <dgm:t>
        <a:bodyPr/>
        <a:lstStyle/>
        <a:p>
          <a:pPr rtl="1"/>
          <a:endParaRPr lang="he-IL"/>
        </a:p>
      </dgm:t>
    </dgm:pt>
    <dgm:pt modelId="{262DB10C-121B-49ED-84D2-12D2ED86265D}" type="pres">
      <dgm:prSet presAssocID="{D837F118-241D-4458-8896-DA3927211A27}" presName="compositeShape" presStyleCnt="0">
        <dgm:presLayoutVars>
          <dgm:chMax val="7"/>
          <dgm:dir/>
          <dgm:resizeHandles val="exact"/>
        </dgm:presLayoutVars>
      </dgm:prSet>
      <dgm:spPr/>
    </dgm:pt>
    <dgm:pt modelId="{DF8EDDF1-F383-484B-B1A0-81AD84BC10CD}" type="pres">
      <dgm:prSet presAssocID="{2BC2C9EB-4BC5-4E30-9497-BB9D5F2B62C0}" presName="circ1" presStyleLbl="vennNode1" presStyleIdx="0" presStyleCnt="3"/>
      <dgm:spPr/>
    </dgm:pt>
    <dgm:pt modelId="{8DC263D7-1D48-4047-A518-7599A1FEE1A7}" type="pres">
      <dgm:prSet presAssocID="{2BC2C9EB-4BC5-4E30-9497-BB9D5F2B62C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1E5D9FE-9170-449F-BC23-CF047EA3283D}" type="pres">
      <dgm:prSet presAssocID="{620B5CF1-E92E-4723-BACA-77028A1E7887}" presName="circ2" presStyleLbl="vennNode1" presStyleIdx="1" presStyleCnt="3"/>
      <dgm:spPr/>
    </dgm:pt>
    <dgm:pt modelId="{BDDC7799-B6B8-45B2-9E53-93BE3F71A04E}" type="pres">
      <dgm:prSet presAssocID="{620B5CF1-E92E-4723-BACA-77028A1E788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E62CFB0-1389-4D0C-B462-BC4A133FDB3D}" type="pres">
      <dgm:prSet presAssocID="{064B36FE-7BCA-42E5-9DF6-CF18FE4A778D}" presName="circ3" presStyleLbl="vennNode1" presStyleIdx="2" presStyleCnt="3"/>
      <dgm:spPr/>
    </dgm:pt>
    <dgm:pt modelId="{D05EBC10-EC34-418D-AF3E-0D9C5CA75627}" type="pres">
      <dgm:prSet presAssocID="{064B36FE-7BCA-42E5-9DF6-CF18FE4A778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D591925-6002-4435-A983-B52C5AC3A890}" type="presOf" srcId="{064B36FE-7BCA-42E5-9DF6-CF18FE4A778D}" destId="{6E62CFB0-1389-4D0C-B462-BC4A133FDB3D}" srcOrd="0" destOrd="0" presId="urn:microsoft.com/office/officeart/2005/8/layout/venn1"/>
    <dgm:cxn modelId="{5C51F938-FD3C-4EF1-A69F-FEDAEF83F830}" type="presOf" srcId="{2BC2C9EB-4BC5-4E30-9497-BB9D5F2B62C0}" destId="{DF8EDDF1-F383-484B-B1A0-81AD84BC10CD}" srcOrd="0" destOrd="0" presId="urn:microsoft.com/office/officeart/2005/8/layout/venn1"/>
    <dgm:cxn modelId="{8555CB3A-4FEE-40C0-A514-457DC26812B4}" type="presOf" srcId="{2BC2C9EB-4BC5-4E30-9497-BB9D5F2B62C0}" destId="{8DC263D7-1D48-4047-A518-7599A1FEE1A7}" srcOrd="1" destOrd="0" presId="urn:microsoft.com/office/officeart/2005/8/layout/venn1"/>
    <dgm:cxn modelId="{98607766-4B61-495F-B331-71083B88052A}" type="presOf" srcId="{620B5CF1-E92E-4723-BACA-77028A1E7887}" destId="{91E5D9FE-9170-449F-BC23-CF047EA3283D}" srcOrd="0" destOrd="0" presId="urn:microsoft.com/office/officeart/2005/8/layout/venn1"/>
    <dgm:cxn modelId="{BADC8270-86B4-411A-9842-B91154B15946}" type="presOf" srcId="{064B36FE-7BCA-42E5-9DF6-CF18FE4A778D}" destId="{D05EBC10-EC34-418D-AF3E-0D9C5CA75627}" srcOrd="1" destOrd="0" presId="urn:microsoft.com/office/officeart/2005/8/layout/venn1"/>
    <dgm:cxn modelId="{2CC4C879-8C55-434D-8A0E-5074EC4B0BEE}" srcId="{D837F118-241D-4458-8896-DA3927211A27}" destId="{064B36FE-7BCA-42E5-9DF6-CF18FE4A778D}" srcOrd="2" destOrd="0" parTransId="{900DE529-D1DA-42D2-A180-9C1AA59AEF51}" sibTransId="{FCFD0B8C-43D8-4C04-8948-632A59FF75A5}"/>
    <dgm:cxn modelId="{54AE168A-EAB4-49F0-8764-33373F3B16EC}" type="presOf" srcId="{620B5CF1-E92E-4723-BACA-77028A1E7887}" destId="{BDDC7799-B6B8-45B2-9E53-93BE3F71A04E}" srcOrd="1" destOrd="0" presId="urn:microsoft.com/office/officeart/2005/8/layout/venn1"/>
    <dgm:cxn modelId="{D681F498-8488-4752-9C3C-DD1DC0C14FA4}" type="presOf" srcId="{D837F118-241D-4458-8896-DA3927211A27}" destId="{262DB10C-121B-49ED-84D2-12D2ED86265D}" srcOrd="0" destOrd="0" presId="urn:microsoft.com/office/officeart/2005/8/layout/venn1"/>
    <dgm:cxn modelId="{FF3E9BBF-0BAD-4300-8A05-EDE5F6DD4A69}" srcId="{D837F118-241D-4458-8896-DA3927211A27}" destId="{2BC2C9EB-4BC5-4E30-9497-BB9D5F2B62C0}" srcOrd="0" destOrd="0" parTransId="{384F6623-03AE-4D8B-9A73-526EA18C0C8D}" sibTransId="{B90D2472-5B4E-45B5-85DE-999C7ECF5723}"/>
    <dgm:cxn modelId="{577D8ED0-EAA1-472E-90F4-B3D4F391F966}" srcId="{D837F118-241D-4458-8896-DA3927211A27}" destId="{620B5CF1-E92E-4723-BACA-77028A1E7887}" srcOrd="1" destOrd="0" parTransId="{36B2D775-8BC3-44AC-B00D-7DFDA80FA398}" sibTransId="{571C7DE7-2D1A-4D7A-A365-B21A1A72F2BC}"/>
    <dgm:cxn modelId="{BDF00036-3139-4A92-81FB-FAA32EDE4EE7}" type="presParOf" srcId="{262DB10C-121B-49ED-84D2-12D2ED86265D}" destId="{DF8EDDF1-F383-484B-B1A0-81AD84BC10CD}" srcOrd="0" destOrd="0" presId="urn:microsoft.com/office/officeart/2005/8/layout/venn1"/>
    <dgm:cxn modelId="{E836E601-41B1-4CE5-BDCB-F050C78ABF9D}" type="presParOf" srcId="{262DB10C-121B-49ED-84D2-12D2ED86265D}" destId="{8DC263D7-1D48-4047-A518-7599A1FEE1A7}" srcOrd="1" destOrd="0" presId="urn:microsoft.com/office/officeart/2005/8/layout/venn1"/>
    <dgm:cxn modelId="{1D527448-A883-4739-AFDD-4D90266A59A0}" type="presParOf" srcId="{262DB10C-121B-49ED-84D2-12D2ED86265D}" destId="{91E5D9FE-9170-449F-BC23-CF047EA3283D}" srcOrd="2" destOrd="0" presId="urn:microsoft.com/office/officeart/2005/8/layout/venn1"/>
    <dgm:cxn modelId="{0EE53043-DA02-4CC3-BFED-EA02AA2A145C}" type="presParOf" srcId="{262DB10C-121B-49ED-84D2-12D2ED86265D}" destId="{BDDC7799-B6B8-45B2-9E53-93BE3F71A04E}" srcOrd="3" destOrd="0" presId="urn:microsoft.com/office/officeart/2005/8/layout/venn1"/>
    <dgm:cxn modelId="{8BBF6C94-6436-46A8-9309-A21FCA231EC3}" type="presParOf" srcId="{262DB10C-121B-49ED-84D2-12D2ED86265D}" destId="{6E62CFB0-1389-4D0C-B462-BC4A133FDB3D}" srcOrd="4" destOrd="0" presId="urn:microsoft.com/office/officeart/2005/8/layout/venn1"/>
    <dgm:cxn modelId="{627016F8-0E31-431A-A2B2-56363F19A35F}" type="presParOf" srcId="{262DB10C-121B-49ED-84D2-12D2ED86265D}" destId="{D05EBC10-EC34-418D-AF3E-0D9C5CA75627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EDDF1-F383-484B-B1A0-81AD84BC10CD}">
      <dsp:nvSpPr>
        <dsp:cNvPr id="0" name=""/>
        <dsp:cNvSpPr/>
      </dsp:nvSpPr>
      <dsp:spPr>
        <a:xfrm>
          <a:off x="2895599" y="61912"/>
          <a:ext cx="2971800" cy="29718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שפות לתיאור מערכות (תגובתיות)</a:t>
          </a:r>
        </a:p>
      </dsp:txBody>
      <dsp:txXfrm>
        <a:off x="3291840" y="581977"/>
        <a:ext cx="2179320" cy="1337310"/>
      </dsp:txXfrm>
    </dsp:sp>
    <dsp:sp modelId="{91E5D9FE-9170-449F-BC23-CF047EA3283D}">
      <dsp:nvSpPr>
        <dsp:cNvPr id="0" name=""/>
        <dsp:cNvSpPr/>
      </dsp:nvSpPr>
      <dsp:spPr>
        <a:xfrm>
          <a:off x="3967924" y="1919287"/>
          <a:ext cx="2971800" cy="29718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שפות לתיאור דרישות</a:t>
          </a:r>
        </a:p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(תכונות של מערכות)</a:t>
          </a:r>
        </a:p>
      </dsp:txBody>
      <dsp:txXfrm>
        <a:off x="4876800" y="2687002"/>
        <a:ext cx="1783080" cy="1634490"/>
      </dsp:txXfrm>
    </dsp:sp>
    <dsp:sp modelId="{6E62CFB0-1389-4D0C-B462-BC4A133FDB3D}">
      <dsp:nvSpPr>
        <dsp:cNvPr id="0" name=""/>
        <dsp:cNvSpPr/>
      </dsp:nvSpPr>
      <dsp:spPr>
        <a:xfrm>
          <a:off x="1823275" y="1919287"/>
          <a:ext cx="2971800" cy="29718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אלגוריתמים לאימות </a:t>
          </a:r>
        </a:p>
      </dsp:txBody>
      <dsp:txXfrm>
        <a:off x="2103119" y="2687002"/>
        <a:ext cx="1783080" cy="1634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52875-8585-4B7F-A1CF-DBB5BE4E8D66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A2941-15FA-47A3-9648-ABF97B8223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04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0DDF0-F0C2-4778-8E9A-5F1ED9205177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757A4-4E90-4B42-9996-A4B779999E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fld id="{39CC19FB-E0B0-4340-A266-4354DE927783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C34EE804-370A-4573-BCF0-BCB89BAB68AF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6CF4F19C-EFE0-04A9-8F67-7D6D31932D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917" y="15240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9FFC3-A1F9-43F7-BAC2-18A7DA1311CC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CFB3-86D3-4E99-9351-D23D9955CDF5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5C-D401-42A6-8514-54AFA4363815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C25B-9231-4272-AA73-1A85CFBC631F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E0DC-21C4-4284-9619-2435B741C73C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50A9D-1DA0-40C1-B987-2DF8E92284F7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C6D-3B6C-4A07-9025-C537BF568B21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43B3F-87C9-467A-A682-DC655797F248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4FC2-120A-4ED8-A9DC-A676BAD3DB03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01A4FF-BCFD-4676-834C-A776EDDED246}" type="datetime8">
              <a:rPr lang="he-IL" smtClean="0"/>
              <a:pPr/>
              <a:t>26 מרץ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1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r" rtl="1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r" rtl="1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rtl="1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r" rtl="1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r" rtl="1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r" rtl="1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r" rtl="1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tradingeveryday.com/free-price-action-strategies/start-here-d253dfd068acf078ca32a9681eb9edfb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jpe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dotor.net/?engine=dot#digraph%20example%7B%0A%0Anode%5B%20shape%3Drect%20height%3D0.3%20width%3D0.5%20fixedsize%3Dtrue%20%5D%3B%0A%0A000%20-%3E%20001%20%5Blabel%3DT1%5D%20%0A000%20-%3E%20010%20%5Blabel%3DT2%5D%0A000%20-%3E%20100%20%5Blabel%3DT3%5D%20%20%0A%0A001%20-%3E%20002%20%5Blabel%3DT1%5D%0A001%20-%3E%20011%20%5Blabel%3DT2%5D%0A001%20-%3E%20101%20%5Blabel%3DT3%5D%0A%0A010%20-%3E%20011%20%5Blabel%3DT1%5D%0A010%20-%3E%20020%20%5Blabel%3DT2%5D%0A010%20-%3E%20110%20%5Blabel%3DT3%5D%0A%0A100%20-%3E%20101%20%5Blabel%3DT1%5D%0A100%20-%3E%20110%20%5Blabel%3DT2%5D%0A100%20-%3E%20120%20%5Blabel%3DT3%5D%0A%0A002%20-%3E%20012%20%5Blabel%3DT2%5D%0A002%20-%3E%20102%20%5Blabel%3DT3%5D%0A%0A011%20-%3E%20012%20%5Blabel%3DT1%5D%0A011%20-%3E%20021%20%5Blabel%3DT2%5D%0A011%20-%3E%20111%20%5Blabel%3DT3%5D%0A%0A101%20-%3E%20102%20%5Blabel%3DT1%5D%0A101%20-%3E%20111%20%5Blabel%3DT2%5D%0A101%20-%3E%20201%20%5Blabel%3DT3%5D%0A%0A011%20-%3E%20012%20%5Blabel%3DT1%5D%0A011%20-%3E%20021%20%5Blabel%3DT2%5D%0A011%20-%3E%20111%20%5Blabel%3DT3%5D%0A%0A020%20-%3E%20021%20%5Blabel%3DT1%5D%0A020%20-%3E%20120%20%5Blabel%3DT3%5D%0A%0A110%20-%3E%20111%20%5Blabel%3DT1%5D%0A110%20-%3E%20120%20%5Blabel%3DT2%5D%0A110%20-%3E%20210%20%5Blabel%3DT3%5D%0A%0A120%20-%3E%20121%20%5Blabel%3DT1%5D%0A120%20-%3E%20220%20%5Blabel%3DT3%5D%0A%0A210%20-%3E%20211%20%5Blabel%3DT1%5D%0A210%20-%3E%20220%20%5Blabel%3DT2%5D%0A%0A201%20-%3E%20202%20%5Blabel%3DT1%5D%0A201%20-%3E%20211%20%5Blabel%3DT2%5D%0A%0A%0A%0A%0A%0A%0A%7D" TargetMode="Externa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hyperlink" Target="https://edotor.net/?engine=dot#digraph%20example%7B%0A%0Anode%5B%20shape%3Drect%20height%3D0.3%20width%3D0.5%20fixedsize%3Dtrue%20%5D%3B%0A%0A000%20-%3E%20001%20%5Blabel%3DT1%5D%20%0A000%20-%3E%20010%20%5Blabel%3DT2%5D%0A000%20-%3E%20100%20%5Blabel%3DT3%5D%20%20%0A%0A001%20-%3E%20002%20%5Blabel%3DT1%5D%0A001%20-%3E%20011%20%5Blabel%3DT2%5D%0A001%20-%3E%20101%20%5Blabel%3DT3%5D%0A%0A010%20-%3E%20011%20%5Blabel%3DT1%5D%0A010%20-%3E%20020%20%5Blabel%3DT2%5D%0A010%20-%3E%20110%20%5Blabel%3DT3%5D%0A%0A100%20-%3E%20101%20%5Blabel%3DT1%5D%0A100%20-%3E%20110%20%5Blabel%3DT2%5D%0A100%20-%3E%20120%20%5Blabel%3DT3%5D%0A%0A002%20-%3E%20012%20%5Blabel%3DT2%5D%0A002%20-%3E%20102%20%5Blabel%3DT3%5D%0A%0A011%20-%3E%20012%20%5Blabel%3DT1%5D%0A011%20-%3E%20021%20%5Blabel%3DT2%5D%0A011%20-%3E%20111%20%5Blabel%3DT3%5D%0A%0A101%20-%3E%20102%20%5Blabel%3DT1%5D%0A101%20-%3E%20111%20%5Blabel%3DT2%5D%0A101%20-%3E%20201%20%5Blabel%3DT3%5D%0A%0A011%20-%3E%20012%20%5Blabel%3DT1%5D%0A011%20-%3E%20021%20%5Blabel%3DT2%5D%0A011%20-%3E%20111%20%5Blabel%3DT3%5D%0A%0A020%20-%3E%20021%20%5Blabel%3DT1%5D%0A020%20-%3E%20120%20%5Blabel%3DT3%5D%0A%0A110%20-%3E%20111%20%5Blabel%3DT1%5D%0A110%20-%3E%20120%20%5Blabel%3DT2%5D%0A110%20-%3E%20210%20%5Blabel%3DT3%5D%0A%0A120%20-%3E%20121%20%5Blabel%3DT1%5D%0A120%20-%3E%20220%20%5Blabel%3DT3%5D%0A%0A210%20-%3E%20211%20%5Blabel%3DT1%5D%0A210%20-%3E%20220%20%5Blabel%3DT2%5D%0A%0A201%20-%3E%20202%20%5Blabel%3DT1%5D%0A201%20-%3E%20211%20%5Blabel%3DT2%5D%0A%0A%0A%0A%0A%0A%0A%7D" TargetMode="Externa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14.png"/><Relationship Id="rId12" Type="http://schemas.openxmlformats.org/officeDocument/2006/relationships/image" Target="../media/image42.png"/><Relationship Id="rId2" Type="http://schemas.openxmlformats.org/officeDocument/2006/relationships/image" Target="../media/image37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11" Type="http://schemas.openxmlformats.org/officeDocument/2006/relationships/image" Target="../media/image41.png"/><Relationship Id="rId5" Type="http://schemas.openxmlformats.org/officeDocument/2006/relationships/image" Target="../media/image40.png"/><Relationship Id="rId15" Type="http://schemas.openxmlformats.org/officeDocument/2006/relationships/image" Target="../media/image44.png"/><Relationship Id="rId10" Type="http://schemas.openxmlformats.org/officeDocument/2006/relationships/image" Target="../media/image17.png"/><Relationship Id="rId4" Type="http://schemas.openxmlformats.org/officeDocument/2006/relationships/image" Target="../media/image39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27.png"/><Relationship Id="rId7" Type="http://schemas.openxmlformats.org/officeDocument/2006/relationships/image" Target="../media/image7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jpe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jpe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291" y="3276600"/>
            <a:ext cx="6763109" cy="16002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גוריון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524000"/>
            <a:ext cx="8991600" cy="1470025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מעברים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Transition Systems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-517585" y="7112000"/>
            <a:ext cx="9661585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TexPoint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</a:p>
        </p:txBody>
      </p:sp>
      <p:pic>
        <p:nvPicPr>
          <p:cNvPr id="5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2273" y="4581525"/>
            <a:ext cx="1992702" cy="2428875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C903A2-E562-DEBF-763F-ECF259501E30}"/>
              </a:ext>
            </a:extLst>
          </p:cNvPr>
          <p:cNvSpPr/>
          <p:nvPr/>
        </p:nvSpPr>
        <p:spPr>
          <a:xfrm>
            <a:off x="7989770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534</a:t>
            </a:r>
            <a:endParaRPr lang="en-US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Picture 2" descr="סרט מודעות צהוב – ויקיפדיה">
            <a:extLst>
              <a:ext uri="{FF2B5EF4-FFF2-40B4-BE49-F238E27FC236}">
                <a16:creationId xmlns:a16="http://schemas.microsoft.com/office/drawing/2014/main" id="{281B57ED-DDC2-7B15-C4D7-73DF06209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171" y="368917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נושאי הקורס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63890814"/>
              </p:ext>
            </p:extLst>
          </p:nvPr>
        </p:nvGraphicFramePr>
        <p:xfrm>
          <a:off x="152400" y="1676400"/>
          <a:ext cx="8763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258C288-102C-45C4-9368-379C60F13D9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69768" t="28985"/>
          <a:stretch/>
        </p:blipFill>
        <p:spPr>
          <a:xfrm>
            <a:off x="2796898" y="1524000"/>
            <a:ext cx="990600" cy="933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385E4-E370-DAA2-DC74-B5C25B553788}"/>
              </a:ext>
            </a:extLst>
          </p:cNvPr>
          <p:cNvSpPr txBox="1"/>
          <p:nvPr/>
        </p:nvSpPr>
        <p:spPr>
          <a:xfrm>
            <a:off x="152400" y="1153180"/>
            <a:ext cx="2773885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he-IL" sz="280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rgbClr val="D65B3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נתחיל כאן</a:t>
            </a:r>
            <a:endParaRPr lang="LID4096" sz="2800">
              <a:ln>
                <a:solidFill>
                  <a:schemeClr val="accent2">
                    <a:lumMod val="75000"/>
                  </a:schemeClr>
                </a:solidFill>
              </a:ln>
              <a:solidFill>
                <a:srgbClr val="D65B30"/>
              </a:solidFill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8003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lbow Connector 7"/>
          <p:cNvCxnSpPr>
            <a:stCxn id="20" idx="2"/>
            <a:endCxn id="16" idx="2"/>
          </p:cNvCxnSpPr>
          <p:nvPr/>
        </p:nvCxnSpPr>
        <p:spPr>
          <a:xfrm rot="5400000" flipH="1">
            <a:off x="2015490" y="994410"/>
            <a:ext cx="4236720" cy="6362700"/>
          </a:xfrm>
          <a:prstGeom prst="bentConnector4">
            <a:avLst>
              <a:gd name="adj1" fmla="val -5396"/>
              <a:gd name="adj2" fmla="val 107536"/>
            </a:avLst>
          </a:prstGeom>
          <a:ln>
            <a:tailEnd type="arrow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770" y="-95251"/>
            <a:ext cx="7772400" cy="1143000"/>
          </a:xfrm>
        </p:spPr>
        <p:txBody>
          <a:bodyPr>
            <a:normAutofit/>
          </a:bodyPr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תזכורת: בדיקות מודל (</a:t>
            </a:r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4" name="Oval 3"/>
          <p:cNvSpPr/>
          <p:nvPr/>
        </p:nvSpPr>
        <p:spPr>
          <a:xfrm>
            <a:off x="5410200" y="1676400"/>
            <a:ext cx="12192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293370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6" name="Oval 5"/>
          <p:cNvSpPr/>
          <p:nvPr/>
        </p:nvSpPr>
        <p:spPr>
          <a:xfrm>
            <a:off x="4480560" y="5638800"/>
            <a:ext cx="146304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7980" y="3962400"/>
            <a:ext cx="1905000" cy="91440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952500" y="1676400"/>
            <a:ext cx="12192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300" y="293370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38600"/>
            <a:ext cx="17526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19" name="Oval 18"/>
          <p:cNvSpPr/>
          <p:nvPr/>
        </p:nvSpPr>
        <p:spPr>
          <a:xfrm>
            <a:off x="5257800" y="4038600"/>
            <a:ext cx="15240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574548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5638800"/>
            <a:ext cx="146304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14" name="Straight Arrow Connector 13"/>
          <p:cNvCxnSpPr>
            <a:endCxn id="17" idx="0"/>
          </p:cNvCxnSpPr>
          <p:nvPr/>
        </p:nvCxnSpPr>
        <p:spPr>
          <a:xfrm rot="5400000">
            <a:off x="1314450" y="2686050"/>
            <a:ext cx="4953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7" idx="2"/>
            <a:endCxn id="18" idx="0"/>
          </p:cNvCxnSpPr>
          <p:nvPr/>
        </p:nvCxnSpPr>
        <p:spPr>
          <a:xfrm rot="5400000">
            <a:off x="1283970" y="3760470"/>
            <a:ext cx="55626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5" idx="0"/>
          </p:cNvCxnSpPr>
          <p:nvPr/>
        </p:nvCxnSpPr>
        <p:spPr>
          <a:xfrm rot="5400000">
            <a:off x="5772150" y="2686050"/>
            <a:ext cx="4953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2"/>
            <a:endCxn id="19" idx="0"/>
          </p:cNvCxnSpPr>
          <p:nvPr/>
        </p:nvCxnSpPr>
        <p:spPr>
          <a:xfrm rot="5400000">
            <a:off x="5741670" y="3760470"/>
            <a:ext cx="55626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2"/>
            <a:endCxn id="7" idx="3"/>
          </p:cNvCxnSpPr>
          <p:nvPr/>
        </p:nvCxnSpPr>
        <p:spPr>
          <a:xfrm rot="10800000">
            <a:off x="4792980" y="4419600"/>
            <a:ext cx="46482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6"/>
            <a:endCxn id="7" idx="1"/>
          </p:cNvCxnSpPr>
          <p:nvPr/>
        </p:nvCxnSpPr>
        <p:spPr>
          <a:xfrm>
            <a:off x="2438400" y="4419600"/>
            <a:ext cx="44958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2"/>
            <a:endCxn id="23" idx="7"/>
          </p:cNvCxnSpPr>
          <p:nvPr/>
        </p:nvCxnSpPr>
        <p:spPr>
          <a:xfrm rot="5400000">
            <a:off x="2976516" y="4886428"/>
            <a:ext cx="873592" cy="85433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2"/>
            <a:endCxn id="6" idx="1"/>
          </p:cNvCxnSpPr>
          <p:nvPr/>
        </p:nvCxnSpPr>
        <p:spPr>
          <a:xfrm rot="16200000" flipH="1">
            <a:off x="3830852" y="4886427"/>
            <a:ext cx="873592" cy="85433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6"/>
            <a:endCxn id="20" idx="1"/>
          </p:cNvCxnSpPr>
          <p:nvPr/>
        </p:nvCxnSpPr>
        <p:spPr>
          <a:xfrm>
            <a:off x="5943600" y="6019800"/>
            <a:ext cx="6858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hape 53"/>
          <p:cNvCxnSpPr>
            <a:stCxn id="19" idx="6"/>
            <a:endCxn id="20" idx="0"/>
          </p:cNvCxnSpPr>
          <p:nvPr/>
        </p:nvCxnSpPr>
        <p:spPr>
          <a:xfrm>
            <a:off x="6781800" y="4419600"/>
            <a:ext cx="533400" cy="1325880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20" idx="2"/>
            <a:endCxn id="5" idx="3"/>
          </p:cNvCxnSpPr>
          <p:nvPr/>
        </p:nvCxnSpPr>
        <p:spPr>
          <a:xfrm rot="5400000" flipH="1">
            <a:off x="5467350" y="4446270"/>
            <a:ext cx="3086100" cy="609600"/>
          </a:xfrm>
          <a:prstGeom prst="bentConnector4">
            <a:avLst>
              <a:gd name="adj1" fmla="val -7407"/>
              <a:gd name="adj2" fmla="val -150000"/>
            </a:avLst>
          </a:prstGeom>
          <a:ln>
            <a:tailEnd type="arrow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0" idx="2"/>
            <a:endCxn id="4" idx="6"/>
          </p:cNvCxnSpPr>
          <p:nvPr/>
        </p:nvCxnSpPr>
        <p:spPr>
          <a:xfrm rot="5400000" flipH="1">
            <a:off x="4853940" y="3832860"/>
            <a:ext cx="4236720" cy="685800"/>
          </a:xfrm>
          <a:prstGeom prst="bentConnector4">
            <a:avLst>
              <a:gd name="adj1" fmla="val -5396"/>
              <a:gd name="adj2" fmla="val -133333"/>
            </a:avLst>
          </a:prstGeom>
          <a:ln>
            <a:tailEnd type="arrow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0" name="Shape 29"/>
          <p:cNvCxnSpPr>
            <a:stCxn id="20" idx="2"/>
            <a:endCxn id="17" idx="1"/>
          </p:cNvCxnSpPr>
          <p:nvPr/>
        </p:nvCxnSpPr>
        <p:spPr>
          <a:xfrm rot="5400000" flipH="1">
            <a:off x="2552700" y="1531620"/>
            <a:ext cx="3086100" cy="6438900"/>
          </a:xfrm>
          <a:prstGeom prst="bentConnector4">
            <a:avLst>
              <a:gd name="adj1" fmla="val -7407"/>
              <a:gd name="adj2" fmla="val 106230"/>
            </a:avLst>
          </a:prstGeom>
          <a:ln>
            <a:tailEnd type="arrow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256372" y="4038600"/>
            <a:ext cx="1524000" cy="762000"/>
          </a:xfrm>
          <a:prstGeom prst="ellipse">
            <a:avLst/>
          </a:prstGeom>
          <a:solidFill>
            <a:srgbClr val="D7CBCC"/>
          </a:solidFill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מעברים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85148"/>
            <a:ext cx="8839200" cy="1219200"/>
          </a:xfrm>
        </p:spPr>
        <p:txBody>
          <a:bodyPr>
            <a:noAutofit/>
          </a:bodyPr>
          <a:lstStyle/>
          <a:p>
            <a:pPr fontAlgn="base"/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בקורס הזה נתאר מערכות תגובתיות באמצעות מודל מתמטי הנקרא "מערכות מעברים"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Arial Rounded MT Bold" panose="020F0704030504030204" pitchFamily="34" charset="0"/>
              </a:rPr>
              <a:pPr/>
              <a:t>4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5181600"/>
            <a:ext cx="9173817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fontAlgn="base"/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מודל פורמלי לתיאור מערכות תוכנה וחומרה</a:t>
            </a:r>
          </a:p>
          <a:p>
            <a:pPr algn="ctr"/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591310" y="2673898"/>
            <a:ext cx="2121524" cy="2273361"/>
          </a:xfrm>
          <a:custGeom>
            <a:avLst/>
            <a:gdLst>
              <a:gd name="connsiteX0" fmla="*/ 68229 w 1633299"/>
              <a:gd name="connsiteY0" fmla="*/ 2234193 h 2273361"/>
              <a:gd name="connsiteX1" fmla="*/ 6683 w 1633299"/>
              <a:gd name="connsiteY1" fmla="*/ 1267039 h 2273361"/>
              <a:gd name="connsiteX2" fmla="*/ 208906 w 1633299"/>
              <a:gd name="connsiteY2" fmla="*/ 203170 h 2273361"/>
              <a:gd name="connsiteX3" fmla="*/ 710068 w 1633299"/>
              <a:gd name="connsiteY3" fmla="*/ 947 h 2273361"/>
              <a:gd name="connsiteX4" fmla="*/ 965045 w 1633299"/>
              <a:gd name="connsiteY4" fmla="*/ 141624 h 2273361"/>
              <a:gd name="connsiteX5" fmla="*/ 1114514 w 1633299"/>
              <a:gd name="connsiteY5" fmla="*/ 458147 h 2273361"/>
              <a:gd name="connsiteX6" fmla="*/ 1263983 w 1633299"/>
              <a:gd name="connsiteY6" fmla="*/ 686747 h 2273361"/>
              <a:gd name="connsiteX7" fmla="*/ 1228814 w 1633299"/>
              <a:gd name="connsiteY7" fmla="*/ 941724 h 2273361"/>
              <a:gd name="connsiteX8" fmla="*/ 1290360 w 1633299"/>
              <a:gd name="connsiteY8" fmla="*/ 1047231 h 2273361"/>
              <a:gd name="connsiteX9" fmla="*/ 1378283 w 1633299"/>
              <a:gd name="connsiteY9" fmla="*/ 1091193 h 2273361"/>
              <a:gd name="connsiteX10" fmla="*/ 1492583 w 1633299"/>
              <a:gd name="connsiteY10" fmla="*/ 968101 h 2273361"/>
              <a:gd name="connsiteX11" fmla="*/ 1571714 w 1633299"/>
              <a:gd name="connsiteY11" fmla="*/ 827424 h 2273361"/>
              <a:gd name="connsiteX12" fmla="*/ 1633260 w 1633299"/>
              <a:gd name="connsiteY12" fmla="*/ 897762 h 2273361"/>
              <a:gd name="connsiteX13" fmla="*/ 1562921 w 1633299"/>
              <a:gd name="connsiteY13" fmla="*/ 1179116 h 2273361"/>
              <a:gd name="connsiteX14" fmla="*/ 1360698 w 1633299"/>
              <a:gd name="connsiteY14" fmla="*/ 1847331 h 2273361"/>
              <a:gd name="connsiteX15" fmla="*/ 1220021 w 1633299"/>
              <a:gd name="connsiteY15" fmla="*/ 2242985 h 2273361"/>
              <a:gd name="connsiteX16" fmla="*/ 1237606 w 1633299"/>
              <a:gd name="connsiteY16" fmla="*/ 2216608 h 227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33299" h="2273361">
                <a:moveTo>
                  <a:pt x="68229" y="2234193"/>
                </a:moveTo>
                <a:cubicBezTo>
                  <a:pt x="25733" y="1919868"/>
                  <a:pt x="-16763" y="1605543"/>
                  <a:pt x="6683" y="1267039"/>
                </a:cubicBezTo>
                <a:cubicBezTo>
                  <a:pt x="30129" y="928535"/>
                  <a:pt x="91675" y="414185"/>
                  <a:pt x="208906" y="203170"/>
                </a:cubicBezTo>
                <a:cubicBezTo>
                  <a:pt x="326137" y="-7845"/>
                  <a:pt x="584045" y="11205"/>
                  <a:pt x="710068" y="947"/>
                </a:cubicBezTo>
                <a:cubicBezTo>
                  <a:pt x="836091" y="-9311"/>
                  <a:pt x="897637" y="65424"/>
                  <a:pt x="965045" y="141624"/>
                </a:cubicBezTo>
                <a:cubicBezTo>
                  <a:pt x="1032453" y="217824"/>
                  <a:pt x="1064691" y="367293"/>
                  <a:pt x="1114514" y="458147"/>
                </a:cubicBezTo>
                <a:cubicBezTo>
                  <a:pt x="1164337" y="549001"/>
                  <a:pt x="1244933" y="606151"/>
                  <a:pt x="1263983" y="686747"/>
                </a:cubicBezTo>
                <a:cubicBezTo>
                  <a:pt x="1283033" y="767343"/>
                  <a:pt x="1224418" y="881643"/>
                  <a:pt x="1228814" y="941724"/>
                </a:cubicBezTo>
                <a:cubicBezTo>
                  <a:pt x="1233210" y="1001805"/>
                  <a:pt x="1265449" y="1022320"/>
                  <a:pt x="1290360" y="1047231"/>
                </a:cubicBezTo>
                <a:cubicBezTo>
                  <a:pt x="1315271" y="1072142"/>
                  <a:pt x="1344579" y="1104381"/>
                  <a:pt x="1378283" y="1091193"/>
                </a:cubicBezTo>
                <a:cubicBezTo>
                  <a:pt x="1411987" y="1078005"/>
                  <a:pt x="1460345" y="1012062"/>
                  <a:pt x="1492583" y="968101"/>
                </a:cubicBezTo>
                <a:cubicBezTo>
                  <a:pt x="1524821" y="924140"/>
                  <a:pt x="1548268" y="839147"/>
                  <a:pt x="1571714" y="827424"/>
                </a:cubicBezTo>
                <a:cubicBezTo>
                  <a:pt x="1595160" y="815701"/>
                  <a:pt x="1634726" y="839147"/>
                  <a:pt x="1633260" y="897762"/>
                </a:cubicBezTo>
                <a:cubicBezTo>
                  <a:pt x="1631795" y="956377"/>
                  <a:pt x="1608348" y="1020854"/>
                  <a:pt x="1562921" y="1179116"/>
                </a:cubicBezTo>
                <a:cubicBezTo>
                  <a:pt x="1517494" y="1337378"/>
                  <a:pt x="1417848" y="1670019"/>
                  <a:pt x="1360698" y="1847331"/>
                </a:cubicBezTo>
                <a:cubicBezTo>
                  <a:pt x="1303548" y="2024642"/>
                  <a:pt x="1240536" y="2181439"/>
                  <a:pt x="1220021" y="2242985"/>
                </a:cubicBezTo>
                <a:cubicBezTo>
                  <a:pt x="1199506" y="2304531"/>
                  <a:pt x="1218556" y="2260569"/>
                  <a:pt x="1237606" y="2216608"/>
                </a:cubicBezTo>
              </a:path>
            </a:pathLst>
          </a:custGeom>
          <a:solidFill>
            <a:srgbClr val="92D050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517226" y="3003091"/>
            <a:ext cx="304800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517226" y="3155491"/>
            <a:ext cx="304800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17226" y="3536491"/>
            <a:ext cx="183817" cy="1524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1"/>
          </p:cNvCxnSpPr>
          <p:nvPr/>
        </p:nvCxnSpPr>
        <p:spPr>
          <a:xfrm flipH="1" flipV="1">
            <a:off x="3364828" y="3841291"/>
            <a:ext cx="235163" cy="99646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441026" y="4069891"/>
            <a:ext cx="260017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364826" y="4298491"/>
            <a:ext cx="342900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 flipH="1" flipV="1">
            <a:off x="3701044" y="2774492"/>
            <a:ext cx="161618" cy="102576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898226" y="2496067"/>
            <a:ext cx="152400" cy="2286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5" idx="3"/>
          </p:cNvCxnSpPr>
          <p:nvPr/>
        </p:nvCxnSpPr>
        <p:spPr>
          <a:xfrm>
            <a:off x="4389474" y="2393491"/>
            <a:ext cx="124157" cy="281354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5" idx="4"/>
          </p:cNvCxnSpPr>
          <p:nvPr/>
        </p:nvCxnSpPr>
        <p:spPr>
          <a:xfrm flipH="1">
            <a:off x="4844826" y="2673898"/>
            <a:ext cx="44002" cy="141624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916106" y="2897583"/>
            <a:ext cx="228600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018835" y="3035667"/>
            <a:ext cx="381000" cy="1524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" idx="6"/>
          </p:cNvCxnSpPr>
          <p:nvPr/>
        </p:nvCxnSpPr>
        <p:spPr>
          <a:xfrm flipH="1">
            <a:off x="5233122" y="3231691"/>
            <a:ext cx="151004" cy="128954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145631" y="3360645"/>
            <a:ext cx="304800" cy="3048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503224" y="3724399"/>
            <a:ext cx="232179" cy="38099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 flipV="1">
            <a:off x="5438710" y="4008345"/>
            <a:ext cx="296695" cy="99646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5313788" y="4361976"/>
            <a:ext cx="381000" cy="7620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5212933" y="4676897"/>
            <a:ext cx="24072" cy="0"/>
          </a:xfrm>
          <a:prstGeom prst="straightConnector1">
            <a:avLst/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68726" y="3602601"/>
            <a:ext cx="346635" cy="304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032697" y="2989903"/>
            <a:ext cx="346635" cy="304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6927" y="3743447"/>
            <a:ext cx="346635" cy="304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066745" y="4524497"/>
            <a:ext cx="346635" cy="304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6" name="Elbow Connector 55"/>
          <p:cNvCxnSpPr>
            <a:stCxn id="55" idx="3"/>
            <a:endCxn id="52" idx="3"/>
          </p:cNvCxnSpPr>
          <p:nvPr/>
        </p:nvCxnSpPr>
        <p:spPr>
          <a:xfrm flipV="1">
            <a:off x="4413380" y="3755001"/>
            <a:ext cx="501981" cy="921896"/>
          </a:xfrm>
          <a:prstGeom prst="bentConnector3">
            <a:avLst>
              <a:gd name="adj1" fmla="val 1455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52" idx="1"/>
            <a:endCxn id="53" idx="3"/>
          </p:cNvCxnSpPr>
          <p:nvPr/>
        </p:nvCxnSpPr>
        <p:spPr>
          <a:xfrm rot="10800000">
            <a:off x="4379332" y="3142303"/>
            <a:ext cx="189394" cy="6126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53" idx="3"/>
            <a:endCxn id="52" idx="1"/>
          </p:cNvCxnSpPr>
          <p:nvPr/>
        </p:nvCxnSpPr>
        <p:spPr>
          <a:xfrm>
            <a:off x="4379332" y="3142303"/>
            <a:ext cx="189394" cy="6126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55" idx="1"/>
            <a:endCxn id="54" idx="2"/>
          </p:cNvCxnSpPr>
          <p:nvPr/>
        </p:nvCxnSpPr>
        <p:spPr>
          <a:xfrm rot="10800000">
            <a:off x="4000245" y="4048247"/>
            <a:ext cx="66500" cy="6286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54" idx="0"/>
            <a:endCxn id="53" idx="2"/>
          </p:cNvCxnSpPr>
          <p:nvPr/>
        </p:nvCxnSpPr>
        <p:spPr>
          <a:xfrm rot="5400000" flipH="1" flipV="1">
            <a:off x="3878758" y="3416190"/>
            <a:ext cx="448744" cy="2057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52" idx="2"/>
            <a:endCxn id="55" idx="0"/>
          </p:cNvCxnSpPr>
          <p:nvPr/>
        </p:nvCxnSpPr>
        <p:spPr>
          <a:xfrm rot="5400000">
            <a:off x="4182506" y="3964959"/>
            <a:ext cx="617096" cy="5019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932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 מעברים –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Transition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304184"/>
                <a:ext cx="7543800" cy="5334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he-IL" sz="24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נתונה על-ידי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〈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𝐴𝑐𝑡</m:t>
                    </m:r>
                    <m:r>
                      <a:rPr lang="en-US" sz="2400" i="1" dirty="0" smtClean="0">
                        <a:latin typeface="Cambria Math"/>
                      </a:rPr>
                      <m:t>, →, </m:t>
                    </m:r>
                    <m:r>
                      <a:rPr lang="en-US" sz="2400" i="1" dirty="0" smtClean="0">
                        <a:latin typeface="Cambria Math"/>
                      </a:rPr>
                      <m:t>𝐼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  <m:r>
                      <a:rPr lang="en-US" sz="2400" i="1" dirty="0" smtClean="0"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latin typeface="Cambria Math"/>
                      </a:rPr>
                      <m:t>𝐿</m:t>
                    </m:r>
                    <m:r>
                      <a:rPr lang="en-US" sz="2400" b="0" i="1" dirty="0" smtClean="0">
                        <a:latin typeface="Cambria Math"/>
                      </a:rPr>
                      <m:t>〉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באשר:</a:t>
                </a: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en-US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304184"/>
                <a:ext cx="7543800" cy="533400"/>
              </a:xfrm>
              <a:blipFill>
                <a:blip r:embed="rId2"/>
                <a:stretch>
                  <a:fillRect t="-10345" r="-1131" b="-595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38200" y="1752600"/>
                <a:ext cx="7467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המצבים</a:t>
                </a:r>
              </a:p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𝐼</m:t>
                    </m:r>
                    <m:r>
                      <a:rPr lang="en-US" sz="2400" b="0" i="1" dirty="0" smtClean="0">
                        <a:latin typeface="Cambria Math"/>
                      </a:rPr>
                      <m:t>⊆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המצבים ההתחלתיים</a:t>
                </a:r>
              </a:p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𝐴𝑐𝑡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הפעולות</a:t>
                </a:r>
              </a:p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 dirty="0" smtClean="0">
                        <a:latin typeface="Cambria Math"/>
                        <a:sym typeface="Symbol"/>
                      </a:rPr>
                      <m:t></m:t>
                    </m:r>
                    <m:r>
                      <a:rPr lang="en-US" sz="2400" b="0" i="1" dirty="0" smtClean="0">
                        <a:latin typeface="Cambria Math"/>
                      </a:rPr>
                      <m:t>⊆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en-US" sz="2400" b="0" i="1" dirty="0" smtClean="0">
                        <a:latin typeface="Cambria Math"/>
                      </a:rPr>
                      <m:t>×</m:t>
                    </m:r>
                    <m:r>
                      <a:rPr lang="en-US" sz="2400" i="1" dirty="0" smtClean="0">
                        <a:latin typeface="Cambria Math"/>
                      </a:rPr>
                      <m:t>𝐴𝑐𝑡</m:t>
                    </m:r>
                    <m:r>
                      <a:rPr lang="en-US" sz="2400" b="0" i="1" dirty="0" smtClean="0">
                        <a:latin typeface="Cambria Math"/>
                      </a:rPr>
                      <m:t>×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הוא 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יחס המעברים</a:t>
                </a:r>
                <a:endParaRPr lang="en-US" sz="2400">
                  <a:solidFill>
                    <a:srgbClr val="0033CC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הפסוקים האטומיים</a:t>
                </a:r>
              </a:p>
              <a:p>
                <a:pPr>
                  <a:lnSpc>
                    <a:spcPct val="150000"/>
                  </a:lnSpc>
                  <a:buClr>
                    <a:srgbClr val="002060"/>
                  </a:buClr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𝐿</m:t>
                    </m:r>
                    <m:r>
                      <a:rPr lang="en-US" sz="2400" i="1" dirty="0" smtClean="0">
                        <a:latin typeface="Cambria Math"/>
                      </a:rPr>
                      <m:t>: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en-US" sz="2400" b="0" i="1" dirty="0" smtClean="0">
                        <a:latin typeface="Cambria Math"/>
                      </a:rPr>
                      <m:t>→</m:t>
                    </m:r>
                    <m:r>
                      <a:rPr lang="en-US" sz="2400" i="1" dirty="0" smtClean="0">
                        <a:latin typeface="Cambria Math"/>
                      </a:rPr>
                      <m:t>2</m:t>
                    </m:r>
                    <m:r>
                      <a:rPr lang="en-US" sz="2400" i="1" baseline="30000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400" err="1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פונקצית</a:t>
                </a:r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תִּיּוּג</a:t>
                </a:r>
                <a:endParaRPr lang="en-US" sz="2400">
                  <a:solidFill>
                    <a:srgbClr val="0033CC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2600"/>
                <a:ext cx="7467600" cy="3416320"/>
              </a:xfrm>
              <a:prstGeom prst="rect">
                <a:avLst/>
              </a:prstGeom>
              <a:blipFill>
                <a:blip r:embed="rId3"/>
                <a:stretch>
                  <a:fillRect r="-1224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1981200" y="5486400"/>
                <a:ext cx="5105400" cy="9906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1">
                <a:noAutofit/>
              </a:bodyPr>
              <a:lstStyle/>
              <a:p>
                <a:pPr marL="285750" indent="-285750" algn="ctr">
                  <a:spcBef>
                    <a:spcPct val="20000"/>
                  </a:spcBef>
                </a:pPr>
                <a:r>
                  <a:rPr lang="he-IL" sz="2400" noProof="0">
                    <a:solidFill>
                      <a:sysClr val="windowText" lastClr="0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בד"כ </a:t>
                </a:r>
                <a14:m>
                  <m:oMath xmlns:m="http://schemas.openxmlformats.org/officeDocument/2006/math">
                    <m:r>
                      <a:rPr lang="en-US" sz="2400" i="1" noProof="0" dirty="0" smtClean="0">
                        <a:solidFill>
                          <a:sysClr val="windowText" lastClr="000000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he-IL" sz="2400" noProof="0">
                    <a:solidFill>
                      <a:sysClr val="windowText" lastClr="0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noProof="0" dirty="0" smtClean="0">
                        <a:solidFill>
                          <a:sysClr val="windowText" lastClr="000000"/>
                        </a:solidFill>
                        <a:latin typeface="Cambria Math"/>
                      </a:rPr>
                      <m:t>𝐴𝑐𝑡</m:t>
                    </m:r>
                  </m:oMath>
                </a14:m>
                <a:r>
                  <a:rPr lang="he-IL" sz="2400" noProof="0">
                    <a:solidFill>
                      <a:sysClr val="windowText" lastClr="0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sz="2400" b="0" i="1" noProof="0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 sz="2400" noProof="0">
                    <a:solidFill>
                      <a:sysClr val="windowText" lastClr="0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יהיו קבוצות סופיות</a:t>
                </a:r>
              </a:p>
              <a:p>
                <a:pPr marL="285750" indent="-285750" algn="ctr">
                  <a:spcBef>
                    <a:spcPct val="20000"/>
                  </a:spcBef>
                </a:pPr>
                <a:r>
                  <a:rPr kumimoji="0" lang="he-IL" sz="2400" b="0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סימון:</a:t>
                </a:r>
                <a:r>
                  <a:rPr kumimoji="0" lang="he-IL" sz="2400" b="0" i="0" u="none" strike="noStrike" kern="1200" cap="none" spc="0" normalizeH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/>
                      </a:rPr>
                      <m:t>𝑠</m:t>
                    </m:r>
                    <m:groupChr>
                      <m:groupChrPr>
                        <m:chr m:val="→"/>
                        <m:vertJc m:val="bot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he-IL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e-IL" sz="2400" i="1">
                            <a:latin typeface="Cambria Math"/>
                          </a:rPr>
                          <m:t>𝛼</m:t>
                        </m:r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sSup>
                      <m:sSup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he-IL" sz="240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0" lang="he-IL" sz="2400" b="0" i="0" u="none" strike="noStrike" kern="1200" cap="none" spc="0" normalizeH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במקום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kumimoji="0" lang="en-US" sz="2400" b="0" i="1" u="none" strike="noStrike" kern="1200" cap="none" spc="0" normalizeH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i="1" dirty="0" err="1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𝛼</m:t>
                        </m:r>
                        <m:r>
                          <a:rPr lang="en-US" sz="2400" i="1" dirty="0" err="1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400" i="1" dirty="0" err="1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2400" i="1" dirty="0" err="1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’</m:t>
                        </m:r>
                      </m:e>
                    </m:d>
                    <m:r>
                      <a:rPr lang="en-US" sz="2400" b="0" i="1" dirty="0" smtClean="0">
                        <a:solidFill>
                          <a:sysClr val="windowText" lastClr="000000"/>
                        </a:solidFill>
                        <a:latin typeface="Cambria Math"/>
                      </a:rPr>
                      <m:t>∈</m:t>
                    </m:r>
                    <m:r>
                      <a:rPr lang="en-US" sz="2400" i="1" dirty="0" smtClean="0">
                        <a:solidFill>
                          <a:sysClr val="windowText" lastClr="000000"/>
                        </a:solidFill>
                        <a:latin typeface="Cambria Math"/>
                        <a:sym typeface="Symbol"/>
                      </a:rPr>
                      <m:t></m:t>
                    </m:r>
                  </m:oMath>
                </a14:m>
                <a:r>
                  <a:rPr kumimoji="0" lang="en-US" sz="2400" b="0" i="0" u="none" strike="noStrike" kern="1200" cap="none" spc="0" normalizeH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486400"/>
                <a:ext cx="5105400" cy="990600"/>
              </a:xfrm>
              <a:prstGeom prst="rect">
                <a:avLst/>
              </a:prstGeom>
              <a:blipFill>
                <a:blip r:embed="rId4"/>
                <a:stretch>
                  <a:fillRect t="-5521" b="-15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81000" y="1774997"/>
            <a:ext cx="2457809" cy="521732"/>
            <a:chOff x="25229" y="685800"/>
            <a:chExt cx="3146682" cy="521732"/>
          </a:xfrm>
        </p:grpSpPr>
        <p:sp>
          <p:nvSpPr>
            <p:cNvPr id="36" name="TextBox 35"/>
            <p:cNvSpPr txBox="1"/>
            <p:nvPr/>
          </p:nvSpPr>
          <p:spPr>
            <a:xfrm>
              <a:off x="25229" y="838200"/>
              <a:ext cx="2785092" cy="36933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e-IL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שישייה סדורה (</a:t>
              </a:r>
              <a:r>
                <a:rPr lang="en-US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tuple</a:t>
              </a:r>
              <a:r>
                <a:rPr lang="he-IL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)</a:t>
              </a:r>
              <a:endParaRPr lang="en-US">
                <a:solidFill>
                  <a:schemeClr val="accent4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40" name="Straight Arrow Connector 39"/>
            <p:cNvCxnSpPr>
              <a:stCxn id="36" idx="3"/>
            </p:cNvCxnSpPr>
            <p:nvPr/>
          </p:nvCxnSpPr>
          <p:spPr>
            <a:xfrm flipV="1">
              <a:off x="2810321" y="685800"/>
              <a:ext cx="361590" cy="337066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BFFB087-FFC5-578F-429C-B2149DE8237F}"/>
              </a:ext>
            </a:extLst>
          </p:cNvPr>
          <p:cNvGrpSpPr/>
          <p:nvPr/>
        </p:nvGrpSpPr>
        <p:grpSpPr>
          <a:xfrm>
            <a:off x="7467600" y="5020417"/>
            <a:ext cx="1447801" cy="1073940"/>
            <a:chOff x="7467600" y="5020417"/>
            <a:chExt cx="1447801" cy="10739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7467600" y="5355693"/>
                  <a:ext cx="1447801" cy="73866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he-IL" sz="1400">
                      <a:solidFill>
                        <a:schemeClr val="accent4">
                          <a:lumMod val="50000"/>
                        </a:schemeClr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קבוצת תת הקבוצות</a:t>
                  </a:r>
                </a:p>
                <a:p>
                  <a:pPr algn="ctr"/>
                  <a:r>
                    <a:rPr lang="he-IL" sz="1400">
                      <a:solidFill>
                        <a:schemeClr val="accent4">
                          <a:lumMod val="50000"/>
                        </a:schemeClr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של 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𝐴𝑃</m:t>
                      </m:r>
                    </m:oMath>
                  </a14:m>
                  <a:endParaRPr lang="en-US" sz="1400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5355693"/>
                  <a:ext cx="1447801" cy="7386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00A77E7-3854-5E37-88F0-416C8EC890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7883" y="5020417"/>
              <a:ext cx="282431" cy="337066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368F3A-7601-C4F3-28F2-00E4F226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9B6C-A0EC-D71B-C6F5-7FAADB82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מערכת מעברים אינסופית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398DF4-3FC8-DD95-A6D6-F8BF1970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6</a:t>
            </a:fld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8C0FDB-BEF1-210D-328B-29BFA732A27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1886"/>
          <a:stretch/>
        </p:blipFill>
        <p:spPr>
          <a:xfrm>
            <a:off x="890407" y="1126995"/>
            <a:ext cx="778309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BC23C3-C06E-C799-6F70-71F77AC07C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994" y="6045201"/>
            <a:ext cx="7964011" cy="476316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A7123A-A63C-FB6B-AB8A-53107533296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6400" y="4744351"/>
            <a:ext cx="5973094" cy="950855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2050" name="Picture 2" descr="Thumbnail Image A caricature of an infinite counter system with a transition system TS=(S,Act,→,I,AP,L) where S=N, Act={inc,double}, →⊆S×Act×S, I={0}, AP={P}, and L:S→2AP defined as P∈L(s) if and only if s is a power of 3.">
            <a:extLst>
              <a:ext uri="{FF2B5EF4-FFF2-40B4-BE49-F238E27FC236}">
                <a16:creationId xmlns:a16="http://schemas.microsoft.com/office/drawing/2014/main" id="{412A1526-5101-BBA6-06B8-88CA76A0C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C5D7E3"/>
              </a:clrFrom>
              <a:clrTo>
                <a:srgbClr val="C5D7E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752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5048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ייצוג גראפי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" name="Straight Arrow Connector 4"/>
          <p:cNvCxnSpPr>
            <a:stCxn id="6" idx="3"/>
            <a:endCxn id="7" idx="1"/>
          </p:cNvCxnSpPr>
          <p:nvPr/>
        </p:nvCxnSpPr>
        <p:spPr>
          <a:xfrm>
            <a:off x="3509376" y="3565642"/>
            <a:ext cx="1510269" cy="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8025" y="3091041"/>
            <a:ext cx="1151351" cy="9492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מתג כבוי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19645" y="3091051"/>
            <a:ext cx="1151351" cy="9492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מתג דולק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4852" y="3150078"/>
            <a:ext cx="1081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הדלקה</a:t>
            </a:r>
            <a:endParaRPr lang="en-US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9347" y="4106008"/>
            <a:ext cx="50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{}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19600" y="4114800"/>
            <a:ext cx="235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{חשמל זורם, יש אור}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1200" y="16764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20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</a:t>
            </a:r>
            <a:endParaRPr lang="en-US" sz="2000">
              <a:solidFill>
                <a:srgbClr val="2E41FA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16200000" flipH="1">
            <a:off x="2464535" y="2526566"/>
            <a:ext cx="938331" cy="1"/>
          </a:xfrm>
          <a:prstGeom prst="straightConnector1">
            <a:avLst/>
          </a:prstGeom>
          <a:ln>
            <a:solidFill>
              <a:srgbClr val="2E41F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76600" y="16764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20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פעולה</a:t>
            </a:r>
            <a:endParaRPr lang="en-US" sz="2000">
              <a:solidFill>
                <a:srgbClr val="2E41FA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24" name="Straight Arrow Connector 23"/>
          <p:cNvCxnSpPr>
            <a:endCxn id="8" idx="0"/>
          </p:cNvCxnSpPr>
          <p:nvPr/>
        </p:nvCxnSpPr>
        <p:spPr>
          <a:xfrm rot="5400000">
            <a:off x="3682151" y="2609905"/>
            <a:ext cx="1073567" cy="6778"/>
          </a:xfrm>
          <a:prstGeom prst="straightConnector1">
            <a:avLst/>
          </a:prstGeom>
          <a:ln>
            <a:solidFill>
              <a:srgbClr val="2E41F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42820" y="5206452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20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קבוצת תכונות המתקיימות כשנמצאים במצב</a:t>
            </a:r>
          </a:p>
          <a:p>
            <a:pPr algn="ctr"/>
            <a:r>
              <a:rPr lang="he-IL" sz="20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(פונקציית הַתִּיּוּג)</a:t>
            </a:r>
            <a:endParaRPr lang="en-US" sz="2000">
              <a:solidFill>
                <a:srgbClr val="2E41FA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3" name="Straight Arrow Connector 32"/>
          <p:cNvCxnSpPr>
            <a:stCxn id="31" idx="0"/>
          </p:cNvCxnSpPr>
          <p:nvPr/>
        </p:nvCxnSpPr>
        <p:spPr>
          <a:xfrm flipV="1">
            <a:off x="5595320" y="4508984"/>
            <a:ext cx="1" cy="697468"/>
          </a:xfrm>
          <a:prstGeom prst="straightConnector1">
            <a:avLst/>
          </a:prstGeom>
          <a:ln>
            <a:solidFill>
              <a:srgbClr val="2E41FA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4800" y="5206452"/>
            <a:ext cx="3917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כְּשֶׁתִּיּוּג מסוים לא מופיע הכוונה היא שהתכונה אינה מתקיימת במצב.</a:t>
            </a:r>
          </a:p>
          <a:p>
            <a:pPr algn="ctr"/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כאן, למשל, הקבוצה הריקה אומרת שבמצב לא זורם חשמל ואין אור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006969" y="4508984"/>
            <a:ext cx="2932" cy="6696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𝑝𝑎𝑦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𝑠𝑒𝑙𝑒𝑐𝑡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2590800" y="1943100"/>
            <a:ext cx="1676400" cy="15240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756053" y="1928195"/>
            <a:ext cx="1635347" cy="153890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991100" y="1943100"/>
            <a:ext cx="38100" cy="1524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531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3528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924300" y="1581150"/>
            <a:ext cx="3429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b="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blipFill>
                <a:blip r:embed="rId7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𝑖𝑛𝑠𝑒𝑟𝑡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מכונה אוטומטית למכירת משקאות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 rtl="0"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538613"/>
                  </p:ext>
                </p:extLst>
              </p:nvPr>
            </p:nvGraphicFramePr>
            <p:xfrm>
              <a:off x="2553478" y="4650593"/>
              <a:ext cx="5791200" cy="1958902"/>
            </p:xfrm>
            <a:graphic>
              <a:graphicData uri="http://schemas.openxmlformats.org/drawingml/2006/table">
                <a:tbl>
                  <a:tblPr rtl="1">
                    <a:tableStyleId>{5C22544A-7EE6-4342-B048-85BDC9FD1C3A}</a:tableStyleId>
                  </a:tblPr>
                  <a:tblGrid>
                    <a:gridCol w="49859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3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79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8491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𝑝𝑎𝑦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𝑠𝑒𝑙𝑒𝑐𝑡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𝑠𝑝𝑟𝑖𝑡𝑒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𝑐𝑜𝑘𝑒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{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𝑝𝑎𝑦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{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𝑖𝑛𝑠𝑒𝑟𝑡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𝑐𝑜𝑖𝑛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𝑔𝑒𝑡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𝑐𝑜𝑘𝑒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𝑔𝑒𝑡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18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𝑠𝑝𝑟𝑖𝑡𝑒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𝐴𝑐𝑡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011">
                    <a:tc>
                      <a:txBody>
                        <a:bodyPr/>
                        <a:lstStyle/>
                        <a:p>
                          <a:pPr algn="r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{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𝑝𝑎𝑦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𝑛𝑠𝑒𝑟𝑡</m:t>
                                    </m:r>
                                    <m:r>
                                      <m:rPr>
                                        <m:lit/>
                                        <m:brk m:alnAt="2"/>
                                      </m:rPr>
                                      <a:rPr lang="he-IL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_</m:t>
                                    </m:r>
                                    <m:r>
                                      <m:rPr>
                                        <m:brk m:alnAt="2"/>
                                      </m:r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𝑐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𝑜𝑖𝑛</m:t>
                                    </m:r>
                                  </m:e>
                                </m:groupCh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𝑠𝑒𝑙𝑒𝑐𝑡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𝑐𝑜𝑘𝑒</m:t>
                                </m:r>
                                <m:groupChr>
                                  <m:groupChrPr>
                                    <m:chr m:val="→"/>
                                    <m:vertJc m:val="bot"/>
                                    <m:ctrl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𝑒𝑡</m:t>
                                    </m:r>
                                    <m:r>
                                      <m:rPr>
                                        <m:lit/>
                                        <m:brk m:alnAt="2"/>
                                      </m:rP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_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𝑐𝑜𝑘𝑒</m:t>
                                    </m:r>
                                  </m:e>
                                </m:groupCh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𝑝𝑎𝑦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, …} 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538613"/>
                  </p:ext>
                </p:extLst>
              </p:nvPr>
            </p:nvGraphicFramePr>
            <p:xfrm>
              <a:off x="2553478" y="4650593"/>
              <a:ext cx="5791200" cy="1958902"/>
            </p:xfrm>
            <a:graphic>
              <a:graphicData uri="http://schemas.openxmlformats.org/drawingml/2006/table">
                <a:tbl>
                  <a:tblPr rtl="1">
                    <a:tableStyleId>{5C22544A-7EE6-4342-B048-85BDC9FD1C3A}</a:tableStyleId>
                  </a:tblPr>
                  <a:tblGrid>
                    <a:gridCol w="49859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3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79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84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r="-16117" b="-336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135065" b="-3364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98667" r="-16117" b="-2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135065" t="-98667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196053" r="-16117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135065" t="-196053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60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t="-229592" r="-16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</a:rPr>
                            <a:t>=</a:t>
                          </a:r>
                          <a:endParaRPr lang="he-IL" sz="1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135065" t="-229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http://us-machine.com/images/machines/vending-machine_10.jpg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8996" y="1223776"/>
            <a:ext cx="1240704" cy="21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מכונה אוטומטית למכירת משקאות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http://us-machine.com/images/machines/vending-machine_1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8996" y="1223776"/>
            <a:ext cx="1240704" cy="21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03050D28-1FD0-4C2D-8A39-4B0CD08C8305}"/>
              </a:ext>
            </a:extLst>
          </p:cNvPr>
          <p:cNvSpPr/>
          <p:nvPr/>
        </p:nvSpPr>
        <p:spPr>
          <a:xfrm>
            <a:off x="1383821" y="5334000"/>
            <a:ext cx="6705600" cy="53340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4400">
                <a:solidFill>
                  <a:schemeClr val="accent2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מה תפקיד תִּיּוּג המצבים?</a:t>
            </a:r>
            <a:endParaRPr lang="en-US" sz="4400">
              <a:solidFill>
                <a:schemeClr val="accent2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ounded Rectangle 3"/>
              <p:cNvSpPr/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𝑝𝑎𝑦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3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ounded Rectangle 4"/>
              <p:cNvSpPr/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4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ounded Rectangle 5"/>
              <p:cNvSpPr/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𝑠𝑒𝑙𝑒𝑐𝑡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ounded Rectangle 6"/>
              <p:cNvSpPr/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2590800" y="1943100"/>
            <a:ext cx="1676400" cy="15240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5756053" y="1928195"/>
            <a:ext cx="1635347" cy="153890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991100" y="1943100"/>
            <a:ext cx="38100" cy="1524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7531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3528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924300" y="1581150"/>
            <a:ext cx="3429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b="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blipFill>
                <a:blip r:embed="rId8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𝑖𝑛𝑠𝑒𝑟𝑡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876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727" y="990600"/>
            <a:ext cx="8239756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המטרה היא לתאר את הדרישות בנפרד מתיאור המערכת.</a:t>
            </a:r>
          </a:p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לכן הַתִּיּוּג מבטא רק את הפרטים הרלוונטיים לדרישות.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8159" y="2667000"/>
            <a:ext cx="4474302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ייתכן שנגיע למצב </a:t>
            </a:r>
            <a:r>
              <a:rPr lang="he-IL" err="1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הַמְּתֻיָּג</a:t>
            </a:r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כ"בקשה"</a:t>
            </a:r>
          </a:p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ואחריו לא נגיע אף פעם למצב </a:t>
            </a:r>
            <a:r>
              <a:rPr lang="he-IL" err="1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הַמְּתֻיָּג</a:t>
            </a:r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כ"תגובה"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976714" y="4505324"/>
            <a:ext cx="1887664" cy="1763290"/>
            <a:chOff x="1056828" y="4856970"/>
            <a:chExt cx="1887664" cy="1763290"/>
          </a:xfrm>
        </p:grpSpPr>
        <p:sp>
          <p:nvSpPr>
            <p:cNvPr id="38" name="Rounded Rectangle 37"/>
            <p:cNvSpPr/>
            <p:nvPr/>
          </p:nvSpPr>
          <p:spPr>
            <a:xfrm>
              <a:off x="2469397" y="5305226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252356" y="4856970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56829" y="5610026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905000" y="6022341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42" name="Elbow Connector 41"/>
            <p:cNvCxnSpPr>
              <a:stCxn id="41" idx="3"/>
              <a:endCxn id="38" idx="3"/>
            </p:cNvCxnSpPr>
            <p:nvPr/>
          </p:nvCxnSpPr>
          <p:spPr>
            <a:xfrm flipV="1">
              <a:off x="2209800" y="5457626"/>
              <a:ext cx="564397" cy="717115"/>
            </a:xfrm>
            <a:prstGeom prst="bentConnector3">
              <a:avLst>
                <a:gd name="adj1" fmla="val 14050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>
              <a:stCxn id="38" idx="1"/>
              <a:endCxn id="39" idx="3"/>
            </p:cNvCxnSpPr>
            <p:nvPr/>
          </p:nvCxnSpPr>
          <p:spPr>
            <a:xfrm rot="10800000">
              <a:off x="1557157" y="5009370"/>
              <a:ext cx="912241" cy="44825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cxnSpLocks/>
              <a:stCxn id="39" idx="0"/>
              <a:endCxn id="38" idx="0"/>
            </p:cNvCxnSpPr>
            <p:nvPr/>
          </p:nvCxnSpPr>
          <p:spPr>
            <a:xfrm rot="16200000" flipH="1">
              <a:off x="1789148" y="4472578"/>
              <a:ext cx="448256" cy="1217041"/>
            </a:xfrm>
            <a:prstGeom prst="bentConnector3">
              <a:avLst>
                <a:gd name="adj1" fmla="val -5099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41" idx="1"/>
              <a:endCxn id="40" idx="3"/>
            </p:cNvCxnSpPr>
            <p:nvPr/>
          </p:nvCxnSpPr>
          <p:spPr>
            <a:xfrm rot="10800000">
              <a:off x="1361630" y="5762427"/>
              <a:ext cx="543371" cy="41231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>
              <a:cxnSpLocks/>
              <a:stCxn id="40" idx="1"/>
              <a:endCxn id="39" idx="1"/>
            </p:cNvCxnSpPr>
            <p:nvPr/>
          </p:nvCxnSpPr>
          <p:spPr>
            <a:xfrm rot="10800000" flipH="1">
              <a:off x="1056828" y="5009370"/>
              <a:ext cx="195527" cy="753056"/>
            </a:xfrm>
            <a:prstGeom prst="bentConnector3">
              <a:avLst>
                <a:gd name="adj1" fmla="val -11691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/>
            <p:cNvCxnSpPr>
              <a:stCxn id="38" idx="2"/>
              <a:endCxn id="41" idx="0"/>
            </p:cNvCxnSpPr>
            <p:nvPr/>
          </p:nvCxnSpPr>
          <p:spPr>
            <a:xfrm rot="5400000">
              <a:off x="2133442" y="5533985"/>
              <a:ext cx="412315" cy="56439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1255794" y="5130153"/>
              <a:ext cx="73609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</a:t>
              </a:r>
              <a:r>
                <a:rPr lang="he-IL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בקשה</a:t>
              </a:r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779004" y="6312483"/>
              <a:ext cx="73609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</a:t>
              </a:r>
              <a:r>
                <a:rPr lang="he-IL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תגובה</a:t>
              </a:r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99144" y="5899591"/>
              <a:ext cx="29367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650822" y="5566570"/>
              <a:ext cx="29367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248400" y="4659435"/>
            <a:ext cx="1679970" cy="1614816"/>
            <a:chOff x="6685604" y="5166974"/>
            <a:chExt cx="1679970" cy="1614816"/>
          </a:xfrm>
        </p:grpSpPr>
        <p:sp>
          <p:nvSpPr>
            <p:cNvPr id="8" name="Rounded Rectangle 7"/>
            <p:cNvSpPr/>
            <p:nvPr/>
          </p:nvSpPr>
          <p:spPr>
            <a:xfrm>
              <a:off x="6781800" y="5486400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265100" y="5166974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904804" y="6193231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783104" y="6194409"/>
              <a:ext cx="304800" cy="30480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6" name="Elbow Connector 15"/>
            <p:cNvCxnSpPr>
              <a:cxnSpLocks/>
              <a:stCxn id="8" idx="3"/>
              <a:endCxn id="9" idx="2"/>
            </p:cNvCxnSpPr>
            <p:nvPr/>
          </p:nvCxnSpPr>
          <p:spPr>
            <a:xfrm flipV="1">
              <a:off x="7086600" y="5471774"/>
              <a:ext cx="330900" cy="16702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/>
            <p:cNvCxnSpPr>
              <a:stCxn id="9" idx="1"/>
              <a:endCxn id="8" idx="0"/>
            </p:cNvCxnSpPr>
            <p:nvPr/>
          </p:nvCxnSpPr>
          <p:spPr>
            <a:xfrm rot="10800000" flipV="1">
              <a:off x="6934200" y="5319374"/>
              <a:ext cx="330900" cy="16702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11" idx="3"/>
              <a:endCxn id="10" idx="1"/>
            </p:cNvCxnSpPr>
            <p:nvPr/>
          </p:nvCxnSpPr>
          <p:spPr>
            <a:xfrm flipV="1">
              <a:off x="7087904" y="6345631"/>
              <a:ext cx="816900" cy="117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0" idx="3"/>
              <a:endCxn id="9" idx="3"/>
            </p:cNvCxnSpPr>
            <p:nvPr/>
          </p:nvCxnSpPr>
          <p:spPr>
            <a:xfrm flipH="1" flipV="1">
              <a:off x="7569900" y="5319374"/>
              <a:ext cx="639704" cy="1026257"/>
            </a:xfrm>
            <a:prstGeom prst="bentConnector3">
              <a:avLst>
                <a:gd name="adj1" fmla="val -3573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cxnSpLocks/>
              <a:stCxn id="8" idx="2"/>
              <a:endCxn id="11" idx="0"/>
            </p:cNvCxnSpPr>
            <p:nvPr/>
          </p:nvCxnSpPr>
          <p:spPr>
            <a:xfrm rot="16200000" flipH="1">
              <a:off x="6733248" y="5992152"/>
              <a:ext cx="403209" cy="130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6685604" y="6474013"/>
              <a:ext cx="73609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</a:t>
              </a:r>
              <a:r>
                <a:rPr lang="he-IL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בקשה</a:t>
              </a:r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73020" y="5426647"/>
              <a:ext cx="736099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</a:t>
              </a:r>
              <a:r>
                <a:rPr lang="he-IL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תגובה</a:t>
              </a:r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983253" y="5726270"/>
              <a:ext cx="29367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071904" y="6468376"/>
              <a:ext cx="293670" cy="307777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l" rtl="0"/>
              <a:r>
                <a: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{}</a:t>
              </a:r>
              <a:endParaRPr lang="he-IL" sz="1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1388098" y="6242771"/>
            <a:ext cx="107914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ב'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8062" y="6241305"/>
            <a:ext cx="109837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א'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4109" y="2290717"/>
            <a:ext cx="7473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תכונה</a:t>
            </a:r>
          </a:p>
        </p:txBody>
      </p:sp>
      <p:sp>
        <p:nvSpPr>
          <p:cNvPr id="82" name="Right Arrow 81"/>
          <p:cNvSpPr/>
          <p:nvPr/>
        </p:nvSpPr>
        <p:spPr>
          <a:xfrm rot="3014629">
            <a:off x="5514117" y="3732020"/>
            <a:ext cx="1121219" cy="60960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מקיים?</a:t>
            </a:r>
          </a:p>
        </p:txBody>
      </p:sp>
      <p:sp>
        <p:nvSpPr>
          <p:cNvPr id="83" name="Right Arrow 82"/>
          <p:cNvSpPr/>
          <p:nvPr/>
        </p:nvSpPr>
        <p:spPr>
          <a:xfrm rot="18585371" flipH="1">
            <a:off x="2801741" y="3693603"/>
            <a:ext cx="1121219" cy="60960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מקיים?</a:t>
            </a:r>
          </a:p>
        </p:txBody>
      </p:sp>
    </p:spTree>
    <p:extLst>
      <p:ext uri="{BB962C8B-B14F-4D97-AF65-F5344CB8AC3E}">
        <p14:creationId xmlns:p14="http://schemas.microsoft.com/office/powerpoint/2010/main" val="663748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9D0-3B44-478C-8434-A485FCB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קשב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1EBC0-FA46-432E-BABA-8064558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11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F447A27-AC6E-486A-8AE4-5BCCC1E6C8DD}"/>
                  </a:ext>
                </a:extLst>
              </p:cNvPr>
              <p:cNvSpPr txBox="1"/>
              <p:nvPr/>
            </p:nvSpPr>
            <p:spPr>
              <a:xfrm>
                <a:off x="28575" y="3429000"/>
                <a:ext cx="8946680" cy="2908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86650">
                  <a:spcAft>
                    <a:spcPts val="18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האם </a:t>
                </a:r>
                <a:r>
                  <a:rPr lang="he-IL" b="1" u="sng">
                    <a:latin typeface="Gisha" panose="020B0502040204020203" pitchFamily="34" charset="-79"/>
                    <a:cs typeface="Gisha" panose="020B0502040204020203" pitchFamily="34" charset="-79"/>
                  </a:rPr>
                  <a:t>כל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סדרה אינסופית של מצבים שהיא מסלול בגרף (ריצה של המערכת) מקיימת: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לא כל תיוגי המצבים בסדרה מכילים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קיים תיוג של מצב בסדרה שאינו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מיד לאחר מצב בסדרה שתיוגו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יש מצב שתיוגו מכיל את</a:t>
                </a:r>
                <a14:m>
                  <m:oMath xmlns:m="http://schemas.openxmlformats.org/officeDocument/2006/math"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/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יש אינסוף מצבים בסדרה שתיוגם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יש אינסוף מצבים בסדרה שתיוגם אינו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F447A27-AC6E-486A-8AE4-5BCCC1E6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" y="3429000"/>
                <a:ext cx="8946680" cy="2908489"/>
              </a:xfrm>
              <a:prstGeom prst="rect">
                <a:avLst/>
              </a:prstGeom>
              <a:blipFill>
                <a:blip r:embed="rId2"/>
                <a:stretch>
                  <a:fillRect l="-409" t="-1258" r="-545" b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A042DD28-7475-449C-8F2C-4232E7E7B10E}"/>
              </a:ext>
            </a:extLst>
          </p:cNvPr>
          <p:cNvGrpSpPr/>
          <p:nvPr/>
        </p:nvGrpSpPr>
        <p:grpSpPr>
          <a:xfrm>
            <a:off x="2590800" y="1447800"/>
            <a:ext cx="4129088" cy="1447800"/>
            <a:chOff x="1233878" y="1528702"/>
            <a:chExt cx="3838575" cy="1295400"/>
          </a:xfrm>
        </p:grpSpPr>
        <p:pic>
          <p:nvPicPr>
            <p:cNvPr id="2072" name="Picture 6">
              <a:extLst>
                <a:ext uri="{FF2B5EF4-FFF2-40B4-BE49-F238E27FC236}">
                  <a16:creationId xmlns:a16="http://schemas.microsoft.com/office/drawing/2014/main" id="{74341194-04E3-4974-AA13-2FF5B2E77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3878" y="1528702"/>
              <a:ext cx="3838575" cy="12954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E9B2822-C9AB-47CC-85FB-9FB47B102A5E}"/>
                    </a:ext>
                  </a:extLst>
                </p:cNvPr>
                <p:cNvSpPr txBox="1"/>
                <p:nvPr/>
              </p:nvSpPr>
              <p:spPr>
                <a:xfrm>
                  <a:off x="1233878" y="1528702"/>
                  <a:ext cx="6389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he-IL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sz="200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E9B2822-C9AB-47CC-85FB-9FB47B102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78" y="1528702"/>
                  <a:ext cx="638957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74" name="Picture 8" descr="למה לאכול פחות מדי פוגע בירידה במשקל, ואיך להימנע מכך [פודקאסט 39#]">
            <a:extLst>
              <a:ext uri="{FF2B5EF4-FFF2-40B4-BE49-F238E27FC236}">
                <a16:creationId xmlns:a16="http://schemas.microsoft.com/office/drawing/2014/main" id="{EB8443DC-1A22-4BE1-95AE-486C580DB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030"/>
            <a:ext cx="2019300" cy="196732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6C2FAB27-7E61-4852-9B9F-099A0064897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3886200"/>
            <a:ext cx="457200" cy="45720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0FDCEDDC-D7F0-4457-B531-6F7E7BE3E159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4" y="4391025"/>
            <a:ext cx="820449" cy="4572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909E2AA1-706B-41BC-8EDB-30A50144575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4864932"/>
            <a:ext cx="457200" cy="4572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01F79E1-F775-405D-84EB-FB592C15788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5381625"/>
            <a:ext cx="457200" cy="4572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9ABB3603-1186-4809-BB0A-19EACC21AA3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5895975"/>
            <a:ext cx="820449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72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DDEFE02-BE61-4908-A5DA-1C6293F24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4525" y="1623766"/>
            <a:ext cx="5248275" cy="1123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8D09D0-3B44-478C-8434-A485FCB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012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קשב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(אותן תכונות, מערכת אחרת)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1EBC0-FA46-432E-BABA-8064558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12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F447A27-AC6E-486A-8AE4-5BCCC1E6C8DD}"/>
                  </a:ext>
                </a:extLst>
              </p:cNvPr>
              <p:cNvSpPr txBox="1"/>
              <p:nvPr/>
            </p:nvSpPr>
            <p:spPr>
              <a:xfrm>
                <a:off x="28575" y="3429000"/>
                <a:ext cx="8946680" cy="2908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7486650">
                  <a:spcAft>
                    <a:spcPts val="18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האם </a:t>
                </a:r>
                <a:r>
                  <a:rPr lang="he-IL" b="1" u="sng">
                    <a:latin typeface="Gisha" panose="020B0502040204020203" pitchFamily="34" charset="-79"/>
                    <a:cs typeface="Gisha" panose="020B0502040204020203" pitchFamily="34" charset="-79"/>
                  </a:rPr>
                  <a:t>כל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סדרה אינסופית של מצבים שהיא מסלול בגרף (ריצה של המערכת) מקיימת: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לא כל תיוגי המצבים בסדרה מכילים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קיים תיוג של מצב בסדרה שאינו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</m:oMath>
                </a14:m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מיד לאחר מצב בסדרה שתיוגו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יש מצב שתיוגו מכיל את</a:t>
                </a:r>
                <a14:m>
                  <m:oMath xmlns:m="http://schemas.openxmlformats.org/officeDocument/2006/math"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  <m:r>
                      <a:rPr lang="he-IL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/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יש אינסוף מצבים בסדרה שתיוגם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red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00050" indent="-228600" defTabSz="74866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יש אינסוף מצבים בסדרה שתיוגם אינו מכיל את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high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>
                    <a:solidFill>
                      <a:schemeClr val="bg1"/>
                    </a:solidFill>
                    <a:highlight>
                      <a:srgbClr val="008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נכון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/ </a:t>
                </a:r>
                <a:r>
                  <a:rPr lang="he-IL">
                    <a:solidFill>
                      <a:schemeClr val="bg1"/>
                    </a:solidFill>
                    <a:highlight>
                      <a:srgbClr val="CC00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לא נכון</a:t>
                </a: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F447A27-AC6E-486A-8AE4-5BCCC1E6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" y="3429000"/>
                <a:ext cx="8946680" cy="2908489"/>
              </a:xfrm>
              <a:prstGeom prst="rect">
                <a:avLst/>
              </a:prstGeom>
              <a:blipFill>
                <a:blip r:embed="rId3"/>
                <a:stretch>
                  <a:fillRect l="-409" t="-1258" r="-545" b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9B2822-C9AB-47CC-85FB-9FB47B102A5E}"/>
                  </a:ext>
                </a:extLst>
              </p:cNvPr>
              <p:cNvSpPr txBox="1"/>
              <p:nvPr/>
            </p:nvSpPr>
            <p:spPr>
              <a:xfrm>
                <a:off x="6475485" y="1600200"/>
                <a:ext cx="6449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he-IL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20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9B2822-C9AB-47CC-85FB-9FB47B102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485" y="1600200"/>
                <a:ext cx="6449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76" name="Picture 2075">
            <a:extLst>
              <a:ext uri="{FF2B5EF4-FFF2-40B4-BE49-F238E27FC236}">
                <a16:creationId xmlns:a16="http://schemas.microsoft.com/office/drawing/2014/main" id="{6C2FAB27-7E61-4852-9B9F-099A00648970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3886200"/>
            <a:ext cx="457200" cy="45720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0FDCEDDC-D7F0-4457-B531-6F7E7BE3E15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410075"/>
            <a:ext cx="409576" cy="39770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909E2AA1-706B-41BC-8EDB-30A50144575C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869533"/>
            <a:ext cx="781050" cy="4572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01F79E1-F775-405D-84EB-FB592C15788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5381625"/>
            <a:ext cx="457200" cy="4572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9ABB3603-1186-4809-BB0A-19EACC21AA3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5943600"/>
            <a:ext cx="476249" cy="3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48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9D0-3B44-478C-8434-A485FCB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0562"/>
            <a:ext cx="7772400" cy="698076"/>
          </a:xfrm>
        </p:spPr>
        <p:txBody>
          <a:bodyPr>
            <a:no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מערכת מעברים המתארת ריצות מקביליות</a:t>
            </a:r>
            <a:endParaRPr lang="LID4096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1EBC0-FA46-432E-BABA-8064558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13</a:t>
            </a:fld>
            <a:endParaRPr lang="he-IL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BF139060-5FE5-0034-89E3-669AFAF29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3663623"/>
            <a:ext cx="5069393" cy="2578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B4AB987-821C-C761-5AC8-1C34D5714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71600"/>
            <a:ext cx="4546831" cy="28194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EA2A216-1230-59A1-2F52-AEE462E8A37B}"/>
              </a:ext>
            </a:extLst>
          </p:cNvPr>
          <p:cNvSpPr txBox="1"/>
          <p:nvPr/>
        </p:nvSpPr>
        <p:spPr>
          <a:xfrm>
            <a:off x="3819617" y="5861947"/>
            <a:ext cx="116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5"/>
              </a:rPr>
              <a:t>Edit Online</a:t>
            </a:r>
            <a:endParaRPr lang="LID4096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154897AA-35D2-2AAB-8F90-B93FB7C09A31}"/>
              </a:ext>
            </a:extLst>
          </p:cNvPr>
          <p:cNvSpPr/>
          <p:nvPr/>
        </p:nvSpPr>
        <p:spPr>
          <a:xfrm flipH="1">
            <a:off x="5181600" y="1752600"/>
            <a:ext cx="2743200" cy="83820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 שראינו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3BBFCE0-51A8-C92D-D8C2-493B721B9695}"/>
              </a:ext>
            </a:extLst>
          </p:cNvPr>
          <p:cNvSpPr/>
          <p:nvPr/>
        </p:nvSpPr>
        <p:spPr>
          <a:xfrm>
            <a:off x="609600" y="4920448"/>
            <a:ext cx="2970320" cy="83820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תרגום למערכת מעברים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8115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9D0-3B44-478C-8434-A485FCB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698076"/>
          </a:xfrm>
        </p:spPr>
        <p:txBody>
          <a:bodyPr>
            <a:no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מערכת מעברים המתארת ריצות מקביליות</a:t>
            </a:r>
            <a:endParaRPr lang="LID4096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1EBC0-FA46-432E-BABA-8064558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14</a:t>
            </a:fld>
            <a:endParaRPr lang="he-IL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BF139060-5FE5-0034-89E3-669AFAF29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3206423"/>
            <a:ext cx="5069393" cy="2578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B4AB987-821C-C761-5AC8-1C34D5714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914400"/>
            <a:ext cx="4546831" cy="28194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EA2A216-1230-59A1-2F52-AEE462E8A37B}"/>
              </a:ext>
            </a:extLst>
          </p:cNvPr>
          <p:cNvSpPr txBox="1"/>
          <p:nvPr/>
        </p:nvSpPr>
        <p:spPr>
          <a:xfrm>
            <a:off x="3819617" y="5404747"/>
            <a:ext cx="116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5"/>
              </a:rPr>
              <a:t>Edit Online</a:t>
            </a:r>
            <a:endParaRPr lang="LID4096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154897AA-35D2-2AAB-8F90-B93FB7C09A31}"/>
              </a:ext>
            </a:extLst>
          </p:cNvPr>
          <p:cNvSpPr/>
          <p:nvPr/>
        </p:nvSpPr>
        <p:spPr>
          <a:xfrm flipH="1">
            <a:off x="5181600" y="1295400"/>
            <a:ext cx="2743200" cy="83820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 שראינו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3BBFCE0-51A8-C92D-D8C2-493B721B9695}"/>
              </a:ext>
            </a:extLst>
          </p:cNvPr>
          <p:cNvSpPr/>
          <p:nvPr/>
        </p:nvSpPr>
        <p:spPr>
          <a:xfrm>
            <a:off x="609600" y="4463248"/>
            <a:ext cx="2970320" cy="83820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תרגום למערכת מעברים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08368-60CD-56CB-9E8D-3BE458E4E2EB}"/>
                  </a:ext>
                </a:extLst>
              </p:cNvPr>
              <p:cNvSpPr txBox="1"/>
              <p:nvPr/>
            </p:nvSpPr>
            <p:spPr>
              <a:xfrm>
                <a:off x="1484712" y="6001671"/>
                <a:ext cx="6174575" cy="666016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000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למערכת הזאת יש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he-IL" sz="2000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מצבים</a:t>
                </a:r>
                <a:r>
                  <a:rPr lang="en-US" sz="2000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he-IL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he-IL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limLoc m:val="subSup"/>
                            <m:ctrlPr>
                              <a:rPr lang="he-IL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5"/>
                              </m:rP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</m:oMath>
                </a14:m>
                <a:r>
                  <a:rPr lang="he-IL" sz="20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ריצות</a:t>
                </a:r>
                <a:endParaRPr lang="en-US" sz="20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B08368-60CD-56CB-9E8D-3BE458E4E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712" y="6001671"/>
                <a:ext cx="6174575" cy="666016"/>
              </a:xfrm>
              <a:prstGeom prst="rect">
                <a:avLst/>
              </a:prstGeom>
              <a:blipFill>
                <a:blip r:embed="rId6"/>
                <a:stretch>
                  <a:fillRect l="-99" r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119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3030582"/>
            <a:ext cx="8610600" cy="29718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5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פסוקים אטומיים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524000"/>
                <a:ext cx="8763000" cy="4572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הפסוקים האטומיים נקבעים ע"פ התכונות שרוצים לדבר עליהן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בחירה קלה: שמות המצבים מתפקדים גם כפסוקים אטומיים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בחירה אחרת: 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התכונה</a:t>
                </a: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"המכונה נותנת משקה רק לאחר שהתקבל תשלום",</a:t>
                </a:r>
                <a:endParaRPr lang="he-IL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שאיננה מתייחסת לסוג המשקה, מספיקים הפסוקים: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  <m:r>
                      <a:rPr lang="en-US" sz="2000" i="1" dirty="0" smtClean="0">
                        <a:latin typeface="Cambria Math"/>
                      </a:rPr>
                      <m:t> = {</m:t>
                    </m:r>
                    <m:r>
                      <a:rPr lang="en-US" sz="2000" i="1" dirty="0" err="1" smtClean="0">
                        <a:latin typeface="Cambria Math"/>
                      </a:rPr>
                      <m:t>𝑝𝑎𝑖𝑑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ופונקציית הַתִּיּוּג:</a:t>
                </a:r>
              </a:p>
              <a:p>
                <a:pPr algn="ctr" rtl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𝑝𝑎𝑦</m:t>
                          </m:r>
                        </m:e>
                      </m:d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∅</m:t>
                      </m:r>
                      <m:r>
                        <a:rPr lang="en-US" sz="2000" i="1" dirty="0" smtClean="0">
                          <a:latin typeface="Cambria Math"/>
                        </a:rPr>
                        <m:t>,</m:t>
                      </m:r>
                      <m:r>
                        <a:rPr lang="en-US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𝑝𝑟𝑖𝑡𝑒</m:t>
                          </m:r>
                        </m:e>
                      </m:d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r>
                        <a:rPr lang="en-US" sz="2000" i="1" dirty="0" smtClean="0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𝑐𝑜𝑘𝑒</m:t>
                          </m:r>
                        </m:e>
                      </m:d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 smtClean="0">
                              <a:latin typeface="Cambria Math"/>
                            </a:rPr>
                            <m:t>𝑝𝑎𝑖𝑑</m:t>
                          </m:r>
                          <m:r>
                            <a:rPr lang="en-US" sz="2000" i="1" dirty="0" err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i="1" dirty="0" err="1" smtClean="0">
                              <a:latin typeface="Cambria Math"/>
                            </a:rPr>
                            <m:t>𝑑𝑟𝑖𝑛𝑘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,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𝐿</m:t>
                      </m:r>
                      <m:r>
                        <a:rPr lang="en-US" sz="2000" i="1" dirty="0" smtClean="0">
                          <a:latin typeface="Cambria Math"/>
                        </a:rPr>
                        <m:t>(</m:t>
                      </m:r>
                      <m:r>
                        <a:rPr lang="en-US" sz="2000" i="1" dirty="0" smtClean="0">
                          <a:latin typeface="Cambria Math"/>
                        </a:rPr>
                        <m:t>𝑠𝑒𝑙𝑒𝑐𝑡</m:t>
                      </m:r>
                      <m:r>
                        <a:rPr lang="en-US" sz="2000" i="1" dirty="0" smtClean="0">
                          <a:latin typeface="Cambria Math"/>
                        </a:rPr>
                        <m:t>)={</m:t>
                      </m:r>
                      <m:r>
                        <a:rPr lang="en-US" sz="2000" i="1" dirty="0" smtClean="0">
                          <a:latin typeface="Cambria Math"/>
                        </a:rPr>
                        <m:t>𝑝𝑎𝑖𝑑</m:t>
                      </m:r>
                      <m:r>
                        <a:rPr lang="en-US" sz="2000" i="1" dirty="0" smtClean="0">
                          <a:latin typeface="Cambria Math"/>
                        </a:rPr>
                        <m:t>} 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524000"/>
                <a:ext cx="8763000" cy="4572000"/>
              </a:xfrm>
              <a:blipFill>
                <a:blip r:embed="rId2"/>
                <a:stretch>
                  <a:fillRect t="-1733" r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מכונה אוטומטית למכירת משקאות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7264312" y="4297470"/>
                <a:ext cx="1566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𝑝𝑎𝑖𝑑</m:t>
                          </m:r>
                          <m:r>
                            <a:rPr lang="en-US" i="1" dirty="0" err="1">
                              <a:latin typeface="Cambria Math"/>
                            </a:rPr>
                            <m:t>,</m:t>
                          </m:r>
                          <m:r>
                            <a:rPr lang="en-US" i="1" dirty="0" err="1">
                              <a:latin typeface="Cambria Math"/>
                            </a:rPr>
                            <m:t>𝑑𝑟𝑖𝑛𝑘</m:t>
                          </m:r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12" y="4297470"/>
                <a:ext cx="1566904" cy="369332"/>
              </a:xfrm>
              <a:prstGeom prst="rect">
                <a:avLst/>
              </a:prstGeom>
              <a:blipFill>
                <a:blip r:embed="rId2"/>
                <a:stretch>
                  <a:fillRect t="-9836" r="-42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2129320" y="4289574"/>
                <a:ext cx="1566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𝑝𝑎𝑖𝑑</m:t>
                          </m:r>
                          <m:r>
                            <a:rPr lang="en-US" i="1" dirty="0" err="1">
                              <a:latin typeface="Cambria Math"/>
                            </a:rPr>
                            <m:t>,</m:t>
                          </m:r>
                          <m:r>
                            <a:rPr lang="en-US" i="1" dirty="0" err="1">
                              <a:latin typeface="Cambria Math"/>
                            </a:rPr>
                            <m:t>𝑑𝑟𝑖𝑛𝑘</m:t>
                          </m:r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320" y="4289574"/>
                <a:ext cx="1566904" cy="369332"/>
              </a:xfrm>
              <a:prstGeom prst="rect">
                <a:avLst/>
              </a:prstGeom>
              <a:blipFill>
                <a:blip r:embed="rId3"/>
                <a:stretch>
                  <a:fillRect t="-10000" r="-46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195764" y="4296955"/>
                <a:ext cx="8989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{</m:t>
                      </m:r>
                      <m:r>
                        <a:rPr lang="en-US" i="1" dirty="0">
                          <a:latin typeface="Cambria Math"/>
                        </a:rPr>
                        <m:t>𝑝𝑎𝑖𝑑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764" y="4296955"/>
                <a:ext cx="898900" cy="369332"/>
              </a:xfrm>
              <a:prstGeom prst="rect">
                <a:avLst/>
              </a:prstGeom>
              <a:blipFill>
                <a:blip r:embed="rId4"/>
                <a:stretch>
                  <a:fillRect t="-10000" r="-87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71006" y="5715000"/>
                <a:ext cx="7336817" cy="461665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אף פעם לא נגיע למצב </a:t>
                </a:r>
                <a:r>
                  <a:rPr lang="he-IL" sz="2400" err="1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הַמְּתֻיָּג</a:t>
                </a:r>
                <a:r>
                  <a:rPr lang="he-IL" sz="24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𝑑𝑟𝑖𝑛𝑘</m:t>
                    </m:r>
                  </m:oMath>
                </a14:m>
                <a:r>
                  <a:rPr lang="he-IL" sz="24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ואינו </a:t>
                </a:r>
                <a:r>
                  <a:rPr lang="he-IL" sz="2400" err="1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מְּתֻיָּג</a:t>
                </a:r>
                <a:r>
                  <a:rPr lang="he-IL" sz="24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𝑝𝑎𝑖𝑑</m:t>
                    </m:r>
                  </m:oMath>
                </a14:m>
                <a:endParaRPr lang="he-IL" sz="24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06" y="5715000"/>
                <a:ext cx="7336817" cy="461665"/>
              </a:xfrm>
              <a:prstGeom prst="rect">
                <a:avLst/>
              </a:prstGeom>
              <a:blipFill>
                <a:blip r:embed="rId5"/>
                <a:stretch>
                  <a:fillRect l="-1412" t="-12000" r="-249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2" descr="http://us-machine.com/images/machines/vending-machine_10.jpg">
            <a:extLst>
              <a:ext uri="{FF2B5EF4-FFF2-40B4-BE49-F238E27FC236}">
                <a16:creationId xmlns:a16="http://schemas.microsoft.com/office/drawing/2014/main" id="{B6FDFAA2-24E4-4D38-ACBA-BF2C89DB7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5196" y="1488814"/>
            <a:ext cx="1240704" cy="21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ounded Rectangle 3"/>
              <p:cNvSpPr/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𝑝𝑎𝑦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5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219200"/>
                <a:ext cx="1524000" cy="723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ounded Rectangle 4"/>
              <p:cNvSpPr/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0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467100"/>
                <a:ext cx="1524000" cy="723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ounded Rectangle 5"/>
              <p:cNvSpPr/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𝑠𝑒𝑙𝑒𝑐𝑡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1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3467100"/>
                <a:ext cx="1524000" cy="723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ounded Rectangle 6"/>
              <p:cNvSpPr/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2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467100"/>
                <a:ext cx="1524000" cy="723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 flipV="1">
            <a:off x="2590800" y="1943100"/>
            <a:ext cx="1676400" cy="152400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5756053" y="1928195"/>
            <a:ext cx="1635347" cy="153890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4991100" y="1943100"/>
            <a:ext cx="38100" cy="1524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7531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352800" y="3829050"/>
            <a:ext cx="8763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924300" y="1581150"/>
            <a:ext cx="3429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latin typeface="Cambria Math"/>
                        </a:rPr>
                        <m:t>𝑠𝑝𝑟𝑖𝑡𝑒</m:t>
                      </m:r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312" y="2275948"/>
                <a:ext cx="1438920" cy="400110"/>
              </a:xfrm>
              <a:prstGeom prst="rect">
                <a:avLst/>
              </a:prstGeom>
              <a:blipFill>
                <a:blip r:embed="rId11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𝑔𝑒𝑡</m:t>
                      </m:r>
                      <m:r>
                        <a:rPr lang="en-US" sz="2000" i="1" dirty="0" smtClean="0">
                          <a:latin typeface="Cambria Math"/>
                        </a:rPr>
                        <m:t>_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86" y="2038350"/>
                <a:ext cx="1285263" cy="400110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𝑖𝑛𝑠𝑒𝑟𝑡</m:t>
                      </m:r>
                      <m:r>
                        <a:rPr lang="en-US" sz="2000" i="1" dirty="0" smtClean="0">
                          <a:latin typeface="Cambria Math"/>
                        </a:rPr>
                        <m:t>_</m:t>
                      </m:r>
                      <m:r>
                        <a:rPr lang="en-US" sz="2000" i="1" dirty="0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84" y="2697647"/>
                <a:ext cx="154183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446" y="3477857"/>
                <a:ext cx="42043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𝜏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188" y="3469729"/>
                <a:ext cx="42043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/>
              <p:cNvSpPr/>
              <p:nvPr/>
            </p:nvSpPr>
            <p:spPr>
              <a:xfrm>
                <a:off x="5456124" y="1951041"/>
                <a:ext cx="4283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124" y="1951041"/>
                <a:ext cx="428322" cy="369332"/>
              </a:xfrm>
              <a:prstGeom prst="rect">
                <a:avLst/>
              </a:prstGeom>
              <a:blipFill>
                <a:blip r:embed="rId16"/>
                <a:stretch>
                  <a:fillRect t="-8197" r="-1857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561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E061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6"/>
          <p:cNvSpPr/>
          <p:nvPr/>
        </p:nvSpPr>
        <p:spPr>
          <a:xfrm>
            <a:off x="5007940" y="2977195"/>
            <a:ext cx="2037383" cy="3042605"/>
          </a:xfrm>
          <a:custGeom>
            <a:avLst/>
            <a:gdLst>
              <a:gd name="connsiteX0" fmla="*/ 1068149 w 2037383"/>
              <a:gd name="connsiteY0" fmla="*/ 331774 h 3042605"/>
              <a:gd name="connsiteX1" fmla="*/ 1108609 w 2037383"/>
              <a:gd name="connsiteY1" fmla="*/ 436970 h 3042605"/>
              <a:gd name="connsiteX2" fmla="*/ 1132885 w 2037383"/>
              <a:gd name="connsiteY2" fmla="*/ 517890 h 3042605"/>
              <a:gd name="connsiteX3" fmla="*/ 1140977 w 2037383"/>
              <a:gd name="connsiteY3" fmla="*/ 712099 h 3042605"/>
              <a:gd name="connsiteX4" fmla="*/ 1132885 w 2037383"/>
              <a:gd name="connsiteY4" fmla="*/ 1343278 h 3042605"/>
              <a:gd name="connsiteX5" fmla="*/ 1108609 w 2037383"/>
              <a:gd name="connsiteY5" fmla="*/ 1472751 h 3042605"/>
              <a:gd name="connsiteX6" fmla="*/ 1084333 w 2037383"/>
              <a:gd name="connsiteY6" fmla="*/ 1529395 h 3042605"/>
              <a:gd name="connsiteX7" fmla="*/ 1068149 w 2037383"/>
              <a:gd name="connsiteY7" fmla="*/ 1561763 h 3042605"/>
              <a:gd name="connsiteX8" fmla="*/ 1051965 w 2037383"/>
              <a:gd name="connsiteY8" fmla="*/ 1626499 h 3042605"/>
              <a:gd name="connsiteX9" fmla="*/ 1011505 w 2037383"/>
              <a:gd name="connsiteY9" fmla="*/ 1739788 h 3042605"/>
              <a:gd name="connsiteX10" fmla="*/ 995320 w 2037383"/>
              <a:gd name="connsiteY10" fmla="*/ 1764064 h 3042605"/>
              <a:gd name="connsiteX11" fmla="*/ 979136 w 2037383"/>
              <a:gd name="connsiteY11" fmla="*/ 1796432 h 3042605"/>
              <a:gd name="connsiteX12" fmla="*/ 914400 w 2037383"/>
              <a:gd name="connsiteY12" fmla="*/ 1869260 h 3042605"/>
              <a:gd name="connsiteX13" fmla="*/ 801112 w 2037383"/>
              <a:gd name="connsiteY13" fmla="*/ 1966365 h 3042605"/>
              <a:gd name="connsiteX14" fmla="*/ 704007 w 2037383"/>
              <a:gd name="connsiteY14" fmla="*/ 2047285 h 3042605"/>
              <a:gd name="connsiteX15" fmla="*/ 655455 w 2037383"/>
              <a:gd name="connsiteY15" fmla="*/ 2055377 h 3042605"/>
              <a:gd name="connsiteX16" fmla="*/ 631179 w 2037383"/>
              <a:gd name="connsiteY16" fmla="*/ 2071561 h 3042605"/>
              <a:gd name="connsiteX17" fmla="*/ 582627 w 2037383"/>
              <a:gd name="connsiteY17" fmla="*/ 2079653 h 3042605"/>
              <a:gd name="connsiteX18" fmla="*/ 550258 w 2037383"/>
              <a:gd name="connsiteY18" fmla="*/ 2087745 h 3042605"/>
              <a:gd name="connsiteX19" fmla="*/ 525982 w 2037383"/>
              <a:gd name="connsiteY19" fmla="*/ 2103929 h 3042605"/>
              <a:gd name="connsiteX20" fmla="*/ 477430 w 2037383"/>
              <a:gd name="connsiteY20" fmla="*/ 2120113 h 3042605"/>
              <a:gd name="connsiteX21" fmla="*/ 453154 w 2037383"/>
              <a:gd name="connsiteY21" fmla="*/ 2136297 h 3042605"/>
              <a:gd name="connsiteX22" fmla="*/ 420786 w 2037383"/>
              <a:gd name="connsiteY22" fmla="*/ 2160574 h 3042605"/>
              <a:gd name="connsiteX23" fmla="*/ 396510 w 2037383"/>
              <a:gd name="connsiteY23" fmla="*/ 2168666 h 3042605"/>
              <a:gd name="connsiteX24" fmla="*/ 347958 w 2037383"/>
              <a:gd name="connsiteY24" fmla="*/ 2217218 h 3042605"/>
              <a:gd name="connsiteX25" fmla="*/ 315589 w 2037383"/>
              <a:gd name="connsiteY25" fmla="*/ 2225310 h 3042605"/>
              <a:gd name="connsiteX26" fmla="*/ 275129 w 2037383"/>
              <a:gd name="connsiteY26" fmla="*/ 2257678 h 3042605"/>
              <a:gd name="connsiteX27" fmla="*/ 250853 w 2037383"/>
              <a:gd name="connsiteY27" fmla="*/ 2281954 h 3042605"/>
              <a:gd name="connsiteX28" fmla="*/ 226577 w 2037383"/>
              <a:gd name="connsiteY28" fmla="*/ 2290046 h 3042605"/>
              <a:gd name="connsiteX29" fmla="*/ 202301 w 2037383"/>
              <a:gd name="connsiteY29" fmla="*/ 2322414 h 3042605"/>
              <a:gd name="connsiteX30" fmla="*/ 186117 w 2037383"/>
              <a:gd name="connsiteY30" fmla="*/ 2346690 h 3042605"/>
              <a:gd name="connsiteX31" fmla="*/ 129473 w 2037383"/>
              <a:gd name="connsiteY31" fmla="*/ 2379058 h 3042605"/>
              <a:gd name="connsiteX32" fmla="*/ 89012 w 2037383"/>
              <a:gd name="connsiteY32" fmla="*/ 2435703 h 3042605"/>
              <a:gd name="connsiteX33" fmla="*/ 72828 w 2037383"/>
              <a:gd name="connsiteY33" fmla="*/ 2459979 h 3042605"/>
              <a:gd name="connsiteX34" fmla="*/ 32368 w 2037383"/>
              <a:gd name="connsiteY34" fmla="*/ 2516623 h 3042605"/>
              <a:gd name="connsiteX35" fmla="*/ 16184 w 2037383"/>
              <a:gd name="connsiteY35" fmla="*/ 2565175 h 3042605"/>
              <a:gd name="connsiteX36" fmla="*/ 0 w 2037383"/>
              <a:gd name="connsiteY36" fmla="*/ 2597543 h 3042605"/>
              <a:gd name="connsiteX37" fmla="*/ 8092 w 2037383"/>
              <a:gd name="connsiteY37" fmla="*/ 2759384 h 3042605"/>
              <a:gd name="connsiteX38" fmla="*/ 32368 w 2037383"/>
              <a:gd name="connsiteY38" fmla="*/ 2799844 h 3042605"/>
              <a:gd name="connsiteX39" fmla="*/ 48552 w 2037383"/>
              <a:gd name="connsiteY39" fmla="*/ 2840304 h 3042605"/>
              <a:gd name="connsiteX40" fmla="*/ 64736 w 2037383"/>
              <a:gd name="connsiteY40" fmla="*/ 2856489 h 3042605"/>
              <a:gd name="connsiteX41" fmla="*/ 80920 w 2037383"/>
              <a:gd name="connsiteY41" fmla="*/ 2880765 h 3042605"/>
              <a:gd name="connsiteX42" fmla="*/ 137565 w 2037383"/>
              <a:gd name="connsiteY42" fmla="*/ 2921225 h 3042605"/>
              <a:gd name="connsiteX43" fmla="*/ 161841 w 2037383"/>
              <a:gd name="connsiteY43" fmla="*/ 2929317 h 3042605"/>
              <a:gd name="connsiteX44" fmla="*/ 186117 w 2037383"/>
              <a:gd name="connsiteY44" fmla="*/ 2961685 h 3042605"/>
              <a:gd name="connsiteX45" fmla="*/ 218485 w 2037383"/>
              <a:gd name="connsiteY45" fmla="*/ 2969777 h 3042605"/>
              <a:gd name="connsiteX46" fmla="*/ 267037 w 2037383"/>
              <a:gd name="connsiteY46" fmla="*/ 2994053 h 3042605"/>
              <a:gd name="connsiteX47" fmla="*/ 299405 w 2037383"/>
              <a:gd name="connsiteY47" fmla="*/ 3002145 h 3042605"/>
              <a:gd name="connsiteX48" fmla="*/ 323681 w 2037383"/>
              <a:gd name="connsiteY48" fmla="*/ 3018329 h 3042605"/>
              <a:gd name="connsiteX49" fmla="*/ 388418 w 2037383"/>
              <a:gd name="connsiteY49" fmla="*/ 3042605 h 3042605"/>
              <a:gd name="connsiteX50" fmla="*/ 801112 w 2037383"/>
              <a:gd name="connsiteY50" fmla="*/ 3018329 h 3042605"/>
              <a:gd name="connsiteX51" fmla="*/ 882032 w 2037383"/>
              <a:gd name="connsiteY51" fmla="*/ 2977869 h 3042605"/>
              <a:gd name="connsiteX52" fmla="*/ 930584 w 2037383"/>
              <a:gd name="connsiteY52" fmla="*/ 2961685 h 3042605"/>
              <a:gd name="connsiteX53" fmla="*/ 1027689 w 2037383"/>
              <a:gd name="connsiteY53" fmla="*/ 2921225 h 3042605"/>
              <a:gd name="connsiteX54" fmla="*/ 1076241 w 2037383"/>
              <a:gd name="connsiteY54" fmla="*/ 2888857 h 3042605"/>
              <a:gd name="connsiteX55" fmla="*/ 1108609 w 2037383"/>
              <a:gd name="connsiteY55" fmla="*/ 2864581 h 3042605"/>
              <a:gd name="connsiteX56" fmla="*/ 1165253 w 2037383"/>
              <a:gd name="connsiteY56" fmla="*/ 2832212 h 3042605"/>
              <a:gd name="connsiteX57" fmla="*/ 1286634 w 2037383"/>
              <a:gd name="connsiteY57" fmla="*/ 2735108 h 3042605"/>
              <a:gd name="connsiteX58" fmla="*/ 1319002 w 2037383"/>
              <a:gd name="connsiteY58" fmla="*/ 2694648 h 3042605"/>
              <a:gd name="connsiteX59" fmla="*/ 1343278 w 2037383"/>
              <a:gd name="connsiteY59" fmla="*/ 2670372 h 3042605"/>
              <a:gd name="connsiteX60" fmla="*/ 1383738 w 2037383"/>
              <a:gd name="connsiteY60" fmla="*/ 2621820 h 3042605"/>
              <a:gd name="connsiteX61" fmla="*/ 1416106 w 2037383"/>
              <a:gd name="connsiteY61" fmla="*/ 2589451 h 3042605"/>
              <a:gd name="connsiteX62" fmla="*/ 1456566 w 2037383"/>
              <a:gd name="connsiteY62" fmla="*/ 2532807 h 3042605"/>
              <a:gd name="connsiteX63" fmla="*/ 1553671 w 2037383"/>
              <a:gd name="connsiteY63" fmla="*/ 2411427 h 3042605"/>
              <a:gd name="connsiteX64" fmla="*/ 1626499 w 2037383"/>
              <a:gd name="connsiteY64" fmla="*/ 2290046 h 3042605"/>
              <a:gd name="connsiteX65" fmla="*/ 1691235 w 2037383"/>
              <a:gd name="connsiteY65" fmla="*/ 2176758 h 3042605"/>
              <a:gd name="connsiteX66" fmla="*/ 1715512 w 2037383"/>
              <a:gd name="connsiteY66" fmla="*/ 2120113 h 3042605"/>
              <a:gd name="connsiteX67" fmla="*/ 1747880 w 2037383"/>
              <a:gd name="connsiteY67" fmla="*/ 2071561 h 3042605"/>
              <a:gd name="connsiteX68" fmla="*/ 1764064 w 2037383"/>
              <a:gd name="connsiteY68" fmla="*/ 2039193 h 3042605"/>
              <a:gd name="connsiteX69" fmla="*/ 1836892 w 2037383"/>
              <a:gd name="connsiteY69" fmla="*/ 1909720 h 3042605"/>
              <a:gd name="connsiteX70" fmla="*/ 1861168 w 2037383"/>
              <a:gd name="connsiteY70" fmla="*/ 1804524 h 3042605"/>
              <a:gd name="connsiteX71" fmla="*/ 1885444 w 2037383"/>
              <a:gd name="connsiteY71" fmla="*/ 1755972 h 3042605"/>
              <a:gd name="connsiteX72" fmla="*/ 1901628 w 2037383"/>
              <a:gd name="connsiteY72" fmla="*/ 1675051 h 3042605"/>
              <a:gd name="connsiteX73" fmla="*/ 1917812 w 2037383"/>
              <a:gd name="connsiteY73" fmla="*/ 1618407 h 3042605"/>
              <a:gd name="connsiteX74" fmla="*/ 1925905 w 2037383"/>
              <a:gd name="connsiteY74" fmla="*/ 1594131 h 3042605"/>
              <a:gd name="connsiteX75" fmla="*/ 1942089 w 2037383"/>
              <a:gd name="connsiteY75" fmla="*/ 1513211 h 3042605"/>
              <a:gd name="connsiteX76" fmla="*/ 1974457 w 2037383"/>
              <a:gd name="connsiteY76" fmla="*/ 1399922 h 3042605"/>
              <a:gd name="connsiteX77" fmla="*/ 1982549 w 2037383"/>
              <a:gd name="connsiteY77" fmla="*/ 1165253 h 3042605"/>
              <a:gd name="connsiteX78" fmla="*/ 1958273 w 2037383"/>
              <a:gd name="connsiteY78" fmla="*/ 347958 h 3042605"/>
              <a:gd name="connsiteX79" fmla="*/ 1950181 w 2037383"/>
              <a:gd name="connsiteY79" fmla="*/ 323681 h 3042605"/>
              <a:gd name="connsiteX80" fmla="*/ 1942089 w 2037383"/>
              <a:gd name="connsiteY80" fmla="*/ 291313 h 3042605"/>
              <a:gd name="connsiteX81" fmla="*/ 1909720 w 2037383"/>
              <a:gd name="connsiteY81" fmla="*/ 226577 h 3042605"/>
              <a:gd name="connsiteX82" fmla="*/ 1836892 w 2037383"/>
              <a:gd name="connsiteY82" fmla="*/ 113289 h 3042605"/>
              <a:gd name="connsiteX83" fmla="*/ 1788340 w 2037383"/>
              <a:gd name="connsiteY83" fmla="*/ 80920 h 3042605"/>
              <a:gd name="connsiteX84" fmla="*/ 1764064 w 2037383"/>
              <a:gd name="connsiteY84" fmla="*/ 64736 h 3042605"/>
              <a:gd name="connsiteX85" fmla="*/ 1731696 w 2037383"/>
              <a:gd name="connsiteY85" fmla="*/ 56644 h 3042605"/>
              <a:gd name="connsiteX86" fmla="*/ 1683143 w 2037383"/>
              <a:gd name="connsiteY86" fmla="*/ 32368 h 3042605"/>
              <a:gd name="connsiteX87" fmla="*/ 1658867 w 2037383"/>
              <a:gd name="connsiteY87" fmla="*/ 16184 h 3042605"/>
              <a:gd name="connsiteX88" fmla="*/ 1610315 w 2037383"/>
              <a:gd name="connsiteY88" fmla="*/ 8092 h 3042605"/>
              <a:gd name="connsiteX89" fmla="*/ 1569855 w 2037383"/>
              <a:gd name="connsiteY89" fmla="*/ 0 h 3042605"/>
              <a:gd name="connsiteX90" fmla="*/ 1262358 w 2037383"/>
              <a:gd name="connsiteY90" fmla="*/ 8092 h 3042605"/>
              <a:gd name="connsiteX91" fmla="*/ 1221897 w 2037383"/>
              <a:gd name="connsiteY91" fmla="*/ 40460 h 3042605"/>
              <a:gd name="connsiteX92" fmla="*/ 1213805 w 2037383"/>
              <a:gd name="connsiteY92" fmla="*/ 64736 h 3042605"/>
              <a:gd name="connsiteX93" fmla="*/ 1181437 w 2037383"/>
              <a:gd name="connsiteY93" fmla="*/ 105197 h 3042605"/>
              <a:gd name="connsiteX94" fmla="*/ 1140977 w 2037383"/>
              <a:gd name="connsiteY94" fmla="*/ 145657 h 3042605"/>
              <a:gd name="connsiteX95" fmla="*/ 1124793 w 2037383"/>
              <a:gd name="connsiteY95" fmla="*/ 169933 h 3042605"/>
              <a:gd name="connsiteX96" fmla="*/ 1100517 w 2037383"/>
              <a:gd name="connsiteY96" fmla="*/ 186117 h 3042605"/>
              <a:gd name="connsiteX97" fmla="*/ 1092425 w 2037383"/>
              <a:gd name="connsiteY97" fmla="*/ 226577 h 3042605"/>
              <a:gd name="connsiteX98" fmla="*/ 1068149 w 2037383"/>
              <a:gd name="connsiteY98" fmla="*/ 331774 h 304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037383" h="3042605">
                <a:moveTo>
                  <a:pt x="1068149" y="331774"/>
                </a:moveTo>
                <a:cubicBezTo>
                  <a:pt x="1070846" y="366840"/>
                  <a:pt x="1079137" y="341187"/>
                  <a:pt x="1108609" y="436970"/>
                </a:cubicBezTo>
                <a:cubicBezTo>
                  <a:pt x="1139026" y="535826"/>
                  <a:pt x="1113304" y="419985"/>
                  <a:pt x="1132885" y="517890"/>
                </a:cubicBezTo>
                <a:cubicBezTo>
                  <a:pt x="1135582" y="582626"/>
                  <a:pt x="1140977" y="647306"/>
                  <a:pt x="1140977" y="712099"/>
                </a:cubicBezTo>
                <a:cubicBezTo>
                  <a:pt x="1140977" y="922509"/>
                  <a:pt x="1137834" y="1132926"/>
                  <a:pt x="1132885" y="1343278"/>
                </a:cubicBezTo>
                <a:cubicBezTo>
                  <a:pt x="1132278" y="1369072"/>
                  <a:pt x="1114585" y="1453626"/>
                  <a:pt x="1108609" y="1472751"/>
                </a:cubicBezTo>
                <a:cubicBezTo>
                  <a:pt x="1102482" y="1492358"/>
                  <a:pt x="1092833" y="1510694"/>
                  <a:pt x="1084333" y="1529395"/>
                </a:cubicBezTo>
                <a:cubicBezTo>
                  <a:pt x="1079341" y="1540377"/>
                  <a:pt x="1071964" y="1550319"/>
                  <a:pt x="1068149" y="1561763"/>
                </a:cubicBezTo>
                <a:cubicBezTo>
                  <a:pt x="1061115" y="1582864"/>
                  <a:pt x="1058241" y="1605160"/>
                  <a:pt x="1051965" y="1626499"/>
                </a:cubicBezTo>
                <a:cubicBezTo>
                  <a:pt x="1047506" y="1641659"/>
                  <a:pt x="1023336" y="1716126"/>
                  <a:pt x="1011505" y="1739788"/>
                </a:cubicBezTo>
                <a:cubicBezTo>
                  <a:pt x="1007155" y="1748487"/>
                  <a:pt x="1000145" y="1755620"/>
                  <a:pt x="995320" y="1764064"/>
                </a:cubicBezTo>
                <a:cubicBezTo>
                  <a:pt x="989335" y="1774537"/>
                  <a:pt x="986491" y="1786871"/>
                  <a:pt x="979136" y="1796432"/>
                </a:cubicBezTo>
                <a:cubicBezTo>
                  <a:pt x="959332" y="1822177"/>
                  <a:pt x="935193" y="1844308"/>
                  <a:pt x="914400" y="1869260"/>
                </a:cubicBezTo>
                <a:cubicBezTo>
                  <a:pt x="837449" y="1961602"/>
                  <a:pt x="891164" y="1927771"/>
                  <a:pt x="801112" y="1966365"/>
                </a:cubicBezTo>
                <a:cubicBezTo>
                  <a:pt x="770972" y="1996505"/>
                  <a:pt x="746623" y="2034500"/>
                  <a:pt x="704007" y="2047285"/>
                </a:cubicBezTo>
                <a:cubicBezTo>
                  <a:pt x="688292" y="2052000"/>
                  <a:pt x="671639" y="2052680"/>
                  <a:pt x="655455" y="2055377"/>
                </a:cubicBezTo>
                <a:cubicBezTo>
                  <a:pt x="647363" y="2060772"/>
                  <a:pt x="640405" y="2068486"/>
                  <a:pt x="631179" y="2071561"/>
                </a:cubicBezTo>
                <a:cubicBezTo>
                  <a:pt x="615614" y="2076749"/>
                  <a:pt x="598716" y="2076435"/>
                  <a:pt x="582627" y="2079653"/>
                </a:cubicBezTo>
                <a:cubicBezTo>
                  <a:pt x="571721" y="2081834"/>
                  <a:pt x="561048" y="2085048"/>
                  <a:pt x="550258" y="2087745"/>
                </a:cubicBezTo>
                <a:cubicBezTo>
                  <a:pt x="542166" y="2093140"/>
                  <a:pt x="534869" y="2099979"/>
                  <a:pt x="525982" y="2103929"/>
                </a:cubicBezTo>
                <a:cubicBezTo>
                  <a:pt x="510393" y="2110857"/>
                  <a:pt x="491624" y="2110650"/>
                  <a:pt x="477430" y="2120113"/>
                </a:cubicBezTo>
                <a:cubicBezTo>
                  <a:pt x="469338" y="2125508"/>
                  <a:pt x="461068" y="2130644"/>
                  <a:pt x="453154" y="2136297"/>
                </a:cubicBezTo>
                <a:cubicBezTo>
                  <a:pt x="442179" y="2144136"/>
                  <a:pt x="432496" y="2153882"/>
                  <a:pt x="420786" y="2160574"/>
                </a:cubicBezTo>
                <a:cubicBezTo>
                  <a:pt x="413380" y="2164806"/>
                  <a:pt x="404602" y="2165969"/>
                  <a:pt x="396510" y="2168666"/>
                </a:cubicBezTo>
                <a:cubicBezTo>
                  <a:pt x="379353" y="2191542"/>
                  <a:pt x="374114" y="2206009"/>
                  <a:pt x="347958" y="2217218"/>
                </a:cubicBezTo>
                <a:cubicBezTo>
                  <a:pt x="337736" y="2221599"/>
                  <a:pt x="326379" y="2222613"/>
                  <a:pt x="315589" y="2225310"/>
                </a:cubicBezTo>
                <a:cubicBezTo>
                  <a:pt x="302102" y="2236099"/>
                  <a:pt x="288127" y="2246305"/>
                  <a:pt x="275129" y="2257678"/>
                </a:cubicBezTo>
                <a:cubicBezTo>
                  <a:pt x="266517" y="2265214"/>
                  <a:pt x="260375" y="2275606"/>
                  <a:pt x="250853" y="2281954"/>
                </a:cubicBezTo>
                <a:cubicBezTo>
                  <a:pt x="243756" y="2286685"/>
                  <a:pt x="234669" y="2287349"/>
                  <a:pt x="226577" y="2290046"/>
                </a:cubicBezTo>
                <a:cubicBezTo>
                  <a:pt x="218485" y="2300835"/>
                  <a:pt x="210140" y="2311439"/>
                  <a:pt x="202301" y="2322414"/>
                </a:cubicBezTo>
                <a:cubicBezTo>
                  <a:pt x="196648" y="2330328"/>
                  <a:pt x="192994" y="2339813"/>
                  <a:pt x="186117" y="2346690"/>
                </a:cubicBezTo>
                <a:cubicBezTo>
                  <a:pt x="174679" y="2358128"/>
                  <a:pt x="142166" y="2372711"/>
                  <a:pt x="129473" y="2379058"/>
                </a:cubicBezTo>
                <a:cubicBezTo>
                  <a:pt x="91341" y="2436258"/>
                  <a:pt x="139186" y="2365461"/>
                  <a:pt x="89012" y="2435703"/>
                </a:cubicBezTo>
                <a:cubicBezTo>
                  <a:pt x="83359" y="2443617"/>
                  <a:pt x="78481" y="2452065"/>
                  <a:pt x="72828" y="2459979"/>
                </a:cubicBezTo>
                <a:cubicBezTo>
                  <a:pt x="69312" y="2464902"/>
                  <a:pt x="36855" y="2506527"/>
                  <a:pt x="32368" y="2516623"/>
                </a:cubicBezTo>
                <a:cubicBezTo>
                  <a:pt x="25440" y="2532212"/>
                  <a:pt x="22520" y="2549336"/>
                  <a:pt x="16184" y="2565175"/>
                </a:cubicBezTo>
                <a:cubicBezTo>
                  <a:pt x="11704" y="2576375"/>
                  <a:pt x="5395" y="2586754"/>
                  <a:pt x="0" y="2597543"/>
                </a:cubicBezTo>
                <a:cubicBezTo>
                  <a:pt x="2697" y="2651490"/>
                  <a:pt x="-442" y="2706048"/>
                  <a:pt x="8092" y="2759384"/>
                </a:cubicBezTo>
                <a:cubicBezTo>
                  <a:pt x="10577" y="2774914"/>
                  <a:pt x="25334" y="2785776"/>
                  <a:pt x="32368" y="2799844"/>
                </a:cubicBezTo>
                <a:cubicBezTo>
                  <a:pt x="38864" y="2812836"/>
                  <a:pt x="41345" y="2827692"/>
                  <a:pt x="48552" y="2840304"/>
                </a:cubicBezTo>
                <a:cubicBezTo>
                  <a:pt x="52337" y="2846928"/>
                  <a:pt x="59970" y="2850531"/>
                  <a:pt x="64736" y="2856489"/>
                </a:cubicBezTo>
                <a:cubicBezTo>
                  <a:pt x="70811" y="2864083"/>
                  <a:pt x="74043" y="2873888"/>
                  <a:pt x="80920" y="2880765"/>
                </a:cubicBezTo>
                <a:cubicBezTo>
                  <a:pt x="84584" y="2884429"/>
                  <a:pt x="128377" y="2916631"/>
                  <a:pt x="137565" y="2921225"/>
                </a:cubicBezTo>
                <a:cubicBezTo>
                  <a:pt x="145194" y="2925040"/>
                  <a:pt x="153749" y="2926620"/>
                  <a:pt x="161841" y="2929317"/>
                </a:cubicBezTo>
                <a:cubicBezTo>
                  <a:pt x="169933" y="2940106"/>
                  <a:pt x="175142" y="2953846"/>
                  <a:pt x="186117" y="2961685"/>
                </a:cubicBezTo>
                <a:cubicBezTo>
                  <a:pt x="195167" y="2968149"/>
                  <a:pt x="207792" y="2966722"/>
                  <a:pt x="218485" y="2969777"/>
                </a:cubicBezTo>
                <a:cubicBezTo>
                  <a:pt x="286680" y="2989261"/>
                  <a:pt x="196108" y="2963655"/>
                  <a:pt x="267037" y="2994053"/>
                </a:cubicBezTo>
                <a:cubicBezTo>
                  <a:pt x="277259" y="2998434"/>
                  <a:pt x="288616" y="2999448"/>
                  <a:pt x="299405" y="3002145"/>
                </a:cubicBezTo>
                <a:cubicBezTo>
                  <a:pt x="307497" y="3007540"/>
                  <a:pt x="314982" y="3013980"/>
                  <a:pt x="323681" y="3018329"/>
                </a:cubicBezTo>
                <a:cubicBezTo>
                  <a:pt x="343031" y="3028004"/>
                  <a:pt x="367408" y="3035602"/>
                  <a:pt x="388418" y="3042605"/>
                </a:cubicBezTo>
                <a:lnTo>
                  <a:pt x="801112" y="3018329"/>
                </a:lnTo>
                <a:cubicBezTo>
                  <a:pt x="843984" y="3015211"/>
                  <a:pt x="838858" y="2999456"/>
                  <a:pt x="882032" y="2977869"/>
                </a:cubicBezTo>
                <a:cubicBezTo>
                  <a:pt x="897290" y="2970240"/>
                  <a:pt x="915956" y="2970462"/>
                  <a:pt x="930584" y="2961685"/>
                </a:cubicBezTo>
                <a:cubicBezTo>
                  <a:pt x="987883" y="2927306"/>
                  <a:pt x="955921" y="2941730"/>
                  <a:pt x="1027689" y="2921225"/>
                </a:cubicBezTo>
                <a:cubicBezTo>
                  <a:pt x="1043873" y="2910436"/>
                  <a:pt x="1060306" y="2900011"/>
                  <a:pt x="1076241" y="2888857"/>
                </a:cubicBezTo>
                <a:cubicBezTo>
                  <a:pt x="1087290" y="2881123"/>
                  <a:pt x="1097231" y="2871822"/>
                  <a:pt x="1108609" y="2864581"/>
                </a:cubicBezTo>
                <a:cubicBezTo>
                  <a:pt x="1126956" y="2852906"/>
                  <a:pt x="1147333" y="2844532"/>
                  <a:pt x="1165253" y="2832212"/>
                </a:cubicBezTo>
                <a:cubicBezTo>
                  <a:pt x="1172665" y="2827116"/>
                  <a:pt x="1270656" y="2751085"/>
                  <a:pt x="1286634" y="2735108"/>
                </a:cubicBezTo>
                <a:cubicBezTo>
                  <a:pt x="1298847" y="2722895"/>
                  <a:pt x="1307629" y="2707646"/>
                  <a:pt x="1319002" y="2694648"/>
                </a:cubicBezTo>
                <a:cubicBezTo>
                  <a:pt x="1326538" y="2686036"/>
                  <a:pt x="1335675" y="2678925"/>
                  <a:pt x="1343278" y="2670372"/>
                </a:cubicBezTo>
                <a:cubicBezTo>
                  <a:pt x="1357274" y="2654626"/>
                  <a:pt x="1369645" y="2637479"/>
                  <a:pt x="1383738" y="2621820"/>
                </a:cubicBezTo>
                <a:cubicBezTo>
                  <a:pt x="1393945" y="2610478"/>
                  <a:pt x="1406444" y="2601261"/>
                  <a:pt x="1416106" y="2589451"/>
                </a:cubicBezTo>
                <a:cubicBezTo>
                  <a:pt x="1430799" y="2571493"/>
                  <a:pt x="1441873" y="2550765"/>
                  <a:pt x="1456566" y="2532807"/>
                </a:cubicBezTo>
                <a:cubicBezTo>
                  <a:pt x="1506903" y="2471285"/>
                  <a:pt x="1499134" y="2520503"/>
                  <a:pt x="1553671" y="2411427"/>
                </a:cubicBezTo>
                <a:cubicBezTo>
                  <a:pt x="1627325" y="2264116"/>
                  <a:pt x="1509331" y="2495091"/>
                  <a:pt x="1626499" y="2290046"/>
                </a:cubicBezTo>
                <a:cubicBezTo>
                  <a:pt x="1648078" y="2252283"/>
                  <a:pt x="1677480" y="2218019"/>
                  <a:pt x="1691235" y="2176758"/>
                </a:cubicBezTo>
                <a:cubicBezTo>
                  <a:pt x="1699607" y="2151645"/>
                  <a:pt x="1700514" y="2145110"/>
                  <a:pt x="1715512" y="2120113"/>
                </a:cubicBezTo>
                <a:cubicBezTo>
                  <a:pt x="1725519" y="2103434"/>
                  <a:pt x="1737873" y="2088240"/>
                  <a:pt x="1747880" y="2071561"/>
                </a:cubicBezTo>
                <a:cubicBezTo>
                  <a:pt x="1754086" y="2061217"/>
                  <a:pt x="1758150" y="2049707"/>
                  <a:pt x="1764064" y="2039193"/>
                </a:cubicBezTo>
                <a:cubicBezTo>
                  <a:pt x="1844702" y="1895837"/>
                  <a:pt x="1798183" y="1987141"/>
                  <a:pt x="1836892" y="1909720"/>
                </a:cubicBezTo>
                <a:cubicBezTo>
                  <a:pt x="1843636" y="1869256"/>
                  <a:pt x="1845954" y="1844081"/>
                  <a:pt x="1861168" y="1804524"/>
                </a:cubicBezTo>
                <a:cubicBezTo>
                  <a:pt x="1867663" y="1787636"/>
                  <a:pt x="1877352" y="1772156"/>
                  <a:pt x="1885444" y="1755972"/>
                </a:cubicBezTo>
                <a:cubicBezTo>
                  <a:pt x="1892820" y="1711718"/>
                  <a:pt x="1891282" y="1712988"/>
                  <a:pt x="1901628" y="1675051"/>
                </a:cubicBezTo>
                <a:cubicBezTo>
                  <a:pt x="1906795" y="1656106"/>
                  <a:pt x="1912169" y="1637216"/>
                  <a:pt x="1917812" y="1618407"/>
                </a:cubicBezTo>
                <a:cubicBezTo>
                  <a:pt x="1920263" y="1610237"/>
                  <a:pt x="1923987" y="1602442"/>
                  <a:pt x="1925905" y="1594131"/>
                </a:cubicBezTo>
                <a:cubicBezTo>
                  <a:pt x="1932091" y="1567328"/>
                  <a:pt x="1933390" y="1539307"/>
                  <a:pt x="1942089" y="1513211"/>
                </a:cubicBezTo>
                <a:cubicBezTo>
                  <a:pt x="1970714" y="1427334"/>
                  <a:pt x="1961346" y="1465475"/>
                  <a:pt x="1974457" y="1399922"/>
                </a:cubicBezTo>
                <a:cubicBezTo>
                  <a:pt x="1977154" y="1321699"/>
                  <a:pt x="1982549" y="1243522"/>
                  <a:pt x="1982549" y="1165253"/>
                </a:cubicBezTo>
                <a:cubicBezTo>
                  <a:pt x="1982549" y="374796"/>
                  <a:pt x="2120793" y="591737"/>
                  <a:pt x="1958273" y="347958"/>
                </a:cubicBezTo>
                <a:cubicBezTo>
                  <a:pt x="1955576" y="339866"/>
                  <a:pt x="1952524" y="331883"/>
                  <a:pt x="1950181" y="323681"/>
                </a:cubicBezTo>
                <a:cubicBezTo>
                  <a:pt x="1947126" y="312988"/>
                  <a:pt x="1945606" y="301864"/>
                  <a:pt x="1942089" y="291313"/>
                </a:cubicBezTo>
                <a:cubicBezTo>
                  <a:pt x="1922969" y="233952"/>
                  <a:pt x="1933510" y="268209"/>
                  <a:pt x="1909720" y="226577"/>
                </a:cubicBezTo>
                <a:cubicBezTo>
                  <a:pt x="1888055" y="188665"/>
                  <a:pt x="1875223" y="138844"/>
                  <a:pt x="1836892" y="113289"/>
                </a:cubicBezTo>
                <a:lnTo>
                  <a:pt x="1788340" y="80920"/>
                </a:lnTo>
                <a:cubicBezTo>
                  <a:pt x="1780248" y="75525"/>
                  <a:pt x="1773499" y="67095"/>
                  <a:pt x="1764064" y="64736"/>
                </a:cubicBezTo>
                <a:lnTo>
                  <a:pt x="1731696" y="56644"/>
                </a:lnTo>
                <a:cubicBezTo>
                  <a:pt x="1662126" y="10264"/>
                  <a:pt x="1750148" y="65870"/>
                  <a:pt x="1683143" y="32368"/>
                </a:cubicBezTo>
                <a:cubicBezTo>
                  <a:pt x="1674444" y="28019"/>
                  <a:pt x="1668093" y="19259"/>
                  <a:pt x="1658867" y="16184"/>
                </a:cubicBezTo>
                <a:cubicBezTo>
                  <a:pt x="1643302" y="10996"/>
                  <a:pt x="1626458" y="11027"/>
                  <a:pt x="1610315" y="8092"/>
                </a:cubicBezTo>
                <a:cubicBezTo>
                  <a:pt x="1596783" y="5632"/>
                  <a:pt x="1583342" y="2697"/>
                  <a:pt x="1569855" y="0"/>
                </a:cubicBezTo>
                <a:cubicBezTo>
                  <a:pt x="1467356" y="2697"/>
                  <a:pt x="1364771" y="3096"/>
                  <a:pt x="1262358" y="8092"/>
                </a:cubicBezTo>
                <a:cubicBezTo>
                  <a:pt x="1238441" y="9259"/>
                  <a:pt x="1231883" y="20489"/>
                  <a:pt x="1221897" y="40460"/>
                </a:cubicBezTo>
                <a:cubicBezTo>
                  <a:pt x="1218082" y="48089"/>
                  <a:pt x="1217620" y="57107"/>
                  <a:pt x="1213805" y="64736"/>
                </a:cubicBezTo>
                <a:cubicBezTo>
                  <a:pt x="1197202" y="97941"/>
                  <a:pt x="1201506" y="80110"/>
                  <a:pt x="1181437" y="105197"/>
                </a:cubicBezTo>
                <a:cubicBezTo>
                  <a:pt x="1150612" y="143729"/>
                  <a:pt x="1182591" y="117914"/>
                  <a:pt x="1140977" y="145657"/>
                </a:cubicBezTo>
                <a:cubicBezTo>
                  <a:pt x="1135582" y="153749"/>
                  <a:pt x="1131670" y="163056"/>
                  <a:pt x="1124793" y="169933"/>
                </a:cubicBezTo>
                <a:cubicBezTo>
                  <a:pt x="1117916" y="176810"/>
                  <a:pt x="1105342" y="177673"/>
                  <a:pt x="1100517" y="186117"/>
                </a:cubicBezTo>
                <a:cubicBezTo>
                  <a:pt x="1093693" y="198059"/>
                  <a:pt x="1095761" y="213234"/>
                  <a:pt x="1092425" y="226577"/>
                </a:cubicBezTo>
                <a:cubicBezTo>
                  <a:pt x="1072391" y="306712"/>
                  <a:pt x="1065452" y="296708"/>
                  <a:pt x="1068149" y="331774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עוקבים ומצבים קודמים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705579" y="2115986"/>
            <a:ext cx="3174355" cy="2524715"/>
          </a:xfrm>
          <a:custGeom>
            <a:avLst/>
            <a:gdLst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174355" h="2524715">
                <a:moveTo>
                  <a:pt x="113289" y="1424198"/>
                </a:moveTo>
                <a:cubicBezTo>
                  <a:pt x="103848" y="1432290"/>
                  <a:pt x="110487" y="1451962"/>
                  <a:pt x="105197" y="1464658"/>
                </a:cubicBezTo>
                <a:cubicBezTo>
                  <a:pt x="96833" y="1484732"/>
                  <a:pt x="83242" y="1502211"/>
                  <a:pt x="72829" y="1521302"/>
                </a:cubicBezTo>
                <a:cubicBezTo>
                  <a:pt x="67053" y="1531892"/>
                  <a:pt x="62040" y="1542881"/>
                  <a:pt x="56645" y="1553671"/>
                </a:cubicBezTo>
                <a:cubicBezTo>
                  <a:pt x="51250" y="1577947"/>
                  <a:pt x="48324" y="1602907"/>
                  <a:pt x="40460" y="1626499"/>
                </a:cubicBezTo>
                <a:cubicBezTo>
                  <a:pt x="37384" y="1635725"/>
                  <a:pt x="27351" y="1641549"/>
                  <a:pt x="24276" y="1650775"/>
                </a:cubicBezTo>
                <a:cubicBezTo>
                  <a:pt x="19088" y="1666340"/>
                  <a:pt x="20501" y="1683498"/>
                  <a:pt x="16184" y="1699327"/>
                </a:cubicBezTo>
                <a:cubicBezTo>
                  <a:pt x="12362" y="1713341"/>
                  <a:pt x="5395" y="1726300"/>
                  <a:pt x="0" y="1739787"/>
                </a:cubicBezTo>
                <a:cubicBezTo>
                  <a:pt x="2697" y="1901628"/>
                  <a:pt x="393" y="2063629"/>
                  <a:pt x="8092" y="2225309"/>
                </a:cubicBezTo>
                <a:cubicBezTo>
                  <a:pt x="8555" y="2235024"/>
                  <a:pt x="20445" y="2240647"/>
                  <a:pt x="24276" y="2249586"/>
                </a:cubicBezTo>
                <a:cubicBezTo>
                  <a:pt x="28657" y="2259808"/>
                  <a:pt x="29313" y="2271261"/>
                  <a:pt x="32368" y="2281954"/>
                </a:cubicBezTo>
                <a:cubicBezTo>
                  <a:pt x="34711" y="2290156"/>
                  <a:pt x="37100" y="2298390"/>
                  <a:pt x="40460" y="2306230"/>
                </a:cubicBezTo>
                <a:cubicBezTo>
                  <a:pt x="55270" y="2340785"/>
                  <a:pt x="57688" y="2339989"/>
                  <a:pt x="80921" y="2370966"/>
                </a:cubicBezTo>
                <a:cubicBezTo>
                  <a:pt x="83618" y="2379058"/>
                  <a:pt x="84781" y="2387836"/>
                  <a:pt x="89013" y="2395242"/>
                </a:cubicBezTo>
                <a:cubicBezTo>
                  <a:pt x="103399" y="2420418"/>
                  <a:pt x="120482" y="2437500"/>
                  <a:pt x="145657" y="2451886"/>
                </a:cubicBezTo>
                <a:cubicBezTo>
                  <a:pt x="153063" y="2456118"/>
                  <a:pt x="161841" y="2457281"/>
                  <a:pt x="169933" y="2459979"/>
                </a:cubicBezTo>
                <a:cubicBezTo>
                  <a:pt x="178025" y="2468071"/>
                  <a:pt x="183791" y="2479520"/>
                  <a:pt x="194209" y="2484255"/>
                </a:cubicBezTo>
                <a:cubicBezTo>
                  <a:pt x="214458" y="2493459"/>
                  <a:pt x="237844" y="2493405"/>
                  <a:pt x="258945" y="2500439"/>
                </a:cubicBezTo>
                <a:cubicBezTo>
                  <a:pt x="279744" y="2507372"/>
                  <a:pt x="293238" y="2512559"/>
                  <a:pt x="315590" y="2516623"/>
                </a:cubicBezTo>
                <a:cubicBezTo>
                  <a:pt x="334355" y="2520035"/>
                  <a:pt x="353353" y="2522018"/>
                  <a:pt x="372234" y="2524715"/>
                </a:cubicBezTo>
                <a:cubicBezTo>
                  <a:pt x="434273" y="2522018"/>
                  <a:pt x="496663" y="2523741"/>
                  <a:pt x="558351" y="2516623"/>
                </a:cubicBezTo>
                <a:cubicBezTo>
                  <a:pt x="568012" y="2515508"/>
                  <a:pt x="573928" y="2504788"/>
                  <a:pt x="582627" y="2500439"/>
                </a:cubicBezTo>
                <a:cubicBezTo>
                  <a:pt x="595619" y="2493943"/>
                  <a:pt x="609600" y="2489650"/>
                  <a:pt x="623087" y="2484255"/>
                </a:cubicBezTo>
                <a:lnTo>
                  <a:pt x="655455" y="2435702"/>
                </a:lnTo>
                <a:cubicBezTo>
                  <a:pt x="660850" y="2427610"/>
                  <a:pt x="667290" y="2420125"/>
                  <a:pt x="671639" y="2411426"/>
                </a:cubicBezTo>
                <a:cubicBezTo>
                  <a:pt x="677034" y="2400637"/>
                  <a:pt x="681430" y="2389287"/>
                  <a:pt x="687823" y="2379058"/>
                </a:cubicBezTo>
                <a:cubicBezTo>
                  <a:pt x="694971" y="2367621"/>
                  <a:pt x="705549" y="2358479"/>
                  <a:pt x="712099" y="2346690"/>
                </a:cubicBezTo>
                <a:cubicBezTo>
                  <a:pt x="719153" y="2333992"/>
                  <a:pt x="721787" y="2319222"/>
                  <a:pt x="728283" y="2306230"/>
                </a:cubicBezTo>
                <a:cubicBezTo>
                  <a:pt x="732633" y="2297531"/>
                  <a:pt x="740118" y="2290653"/>
                  <a:pt x="744468" y="2281954"/>
                </a:cubicBezTo>
                <a:cubicBezTo>
                  <a:pt x="750964" y="2268962"/>
                  <a:pt x="754753" y="2254768"/>
                  <a:pt x="760652" y="2241494"/>
                </a:cubicBezTo>
                <a:cubicBezTo>
                  <a:pt x="765551" y="2230471"/>
                  <a:pt x="772714" y="2220462"/>
                  <a:pt x="776836" y="2209125"/>
                </a:cubicBezTo>
                <a:cubicBezTo>
                  <a:pt x="783547" y="2190670"/>
                  <a:pt x="787853" y="2171426"/>
                  <a:pt x="793020" y="2152481"/>
                </a:cubicBezTo>
                <a:cubicBezTo>
                  <a:pt x="795946" y="2141751"/>
                  <a:pt x="796731" y="2130335"/>
                  <a:pt x="801112" y="2120113"/>
                </a:cubicBezTo>
                <a:cubicBezTo>
                  <a:pt x="804943" y="2111174"/>
                  <a:pt x="812471" y="2104281"/>
                  <a:pt x="817296" y="2095837"/>
                </a:cubicBezTo>
                <a:cubicBezTo>
                  <a:pt x="823281" y="2085364"/>
                  <a:pt x="828581" y="2074492"/>
                  <a:pt x="833480" y="2063469"/>
                </a:cubicBezTo>
                <a:cubicBezTo>
                  <a:pt x="855800" y="2013249"/>
                  <a:pt x="844606" y="2036668"/>
                  <a:pt x="857756" y="1990640"/>
                </a:cubicBezTo>
                <a:cubicBezTo>
                  <a:pt x="860099" y="1982438"/>
                  <a:pt x="863779" y="1974639"/>
                  <a:pt x="865848" y="1966364"/>
                </a:cubicBezTo>
                <a:cubicBezTo>
                  <a:pt x="869184" y="1953021"/>
                  <a:pt x="868832" y="1938674"/>
                  <a:pt x="873940" y="1925904"/>
                </a:cubicBezTo>
                <a:cubicBezTo>
                  <a:pt x="879781" y="1911301"/>
                  <a:pt x="890124" y="1898931"/>
                  <a:pt x="898216" y="1885444"/>
                </a:cubicBezTo>
                <a:cubicBezTo>
                  <a:pt x="900913" y="1863865"/>
                  <a:pt x="902418" y="1842104"/>
                  <a:pt x="906308" y="1820708"/>
                </a:cubicBezTo>
                <a:cubicBezTo>
                  <a:pt x="907834" y="1812316"/>
                  <a:pt x="913628" y="1804927"/>
                  <a:pt x="914400" y="1796432"/>
                </a:cubicBezTo>
                <a:cubicBezTo>
                  <a:pt x="927018" y="1657631"/>
                  <a:pt x="911408" y="1685320"/>
                  <a:pt x="930584" y="1602223"/>
                </a:cubicBezTo>
                <a:cubicBezTo>
                  <a:pt x="935586" y="1580550"/>
                  <a:pt x="940916" y="1558945"/>
                  <a:pt x="946768" y="1537486"/>
                </a:cubicBezTo>
                <a:cubicBezTo>
                  <a:pt x="949012" y="1529257"/>
                  <a:pt x="951045" y="1520839"/>
                  <a:pt x="954860" y="1513210"/>
                </a:cubicBezTo>
                <a:cubicBezTo>
                  <a:pt x="959210" y="1504511"/>
                  <a:pt x="965650" y="1497026"/>
                  <a:pt x="971045" y="1488934"/>
                </a:cubicBezTo>
                <a:cubicBezTo>
                  <a:pt x="985580" y="1445330"/>
                  <a:pt x="969317" y="1482055"/>
                  <a:pt x="1003413" y="1440382"/>
                </a:cubicBezTo>
                <a:cubicBezTo>
                  <a:pt x="1020494" y="1419506"/>
                  <a:pt x="1032892" y="1394719"/>
                  <a:pt x="1051965" y="1375646"/>
                </a:cubicBezTo>
                <a:cubicBezTo>
                  <a:pt x="1068149" y="1359462"/>
                  <a:pt x="1086219" y="1344966"/>
                  <a:pt x="1100517" y="1327094"/>
                </a:cubicBezTo>
                <a:cubicBezTo>
                  <a:pt x="1164054" y="1247671"/>
                  <a:pt x="1101308" y="1319196"/>
                  <a:pt x="1165253" y="1262357"/>
                </a:cubicBezTo>
                <a:cubicBezTo>
                  <a:pt x="1179509" y="1249686"/>
                  <a:pt x="1192227" y="1235384"/>
                  <a:pt x="1205714" y="1221897"/>
                </a:cubicBezTo>
                <a:cubicBezTo>
                  <a:pt x="1213806" y="1213805"/>
                  <a:pt x="1220468" y="1203969"/>
                  <a:pt x="1229990" y="1197621"/>
                </a:cubicBezTo>
                <a:cubicBezTo>
                  <a:pt x="1238082" y="1192226"/>
                  <a:pt x="1247389" y="1188314"/>
                  <a:pt x="1254266" y="1181437"/>
                </a:cubicBezTo>
                <a:cubicBezTo>
                  <a:pt x="1263803" y="1171900"/>
                  <a:pt x="1267320" y="1156550"/>
                  <a:pt x="1278542" y="1149069"/>
                </a:cubicBezTo>
                <a:cubicBezTo>
                  <a:pt x="1292736" y="1139606"/>
                  <a:pt x="1312900" y="1142348"/>
                  <a:pt x="1327094" y="1132885"/>
                </a:cubicBezTo>
                <a:cubicBezTo>
                  <a:pt x="1362814" y="1109072"/>
                  <a:pt x="1341833" y="1118608"/>
                  <a:pt x="1391830" y="1108609"/>
                </a:cubicBezTo>
                <a:cubicBezTo>
                  <a:pt x="1402620" y="1103214"/>
                  <a:pt x="1412999" y="1096905"/>
                  <a:pt x="1424199" y="1092425"/>
                </a:cubicBezTo>
                <a:cubicBezTo>
                  <a:pt x="1440038" y="1086089"/>
                  <a:pt x="1458557" y="1085703"/>
                  <a:pt x="1472751" y="1076240"/>
                </a:cubicBezTo>
                <a:cubicBezTo>
                  <a:pt x="1493210" y="1062600"/>
                  <a:pt x="1497373" y="1056750"/>
                  <a:pt x="1521303" y="1051964"/>
                </a:cubicBezTo>
                <a:cubicBezTo>
                  <a:pt x="1540006" y="1048223"/>
                  <a:pt x="1558876" y="1044172"/>
                  <a:pt x="1577947" y="1043872"/>
                </a:cubicBezTo>
                <a:lnTo>
                  <a:pt x="2548991" y="1035780"/>
                </a:lnTo>
                <a:cubicBezTo>
                  <a:pt x="2596859" y="1030461"/>
                  <a:pt x="2695830" y="1020232"/>
                  <a:pt x="2735108" y="1011504"/>
                </a:cubicBezTo>
                <a:cubicBezTo>
                  <a:pt x="2760645" y="1005829"/>
                  <a:pt x="2769960" y="990032"/>
                  <a:pt x="2791752" y="979136"/>
                </a:cubicBezTo>
                <a:cubicBezTo>
                  <a:pt x="2810126" y="969949"/>
                  <a:pt x="2829515" y="962952"/>
                  <a:pt x="2848397" y="954860"/>
                </a:cubicBezTo>
                <a:cubicBezTo>
                  <a:pt x="2864581" y="938676"/>
                  <a:pt x="2879843" y="921514"/>
                  <a:pt x="2896949" y="906308"/>
                </a:cubicBezTo>
                <a:cubicBezTo>
                  <a:pt x="2928440" y="878316"/>
                  <a:pt x="2967079" y="857755"/>
                  <a:pt x="2994053" y="825387"/>
                </a:cubicBezTo>
                <a:cubicBezTo>
                  <a:pt x="3007540" y="809203"/>
                  <a:pt x="3020278" y="792365"/>
                  <a:pt x="3034514" y="776835"/>
                </a:cubicBezTo>
                <a:cubicBezTo>
                  <a:pt x="3049980" y="759963"/>
                  <a:pt x="3068633" y="746046"/>
                  <a:pt x="3083066" y="728283"/>
                </a:cubicBezTo>
                <a:cubicBezTo>
                  <a:pt x="3103828" y="702729"/>
                  <a:pt x="3139710" y="647363"/>
                  <a:pt x="3139710" y="647363"/>
                </a:cubicBezTo>
                <a:cubicBezTo>
                  <a:pt x="3145105" y="631179"/>
                  <a:pt x="3151756" y="615360"/>
                  <a:pt x="3155894" y="598810"/>
                </a:cubicBezTo>
                <a:cubicBezTo>
                  <a:pt x="3166055" y="558167"/>
                  <a:pt x="3160469" y="576993"/>
                  <a:pt x="3172078" y="542166"/>
                </a:cubicBezTo>
                <a:cubicBezTo>
                  <a:pt x="3168891" y="443369"/>
                  <a:pt x="3189330" y="336198"/>
                  <a:pt x="3147802" y="242761"/>
                </a:cubicBezTo>
                <a:cubicBezTo>
                  <a:pt x="3143852" y="233874"/>
                  <a:pt x="3137947" y="225869"/>
                  <a:pt x="3131618" y="218485"/>
                </a:cubicBezTo>
                <a:cubicBezTo>
                  <a:pt x="3121688" y="206900"/>
                  <a:pt x="3110039" y="196906"/>
                  <a:pt x="3099250" y="186117"/>
                </a:cubicBezTo>
                <a:cubicBezTo>
                  <a:pt x="3093855" y="172630"/>
                  <a:pt x="3091984" y="157122"/>
                  <a:pt x="3083066" y="145656"/>
                </a:cubicBezTo>
                <a:cubicBezTo>
                  <a:pt x="3072463" y="132023"/>
                  <a:pt x="3056423" y="123651"/>
                  <a:pt x="3042606" y="113288"/>
                </a:cubicBezTo>
                <a:cubicBezTo>
                  <a:pt x="3017508" y="94465"/>
                  <a:pt x="3022051" y="98345"/>
                  <a:pt x="2994053" y="89012"/>
                </a:cubicBezTo>
                <a:cubicBezTo>
                  <a:pt x="2990759" y="86377"/>
                  <a:pt x="2942759" y="46061"/>
                  <a:pt x="2929317" y="40460"/>
                </a:cubicBezTo>
                <a:cubicBezTo>
                  <a:pt x="2905696" y="30618"/>
                  <a:pt x="2881973" y="18501"/>
                  <a:pt x="2856489" y="16184"/>
                </a:cubicBezTo>
                <a:cubicBezTo>
                  <a:pt x="2719049" y="3690"/>
                  <a:pt x="2797223" y="9745"/>
                  <a:pt x="2621820" y="0"/>
                </a:cubicBezTo>
                <a:cubicBezTo>
                  <a:pt x="2353313" y="6393"/>
                  <a:pt x="2262773" y="4588"/>
                  <a:pt x="2006825" y="24276"/>
                </a:cubicBezTo>
                <a:cubicBezTo>
                  <a:pt x="1941627" y="29291"/>
                  <a:pt x="1989568" y="30964"/>
                  <a:pt x="1942089" y="40460"/>
                </a:cubicBezTo>
                <a:cubicBezTo>
                  <a:pt x="1923386" y="44201"/>
                  <a:pt x="1904148" y="44812"/>
                  <a:pt x="1885445" y="48552"/>
                </a:cubicBezTo>
                <a:cubicBezTo>
                  <a:pt x="1863634" y="52914"/>
                  <a:pt x="1842592" y="60757"/>
                  <a:pt x="1820708" y="64736"/>
                </a:cubicBezTo>
                <a:lnTo>
                  <a:pt x="1731696" y="80920"/>
                </a:lnTo>
                <a:cubicBezTo>
                  <a:pt x="1718178" y="83455"/>
                  <a:pt x="1704410" y="85060"/>
                  <a:pt x="1691236" y="89012"/>
                </a:cubicBezTo>
                <a:cubicBezTo>
                  <a:pt x="1677323" y="93186"/>
                  <a:pt x="1664743" y="101206"/>
                  <a:pt x="1650776" y="105196"/>
                </a:cubicBezTo>
                <a:cubicBezTo>
                  <a:pt x="1626864" y="112028"/>
                  <a:pt x="1602179" y="115788"/>
                  <a:pt x="1577947" y="121380"/>
                </a:cubicBezTo>
                <a:cubicBezTo>
                  <a:pt x="1567110" y="123881"/>
                  <a:pt x="1556130" y="125955"/>
                  <a:pt x="1545579" y="129472"/>
                </a:cubicBezTo>
                <a:cubicBezTo>
                  <a:pt x="1531799" y="134065"/>
                  <a:pt x="1518798" y="140770"/>
                  <a:pt x="1505119" y="145656"/>
                </a:cubicBezTo>
                <a:cubicBezTo>
                  <a:pt x="1481021" y="154263"/>
                  <a:pt x="1453583" y="155739"/>
                  <a:pt x="1432291" y="169933"/>
                </a:cubicBezTo>
                <a:cubicBezTo>
                  <a:pt x="1407911" y="186186"/>
                  <a:pt x="1404391" y="189982"/>
                  <a:pt x="1375646" y="202301"/>
                </a:cubicBezTo>
                <a:cubicBezTo>
                  <a:pt x="1367806" y="205661"/>
                  <a:pt x="1358999" y="206578"/>
                  <a:pt x="1351370" y="210393"/>
                </a:cubicBezTo>
                <a:cubicBezTo>
                  <a:pt x="1337302" y="217427"/>
                  <a:pt x="1324659" y="227031"/>
                  <a:pt x="1310910" y="234669"/>
                </a:cubicBezTo>
                <a:cubicBezTo>
                  <a:pt x="1300365" y="240527"/>
                  <a:pt x="1289087" y="244995"/>
                  <a:pt x="1278542" y="250853"/>
                </a:cubicBezTo>
                <a:cubicBezTo>
                  <a:pt x="1264793" y="258491"/>
                  <a:pt x="1251831" y="267491"/>
                  <a:pt x="1238082" y="275129"/>
                </a:cubicBezTo>
                <a:cubicBezTo>
                  <a:pt x="1227537" y="280987"/>
                  <a:pt x="1215943" y="284920"/>
                  <a:pt x="1205714" y="291313"/>
                </a:cubicBezTo>
                <a:cubicBezTo>
                  <a:pt x="1194277" y="298461"/>
                  <a:pt x="1184782" y="308441"/>
                  <a:pt x="1173345" y="315589"/>
                </a:cubicBezTo>
                <a:cubicBezTo>
                  <a:pt x="1163116" y="321982"/>
                  <a:pt x="1151321" y="325567"/>
                  <a:pt x="1140977" y="331773"/>
                </a:cubicBezTo>
                <a:cubicBezTo>
                  <a:pt x="1124298" y="341780"/>
                  <a:pt x="1111295" y="359424"/>
                  <a:pt x="1092425" y="364141"/>
                </a:cubicBezTo>
                <a:lnTo>
                  <a:pt x="1060057" y="372233"/>
                </a:lnTo>
                <a:cubicBezTo>
                  <a:pt x="1051965" y="380325"/>
                  <a:pt x="1044572" y="389183"/>
                  <a:pt x="1035781" y="396509"/>
                </a:cubicBezTo>
                <a:cubicBezTo>
                  <a:pt x="1028310" y="402735"/>
                  <a:pt x="1019419" y="407041"/>
                  <a:pt x="1011505" y="412694"/>
                </a:cubicBezTo>
                <a:cubicBezTo>
                  <a:pt x="1000531" y="420533"/>
                  <a:pt x="990186" y="429236"/>
                  <a:pt x="979137" y="436970"/>
                </a:cubicBezTo>
                <a:cubicBezTo>
                  <a:pt x="955235" y="453701"/>
                  <a:pt x="930584" y="469338"/>
                  <a:pt x="906308" y="485522"/>
                </a:cubicBezTo>
                <a:cubicBezTo>
                  <a:pt x="898216" y="490917"/>
                  <a:pt x="889812" y="495871"/>
                  <a:pt x="882032" y="501706"/>
                </a:cubicBezTo>
                <a:cubicBezTo>
                  <a:pt x="850926" y="525036"/>
                  <a:pt x="843963" y="527874"/>
                  <a:pt x="817296" y="558350"/>
                </a:cubicBezTo>
                <a:cubicBezTo>
                  <a:pt x="808415" y="568500"/>
                  <a:pt x="803458" y="582178"/>
                  <a:pt x="793020" y="590718"/>
                </a:cubicBezTo>
                <a:cubicBezTo>
                  <a:pt x="773325" y="606832"/>
                  <a:pt x="748641" y="615911"/>
                  <a:pt x="728283" y="631179"/>
                </a:cubicBezTo>
                <a:cubicBezTo>
                  <a:pt x="717494" y="639271"/>
                  <a:pt x="706890" y="647616"/>
                  <a:pt x="695915" y="655455"/>
                </a:cubicBezTo>
                <a:cubicBezTo>
                  <a:pt x="674699" y="670609"/>
                  <a:pt x="659614" y="677606"/>
                  <a:pt x="639271" y="695915"/>
                </a:cubicBezTo>
                <a:cubicBezTo>
                  <a:pt x="595868" y="734978"/>
                  <a:pt x="591916" y="742971"/>
                  <a:pt x="558351" y="784927"/>
                </a:cubicBezTo>
                <a:cubicBezTo>
                  <a:pt x="544130" y="827591"/>
                  <a:pt x="559658" y="793068"/>
                  <a:pt x="525983" y="833479"/>
                </a:cubicBezTo>
                <a:cubicBezTo>
                  <a:pt x="462316" y="909881"/>
                  <a:pt x="550370" y="809038"/>
                  <a:pt x="501706" y="882032"/>
                </a:cubicBezTo>
                <a:cubicBezTo>
                  <a:pt x="495358" y="891554"/>
                  <a:pt x="485522" y="898216"/>
                  <a:pt x="477430" y="906308"/>
                </a:cubicBezTo>
                <a:cubicBezTo>
                  <a:pt x="452273" y="981778"/>
                  <a:pt x="496021" y="856386"/>
                  <a:pt x="445062" y="971044"/>
                </a:cubicBezTo>
                <a:cubicBezTo>
                  <a:pt x="440545" y="981207"/>
                  <a:pt x="441944" y="993465"/>
                  <a:pt x="436970" y="1003412"/>
                </a:cubicBezTo>
                <a:cubicBezTo>
                  <a:pt x="428271" y="1020809"/>
                  <a:pt x="410753" y="1033511"/>
                  <a:pt x="404602" y="1051964"/>
                </a:cubicBezTo>
                <a:cubicBezTo>
                  <a:pt x="394097" y="1083478"/>
                  <a:pt x="402541" y="1070208"/>
                  <a:pt x="380326" y="1092425"/>
                </a:cubicBezTo>
                <a:cubicBezTo>
                  <a:pt x="377218" y="1111073"/>
                  <a:pt x="374102" y="1145332"/>
                  <a:pt x="364142" y="1165253"/>
                </a:cubicBezTo>
                <a:cubicBezTo>
                  <a:pt x="359793" y="1173952"/>
                  <a:pt x="351908" y="1180642"/>
                  <a:pt x="347958" y="1189529"/>
                </a:cubicBezTo>
                <a:cubicBezTo>
                  <a:pt x="340455" y="1206411"/>
                  <a:pt x="334535" y="1247201"/>
                  <a:pt x="315590" y="1262357"/>
                </a:cubicBezTo>
                <a:cubicBezTo>
                  <a:pt x="308929" y="1267685"/>
                  <a:pt x="299406" y="1267752"/>
                  <a:pt x="291314" y="1270449"/>
                </a:cubicBezTo>
                <a:cubicBezTo>
                  <a:pt x="276261" y="1285501"/>
                  <a:pt x="271268" y="1292610"/>
                  <a:pt x="250853" y="1302817"/>
                </a:cubicBezTo>
                <a:cubicBezTo>
                  <a:pt x="243224" y="1306632"/>
                  <a:pt x="234669" y="1308212"/>
                  <a:pt x="226577" y="1310909"/>
                </a:cubicBezTo>
                <a:cubicBezTo>
                  <a:pt x="221182" y="1316304"/>
                  <a:pt x="216351" y="1322328"/>
                  <a:pt x="210393" y="1327094"/>
                </a:cubicBezTo>
                <a:cubicBezTo>
                  <a:pt x="202799" y="1333170"/>
                  <a:pt x="191271" y="1335031"/>
                  <a:pt x="186117" y="1343278"/>
                </a:cubicBezTo>
                <a:cubicBezTo>
                  <a:pt x="177076" y="1357744"/>
                  <a:pt x="175328" y="1375646"/>
                  <a:pt x="169933" y="1391830"/>
                </a:cubicBezTo>
                <a:cubicBezTo>
                  <a:pt x="167236" y="1399922"/>
                  <a:pt x="168938" y="1411375"/>
                  <a:pt x="161841" y="1416106"/>
                </a:cubicBezTo>
                <a:cubicBezTo>
                  <a:pt x="135321" y="1433786"/>
                  <a:pt x="122730" y="1416106"/>
                  <a:pt x="113289" y="1424198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45643" y="3923207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590800" y="2743200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041143" y="2399207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895600" y="3048000"/>
            <a:ext cx="1195760" cy="10232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212593" y="2742107"/>
            <a:ext cx="0" cy="127209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88543" y="4094657"/>
            <a:ext cx="1752600" cy="114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4359042" y="314909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042" y="3149090"/>
                <a:ext cx="247184" cy="369332"/>
              </a:xfrm>
              <a:prstGeom prst="rect">
                <a:avLst/>
              </a:prstGeom>
              <a:blipFill>
                <a:blip r:embed="rId2"/>
                <a:stretch>
                  <a:fillRect t="-10000" r="-780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3539892" y="314909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892" y="3149090"/>
                <a:ext cx="247184" cy="369332"/>
              </a:xfrm>
              <a:prstGeom prst="rect">
                <a:avLst/>
              </a:prstGeom>
              <a:blipFill>
                <a:blip r:embed="rId3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873758" y="3774566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758" y="3774566"/>
                <a:ext cx="247184" cy="369332"/>
              </a:xfrm>
              <a:prstGeom prst="rect">
                <a:avLst/>
              </a:prstGeom>
              <a:blipFill>
                <a:blip r:embed="rId4"/>
                <a:stretch>
                  <a:fillRect t="-8197" r="-78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5265475" y="5535943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74145" y="4469251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34498" y="3218357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333826" y="3389807"/>
            <a:ext cx="2100672" cy="6814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4384043" y="4208957"/>
            <a:ext cx="1990102" cy="4317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333826" y="4346670"/>
            <a:ext cx="981866" cy="123949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5177316" y="3433741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316" y="3433741"/>
                <a:ext cx="247184" cy="369332"/>
              </a:xfrm>
              <a:prstGeom prst="rect">
                <a:avLst/>
              </a:prstGeom>
              <a:blipFill>
                <a:blip r:embed="rId5"/>
                <a:stretch>
                  <a:fillRect t="-8197" r="-78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5374132" y="4087724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132" y="4087724"/>
                <a:ext cx="247184" cy="369332"/>
              </a:xfrm>
              <a:prstGeom prst="rect">
                <a:avLst/>
              </a:prstGeom>
              <a:blipFill>
                <a:blip r:embed="rId6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4947049" y="4692583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49" y="4692583"/>
                <a:ext cx="247184" cy="369332"/>
              </a:xfrm>
              <a:prstGeom prst="rect">
                <a:avLst/>
              </a:prstGeom>
              <a:blipFill>
                <a:blip r:embed="rId7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29649" y="1371600"/>
                <a:ext cx="3851631" cy="5587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𝑃𝑟𝑒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={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∈</m:t>
                      </m:r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groupChr>
                        <m:groupChrPr>
                          <m:chr m:val="→"/>
                          <m:vertJc m:val="bot"/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groupChr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 sz="24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49" y="1371600"/>
                <a:ext cx="3851631" cy="558743"/>
              </a:xfrm>
              <a:prstGeom prst="rect">
                <a:avLst/>
              </a:prstGeom>
              <a:blipFill>
                <a:blip r:embed="rId8"/>
                <a:stretch>
                  <a:fillRect r="-3165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953000" y="6146857"/>
                <a:ext cx="3986989" cy="5587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sz="2400" b="0" i="1">
                    <a:solidFill>
                      <a:srgbClr val="2E41FA"/>
                    </a:solidFill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𝑃𝑜𝑠𝑡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r>
                        <a:rPr lang="en-US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6146857"/>
                <a:ext cx="3986989" cy="558743"/>
              </a:xfrm>
              <a:prstGeom prst="rect">
                <a:avLst/>
              </a:prstGeom>
              <a:blipFill>
                <a:blip r:embed="rId9"/>
                <a:stretch>
                  <a:fillRect r="-2905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4041143" y="4054365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i="1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endParaRPr lang="he-IL" sz="3200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06728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250769" y="1231260"/>
                <a:ext cx="3041987" cy="84452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𝑃𝑟𝑒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𝑃𝑟𝑒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9" y="1231260"/>
                <a:ext cx="3041987" cy="844527"/>
              </a:xfrm>
              <a:prstGeom prst="rect">
                <a:avLst/>
              </a:prstGeom>
              <a:blipFill>
                <a:blip r:embed="rId2"/>
                <a:stretch>
                  <a:fillRect r="-3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 56"/>
          <p:cNvSpPr/>
          <p:nvPr/>
        </p:nvSpPr>
        <p:spPr>
          <a:xfrm>
            <a:off x="4495800" y="2558461"/>
            <a:ext cx="2635914" cy="3303920"/>
          </a:xfrm>
          <a:custGeom>
            <a:avLst/>
            <a:gdLst>
              <a:gd name="connsiteX0" fmla="*/ 1068149 w 2037383"/>
              <a:gd name="connsiteY0" fmla="*/ 331774 h 3042605"/>
              <a:gd name="connsiteX1" fmla="*/ 1108609 w 2037383"/>
              <a:gd name="connsiteY1" fmla="*/ 436970 h 3042605"/>
              <a:gd name="connsiteX2" fmla="*/ 1132885 w 2037383"/>
              <a:gd name="connsiteY2" fmla="*/ 517890 h 3042605"/>
              <a:gd name="connsiteX3" fmla="*/ 1140977 w 2037383"/>
              <a:gd name="connsiteY3" fmla="*/ 712099 h 3042605"/>
              <a:gd name="connsiteX4" fmla="*/ 1132885 w 2037383"/>
              <a:gd name="connsiteY4" fmla="*/ 1343278 h 3042605"/>
              <a:gd name="connsiteX5" fmla="*/ 1108609 w 2037383"/>
              <a:gd name="connsiteY5" fmla="*/ 1472751 h 3042605"/>
              <a:gd name="connsiteX6" fmla="*/ 1084333 w 2037383"/>
              <a:gd name="connsiteY6" fmla="*/ 1529395 h 3042605"/>
              <a:gd name="connsiteX7" fmla="*/ 1068149 w 2037383"/>
              <a:gd name="connsiteY7" fmla="*/ 1561763 h 3042605"/>
              <a:gd name="connsiteX8" fmla="*/ 1051965 w 2037383"/>
              <a:gd name="connsiteY8" fmla="*/ 1626499 h 3042605"/>
              <a:gd name="connsiteX9" fmla="*/ 1011505 w 2037383"/>
              <a:gd name="connsiteY9" fmla="*/ 1739788 h 3042605"/>
              <a:gd name="connsiteX10" fmla="*/ 995320 w 2037383"/>
              <a:gd name="connsiteY10" fmla="*/ 1764064 h 3042605"/>
              <a:gd name="connsiteX11" fmla="*/ 979136 w 2037383"/>
              <a:gd name="connsiteY11" fmla="*/ 1796432 h 3042605"/>
              <a:gd name="connsiteX12" fmla="*/ 914400 w 2037383"/>
              <a:gd name="connsiteY12" fmla="*/ 1869260 h 3042605"/>
              <a:gd name="connsiteX13" fmla="*/ 801112 w 2037383"/>
              <a:gd name="connsiteY13" fmla="*/ 1966365 h 3042605"/>
              <a:gd name="connsiteX14" fmla="*/ 704007 w 2037383"/>
              <a:gd name="connsiteY14" fmla="*/ 2047285 h 3042605"/>
              <a:gd name="connsiteX15" fmla="*/ 655455 w 2037383"/>
              <a:gd name="connsiteY15" fmla="*/ 2055377 h 3042605"/>
              <a:gd name="connsiteX16" fmla="*/ 631179 w 2037383"/>
              <a:gd name="connsiteY16" fmla="*/ 2071561 h 3042605"/>
              <a:gd name="connsiteX17" fmla="*/ 582627 w 2037383"/>
              <a:gd name="connsiteY17" fmla="*/ 2079653 h 3042605"/>
              <a:gd name="connsiteX18" fmla="*/ 550258 w 2037383"/>
              <a:gd name="connsiteY18" fmla="*/ 2087745 h 3042605"/>
              <a:gd name="connsiteX19" fmla="*/ 525982 w 2037383"/>
              <a:gd name="connsiteY19" fmla="*/ 2103929 h 3042605"/>
              <a:gd name="connsiteX20" fmla="*/ 477430 w 2037383"/>
              <a:gd name="connsiteY20" fmla="*/ 2120113 h 3042605"/>
              <a:gd name="connsiteX21" fmla="*/ 453154 w 2037383"/>
              <a:gd name="connsiteY21" fmla="*/ 2136297 h 3042605"/>
              <a:gd name="connsiteX22" fmla="*/ 420786 w 2037383"/>
              <a:gd name="connsiteY22" fmla="*/ 2160574 h 3042605"/>
              <a:gd name="connsiteX23" fmla="*/ 396510 w 2037383"/>
              <a:gd name="connsiteY23" fmla="*/ 2168666 h 3042605"/>
              <a:gd name="connsiteX24" fmla="*/ 347958 w 2037383"/>
              <a:gd name="connsiteY24" fmla="*/ 2217218 h 3042605"/>
              <a:gd name="connsiteX25" fmla="*/ 315589 w 2037383"/>
              <a:gd name="connsiteY25" fmla="*/ 2225310 h 3042605"/>
              <a:gd name="connsiteX26" fmla="*/ 275129 w 2037383"/>
              <a:gd name="connsiteY26" fmla="*/ 2257678 h 3042605"/>
              <a:gd name="connsiteX27" fmla="*/ 250853 w 2037383"/>
              <a:gd name="connsiteY27" fmla="*/ 2281954 h 3042605"/>
              <a:gd name="connsiteX28" fmla="*/ 226577 w 2037383"/>
              <a:gd name="connsiteY28" fmla="*/ 2290046 h 3042605"/>
              <a:gd name="connsiteX29" fmla="*/ 202301 w 2037383"/>
              <a:gd name="connsiteY29" fmla="*/ 2322414 h 3042605"/>
              <a:gd name="connsiteX30" fmla="*/ 186117 w 2037383"/>
              <a:gd name="connsiteY30" fmla="*/ 2346690 h 3042605"/>
              <a:gd name="connsiteX31" fmla="*/ 129473 w 2037383"/>
              <a:gd name="connsiteY31" fmla="*/ 2379058 h 3042605"/>
              <a:gd name="connsiteX32" fmla="*/ 89012 w 2037383"/>
              <a:gd name="connsiteY32" fmla="*/ 2435703 h 3042605"/>
              <a:gd name="connsiteX33" fmla="*/ 72828 w 2037383"/>
              <a:gd name="connsiteY33" fmla="*/ 2459979 h 3042605"/>
              <a:gd name="connsiteX34" fmla="*/ 32368 w 2037383"/>
              <a:gd name="connsiteY34" fmla="*/ 2516623 h 3042605"/>
              <a:gd name="connsiteX35" fmla="*/ 16184 w 2037383"/>
              <a:gd name="connsiteY35" fmla="*/ 2565175 h 3042605"/>
              <a:gd name="connsiteX36" fmla="*/ 0 w 2037383"/>
              <a:gd name="connsiteY36" fmla="*/ 2597543 h 3042605"/>
              <a:gd name="connsiteX37" fmla="*/ 8092 w 2037383"/>
              <a:gd name="connsiteY37" fmla="*/ 2759384 h 3042605"/>
              <a:gd name="connsiteX38" fmla="*/ 32368 w 2037383"/>
              <a:gd name="connsiteY38" fmla="*/ 2799844 h 3042605"/>
              <a:gd name="connsiteX39" fmla="*/ 48552 w 2037383"/>
              <a:gd name="connsiteY39" fmla="*/ 2840304 h 3042605"/>
              <a:gd name="connsiteX40" fmla="*/ 64736 w 2037383"/>
              <a:gd name="connsiteY40" fmla="*/ 2856489 h 3042605"/>
              <a:gd name="connsiteX41" fmla="*/ 80920 w 2037383"/>
              <a:gd name="connsiteY41" fmla="*/ 2880765 h 3042605"/>
              <a:gd name="connsiteX42" fmla="*/ 137565 w 2037383"/>
              <a:gd name="connsiteY42" fmla="*/ 2921225 h 3042605"/>
              <a:gd name="connsiteX43" fmla="*/ 161841 w 2037383"/>
              <a:gd name="connsiteY43" fmla="*/ 2929317 h 3042605"/>
              <a:gd name="connsiteX44" fmla="*/ 186117 w 2037383"/>
              <a:gd name="connsiteY44" fmla="*/ 2961685 h 3042605"/>
              <a:gd name="connsiteX45" fmla="*/ 218485 w 2037383"/>
              <a:gd name="connsiteY45" fmla="*/ 2969777 h 3042605"/>
              <a:gd name="connsiteX46" fmla="*/ 267037 w 2037383"/>
              <a:gd name="connsiteY46" fmla="*/ 2994053 h 3042605"/>
              <a:gd name="connsiteX47" fmla="*/ 299405 w 2037383"/>
              <a:gd name="connsiteY47" fmla="*/ 3002145 h 3042605"/>
              <a:gd name="connsiteX48" fmla="*/ 323681 w 2037383"/>
              <a:gd name="connsiteY48" fmla="*/ 3018329 h 3042605"/>
              <a:gd name="connsiteX49" fmla="*/ 388418 w 2037383"/>
              <a:gd name="connsiteY49" fmla="*/ 3042605 h 3042605"/>
              <a:gd name="connsiteX50" fmla="*/ 801112 w 2037383"/>
              <a:gd name="connsiteY50" fmla="*/ 3018329 h 3042605"/>
              <a:gd name="connsiteX51" fmla="*/ 882032 w 2037383"/>
              <a:gd name="connsiteY51" fmla="*/ 2977869 h 3042605"/>
              <a:gd name="connsiteX52" fmla="*/ 930584 w 2037383"/>
              <a:gd name="connsiteY52" fmla="*/ 2961685 h 3042605"/>
              <a:gd name="connsiteX53" fmla="*/ 1027689 w 2037383"/>
              <a:gd name="connsiteY53" fmla="*/ 2921225 h 3042605"/>
              <a:gd name="connsiteX54" fmla="*/ 1076241 w 2037383"/>
              <a:gd name="connsiteY54" fmla="*/ 2888857 h 3042605"/>
              <a:gd name="connsiteX55" fmla="*/ 1108609 w 2037383"/>
              <a:gd name="connsiteY55" fmla="*/ 2864581 h 3042605"/>
              <a:gd name="connsiteX56" fmla="*/ 1165253 w 2037383"/>
              <a:gd name="connsiteY56" fmla="*/ 2832212 h 3042605"/>
              <a:gd name="connsiteX57" fmla="*/ 1286634 w 2037383"/>
              <a:gd name="connsiteY57" fmla="*/ 2735108 h 3042605"/>
              <a:gd name="connsiteX58" fmla="*/ 1319002 w 2037383"/>
              <a:gd name="connsiteY58" fmla="*/ 2694648 h 3042605"/>
              <a:gd name="connsiteX59" fmla="*/ 1343278 w 2037383"/>
              <a:gd name="connsiteY59" fmla="*/ 2670372 h 3042605"/>
              <a:gd name="connsiteX60" fmla="*/ 1383738 w 2037383"/>
              <a:gd name="connsiteY60" fmla="*/ 2621820 h 3042605"/>
              <a:gd name="connsiteX61" fmla="*/ 1416106 w 2037383"/>
              <a:gd name="connsiteY61" fmla="*/ 2589451 h 3042605"/>
              <a:gd name="connsiteX62" fmla="*/ 1456566 w 2037383"/>
              <a:gd name="connsiteY62" fmla="*/ 2532807 h 3042605"/>
              <a:gd name="connsiteX63" fmla="*/ 1553671 w 2037383"/>
              <a:gd name="connsiteY63" fmla="*/ 2411427 h 3042605"/>
              <a:gd name="connsiteX64" fmla="*/ 1626499 w 2037383"/>
              <a:gd name="connsiteY64" fmla="*/ 2290046 h 3042605"/>
              <a:gd name="connsiteX65" fmla="*/ 1691235 w 2037383"/>
              <a:gd name="connsiteY65" fmla="*/ 2176758 h 3042605"/>
              <a:gd name="connsiteX66" fmla="*/ 1715512 w 2037383"/>
              <a:gd name="connsiteY66" fmla="*/ 2120113 h 3042605"/>
              <a:gd name="connsiteX67" fmla="*/ 1747880 w 2037383"/>
              <a:gd name="connsiteY67" fmla="*/ 2071561 h 3042605"/>
              <a:gd name="connsiteX68" fmla="*/ 1764064 w 2037383"/>
              <a:gd name="connsiteY68" fmla="*/ 2039193 h 3042605"/>
              <a:gd name="connsiteX69" fmla="*/ 1836892 w 2037383"/>
              <a:gd name="connsiteY69" fmla="*/ 1909720 h 3042605"/>
              <a:gd name="connsiteX70" fmla="*/ 1861168 w 2037383"/>
              <a:gd name="connsiteY70" fmla="*/ 1804524 h 3042605"/>
              <a:gd name="connsiteX71" fmla="*/ 1885444 w 2037383"/>
              <a:gd name="connsiteY71" fmla="*/ 1755972 h 3042605"/>
              <a:gd name="connsiteX72" fmla="*/ 1901628 w 2037383"/>
              <a:gd name="connsiteY72" fmla="*/ 1675051 h 3042605"/>
              <a:gd name="connsiteX73" fmla="*/ 1917812 w 2037383"/>
              <a:gd name="connsiteY73" fmla="*/ 1618407 h 3042605"/>
              <a:gd name="connsiteX74" fmla="*/ 1925905 w 2037383"/>
              <a:gd name="connsiteY74" fmla="*/ 1594131 h 3042605"/>
              <a:gd name="connsiteX75" fmla="*/ 1942089 w 2037383"/>
              <a:gd name="connsiteY75" fmla="*/ 1513211 h 3042605"/>
              <a:gd name="connsiteX76" fmla="*/ 1974457 w 2037383"/>
              <a:gd name="connsiteY76" fmla="*/ 1399922 h 3042605"/>
              <a:gd name="connsiteX77" fmla="*/ 1982549 w 2037383"/>
              <a:gd name="connsiteY77" fmla="*/ 1165253 h 3042605"/>
              <a:gd name="connsiteX78" fmla="*/ 1958273 w 2037383"/>
              <a:gd name="connsiteY78" fmla="*/ 347958 h 3042605"/>
              <a:gd name="connsiteX79" fmla="*/ 1950181 w 2037383"/>
              <a:gd name="connsiteY79" fmla="*/ 323681 h 3042605"/>
              <a:gd name="connsiteX80" fmla="*/ 1942089 w 2037383"/>
              <a:gd name="connsiteY80" fmla="*/ 291313 h 3042605"/>
              <a:gd name="connsiteX81" fmla="*/ 1909720 w 2037383"/>
              <a:gd name="connsiteY81" fmla="*/ 226577 h 3042605"/>
              <a:gd name="connsiteX82" fmla="*/ 1836892 w 2037383"/>
              <a:gd name="connsiteY82" fmla="*/ 113289 h 3042605"/>
              <a:gd name="connsiteX83" fmla="*/ 1788340 w 2037383"/>
              <a:gd name="connsiteY83" fmla="*/ 80920 h 3042605"/>
              <a:gd name="connsiteX84" fmla="*/ 1764064 w 2037383"/>
              <a:gd name="connsiteY84" fmla="*/ 64736 h 3042605"/>
              <a:gd name="connsiteX85" fmla="*/ 1731696 w 2037383"/>
              <a:gd name="connsiteY85" fmla="*/ 56644 h 3042605"/>
              <a:gd name="connsiteX86" fmla="*/ 1683143 w 2037383"/>
              <a:gd name="connsiteY86" fmla="*/ 32368 h 3042605"/>
              <a:gd name="connsiteX87" fmla="*/ 1658867 w 2037383"/>
              <a:gd name="connsiteY87" fmla="*/ 16184 h 3042605"/>
              <a:gd name="connsiteX88" fmla="*/ 1610315 w 2037383"/>
              <a:gd name="connsiteY88" fmla="*/ 8092 h 3042605"/>
              <a:gd name="connsiteX89" fmla="*/ 1569855 w 2037383"/>
              <a:gd name="connsiteY89" fmla="*/ 0 h 3042605"/>
              <a:gd name="connsiteX90" fmla="*/ 1262358 w 2037383"/>
              <a:gd name="connsiteY90" fmla="*/ 8092 h 3042605"/>
              <a:gd name="connsiteX91" fmla="*/ 1221897 w 2037383"/>
              <a:gd name="connsiteY91" fmla="*/ 40460 h 3042605"/>
              <a:gd name="connsiteX92" fmla="*/ 1213805 w 2037383"/>
              <a:gd name="connsiteY92" fmla="*/ 64736 h 3042605"/>
              <a:gd name="connsiteX93" fmla="*/ 1181437 w 2037383"/>
              <a:gd name="connsiteY93" fmla="*/ 105197 h 3042605"/>
              <a:gd name="connsiteX94" fmla="*/ 1140977 w 2037383"/>
              <a:gd name="connsiteY94" fmla="*/ 145657 h 3042605"/>
              <a:gd name="connsiteX95" fmla="*/ 1124793 w 2037383"/>
              <a:gd name="connsiteY95" fmla="*/ 169933 h 3042605"/>
              <a:gd name="connsiteX96" fmla="*/ 1100517 w 2037383"/>
              <a:gd name="connsiteY96" fmla="*/ 186117 h 3042605"/>
              <a:gd name="connsiteX97" fmla="*/ 1092425 w 2037383"/>
              <a:gd name="connsiteY97" fmla="*/ 226577 h 3042605"/>
              <a:gd name="connsiteX98" fmla="*/ 1068149 w 2037383"/>
              <a:gd name="connsiteY98" fmla="*/ 331774 h 304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037383" h="3042605">
                <a:moveTo>
                  <a:pt x="1068149" y="331774"/>
                </a:moveTo>
                <a:cubicBezTo>
                  <a:pt x="1070846" y="366840"/>
                  <a:pt x="1079137" y="341187"/>
                  <a:pt x="1108609" y="436970"/>
                </a:cubicBezTo>
                <a:cubicBezTo>
                  <a:pt x="1139026" y="535826"/>
                  <a:pt x="1113304" y="419985"/>
                  <a:pt x="1132885" y="517890"/>
                </a:cubicBezTo>
                <a:cubicBezTo>
                  <a:pt x="1135582" y="582626"/>
                  <a:pt x="1140977" y="647306"/>
                  <a:pt x="1140977" y="712099"/>
                </a:cubicBezTo>
                <a:cubicBezTo>
                  <a:pt x="1140977" y="922509"/>
                  <a:pt x="1137834" y="1132926"/>
                  <a:pt x="1132885" y="1343278"/>
                </a:cubicBezTo>
                <a:cubicBezTo>
                  <a:pt x="1132278" y="1369072"/>
                  <a:pt x="1114585" y="1453626"/>
                  <a:pt x="1108609" y="1472751"/>
                </a:cubicBezTo>
                <a:cubicBezTo>
                  <a:pt x="1102482" y="1492358"/>
                  <a:pt x="1092833" y="1510694"/>
                  <a:pt x="1084333" y="1529395"/>
                </a:cubicBezTo>
                <a:cubicBezTo>
                  <a:pt x="1079341" y="1540377"/>
                  <a:pt x="1071964" y="1550319"/>
                  <a:pt x="1068149" y="1561763"/>
                </a:cubicBezTo>
                <a:cubicBezTo>
                  <a:pt x="1061115" y="1582864"/>
                  <a:pt x="1058241" y="1605160"/>
                  <a:pt x="1051965" y="1626499"/>
                </a:cubicBezTo>
                <a:cubicBezTo>
                  <a:pt x="1047506" y="1641659"/>
                  <a:pt x="1023336" y="1716126"/>
                  <a:pt x="1011505" y="1739788"/>
                </a:cubicBezTo>
                <a:cubicBezTo>
                  <a:pt x="1007155" y="1748487"/>
                  <a:pt x="1000145" y="1755620"/>
                  <a:pt x="995320" y="1764064"/>
                </a:cubicBezTo>
                <a:cubicBezTo>
                  <a:pt x="989335" y="1774537"/>
                  <a:pt x="986491" y="1786871"/>
                  <a:pt x="979136" y="1796432"/>
                </a:cubicBezTo>
                <a:cubicBezTo>
                  <a:pt x="959332" y="1822177"/>
                  <a:pt x="935193" y="1844308"/>
                  <a:pt x="914400" y="1869260"/>
                </a:cubicBezTo>
                <a:cubicBezTo>
                  <a:pt x="837449" y="1961602"/>
                  <a:pt x="891164" y="1927771"/>
                  <a:pt x="801112" y="1966365"/>
                </a:cubicBezTo>
                <a:cubicBezTo>
                  <a:pt x="770972" y="1996505"/>
                  <a:pt x="746623" y="2034500"/>
                  <a:pt x="704007" y="2047285"/>
                </a:cubicBezTo>
                <a:cubicBezTo>
                  <a:pt x="688292" y="2052000"/>
                  <a:pt x="671639" y="2052680"/>
                  <a:pt x="655455" y="2055377"/>
                </a:cubicBezTo>
                <a:cubicBezTo>
                  <a:pt x="647363" y="2060772"/>
                  <a:pt x="640405" y="2068486"/>
                  <a:pt x="631179" y="2071561"/>
                </a:cubicBezTo>
                <a:cubicBezTo>
                  <a:pt x="615614" y="2076749"/>
                  <a:pt x="598716" y="2076435"/>
                  <a:pt x="582627" y="2079653"/>
                </a:cubicBezTo>
                <a:cubicBezTo>
                  <a:pt x="571721" y="2081834"/>
                  <a:pt x="561048" y="2085048"/>
                  <a:pt x="550258" y="2087745"/>
                </a:cubicBezTo>
                <a:cubicBezTo>
                  <a:pt x="542166" y="2093140"/>
                  <a:pt x="534869" y="2099979"/>
                  <a:pt x="525982" y="2103929"/>
                </a:cubicBezTo>
                <a:cubicBezTo>
                  <a:pt x="510393" y="2110857"/>
                  <a:pt x="491624" y="2110650"/>
                  <a:pt x="477430" y="2120113"/>
                </a:cubicBezTo>
                <a:cubicBezTo>
                  <a:pt x="469338" y="2125508"/>
                  <a:pt x="461068" y="2130644"/>
                  <a:pt x="453154" y="2136297"/>
                </a:cubicBezTo>
                <a:cubicBezTo>
                  <a:pt x="442179" y="2144136"/>
                  <a:pt x="432496" y="2153882"/>
                  <a:pt x="420786" y="2160574"/>
                </a:cubicBezTo>
                <a:cubicBezTo>
                  <a:pt x="413380" y="2164806"/>
                  <a:pt x="404602" y="2165969"/>
                  <a:pt x="396510" y="2168666"/>
                </a:cubicBezTo>
                <a:cubicBezTo>
                  <a:pt x="379353" y="2191542"/>
                  <a:pt x="374114" y="2206009"/>
                  <a:pt x="347958" y="2217218"/>
                </a:cubicBezTo>
                <a:cubicBezTo>
                  <a:pt x="337736" y="2221599"/>
                  <a:pt x="326379" y="2222613"/>
                  <a:pt x="315589" y="2225310"/>
                </a:cubicBezTo>
                <a:cubicBezTo>
                  <a:pt x="302102" y="2236099"/>
                  <a:pt x="288127" y="2246305"/>
                  <a:pt x="275129" y="2257678"/>
                </a:cubicBezTo>
                <a:cubicBezTo>
                  <a:pt x="266517" y="2265214"/>
                  <a:pt x="260375" y="2275606"/>
                  <a:pt x="250853" y="2281954"/>
                </a:cubicBezTo>
                <a:cubicBezTo>
                  <a:pt x="243756" y="2286685"/>
                  <a:pt x="234669" y="2287349"/>
                  <a:pt x="226577" y="2290046"/>
                </a:cubicBezTo>
                <a:cubicBezTo>
                  <a:pt x="218485" y="2300835"/>
                  <a:pt x="210140" y="2311439"/>
                  <a:pt x="202301" y="2322414"/>
                </a:cubicBezTo>
                <a:cubicBezTo>
                  <a:pt x="196648" y="2330328"/>
                  <a:pt x="192994" y="2339813"/>
                  <a:pt x="186117" y="2346690"/>
                </a:cubicBezTo>
                <a:cubicBezTo>
                  <a:pt x="174679" y="2358128"/>
                  <a:pt x="142166" y="2372711"/>
                  <a:pt x="129473" y="2379058"/>
                </a:cubicBezTo>
                <a:cubicBezTo>
                  <a:pt x="91341" y="2436258"/>
                  <a:pt x="139186" y="2365461"/>
                  <a:pt x="89012" y="2435703"/>
                </a:cubicBezTo>
                <a:cubicBezTo>
                  <a:pt x="83359" y="2443617"/>
                  <a:pt x="78481" y="2452065"/>
                  <a:pt x="72828" y="2459979"/>
                </a:cubicBezTo>
                <a:cubicBezTo>
                  <a:pt x="69312" y="2464902"/>
                  <a:pt x="36855" y="2506527"/>
                  <a:pt x="32368" y="2516623"/>
                </a:cubicBezTo>
                <a:cubicBezTo>
                  <a:pt x="25440" y="2532212"/>
                  <a:pt x="22520" y="2549336"/>
                  <a:pt x="16184" y="2565175"/>
                </a:cubicBezTo>
                <a:cubicBezTo>
                  <a:pt x="11704" y="2576375"/>
                  <a:pt x="5395" y="2586754"/>
                  <a:pt x="0" y="2597543"/>
                </a:cubicBezTo>
                <a:cubicBezTo>
                  <a:pt x="2697" y="2651490"/>
                  <a:pt x="-442" y="2706048"/>
                  <a:pt x="8092" y="2759384"/>
                </a:cubicBezTo>
                <a:cubicBezTo>
                  <a:pt x="10577" y="2774914"/>
                  <a:pt x="25334" y="2785776"/>
                  <a:pt x="32368" y="2799844"/>
                </a:cubicBezTo>
                <a:cubicBezTo>
                  <a:pt x="38864" y="2812836"/>
                  <a:pt x="41345" y="2827692"/>
                  <a:pt x="48552" y="2840304"/>
                </a:cubicBezTo>
                <a:cubicBezTo>
                  <a:pt x="52337" y="2846928"/>
                  <a:pt x="59970" y="2850531"/>
                  <a:pt x="64736" y="2856489"/>
                </a:cubicBezTo>
                <a:cubicBezTo>
                  <a:pt x="70811" y="2864083"/>
                  <a:pt x="74043" y="2873888"/>
                  <a:pt x="80920" y="2880765"/>
                </a:cubicBezTo>
                <a:cubicBezTo>
                  <a:pt x="84584" y="2884429"/>
                  <a:pt x="128377" y="2916631"/>
                  <a:pt x="137565" y="2921225"/>
                </a:cubicBezTo>
                <a:cubicBezTo>
                  <a:pt x="145194" y="2925040"/>
                  <a:pt x="153749" y="2926620"/>
                  <a:pt x="161841" y="2929317"/>
                </a:cubicBezTo>
                <a:cubicBezTo>
                  <a:pt x="169933" y="2940106"/>
                  <a:pt x="175142" y="2953846"/>
                  <a:pt x="186117" y="2961685"/>
                </a:cubicBezTo>
                <a:cubicBezTo>
                  <a:pt x="195167" y="2968149"/>
                  <a:pt x="207792" y="2966722"/>
                  <a:pt x="218485" y="2969777"/>
                </a:cubicBezTo>
                <a:cubicBezTo>
                  <a:pt x="286680" y="2989261"/>
                  <a:pt x="196108" y="2963655"/>
                  <a:pt x="267037" y="2994053"/>
                </a:cubicBezTo>
                <a:cubicBezTo>
                  <a:pt x="277259" y="2998434"/>
                  <a:pt x="288616" y="2999448"/>
                  <a:pt x="299405" y="3002145"/>
                </a:cubicBezTo>
                <a:cubicBezTo>
                  <a:pt x="307497" y="3007540"/>
                  <a:pt x="314982" y="3013980"/>
                  <a:pt x="323681" y="3018329"/>
                </a:cubicBezTo>
                <a:cubicBezTo>
                  <a:pt x="343031" y="3028004"/>
                  <a:pt x="367408" y="3035602"/>
                  <a:pt x="388418" y="3042605"/>
                </a:cubicBezTo>
                <a:lnTo>
                  <a:pt x="801112" y="3018329"/>
                </a:lnTo>
                <a:cubicBezTo>
                  <a:pt x="843984" y="3015211"/>
                  <a:pt x="838858" y="2999456"/>
                  <a:pt x="882032" y="2977869"/>
                </a:cubicBezTo>
                <a:cubicBezTo>
                  <a:pt x="897290" y="2970240"/>
                  <a:pt x="915956" y="2970462"/>
                  <a:pt x="930584" y="2961685"/>
                </a:cubicBezTo>
                <a:cubicBezTo>
                  <a:pt x="987883" y="2927306"/>
                  <a:pt x="955921" y="2941730"/>
                  <a:pt x="1027689" y="2921225"/>
                </a:cubicBezTo>
                <a:cubicBezTo>
                  <a:pt x="1043873" y="2910436"/>
                  <a:pt x="1060306" y="2900011"/>
                  <a:pt x="1076241" y="2888857"/>
                </a:cubicBezTo>
                <a:cubicBezTo>
                  <a:pt x="1087290" y="2881123"/>
                  <a:pt x="1097231" y="2871822"/>
                  <a:pt x="1108609" y="2864581"/>
                </a:cubicBezTo>
                <a:cubicBezTo>
                  <a:pt x="1126956" y="2852906"/>
                  <a:pt x="1147333" y="2844532"/>
                  <a:pt x="1165253" y="2832212"/>
                </a:cubicBezTo>
                <a:cubicBezTo>
                  <a:pt x="1172665" y="2827116"/>
                  <a:pt x="1270656" y="2751085"/>
                  <a:pt x="1286634" y="2735108"/>
                </a:cubicBezTo>
                <a:cubicBezTo>
                  <a:pt x="1298847" y="2722895"/>
                  <a:pt x="1307629" y="2707646"/>
                  <a:pt x="1319002" y="2694648"/>
                </a:cubicBezTo>
                <a:cubicBezTo>
                  <a:pt x="1326538" y="2686036"/>
                  <a:pt x="1335675" y="2678925"/>
                  <a:pt x="1343278" y="2670372"/>
                </a:cubicBezTo>
                <a:cubicBezTo>
                  <a:pt x="1357274" y="2654626"/>
                  <a:pt x="1369645" y="2637479"/>
                  <a:pt x="1383738" y="2621820"/>
                </a:cubicBezTo>
                <a:cubicBezTo>
                  <a:pt x="1393945" y="2610478"/>
                  <a:pt x="1406444" y="2601261"/>
                  <a:pt x="1416106" y="2589451"/>
                </a:cubicBezTo>
                <a:cubicBezTo>
                  <a:pt x="1430799" y="2571493"/>
                  <a:pt x="1441873" y="2550765"/>
                  <a:pt x="1456566" y="2532807"/>
                </a:cubicBezTo>
                <a:cubicBezTo>
                  <a:pt x="1506903" y="2471285"/>
                  <a:pt x="1499134" y="2520503"/>
                  <a:pt x="1553671" y="2411427"/>
                </a:cubicBezTo>
                <a:cubicBezTo>
                  <a:pt x="1627325" y="2264116"/>
                  <a:pt x="1509331" y="2495091"/>
                  <a:pt x="1626499" y="2290046"/>
                </a:cubicBezTo>
                <a:cubicBezTo>
                  <a:pt x="1648078" y="2252283"/>
                  <a:pt x="1677480" y="2218019"/>
                  <a:pt x="1691235" y="2176758"/>
                </a:cubicBezTo>
                <a:cubicBezTo>
                  <a:pt x="1699607" y="2151645"/>
                  <a:pt x="1700514" y="2145110"/>
                  <a:pt x="1715512" y="2120113"/>
                </a:cubicBezTo>
                <a:cubicBezTo>
                  <a:pt x="1725519" y="2103434"/>
                  <a:pt x="1737873" y="2088240"/>
                  <a:pt x="1747880" y="2071561"/>
                </a:cubicBezTo>
                <a:cubicBezTo>
                  <a:pt x="1754086" y="2061217"/>
                  <a:pt x="1758150" y="2049707"/>
                  <a:pt x="1764064" y="2039193"/>
                </a:cubicBezTo>
                <a:cubicBezTo>
                  <a:pt x="1844702" y="1895837"/>
                  <a:pt x="1798183" y="1987141"/>
                  <a:pt x="1836892" y="1909720"/>
                </a:cubicBezTo>
                <a:cubicBezTo>
                  <a:pt x="1843636" y="1869256"/>
                  <a:pt x="1845954" y="1844081"/>
                  <a:pt x="1861168" y="1804524"/>
                </a:cubicBezTo>
                <a:cubicBezTo>
                  <a:pt x="1867663" y="1787636"/>
                  <a:pt x="1877352" y="1772156"/>
                  <a:pt x="1885444" y="1755972"/>
                </a:cubicBezTo>
                <a:cubicBezTo>
                  <a:pt x="1892820" y="1711718"/>
                  <a:pt x="1891282" y="1712988"/>
                  <a:pt x="1901628" y="1675051"/>
                </a:cubicBezTo>
                <a:cubicBezTo>
                  <a:pt x="1906795" y="1656106"/>
                  <a:pt x="1912169" y="1637216"/>
                  <a:pt x="1917812" y="1618407"/>
                </a:cubicBezTo>
                <a:cubicBezTo>
                  <a:pt x="1920263" y="1610237"/>
                  <a:pt x="1923987" y="1602442"/>
                  <a:pt x="1925905" y="1594131"/>
                </a:cubicBezTo>
                <a:cubicBezTo>
                  <a:pt x="1932091" y="1567328"/>
                  <a:pt x="1933390" y="1539307"/>
                  <a:pt x="1942089" y="1513211"/>
                </a:cubicBezTo>
                <a:cubicBezTo>
                  <a:pt x="1970714" y="1427334"/>
                  <a:pt x="1961346" y="1465475"/>
                  <a:pt x="1974457" y="1399922"/>
                </a:cubicBezTo>
                <a:cubicBezTo>
                  <a:pt x="1977154" y="1321699"/>
                  <a:pt x="1982549" y="1243522"/>
                  <a:pt x="1982549" y="1165253"/>
                </a:cubicBezTo>
                <a:cubicBezTo>
                  <a:pt x="1982549" y="374796"/>
                  <a:pt x="2120793" y="591737"/>
                  <a:pt x="1958273" y="347958"/>
                </a:cubicBezTo>
                <a:cubicBezTo>
                  <a:pt x="1955576" y="339866"/>
                  <a:pt x="1952524" y="331883"/>
                  <a:pt x="1950181" y="323681"/>
                </a:cubicBezTo>
                <a:cubicBezTo>
                  <a:pt x="1947126" y="312988"/>
                  <a:pt x="1945606" y="301864"/>
                  <a:pt x="1942089" y="291313"/>
                </a:cubicBezTo>
                <a:cubicBezTo>
                  <a:pt x="1922969" y="233952"/>
                  <a:pt x="1933510" y="268209"/>
                  <a:pt x="1909720" y="226577"/>
                </a:cubicBezTo>
                <a:cubicBezTo>
                  <a:pt x="1888055" y="188665"/>
                  <a:pt x="1875223" y="138844"/>
                  <a:pt x="1836892" y="113289"/>
                </a:cubicBezTo>
                <a:lnTo>
                  <a:pt x="1788340" y="80920"/>
                </a:lnTo>
                <a:cubicBezTo>
                  <a:pt x="1780248" y="75525"/>
                  <a:pt x="1773499" y="67095"/>
                  <a:pt x="1764064" y="64736"/>
                </a:cubicBezTo>
                <a:lnTo>
                  <a:pt x="1731696" y="56644"/>
                </a:lnTo>
                <a:cubicBezTo>
                  <a:pt x="1662126" y="10264"/>
                  <a:pt x="1750148" y="65870"/>
                  <a:pt x="1683143" y="32368"/>
                </a:cubicBezTo>
                <a:cubicBezTo>
                  <a:pt x="1674444" y="28019"/>
                  <a:pt x="1668093" y="19259"/>
                  <a:pt x="1658867" y="16184"/>
                </a:cubicBezTo>
                <a:cubicBezTo>
                  <a:pt x="1643302" y="10996"/>
                  <a:pt x="1626458" y="11027"/>
                  <a:pt x="1610315" y="8092"/>
                </a:cubicBezTo>
                <a:cubicBezTo>
                  <a:pt x="1596783" y="5632"/>
                  <a:pt x="1583342" y="2697"/>
                  <a:pt x="1569855" y="0"/>
                </a:cubicBezTo>
                <a:cubicBezTo>
                  <a:pt x="1467356" y="2697"/>
                  <a:pt x="1364771" y="3096"/>
                  <a:pt x="1262358" y="8092"/>
                </a:cubicBezTo>
                <a:cubicBezTo>
                  <a:pt x="1238441" y="9259"/>
                  <a:pt x="1231883" y="20489"/>
                  <a:pt x="1221897" y="40460"/>
                </a:cubicBezTo>
                <a:cubicBezTo>
                  <a:pt x="1218082" y="48089"/>
                  <a:pt x="1217620" y="57107"/>
                  <a:pt x="1213805" y="64736"/>
                </a:cubicBezTo>
                <a:cubicBezTo>
                  <a:pt x="1197202" y="97941"/>
                  <a:pt x="1201506" y="80110"/>
                  <a:pt x="1181437" y="105197"/>
                </a:cubicBezTo>
                <a:cubicBezTo>
                  <a:pt x="1150612" y="143729"/>
                  <a:pt x="1182591" y="117914"/>
                  <a:pt x="1140977" y="145657"/>
                </a:cubicBezTo>
                <a:cubicBezTo>
                  <a:pt x="1135582" y="153749"/>
                  <a:pt x="1131670" y="163056"/>
                  <a:pt x="1124793" y="169933"/>
                </a:cubicBezTo>
                <a:cubicBezTo>
                  <a:pt x="1117916" y="176810"/>
                  <a:pt x="1105342" y="177673"/>
                  <a:pt x="1100517" y="186117"/>
                </a:cubicBezTo>
                <a:cubicBezTo>
                  <a:pt x="1093693" y="198059"/>
                  <a:pt x="1095761" y="213234"/>
                  <a:pt x="1092425" y="226577"/>
                </a:cubicBezTo>
                <a:cubicBezTo>
                  <a:pt x="1072391" y="306712"/>
                  <a:pt x="1065452" y="296708"/>
                  <a:pt x="1068149" y="331774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עוקבים ומצבים קודמים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791969" y="1697252"/>
            <a:ext cx="3174355" cy="2842189"/>
          </a:xfrm>
          <a:custGeom>
            <a:avLst/>
            <a:gdLst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174355" h="2524715">
                <a:moveTo>
                  <a:pt x="113289" y="1424198"/>
                </a:moveTo>
                <a:cubicBezTo>
                  <a:pt x="103848" y="1432290"/>
                  <a:pt x="110487" y="1451962"/>
                  <a:pt x="105197" y="1464658"/>
                </a:cubicBezTo>
                <a:cubicBezTo>
                  <a:pt x="96833" y="1484732"/>
                  <a:pt x="83242" y="1502211"/>
                  <a:pt x="72829" y="1521302"/>
                </a:cubicBezTo>
                <a:cubicBezTo>
                  <a:pt x="67053" y="1531892"/>
                  <a:pt x="62040" y="1542881"/>
                  <a:pt x="56645" y="1553671"/>
                </a:cubicBezTo>
                <a:cubicBezTo>
                  <a:pt x="51250" y="1577947"/>
                  <a:pt x="48324" y="1602907"/>
                  <a:pt x="40460" y="1626499"/>
                </a:cubicBezTo>
                <a:cubicBezTo>
                  <a:pt x="37384" y="1635725"/>
                  <a:pt x="27351" y="1641549"/>
                  <a:pt x="24276" y="1650775"/>
                </a:cubicBezTo>
                <a:cubicBezTo>
                  <a:pt x="19088" y="1666340"/>
                  <a:pt x="20501" y="1683498"/>
                  <a:pt x="16184" y="1699327"/>
                </a:cubicBezTo>
                <a:cubicBezTo>
                  <a:pt x="12362" y="1713341"/>
                  <a:pt x="5395" y="1726300"/>
                  <a:pt x="0" y="1739787"/>
                </a:cubicBezTo>
                <a:cubicBezTo>
                  <a:pt x="2697" y="1901628"/>
                  <a:pt x="393" y="2063629"/>
                  <a:pt x="8092" y="2225309"/>
                </a:cubicBezTo>
                <a:cubicBezTo>
                  <a:pt x="8555" y="2235024"/>
                  <a:pt x="20445" y="2240647"/>
                  <a:pt x="24276" y="2249586"/>
                </a:cubicBezTo>
                <a:cubicBezTo>
                  <a:pt x="28657" y="2259808"/>
                  <a:pt x="29313" y="2271261"/>
                  <a:pt x="32368" y="2281954"/>
                </a:cubicBezTo>
                <a:cubicBezTo>
                  <a:pt x="34711" y="2290156"/>
                  <a:pt x="37100" y="2298390"/>
                  <a:pt x="40460" y="2306230"/>
                </a:cubicBezTo>
                <a:cubicBezTo>
                  <a:pt x="55270" y="2340785"/>
                  <a:pt x="57688" y="2339989"/>
                  <a:pt x="80921" y="2370966"/>
                </a:cubicBezTo>
                <a:cubicBezTo>
                  <a:pt x="83618" y="2379058"/>
                  <a:pt x="84781" y="2387836"/>
                  <a:pt x="89013" y="2395242"/>
                </a:cubicBezTo>
                <a:cubicBezTo>
                  <a:pt x="103399" y="2420418"/>
                  <a:pt x="120482" y="2437500"/>
                  <a:pt x="145657" y="2451886"/>
                </a:cubicBezTo>
                <a:cubicBezTo>
                  <a:pt x="153063" y="2456118"/>
                  <a:pt x="161841" y="2457281"/>
                  <a:pt x="169933" y="2459979"/>
                </a:cubicBezTo>
                <a:cubicBezTo>
                  <a:pt x="178025" y="2468071"/>
                  <a:pt x="183791" y="2479520"/>
                  <a:pt x="194209" y="2484255"/>
                </a:cubicBezTo>
                <a:cubicBezTo>
                  <a:pt x="214458" y="2493459"/>
                  <a:pt x="237844" y="2493405"/>
                  <a:pt x="258945" y="2500439"/>
                </a:cubicBezTo>
                <a:cubicBezTo>
                  <a:pt x="279744" y="2507372"/>
                  <a:pt x="293238" y="2512559"/>
                  <a:pt x="315590" y="2516623"/>
                </a:cubicBezTo>
                <a:cubicBezTo>
                  <a:pt x="334355" y="2520035"/>
                  <a:pt x="353353" y="2522018"/>
                  <a:pt x="372234" y="2524715"/>
                </a:cubicBezTo>
                <a:cubicBezTo>
                  <a:pt x="434273" y="2522018"/>
                  <a:pt x="496663" y="2523741"/>
                  <a:pt x="558351" y="2516623"/>
                </a:cubicBezTo>
                <a:cubicBezTo>
                  <a:pt x="568012" y="2515508"/>
                  <a:pt x="573928" y="2504788"/>
                  <a:pt x="582627" y="2500439"/>
                </a:cubicBezTo>
                <a:cubicBezTo>
                  <a:pt x="595619" y="2493943"/>
                  <a:pt x="609600" y="2489650"/>
                  <a:pt x="623087" y="2484255"/>
                </a:cubicBezTo>
                <a:lnTo>
                  <a:pt x="655455" y="2435702"/>
                </a:lnTo>
                <a:cubicBezTo>
                  <a:pt x="660850" y="2427610"/>
                  <a:pt x="667290" y="2420125"/>
                  <a:pt x="671639" y="2411426"/>
                </a:cubicBezTo>
                <a:cubicBezTo>
                  <a:pt x="677034" y="2400637"/>
                  <a:pt x="681430" y="2389287"/>
                  <a:pt x="687823" y="2379058"/>
                </a:cubicBezTo>
                <a:cubicBezTo>
                  <a:pt x="694971" y="2367621"/>
                  <a:pt x="705549" y="2358479"/>
                  <a:pt x="712099" y="2346690"/>
                </a:cubicBezTo>
                <a:cubicBezTo>
                  <a:pt x="719153" y="2333992"/>
                  <a:pt x="721787" y="2319222"/>
                  <a:pt x="728283" y="2306230"/>
                </a:cubicBezTo>
                <a:cubicBezTo>
                  <a:pt x="732633" y="2297531"/>
                  <a:pt x="740118" y="2290653"/>
                  <a:pt x="744468" y="2281954"/>
                </a:cubicBezTo>
                <a:cubicBezTo>
                  <a:pt x="750964" y="2268962"/>
                  <a:pt x="754753" y="2254768"/>
                  <a:pt x="760652" y="2241494"/>
                </a:cubicBezTo>
                <a:cubicBezTo>
                  <a:pt x="765551" y="2230471"/>
                  <a:pt x="772714" y="2220462"/>
                  <a:pt x="776836" y="2209125"/>
                </a:cubicBezTo>
                <a:cubicBezTo>
                  <a:pt x="783547" y="2190670"/>
                  <a:pt x="787853" y="2171426"/>
                  <a:pt x="793020" y="2152481"/>
                </a:cubicBezTo>
                <a:cubicBezTo>
                  <a:pt x="795946" y="2141751"/>
                  <a:pt x="796731" y="2130335"/>
                  <a:pt x="801112" y="2120113"/>
                </a:cubicBezTo>
                <a:cubicBezTo>
                  <a:pt x="804943" y="2111174"/>
                  <a:pt x="812471" y="2104281"/>
                  <a:pt x="817296" y="2095837"/>
                </a:cubicBezTo>
                <a:cubicBezTo>
                  <a:pt x="823281" y="2085364"/>
                  <a:pt x="828581" y="2074492"/>
                  <a:pt x="833480" y="2063469"/>
                </a:cubicBezTo>
                <a:cubicBezTo>
                  <a:pt x="855800" y="2013249"/>
                  <a:pt x="844606" y="2036668"/>
                  <a:pt x="857756" y="1990640"/>
                </a:cubicBezTo>
                <a:cubicBezTo>
                  <a:pt x="860099" y="1982438"/>
                  <a:pt x="863779" y="1974639"/>
                  <a:pt x="865848" y="1966364"/>
                </a:cubicBezTo>
                <a:cubicBezTo>
                  <a:pt x="869184" y="1953021"/>
                  <a:pt x="868832" y="1938674"/>
                  <a:pt x="873940" y="1925904"/>
                </a:cubicBezTo>
                <a:cubicBezTo>
                  <a:pt x="879781" y="1911301"/>
                  <a:pt x="890124" y="1898931"/>
                  <a:pt x="898216" y="1885444"/>
                </a:cubicBezTo>
                <a:cubicBezTo>
                  <a:pt x="900913" y="1863865"/>
                  <a:pt x="902418" y="1842104"/>
                  <a:pt x="906308" y="1820708"/>
                </a:cubicBezTo>
                <a:cubicBezTo>
                  <a:pt x="907834" y="1812316"/>
                  <a:pt x="913628" y="1804927"/>
                  <a:pt x="914400" y="1796432"/>
                </a:cubicBezTo>
                <a:cubicBezTo>
                  <a:pt x="927018" y="1657631"/>
                  <a:pt x="911408" y="1685320"/>
                  <a:pt x="930584" y="1602223"/>
                </a:cubicBezTo>
                <a:cubicBezTo>
                  <a:pt x="935586" y="1580550"/>
                  <a:pt x="940916" y="1558945"/>
                  <a:pt x="946768" y="1537486"/>
                </a:cubicBezTo>
                <a:cubicBezTo>
                  <a:pt x="949012" y="1529257"/>
                  <a:pt x="951045" y="1520839"/>
                  <a:pt x="954860" y="1513210"/>
                </a:cubicBezTo>
                <a:cubicBezTo>
                  <a:pt x="959210" y="1504511"/>
                  <a:pt x="965650" y="1497026"/>
                  <a:pt x="971045" y="1488934"/>
                </a:cubicBezTo>
                <a:cubicBezTo>
                  <a:pt x="985580" y="1445330"/>
                  <a:pt x="969317" y="1482055"/>
                  <a:pt x="1003413" y="1440382"/>
                </a:cubicBezTo>
                <a:cubicBezTo>
                  <a:pt x="1020494" y="1419506"/>
                  <a:pt x="1032892" y="1394719"/>
                  <a:pt x="1051965" y="1375646"/>
                </a:cubicBezTo>
                <a:cubicBezTo>
                  <a:pt x="1068149" y="1359462"/>
                  <a:pt x="1086219" y="1344966"/>
                  <a:pt x="1100517" y="1327094"/>
                </a:cubicBezTo>
                <a:cubicBezTo>
                  <a:pt x="1164054" y="1247671"/>
                  <a:pt x="1101308" y="1319196"/>
                  <a:pt x="1165253" y="1262357"/>
                </a:cubicBezTo>
                <a:cubicBezTo>
                  <a:pt x="1179509" y="1249686"/>
                  <a:pt x="1192227" y="1235384"/>
                  <a:pt x="1205714" y="1221897"/>
                </a:cubicBezTo>
                <a:cubicBezTo>
                  <a:pt x="1213806" y="1213805"/>
                  <a:pt x="1220468" y="1203969"/>
                  <a:pt x="1229990" y="1197621"/>
                </a:cubicBezTo>
                <a:cubicBezTo>
                  <a:pt x="1238082" y="1192226"/>
                  <a:pt x="1247389" y="1188314"/>
                  <a:pt x="1254266" y="1181437"/>
                </a:cubicBezTo>
                <a:cubicBezTo>
                  <a:pt x="1263803" y="1171900"/>
                  <a:pt x="1267320" y="1156550"/>
                  <a:pt x="1278542" y="1149069"/>
                </a:cubicBezTo>
                <a:cubicBezTo>
                  <a:pt x="1292736" y="1139606"/>
                  <a:pt x="1312900" y="1142348"/>
                  <a:pt x="1327094" y="1132885"/>
                </a:cubicBezTo>
                <a:cubicBezTo>
                  <a:pt x="1362814" y="1109072"/>
                  <a:pt x="1341833" y="1118608"/>
                  <a:pt x="1391830" y="1108609"/>
                </a:cubicBezTo>
                <a:cubicBezTo>
                  <a:pt x="1402620" y="1103214"/>
                  <a:pt x="1412999" y="1096905"/>
                  <a:pt x="1424199" y="1092425"/>
                </a:cubicBezTo>
                <a:cubicBezTo>
                  <a:pt x="1440038" y="1086089"/>
                  <a:pt x="1458557" y="1085703"/>
                  <a:pt x="1472751" y="1076240"/>
                </a:cubicBezTo>
                <a:cubicBezTo>
                  <a:pt x="1493210" y="1062600"/>
                  <a:pt x="1497373" y="1056750"/>
                  <a:pt x="1521303" y="1051964"/>
                </a:cubicBezTo>
                <a:cubicBezTo>
                  <a:pt x="1540006" y="1048223"/>
                  <a:pt x="1558876" y="1044172"/>
                  <a:pt x="1577947" y="1043872"/>
                </a:cubicBezTo>
                <a:lnTo>
                  <a:pt x="2548991" y="1035780"/>
                </a:lnTo>
                <a:cubicBezTo>
                  <a:pt x="2596859" y="1030461"/>
                  <a:pt x="2695830" y="1020232"/>
                  <a:pt x="2735108" y="1011504"/>
                </a:cubicBezTo>
                <a:cubicBezTo>
                  <a:pt x="2760645" y="1005829"/>
                  <a:pt x="2769960" y="990032"/>
                  <a:pt x="2791752" y="979136"/>
                </a:cubicBezTo>
                <a:cubicBezTo>
                  <a:pt x="2810126" y="969949"/>
                  <a:pt x="2829515" y="962952"/>
                  <a:pt x="2848397" y="954860"/>
                </a:cubicBezTo>
                <a:cubicBezTo>
                  <a:pt x="2864581" y="938676"/>
                  <a:pt x="2879843" y="921514"/>
                  <a:pt x="2896949" y="906308"/>
                </a:cubicBezTo>
                <a:cubicBezTo>
                  <a:pt x="2928440" y="878316"/>
                  <a:pt x="2967079" y="857755"/>
                  <a:pt x="2994053" y="825387"/>
                </a:cubicBezTo>
                <a:cubicBezTo>
                  <a:pt x="3007540" y="809203"/>
                  <a:pt x="3020278" y="792365"/>
                  <a:pt x="3034514" y="776835"/>
                </a:cubicBezTo>
                <a:cubicBezTo>
                  <a:pt x="3049980" y="759963"/>
                  <a:pt x="3068633" y="746046"/>
                  <a:pt x="3083066" y="728283"/>
                </a:cubicBezTo>
                <a:cubicBezTo>
                  <a:pt x="3103828" y="702729"/>
                  <a:pt x="3139710" y="647363"/>
                  <a:pt x="3139710" y="647363"/>
                </a:cubicBezTo>
                <a:cubicBezTo>
                  <a:pt x="3145105" y="631179"/>
                  <a:pt x="3151756" y="615360"/>
                  <a:pt x="3155894" y="598810"/>
                </a:cubicBezTo>
                <a:cubicBezTo>
                  <a:pt x="3166055" y="558167"/>
                  <a:pt x="3160469" y="576993"/>
                  <a:pt x="3172078" y="542166"/>
                </a:cubicBezTo>
                <a:cubicBezTo>
                  <a:pt x="3168891" y="443369"/>
                  <a:pt x="3189330" y="336198"/>
                  <a:pt x="3147802" y="242761"/>
                </a:cubicBezTo>
                <a:cubicBezTo>
                  <a:pt x="3143852" y="233874"/>
                  <a:pt x="3137947" y="225869"/>
                  <a:pt x="3131618" y="218485"/>
                </a:cubicBezTo>
                <a:cubicBezTo>
                  <a:pt x="3121688" y="206900"/>
                  <a:pt x="3110039" y="196906"/>
                  <a:pt x="3099250" y="186117"/>
                </a:cubicBezTo>
                <a:cubicBezTo>
                  <a:pt x="3093855" y="172630"/>
                  <a:pt x="3091984" y="157122"/>
                  <a:pt x="3083066" y="145656"/>
                </a:cubicBezTo>
                <a:cubicBezTo>
                  <a:pt x="3072463" y="132023"/>
                  <a:pt x="3056423" y="123651"/>
                  <a:pt x="3042606" y="113288"/>
                </a:cubicBezTo>
                <a:cubicBezTo>
                  <a:pt x="3017508" y="94465"/>
                  <a:pt x="3022051" y="98345"/>
                  <a:pt x="2994053" y="89012"/>
                </a:cubicBezTo>
                <a:cubicBezTo>
                  <a:pt x="2990759" y="86377"/>
                  <a:pt x="2942759" y="46061"/>
                  <a:pt x="2929317" y="40460"/>
                </a:cubicBezTo>
                <a:cubicBezTo>
                  <a:pt x="2905696" y="30618"/>
                  <a:pt x="2881973" y="18501"/>
                  <a:pt x="2856489" y="16184"/>
                </a:cubicBezTo>
                <a:cubicBezTo>
                  <a:pt x="2719049" y="3690"/>
                  <a:pt x="2797223" y="9745"/>
                  <a:pt x="2621820" y="0"/>
                </a:cubicBezTo>
                <a:cubicBezTo>
                  <a:pt x="2353313" y="6393"/>
                  <a:pt x="2262773" y="4588"/>
                  <a:pt x="2006825" y="24276"/>
                </a:cubicBezTo>
                <a:cubicBezTo>
                  <a:pt x="1941627" y="29291"/>
                  <a:pt x="1989568" y="30964"/>
                  <a:pt x="1942089" y="40460"/>
                </a:cubicBezTo>
                <a:cubicBezTo>
                  <a:pt x="1923386" y="44201"/>
                  <a:pt x="1904148" y="44812"/>
                  <a:pt x="1885445" y="48552"/>
                </a:cubicBezTo>
                <a:cubicBezTo>
                  <a:pt x="1863634" y="52914"/>
                  <a:pt x="1842592" y="60757"/>
                  <a:pt x="1820708" y="64736"/>
                </a:cubicBezTo>
                <a:lnTo>
                  <a:pt x="1731696" y="80920"/>
                </a:lnTo>
                <a:cubicBezTo>
                  <a:pt x="1718178" y="83455"/>
                  <a:pt x="1704410" y="85060"/>
                  <a:pt x="1691236" y="89012"/>
                </a:cubicBezTo>
                <a:cubicBezTo>
                  <a:pt x="1677323" y="93186"/>
                  <a:pt x="1664743" y="101206"/>
                  <a:pt x="1650776" y="105196"/>
                </a:cubicBezTo>
                <a:cubicBezTo>
                  <a:pt x="1626864" y="112028"/>
                  <a:pt x="1602179" y="115788"/>
                  <a:pt x="1577947" y="121380"/>
                </a:cubicBezTo>
                <a:cubicBezTo>
                  <a:pt x="1567110" y="123881"/>
                  <a:pt x="1556130" y="125955"/>
                  <a:pt x="1545579" y="129472"/>
                </a:cubicBezTo>
                <a:cubicBezTo>
                  <a:pt x="1531799" y="134065"/>
                  <a:pt x="1518798" y="140770"/>
                  <a:pt x="1505119" y="145656"/>
                </a:cubicBezTo>
                <a:cubicBezTo>
                  <a:pt x="1481021" y="154263"/>
                  <a:pt x="1453583" y="155739"/>
                  <a:pt x="1432291" y="169933"/>
                </a:cubicBezTo>
                <a:cubicBezTo>
                  <a:pt x="1407911" y="186186"/>
                  <a:pt x="1404391" y="189982"/>
                  <a:pt x="1375646" y="202301"/>
                </a:cubicBezTo>
                <a:cubicBezTo>
                  <a:pt x="1367806" y="205661"/>
                  <a:pt x="1358999" y="206578"/>
                  <a:pt x="1351370" y="210393"/>
                </a:cubicBezTo>
                <a:cubicBezTo>
                  <a:pt x="1337302" y="217427"/>
                  <a:pt x="1324659" y="227031"/>
                  <a:pt x="1310910" y="234669"/>
                </a:cubicBezTo>
                <a:cubicBezTo>
                  <a:pt x="1300365" y="240527"/>
                  <a:pt x="1289087" y="244995"/>
                  <a:pt x="1278542" y="250853"/>
                </a:cubicBezTo>
                <a:cubicBezTo>
                  <a:pt x="1264793" y="258491"/>
                  <a:pt x="1251831" y="267491"/>
                  <a:pt x="1238082" y="275129"/>
                </a:cubicBezTo>
                <a:cubicBezTo>
                  <a:pt x="1227537" y="280987"/>
                  <a:pt x="1215943" y="284920"/>
                  <a:pt x="1205714" y="291313"/>
                </a:cubicBezTo>
                <a:cubicBezTo>
                  <a:pt x="1194277" y="298461"/>
                  <a:pt x="1184782" y="308441"/>
                  <a:pt x="1173345" y="315589"/>
                </a:cubicBezTo>
                <a:cubicBezTo>
                  <a:pt x="1163116" y="321982"/>
                  <a:pt x="1151321" y="325567"/>
                  <a:pt x="1140977" y="331773"/>
                </a:cubicBezTo>
                <a:cubicBezTo>
                  <a:pt x="1124298" y="341780"/>
                  <a:pt x="1111295" y="359424"/>
                  <a:pt x="1092425" y="364141"/>
                </a:cubicBezTo>
                <a:lnTo>
                  <a:pt x="1060057" y="372233"/>
                </a:lnTo>
                <a:cubicBezTo>
                  <a:pt x="1051965" y="380325"/>
                  <a:pt x="1044572" y="389183"/>
                  <a:pt x="1035781" y="396509"/>
                </a:cubicBezTo>
                <a:cubicBezTo>
                  <a:pt x="1028310" y="402735"/>
                  <a:pt x="1019419" y="407041"/>
                  <a:pt x="1011505" y="412694"/>
                </a:cubicBezTo>
                <a:cubicBezTo>
                  <a:pt x="1000531" y="420533"/>
                  <a:pt x="990186" y="429236"/>
                  <a:pt x="979137" y="436970"/>
                </a:cubicBezTo>
                <a:cubicBezTo>
                  <a:pt x="955235" y="453701"/>
                  <a:pt x="930584" y="469338"/>
                  <a:pt x="906308" y="485522"/>
                </a:cubicBezTo>
                <a:cubicBezTo>
                  <a:pt x="898216" y="490917"/>
                  <a:pt x="889812" y="495871"/>
                  <a:pt x="882032" y="501706"/>
                </a:cubicBezTo>
                <a:cubicBezTo>
                  <a:pt x="850926" y="525036"/>
                  <a:pt x="843963" y="527874"/>
                  <a:pt x="817296" y="558350"/>
                </a:cubicBezTo>
                <a:cubicBezTo>
                  <a:pt x="808415" y="568500"/>
                  <a:pt x="803458" y="582178"/>
                  <a:pt x="793020" y="590718"/>
                </a:cubicBezTo>
                <a:cubicBezTo>
                  <a:pt x="773325" y="606832"/>
                  <a:pt x="748641" y="615911"/>
                  <a:pt x="728283" y="631179"/>
                </a:cubicBezTo>
                <a:cubicBezTo>
                  <a:pt x="717494" y="639271"/>
                  <a:pt x="706890" y="647616"/>
                  <a:pt x="695915" y="655455"/>
                </a:cubicBezTo>
                <a:cubicBezTo>
                  <a:pt x="674699" y="670609"/>
                  <a:pt x="659614" y="677606"/>
                  <a:pt x="639271" y="695915"/>
                </a:cubicBezTo>
                <a:cubicBezTo>
                  <a:pt x="595868" y="734978"/>
                  <a:pt x="591916" y="742971"/>
                  <a:pt x="558351" y="784927"/>
                </a:cubicBezTo>
                <a:cubicBezTo>
                  <a:pt x="544130" y="827591"/>
                  <a:pt x="559658" y="793068"/>
                  <a:pt x="525983" y="833479"/>
                </a:cubicBezTo>
                <a:cubicBezTo>
                  <a:pt x="462316" y="909881"/>
                  <a:pt x="550370" y="809038"/>
                  <a:pt x="501706" y="882032"/>
                </a:cubicBezTo>
                <a:cubicBezTo>
                  <a:pt x="495358" y="891554"/>
                  <a:pt x="485522" y="898216"/>
                  <a:pt x="477430" y="906308"/>
                </a:cubicBezTo>
                <a:cubicBezTo>
                  <a:pt x="452273" y="981778"/>
                  <a:pt x="496021" y="856386"/>
                  <a:pt x="445062" y="971044"/>
                </a:cubicBezTo>
                <a:cubicBezTo>
                  <a:pt x="440545" y="981207"/>
                  <a:pt x="441944" y="993465"/>
                  <a:pt x="436970" y="1003412"/>
                </a:cubicBezTo>
                <a:cubicBezTo>
                  <a:pt x="428271" y="1020809"/>
                  <a:pt x="410753" y="1033511"/>
                  <a:pt x="404602" y="1051964"/>
                </a:cubicBezTo>
                <a:cubicBezTo>
                  <a:pt x="394097" y="1083478"/>
                  <a:pt x="402541" y="1070208"/>
                  <a:pt x="380326" y="1092425"/>
                </a:cubicBezTo>
                <a:cubicBezTo>
                  <a:pt x="377218" y="1111073"/>
                  <a:pt x="374102" y="1145332"/>
                  <a:pt x="364142" y="1165253"/>
                </a:cubicBezTo>
                <a:cubicBezTo>
                  <a:pt x="359793" y="1173952"/>
                  <a:pt x="351908" y="1180642"/>
                  <a:pt x="347958" y="1189529"/>
                </a:cubicBezTo>
                <a:cubicBezTo>
                  <a:pt x="340455" y="1206411"/>
                  <a:pt x="334535" y="1247201"/>
                  <a:pt x="315590" y="1262357"/>
                </a:cubicBezTo>
                <a:cubicBezTo>
                  <a:pt x="308929" y="1267685"/>
                  <a:pt x="299406" y="1267752"/>
                  <a:pt x="291314" y="1270449"/>
                </a:cubicBezTo>
                <a:cubicBezTo>
                  <a:pt x="276261" y="1285501"/>
                  <a:pt x="271268" y="1292610"/>
                  <a:pt x="250853" y="1302817"/>
                </a:cubicBezTo>
                <a:cubicBezTo>
                  <a:pt x="243224" y="1306632"/>
                  <a:pt x="234669" y="1308212"/>
                  <a:pt x="226577" y="1310909"/>
                </a:cubicBezTo>
                <a:cubicBezTo>
                  <a:pt x="221182" y="1316304"/>
                  <a:pt x="216351" y="1322328"/>
                  <a:pt x="210393" y="1327094"/>
                </a:cubicBezTo>
                <a:cubicBezTo>
                  <a:pt x="202799" y="1333170"/>
                  <a:pt x="191271" y="1335031"/>
                  <a:pt x="186117" y="1343278"/>
                </a:cubicBezTo>
                <a:cubicBezTo>
                  <a:pt x="177076" y="1357744"/>
                  <a:pt x="175328" y="1375646"/>
                  <a:pt x="169933" y="1391830"/>
                </a:cubicBezTo>
                <a:cubicBezTo>
                  <a:pt x="167236" y="1399922"/>
                  <a:pt x="168938" y="1411375"/>
                  <a:pt x="161841" y="1416106"/>
                </a:cubicBezTo>
                <a:cubicBezTo>
                  <a:pt x="135321" y="1433786"/>
                  <a:pt x="122730" y="1416106"/>
                  <a:pt x="113289" y="1424198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3010516" y="2730356"/>
            <a:ext cx="1167234" cy="9386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298983" y="2323373"/>
            <a:ext cx="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571333" y="3289796"/>
            <a:ext cx="1556200" cy="5004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4423839" y="2814381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839" y="2814381"/>
                <a:ext cx="247184" cy="369332"/>
              </a:xfrm>
              <a:prstGeom prst="rect">
                <a:avLst/>
              </a:prstGeom>
              <a:blipFill>
                <a:blip r:embed="rId3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3649206" y="2826049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206" y="2826049"/>
                <a:ext cx="247184" cy="369332"/>
              </a:xfrm>
              <a:prstGeom prst="rect">
                <a:avLst/>
              </a:prstGeom>
              <a:blipFill>
                <a:blip r:embed="rId4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3192006" y="3135365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006" y="3135365"/>
                <a:ext cx="247184" cy="369332"/>
              </a:xfrm>
              <a:prstGeom prst="rect">
                <a:avLst/>
              </a:prstGeom>
              <a:blipFill>
                <a:blip r:embed="rId5"/>
                <a:stretch>
                  <a:fillRect t="-8197" r="-80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 flipV="1">
            <a:off x="4420216" y="2971073"/>
            <a:ext cx="2100672" cy="69791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4470433" y="3790223"/>
            <a:ext cx="1990102" cy="4317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420216" y="3911456"/>
            <a:ext cx="1322656" cy="10845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5263706" y="3015007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706" y="3015007"/>
                <a:ext cx="247184" cy="369332"/>
              </a:xfrm>
              <a:prstGeom prst="rect">
                <a:avLst/>
              </a:prstGeom>
              <a:blipFill>
                <a:blip r:embed="rId6"/>
                <a:stretch>
                  <a:fillRect t="-10000" r="-780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5460522" y="366899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522" y="3668990"/>
                <a:ext cx="247184" cy="369332"/>
              </a:xfrm>
              <a:prstGeom prst="rect">
                <a:avLst/>
              </a:prstGeom>
              <a:blipFill>
                <a:blip r:embed="rId7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5185515" y="4185981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515" y="4185981"/>
                <a:ext cx="247184" cy="369332"/>
              </a:xfrm>
              <a:prstGeom prst="rect">
                <a:avLst/>
              </a:prstGeom>
              <a:blipFill>
                <a:blip r:embed="rId8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2349666" y="4082906"/>
            <a:ext cx="1123234" cy="4703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765583" y="4674477"/>
            <a:ext cx="1255807" cy="66844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4308308" y="4612131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308" y="4612131"/>
                <a:ext cx="247184" cy="369332"/>
              </a:xfrm>
              <a:prstGeom prst="rect">
                <a:avLst/>
              </a:prstGeom>
              <a:blipFill>
                <a:blip r:embed="rId9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2899699" y="3961673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699" y="3961673"/>
                <a:ext cx="247184" cy="369332"/>
              </a:xfrm>
              <a:prstGeom prst="rect">
                <a:avLst/>
              </a:prstGeom>
              <a:blipFill>
                <a:blip r:embed="rId10"/>
                <a:stretch>
                  <a:fillRect t="-10000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5662556" y="5850174"/>
                <a:ext cx="3314177" cy="84452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𝑃𝑜𝑠𝑡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𝐶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𝑃𝑜𝑠𝑡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 (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556" y="5850174"/>
                <a:ext cx="3314177" cy="844527"/>
              </a:xfrm>
              <a:prstGeom prst="rect">
                <a:avLst/>
              </a:prstGeom>
              <a:blipFill>
                <a:blip r:embed="rId11"/>
                <a:stretch>
                  <a:fillRect r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2122248" y="4981463"/>
                <a:ext cx="1767150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𝐶</m:t>
                      </m:r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 sz="24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248" y="4981463"/>
                <a:ext cx="1767150" cy="461665"/>
              </a:xfrm>
              <a:prstGeom prst="rect">
                <a:avLst/>
              </a:prstGeom>
              <a:blipFill>
                <a:blip r:embed="rId12"/>
                <a:stretch>
                  <a:fillRect t="-11842" r="-72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4127533" y="3618773"/>
                <a:ext cx="342900" cy="342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365760" rtlCol="1" anchor="t" anchorCtr="1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33" y="3618773"/>
                <a:ext cx="342900" cy="342900"/>
              </a:xfrm>
              <a:prstGeom prst="rect">
                <a:avLst/>
              </a:prstGeom>
              <a:blipFill>
                <a:blip r:embed="rId13"/>
                <a:stretch>
                  <a:fillRect t="-19048" r="-3492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228433" y="3118346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717833" y="2437673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27533" y="1980473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753100" y="4991100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60535" y="4050517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520888" y="2799623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3475435" y="4494235"/>
                <a:ext cx="342900" cy="3429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365760" rtlCol="1" anchor="t" anchorCtr="1"/>
              <a:lstStyle/>
              <a:p>
                <a:pPr algn="just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435" y="4494235"/>
                <a:ext cx="342900" cy="342900"/>
              </a:xfrm>
              <a:prstGeom prst="rect">
                <a:avLst/>
              </a:prstGeom>
              <a:blipFill>
                <a:blip r:embed="rId14"/>
                <a:stretch>
                  <a:fillRect t="-19048" r="-3333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2056983" y="3790223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6268" y="5345724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9125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6"/>
          <p:cNvSpPr/>
          <p:nvPr/>
        </p:nvSpPr>
        <p:spPr>
          <a:xfrm>
            <a:off x="5131161" y="2945929"/>
            <a:ext cx="1850060" cy="2901648"/>
          </a:xfrm>
          <a:custGeom>
            <a:avLst/>
            <a:gdLst>
              <a:gd name="connsiteX0" fmla="*/ 1068149 w 2037383"/>
              <a:gd name="connsiteY0" fmla="*/ 331774 h 3042605"/>
              <a:gd name="connsiteX1" fmla="*/ 1108609 w 2037383"/>
              <a:gd name="connsiteY1" fmla="*/ 436970 h 3042605"/>
              <a:gd name="connsiteX2" fmla="*/ 1132885 w 2037383"/>
              <a:gd name="connsiteY2" fmla="*/ 517890 h 3042605"/>
              <a:gd name="connsiteX3" fmla="*/ 1140977 w 2037383"/>
              <a:gd name="connsiteY3" fmla="*/ 712099 h 3042605"/>
              <a:gd name="connsiteX4" fmla="*/ 1132885 w 2037383"/>
              <a:gd name="connsiteY4" fmla="*/ 1343278 h 3042605"/>
              <a:gd name="connsiteX5" fmla="*/ 1108609 w 2037383"/>
              <a:gd name="connsiteY5" fmla="*/ 1472751 h 3042605"/>
              <a:gd name="connsiteX6" fmla="*/ 1084333 w 2037383"/>
              <a:gd name="connsiteY6" fmla="*/ 1529395 h 3042605"/>
              <a:gd name="connsiteX7" fmla="*/ 1068149 w 2037383"/>
              <a:gd name="connsiteY7" fmla="*/ 1561763 h 3042605"/>
              <a:gd name="connsiteX8" fmla="*/ 1051965 w 2037383"/>
              <a:gd name="connsiteY8" fmla="*/ 1626499 h 3042605"/>
              <a:gd name="connsiteX9" fmla="*/ 1011505 w 2037383"/>
              <a:gd name="connsiteY9" fmla="*/ 1739788 h 3042605"/>
              <a:gd name="connsiteX10" fmla="*/ 995320 w 2037383"/>
              <a:gd name="connsiteY10" fmla="*/ 1764064 h 3042605"/>
              <a:gd name="connsiteX11" fmla="*/ 979136 w 2037383"/>
              <a:gd name="connsiteY11" fmla="*/ 1796432 h 3042605"/>
              <a:gd name="connsiteX12" fmla="*/ 914400 w 2037383"/>
              <a:gd name="connsiteY12" fmla="*/ 1869260 h 3042605"/>
              <a:gd name="connsiteX13" fmla="*/ 801112 w 2037383"/>
              <a:gd name="connsiteY13" fmla="*/ 1966365 h 3042605"/>
              <a:gd name="connsiteX14" fmla="*/ 704007 w 2037383"/>
              <a:gd name="connsiteY14" fmla="*/ 2047285 h 3042605"/>
              <a:gd name="connsiteX15" fmla="*/ 655455 w 2037383"/>
              <a:gd name="connsiteY15" fmla="*/ 2055377 h 3042605"/>
              <a:gd name="connsiteX16" fmla="*/ 631179 w 2037383"/>
              <a:gd name="connsiteY16" fmla="*/ 2071561 h 3042605"/>
              <a:gd name="connsiteX17" fmla="*/ 582627 w 2037383"/>
              <a:gd name="connsiteY17" fmla="*/ 2079653 h 3042605"/>
              <a:gd name="connsiteX18" fmla="*/ 550258 w 2037383"/>
              <a:gd name="connsiteY18" fmla="*/ 2087745 h 3042605"/>
              <a:gd name="connsiteX19" fmla="*/ 525982 w 2037383"/>
              <a:gd name="connsiteY19" fmla="*/ 2103929 h 3042605"/>
              <a:gd name="connsiteX20" fmla="*/ 477430 w 2037383"/>
              <a:gd name="connsiteY20" fmla="*/ 2120113 h 3042605"/>
              <a:gd name="connsiteX21" fmla="*/ 453154 w 2037383"/>
              <a:gd name="connsiteY21" fmla="*/ 2136297 h 3042605"/>
              <a:gd name="connsiteX22" fmla="*/ 420786 w 2037383"/>
              <a:gd name="connsiteY22" fmla="*/ 2160574 h 3042605"/>
              <a:gd name="connsiteX23" fmla="*/ 396510 w 2037383"/>
              <a:gd name="connsiteY23" fmla="*/ 2168666 h 3042605"/>
              <a:gd name="connsiteX24" fmla="*/ 347958 w 2037383"/>
              <a:gd name="connsiteY24" fmla="*/ 2217218 h 3042605"/>
              <a:gd name="connsiteX25" fmla="*/ 315589 w 2037383"/>
              <a:gd name="connsiteY25" fmla="*/ 2225310 h 3042605"/>
              <a:gd name="connsiteX26" fmla="*/ 275129 w 2037383"/>
              <a:gd name="connsiteY26" fmla="*/ 2257678 h 3042605"/>
              <a:gd name="connsiteX27" fmla="*/ 250853 w 2037383"/>
              <a:gd name="connsiteY27" fmla="*/ 2281954 h 3042605"/>
              <a:gd name="connsiteX28" fmla="*/ 226577 w 2037383"/>
              <a:gd name="connsiteY28" fmla="*/ 2290046 h 3042605"/>
              <a:gd name="connsiteX29" fmla="*/ 202301 w 2037383"/>
              <a:gd name="connsiteY29" fmla="*/ 2322414 h 3042605"/>
              <a:gd name="connsiteX30" fmla="*/ 186117 w 2037383"/>
              <a:gd name="connsiteY30" fmla="*/ 2346690 h 3042605"/>
              <a:gd name="connsiteX31" fmla="*/ 129473 w 2037383"/>
              <a:gd name="connsiteY31" fmla="*/ 2379058 h 3042605"/>
              <a:gd name="connsiteX32" fmla="*/ 89012 w 2037383"/>
              <a:gd name="connsiteY32" fmla="*/ 2435703 h 3042605"/>
              <a:gd name="connsiteX33" fmla="*/ 72828 w 2037383"/>
              <a:gd name="connsiteY33" fmla="*/ 2459979 h 3042605"/>
              <a:gd name="connsiteX34" fmla="*/ 32368 w 2037383"/>
              <a:gd name="connsiteY34" fmla="*/ 2516623 h 3042605"/>
              <a:gd name="connsiteX35" fmla="*/ 16184 w 2037383"/>
              <a:gd name="connsiteY35" fmla="*/ 2565175 h 3042605"/>
              <a:gd name="connsiteX36" fmla="*/ 0 w 2037383"/>
              <a:gd name="connsiteY36" fmla="*/ 2597543 h 3042605"/>
              <a:gd name="connsiteX37" fmla="*/ 8092 w 2037383"/>
              <a:gd name="connsiteY37" fmla="*/ 2759384 h 3042605"/>
              <a:gd name="connsiteX38" fmla="*/ 32368 w 2037383"/>
              <a:gd name="connsiteY38" fmla="*/ 2799844 h 3042605"/>
              <a:gd name="connsiteX39" fmla="*/ 48552 w 2037383"/>
              <a:gd name="connsiteY39" fmla="*/ 2840304 h 3042605"/>
              <a:gd name="connsiteX40" fmla="*/ 64736 w 2037383"/>
              <a:gd name="connsiteY40" fmla="*/ 2856489 h 3042605"/>
              <a:gd name="connsiteX41" fmla="*/ 80920 w 2037383"/>
              <a:gd name="connsiteY41" fmla="*/ 2880765 h 3042605"/>
              <a:gd name="connsiteX42" fmla="*/ 137565 w 2037383"/>
              <a:gd name="connsiteY42" fmla="*/ 2921225 h 3042605"/>
              <a:gd name="connsiteX43" fmla="*/ 161841 w 2037383"/>
              <a:gd name="connsiteY43" fmla="*/ 2929317 h 3042605"/>
              <a:gd name="connsiteX44" fmla="*/ 186117 w 2037383"/>
              <a:gd name="connsiteY44" fmla="*/ 2961685 h 3042605"/>
              <a:gd name="connsiteX45" fmla="*/ 218485 w 2037383"/>
              <a:gd name="connsiteY45" fmla="*/ 2969777 h 3042605"/>
              <a:gd name="connsiteX46" fmla="*/ 267037 w 2037383"/>
              <a:gd name="connsiteY46" fmla="*/ 2994053 h 3042605"/>
              <a:gd name="connsiteX47" fmla="*/ 299405 w 2037383"/>
              <a:gd name="connsiteY47" fmla="*/ 3002145 h 3042605"/>
              <a:gd name="connsiteX48" fmla="*/ 323681 w 2037383"/>
              <a:gd name="connsiteY48" fmla="*/ 3018329 h 3042605"/>
              <a:gd name="connsiteX49" fmla="*/ 388418 w 2037383"/>
              <a:gd name="connsiteY49" fmla="*/ 3042605 h 3042605"/>
              <a:gd name="connsiteX50" fmla="*/ 801112 w 2037383"/>
              <a:gd name="connsiteY50" fmla="*/ 3018329 h 3042605"/>
              <a:gd name="connsiteX51" fmla="*/ 882032 w 2037383"/>
              <a:gd name="connsiteY51" fmla="*/ 2977869 h 3042605"/>
              <a:gd name="connsiteX52" fmla="*/ 930584 w 2037383"/>
              <a:gd name="connsiteY52" fmla="*/ 2961685 h 3042605"/>
              <a:gd name="connsiteX53" fmla="*/ 1027689 w 2037383"/>
              <a:gd name="connsiteY53" fmla="*/ 2921225 h 3042605"/>
              <a:gd name="connsiteX54" fmla="*/ 1076241 w 2037383"/>
              <a:gd name="connsiteY54" fmla="*/ 2888857 h 3042605"/>
              <a:gd name="connsiteX55" fmla="*/ 1108609 w 2037383"/>
              <a:gd name="connsiteY55" fmla="*/ 2864581 h 3042605"/>
              <a:gd name="connsiteX56" fmla="*/ 1165253 w 2037383"/>
              <a:gd name="connsiteY56" fmla="*/ 2832212 h 3042605"/>
              <a:gd name="connsiteX57" fmla="*/ 1286634 w 2037383"/>
              <a:gd name="connsiteY57" fmla="*/ 2735108 h 3042605"/>
              <a:gd name="connsiteX58" fmla="*/ 1319002 w 2037383"/>
              <a:gd name="connsiteY58" fmla="*/ 2694648 h 3042605"/>
              <a:gd name="connsiteX59" fmla="*/ 1343278 w 2037383"/>
              <a:gd name="connsiteY59" fmla="*/ 2670372 h 3042605"/>
              <a:gd name="connsiteX60" fmla="*/ 1383738 w 2037383"/>
              <a:gd name="connsiteY60" fmla="*/ 2621820 h 3042605"/>
              <a:gd name="connsiteX61" fmla="*/ 1416106 w 2037383"/>
              <a:gd name="connsiteY61" fmla="*/ 2589451 h 3042605"/>
              <a:gd name="connsiteX62" fmla="*/ 1456566 w 2037383"/>
              <a:gd name="connsiteY62" fmla="*/ 2532807 h 3042605"/>
              <a:gd name="connsiteX63" fmla="*/ 1553671 w 2037383"/>
              <a:gd name="connsiteY63" fmla="*/ 2411427 h 3042605"/>
              <a:gd name="connsiteX64" fmla="*/ 1626499 w 2037383"/>
              <a:gd name="connsiteY64" fmla="*/ 2290046 h 3042605"/>
              <a:gd name="connsiteX65" fmla="*/ 1691235 w 2037383"/>
              <a:gd name="connsiteY65" fmla="*/ 2176758 h 3042605"/>
              <a:gd name="connsiteX66" fmla="*/ 1715512 w 2037383"/>
              <a:gd name="connsiteY66" fmla="*/ 2120113 h 3042605"/>
              <a:gd name="connsiteX67" fmla="*/ 1747880 w 2037383"/>
              <a:gd name="connsiteY67" fmla="*/ 2071561 h 3042605"/>
              <a:gd name="connsiteX68" fmla="*/ 1764064 w 2037383"/>
              <a:gd name="connsiteY68" fmla="*/ 2039193 h 3042605"/>
              <a:gd name="connsiteX69" fmla="*/ 1836892 w 2037383"/>
              <a:gd name="connsiteY69" fmla="*/ 1909720 h 3042605"/>
              <a:gd name="connsiteX70" fmla="*/ 1861168 w 2037383"/>
              <a:gd name="connsiteY70" fmla="*/ 1804524 h 3042605"/>
              <a:gd name="connsiteX71" fmla="*/ 1885444 w 2037383"/>
              <a:gd name="connsiteY71" fmla="*/ 1755972 h 3042605"/>
              <a:gd name="connsiteX72" fmla="*/ 1901628 w 2037383"/>
              <a:gd name="connsiteY72" fmla="*/ 1675051 h 3042605"/>
              <a:gd name="connsiteX73" fmla="*/ 1917812 w 2037383"/>
              <a:gd name="connsiteY73" fmla="*/ 1618407 h 3042605"/>
              <a:gd name="connsiteX74" fmla="*/ 1925905 w 2037383"/>
              <a:gd name="connsiteY74" fmla="*/ 1594131 h 3042605"/>
              <a:gd name="connsiteX75" fmla="*/ 1942089 w 2037383"/>
              <a:gd name="connsiteY75" fmla="*/ 1513211 h 3042605"/>
              <a:gd name="connsiteX76" fmla="*/ 1974457 w 2037383"/>
              <a:gd name="connsiteY76" fmla="*/ 1399922 h 3042605"/>
              <a:gd name="connsiteX77" fmla="*/ 1982549 w 2037383"/>
              <a:gd name="connsiteY77" fmla="*/ 1165253 h 3042605"/>
              <a:gd name="connsiteX78" fmla="*/ 1958273 w 2037383"/>
              <a:gd name="connsiteY78" fmla="*/ 347958 h 3042605"/>
              <a:gd name="connsiteX79" fmla="*/ 1950181 w 2037383"/>
              <a:gd name="connsiteY79" fmla="*/ 323681 h 3042605"/>
              <a:gd name="connsiteX80" fmla="*/ 1942089 w 2037383"/>
              <a:gd name="connsiteY80" fmla="*/ 291313 h 3042605"/>
              <a:gd name="connsiteX81" fmla="*/ 1909720 w 2037383"/>
              <a:gd name="connsiteY81" fmla="*/ 226577 h 3042605"/>
              <a:gd name="connsiteX82" fmla="*/ 1836892 w 2037383"/>
              <a:gd name="connsiteY82" fmla="*/ 113289 h 3042605"/>
              <a:gd name="connsiteX83" fmla="*/ 1788340 w 2037383"/>
              <a:gd name="connsiteY83" fmla="*/ 80920 h 3042605"/>
              <a:gd name="connsiteX84" fmla="*/ 1764064 w 2037383"/>
              <a:gd name="connsiteY84" fmla="*/ 64736 h 3042605"/>
              <a:gd name="connsiteX85" fmla="*/ 1731696 w 2037383"/>
              <a:gd name="connsiteY85" fmla="*/ 56644 h 3042605"/>
              <a:gd name="connsiteX86" fmla="*/ 1683143 w 2037383"/>
              <a:gd name="connsiteY86" fmla="*/ 32368 h 3042605"/>
              <a:gd name="connsiteX87" fmla="*/ 1658867 w 2037383"/>
              <a:gd name="connsiteY87" fmla="*/ 16184 h 3042605"/>
              <a:gd name="connsiteX88" fmla="*/ 1610315 w 2037383"/>
              <a:gd name="connsiteY88" fmla="*/ 8092 h 3042605"/>
              <a:gd name="connsiteX89" fmla="*/ 1569855 w 2037383"/>
              <a:gd name="connsiteY89" fmla="*/ 0 h 3042605"/>
              <a:gd name="connsiteX90" fmla="*/ 1262358 w 2037383"/>
              <a:gd name="connsiteY90" fmla="*/ 8092 h 3042605"/>
              <a:gd name="connsiteX91" fmla="*/ 1221897 w 2037383"/>
              <a:gd name="connsiteY91" fmla="*/ 40460 h 3042605"/>
              <a:gd name="connsiteX92" fmla="*/ 1213805 w 2037383"/>
              <a:gd name="connsiteY92" fmla="*/ 64736 h 3042605"/>
              <a:gd name="connsiteX93" fmla="*/ 1181437 w 2037383"/>
              <a:gd name="connsiteY93" fmla="*/ 105197 h 3042605"/>
              <a:gd name="connsiteX94" fmla="*/ 1140977 w 2037383"/>
              <a:gd name="connsiteY94" fmla="*/ 145657 h 3042605"/>
              <a:gd name="connsiteX95" fmla="*/ 1124793 w 2037383"/>
              <a:gd name="connsiteY95" fmla="*/ 169933 h 3042605"/>
              <a:gd name="connsiteX96" fmla="*/ 1100517 w 2037383"/>
              <a:gd name="connsiteY96" fmla="*/ 186117 h 3042605"/>
              <a:gd name="connsiteX97" fmla="*/ 1092425 w 2037383"/>
              <a:gd name="connsiteY97" fmla="*/ 226577 h 3042605"/>
              <a:gd name="connsiteX98" fmla="*/ 1068149 w 2037383"/>
              <a:gd name="connsiteY98" fmla="*/ 331774 h 304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037383" h="3042605">
                <a:moveTo>
                  <a:pt x="1068149" y="331774"/>
                </a:moveTo>
                <a:cubicBezTo>
                  <a:pt x="1070846" y="366840"/>
                  <a:pt x="1079137" y="341187"/>
                  <a:pt x="1108609" y="436970"/>
                </a:cubicBezTo>
                <a:cubicBezTo>
                  <a:pt x="1139026" y="535826"/>
                  <a:pt x="1113304" y="419985"/>
                  <a:pt x="1132885" y="517890"/>
                </a:cubicBezTo>
                <a:cubicBezTo>
                  <a:pt x="1135582" y="582626"/>
                  <a:pt x="1140977" y="647306"/>
                  <a:pt x="1140977" y="712099"/>
                </a:cubicBezTo>
                <a:cubicBezTo>
                  <a:pt x="1140977" y="922509"/>
                  <a:pt x="1137834" y="1132926"/>
                  <a:pt x="1132885" y="1343278"/>
                </a:cubicBezTo>
                <a:cubicBezTo>
                  <a:pt x="1132278" y="1369072"/>
                  <a:pt x="1114585" y="1453626"/>
                  <a:pt x="1108609" y="1472751"/>
                </a:cubicBezTo>
                <a:cubicBezTo>
                  <a:pt x="1102482" y="1492358"/>
                  <a:pt x="1092833" y="1510694"/>
                  <a:pt x="1084333" y="1529395"/>
                </a:cubicBezTo>
                <a:cubicBezTo>
                  <a:pt x="1079341" y="1540377"/>
                  <a:pt x="1071964" y="1550319"/>
                  <a:pt x="1068149" y="1561763"/>
                </a:cubicBezTo>
                <a:cubicBezTo>
                  <a:pt x="1061115" y="1582864"/>
                  <a:pt x="1058241" y="1605160"/>
                  <a:pt x="1051965" y="1626499"/>
                </a:cubicBezTo>
                <a:cubicBezTo>
                  <a:pt x="1047506" y="1641659"/>
                  <a:pt x="1023336" y="1716126"/>
                  <a:pt x="1011505" y="1739788"/>
                </a:cubicBezTo>
                <a:cubicBezTo>
                  <a:pt x="1007155" y="1748487"/>
                  <a:pt x="1000145" y="1755620"/>
                  <a:pt x="995320" y="1764064"/>
                </a:cubicBezTo>
                <a:cubicBezTo>
                  <a:pt x="989335" y="1774537"/>
                  <a:pt x="986491" y="1786871"/>
                  <a:pt x="979136" y="1796432"/>
                </a:cubicBezTo>
                <a:cubicBezTo>
                  <a:pt x="959332" y="1822177"/>
                  <a:pt x="935193" y="1844308"/>
                  <a:pt x="914400" y="1869260"/>
                </a:cubicBezTo>
                <a:cubicBezTo>
                  <a:pt x="837449" y="1961602"/>
                  <a:pt x="891164" y="1927771"/>
                  <a:pt x="801112" y="1966365"/>
                </a:cubicBezTo>
                <a:cubicBezTo>
                  <a:pt x="770972" y="1996505"/>
                  <a:pt x="746623" y="2034500"/>
                  <a:pt x="704007" y="2047285"/>
                </a:cubicBezTo>
                <a:cubicBezTo>
                  <a:pt x="688292" y="2052000"/>
                  <a:pt x="671639" y="2052680"/>
                  <a:pt x="655455" y="2055377"/>
                </a:cubicBezTo>
                <a:cubicBezTo>
                  <a:pt x="647363" y="2060772"/>
                  <a:pt x="640405" y="2068486"/>
                  <a:pt x="631179" y="2071561"/>
                </a:cubicBezTo>
                <a:cubicBezTo>
                  <a:pt x="615614" y="2076749"/>
                  <a:pt x="598716" y="2076435"/>
                  <a:pt x="582627" y="2079653"/>
                </a:cubicBezTo>
                <a:cubicBezTo>
                  <a:pt x="571721" y="2081834"/>
                  <a:pt x="561048" y="2085048"/>
                  <a:pt x="550258" y="2087745"/>
                </a:cubicBezTo>
                <a:cubicBezTo>
                  <a:pt x="542166" y="2093140"/>
                  <a:pt x="534869" y="2099979"/>
                  <a:pt x="525982" y="2103929"/>
                </a:cubicBezTo>
                <a:cubicBezTo>
                  <a:pt x="510393" y="2110857"/>
                  <a:pt x="491624" y="2110650"/>
                  <a:pt x="477430" y="2120113"/>
                </a:cubicBezTo>
                <a:cubicBezTo>
                  <a:pt x="469338" y="2125508"/>
                  <a:pt x="461068" y="2130644"/>
                  <a:pt x="453154" y="2136297"/>
                </a:cubicBezTo>
                <a:cubicBezTo>
                  <a:pt x="442179" y="2144136"/>
                  <a:pt x="432496" y="2153882"/>
                  <a:pt x="420786" y="2160574"/>
                </a:cubicBezTo>
                <a:cubicBezTo>
                  <a:pt x="413380" y="2164806"/>
                  <a:pt x="404602" y="2165969"/>
                  <a:pt x="396510" y="2168666"/>
                </a:cubicBezTo>
                <a:cubicBezTo>
                  <a:pt x="379353" y="2191542"/>
                  <a:pt x="374114" y="2206009"/>
                  <a:pt x="347958" y="2217218"/>
                </a:cubicBezTo>
                <a:cubicBezTo>
                  <a:pt x="337736" y="2221599"/>
                  <a:pt x="326379" y="2222613"/>
                  <a:pt x="315589" y="2225310"/>
                </a:cubicBezTo>
                <a:cubicBezTo>
                  <a:pt x="302102" y="2236099"/>
                  <a:pt x="288127" y="2246305"/>
                  <a:pt x="275129" y="2257678"/>
                </a:cubicBezTo>
                <a:cubicBezTo>
                  <a:pt x="266517" y="2265214"/>
                  <a:pt x="260375" y="2275606"/>
                  <a:pt x="250853" y="2281954"/>
                </a:cubicBezTo>
                <a:cubicBezTo>
                  <a:pt x="243756" y="2286685"/>
                  <a:pt x="234669" y="2287349"/>
                  <a:pt x="226577" y="2290046"/>
                </a:cubicBezTo>
                <a:cubicBezTo>
                  <a:pt x="218485" y="2300835"/>
                  <a:pt x="210140" y="2311439"/>
                  <a:pt x="202301" y="2322414"/>
                </a:cubicBezTo>
                <a:cubicBezTo>
                  <a:pt x="196648" y="2330328"/>
                  <a:pt x="192994" y="2339813"/>
                  <a:pt x="186117" y="2346690"/>
                </a:cubicBezTo>
                <a:cubicBezTo>
                  <a:pt x="174679" y="2358128"/>
                  <a:pt x="142166" y="2372711"/>
                  <a:pt x="129473" y="2379058"/>
                </a:cubicBezTo>
                <a:cubicBezTo>
                  <a:pt x="91341" y="2436258"/>
                  <a:pt x="139186" y="2365461"/>
                  <a:pt x="89012" y="2435703"/>
                </a:cubicBezTo>
                <a:cubicBezTo>
                  <a:pt x="83359" y="2443617"/>
                  <a:pt x="78481" y="2452065"/>
                  <a:pt x="72828" y="2459979"/>
                </a:cubicBezTo>
                <a:cubicBezTo>
                  <a:pt x="69312" y="2464902"/>
                  <a:pt x="36855" y="2506527"/>
                  <a:pt x="32368" y="2516623"/>
                </a:cubicBezTo>
                <a:cubicBezTo>
                  <a:pt x="25440" y="2532212"/>
                  <a:pt x="22520" y="2549336"/>
                  <a:pt x="16184" y="2565175"/>
                </a:cubicBezTo>
                <a:cubicBezTo>
                  <a:pt x="11704" y="2576375"/>
                  <a:pt x="5395" y="2586754"/>
                  <a:pt x="0" y="2597543"/>
                </a:cubicBezTo>
                <a:cubicBezTo>
                  <a:pt x="2697" y="2651490"/>
                  <a:pt x="-442" y="2706048"/>
                  <a:pt x="8092" y="2759384"/>
                </a:cubicBezTo>
                <a:cubicBezTo>
                  <a:pt x="10577" y="2774914"/>
                  <a:pt x="25334" y="2785776"/>
                  <a:pt x="32368" y="2799844"/>
                </a:cubicBezTo>
                <a:cubicBezTo>
                  <a:pt x="38864" y="2812836"/>
                  <a:pt x="41345" y="2827692"/>
                  <a:pt x="48552" y="2840304"/>
                </a:cubicBezTo>
                <a:cubicBezTo>
                  <a:pt x="52337" y="2846928"/>
                  <a:pt x="59970" y="2850531"/>
                  <a:pt x="64736" y="2856489"/>
                </a:cubicBezTo>
                <a:cubicBezTo>
                  <a:pt x="70811" y="2864083"/>
                  <a:pt x="74043" y="2873888"/>
                  <a:pt x="80920" y="2880765"/>
                </a:cubicBezTo>
                <a:cubicBezTo>
                  <a:pt x="84584" y="2884429"/>
                  <a:pt x="128377" y="2916631"/>
                  <a:pt x="137565" y="2921225"/>
                </a:cubicBezTo>
                <a:cubicBezTo>
                  <a:pt x="145194" y="2925040"/>
                  <a:pt x="153749" y="2926620"/>
                  <a:pt x="161841" y="2929317"/>
                </a:cubicBezTo>
                <a:cubicBezTo>
                  <a:pt x="169933" y="2940106"/>
                  <a:pt x="175142" y="2953846"/>
                  <a:pt x="186117" y="2961685"/>
                </a:cubicBezTo>
                <a:cubicBezTo>
                  <a:pt x="195167" y="2968149"/>
                  <a:pt x="207792" y="2966722"/>
                  <a:pt x="218485" y="2969777"/>
                </a:cubicBezTo>
                <a:cubicBezTo>
                  <a:pt x="286680" y="2989261"/>
                  <a:pt x="196108" y="2963655"/>
                  <a:pt x="267037" y="2994053"/>
                </a:cubicBezTo>
                <a:cubicBezTo>
                  <a:pt x="277259" y="2998434"/>
                  <a:pt x="288616" y="2999448"/>
                  <a:pt x="299405" y="3002145"/>
                </a:cubicBezTo>
                <a:cubicBezTo>
                  <a:pt x="307497" y="3007540"/>
                  <a:pt x="314982" y="3013980"/>
                  <a:pt x="323681" y="3018329"/>
                </a:cubicBezTo>
                <a:cubicBezTo>
                  <a:pt x="343031" y="3028004"/>
                  <a:pt x="367408" y="3035602"/>
                  <a:pt x="388418" y="3042605"/>
                </a:cubicBezTo>
                <a:lnTo>
                  <a:pt x="801112" y="3018329"/>
                </a:lnTo>
                <a:cubicBezTo>
                  <a:pt x="843984" y="3015211"/>
                  <a:pt x="838858" y="2999456"/>
                  <a:pt x="882032" y="2977869"/>
                </a:cubicBezTo>
                <a:cubicBezTo>
                  <a:pt x="897290" y="2970240"/>
                  <a:pt x="915956" y="2970462"/>
                  <a:pt x="930584" y="2961685"/>
                </a:cubicBezTo>
                <a:cubicBezTo>
                  <a:pt x="987883" y="2927306"/>
                  <a:pt x="955921" y="2941730"/>
                  <a:pt x="1027689" y="2921225"/>
                </a:cubicBezTo>
                <a:cubicBezTo>
                  <a:pt x="1043873" y="2910436"/>
                  <a:pt x="1060306" y="2900011"/>
                  <a:pt x="1076241" y="2888857"/>
                </a:cubicBezTo>
                <a:cubicBezTo>
                  <a:pt x="1087290" y="2881123"/>
                  <a:pt x="1097231" y="2871822"/>
                  <a:pt x="1108609" y="2864581"/>
                </a:cubicBezTo>
                <a:cubicBezTo>
                  <a:pt x="1126956" y="2852906"/>
                  <a:pt x="1147333" y="2844532"/>
                  <a:pt x="1165253" y="2832212"/>
                </a:cubicBezTo>
                <a:cubicBezTo>
                  <a:pt x="1172665" y="2827116"/>
                  <a:pt x="1270656" y="2751085"/>
                  <a:pt x="1286634" y="2735108"/>
                </a:cubicBezTo>
                <a:cubicBezTo>
                  <a:pt x="1298847" y="2722895"/>
                  <a:pt x="1307629" y="2707646"/>
                  <a:pt x="1319002" y="2694648"/>
                </a:cubicBezTo>
                <a:cubicBezTo>
                  <a:pt x="1326538" y="2686036"/>
                  <a:pt x="1335675" y="2678925"/>
                  <a:pt x="1343278" y="2670372"/>
                </a:cubicBezTo>
                <a:cubicBezTo>
                  <a:pt x="1357274" y="2654626"/>
                  <a:pt x="1369645" y="2637479"/>
                  <a:pt x="1383738" y="2621820"/>
                </a:cubicBezTo>
                <a:cubicBezTo>
                  <a:pt x="1393945" y="2610478"/>
                  <a:pt x="1406444" y="2601261"/>
                  <a:pt x="1416106" y="2589451"/>
                </a:cubicBezTo>
                <a:cubicBezTo>
                  <a:pt x="1430799" y="2571493"/>
                  <a:pt x="1441873" y="2550765"/>
                  <a:pt x="1456566" y="2532807"/>
                </a:cubicBezTo>
                <a:cubicBezTo>
                  <a:pt x="1506903" y="2471285"/>
                  <a:pt x="1499134" y="2520503"/>
                  <a:pt x="1553671" y="2411427"/>
                </a:cubicBezTo>
                <a:cubicBezTo>
                  <a:pt x="1627325" y="2264116"/>
                  <a:pt x="1509331" y="2495091"/>
                  <a:pt x="1626499" y="2290046"/>
                </a:cubicBezTo>
                <a:cubicBezTo>
                  <a:pt x="1648078" y="2252283"/>
                  <a:pt x="1677480" y="2218019"/>
                  <a:pt x="1691235" y="2176758"/>
                </a:cubicBezTo>
                <a:cubicBezTo>
                  <a:pt x="1699607" y="2151645"/>
                  <a:pt x="1700514" y="2145110"/>
                  <a:pt x="1715512" y="2120113"/>
                </a:cubicBezTo>
                <a:cubicBezTo>
                  <a:pt x="1725519" y="2103434"/>
                  <a:pt x="1737873" y="2088240"/>
                  <a:pt x="1747880" y="2071561"/>
                </a:cubicBezTo>
                <a:cubicBezTo>
                  <a:pt x="1754086" y="2061217"/>
                  <a:pt x="1758150" y="2049707"/>
                  <a:pt x="1764064" y="2039193"/>
                </a:cubicBezTo>
                <a:cubicBezTo>
                  <a:pt x="1844702" y="1895837"/>
                  <a:pt x="1798183" y="1987141"/>
                  <a:pt x="1836892" y="1909720"/>
                </a:cubicBezTo>
                <a:cubicBezTo>
                  <a:pt x="1843636" y="1869256"/>
                  <a:pt x="1845954" y="1844081"/>
                  <a:pt x="1861168" y="1804524"/>
                </a:cubicBezTo>
                <a:cubicBezTo>
                  <a:pt x="1867663" y="1787636"/>
                  <a:pt x="1877352" y="1772156"/>
                  <a:pt x="1885444" y="1755972"/>
                </a:cubicBezTo>
                <a:cubicBezTo>
                  <a:pt x="1892820" y="1711718"/>
                  <a:pt x="1891282" y="1712988"/>
                  <a:pt x="1901628" y="1675051"/>
                </a:cubicBezTo>
                <a:cubicBezTo>
                  <a:pt x="1906795" y="1656106"/>
                  <a:pt x="1912169" y="1637216"/>
                  <a:pt x="1917812" y="1618407"/>
                </a:cubicBezTo>
                <a:cubicBezTo>
                  <a:pt x="1920263" y="1610237"/>
                  <a:pt x="1923987" y="1602442"/>
                  <a:pt x="1925905" y="1594131"/>
                </a:cubicBezTo>
                <a:cubicBezTo>
                  <a:pt x="1932091" y="1567328"/>
                  <a:pt x="1933390" y="1539307"/>
                  <a:pt x="1942089" y="1513211"/>
                </a:cubicBezTo>
                <a:cubicBezTo>
                  <a:pt x="1970714" y="1427334"/>
                  <a:pt x="1961346" y="1465475"/>
                  <a:pt x="1974457" y="1399922"/>
                </a:cubicBezTo>
                <a:cubicBezTo>
                  <a:pt x="1977154" y="1321699"/>
                  <a:pt x="1982549" y="1243522"/>
                  <a:pt x="1982549" y="1165253"/>
                </a:cubicBezTo>
                <a:cubicBezTo>
                  <a:pt x="1982549" y="374796"/>
                  <a:pt x="2120793" y="591737"/>
                  <a:pt x="1958273" y="347958"/>
                </a:cubicBezTo>
                <a:cubicBezTo>
                  <a:pt x="1955576" y="339866"/>
                  <a:pt x="1952524" y="331883"/>
                  <a:pt x="1950181" y="323681"/>
                </a:cubicBezTo>
                <a:cubicBezTo>
                  <a:pt x="1947126" y="312988"/>
                  <a:pt x="1945606" y="301864"/>
                  <a:pt x="1942089" y="291313"/>
                </a:cubicBezTo>
                <a:cubicBezTo>
                  <a:pt x="1922969" y="233952"/>
                  <a:pt x="1933510" y="268209"/>
                  <a:pt x="1909720" y="226577"/>
                </a:cubicBezTo>
                <a:cubicBezTo>
                  <a:pt x="1888055" y="188665"/>
                  <a:pt x="1875223" y="138844"/>
                  <a:pt x="1836892" y="113289"/>
                </a:cubicBezTo>
                <a:lnTo>
                  <a:pt x="1788340" y="80920"/>
                </a:lnTo>
                <a:cubicBezTo>
                  <a:pt x="1780248" y="75525"/>
                  <a:pt x="1773499" y="67095"/>
                  <a:pt x="1764064" y="64736"/>
                </a:cubicBezTo>
                <a:lnTo>
                  <a:pt x="1731696" y="56644"/>
                </a:lnTo>
                <a:cubicBezTo>
                  <a:pt x="1662126" y="10264"/>
                  <a:pt x="1750148" y="65870"/>
                  <a:pt x="1683143" y="32368"/>
                </a:cubicBezTo>
                <a:cubicBezTo>
                  <a:pt x="1674444" y="28019"/>
                  <a:pt x="1668093" y="19259"/>
                  <a:pt x="1658867" y="16184"/>
                </a:cubicBezTo>
                <a:cubicBezTo>
                  <a:pt x="1643302" y="10996"/>
                  <a:pt x="1626458" y="11027"/>
                  <a:pt x="1610315" y="8092"/>
                </a:cubicBezTo>
                <a:cubicBezTo>
                  <a:pt x="1596783" y="5632"/>
                  <a:pt x="1583342" y="2697"/>
                  <a:pt x="1569855" y="0"/>
                </a:cubicBezTo>
                <a:cubicBezTo>
                  <a:pt x="1467356" y="2697"/>
                  <a:pt x="1364771" y="3096"/>
                  <a:pt x="1262358" y="8092"/>
                </a:cubicBezTo>
                <a:cubicBezTo>
                  <a:pt x="1238441" y="9259"/>
                  <a:pt x="1231883" y="20489"/>
                  <a:pt x="1221897" y="40460"/>
                </a:cubicBezTo>
                <a:cubicBezTo>
                  <a:pt x="1218082" y="48089"/>
                  <a:pt x="1217620" y="57107"/>
                  <a:pt x="1213805" y="64736"/>
                </a:cubicBezTo>
                <a:cubicBezTo>
                  <a:pt x="1197202" y="97941"/>
                  <a:pt x="1201506" y="80110"/>
                  <a:pt x="1181437" y="105197"/>
                </a:cubicBezTo>
                <a:cubicBezTo>
                  <a:pt x="1150612" y="143729"/>
                  <a:pt x="1182591" y="117914"/>
                  <a:pt x="1140977" y="145657"/>
                </a:cubicBezTo>
                <a:cubicBezTo>
                  <a:pt x="1135582" y="153749"/>
                  <a:pt x="1131670" y="163056"/>
                  <a:pt x="1124793" y="169933"/>
                </a:cubicBezTo>
                <a:cubicBezTo>
                  <a:pt x="1117916" y="176810"/>
                  <a:pt x="1105342" y="177673"/>
                  <a:pt x="1100517" y="186117"/>
                </a:cubicBezTo>
                <a:cubicBezTo>
                  <a:pt x="1093693" y="198059"/>
                  <a:pt x="1095761" y="213234"/>
                  <a:pt x="1092425" y="226577"/>
                </a:cubicBezTo>
                <a:cubicBezTo>
                  <a:pt x="1072391" y="306712"/>
                  <a:pt x="1065452" y="296708"/>
                  <a:pt x="1068149" y="331774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עוקבים ומצבים קודמים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676400" y="1981200"/>
            <a:ext cx="3174355" cy="2524715"/>
          </a:xfrm>
          <a:custGeom>
            <a:avLst/>
            <a:gdLst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  <a:gd name="connsiteX0" fmla="*/ 113289 w 3174355"/>
              <a:gd name="connsiteY0" fmla="*/ 1424198 h 2524715"/>
              <a:gd name="connsiteX1" fmla="*/ 105197 w 3174355"/>
              <a:gd name="connsiteY1" fmla="*/ 1464658 h 2524715"/>
              <a:gd name="connsiteX2" fmla="*/ 72829 w 3174355"/>
              <a:gd name="connsiteY2" fmla="*/ 1521302 h 2524715"/>
              <a:gd name="connsiteX3" fmla="*/ 56645 w 3174355"/>
              <a:gd name="connsiteY3" fmla="*/ 1553671 h 2524715"/>
              <a:gd name="connsiteX4" fmla="*/ 40460 w 3174355"/>
              <a:gd name="connsiteY4" fmla="*/ 1626499 h 2524715"/>
              <a:gd name="connsiteX5" fmla="*/ 24276 w 3174355"/>
              <a:gd name="connsiteY5" fmla="*/ 1650775 h 2524715"/>
              <a:gd name="connsiteX6" fmla="*/ 16184 w 3174355"/>
              <a:gd name="connsiteY6" fmla="*/ 1699327 h 2524715"/>
              <a:gd name="connsiteX7" fmla="*/ 0 w 3174355"/>
              <a:gd name="connsiteY7" fmla="*/ 1739787 h 2524715"/>
              <a:gd name="connsiteX8" fmla="*/ 8092 w 3174355"/>
              <a:gd name="connsiteY8" fmla="*/ 2225309 h 2524715"/>
              <a:gd name="connsiteX9" fmla="*/ 24276 w 3174355"/>
              <a:gd name="connsiteY9" fmla="*/ 2249586 h 2524715"/>
              <a:gd name="connsiteX10" fmla="*/ 32368 w 3174355"/>
              <a:gd name="connsiteY10" fmla="*/ 2281954 h 2524715"/>
              <a:gd name="connsiteX11" fmla="*/ 40460 w 3174355"/>
              <a:gd name="connsiteY11" fmla="*/ 2306230 h 2524715"/>
              <a:gd name="connsiteX12" fmla="*/ 80921 w 3174355"/>
              <a:gd name="connsiteY12" fmla="*/ 2370966 h 2524715"/>
              <a:gd name="connsiteX13" fmla="*/ 89013 w 3174355"/>
              <a:gd name="connsiteY13" fmla="*/ 2395242 h 2524715"/>
              <a:gd name="connsiteX14" fmla="*/ 145657 w 3174355"/>
              <a:gd name="connsiteY14" fmla="*/ 2451886 h 2524715"/>
              <a:gd name="connsiteX15" fmla="*/ 169933 w 3174355"/>
              <a:gd name="connsiteY15" fmla="*/ 2459979 h 2524715"/>
              <a:gd name="connsiteX16" fmla="*/ 194209 w 3174355"/>
              <a:gd name="connsiteY16" fmla="*/ 2484255 h 2524715"/>
              <a:gd name="connsiteX17" fmla="*/ 258945 w 3174355"/>
              <a:gd name="connsiteY17" fmla="*/ 2500439 h 2524715"/>
              <a:gd name="connsiteX18" fmla="*/ 315590 w 3174355"/>
              <a:gd name="connsiteY18" fmla="*/ 2516623 h 2524715"/>
              <a:gd name="connsiteX19" fmla="*/ 372234 w 3174355"/>
              <a:gd name="connsiteY19" fmla="*/ 2524715 h 2524715"/>
              <a:gd name="connsiteX20" fmla="*/ 558351 w 3174355"/>
              <a:gd name="connsiteY20" fmla="*/ 2516623 h 2524715"/>
              <a:gd name="connsiteX21" fmla="*/ 582627 w 3174355"/>
              <a:gd name="connsiteY21" fmla="*/ 2500439 h 2524715"/>
              <a:gd name="connsiteX22" fmla="*/ 623087 w 3174355"/>
              <a:gd name="connsiteY22" fmla="*/ 2484255 h 2524715"/>
              <a:gd name="connsiteX23" fmla="*/ 655455 w 3174355"/>
              <a:gd name="connsiteY23" fmla="*/ 2435702 h 2524715"/>
              <a:gd name="connsiteX24" fmla="*/ 671639 w 3174355"/>
              <a:gd name="connsiteY24" fmla="*/ 2411426 h 2524715"/>
              <a:gd name="connsiteX25" fmla="*/ 687823 w 3174355"/>
              <a:gd name="connsiteY25" fmla="*/ 2379058 h 2524715"/>
              <a:gd name="connsiteX26" fmla="*/ 712099 w 3174355"/>
              <a:gd name="connsiteY26" fmla="*/ 2346690 h 2524715"/>
              <a:gd name="connsiteX27" fmla="*/ 728283 w 3174355"/>
              <a:gd name="connsiteY27" fmla="*/ 2306230 h 2524715"/>
              <a:gd name="connsiteX28" fmla="*/ 744468 w 3174355"/>
              <a:gd name="connsiteY28" fmla="*/ 2281954 h 2524715"/>
              <a:gd name="connsiteX29" fmla="*/ 760652 w 3174355"/>
              <a:gd name="connsiteY29" fmla="*/ 2241494 h 2524715"/>
              <a:gd name="connsiteX30" fmla="*/ 776836 w 3174355"/>
              <a:gd name="connsiteY30" fmla="*/ 2209125 h 2524715"/>
              <a:gd name="connsiteX31" fmla="*/ 793020 w 3174355"/>
              <a:gd name="connsiteY31" fmla="*/ 2152481 h 2524715"/>
              <a:gd name="connsiteX32" fmla="*/ 801112 w 3174355"/>
              <a:gd name="connsiteY32" fmla="*/ 2120113 h 2524715"/>
              <a:gd name="connsiteX33" fmla="*/ 817296 w 3174355"/>
              <a:gd name="connsiteY33" fmla="*/ 2095837 h 2524715"/>
              <a:gd name="connsiteX34" fmla="*/ 833480 w 3174355"/>
              <a:gd name="connsiteY34" fmla="*/ 2063469 h 2524715"/>
              <a:gd name="connsiteX35" fmla="*/ 857756 w 3174355"/>
              <a:gd name="connsiteY35" fmla="*/ 1990640 h 2524715"/>
              <a:gd name="connsiteX36" fmla="*/ 865848 w 3174355"/>
              <a:gd name="connsiteY36" fmla="*/ 1966364 h 2524715"/>
              <a:gd name="connsiteX37" fmla="*/ 873940 w 3174355"/>
              <a:gd name="connsiteY37" fmla="*/ 1925904 h 2524715"/>
              <a:gd name="connsiteX38" fmla="*/ 898216 w 3174355"/>
              <a:gd name="connsiteY38" fmla="*/ 1885444 h 2524715"/>
              <a:gd name="connsiteX39" fmla="*/ 906308 w 3174355"/>
              <a:gd name="connsiteY39" fmla="*/ 1820708 h 2524715"/>
              <a:gd name="connsiteX40" fmla="*/ 914400 w 3174355"/>
              <a:gd name="connsiteY40" fmla="*/ 1796432 h 2524715"/>
              <a:gd name="connsiteX41" fmla="*/ 930584 w 3174355"/>
              <a:gd name="connsiteY41" fmla="*/ 1602223 h 2524715"/>
              <a:gd name="connsiteX42" fmla="*/ 946768 w 3174355"/>
              <a:gd name="connsiteY42" fmla="*/ 1537486 h 2524715"/>
              <a:gd name="connsiteX43" fmla="*/ 954860 w 3174355"/>
              <a:gd name="connsiteY43" fmla="*/ 1513210 h 2524715"/>
              <a:gd name="connsiteX44" fmla="*/ 971045 w 3174355"/>
              <a:gd name="connsiteY44" fmla="*/ 1488934 h 2524715"/>
              <a:gd name="connsiteX45" fmla="*/ 1003413 w 3174355"/>
              <a:gd name="connsiteY45" fmla="*/ 1440382 h 2524715"/>
              <a:gd name="connsiteX46" fmla="*/ 1051965 w 3174355"/>
              <a:gd name="connsiteY46" fmla="*/ 1375646 h 2524715"/>
              <a:gd name="connsiteX47" fmla="*/ 1100517 w 3174355"/>
              <a:gd name="connsiteY47" fmla="*/ 1327094 h 2524715"/>
              <a:gd name="connsiteX48" fmla="*/ 1165253 w 3174355"/>
              <a:gd name="connsiteY48" fmla="*/ 1262357 h 2524715"/>
              <a:gd name="connsiteX49" fmla="*/ 1205714 w 3174355"/>
              <a:gd name="connsiteY49" fmla="*/ 1221897 h 2524715"/>
              <a:gd name="connsiteX50" fmla="*/ 1229990 w 3174355"/>
              <a:gd name="connsiteY50" fmla="*/ 1197621 h 2524715"/>
              <a:gd name="connsiteX51" fmla="*/ 1254266 w 3174355"/>
              <a:gd name="connsiteY51" fmla="*/ 1181437 h 2524715"/>
              <a:gd name="connsiteX52" fmla="*/ 1278542 w 3174355"/>
              <a:gd name="connsiteY52" fmla="*/ 1149069 h 2524715"/>
              <a:gd name="connsiteX53" fmla="*/ 1327094 w 3174355"/>
              <a:gd name="connsiteY53" fmla="*/ 1132885 h 2524715"/>
              <a:gd name="connsiteX54" fmla="*/ 1391830 w 3174355"/>
              <a:gd name="connsiteY54" fmla="*/ 1108609 h 2524715"/>
              <a:gd name="connsiteX55" fmla="*/ 1424199 w 3174355"/>
              <a:gd name="connsiteY55" fmla="*/ 1092425 h 2524715"/>
              <a:gd name="connsiteX56" fmla="*/ 1472751 w 3174355"/>
              <a:gd name="connsiteY56" fmla="*/ 1076240 h 2524715"/>
              <a:gd name="connsiteX57" fmla="*/ 1521303 w 3174355"/>
              <a:gd name="connsiteY57" fmla="*/ 1051964 h 2524715"/>
              <a:gd name="connsiteX58" fmla="*/ 1577947 w 3174355"/>
              <a:gd name="connsiteY58" fmla="*/ 1043872 h 2524715"/>
              <a:gd name="connsiteX59" fmla="*/ 2548991 w 3174355"/>
              <a:gd name="connsiteY59" fmla="*/ 1035780 h 2524715"/>
              <a:gd name="connsiteX60" fmla="*/ 2735108 w 3174355"/>
              <a:gd name="connsiteY60" fmla="*/ 1011504 h 2524715"/>
              <a:gd name="connsiteX61" fmla="*/ 2791752 w 3174355"/>
              <a:gd name="connsiteY61" fmla="*/ 979136 h 2524715"/>
              <a:gd name="connsiteX62" fmla="*/ 2848397 w 3174355"/>
              <a:gd name="connsiteY62" fmla="*/ 954860 h 2524715"/>
              <a:gd name="connsiteX63" fmla="*/ 2896949 w 3174355"/>
              <a:gd name="connsiteY63" fmla="*/ 906308 h 2524715"/>
              <a:gd name="connsiteX64" fmla="*/ 2994053 w 3174355"/>
              <a:gd name="connsiteY64" fmla="*/ 825387 h 2524715"/>
              <a:gd name="connsiteX65" fmla="*/ 3034514 w 3174355"/>
              <a:gd name="connsiteY65" fmla="*/ 776835 h 2524715"/>
              <a:gd name="connsiteX66" fmla="*/ 3083066 w 3174355"/>
              <a:gd name="connsiteY66" fmla="*/ 728283 h 2524715"/>
              <a:gd name="connsiteX67" fmla="*/ 3139710 w 3174355"/>
              <a:gd name="connsiteY67" fmla="*/ 647363 h 2524715"/>
              <a:gd name="connsiteX68" fmla="*/ 3155894 w 3174355"/>
              <a:gd name="connsiteY68" fmla="*/ 598810 h 2524715"/>
              <a:gd name="connsiteX69" fmla="*/ 3172078 w 3174355"/>
              <a:gd name="connsiteY69" fmla="*/ 542166 h 2524715"/>
              <a:gd name="connsiteX70" fmla="*/ 3147802 w 3174355"/>
              <a:gd name="connsiteY70" fmla="*/ 242761 h 2524715"/>
              <a:gd name="connsiteX71" fmla="*/ 3131618 w 3174355"/>
              <a:gd name="connsiteY71" fmla="*/ 218485 h 2524715"/>
              <a:gd name="connsiteX72" fmla="*/ 3099250 w 3174355"/>
              <a:gd name="connsiteY72" fmla="*/ 186117 h 2524715"/>
              <a:gd name="connsiteX73" fmla="*/ 3083066 w 3174355"/>
              <a:gd name="connsiteY73" fmla="*/ 145656 h 2524715"/>
              <a:gd name="connsiteX74" fmla="*/ 3042606 w 3174355"/>
              <a:gd name="connsiteY74" fmla="*/ 113288 h 2524715"/>
              <a:gd name="connsiteX75" fmla="*/ 2994053 w 3174355"/>
              <a:gd name="connsiteY75" fmla="*/ 89012 h 2524715"/>
              <a:gd name="connsiteX76" fmla="*/ 2929317 w 3174355"/>
              <a:gd name="connsiteY76" fmla="*/ 40460 h 2524715"/>
              <a:gd name="connsiteX77" fmla="*/ 2856489 w 3174355"/>
              <a:gd name="connsiteY77" fmla="*/ 16184 h 2524715"/>
              <a:gd name="connsiteX78" fmla="*/ 2621820 w 3174355"/>
              <a:gd name="connsiteY78" fmla="*/ 0 h 2524715"/>
              <a:gd name="connsiteX79" fmla="*/ 2006825 w 3174355"/>
              <a:gd name="connsiteY79" fmla="*/ 24276 h 2524715"/>
              <a:gd name="connsiteX80" fmla="*/ 1942089 w 3174355"/>
              <a:gd name="connsiteY80" fmla="*/ 40460 h 2524715"/>
              <a:gd name="connsiteX81" fmla="*/ 1885445 w 3174355"/>
              <a:gd name="connsiteY81" fmla="*/ 48552 h 2524715"/>
              <a:gd name="connsiteX82" fmla="*/ 1820708 w 3174355"/>
              <a:gd name="connsiteY82" fmla="*/ 64736 h 2524715"/>
              <a:gd name="connsiteX83" fmla="*/ 1731696 w 3174355"/>
              <a:gd name="connsiteY83" fmla="*/ 80920 h 2524715"/>
              <a:gd name="connsiteX84" fmla="*/ 1691236 w 3174355"/>
              <a:gd name="connsiteY84" fmla="*/ 89012 h 2524715"/>
              <a:gd name="connsiteX85" fmla="*/ 1650776 w 3174355"/>
              <a:gd name="connsiteY85" fmla="*/ 105196 h 2524715"/>
              <a:gd name="connsiteX86" fmla="*/ 1577947 w 3174355"/>
              <a:gd name="connsiteY86" fmla="*/ 121380 h 2524715"/>
              <a:gd name="connsiteX87" fmla="*/ 1545579 w 3174355"/>
              <a:gd name="connsiteY87" fmla="*/ 129472 h 2524715"/>
              <a:gd name="connsiteX88" fmla="*/ 1505119 w 3174355"/>
              <a:gd name="connsiteY88" fmla="*/ 145656 h 2524715"/>
              <a:gd name="connsiteX89" fmla="*/ 1432291 w 3174355"/>
              <a:gd name="connsiteY89" fmla="*/ 169933 h 2524715"/>
              <a:gd name="connsiteX90" fmla="*/ 1375646 w 3174355"/>
              <a:gd name="connsiteY90" fmla="*/ 202301 h 2524715"/>
              <a:gd name="connsiteX91" fmla="*/ 1351370 w 3174355"/>
              <a:gd name="connsiteY91" fmla="*/ 210393 h 2524715"/>
              <a:gd name="connsiteX92" fmla="*/ 1310910 w 3174355"/>
              <a:gd name="connsiteY92" fmla="*/ 234669 h 2524715"/>
              <a:gd name="connsiteX93" fmla="*/ 1278542 w 3174355"/>
              <a:gd name="connsiteY93" fmla="*/ 250853 h 2524715"/>
              <a:gd name="connsiteX94" fmla="*/ 1238082 w 3174355"/>
              <a:gd name="connsiteY94" fmla="*/ 275129 h 2524715"/>
              <a:gd name="connsiteX95" fmla="*/ 1205714 w 3174355"/>
              <a:gd name="connsiteY95" fmla="*/ 291313 h 2524715"/>
              <a:gd name="connsiteX96" fmla="*/ 1173345 w 3174355"/>
              <a:gd name="connsiteY96" fmla="*/ 315589 h 2524715"/>
              <a:gd name="connsiteX97" fmla="*/ 1140977 w 3174355"/>
              <a:gd name="connsiteY97" fmla="*/ 331773 h 2524715"/>
              <a:gd name="connsiteX98" fmla="*/ 1092425 w 3174355"/>
              <a:gd name="connsiteY98" fmla="*/ 364141 h 2524715"/>
              <a:gd name="connsiteX99" fmla="*/ 1060057 w 3174355"/>
              <a:gd name="connsiteY99" fmla="*/ 372233 h 2524715"/>
              <a:gd name="connsiteX100" fmla="*/ 1035781 w 3174355"/>
              <a:gd name="connsiteY100" fmla="*/ 396509 h 2524715"/>
              <a:gd name="connsiteX101" fmla="*/ 1011505 w 3174355"/>
              <a:gd name="connsiteY101" fmla="*/ 412694 h 2524715"/>
              <a:gd name="connsiteX102" fmla="*/ 979137 w 3174355"/>
              <a:gd name="connsiteY102" fmla="*/ 436970 h 2524715"/>
              <a:gd name="connsiteX103" fmla="*/ 906308 w 3174355"/>
              <a:gd name="connsiteY103" fmla="*/ 485522 h 2524715"/>
              <a:gd name="connsiteX104" fmla="*/ 882032 w 3174355"/>
              <a:gd name="connsiteY104" fmla="*/ 501706 h 2524715"/>
              <a:gd name="connsiteX105" fmla="*/ 817296 w 3174355"/>
              <a:gd name="connsiteY105" fmla="*/ 558350 h 2524715"/>
              <a:gd name="connsiteX106" fmla="*/ 793020 w 3174355"/>
              <a:gd name="connsiteY106" fmla="*/ 590718 h 2524715"/>
              <a:gd name="connsiteX107" fmla="*/ 728283 w 3174355"/>
              <a:gd name="connsiteY107" fmla="*/ 631179 h 2524715"/>
              <a:gd name="connsiteX108" fmla="*/ 695915 w 3174355"/>
              <a:gd name="connsiteY108" fmla="*/ 655455 h 2524715"/>
              <a:gd name="connsiteX109" fmla="*/ 639271 w 3174355"/>
              <a:gd name="connsiteY109" fmla="*/ 695915 h 2524715"/>
              <a:gd name="connsiteX110" fmla="*/ 558351 w 3174355"/>
              <a:gd name="connsiteY110" fmla="*/ 784927 h 2524715"/>
              <a:gd name="connsiteX111" fmla="*/ 525983 w 3174355"/>
              <a:gd name="connsiteY111" fmla="*/ 833479 h 2524715"/>
              <a:gd name="connsiteX112" fmla="*/ 501706 w 3174355"/>
              <a:gd name="connsiteY112" fmla="*/ 882032 h 2524715"/>
              <a:gd name="connsiteX113" fmla="*/ 477430 w 3174355"/>
              <a:gd name="connsiteY113" fmla="*/ 906308 h 2524715"/>
              <a:gd name="connsiteX114" fmla="*/ 445062 w 3174355"/>
              <a:gd name="connsiteY114" fmla="*/ 971044 h 2524715"/>
              <a:gd name="connsiteX115" fmla="*/ 436970 w 3174355"/>
              <a:gd name="connsiteY115" fmla="*/ 1003412 h 2524715"/>
              <a:gd name="connsiteX116" fmla="*/ 404602 w 3174355"/>
              <a:gd name="connsiteY116" fmla="*/ 1051964 h 2524715"/>
              <a:gd name="connsiteX117" fmla="*/ 380326 w 3174355"/>
              <a:gd name="connsiteY117" fmla="*/ 1092425 h 2524715"/>
              <a:gd name="connsiteX118" fmla="*/ 364142 w 3174355"/>
              <a:gd name="connsiteY118" fmla="*/ 1165253 h 2524715"/>
              <a:gd name="connsiteX119" fmla="*/ 347958 w 3174355"/>
              <a:gd name="connsiteY119" fmla="*/ 1189529 h 2524715"/>
              <a:gd name="connsiteX120" fmla="*/ 315590 w 3174355"/>
              <a:gd name="connsiteY120" fmla="*/ 1262357 h 2524715"/>
              <a:gd name="connsiteX121" fmla="*/ 291314 w 3174355"/>
              <a:gd name="connsiteY121" fmla="*/ 1270449 h 2524715"/>
              <a:gd name="connsiteX122" fmla="*/ 250853 w 3174355"/>
              <a:gd name="connsiteY122" fmla="*/ 1302817 h 2524715"/>
              <a:gd name="connsiteX123" fmla="*/ 226577 w 3174355"/>
              <a:gd name="connsiteY123" fmla="*/ 1310909 h 2524715"/>
              <a:gd name="connsiteX124" fmla="*/ 210393 w 3174355"/>
              <a:gd name="connsiteY124" fmla="*/ 1327094 h 2524715"/>
              <a:gd name="connsiteX125" fmla="*/ 186117 w 3174355"/>
              <a:gd name="connsiteY125" fmla="*/ 1343278 h 2524715"/>
              <a:gd name="connsiteX126" fmla="*/ 169933 w 3174355"/>
              <a:gd name="connsiteY126" fmla="*/ 1391830 h 2524715"/>
              <a:gd name="connsiteX127" fmla="*/ 161841 w 3174355"/>
              <a:gd name="connsiteY127" fmla="*/ 1416106 h 2524715"/>
              <a:gd name="connsiteX128" fmla="*/ 113289 w 3174355"/>
              <a:gd name="connsiteY128" fmla="*/ 1424198 h 252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174355" h="2524715">
                <a:moveTo>
                  <a:pt x="113289" y="1424198"/>
                </a:moveTo>
                <a:cubicBezTo>
                  <a:pt x="103848" y="1432290"/>
                  <a:pt x="110487" y="1451962"/>
                  <a:pt x="105197" y="1464658"/>
                </a:cubicBezTo>
                <a:cubicBezTo>
                  <a:pt x="96833" y="1484732"/>
                  <a:pt x="83242" y="1502211"/>
                  <a:pt x="72829" y="1521302"/>
                </a:cubicBezTo>
                <a:cubicBezTo>
                  <a:pt x="67053" y="1531892"/>
                  <a:pt x="62040" y="1542881"/>
                  <a:pt x="56645" y="1553671"/>
                </a:cubicBezTo>
                <a:cubicBezTo>
                  <a:pt x="51250" y="1577947"/>
                  <a:pt x="48324" y="1602907"/>
                  <a:pt x="40460" y="1626499"/>
                </a:cubicBezTo>
                <a:cubicBezTo>
                  <a:pt x="37384" y="1635725"/>
                  <a:pt x="27351" y="1641549"/>
                  <a:pt x="24276" y="1650775"/>
                </a:cubicBezTo>
                <a:cubicBezTo>
                  <a:pt x="19088" y="1666340"/>
                  <a:pt x="20501" y="1683498"/>
                  <a:pt x="16184" y="1699327"/>
                </a:cubicBezTo>
                <a:cubicBezTo>
                  <a:pt x="12362" y="1713341"/>
                  <a:pt x="5395" y="1726300"/>
                  <a:pt x="0" y="1739787"/>
                </a:cubicBezTo>
                <a:cubicBezTo>
                  <a:pt x="2697" y="1901628"/>
                  <a:pt x="393" y="2063629"/>
                  <a:pt x="8092" y="2225309"/>
                </a:cubicBezTo>
                <a:cubicBezTo>
                  <a:pt x="8555" y="2235024"/>
                  <a:pt x="20445" y="2240647"/>
                  <a:pt x="24276" y="2249586"/>
                </a:cubicBezTo>
                <a:cubicBezTo>
                  <a:pt x="28657" y="2259808"/>
                  <a:pt x="29313" y="2271261"/>
                  <a:pt x="32368" y="2281954"/>
                </a:cubicBezTo>
                <a:cubicBezTo>
                  <a:pt x="34711" y="2290156"/>
                  <a:pt x="37100" y="2298390"/>
                  <a:pt x="40460" y="2306230"/>
                </a:cubicBezTo>
                <a:cubicBezTo>
                  <a:pt x="55270" y="2340785"/>
                  <a:pt x="57688" y="2339989"/>
                  <a:pt x="80921" y="2370966"/>
                </a:cubicBezTo>
                <a:cubicBezTo>
                  <a:pt x="83618" y="2379058"/>
                  <a:pt x="84781" y="2387836"/>
                  <a:pt x="89013" y="2395242"/>
                </a:cubicBezTo>
                <a:cubicBezTo>
                  <a:pt x="103399" y="2420418"/>
                  <a:pt x="120482" y="2437500"/>
                  <a:pt x="145657" y="2451886"/>
                </a:cubicBezTo>
                <a:cubicBezTo>
                  <a:pt x="153063" y="2456118"/>
                  <a:pt x="161841" y="2457281"/>
                  <a:pt x="169933" y="2459979"/>
                </a:cubicBezTo>
                <a:cubicBezTo>
                  <a:pt x="178025" y="2468071"/>
                  <a:pt x="183791" y="2479520"/>
                  <a:pt x="194209" y="2484255"/>
                </a:cubicBezTo>
                <a:cubicBezTo>
                  <a:pt x="214458" y="2493459"/>
                  <a:pt x="237844" y="2493405"/>
                  <a:pt x="258945" y="2500439"/>
                </a:cubicBezTo>
                <a:cubicBezTo>
                  <a:pt x="279744" y="2507372"/>
                  <a:pt x="293238" y="2512559"/>
                  <a:pt x="315590" y="2516623"/>
                </a:cubicBezTo>
                <a:cubicBezTo>
                  <a:pt x="334355" y="2520035"/>
                  <a:pt x="353353" y="2522018"/>
                  <a:pt x="372234" y="2524715"/>
                </a:cubicBezTo>
                <a:cubicBezTo>
                  <a:pt x="434273" y="2522018"/>
                  <a:pt x="496663" y="2523741"/>
                  <a:pt x="558351" y="2516623"/>
                </a:cubicBezTo>
                <a:cubicBezTo>
                  <a:pt x="568012" y="2515508"/>
                  <a:pt x="573928" y="2504788"/>
                  <a:pt x="582627" y="2500439"/>
                </a:cubicBezTo>
                <a:cubicBezTo>
                  <a:pt x="595619" y="2493943"/>
                  <a:pt x="609600" y="2489650"/>
                  <a:pt x="623087" y="2484255"/>
                </a:cubicBezTo>
                <a:lnTo>
                  <a:pt x="655455" y="2435702"/>
                </a:lnTo>
                <a:cubicBezTo>
                  <a:pt x="660850" y="2427610"/>
                  <a:pt x="667290" y="2420125"/>
                  <a:pt x="671639" y="2411426"/>
                </a:cubicBezTo>
                <a:cubicBezTo>
                  <a:pt x="677034" y="2400637"/>
                  <a:pt x="681430" y="2389287"/>
                  <a:pt x="687823" y="2379058"/>
                </a:cubicBezTo>
                <a:cubicBezTo>
                  <a:pt x="694971" y="2367621"/>
                  <a:pt x="705549" y="2358479"/>
                  <a:pt x="712099" y="2346690"/>
                </a:cubicBezTo>
                <a:cubicBezTo>
                  <a:pt x="719153" y="2333992"/>
                  <a:pt x="721787" y="2319222"/>
                  <a:pt x="728283" y="2306230"/>
                </a:cubicBezTo>
                <a:cubicBezTo>
                  <a:pt x="732633" y="2297531"/>
                  <a:pt x="740118" y="2290653"/>
                  <a:pt x="744468" y="2281954"/>
                </a:cubicBezTo>
                <a:cubicBezTo>
                  <a:pt x="750964" y="2268962"/>
                  <a:pt x="754753" y="2254768"/>
                  <a:pt x="760652" y="2241494"/>
                </a:cubicBezTo>
                <a:cubicBezTo>
                  <a:pt x="765551" y="2230471"/>
                  <a:pt x="772714" y="2220462"/>
                  <a:pt x="776836" y="2209125"/>
                </a:cubicBezTo>
                <a:cubicBezTo>
                  <a:pt x="783547" y="2190670"/>
                  <a:pt x="787853" y="2171426"/>
                  <a:pt x="793020" y="2152481"/>
                </a:cubicBezTo>
                <a:cubicBezTo>
                  <a:pt x="795946" y="2141751"/>
                  <a:pt x="796731" y="2130335"/>
                  <a:pt x="801112" y="2120113"/>
                </a:cubicBezTo>
                <a:cubicBezTo>
                  <a:pt x="804943" y="2111174"/>
                  <a:pt x="812471" y="2104281"/>
                  <a:pt x="817296" y="2095837"/>
                </a:cubicBezTo>
                <a:cubicBezTo>
                  <a:pt x="823281" y="2085364"/>
                  <a:pt x="828581" y="2074492"/>
                  <a:pt x="833480" y="2063469"/>
                </a:cubicBezTo>
                <a:cubicBezTo>
                  <a:pt x="855800" y="2013249"/>
                  <a:pt x="844606" y="2036668"/>
                  <a:pt x="857756" y="1990640"/>
                </a:cubicBezTo>
                <a:cubicBezTo>
                  <a:pt x="860099" y="1982438"/>
                  <a:pt x="863779" y="1974639"/>
                  <a:pt x="865848" y="1966364"/>
                </a:cubicBezTo>
                <a:cubicBezTo>
                  <a:pt x="869184" y="1953021"/>
                  <a:pt x="868832" y="1938674"/>
                  <a:pt x="873940" y="1925904"/>
                </a:cubicBezTo>
                <a:cubicBezTo>
                  <a:pt x="879781" y="1911301"/>
                  <a:pt x="890124" y="1898931"/>
                  <a:pt x="898216" y="1885444"/>
                </a:cubicBezTo>
                <a:cubicBezTo>
                  <a:pt x="900913" y="1863865"/>
                  <a:pt x="902418" y="1842104"/>
                  <a:pt x="906308" y="1820708"/>
                </a:cubicBezTo>
                <a:cubicBezTo>
                  <a:pt x="907834" y="1812316"/>
                  <a:pt x="913628" y="1804927"/>
                  <a:pt x="914400" y="1796432"/>
                </a:cubicBezTo>
                <a:cubicBezTo>
                  <a:pt x="927018" y="1657631"/>
                  <a:pt x="911408" y="1685320"/>
                  <a:pt x="930584" y="1602223"/>
                </a:cubicBezTo>
                <a:cubicBezTo>
                  <a:pt x="935586" y="1580550"/>
                  <a:pt x="940916" y="1558945"/>
                  <a:pt x="946768" y="1537486"/>
                </a:cubicBezTo>
                <a:cubicBezTo>
                  <a:pt x="949012" y="1529257"/>
                  <a:pt x="951045" y="1520839"/>
                  <a:pt x="954860" y="1513210"/>
                </a:cubicBezTo>
                <a:cubicBezTo>
                  <a:pt x="959210" y="1504511"/>
                  <a:pt x="965650" y="1497026"/>
                  <a:pt x="971045" y="1488934"/>
                </a:cubicBezTo>
                <a:cubicBezTo>
                  <a:pt x="985580" y="1445330"/>
                  <a:pt x="969317" y="1482055"/>
                  <a:pt x="1003413" y="1440382"/>
                </a:cubicBezTo>
                <a:cubicBezTo>
                  <a:pt x="1020494" y="1419506"/>
                  <a:pt x="1032892" y="1394719"/>
                  <a:pt x="1051965" y="1375646"/>
                </a:cubicBezTo>
                <a:cubicBezTo>
                  <a:pt x="1068149" y="1359462"/>
                  <a:pt x="1086219" y="1344966"/>
                  <a:pt x="1100517" y="1327094"/>
                </a:cubicBezTo>
                <a:cubicBezTo>
                  <a:pt x="1164054" y="1247671"/>
                  <a:pt x="1101308" y="1319196"/>
                  <a:pt x="1165253" y="1262357"/>
                </a:cubicBezTo>
                <a:cubicBezTo>
                  <a:pt x="1179509" y="1249686"/>
                  <a:pt x="1192227" y="1235384"/>
                  <a:pt x="1205714" y="1221897"/>
                </a:cubicBezTo>
                <a:cubicBezTo>
                  <a:pt x="1213806" y="1213805"/>
                  <a:pt x="1220468" y="1203969"/>
                  <a:pt x="1229990" y="1197621"/>
                </a:cubicBezTo>
                <a:cubicBezTo>
                  <a:pt x="1238082" y="1192226"/>
                  <a:pt x="1247389" y="1188314"/>
                  <a:pt x="1254266" y="1181437"/>
                </a:cubicBezTo>
                <a:cubicBezTo>
                  <a:pt x="1263803" y="1171900"/>
                  <a:pt x="1267320" y="1156550"/>
                  <a:pt x="1278542" y="1149069"/>
                </a:cubicBezTo>
                <a:cubicBezTo>
                  <a:pt x="1292736" y="1139606"/>
                  <a:pt x="1312900" y="1142348"/>
                  <a:pt x="1327094" y="1132885"/>
                </a:cubicBezTo>
                <a:cubicBezTo>
                  <a:pt x="1362814" y="1109072"/>
                  <a:pt x="1341833" y="1118608"/>
                  <a:pt x="1391830" y="1108609"/>
                </a:cubicBezTo>
                <a:cubicBezTo>
                  <a:pt x="1402620" y="1103214"/>
                  <a:pt x="1412999" y="1096905"/>
                  <a:pt x="1424199" y="1092425"/>
                </a:cubicBezTo>
                <a:cubicBezTo>
                  <a:pt x="1440038" y="1086089"/>
                  <a:pt x="1458557" y="1085703"/>
                  <a:pt x="1472751" y="1076240"/>
                </a:cubicBezTo>
                <a:cubicBezTo>
                  <a:pt x="1493210" y="1062600"/>
                  <a:pt x="1497373" y="1056750"/>
                  <a:pt x="1521303" y="1051964"/>
                </a:cubicBezTo>
                <a:cubicBezTo>
                  <a:pt x="1540006" y="1048223"/>
                  <a:pt x="1558876" y="1044172"/>
                  <a:pt x="1577947" y="1043872"/>
                </a:cubicBezTo>
                <a:lnTo>
                  <a:pt x="2548991" y="1035780"/>
                </a:lnTo>
                <a:cubicBezTo>
                  <a:pt x="2596859" y="1030461"/>
                  <a:pt x="2695830" y="1020232"/>
                  <a:pt x="2735108" y="1011504"/>
                </a:cubicBezTo>
                <a:cubicBezTo>
                  <a:pt x="2760645" y="1005829"/>
                  <a:pt x="2769960" y="990032"/>
                  <a:pt x="2791752" y="979136"/>
                </a:cubicBezTo>
                <a:cubicBezTo>
                  <a:pt x="2810126" y="969949"/>
                  <a:pt x="2829515" y="962952"/>
                  <a:pt x="2848397" y="954860"/>
                </a:cubicBezTo>
                <a:cubicBezTo>
                  <a:pt x="2864581" y="938676"/>
                  <a:pt x="2879843" y="921514"/>
                  <a:pt x="2896949" y="906308"/>
                </a:cubicBezTo>
                <a:cubicBezTo>
                  <a:pt x="2928440" y="878316"/>
                  <a:pt x="2967079" y="857755"/>
                  <a:pt x="2994053" y="825387"/>
                </a:cubicBezTo>
                <a:cubicBezTo>
                  <a:pt x="3007540" y="809203"/>
                  <a:pt x="3020278" y="792365"/>
                  <a:pt x="3034514" y="776835"/>
                </a:cubicBezTo>
                <a:cubicBezTo>
                  <a:pt x="3049980" y="759963"/>
                  <a:pt x="3068633" y="746046"/>
                  <a:pt x="3083066" y="728283"/>
                </a:cubicBezTo>
                <a:cubicBezTo>
                  <a:pt x="3103828" y="702729"/>
                  <a:pt x="3139710" y="647363"/>
                  <a:pt x="3139710" y="647363"/>
                </a:cubicBezTo>
                <a:cubicBezTo>
                  <a:pt x="3145105" y="631179"/>
                  <a:pt x="3151756" y="615360"/>
                  <a:pt x="3155894" y="598810"/>
                </a:cubicBezTo>
                <a:cubicBezTo>
                  <a:pt x="3166055" y="558167"/>
                  <a:pt x="3160469" y="576993"/>
                  <a:pt x="3172078" y="542166"/>
                </a:cubicBezTo>
                <a:cubicBezTo>
                  <a:pt x="3168891" y="443369"/>
                  <a:pt x="3189330" y="336198"/>
                  <a:pt x="3147802" y="242761"/>
                </a:cubicBezTo>
                <a:cubicBezTo>
                  <a:pt x="3143852" y="233874"/>
                  <a:pt x="3137947" y="225869"/>
                  <a:pt x="3131618" y="218485"/>
                </a:cubicBezTo>
                <a:cubicBezTo>
                  <a:pt x="3121688" y="206900"/>
                  <a:pt x="3110039" y="196906"/>
                  <a:pt x="3099250" y="186117"/>
                </a:cubicBezTo>
                <a:cubicBezTo>
                  <a:pt x="3093855" y="172630"/>
                  <a:pt x="3091984" y="157122"/>
                  <a:pt x="3083066" y="145656"/>
                </a:cubicBezTo>
                <a:cubicBezTo>
                  <a:pt x="3072463" y="132023"/>
                  <a:pt x="3056423" y="123651"/>
                  <a:pt x="3042606" y="113288"/>
                </a:cubicBezTo>
                <a:cubicBezTo>
                  <a:pt x="3017508" y="94465"/>
                  <a:pt x="3022051" y="98345"/>
                  <a:pt x="2994053" y="89012"/>
                </a:cubicBezTo>
                <a:cubicBezTo>
                  <a:pt x="2990759" y="86377"/>
                  <a:pt x="2942759" y="46061"/>
                  <a:pt x="2929317" y="40460"/>
                </a:cubicBezTo>
                <a:cubicBezTo>
                  <a:pt x="2905696" y="30618"/>
                  <a:pt x="2881973" y="18501"/>
                  <a:pt x="2856489" y="16184"/>
                </a:cubicBezTo>
                <a:cubicBezTo>
                  <a:pt x="2719049" y="3690"/>
                  <a:pt x="2797223" y="9745"/>
                  <a:pt x="2621820" y="0"/>
                </a:cubicBezTo>
                <a:cubicBezTo>
                  <a:pt x="2353313" y="6393"/>
                  <a:pt x="2262773" y="4588"/>
                  <a:pt x="2006825" y="24276"/>
                </a:cubicBezTo>
                <a:cubicBezTo>
                  <a:pt x="1941627" y="29291"/>
                  <a:pt x="1989568" y="30964"/>
                  <a:pt x="1942089" y="40460"/>
                </a:cubicBezTo>
                <a:cubicBezTo>
                  <a:pt x="1923386" y="44201"/>
                  <a:pt x="1904148" y="44812"/>
                  <a:pt x="1885445" y="48552"/>
                </a:cubicBezTo>
                <a:cubicBezTo>
                  <a:pt x="1863634" y="52914"/>
                  <a:pt x="1842592" y="60757"/>
                  <a:pt x="1820708" y="64736"/>
                </a:cubicBezTo>
                <a:lnTo>
                  <a:pt x="1731696" y="80920"/>
                </a:lnTo>
                <a:cubicBezTo>
                  <a:pt x="1718178" y="83455"/>
                  <a:pt x="1704410" y="85060"/>
                  <a:pt x="1691236" y="89012"/>
                </a:cubicBezTo>
                <a:cubicBezTo>
                  <a:pt x="1677323" y="93186"/>
                  <a:pt x="1664743" y="101206"/>
                  <a:pt x="1650776" y="105196"/>
                </a:cubicBezTo>
                <a:cubicBezTo>
                  <a:pt x="1626864" y="112028"/>
                  <a:pt x="1602179" y="115788"/>
                  <a:pt x="1577947" y="121380"/>
                </a:cubicBezTo>
                <a:cubicBezTo>
                  <a:pt x="1567110" y="123881"/>
                  <a:pt x="1556130" y="125955"/>
                  <a:pt x="1545579" y="129472"/>
                </a:cubicBezTo>
                <a:cubicBezTo>
                  <a:pt x="1531799" y="134065"/>
                  <a:pt x="1518798" y="140770"/>
                  <a:pt x="1505119" y="145656"/>
                </a:cubicBezTo>
                <a:cubicBezTo>
                  <a:pt x="1481021" y="154263"/>
                  <a:pt x="1453583" y="155739"/>
                  <a:pt x="1432291" y="169933"/>
                </a:cubicBezTo>
                <a:cubicBezTo>
                  <a:pt x="1407911" y="186186"/>
                  <a:pt x="1404391" y="189982"/>
                  <a:pt x="1375646" y="202301"/>
                </a:cubicBezTo>
                <a:cubicBezTo>
                  <a:pt x="1367806" y="205661"/>
                  <a:pt x="1358999" y="206578"/>
                  <a:pt x="1351370" y="210393"/>
                </a:cubicBezTo>
                <a:cubicBezTo>
                  <a:pt x="1337302" y="217427"/>
                  <a:pt x="1324659" y="227031"/>
                  <a:pt x="1310910" y="234669"/>
                </a:cubicBezTo>
                <a:cubicBezTo>
                  <a:pt x="1300365" y="240527"/>
                  <a:pt x="1289087" y="244995"/>
                  <a:pt x="1278542" y="250853"/>
                </a:cubicBezTo>
                <a:cubicBezTo>
                  <a:pt x="1264793" y="258491"/>
                  <a:pt x="1251831" y="267491"/>
                  <a:pt x="1238082" y="275129"/>
                </a:cubicBezTo>
                <a:cubicBezTo>
                  <a:pt x="1227537" y="280987"/>
                  <a:pt x="1215943" y="284920"/>
                  <a:pt x="1205714" y="291313"/>
                </a:cubicBezTo>
                <a:cubicBezTo>
                  <a:pt x="1194277" y="298461"/>
                  <a:pt x="1184782" y="308441"/>
                  <a:pt x="1173345" y="315589"/>
                </a:cubicBezTo>
                <a:cubicBezTo>
                  <a:pt x="1163116" y="321982"/>
                  <a:pt x="1151321" y="325567"/>
                  <a:pt x="1140977" y="331773"/>
                </a:cubicBezTo>
                <a:cubicBezTo>
                  <a:pt x="1124298" y="341780"/>
                  <a:pt x="1111295" y="359424"/>
                  <a:pt x="1092425" y="364141"/>
                </a:cubicBezTo>
                <a:lnTo>
                  <a:pt x="1060057" y="372233"/>
                </a:lnTo>
                <a:cubicBezTo>
                  <a:pt x="1051965" y="380325"/>
                  <a:pt x="1044572" y="389183"/>
                  <a:pt x="1035781" y="396509"/>
                </a:cubicBezTo>
                <a:cubicBezTo>
                  <a:pt x="1028310" y="402735"/>
                  <a:pt x="1019419" y="407041"/>
                  <a:pt x="1011505" y="412694"/>
                </a:cubicBezTo>
                <a:cubicBezTo>
                  <a:pt x="1000531" y="420533"/>
                  <a:pt x="990186" y="429236"/>
                  <a:pt x="979137" y="436970"/>
                </a:cubicBezTo>
                <a:cubicBezTo>
                  <a:pt x="955235" y="453701"/>
                  <a:pt x="930584" y="469338"/>
                  <a:pt x="906308" y="485522"/>
                </a:cubicBezTo>
                <a:cubicBezTo>
                  <a:pt x="898216" y="490917"/>
                  <a:pt x="889812" y="495871"/>
                  <a:pt x="882032" y="501706"/>
                </a:cubicBezTo>
                <a:cubicBezTo>
                  <a:pt x="850926" y="525036"/>
                  <a:pt x="843963" y="527874"/>
                  <a:pt x="817296" y="558350"/>
                </a:cubicBezTo>
                <a:cubicBezTo>
                  <a:pt x="808415" y="568500"/>
                  <a:pt x="803458" y="582178"/>
                  <a:pt x="793020" y="590718"/>
                </a:cubicBezTo>
                <a:cubicBezTo>
                  <a:pt x="773325" y="606832"/>
                  <a:pt x="748641" y="615911"/>
                  <a:pt x="728283" y="631179"/>
                </a:cubicBezTo>
                <a:cubicBezTo>
                  <a:pt x="717494" y="639271"/>
                  <a:pt x="706890" y="647616"/>
                  <a:pt x="695915" y="655455"/>
                </a:cubicBezTo>
                <a:cubicBezTo>
                  <a:pt x="674699" y="670609"/>
                  <a:pt x="659614" y="677606"/>
                  <a:pt x="639271" y="695915"/>
                </a:cubicBezTo>
                <a:cubicBezTo>
                  <a:pt x="595868" y="734978"/>
                  <a:pt x="591916" y="742971"/>
                  <a:pt x="558351" y="784927"/>
                </a:cubicBezTo>
                <a:cubicBezTo>
                  <a:pt x="544130" y="827591"/>
                  <a:pt x="559658" y="793068"/>
                  <a:pt x="525983" y="833479"/>
                </a:cubicBezTo>
                <a:cubicBezTo>
                  <a:pt x="462316" y="909881"/>
                  <a:pt x="550370" y="809038"/>
                  <a:pt x="501706" y="882032"/>
                </a:cubicBezTo>
                <a:cubicBezTo>
                  <a:pt x="495358" y="891554"/>
                  <a:pt x="485522" y="898216"/>
                  <a:pt x="477430" y="906308"/>
                </a:cubicBezTo>
                <a:cubicBezTo>
                  <a:pt x="452273" y="981778"/>
                  <a:pt x="496021" y="856386"/>
                  <a:pt x="445062" y="971044"/>
                </a:cubicBezTo>
                <a:cubicBezTo>
                  <a:pt x="440545" y="981207"/>
                  <a:pt x="441944" y="993465"/>
                  <a:pt x="436970" y="1003412"/>
                </a:cubicBezTo>
                <a:cubicBezTo>
                  <a:pt x="428271" y="1020809"/>
                  <a:pt x="410753" y="1033511"/>
                  <a:pt x="404602" y="1051964"/>
                </a:cubicBezTo>
                <a:cubicBezTo>
                  <a:pt x="394097" y="1083478"/>
                  <a:pt x="402541" y="1070208"/>
                  <a:pt x="380326" y="1092425"/>
                </a:cubicBezTo>
                <a:cubicBezTo>
                  <a:pt x="377218" y="1111073"/>
                  <a:pt x="374102" y="1145332"/>
                  <a:pt x="364142" y="1165253"/>
                </a:cubicBezTo>
                <a:cubicBezTo>
                  <a:pt x="359793" y="1173952"/>
                  <a:pt x="351908" y="1180642"/>
                  <a:pt x="347958" y="1189529"/>
                </a:cubicBezTo>
                <a:cubicBezTo>
                  <a:pt x="340455" y="1206411"/>
                  <a:pt x="334535" y="1247201"/>
                  <a:pt x="315590" y="1262357"/>
                </a:cubicBezTo>
                <a:cubicBezTo>
                  <a:pt x="308929" y="1267685"/>
                  <a:pt x="299406" y="1267752"/>
                  <a:pt x="291314" y="1270449"/>
                </a:cubicBezTo>
                <a:cubicBezTo>
                  <a:pt x="276261" y="1285501"/>
                  <a:pt x="271268" y="1292610"/>
                  <a:pt x="250853" y="1302817"/>
                </a:cubicBezTo>
                <a:cubicBezTo>
                  <a:pt x="243224" y="1306632"/>
                  <a:pt x="234669" y="1308212"/>
                  <a:pt x="226577" y="1310909"/>
                </a:cubicBezTo>
                <a:cubicBezTo>
                  <a:pt x="221182" y="1316304"/>
                  <a:pt x="216351" y="1322328"/>
                  <a:pt x="210393" y="1327094"/>
                </a:cubicBezTo>
                <a:cubicBezTo>
                  <a:pt x="202799" y="1333170"/>
                  <a:pt x="191271" y="1335031"/>
                  <a:pt x="186117" y="1343278"/>
                </a:cubicBezTo>
                <a:cubicBezTo>
                  <a:pt x="177076" y="1357744"/>
                  <a:pt x="175328" y="1375646"/>
                  <a:pt x="169933" y="1391830"/>
                </a:cubicBezTo>
                <a:cubicBezTo>
                  <a:pt x="167236" y="1399922"/>
                  <a:pt x="168938" y="1411375"/>
                  <a:pt x="161841" y="1416106"/>
                </a:cubicBezTo>
                <a:cubicBezTo>
                  <a:pt x="135321" y="1433786"/>
                  <a:pt x="122730" y="1416106"/>
                  <a:pt x="113289" y="1424198"/>
                </a:cubicBez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029548" y="3929097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i="1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16464" y="3788421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602264" y="2721621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011964" y="2264421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894947" y="3014304"/>
            <a:ext cx="1167234" cy="9386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183414" y="2607321"/>
            <a:ext cx="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2259364" y="3959871"/>
            <a:ext cx="1752600" cy="114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4329863" y="3014304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863" y="3014304"/>
                <a:ext cx="247184" cy="369332"/>
              </a:xfrm>
              <a:prstGeom prst="rect">
                <a:avLst/>
              </a:prstGeom>
              <a:blipFill>
                <a:blip r:embed="rId2"/>
                <a:stretch>
                  <a:fillRect t="-8197" r="-634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2844580" y="3639780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580" y="3639780"/>
                <a:ext cx="247183" cy="369332"/>
              </a:xfrm>
              <a:prstGeom prst="rect">
                <a:avLst/>
              </a:prstGeom>
              <a:blipFill>
                <a:blip r:embed="rId3"/>
                <a:stretch>
                  <a:fillRect t="-8197" r="-725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5591908" y="5322276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44966" y="4334465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5319" y="3083571"/>
            <a:ext cx="3429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i="1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304647" y="3255021"/>
            <a:ext cx="2100672" cy="69791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4354864" y="4074171"/>
            <a:ext cx="1990102" cy="4317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304647" y="4195404"/>
            <a:ext cx="1299567" cy="11347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5148137" y="3298955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137" y="3298955"/>
                <a:ext cx="247184" cy="369332"/>
              </a:xfrm>
              <a:prstGeom prst="rect">
                <a:avLst/>
              </a:prstGeom>
              <a:blipFill>
                <a:blip r:embed="rId4"/>
                <a:stretch>
                  <a:fillRect t="-8197" r="-7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5344954" y="3952938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954" y="3952938"/>
                <a:ext cx="247183" cy="369332"/>
              </a:xfrm>
              <a:prstGeom prst="rect">
                <a:avLst/>
              </a:prstGeom>
              <a:blipFill>
                <a:blip r:embed="rId5"/>
                <a:stretch>
                  <a:fillRect t="-8197" r="-725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5064924" y="4505915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924" y="4505915"/>
                <a:ext cx="247184" cy="369332"/>
              </a:xfrm>
              <a:prstGeom prst="rect">
                <a:avLst/>
              </a:prstGeom>
              <a:blipFill>
                <a:blip r:embed="rId6"/>
                <a:stretch>
                  <a:fillRect t="-8197" r="-6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567234" y="3174529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234" y="3174529"/>
                <a:ext cx="247184" cy="369332"/>
              </a:xfrm>
              <a:prstGeom prst="rect">
                <a:avLst/>
              </a:prstGeom>
              <a:blipFill>
                <a:blip r:embed="rId7"/>
                <a:stretch>
                  <a:fillRect t="-10000" r="-7317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475433" y="1447800"/>
                <a:ext cx="2940420" cy="84414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𝑃𝑟𝑒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𝐴𝑐𝑡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𝑃𝑟𝑒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33" y="1447800"/>
                <a:ext cx="2940420" cy="844142"/>
              </a:xfrm>
              <a:prstGeom prst="rect">
                <a:avLst/>
              </a:prstGeom>
              <a:blipFill>
                <a:blip r:embed="rId8"/>
                <a:stretch>
                  <a:fillRect r="-2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798168" y="5724895"/>
                <a:ext cx="3156505" cy="84414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𝑃𝑜𝑠𝑡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𝐴𝑐𝑡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𝑃𝑜𝑠𝑡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2000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sz="2000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168" y="5724895"/>
                <a:ext cx="3156505" cy="844142"/>
              </a:xfrm>
              <a:prstGeom prst="rect">
                <a:avLst/>
              </a:prstGeom>
              <a:blipFill>
                <a:blip r:embed="rId9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422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9D0-3B44-478C-8434-A485FCBD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קשב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1EBC0-FA46-432E-BABA-80645580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20</a:t>
            </a:fld>
            <a:endParaRPr lang="he-IL"/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A042DD28-7475-449C-8F2C-4232E7E7B10E}"/>
              </a:ext>
            </a:extLst>
          </p:cNvPr>
          <p:cNvGrpSpPr/>
          <p:nvPr/>
        </p:nvGrpSpPr>
        <p:grpSpPr>
          <a:xfrm>
            <a:off x="2590800" y="1447800"/>
            <a:ext cx="4129088" cy="1447800"/>
            <a:chOff x="1233878" y="1528702"/>
            <a:chExt cx="3838575" cy="1295400"/>
          </a:xfrm>
        </p:grpSpPr>
        <p:pic>
          <p:nvPicPr>
            <p:cNvPr id="2072" name="Picture 6">
              <a:extLst>
                <a:ext uri="{FF2B5EF4-FFF2-40B4-BE49-F238E27FC236}">
                  <a16:creationId xmlns:a16="http://schemas.microsoft.com/office/drawing/2014/main" id="{74341194-04E3-4974-AA13-2FF5B2E77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3878" y="1528702"/>
              <a:ext cx="3838575" cy="12954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E9B2822-C9AB-47CC-85FB-9FB47B102A5E}"/>
                    </a:ext>
                  </a:extLst>
                </p:cNvPr>
                <p:cNvSpPr txBox="1"/>
                <p:nvPr/>
              </p:nvSpPr>
              <p:spPr>
                <a:xfrm>
                  <a:off x="1233878" y="1528702"/>
                  <a:ext cx="63895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he-IL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he-IL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sz="200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E9B2822-C9AB-47CC-85FB-9FB47B102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878" y="1528702"/>
                  <a:ext cx="638957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E9900A-BF15-4021-9434-FFCC41BE6D44}"/>
                  </a:ext>
                </a:extLst>
              </p:cNvPr>
              <p:cNvSpPr txBox="1"/>
              <p:nvPr/>
            </p:nvSpPr>
            <p:spPr>
              <a:xfrm>
                <a:off x="2469736" y="3681283"/>
                <a:ext cx="171643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E9900A-BF15-4021-9434-FFCC41BE6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36" y="3681283"/>
                <a:ext cx="17164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A4AD423A-E1ED-46C7-9419-F17B5EDCF963}"/>
                  </a:ext>
                </a:extLst>
              </p:cNvPr>
              <p:cNvSpPr/>
              <p:nvPr/>
            </p:nvSpPr>
            <p:spPr>
              <a:xfrm flipH="1">
                <a:off x="4572000" y="3623633"/>
                <a:ext cx="1336530" cy="484632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A4AD423A-E1ED-46C7-9419-F17B5EDCF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72000" y="3623633"/>
                <a:ext cx="1336530" cy="484632"/>
              </a:xfrm>
              <a:prstGeom prst="homePlat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DB0CB6-E99F-4E3B-BDF8-65F7A42B9EC4}"/>
                  </a:ext>
                </a:extLst>
              </p:cNvPr>
              <p:cNvSpPr txBox="1"/>
              <p:nvPr/>
            </p:nvSpPr>
            <p:spPr>
              <a:xfrm>
                <a:off x="2469736" y="4692283"/>
                <a:ext cx="19909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delete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DB0CB6-E99F-4E3B-BDF8-65F7A42B9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36" y="4692283"/>
                <a:ext cx="19909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3DBCB11F-50AC-4531-B92D-B4745D21D054}"/>
                  </a:ext>
                </a:extLst>
              </p:cNvPr>
              <p:cNvSpPr/>
              <p:nvPr/>
            </p:nvSpPr>
            <p:spPr>
              <a:xfrm flipH="1">
                <a:off x="4572000" y="4631216"/>
                <a:ext cx="1336530" cy="484632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3DBCB11F-50AC-4531-B92D-B4745D21D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72000" y="4631216"/>
                <a:ext cx="1336530" cy="484632"/>
              </a:xfrm>
              <a:prstGeom prst="homePlat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FE2404-38AB-4398-89DD-1C3C2A03FF69}"/>
                  </a:ext>
                </a:extLst>
              </p:cNvPr>
              <p:cNvSpPr txBox="1"/>
              <p:nvPr/>
            </p:nvSpPr>
            <p:spPr>
              <a:xfrm>
                <a:off x="2469736" y="5696450"/>
                <a:ext cx="205383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delete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FE2404-38AB-4398-89DD-1C3C2A03F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736" y="5696450"/>
                <a:ext cx="20538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Arrow: Pentagon 19">
                <a:extLst>
                  <a:ext uri="{FF2B5EF4-FFF2-40B4-BE49-F238E27FC236}">
                    <a16:creationId xmlns:a16="http://schemas.microsoft.com/office/drawing/2014/main" id="{36009A61-6F52-4B45-90A6-49AB63123A5E}"/>
                  </a:ext>
                </a:extLst>
              </p:cNvPr>
              <p:cNvSpPr/>
              <p:nvPr/>
            </p:nvSpPr>
            <p:spPr>
              <a:xfrm flipH="1">
                <a:off x="4572000" y="5638800"/>
                <a:ext cx="1336530" cy="484632"/>
              </a:xfrm>
              <a:prstGeom prst="homePlat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20" name="Arrow: Pentagon 19">
                <a:extLst>
                  <a:ext uri="{FF2B5EF4-FFF2-40B4-BE49-F238E27FC236}">
                    <a16:creationId xmlns:a16="http://schemas.microsoft.com/office/drawing/2014/main" id="{36009A61-6F52-4B45-90A6-49AB63123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72000" y="5638800"/>
                <a:ext cx="1336530" cy="484632"/>
              </a:xfrm>
              <a:prstGeom prst="homePlat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433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6852"/>
            <a:ext cx="7230483" cy="46577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סיכום: מצבים עוקבים ומצבים קודמים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1201342" y="1219200"/>
                <a:ext cx="7066358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 העוקבים/קודמים למצב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במעבר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𝐴𝑐𝑡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 העוקבים/קודמים למצב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(לכל המעברים):</a:t>
                </a: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 העוקבים/קודמים לקבוצת מצבים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  <m:r>
                      <a:rPr lang="he-IL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ומעבר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𝐴𝑐𝑡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Font typeface="Arial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 העוקבים/קודמים לקבוצת מצבים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𝐶</m:t>
                    </m:r>
                    <m:r>
                      <a:rPr lang="en-US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⊆</m:t>
                    </m:r>
                    <m:r>
                      <a:rPr lang="en-US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  <m:r>
                      <a:rPr lang="he-IL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(לכל המעברים):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342" y="1219200"/>
                <a:ext cx="7066358" cy="4247317"/>
              </a:xfrm>
              <a:prstGeom prst="rect">
                <a:avLst/>
              </a:prstGeom>
              <a:blipFill>
                <a:blip r:embed="rId3"/>
                <a:stretch>
                  <a:fillRect t="-717" r="-777" b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11" y="2743200"/>
            <a:ext cx="2828789" cy="74377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107" y="2819400"/>
            <a:ext cx="2645893" cy="621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D0C6-195A-FD68-F621-2C05AC57C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מתרגיל הבית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B76FC7-A1A9-484F-CED2-E8AE38F8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22</a:t>
            </a:fld>
            <a:endParaRPr lang="he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DB57E9-4CFB-6D00-2F90-43DD2C1C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36387"/>
            <a:ext cx="7459116" cy="15242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DB14B-1A85-E599-D9C2-058B6974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30187"/>
            <a:ext cx="5620534" cy="2057687"/>
          </a:xfrm>
          <a:prstGeom prst="rect">
            <a:avLst/>
          </a:prstGeom>
        </p:spPr>
      </p:pic>
      <p:pic>
        <p:nvPicPr>
          <p:cNvPr id="1030" name="Picture 6" descr="Thumbnail Image diagram of pre and post operations for transition systems states and actions">
            <a:extLst>
              <a:ext uri="{FF2B5EF4-FFF2-40B4-BE49-F238E27FC236}">
                <a16:creationId xmlns:a16="http://schemas.microsoft.com/office/drawing/2014/main" id="{34FF4778-EA9E-4F5D-4978-3CC44584A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508" y="3090930"/>
            <a:ext cx="1957590" cy="343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74051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1381-EA9F-8D5B-DE4D-691DDDD2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 מתרגיל הבית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10625-708D-3367-769F-55A470C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23</a:t>
            </a:fld>
            <a:endParaRPr lang="he-I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F52BC0-A416-7763-704F-F6D3FFB4B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38" y="1114022"/>
            <a:ext cx="5959676" cy="5447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0" name="Picture 2" descr="Thumbnail Image farmer, goat, wolf, cabbage riddle">
            <a:extLst>
              <a:ext uri="{FF2B5EF4-FFF2-40B4-BE49-F238E27FC236}">
                <a16:creationId xmlns:a16="http://schemas.microsoft.com/office/drawing/2014/main" id="{DC843E3C-83AC-21B6-CB86-01A76C17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553" y="1551904"/>
            <a:ext cx="2122867" cy="2122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82280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D217-E30F-0720-C3F3-CAD16014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מציאת הפיתרון באמצעות </a:t>
            </a:r>
            <a:r>
              <a:rPr lang="en-US" sz="4000" b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ts</a:t>
            </a:r>
            <a:r>
              <a:rPr lang="en-US" sz="4000" b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.post</a:t>
            </a:r>
            <a:endParaRPr lang="en-US">
              <a:highlight>
                <a:srgbClr val="000000"/>
              </a:highligh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BB3FD5-E4B9-7A54-6BA1-32A32E3B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24</a:t>
            </a:fld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F7C12-798B-41B7-D071-F0C03E85AFB5}"/>
              </a:ext>
            </a:extLst>
          </p:cNvPr>
          <p:cNvSpPr txBox="1"/>
          <p:nvPr/>
        </p:nvSpPr>
        <p:spPr>
          <a:xfrm>
            <a:off x="499072" y="1194524"/>
            <a:ext cx="8145855" cy="47587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find_minimal_solution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TransitionSystem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"LLLL"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[])])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popleft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"solution"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ts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ts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.post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to_state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solution found"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2" descr="Thumbnail Image farmer, goat, wolf, cabbage riddle">
            <a:extLst>
              <a:ext uri="{FF2B5EF4-FFF2-40B4-BE49-F238E27FC236}">
                <a16:creationId xmlns:a16="http://schemas.microsoft.com/office/drawing/2014/main" id="{A877C0AD-C368-0A96-941E-0D7506DE4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798" y="1832561"/>
            <a:ext cx="2122867" cy="2122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846EB-B9DE-50DB-6397-25FB2ECEC252}"/>
              </a:ext>
            </a:extLst>
          </p:cNvPr>
          <p:cNvSpPr txBox="1"/>
          <p:nvPr/>
        </p:nvSpPr>
        <p:spPr>
          <a:xfrm>
            <a:off x="499071" y="6186725"/>
            <a:ext cx="8145855" cy="2718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 rtl="0">
              <a:lnSpc>
                <a:spcPts val="1425"/>
              </a:lnSpc>
            </a:pP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["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with_goat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", "alone", "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with_wolf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with_goat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with_cabbage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", "alone", "</a:t>
            </a:r>
            <a:r>
              <a:rPr lang="en-US" sz="12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with_goat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159428775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191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נוספת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25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A86824-3B65-93CA-9DDA-0D4A8EE33A3E}"/>
                  </a:ext>
                </a:extLst>
              </p:cNvPr>
              <p:cNvSpPr txBox="1"/>
              <p:nvPr/>
            </p:nvSpPr>
            <p:spPr>
              <a:xfrm>
                <a:off x="2171700" y="1146140"/>
                <a:ext cx="5257800" cy="36933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l" rtl="0"/>
                <a:r>
                  <a:rPr lang="LID4096"/>
                  <a:t>for 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:=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LID4096"/>
                  <a:t> to 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LID4096"/>
                  <a:t> do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 :=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 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:=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:=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LID4096"/>
                  <a:t> }</a:t>
                </a:r>
                <a:r>
                  <a:rPr lang="en-US"/>
                  <a:t> </a:t>
                </a:r>
                <a:endParaRPr lang="LID4096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A86824-3B65-93CA-9DDA-0D4A8EE33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00" y="1146140"/>
                <a:ext cx="5257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D418AE-8BDB-36CB-1047-78F3B4CC55C6}"/>
                  </a:ext>
                </a:extLst>
              </p:cNvPr>
              <p:cNvSpPr txBox="1"/>
              <p:nvPr/>
            </p:nvSpPr>
            <p:spPr>
              <a:xfrm>
                <a:off x="2838848" y="2045531"/>
                <a:ext cx="3771104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האם החישוב יכול להסתיים עם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?</a:t>
                </a:r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D418AE-8BDB-36CB-1047-78F3B4CC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848" y="2045531"/>
                <a:ext cx="3771104" cy="369332"/>
              </a:xfrm>
              <a:prstGeom prst="rect">
                <a:avLst/>
              </a:prstGeom>
              <a:blipFill>
                <a:blip r:embed="rId3"/>
                <a:stretch>
                  <a:fillRect l="-971" t="-10000" r="-97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778F4B-C1E0-20DC-50B7-F00FEDC2B72D}"/>
                  </a:ext>
                </a:extLst>
              </p:cNvPr>
              <p:cNvSpPr txBox="1"/>
              <p:nvPr/>
            </p:nvSpPr>
            <p:spPr>
              <a:xfrm>
                <a:off x="726877" y="119546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778F4B-C1E0-20DC-50B7-F00FEDC2B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77" y="1195462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2DCCC1F-333C-4E25-035D-97E432E5E66E}"/>
              </a:ext>
            </a:extLst>
          </p:cNvPr>
          <p:cNvSpPr txBox="1"/>
          <p:nvPr/>
        </p:nvSpPr>
        <p:spPr>
          <a:xfrm>
            <a:off x="1296003" y="2915827"/>
            <a:ext cx="6913662" cy="3323987"/>
          </a:xfrm>
          <a:prstGeom prst="rect">
            <a:avLst/>
          </a:prstGeom>
          <a:solidFill>
            <a:srgbClr val="1F1F1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sz="1400" err="1">
                <a:solidFill>
                  <a:srgbClr val="569CD6"/>
                </a:solidFill>
                <a:latin typeface="Courier New" panose="02070309020205020404" pitchFamily="49" charset="0"/>
              </a:rPr>
              <a:t>def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DCDCAA"/>
                </a:solidFill>
                <a:latin typeface="Courier New" panose="02070309020205020404" pitchFamily="49" charset="0"/>
              </a:rPr>
              <a:t>post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9CDCFE"/>
                </a:solidFill>
                <a:latin typeface="Courier New" panose="02070309020205020404" pitchFamily="49" charset="0"/>
              </a:rPr>
              <a:t>state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)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next_states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[]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</a:t>
            </a:r>
            <a:r>
              <a:rPr lang="en-US" sz="1400">
                <a:solidFill>
                  <a:srgbClr val="C586C0"/>
                </a:solidFill>
                <a:latin typeface="Courier New" panose="02070309020205020404" pitchFamily="49" charset="0"/>
              </a:rPr>
              <a:t>for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82C6FF"/>
                </a:solidFill>
                <a:latin typeface="Courier New" panose="02070309020205020404" pitchFamily="49" charset="0"/>
              </a:rPr>
              <a:t>in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DCDCAA"/>
                </a:solidFill>
                <a:latin typeface="Courier New" panose="02070309020205020404" pitchFamily="49" charset="0"/>
              </a:rPr>
              <a:t>range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):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x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r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 = state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4EC9B0"/>
                </a:solidFill>
                <a:latin typeface="Courier New" panose="02070309020205020404" pitchFamily="49" charset="0"/>
              </a:rPr>
              <a:t>list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state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4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]),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4EC9B0"/>
                </a:solidFill>
                <a:latin typeface="Courier New" panose="02070309020205020404" pitchFamily="49" charset="0"/>
              </a:rPr>
              <a:t>list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state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4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:])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</a:t>
            </a: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</a:t>
            </a:r>
            <a:r>
              <a:rPr lang="en-US" sz="1400">
                <a:solidFill>
                  <a:srgbClr val="C586C0"/>
                </a:solidFill>
                <a:latin typeface="Courier New" panose="02070309020205020404" pitchFamily="49" charset="0"/>
              </a:rPr>
              <a:t>if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&lt;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*n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sz="1400">
                <a:solidFill>
                  <a:srgbClr val="C586C0"/>
                </a:solidFill>
                <a:latin typeface="Courier New" panose="02070309020205020404" pitchFamily="49" charset="0"/>
              </a:rPr>
              <a:t>if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%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r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 x</a:t>
            </a: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sz="1400" err="1">
                <a:solidFill>
                  <a:srgbClr val="C586C0"/>
                </a:solidFill>
                <a:latin typeface="Courier New" panose="02070309020205020404" pitchFamily="49" charset="0"/>
              </a:rPr>
              <a:t>elif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%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r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+=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sz="1400" err="1">
                <a:solidFill>
                  <a:srgbClr val="C586C0"/>
                </a:solidFill>
                <a:latin typeface="Courier New" panose="02070309020205020404" pitchFamily="49" charset="0"/>
              </a:rPr>
              <a:t>elif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%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2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x = r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i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+=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        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next_states.append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((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*r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*p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))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</a:t>
            </a:r>
            <a:r>
              <a:rPr lang="en-US" sz="1400">
                <a:solidFill>
                  <a:srgbClr val="C586C0"/>
                </a:solidFill>
                <a:latin typeface="Courier New" panose="02070309020205020404" pitchFamily="49" charset="0"/>
              </a:rPr>
              <a:t>return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next_states</a:t>
            </a:r>
            <a:endParaRPr lang="en-US" sz="1400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8D9413-DE5E-C3FB-B548-2A67D57DEC34}"/>
                  </a:ext>
                </a:extLst>
              </p:cNvPr>
              <p:cNvSpPr txBox="1"/>
              <p:nvPr/>
            </p:nvSpPr>
            <p:spPr>
              <a:xfrm>
                <a:off x="1320941" y="1048474"/>
                <a:ext cx="698359" cy="597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LID4096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LID4096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8D9413-DE5E-C3FB-B548-2A67D57DE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941" y="1048474"/>
                <a:ext cx="698359" cy="5971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967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191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נוספת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26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A86824-3B65-93CA-9DDA-0D4A8EE33A3E}"/>
                  </a:ext>
                </a:extLst>
              </p:cNvPr>
              <p:cNvSpPr txBox="1"/>
              <p:nvPr/>
            </p:nvSpPr>
            <p:spPr>
              <a:xfrm>
                <a:off x="2362200" y="859666"/>
                <a:ext cx="5257800" cy="369332"/>
              </a:xfrm>
              <a:prstGeom prst="rect">
                <a:avLst/>
              </a:prstGeom>
              <a:solidFill>
                <a:srgbClr val="FFFFFF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l" rtl="0"/>
                <a:r>
                  <a:rPr lang="LID4096"/>
                  <a:t>for 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:=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LID4096"/>
                  <a:t> to 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LID4096"/>
                  <a:t> do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 :=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 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:=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:=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LID4096"/>
                  <a:t> }</a:t>
                </a:r>
                <a:r>
                  <a:rPr lang="en-US"/>
                  <a:t> </a:t>
                </a:r>
                <a:endParaRPr lang="LID4096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A86824-3B65-93CA-9DDA-0D4A8EE33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859666"/>
                <a:ext cx="52578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778F4B-C1E0-20DC-50B7-F00FEDC2B72D}"/>
                  </a:ext>
                </a:extLst>
              </p:cNvPr>
              <p:cNvSpPr txBox="1"/>
              <p:nvPr/>
            </p:nvSpPr>
            <p:spPr>
              <a:xfrm>
                <a:off x="917377" y="90898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778F4B-C1E0-20DC-50B7-F00FEDC2B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77" y="908988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E380B-A88C-5EC5-50CF-8FD64AB17568}"/>
                  </a:ext>
                </a:extLst>
              </p:cNvPr>
              <p:cNvSpPr txBox="1"/>
              <p:nvPr/>
            </p:nvSpPr>
            <p:spPr>
              <a:xfrm>
                <a:off x="1511441" y="762000"/>
                <a:ext cx="698359" cy="597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LID4096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LID4096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E380B-A88C-5EC5-50CF-8FD64AB17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441" y="762000"/>
                <a:ext cx="698359" cy="5971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2DCCC1F-333C-4E25-035D-97E432E5E66E}"/>
              </a:ext>
            </a:extLst>
          </p:cNvPr>
          <p:cNvSpPr txBox="1"/>
          <p:nvPr/>
        </p:nvSpPr>
        <p:spPr>
          <a:xfrm>
            <a:off x="381000" y="1981200"/>
            <a:ext cx="6832459" cy="3323987"/>
          </a:xfrm>
          <a:prstGeom prst="rect">
            <a:avLst/>
          </a:prstGeom>
          <a:solidFill>
            <a:srgbClr val="1F1F1F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he-IL"/>
            </a:defPPr>
            <a:lvl1pPr algn="l" rtl="0">
              <a:defRPr sz="1400">
                <a:solidFill>
                  <a:srgbClr val="D4D4D4"/>
                </a:solidFill>
                <a:latin typeface="Courier New" panose="02070309020205020404" pitchFamily="49" charset="0"/>
              </a:defRPr>
            </a:lvl1pPr>
          </a:lstStyle>
          <a:p>
            <a:r>
              <a:rPr lang="en-US" err="1">
                <a:solidFill>
                  <a:srgbClr val="569CD6"/>
                </a:solidFill>
              </a:rPr>
              <a:t>def</a:t>
            </a:r>
            <a:r>
              <a:rPr lang="en-US"/>
              <a:t> </a:t>
            </a:r>
            <a:r>
              <a:rPr lang="en-US" err="1">
                <a:solidFill>
                  <a:srgbClr val="DCDCAA"/>
                </a:solidFill>
              </a:rPr>
              <a:t>dfs</a:t>
            </a:r>
            <a:r>
              <a:rPr lang="en-US"/>
              <a:t>(</a:t>
            </a:r>
            <a:r>
              <a:rPr lang="en-US">
                <a:solidFill>
                  <a:srgbClr val="9CDCFE"/>
                </a:solidFill>
              </a:rPr>
              <a:t>state</a:t>
            </a:r>
            <a:r>
              <a:rPr lang="en-US"/>
              <a:t>)</a:t>
            </a:r>
            <a:r>
              <a:rPr lang="en-US">
                <a:solidFill>
                  <a:srgbClr val="DCDCDC"/>
                </a:solidFill>
              </a:rPr>
              <a:t>: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6AA94F"/>
                </a:solidFill>
              </a:rPr>
              <a:t># If the state has been visited before, return False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C586C0"/>
                </a:solidFill>
              </a:rPr>
              <a:t>if</a:t>
            </a:r>
            <a:r>
              <a:rPr lang="en-US"/>
              <a:t> state </a:t>
            </a:r>
            <a:r>
              <a:rPr lang="en-US">
                <a:solidFill>
                  <a:srgbClr val="82C6FF"/>
                </a:solidFill>
              </a:rPr>
              <a:t>in</a:t>
            </a:r>
            <a:r>
              <a:rPr lang="en-US"/>
              <a:t> visited</a:t>
            </a:r>
            <a:r>
              <a:rPr lang="en-US">
                <a:solidFill>
                  <a:srgbClr val="DCDCDC"/>
                </a:solidFill>
              </a:rPr>
              <a:t>:</a:t>
            </a:r>
            <a:endParaRPr lang="en-US"/>
          </a:p>
          <a:p>
            <a:r>
              <a:rPr lang="en-US"/>
              <a:t>        </a:t>
            </a:r>
            <a:r>
              <a:rPr lang="en-US">
                <a:solidFill>
                  <a:srgbClr val="C586C0"/>
                </a:solidFill>
              </a:rPr>
              <a:t>return</a:t>
            </a:r>
            <a:r>
              <a:rPr lang="en-US"/>
              <a:t> </a:t>
            </a:r>
            <a:r>
              <a:rPr lang="en-US">
                <a:solidFill>
                  <a:srgbClr val="569CD6"/>
                </a:solidFill>
              </a:rPr>
              <a:t>False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6AA94F"/>
                </a:solidFill>
              </a:rPr>
              <a:t># Mark the state as visited</a:t>
            </a:r>
            <a:endParaRPr lang="en-US"/>
          </a:p>
          <a:p>
            <a:r>
              <a:rPr lang="en-US"/>
              <a:t>    </a:t>
            </a:r>
            <a:r>
              <a:rPr lang="en-US" err="1"/>
              <a:t>visited.add</a:t>
            </a:r>
            <a:r>
              <a:rPr lang="en-US">
                <a:solidFill>
                  <a:srgbClr val="DCDCDC"/>
                </a:solidFill>
              </a:rPr>
              <a:t>(</a:t>
            </a:r>
            <a:r>
              <a:rPr lang="en-US"/>
              <a:t>state</a:t>
            </a:r>
            <a:r>
              <a:rPr lang="en-US">
                <a:solidFill>
                  <a:srgbClr val="DCDCDC"/>
                </a:solidFill>
              </a:rPr>
              <a:t>)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6AA94F"/>
                </a:solidFill>
              </a:rPr>
              <a:t># If the state is the target state, return True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C586C0"/>
                </a:solidFill>
              </a:rPr>
              <a:t>if</a:t>
            </a:r>
            <a:r>
              <a:rPr lang="en-US"/>
              <a:t> </a:t>
            </a:r>
            <a:r>
              <a:rPr lang="en-US" err="1"/>
              <a:t>target_state</a:t>
            </a:r>
            <a:r>
              <a:rPr lang="en-US">
                <a:solidFill>
                  <a:srgbClr val="DCDCDC"/>
                </a:solidFill>
              </a:rPr>
              <a:t>(</a:t>
            </a:r>
            <a:r>
              <a:rPr lang="en-US"/>
              <a:t>state</a:t>
            </a:r>
            <a:r>
              <a:rPr lang="en-US">
                <a:solidFill>
                  <a:srgbClr val="DCDCDC"/>
                </a:solidFill>
              </a:rPr>
              <a:t>):</a:t>
            </a:r>
            <a:endParaRPr lang="en-US"/>
          </a:p>
          <a:p>
            <a:r>
              <a:rPr lang="en-US"/>
              <a:t>        </a:t>
            </a:r>
            <a:r>
              <a:rPr lang="en-US">
                <a:solidFill>
                  <a:srgbClr val="DCDCAA"/>
                </a:solidFill>
              </a:rPr>
              <a:t>print</a:t>
            </a:r>
            <a:r>
              <a:rPr lang="en-US">
                <a:solidFill>
                  <a:srgbClr val="DCDCDC"/>
                </a:solidFill>
              </a:rPr>
              <a:t>(</a:t>
            </a:r>
            <a:r>
              <a:rPr lang="en-US" err="1">
                <a:solidFill>
                  <a:srgbClr val="569CD6"/>
                </a:solidFill>
              </a:rPr>
              <a:t>f</a:t>
            </a:r>
            <a:r>
              <a:rPr lang="en-US" err="1">
                <a:solidFill>
                  <a:srgbClr val="CE9178"/>
                </a:solidFill>
              </a:rPr>
              <a:t>"Found</a:t>
            </a:r>
            <a:r>
              <a:rPr lang="en-US">
                <a:solidFill>
                  <a:srgbClr val="CE9178"/>
                </a:solidFill>
              </a:rPr>
              <a:t> a path that ends with x = 2: </a:t>
            </a:r>
            <a:r>
              <a:rPr lang="en-US">
                <a:solidFill>
                  <a:srgbClr val="DCDCDC"/>
                </a:solidFill>
              </a:rPr>
              <a:t>{</a:t>
            </a:r>
            <a:r>
              <a:rPr lang="en-US"/>
              <a:t>state</a:t>
            </a:r>
            <a:r>
              <a:rPr lang="en-US">
                <a:solidFill>
                  <a:srgbClr val="DCDCDC"/>
                </a:solidFill>
              </a:rPr>
              <a:t>}</a:t>
            </a:r>
            <a:r>
              <a:rPr lang="en-US">
                <a:solidFill>
                  <a:srgbClr val="CE9178"/>
                </a:solidFill>
              </a:rPr>
              <a:t>"</a:t>
            </a:r>
            <a:r>
              <a:rPr lang="en-US">
                <a:solidFill>
                  <a:srgbClr val="DCDCDC"/>
                </a:solidFill>
              </a:rPr>
              <a:t>)</a:t>
            </a:r>
            <a:endParaRPr lang="en-US"/>
          </a:p>
          <a:p>
            <a:r>
              <a:rPr lang="en-US"/>
              <a:t>        </a:t>
            </a:r>
            <a:r>
              <a:rPr lang="en-US">
                <a:solidFill>
                  <a:srgbClr val="C586C0"/>
                </a:solidFill>
              </a:rPr>
              <a:t>return</a:t>
            </a:r>
            <a:r>
              <a:rPr lang="en-US"/>
              <a:t> </a:t>
            </a:r>
            <a:r>
              <a:rPr lang="en-US">
                <a:solidFill>
                  <a:srgbClr val="569CD6"/>
                </a:solidFill>
              </a:rPr>
              <a:t>True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6AA94F"/>
                </a:solidFill>
              </a:rPr>
              <a:t># Recursively call </a:t>
            </a:r>
            <a:r>
              <a:rPr lang="en-US" err="1">
                <a:solidFill>
                  <a:srgbClr val="6AA94F"/>
                </a:solidFill>
              </a:rPr>
              <a:t>dfs</a:t>
            </a:r>
            <a:r>
              <a:rPr lang="en-US">
                <a:solidFill>
                  <a:srgbClr val="6AA94F"/>
                </a:solidFill>
              </a:rPr>
              <a:t> on all next states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C586C0"/>
                </a:solidFill>
              </a:rPr>
              <a:t>for</a:t>
            </a:r>
            <a:r>
              <a:rPr lang="en-US"/>
              <a:t> </a:t>
            </a:r>
            <a:r>
              <a:rPr lang="en-US" err="1"/>
              <a:t>next_state</a:t>
            </a:r>
            <a:r>
              <a:rPr lang="en-US"/>
              <a:t> </a:t>
            </a:r>
            <a:r>
              <a:rPr lang="en-US">
                <a:solidFill>
                  <a:srgbClr val="82C6FF"/>
                </a:solidFill>
              </a:rPr>
              <a:t>in</a:t>
            </a:r>
            <a:r>
              <a:rPr lang="en-US"/>
              <a:t> post</a:t>
            </a:r>
            <a:r>
              <a:rPr lang="en-US">
                <a:solidFill>
                  <a:srgbClr val="DCDCDC"/>
                </a:solidFill>
              </a:rPr>
              <a:t>(</a:t>
            </a:r>
            <a:r>
              <a:rPr lang="en-US"/>
              <a:t>state</a:t>
            </a:r>
            <a:r>
              <a:rPr lang="en-US">
                <a:solidFill>
                  <a:srgbClr val="DCDCDC"/>
                </a:solidFill>
              </a:rPr>
              <a:t>):</a:t>
            </a:r>
            <a:endParaRPr lang="en-US"/>
          </a:p>
          <a:p>
            <a:r>
              <a:rPr lang="en-US"/>
              <a:t>      </a:t>
            </a:r>
            <a:r>
              <a:rPr lang="en-US">
                <a:solidFill>
                  <a:srgbClr val="C586C0"/>
                </a:solidFill>
              </a:rPr>
              <a:t>if</a:t>
            </a:r>
            <a:r>
              <a:rPr lang="en-US"/>
              <a:t> </a:t>
            </a:r>
            <a:r>
              <a:rPr lang="en-US" err="1"/>
              <a:t>dfs</a:t>
            </a:r>
            <a:r>
              <a:rPr lang="en-US">
                <a:solidFill>
                  <a:srgbClr val="DCDCDC"/>
                </a:solidFill>
              </a:rPr>
              <a:t>(</a:t>
            </a:r>
            <a:r>
              <a:rPr lang="en-US" err="1"/>
              <a:t>next_state</a:t>
            </a:r>
            <a:r>
              <a:rPr lang="en-US">
                <a:solidFill>
                  <a:srgbClr val="DCDCDC"/>
                </a:solidFill>
              </a:rPr>
              <a:t>):</a:t>
            </a:r>
            <a:endParaRPr lang="en-US"/>
          </a:p>
          <a:p>
            <a:r>
              <a:rPr lang="en-US"/>
              <a:t>        </a:t>
            </a:r>
            <a:r>
              <a:rPr lang="en-US">
                <a:solidFill>
                  <a:srgbClr val="C586C0"/>
                </a:solidFill>
              </a:rPr>
              <a:t>return</a:t>
            </a:r>
            <a:r>
              <a:rPr lang="en-US"/>
              <a:t> </a:t>
            </a:r>
            <a:r>
              <a:rPr lang="en-US">
                <a:solidFill>
                  <a:srgbClr val="569CD6"/>
                </a:solidFill>
              </a:rPr>
              <a:t>True</a:t>
            </a:r>
            <a:endParaRPr lang="en-US"/>
          </a:p>
          <a:p>
            <a:r>
              <a:rPr lang="en-US"/>
              <a:t>    </a:t>
            </a:r>
            <a:r>
              <a:rPr lang="en-US">
                <a:solidFill>
                  <a:srgbClr val="C586C0"/>
                </a:solidFill>
              </a:rPr>
              <a:t>return</a:t>
            </a:r>
            <a:r>
              <a:rPr lang="en-US"/>
              <a:t> </a:t>
            </a:r>
            <a:r>
              <a:rPr lang="en-US">
                <a:solidFill>
                  <a:srgbClr val="569CD6"/>
                </a:solidFill>
              </a:rPr>
              <a:t>False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D418AE-8BDB-36CB-1047-78F3B4CC55C6}"/>
                  </a:ext>
                </a:extLst>
              </p:cNvPr>
              <p:cNvSpPr txBox="1"/>
              <p:nvPr/>
            </p:nvSpPr>
            <p:spPr>
              <a:xfrm>
                <a:off x="2838848" y="1447800"/>
                <a:ext cx="3771104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האם החישוב יכול להסתיים עם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?</a:t>
                </a:r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D418AE-8BDB-36CB-1047-78F3B4CC5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848" y="1447800"/>
                <a:ext cx="3771104" cy="369332"/>
              </a:xfrm>
              <a:prstGeom prst="rect">
                <a:avLst/>
              </a:prstGeom>
              <a:blipFill>
                <a:blip r:embed="rId5"/>
                <a:stretch>
                  <a:fillRect l="-971" t="-10000" r="-9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572000" y="4648200"/>
            <a:ext cx="4038600" cy="1815882"/>
          </a:xfrm>
          <a:prstGeom prst="rect">
            <a:avLst/>
          </a:prstGeom>
          <a:solidFill>
            <a:srgbClr val="1F1F1F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n 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5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visited=</a:t>
            </a:r>
            <a:r>
              <a:rPr lang="en-US" sz="1400">
                <a:solidFill>
                  <a:srgbClr val="4EC9B0"/>
                </a:solidFill>
                <a:latin typeface="Courier New" panose="02070309020205020404" pitchFamily="49" charset="0"/>
              </a:rPr>
              <a:t>set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b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1400" err="1">
                <a:solidFill>
                  <a:srgbClr val="569CD6"/>
                </a:solidFill>
                <a:latin typeface="Courier New" panose="02070309020205020404" pitchFamily="49" charset="0"/>
              </a:rPr>
              <a:t>def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 err="1">
                <a:solidFill>
                  <a:srgbClr val="DCDCAA"/>
                </a:solidFill>
                <a:latin typeface="Courier New" panose="02070309020205020404" pitchFamily="49" charset="0"/>
              </a:rPr>
              <a:t>target_state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9CDCFE"/>
                </a:solidFill>
                <a:latin typeface="Courier New" panose="02070309020205020404" pitchFamily="49" charset="0"/>
              </a:rPr>
              <a:t>state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)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sz="140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p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= state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],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state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4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:]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    </a:t>
            </a:r>
            <a:r>
              <a:rPr lang="en-US" sz="1400">
                <a:solidFill>
                  <a:srgbClr val="C586C0"/>
                </a:solidFill>
                <a:latin typeface="Courier New" panose="02070309020205020404" pitchFamily="49" charset="0"/>
              </a:rPr>
              <a:t>return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x == 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2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400">
                <a:solidFill>
                  <a:srgbClr val="82C6FF"/>
                </a:solidFill>
                <a:latin typeface="Courier New" panose="02070309020205020404" pitchFamily="49" charset="0"/>
              </a:rPr>
              <a:t>and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 p==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*n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,)</a:t>
            </a:r>
            <a: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  <a:t>*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endParaRPr lang="en-US" sz="140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algn="l" rtl="0"/>
            <a:br>
              <a:rPr lang="en-US" sz="140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1400" err="1">
                <a:solidFill>
                  <a:srgbClr val="D4D4D4"/>
                </a:solidFill>
                <a:latin typeface="Courier New" panose="02070309020205020404" pitchFamily="49" charset="0"/>
              </a:rPr>
              <a:t>dfs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((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40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400">
                <a:solidFill>
                  <a:srgbClr val="DCDCDC"/>
                </a:solidFill>
                <a:latin typeface="Courier New" panose="02070309020205020404" pitchFamily="49" charset="0"/>
              </a:rPr>
              <a:t>))</a:t>
            </a:r>
            <a:endParaRPr lang="en-US" sz="1400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762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-76200"/>
            <a:ext cx="8259657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סופיים (סוֹפָנִיִּים?)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85862" cy="457200"/>
          </a:xfrm>
        </p:spPr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4978" y="1724052"/>
                <a:ext cx="8610600" cy="646331"/>
              </a:xfrm>
              <a:prstGeom prst="rect">
                <a:avLst/>
              </a:prstGeom>
              <a:ln w="127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הגדרה: מצב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במערכת מעברים נקרא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סופי (סוֹפָנִי)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𝑃𝑜𝑠𝑡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∅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78" y="1724052"/>
                <a:ext cx="8610600" cy="646331"/>
              </a:xfrm>
              <a:prstGeom prst="rect">
                <a:avLst/>
              </a:prstGeom>
              <a:blipFill>
                <a:blip r:embed="rId2"/>
                <a:stretch>
                  <a:fillRect l="-777" b="-10185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9772" y="3153389"/>
            <a:ext cx="7084206" cy="34317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באלגוריתמים המבצעים חישובים סדרתיים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 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תופעה טבעית המייצגת את סיום התוכנית</a:t>
            </a:r>
          </a:p>
          <a:p>
            <a:pPr>
              <a:lnSpc>
                <a:spcPct val="150000"/>
              </a:lnSpc>
              <a:spcBef>
                <a:spcPts val="2400"/>
              </a:spcBef>
              <a:spcAft>
                <a:spcPts val="600"/>
              </a:spcAft>
            </a:pP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במערכות תגובתיות (</a:t>
            </a:r>
            <a:r>
              <a:rPr lang="he-IL" sz="2800" err="1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רֵאַקְטִיבִיּוֹת</a:t>
            </a: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):</a:t>
            </a:r>
            <a:br>
              <a:rPr lang="en-US" sz="2400">
                <a:solidFill>
                  <a:srgbClr val="0070C0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solidFill>
                  <a:srgbClr val="0070C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 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מצבים כאלה מייצגים "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תקיעה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" ובדרך כלל אינם רצויים	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7315200" y="3400035"/>
            <a:ext cx="1694058" cy="544562"/>
            <a:chOff x="7352092" y="3145557"/>
            <a:chExt cx="1371600" cy="544562"/>
          </a:xfrm>
        </p:grpSpPr>
        <p:sp>
          <p:nvSpPr>
            <p:cNvPr id="7" name="Rectangle 6"/>
            <p:cNvSpPr/>
            <p:nvPr/>
          </p:nvSpPr>
          <p:spPr>
            <a:xfrm>
              <a:off x="7733092" y="3145557"/>
              <a:ext cx="609600" cy="544562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>
                  <a:latin typeface="Gisha" panose="020B0502040204020203" pitchFamily="34" charset="-79"/>
                  <a:cs typeface="Gisha" panose="020B0502040204020203" pitchFamily="34" charset="-79"/>
                </a:rPr>
                <a:t>עיבוד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352092" y="3265438"/>
              <a:ext cx="381000" cy="304800"/>
              <a:chOff x="685800" y="3657600"/>
              <a:chExt cx="381000" cy="3048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>
                <a:off x="685800" y="36576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685800" y="38100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685800" y="39624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8342692" y="3265438"/>
              <a:ext cx="381000" cy="304800"/>
              <a:chOff x="1676400" y="3733800"/>
              <a:chExt cx="381000" cy="304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1676400" y="37338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1676400" y="38862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1676400" y="4038600"/>
                <a:ext cx="381000" cy="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732373"/>
            <a:ext cx="1086471" cy="11100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87960" y="317952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chemeClr val="accent2"/>
                </a:solidFill>
              </a:rPr>
              <a:t>קלט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10519" y="318622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chemeClr val="accent2"/>
                </a:solidFill>
              </a:rPr>
              <a:t>פלט</a:t>
            </a:r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52713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71000" y="303684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Pentagon 4"/>
          <p:cNvSpPr/>
          <p:nvPr/>
        </p:nvSpPr>
        <p:spPr>
          <a:xfrm flipH="1">
            <a:off x="990600" y="1218084"/>
            <a:ext cx="7982400" cy="830997"/>
          </a:xfrm>
          <a:prstGeom prst="homePlate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base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למדנו על אוטומטים אי-דטרמיניסטיים בקורס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"מודלים חישוביים"</a:t>
            </a:r>
          </a:p>
        </p:txBody>
      </p:sp>
      <p:sp>
        <p:nvSpPr>
          <p:cNvPr id="6" name="Pentagon 5"/>
          <p:cNvSpPr/>
          <p:nvPr/>
        </p:nvSpPr>
        <p:spPr>
          <a:xfrm>
            <a:off x="457200" y="3124200"/>
            <a:ext cx="7982400" cy="830997"/>
          </a:xfrm>
          <a:prstGeom prst="homePlate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base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שם ראינו שיש שפות שהאוטומט הדטרמיניסטי הקטן ביותר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שיכול לתאר אותן גדול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אֶקְסְפּוֹנֶנְצְיָאלִית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מהאי-דטרמיניסטי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4724400"/>
            <a:ext cx="7982400" cy="13280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 fontAlgn="base">
              <a:spcBef>
                <a:spcPts val="1800"/>
              </a:spcBef>
            </a:pPr>
            <a:r>
              <a:rPr lang="he-IL" sz="3600" b="1">
                <a:latin typeface="Gisha" panose="020B0502040204020203" pitchFamily="34" charset="-79"/>
                <a:cs typeface="Gisha" panose="020B0502040204020203" pitchFamily="34" charset="-79"/>
              </a:rPr>
              <a:t>במערכות מעברים יש לאי-דטרמיניזם</a:t>
            </a:r>
            <a:br>
              <a:rPr lang="en-US" sz="3600" b="1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600" b="1">
                <a:latin typeface="Gisha" panose="020B0502040204020203" pitchFamily="34" charset="-79"/>
                <a:cs typeface="Gisha" panose="020B0502040204020203" pitchFamily="34" charset="-79"/>
              </a:rPr>
              <a:t>תפקיד מרכזי ושונה לגמרי</a:t>
            </a:r>
          </a:p>
        </p:txBody>
      </p:sp>
    </p:spTree>
    <p:extLst>
      <p:ext uri="{BB962C8B-B14F-4D97-AF65-F5344CB8AC3E}">
        <p14:creationId xmlns:p14="http://schemas.microsoft.com/office/powerpoint/2010/main" val="380598928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28600" y="228600"/>
            <a:ext cx="432954" cy="457200"/>
          </a:xfrm>
        </p:spPr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1219200"/>
            <a:ext cx="7924800" cy="107721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משמעות (סמנטיקה) של מערכת מעברים תוגדר באמצעות תיאור קבוצת הריצות שלה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6800" y="2971800"/>
            <a:ext cx="7924800" cy="1077218"/>
          </a:xfrm>
          <a:prstGeom prst="rect">
            <a:avLst/>
          </a:prstGeom>
          <a:solidFill>
            <a:srgbClr val="3366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נרצה לבדוק אם כל (</a:t>
            </a:r>
            <a:r>
              <a:rPr lang="he-IL" sz="2400">
                <a:solidFill>
                  <a:srgbClr val="92D05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סדרות התיוגים של</a:t>
            </a:r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 הריצות של המערכת "חוקיות"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4800600"/>
            <a:ext cx="7924800" cy="1077218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למערכת דטרמיניסטית יש רק ריצה אחת ולכן היא לא כל כך מעניינת...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050" name="Picture 2" descr="Image result for ‫שעמום‬‎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5334000"/>
            <a:ext cx="1560945" cy="97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2785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תפקידי אי-הדטרמיניזם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72712"/>
            <a:ext cx="88773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he-IL" sz="28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אי-דטרמיניזם מנוצל למידול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lvl="1">
              <a:spcBef>
                <a:spcPts val="1800"/>
              </a:spcBef>
            </a:pP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מקביליות ע"י שזירת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interleaving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) פעולות התהליכים</a:t>
            </a:r>
          </a:p>
          <a:p>
            <a:pPr lvl="2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אין הנחות על המהירות היחסית בין התהליכים (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race condition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/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חופש מימוש, מידול קלט לא ידוע</a:t>
            </a:r>
          </a:p>
          <a:p>
            <a:pPr lvl="2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בונים את הלוגיקה ללא תלות בבחירות שיעשו אחר כך</a:t>
            </a:r>
          </a:p>
          <a:p>
            <a:pPr lvl="2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מתאים למידול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בשלבי הגדרת הדרישות והתכנון –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בהמשך מְעַדְּנִים</a:t>
            </a:r>
          </a:p>
          <a:p>
            <a:pPr lvl="2"/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/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אבסטרקציה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של מערכות</a:t>
            </a:r>
          </a:p>
          <a:p>
            <a:pPr lvl="2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משתמשים במידע חלקי כדי להוכיח אי תלות בפרטי המימוש</a:t>
            </a:r>
          </a:p>
          <a:p>
            <a:pPr lvl="2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טיפול בבעיית פיצוץ המצבים (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state explosion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Arial Rounded MT Bold" panose="020F0704030504030204" pitchFamily="34" charset="0"/>
              </a:rPr>
              <a:pPr/>
              <a:t>30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1338" y="959957"/>
            <a:ext cx="381000" cy="381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56238" y="377254"/>
            <a:ext cx="381000" cy="3810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81150" y="1664123"/>
            <a:ext cx="381000" cy="38100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832338" y="758254"/>
            <a:ext cx="723900" cy="40168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57250" y="1150457"/>
            <a:ext cx="723900" cy="53340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 rot="19821552">
                <a:off x="757281" y="721667"/>
                <a:ext cx="774379" cy="25391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latin typeface="Cambria Math"/>
                        </a:rPr>
                        <m:t>𝑠𝑒𝑡</m:t>
                      </m:r>
                      <m:r>
                        <a:rPr lang="en-US" sz="1050" i="1" dirty="0" smtClean="0">
                          <a:latin typeface="Cambria Math"/>
                        </a:rPr>
                        <m:t>_</m:t>
                      </m:r>
                      <m:r>
                        <a:rPr lang="en-US" sz="1050" i="1" dirty="0" smtClean="0">
                          <a:latin typeface="Cambria Math"/>
                        </a:rPr>
                        <m:t>𝑐𝑜𝑙𝑜𝑟</m:t>
                      </m:r>
                    </m:oMath>
                  </m:oMathPara>
                </a14:m>
                <a:endParaRPr lang="he-IL" sz="105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21552">
                <a:off x="757281" y="721667"/>
                <a:ext cx="774379" cy="253916"/>
              </a:xfrm>
              <a:prstGeom prst="rect">
                <a:avLst/>
              </a:prstGeom>
              <a:blipFill>
                <a:blip r:embed="rId2"/>
                <a:stretch>
                  <a:fillRect r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 rot="2299150">
                <a:off x="786552" y="1434615"/>
                <a:ext cx="774379" cy="25391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latin typeface="Cambria Math"/>
                        </a:rPr>
                        <m:t>𝑠𝑒𝑡</m:t>
                      </m:r>
                      <m:r>
                        <a:rPr lang="en-US" sz="1050" i="1" dirty="0" smtClean="0">
                          <a:latin typeface="Cambria Math"/>
                        </a:rPr>
                        <m:t>_</m:t>
                      </m:r>
                      <m:r>
                        <a:rPr lang="en-US" sz="1050" i="1" dirty="0" smtClean="0">
                          <a:latin typeface="Cambria Math"/>
                        </a:rPr>
                        <m:t>𝑐𝑜𝑙𝑜𝑟</m:t>
                      </m:r>
                    </m:oMath>
                  </m:oMathPara>
                </a14:m>
                <a:endParaRPr lang="he-IL" sz="105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99150">
                <a:off x="786552" y="1434615"/>
                <a:ext cx="774379" cy="253916"/>
              </a:xfrm>
              <a:prstGeom prst="rect">
                <a:avLst/>
              </a:prstGeom>
              <a:blipFill>
                <a:blip r:embed="rId3"/>
                <a:stretch>
                  <a:fillRect b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דטרמיניזם ע"פ פעולה וע"פ תיוג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752600"/>
                <a:ext cx="87630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</a:t>
                </a: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</a:rPr>
                      <m:t>〈</m:t>
                    </m:r>
                    <m:r>
                      <a:rPr lang="en-US" sz="2200" i="1" dirty="0" smtClean="0">
                        <a:latin typeface="Cambria Math"/>
                      </a:rPr>
                      <m:t>𝑆</m:t>
                    </m:r>
                    <m:r>
                      <a:rPr lang="en-US" sz="2200" i="1" dirty="0" smtClean="0">
                        <a:latin typeface="Cambria Math"/>
                      </a:rPr>
                      <m:t>, </m:t>
                    </m:r>
                    <m:r>
                      <a:rPr lang="en-US" sz="2200" i="1" dirty="0" smtClean="0">
                        <a:latin typeface="Cambria Math"/>
                      </a:rPr>
                      <m:t>𝐴𝑐𝑡</m:t>
                    </m:r>
                    <m:r>
                      <a:rPr lang="en-US" sz="2200" i="1" dirty="0" smtClean="0">
                        <a:latin typeface="Cambria Math"/>
                      </a:rPr>
                      <m:t>, →, </m:t>
                    </m:r>
                    <m:r>
                      <a:rPr lang="en-US" sz="2200" i="1" dirty="0" smtClean="0">
                        <a:latin typeface="Cambria Math"/>
                      </a:rPr>
                      <m:t>𝐼</m:t>
                    </m:r>
                    <m:r>
                      <a:rPr lang="en-US" sz="2200" i="1" dirty="0" smtClean="0">
                        <a:latin typeface="Cambria Math"/>
                      </a:rPr>
                      <m:t>, </m:t>
                    </m:r>
                    <m:r>
                      <a:rPr lang="en-US" sz="2200" i="1" dirty="0" smtClean="0">
                        <a:latin typeface="Cambria Math"/>
                      </a:rPr>
                      <m:t>𝐴𝑃</m:t>
                    </m:r>
                    <m:r>
                      <a:rPr lang="en-US" sz="2200" i="1" dirty="0" smtClean="0">
                        <a:latin typeface="Cambria Math"/>
                      </a:rPr>
                      <m:t>, </m:t>
                    </m:r>
                    <m:r>
                      <a:rPr lang="en-US" sz="2200" i="1" dirty="0" smtClean="0">
                        <a:latin typeface="Cambria Math"/>
                      </a:rPr>
                      <m:t>𝐿</m:t>
                    </m:r>
                    <m:r>
                      <a:rPr lang="en-US" sz="2200" b="0" i="1" dirty="0" smtClean="0">
                        <a:latin typeface="Cambria Math"/>
                      </a:rPr>
                      <m:t>〉</m:t>
                    </m:r>
                    <m:r>
                      <a:rPr lang="en-US" sz="22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היא בעלת </a:t>
                </a:r>
                <a:r>
                  <a:rPr lang="he-IL" sz="22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פעולה-דטרמיניסטית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קבעו נכונות כל אחת מהטענות הבאות:</a:t>
                </a: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752600"/>
                <a:ext cx="8763000" cy="4525963"/>
              </a:xfrm>
              <a:blipFill>
                <a:blip r:embed="rId2"/>
                <a:stretch>
                  <a:fillRect t="-943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04763" y="2368967"/>
                <a:ext cx="5380704" cy="4308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200" b="0" i="1" dirty="0" smtClean="0">
                        <a:latin typeface="Cambria Math"/>
                      </a:rPr>
                      <m:t>≤</m:t>
                    </m:r>
                    <m:r>
                      <a:rPr lang="en-US" sz="2200" i="1" dirty="0" smtClean="0">
                        <a:latin typeface="Cambria Math"/>
                      </a:rPr>
                      <m:t>1</m:t>
                    </m:r>
                    <m:r>
                      <a:rPr lang="he-IL" sz="2200" i="1" dirty="0" smtClean="0">
                        <a:latin typeface="Cambria Math"/>
                      </a:rPr>
                      <m:t> 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 וגם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latin typeface="Cambria Math"/>
                          </a:rPr>
                          <m:t>𝑃𝑜𝑠𝑡</m:t>
                        </m:r>
                        <m:d>
                          <m:d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sz="2200" i="1" dirty="0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200" b="0" i="1" dirty="0" smtClean="0">
                                <a:latin typeface="Cambria Math"/>
                              </a:rPr>
                              <m:t>𝛼</m:t>
                            </m:r>
                          </m:e>
                        </m:d>
                      </m:e>
                    </m:d>
                    <m:r>
                      <a:rPr lang="en-US" sz="2200" b="0" i="1" dirty="0" smtClean="0">
                        <a:latin typeface="Cambria Math"/>
                      </a:rPr>
                      <m:t>≤</m:t>
                    </m:r>
                    <m:r>
                      <a:rPr lang="en-US" sz="2200" i="1" dirty="0" smtClean="0">
                        <a:latin typeface="Cambria Math"/>
                      </a:rPr>
                      <m:t>1</m:t>
                    </m:r>
                    <m:r>
                      <a:rPr lang="he-IL" sz="22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 לכל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</a:rPr>
                      <m:t>𝛼</m:t>
                    </m:r>
                  </m:oMath>
                </a14:m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763" y="2368967"/>
                <a:ext cx="538070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31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AC1B6-8BC6-4AC6-8404-166093666867}"/>
              </a:ext>
            </a:extLst>
          </p:cNvPr>
          <p:cNvSpPr txBox="1"/>
          <p:nvPr/>
        </p:nvSpPr>
        <p:spPr>
          <a:xfrm>
            <a:off x="1194033" y="3657600"/>
            <a:ext cx="6858000" cy="646331"/>
          </a:xfrm>
          <a:prstGeom prst="rect">
            <a:avLst/>
          </a:prstGeom>
          <a:solidFill>
            <a:srgbClr val="336600"/>
          </a:solidFill>
        </p:spPr>
        <p:txBody>
          <a:bodyPr wrap="squar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טענה: אם </a:t>
            </a:r>
            <a:r>
              <a:rPr lang="he-IL" u="sng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המערכת בעלת פעולה דטרמיניסטית</a:t>
            </a:r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ועקבנו אחר פעולות המערכת אז אנחנו יודעים באיזה מצב נמצאת המערכת.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AC970-48AD-441D-9D89-31558F8CA9F6}"/>
              </a:ext>
            </a:extLst>
          </p:cNvPr>
          <p:cNvSpPr txBox="1"/>
          <p:nvPr/>
        </p:nvSpPr>
        <p:spPr>
          <a:xfrm>
            <a:off x="1194033" y="4912643"/>
            <a:ext cx="6858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טענה: אם לאחר כל רצף פעולות סופי ניתן לדעת באיזה מצב המערכת נמצאת אז </a:t>
            </a:r>
            <a:r>
              <a:rPr lang="he-IL" u="sng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המערכת בעלת פעולה דטרמיניסטית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4BA8D4-EB27-498E-B6E7-07D812ED3D90}"/>
                  </a:ext>
                </a:extLst>
              </p:cNvPr>
              <p:cNvSpPr txBox="1"/>
              <p:nvPr/>
            </p:nvSpPr>
            <p:spPr>
              <a:xfrm>
                <a:off x="2147626" y="6110206"/>
                <a:ext cx="4975979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 נגדית: יש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שאינו נגיש ולא מקיים את הדרישה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4BA8D4-EB27-498E-B6E7-07D812ED3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626" y="6110206"/>
                <a:ext cx="4975979" cy="369332"/>
              </a:xfrm>
              <a:prstGeom prst="rect">
                <a:avLst/>
              </a:prstGeom>
              <a:blipFill>
                <a:blip r:embed="rId4"/>
                <a:stretch>
                  <a:fillRect l="-367" t="-8197" r="-97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0FAC1B6-8BC6-4AC6-8404-166093666867}"/>
              </a:ext>
            </a:extLst>
          </p:cNvPr>
          <p:cNvSpPr txBox="1"/>
          <p:nvPr/>
        </p:nvSpPr>
        <p:spPr>
          <a:xfrm>
            <a:off x="1194033" y="3668955"/>
            <a:ext cx="6883167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טענה: אם </a:t>
            </a:r>
            <a:r>
              <a:rPr lang="he-IL" u="sng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המערכת בעלת פעולה דטרמיניסטית</a:t>
            </a:r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ועקבנו אחר פעולות המערכת אז אנחנו יודעים באיזה מצב נמצאת המערכת.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DAC970-48AD-441D-9D89-31558F8CA9F6}"/>
              </a:ext>
            </a:extLst>
          </p:cNvPr>
          <p:cNvSpPr txBox="1"/>
          <p:nvPr/>
        </p:nvSpPr>
        <p:spPr>
          <a:xfrm>
            <a:off x="1194033" y="4916269"/>
            <a:ext cx="6858000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טענה: אם לאחר כל רצף פעולות סופי ניתן לדעת באיזה מצב המערכת נמצאת אז </a:t>
            </a:r>
            <a:r>
              <a:rPr lang="he-IL" u="sng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המערכת בעלת פעולה דטרמיניסטית</a:t>
            </a:r>
            <a:endParaRPr lang="en-US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7706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דטרמיניזם ע"פ פעולה וע"פ תיוג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752600"/>
                <a:ext cx="87630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</a:t>
                </a: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〈</m:t>
                    </m:r>
                    <m:r>
                      <a:rPr lang="en-US" sz="2200" i="1" dirty="0">
                        <a:latin typeface="Cambria Math"/>
                      </a:rPr>
                      <m:t>𝑆</m:t>
                    </m:r>
                    <m:r>
                      <a:rPr lang="en-US" sz="2200" i="1" dirty="0">
                        <a:latin typeface="Cambria Math"/>
                      </a:rPr>
                      <m:t>, </m:t>
                    </m:r>
                    <m:r>
                      <a:rPr lang="en-US" sz="2200" i="1" dirty="0">
                        <a:latin typeface="Cambria Math"/>
                      </a:rPr>
                      <m:t>𝐴𝑐𝑡</m:t>
                    </m:r>
                    <m:r>
                      <a:rPr lang="en-US" sz="2200" i="1" dirty="0">
                        <a:latin typeface="Cambria Math"/>
                      </a:rPr>
                      <m:t>, →, </m:t>
                    </m:r>
                    <m:r>
                      <a:rPr lang="en-US" sz="2200" i="1" dirty="0">
                        <a:latin typeface="Cambria Math"/>
                      </a:rPr>
                      <m:t>𝐼</m:t>
                    </m:r>
                    <m:r>
                      <a:rPr lang="en-US" sz="2200" i="1" dirty="0">
                        <a:latin typeface="Cambria Math"/>
                      </a:rPr>
                      <m:t>, </m:t>
                    </m:r>
                    <m:r>
                      <a:rPr lang="en-US" sz="2200" i="1" dirty="0">
                        <a:latin typeface="Cambria Math"/>
                      </a:rPr>
                      <m:t>𝐴𝑃</m:t>
                    </m:r>
                    <m:r>
                      <a:rPr lang="en-US" sz="2200" i="1" dirty="0">
                        <a:latin typeface="Cambria Math"/>
                      </a:rPr>
                      <m:t>, </m:t>
                    </m:r>
                    <m:r>
                      <a:rPr lang="en-US" sz="2200" i="1" dirty="0">
                        <a:latin typeface="Cambria Math"/>
                      </a:rPr>
                      <m:t>𝐿</m:t>
                    </m:r>
                    <m:r>
                      <a:rPr lang="en-US" sz="2200" i="1" dirty="0">
                        <a:latin typeface="Cambria Math"/>
                      </a:rPr>
                      <m:t>〉</m:t>
                    </m:r>
                  </m:oMath>
                </a14:m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היא בעלת </a:t>
                </a:r>
                <a:r>
                  <a:rPr lang="he-IL" sz="22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תיוג-דטרמיניסטי</a:t>
                </a:r>
                <a:r>
                  <a:rPr lang="he-IL" sz="22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אם:</a:t>
                </a:r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752600"/>
                <a:ext cx="8763000" cy="4525963"/>
              </a:xfrm>
              <a:blipFill>
                <a:blip r:embed="rId2"/>
                <a:stretch>
                  <a:fillRect t="-943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18121" y="2667000"/>
                <a:ext cx="8353989" cy="4308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200" i="1" dirty="0">
                        <a:latin typeface="Cambria Math"/>
                      </a:rPr>
                      <m:t>≤</m:t>
                    </m:r>
                    <m:r>
                      <a:rPr lang="en-US" sz="2200" i="1" dirty="0">
                        <a:latin typeface="Cambria Math"/>
                      </a:rPr>
                      <m:t>1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 וגם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sz="2200" i="1" dirty="0" smtClean="0">
                                <a:latin typeface="Cambria Math"/>
                              </a:rPr>
                              <m:t>’</m:t>
                            </m:r>
                            <m:r>
                              <a:rPr lang="en-US" sz="2200" i="1" dirty="0" smtClean="0">
                                <a:latin typeface="Cambria Math"/>
                              </a:rPr>
                              <m:t>∈</m:t>
                            </m:r>
                            <m:r>
                              <a:rPr lang="en-US" sz="2200" i="1" dirty="0">
                                <a:latin typeface="Cambria Math"/>
                              </a:rPr>
                              <m:t>𝑃𝑜𝑠𝑡</m:t>
                            </m:r>
                            <m:d>
                              <m:d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latin typeface="Cambria Math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sz="2200" i="1" dirty="0" smtClean="0">
                                <a:latin typeface="Cambria Math"/>
                              </a:rPr>
                              <m:t>: </m:t>
                            </m:r>
                            <m:r>
                              <a:rPr lang="en-US" sz="2200" i="1" dirty="0" smtClean="0">
                                <a:latin typeface="Cambria Math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 smtClean="0"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n-US" sz="2200" i="1" dirty="0" smtClean="0">
                                    <a:latin typeface="Cambria Math"/>
                                  </a:rPr>
                                  <m:t>’</m:t>
                                </m:r>
                              </m:e>
                            </m:d>
                            <m:r>
                              <a:rPr lang="en-US" sz="220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sz="2200" i="1" dirty="0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sz="2200" b="0" i="1" dirty="0" smtClean="0">
                        <a:latin typeface="Cambria Math"/>
                      </a:rPr>
                      <m:t>≤</m:t>
                    </m:r>
                    <m:r>
                      <a:rPr lang="en-US" sz="2200" i="1" dirty="0" smtClean="0">
                        <a:latin typeface="Cambria Math"/>
                      </a:rPr>
                      <m:t>1</m:t>
                    </m:r>
                    <m:r>
                      <a:rPr lang="he-IL" sz="22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ולכל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𝐴</m:t>
                    </m:r>
                    <m:r>
                      <a:rPr lang="en-US" sz="2200" b="0" i="1" dirty="0" smtClean="0">
                        <a:latin typeface="Cambria Math"/>
                      </a:rPr>
                      <m:t>⊆</m:t>
                    </m:r>
                    <m:r>
                      <a:rPr lang="en-US" sz="22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21" y="2667000"/>
                <a:ext cx="835398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 rot="16200000">
            <a:off x="4626635" y="1628523"/>
            <a:ext cx="304800" cy="3395930"/>
          </a:xfrm>
          <a:prstGeom prst="leftBrace">
            <a:avLst>
              <a:gd name="adj1" fmla="val 74567"/>
              <a:gd name="adj2" fmla="val 5041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161401" y="3557451"/>
                <a:ext cx="332430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22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עוקבים</a:t>
                </a:r>
                <a:r>
                  <a:rPr lang="en-US" sz="22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2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he-IL" sz="22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בעלי תיוג זהה</a:t>
                </a:r>
                <a:endParaRPr lang="en-US" sz="220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401" y="3557451"/>
                <a:ext cx="3324308" cy="430887"/>
              </a:xfrm>
              <a:prstGeom prst="rect">
                <a:avLst/>
              </a:prstGeom>
              <a:blipFill>
                <a:blip r:embed="rId4"/>
                <a:stretch>
                  <a:fillRect l="-2018" t="-10000" r="-201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32</a:t>
            </a:fld>
            <a:endParaRPr lang="he-IL"/>
          </a:p>
        </p:txBody>
      </p:sp>
      <p:sp>
        <p:nvSpPr>
          <p:cNvPr id="4" name="Rectangle 3"/>
          <p:cNvSpPr/>
          <p:nvPr/>
        </p:nvSpPr>
        <p:spPr>
          <a:xfrm>
            <a:off x="1215950" y="4707265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2773020" y="4270375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944880" y="5732534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14"/>
          <p:cNvSpPr/>
          <p:nvPr/>
        </p:nvSpPr>
        <p:spPr>
          <a:xfrm>
            <a:off x="3501950" y="5295644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7" name="Straight Arrow Connector 16"/>
          <p:cNvCxnSpPr>
            <a:stCxn id="4" idx="3"/>
            <a:endCxn id="13" idx="1"/>
          </p:cNvCxnSpPr>
          <p:nvPr/>
        </p:nvCxnSpPr>
        <p:spPr>
          <a:xfrm flipV="1">
            <a:off x="1825550" y="4537075"/>
            <a:ext cx="947470" cy="43689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4" idx="3"/>
            <a:endCxn id="15" idx="1"/>
          </p:cNvCxnSpPr>
          <p:nvPr/>
        </p:nvCxnSpPr>
        <p:spPr>
          <a:xfrm>
            <a:off x="1825550" y="4973965"/>
            <a:ext cx="1676400" cy="58837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4" idx="3"/>
            <a:endCxn id="14" idx="0"/>
          </p:cNvCxnSpPr>
          <p:nvPr/>
        </p:nvCxnSpPr>
        <p:spPr>
          <a:xfrm>
            <a:off x="1825550" y="4973965"/>
            <a:ext cx="424130" cy="75856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077820" y="4791099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820" y="4791099"/>
                <a:ext cx="77886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634078" y="5829044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078" y="5829044"/>
                <a:ext cx="56220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72800" y="6254792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800" y="6254792"/>
                <a:ext cx="56220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5387010" y="4722788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Rectangle 25"/>
          <p:cNvSpPr/>
          <p:nvPr/>
        </p:nvSpPr>
        <p:spPr>
          <a:xfrm>
            <a:off x="6944080" y="4285898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Rectangle 26"/>
          <p:cNvSpPr/>
          <p:nvPr/>
        </p:nvSpPr>
        <p:spPr>
          <a:xfrm>
            <a:off x="6115940" y="5748057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Rectangle 27"/>
          <p:cNvSpPr/>
          <p:nvPr/>
        </p:nvSpPr>
        <p:spPr>
          <a:xfrm>
            <a:off x="7673010" y="5311167"/>
            <a:ext cx="6096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 flipV="1">
            <a:off x="5996610" y="4552598"/>
            <a:ext cx="947470" cy="43689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/>
          <p:cNvCxnSpPr>
            <a:stCxn id="25" idx="3"/>
            <a:endCxn id="28" idx="1"/>
          </p:cNvCxnSpPr>
          <p:nvPr/>
        </p:nvCxnSpPr>
        <p:spPr>
          <a:xfrm>
            <a:off x="5996610" y="4989488"/>
            <a:ext cx="1676400" cy="58837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/>
          <p:cNvCxnSpPr>
            <a:stCxn id="25" idx="3"/>
            <a:endCxn id="27" idx="0"/>
          </p:cNvCxnSpPr>
          <p:nvPr/>
        </p:nvCxnSpPr>
        <p:spPr>
          <a:xfrm>
            <a:off x="5996610" y="4989488"/>
            <a:ext cx="424130" cy="75856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248880" y="4806622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880" y="4806622"/>
                <a:ext cx="42832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7805138" y="5844567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138" y="5844567"/>
                <a:ext cx="778868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343860" y="6270315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860" y="6270315"/>
                <a:ext cx="428322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appy Sad Worried Mad: 2020 Self Regulation Weekly/monthly Planner January  to December: Creations, Miles Apart: 9781088704745: Amazon.com: Books"/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04061D"/>
              </a:clrFrom>
              <a:clrTo>
                <a:srgbClr val="04061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92" b="61030"/>
          <a:stretch/>
        </p:blipFill>
        <p:spPr bwMode="auto">
          <a:xfrm>
            <a:off x="1328862" y="4742098"/>
            <a:ext cx="383776" cy="414341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appy Sad Worried Mad: 2020 Self Regulation Weekly/monthly Planner January  to December: Creations, Miles Apart: 9781088704745: Amazon.com: Books"/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04061D"/>
              </a:clrFrom>
              <a:clrTo>
                <a:srgbClr val="04061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9" t="51676" r="2213" b="16195"/>
          <a:stretch/>
        </p:blipFill>
        <p:spPr bwMode="auto">
          <a:xfrm>
            <a:off x="5506340" y="4831291"/>
            <a:ext cx="369776" cy="32914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1905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מעברים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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אוטומטים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3441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בניגוד לאוטומטים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במערכות מעברים: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מצוירים כמלבנים, לא עיגולים</a:t>
            </a: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אין מצבים מקבלים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המצבים מתויגים</a:t>
            </a:r>
          </a:p>
          <a:p>
            <a:pPr lvl="1"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תפקיד שונה לאי-דטרמיניזם</a:t>
            </a:r>
          </a:p>
          <a:p>
            <a:pPr lvl="1">
              <a:spcBef>
                <a:spcPts val="2400"/>
              </a:spcBef>
            </a:pPr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נועדו לתיאור מערכות, לא להגדרת שפות רגולריות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33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3C08EF3-8D29-4A26-96A7-B2DBD982D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5" y="3585799"/>
            <a:ext cx="3743243" cy="1891532"/>
          </a:xfrm>
          <a:prstGeom prst="rect">
            <a:avLst/>
          </a:prstGeom>
        </p:spPr>
      </p:pic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8456B35A-F620-4E33-B6D7-DD341FBB9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7" y="946031"/>
            <a:ext cx="2390775" cy="174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4DF812-A3F6-4FEC-85FF-433813E6EC2B}"/>
              </a:ext>
            </a:extLst>
          </p:cNvPr>
          <p:cNvSpPr txBox="1"/>
          <p:nvPr/>
        </p:nvSpPr>
        <p:spPr>
          <a:xfrm rot="20799857">
            <a:off x="3606770" y="3717285"/>
            <a:ext cx="1796947" cy="733663"/>
          </a:xfrm>
          <a:prstGeom prst="leftArrow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he-IL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 מעברים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2ADC0-D957-4DF8-86CF-CBD9D12468AC}"/>
              </a:ext>
            </a:extLst>
          </p:cNvPr>
          <p:cNvSpPr txBox="1"/>
          <p:nvPr/>
        </p:nvSpPr>
        <p:spPr>
          <a:xfrm rot="21258069">
            <a:off x="2839847" y="1166382"/>
            <a:ext cx="1392118" cy="733663"/>
          </a:xfrm>
          <a:prstGeom prst="leftArrow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he-IL">
                <a:highlight>
                  <a:srgbClr val="FFFF00"/>
                </a:highlight>
                <a:latin typeface="Gisha" panose="020B0502040204020203" pitchFamily="34" charset="-79"/>
                <a:cs typeface="Gisha" panose="020B0502040204020203" pitchFamily="34" charset="-79"/>
              </a:rPr>
              <a:t>אוטומט</a:t>
            </a:r>
            <a:endParaRPr lang="en-US">
              <a:highlight>
                <a:srgbClr val="FFFF00"/>
              </a:highligh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05127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34</a:t>
            </a:fld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1295400" y="2235200"/>
            <a:ext cx="7315200" cy="1077218"/>
          </a:xfrm>
          <a:prstGeom prst="rect">
            <a:avLst/>
          </a:prstGeom>
          <a:solidFill>
            <a:srgbClr val="3366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כמו שמגדירים את המשמעות של אוטומט ע"י קבוצת המילים שהוא מקבל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400" y="762000"/>
            <a:ext cx="7315200" cy="107721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המשמעות</a:t>
            </a:r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של מערכת מעברים תוגדר באמצעות תיאור קבוצת הריצות שלה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5400" y="3708400"/>
            <a:ext cx="7315200" cy="1077218"/>
          </a:xfrm>
          <a:prstGeom prst="rect">
            <a:avLst/>
          </a:prstGeom>
          <a:solidFill>
            <a:srgbClr val="3366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נרצה לבדוק אם כל (</a:t>
            </a:r>
            <a:r>
              <a:rPr lang="he-IL" sz="2400">
                <a:solidFill>
                  <a:srgbClr val="92D05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סדרות התיוגים של</a:t>
            </a:r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 הריצות של המערכת "חוקיות"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95400" y="5181600"/>
            <a:ext cx="7315200" cy="107721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שתי מערכות מעברים יקראו </a:t>
            </a:r>
            <a:r>
              <a:rPr lang="he-IL" sz="3200">
                <a:solidFill>
                  <a:srgbClr val="FFFF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שְׁקוּלוֹת</a:t>
            </a:r>
            <a:r>
              <a:rPr lang="he-IL" sz="320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אם קבוצת הסדרות הנ"ל שוות</a:t>
            </a:r>
            <a:endParaRPr lang="he-IL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2573064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סמנטיקה: מקטעי ריצות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4582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מקטע ריצה סופי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של מערכת מעברים הוא רצף מתחלף של מצבים ופעולות המסתיים במצב: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>
              <a:buNone/>
            </a:pPr>
            <a:endParaRPr lang="he-IL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>
              <a:buNone/>
            </a:pP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מקטע ריצה אינסופי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של מערכת מעברים הוא רצף מתחלף אינסופי של מצבים ופעולות: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endParaRPr lang="en-US" sz="2400" b="1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0" indent="0">
              <a:buNone/>
            </a:pP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26222" y="2638380"/>
                <a:ext cx="6891502" cy="4806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⋯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such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that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all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he-IL" sz="2000" i="1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22" y="2638380"/>
                <a:ext cx="6891502" cy="480644"/>
              </a:xfrm>
              <a:prstGeom prst="rect">
                <a:avLst/>
              </a:prstGeom>
              <a:blipFill>
                <a:blip r:embed="rId2"/>
                <a:stretch>
                  <a:fillRect r="-973" b="-2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126222" y="4648200"/>
                <a:ext cx="5872249" cy="4806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⋯  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such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that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dirty="0" smtClean="0">
                                  <a:solidFill>
                                    <a:srgbClr val="2E41FA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all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he-IL" sz="2000" i="1">
                  <a:solidFill>
                    <a:srgbClr val="2E41FA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22" y="4648200"/>
                <a:ext cx="5872249" cy="480644"/>
              </a:xfrm>
              <a:prstGeom prst="rect">
                <a:avLst/>
              </a:prstGeom>
              <a:blipFill>
                <a:blip r:embed="rId3"/>
                <a:stretch>
                  <a:fillRect r="-1246" b="-2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800" y="5791200"/>
                <a:ext cx="8609280" cy="558230"/>
              </a:xfrm>
              <a:prstGeom prst="rect">
                <a:avLst/>
              </a:prstGeom>
              <a:solidFill>
                <a:srgbClr val="336600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rtlCol="1">
                <a:spAutoFit/>
              </a:bodyPr>
              <a:lstStyle/>
              <a:p>
                <a:pPr algn="r"/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כדי להקל בקריאה נשתמש גם בסימון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groupCh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791200"/>
                <a:ext cx="8609280" cy="558230"/>
              </a:xfrm>
              <a:prstGeom prst="rect">
                <a:avLst/>
              </a:prstGeom>
              <a:blipFill>
                <a:blip r:embed="rId4"/>
                <a:stretch>
                  <a:fillRect l="-1133" r="-1062" b="-228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106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2514600"/>
            <a:ext cx="6629400" cy="14478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סמנטיקה: ריצות ומקטעי ריצות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075853"/>
                <a:ext cx="9067800" cy="4525963"/>
              </a:xfrm>
            </p:spPr>
            <p:txBody>
              <a:bodyPr>
                <a:noAutofit/>
              </a:bodyPr>
              <a:lstStyle/>
              <a:p>
                <a:pPr marL="0" lvl="1" indent="0"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מקטע 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groupCh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התחלתי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lvl="1" indent="0">
                  <a:spcBef>
                    <a:spcPts val="3000"/>
                  </a:spcBef>
                  <a:spcAft>
                    <a:spcPts val="1800"/>
                  </a:spcAft>
                  <a:buNone/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מקטע ריצה מקסימאלי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הוא:</a:t>
                </a:r>
              </a:p>
              <a:p>
                <a:pPr marL="0" lvl="1" indent="0" algn="ctr"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	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מקטע ריצה סופי המסתיים במצב סופני (ללא עוקבים)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או</a:t>
                </a:r>
              </a:p>
              <a:p>
                <a:pPr marL="0" lvl="1" indent="0"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מקטע ריצה אינסופי</a:t>
                </a:r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he-IL" sz="2800">
                    <a:solidFill>
                      <a:srgbClr val="061BE4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מערכת מעברים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היא מקטע ריצה התחלתי ומקסימאלי</a:t>
                </a:r>
              </a:p>
              <a:p>
                <a:pPr lvl="1">
                  <a:buNone/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075853"/>
                <a:ext cx="9067800" cy="4525963"/>
              </a:xfrm>
              <a:blipFill>
                <a:blip r:embed="rId2"/>
                <a:stretch>
                  <a:fillRect l="-1613" t="-1480" r="-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36</a:t>
            </a:fld>
            <a:endParaRPr lang="he-IL"/>
          </a:p>
        </p:txBody>
      </p:sp>
      <p:grpSp>
        <p:nvGrpSpPr>
          <p:cNvPr id="70" name="Group 69"/>
          <p:cNvGrpSpPr/>
          <p:nvPr/>
        </p:nvGrpSpPr>
        <p:grpSpPr>
          <a:xfrm>
            <a:off x="381000" y="5065412"/>
            <a:ext cx="3505200" cy="1458014"/>
            <a:chOff x="2667000" y="4989212"/>
            <a:chExt cx="3505200" cy="145801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angle 39"/>
                <p:cNvSpPr/>
                <p:nvPr/>
              </p:nvSpPr>
              <p:spPr>
                <a:xfrm>
                  <a:off x="2963008" y="5562600"/>
                  <a:ext cx="457200" cy="381000"/>
                </a:xfrm>
                <a:prstGeom prst="rect">
                  <a:avLst/>
                </a:prstGeom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0" tIns="0" rIns="0" bIns="0" rtlCol="1" anchor="ctr"/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3008" y="5562600"/>
                  <a:ext cx="4572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Rectangle 40"/>
                <p:cNvSpPr/>
                <p:nvPr/>
              </p:nvSpPr>
              <p:spPr>
                <a:xfrm>
                  <a:off x="4339004" y="5562600"/>
                  <a:ext cx="457200" cy="381000"/>
                </a:xfrm>
                <a:prstGeom prst="rect">
                  <a:avLst/>
                </a:prstGeom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lIns="0" tIns="0" rIns="0" bIns="0" rtlCol="1" anchor="ctr"/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i="1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9004" y="5562600"/>
                  <a:ext cx="457200" cy="381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Rectangle 41"/>
                <p:cNvSpPr/>
                <p:nvPr/>
              </p:nvSpPr>
              <p:spPr>
                <a:xfrm>
                  <a:off x="5715000" y="5562600"/>
                  <a:ext cx="457200" cy="381000"/>
                </a:xfrm>
                <a:prstGeom prst="rect">
                  <a:avLst/>
                </a:prstGeom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0" tIns="0" rIns="0" bIns="0" rtlCol="1" anchor="ctr"/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5562600"/>
                  <a:ext cx="457200" cy="381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Elbow Connector 42"/>
            <p:cNvCxnSpPr>
              <a:stCxn id="40" idx="3"/>
              <a:endCxn id="41" idx="1"/>
            </p:cNvCxnSpPr>
            <p:nvPr/>
          </p:nvCxnSpPr>
          <p:spPr>
            <a:xfrm>
              <a:off x="3420208" y="5753100"/>
              <a:ext cx="918796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stCxn id="41" idx="3"/>
              <a:endCxn id="41" idx="2"/>
            </p:cNvCxnSpPr>
            <p:nvPr/>
          </p:nvCxnSpPr>
          <p:spPr>
            <a:xfrm flipH="1">
              <a:off x="4567604" y="5753100"/>
              <a:ext cx="228600" cy="190500"/>
            </a:xfrm>
            <a:prstGeom prst="bentConnector4">
              <a:avLst>
                <a:gd name="adj1" fmla="val -100000"/>
                <a:gd name="adj2" fmla="val 220000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41" idx="0"/>
              <a:endCxn id="42" idx="0"/>
            </p:cNvCxnSpPr>
            <p:nvPr/>
          </p:nvCxnSpPr>
          <p:spPr>
            <a:xfrm rot="5400000" flipH="1" flipV="1">
              <a:off x="5255602" y="4874602"/>
              <a:ext cx="12700" cy="1375996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>
              <a:stCxn id="40" idx="2"/>
              <a:endCxn id="42" idx="2"/>
            </p:cNvCxnSpPr>
            <p:nvPr/>
          </p:nvCxnSpPr>
          <p:spPr>
            <a:xfrm rot="16200000" flipH="1">
              <a:off x="4567604" y="4567604"/>
              <a:ext cx="12700" cy="2751992"/>
            </a:xfrm>
            <a:prstGeom prst="bentConnector3">
              <a:avLst>
                <a:gd name="adj1" fmla="val 3582189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endCxn id="40" idx="0"/>
            </p:cNvCxnSpPr>
            <p:nvPr/>
          </p:nvCxnSpPr>
          <p:spPr>
            <a:xfrm flipH="1">
              <a:off x="3191608" y="5410200"/>
              <a:ext cx="8792" cy="1524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3657600" y="5446412"/>
                  <a:ext cx="393633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5446412"/>
                  <a:ext cx="39363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5105400" y="4989212"/>
                  <a:ext cx="395236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4989212"/>
                  <a:ext cx="39523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9836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4961792" y="5603632"/>
                  <a:ext cx="395236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1792" y="5603632"/>
                  <a:ext cx="39523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667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3505200" y="6077894"/>
                  <a:ext cx="393633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6077894"/>
                  <a:ext cx="39363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5334000" y="5867400"/>
                  <a:ext cx="559384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5867400"/>
                  <a:ext cx="5593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038600" y="5867400"/>
                  <a:ext cx="428322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5867400"/>
                  <a:ext cx="42832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2667000" y="5867400"/>
                  <a:ext cx="428322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00" y="5867400"/>
                  <a:ext cx="42832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19600" y="5181600"/>
                <a:ext cx="2124556" cy="68794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3366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400" i="1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sz="2400" i="1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groupCh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he-IL" sz="2400">
                  <a:solidFill>
                    <a:srgbClr val="3366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181600"/>
                <a:ext cx="2124556" cy="6879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4419600" y="5943600"/>
                <a:ext cx="2455031" cy="60670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2400">
                  <a:solidFill>
                    <a:srgbClr val="33660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943600"/>
                <a:ext cx="2455031" cy="6067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7174821" y="5181600"/>
                <a:ext cx="1816779" cy="60670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>
                  <a:solidFill>
                    <a:srgbClr val="336600"/>
                  </a:solidFill>
                </a:endParaRPr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821" y="5181600"/>
                <a:ext cx="1816779" cy="6067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7174821" y="5992075"/>
                <a:ext cx="1178528" cy="55823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400">
                  <a:solidFill>
                    <a:srgbClr val="336600"/>
                  </a:solidFill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821" y="5992075"/>
                <a:ext cx="1178528" cy="5582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821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 ריצה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49317" y="3657600"/>
                <a:ext cx="5926559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מקטעי הריצה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התחלתיים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אינו התחלתי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אינו מקסימאלי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שאינו מסתיים במצב סופי.</a:t>
                </a:r>
              </a:p>
              <a:p>
                <a:pPr>
                  <a:spcBef>
                    <a:spcPts val="600"/>
                  </a:spcBef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בהנחה ש-</a:t>
                </a:r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אינסופיים, הם </a:t>
                </a:r>
                <a:r>
                  <a:rPr lang="he-IL" sz="20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מקסימאליים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317" y="3657600"/>
                <a:ext cx="5926559" cy="1169551"/>
              </a:xfrm>
              <a:prstGeom prst="rect">
                <a:avLst/>
              </a:prstGeom>
              <a:blipFill>
                <a:blip r:embed="rId2"/>
                <a:stretch>
                  <a:fillRect l="-1337" t="-2604" r="-1132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85800" y="1447800"/>
                <a:ext cx="7425751" cy="18532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𝑝𝑎𝑦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b="0" i="1" smtClean="0">
                            <a:latin typeface="Cambria Math"/>
                          </a:rPr>
                          <m:t>𝑜𝑖𝑛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𝑠𝑝𝑟𝑖𝑡𝑒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/>
                          </a:rPr>
                          <m:t>_</m:t>
                        </m:r>
                        <m:r>
                          <a:rPr lang="en-US" b="0" i="1" smtClean="0">
                            <a:latin typeface="Cambria Math"/>
                          </a:rPr>
                          <m:t>𝑠𝑝𝑟𝑖𝑡𝑒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𝑝𝑎𝑦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𝑜𝑖𝑛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𝑠𝑝𝑟𝑖𝑡𝑒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i="1"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latin typeface="Cambria Math"/>
                          </a:rPr>
                          <m:t>𝑠𝑝𝑟𝑖𝑡𝑒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…</m:t>
                    </m:r>
                  </m:oMath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𝑠𝑝𝑟𝑖𝑡𝑒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i="1"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latin typeface="Cambria Math"/>
                          </a:rPr>
                          <m:t>𝑠𝑝𝑟𝑖𝑡𝑒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𝑝𝑎𝑦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𝑜𝑖𝑛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𝑐𝑜𝑘𝑒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i="1">
                            <a:latin typeface="Cambria Math"/>
                          </a:rPr>
                          <m:t>_</m:t>
                        </m:r>
                        <m:r>
                          <a:rPr lang="en-US" b="0" i="1" smtClean="0">
                            <a:latin typeface="Cambria Math"/>
                          </a:rPr>
                          <m:t>𝑐𝑜𝑘𝑒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…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Aft>
                    <a:spcPts val="2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𝑝𝑎𝑦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𝑜𝑖𝑛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𝑠𝑝𝑟𝑖𝑡𝑒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i="1"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latin typeface="Cambria Math"/>
                          </a:rPr>
                          <m:t>𝑠𝑝𝑟𝑖𝑡𝑒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𝑝𝑎𝑦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𝑜𝑖𝑛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𝑠𝑒𝑙𝑒𝑐𝑡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𝑠𝑝𝑟𝑖𝑡𝑒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447800"/>
                <a:ext cx="7425751" cy="1853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53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נְגִישִׁים 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Reachable States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88025" y="2027237"/>
                <a:ext cx="8627375" cy="3763963"/>
              </a:xfrm>
            </p:spPr>
            <p:txBody>
              <a:bodyPr>
                <a:norm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מצב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𝑠</m:t>
                    </m:r>
                    <m:r>
                      <a:rPr lang="en-US" sz="2400" b="0" i="1" dirty="0" smtClean="0">
                        <a:latin typeface="Cambria Math"/>
                      </a:rPr>
                      <m:t>∈</m:t>
                    </m:r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נקרא </a:t>
                </a:r>
                <a:r>
                  <a:rPr lang="he-IL" sz="2400">
                    <a:solidFill>
                      <a:srgbClr val="2E41FA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נָגִישׁ</a:t>
                </a:r>
                <a:r>
                  <a:rPr lang="he-IL" sz="2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קיים מקטע ריצה התחלתי המסתיים ב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 sz="2400">
                  <a:solidFill>
                    <a:srgbClr val="007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solidFill>
                    <a:srgbClr val="007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𝑅𝑒𝑎𝑐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h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solidFill>
                          <a:srgbClr val="2E41FA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sz="2400">
                    <a:solidFill>
                      <a:srgbClr val="007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היא קבוצת כל המצבים הנגישים במערכת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88025" y="2027237"/>
                <a:ext cx="8627375" cy="3763963"/>
              </a:xfrm>
              <a:blipFill>
                <a:blip r:embed="rId2"/>
                <a:stretch>
                  <a:fillRect l="-212" t="-1459" r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38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744825" y="3147926"/>
                <a:ext cx="6099042" cy="5582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</m:e>
                    </m:groupCh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</m:e>
                    </m:groupCh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3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</m:e>
                    </m:groupCh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4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</m:e>
                    </m:groupChr>
                    <m:r>
                      <a:rPr lang="en-US" sz="2400" b="0" i="1" smtClean="0">
                        <a:latin typeface="Cambria Math"/>
                      </a:rPr>
                      <m:t>  ⋯ 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𝑠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825" y="3147926"/>
                <a:ext cx="6099042" cy="558230"/>
              </a:xfrm>
              <a:prstGeom prst="rect">
                <a:avLst/>
              </a:prstGeom>
              <a:blipFill>
                <a:blip r:embed="rId3"/>
                <a:stretch>
                  <a:fillRect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7619" y="5375701"/>
            <a:ext cx="8375381" cy="830997"/>
          </a:xfrm>
          <a:prstGeom prst="rect">
            <a:avLst/>
          </a:prstGeom>
          <a:solidFill>
            <a:srgbClr val="336600"/>
          </a:solidFill>
        </p:spPr>
        <p:txBody>
          <a:bodyPr wrap="square" rtlCol="1">
            <a:spAutoFit/>
          </a:bodyPr>
          <a:lstStyle/>
          <a:p>
            <a:r>
              <a:rPr lang="he-IL" sz="2400">
                <a:solidFill>
                  <a:srgbClr val="FFFF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סוג מרכזי של תכונות</a:t>
            </a:r>
            <a:r>
              <a:rPr lang="he-IL" sz="24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: </a:t>
            </a:r>
          </a:p>
          <a:p>
            <a:pPr algn="ctr"/>
            <a:r>
              <a:rPr lang="he-IL" sz="24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קיום מצב נָגִישׁ שֶׁתִּיּוּגוֹ מכיל צירוף מסוים של פסוקים אטומיים?</a:t>
            </a:r>
          </a:p>
        </p:txBody>
      </p:sp>
    </p:spTree>
    <p:extLst>
      <p:ext uri="{BB962C8B-B14F-4D97-AF65-F5344CB8AC3E}">
        <p14:creationId xmlns:p14="http://schemas.microsoft.com/office/powerpoint/2010/main" val="867353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GERAW@YFUXXLKFUVWYY57I" val="3555"/>
  <p:tag name="FIRSTADMINISTRATOR@3HZWZZR6INUPNVTI" val="3557"/>
  <p:tag name="FIRSTGERAW@BMGANINFUVWYY57I" val="3935"/>
  <p:tag name="DEFAULTDISPLAYSOURCE" val="\documentclass{article}\pagestyle{empty}&#10;\begin{document}&#10;&#10;\end{document}&#10;"/>
  <p:tag name="EMBEDFONTS" val="1"/>
  <p:tag name="ISPRING_RESOURCE_PATHS_HASH_PRESENTER" val="aeb53fcbbb3e48471b7cd661f963bc8fc4c89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BGU</Template>
  <TotalTime>0</TotalTime>
  <Words>2290</Words>
  <Application>Microsoft Office PowerPoint</Application>
  <PresentationFormat>On-screen Show (4:3)</PresentationFormat>
  <Paragraphs>429</Paragraphs>
  <Slides>38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 Rounded MT Bold</vt:lpstr>
      <vt:lpstr>Cambria Math</vt:lpstr>
      <vt:lpstr>Consolas</vt:lpstr>
      <vt:lpstr>Franklin Gothic Book</vt:lpstr>
      <vt:lpstr>Gisha</vt:lpstr>
      <vt:lpstr>Guttman Yad-Brush</vt:lpstr>
      <vt:lpstr>Perpetua</vt:lpstr>
      <vt:lpstr>Wingdings 2</vt:lpstr>
      <vt:lpstr>Equity</vt:lpstr>
      <vt:lpstr>מערכות מעברים (Transition Systems)</vt:lpstr>
      <vt:lpstr>נושאי הקורס</vt:lpstr>
      <vt:lpstr>תזכורת: בדיקות מודל (Model Checking)</vt:lpstr>
      <vt:lpstr>בקורס הזה נתאר מערכות תגובתיות באמצעות מודל מתמטי הנקרא "מערכות מעברים"</vt:lpstr>
      <vt:lpstr>מערכת מעברים – Transition System</vt:lpstr>
      <vt:lpstr>דוגמה: מערכת מעברים אינסופית</vt:lpstr>
      <vt:lpstr>ייצוג גראפי</vt:lpstr>
      <vt:lpstr>דוגמא: מכונה אוטומטית למכירת משקאות</vt:lpstr>
      <vt:lpstr>דוגמא: מכונה אוטומטית למכירת משקאות</vt:lpstr>
      <vt:lpstr>PowerPoint Presentation</vt:lpstr>
      <vt:lpstr>בדיקת קשב</vt:lpstr>
      <vt:lpstr>בדיקת קשב  (אותן תכונות, מערכת אחרת)</vt:lpstr>
      <vt:lpstr>דוגמה: מערכת מעברים המתארת ריצות מקביליות</vt:lpstr>
      <vt:lpstr>דוגמה: מערכת מעברים המתארת ריצות מקביליות</vt:lpstr>
      <vt:lpstr>דוגמה: פסוקים אטומיים</vt:lpstr>
      <vt:lpstr>דוגמא: מכונה אוטומטית למכירת משקאות</vt:lpstr>
      <vt:lpstr>מצבים עוקבים ומצבים קודמים</vt:lpstr>
      <vt:lpstr>מצבים עוקבים ומצבים קודמים</vt:lpstr>
      <vt:lpstr>מצבים עוקבים ומצבים קודמים</vt:lpstr>
      <vt:lpstr>בדיקת קשב</vt:lpstr>
      <vt:lpstr>סיכום: מצבים עוקבים ומצבים קודמים</vt:lpstr>
      <vt:lpstr>דוגמה מתרגיל הבית</vt:lpstr>
      <vt:lpstr>דוגמא מתרגיל הבית</vt:lpstr>
      <vt:lpstr>מציאת הפיתרון באמצעות ts.post</vt:lpstr>
      <vt:lpstr>דוגמה נוספת</vt:lpstr>
      <vt:lpstr>דוגמה נוספת</vt:lpstr>
      <vt:lpstr>מצבים סופיים (סוֹפָנִיִּים?)</vt:lpstr>
      <vt:lpstr>PowerPoint Presentation</vt:lpstr>
      <vt:lpstr>PowerPoint Presentation</vt:lpstr>
      <vt:lpstr>תפקידי אי-הדטרמיניזם</vt:lpstr>
      <vt:lpstr>דטרמיניזם ע"פ פעולה וע"פ תיוג</vt:lpstr>
      <vt:lpstr>דטרמיניזם ע"פ פעולה וע"פ תיוג</vt:lpstr>
      <vt:lpstr>מערכות מעברים  אוטומטים</vt:lpstr>
      <vt:lpstr>PowerPoint Presentation</vt:lpstr>
      <vt:lpstr>סמנטיקה: מקטעי ריצות</vt:lpstr>
      <vt:lpstr>סמנטיקה: ריצות ומקטעי ריצות</vt:lpstr>
      <vt:lpstr>דוגמאות ריצה</vt:lpstr>
      <vt:lpstr>מצבים נְגִישִׁים (Reachable States)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שמי Gera Weiss  ואני דוברת English</dc:title>
  <dc:creator>John Doil</dc:creator>
  <cp:lastModifiedBy>Gera Weiss</cp:lastModifiedBy>
  <cp:revision>1</cp:revision>
  <dcterms:created xsi:type="dcterms:W3CDTF">2009-09-20T15:24:37Z</dcterms:created>
  <dcterms:modified xsi:type="dcterms:W3CDTF">2025-03-26T08:15:08Z</dcterms:modified>
</cp:coreProperties>
</file>