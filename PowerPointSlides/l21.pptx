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3.xml" ContentType="application/vnd.openxmlformats-officedocument.presentationml.tags+xml"/>
  <Override PartName="/ppt/diagrams/data6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ata4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08" r:id="rId1"/>
  </p:sldMasterIdLst>
  <p:notesMasterIdLst>
    <p:notesMasterId r:id="rId37"/>
  </p:notesMasterIdLst>
  <p:handoutMasterIdLst>
    <p:handoutMasterId r:id="rId38"/>
  </p:handoutMasterIdLst>
  <p:sldIdLst>
    <p:sldId id="256" r:id="rId2"/>
    <p:sldId id="327" r:id="rId3"/>
    <p:sldId id="294" r:id="rId4"/>
    <p:sldId id="297" r:id="rId5"/>
    <p:sldId id="342" r:id="rId6"/>
    <p:sldId id="296" r:id="rId7"/>
    <p:sldId id="335" r:id="rId8"/>
    <p:sldId id="344" r:id="rId9"/>
    <p:sldId id="348" r:id="rId10"/>
    <p:sldId id="300" r:id="rId11"/>
    <p:sldId id="346" r:id="rId12"/>
    <p:sldId id="332" r:id="rId13"/>
    <p:sldId id="306" r:id="rId14"/>
    <p:sldId id="334" r:id="rId15"/>
    <p:sldId id="303" r:id="rId16"/>
    <p:sldId id="304" r:id="rId17"/>
    <p:sldId id="305" r:id="rId18"/>
    <p:sldId id="336" r:id="rId19"/>
    <p:sldId id="308" r:id="rId20"/>
    <p:sldId id="328" r:id="rId21"/>
    <p:sldId id="309" r:id="rId22"/>
    <p:sldId id="313" r:id="rId23"/>
    <p:sldId id="307" r:id="rId24"/>
    <p:sldId id="314" r:id="rId25"/>
    <p:sldId id="315" r:id="rId26"/>
    <p:sldId id="316" r:id="rId27"/>
    <p:sldId id="317" r:id="rId28"/>
    <p:sldId id="318" r:id="rId29"/>
    <p:sldId id="319" r:id="rId30"/>
    <p:sldId id="320" r:id="rId31"/>
    <p:sldId id="322" r:id="rId32"/>
    <p:sldId id="323" r:id="rId33"/>
    <p:sldId id="329" r:id="rId34"/>
    <p:sldId id="324" r:id="rId35"/>
    <p:sldId id="326" r:id="rId36"/>
  </p:sldIdLst>
  <p:sldSz cx="9144000" cy="6858000" type="screen4x3"/>
  <p:notesSz cx="6797675" cy="9874250"/>
  <p:custDataLst>
    <p:tags r:id="rId39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B81C"/>
    <a:srgbClr val="54874D"/>
    <a:srgbClr val="339966"/>
    <a:srgbClr val="F6F1DF"/>
    <a:srgbClr val="0000FF"/>
    <a:srgbClr val="000099"/>
    <a:srgbClr val="FFFF00"/>
    <a:srgbClr val="FFFF99"/>
    <a:srgbClr val="C9A6E4"/>
    <a:srgbClr val="FF6D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699DCC-AA87-4408-A94B-0E6DF93B5605}" v="126" dt="2025-06-09T08:44:33.6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106" d="100"/>
          <a:sy n="106" d="100"/>
        </p:scale>
        <p:origin x="176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10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gs" Target="tags/tag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 Weiss" userId="f0aa0173-552d-4808-9782-d425e6aaf8d9" providerId="ADAL" clId="{10699DCC-AA87-4408-A94B-0E6DF93B5605}"/>
    <pc:docChg chg="undo custSel addSld delSld modSld sldOrd">
      <pc:chgData name="Gera Weiss" userId="f0aa0173-552d-4808-9782-d425e6aaf8d9" providerId="ADAL" clId="{10699DCC-AA87-4408-A94B-0E6DF93B5605}" dt="2025-06-09T08:44:33.687" v="683" actId="20577"/>
      <pc:docMkLst>
        <pc:docMk/>
      </pc:docMkLst>
      <pc:sldChg chg="addSp modSp">
        <pc:chgData name="Gera Weiss" userId="f0aa0173-552d-4808-9782-d425e6aaf8d9" providerId="ADAL" clId="{10699DCC-AA87-4408-A94B-0E6DF93B5605}" dt="2025-05-26T08:35:53.281" v="0"/>
        <pc:sldMkLst>
          <pc:docMk/>
          <pc:sldMk cId="0" sldId="256"/>
        </pc:sldMkLst>
        <pc:spChg chg="add mod">
          <ac:chgData name="Gera Weiss" userId="f0aa0173-552d-4808-9782-d425e6aaf8d9" providerId="ADAL" clId="{10699DCC-AA87-4408-A94B-0E6DF93B5605}" dt="2025-05-26T08:35:53.281" v="0"/>
          <ac:spMkLst>
            <pc:docMk/>
            <pc:sldMk cId="0" sldId="256"/>
            <ac:spMk id="5" creationId="{9763FCD9-8CC9-D91E-9223-FB7EDC31B4C3}"/>
          </ac:spMkLst>
        </pc:spChg>
        <pc:picChg chg="add mod">
          <ac:chgData name="Gera Weiss" userId="f0aa0173-552d-4808-9782-d425e6aaf8d9" providerId="ADAL" clId="{10699DCC-AA87-4408-A94B-0E6DF93B5605}" dt="2025-05-26T08:35:53.281" v="0"/>
          <ac:picMkLst>
            <pc:docMk/>
            <pc:sldMk cId="0" sldId="256"/>
            <ac:picMk id="6" creationId="{7C7C89F2-99DF-67C8-E049-441038AAB9C3}"/>
          </ac:picMkLst>
        </pc:picChg>
      </pc:sldChg>
      <pc:sldChg chg="modSp">
        <pc:chgData name="Gera Weiss" userId="f0aa0173-552d-4808-9782-d425e6aaf8d9" providerId="ADAL" clId="{10699DCC-AA87-4408-A94B-0E6DF93B5605}" dt="2025-06-04T08:44:40.683" v="6" actId="20577"/>
        <pc:sldMkLst>
          <pc:docMk/>
          <pc:sldMk cId="0" sldId="294"/>
        </pc:sldMkLst>
        <pc:spChg chg="mod">
          <ac:chgData name="Gera Weiss" userId="f0aa0173-552d-4808-9782-d425e6aaf8d9" providerId="ADAL" clId="{10699DCC-AA87-4408-A94B-0E6DF93B5605}" dt="2025-06-04T08:44:40.683" v="6" actId="20577"/>
          <ac:spMkLst>
            <pc:docMk/>
            <pc:sldMk cId="0" sldId="294"/>
            <ac:spMk id="5" creationId="{00000000-0000-0000-0000-000000000000}"/>
          </ac:spMkLst>
        </pc:spChg>
      </pc:sldChg>
      <pc:sldChg chg="del">
        <pc:chgData name="Gera Weiss" userId="f0aa0173-552d-4808-9782-d425e6aaf8d9" providerId="ADAL" clId="{10699DCC-AA87-4408-A94B-0E6DF93B5605}" dt="2025-06-04T08:58:21.543" v="73" actId="47"/>
        <pc:sldMkLst>
          <pc:docMk/>
          <pc:sldMk cId="0" sldId="298"/>
        </pc:sldMkLst>
      </pc:sldChg>
      <pc:sldChg chg="modSp">
        <pc:chgData name="Gera Weiss" userId="f0aa0173-552d-4808-9782-d425e6aaf8d9" providerId="ADAL" clId="{10699DCC-AA87-4408-A94B-0E6DF93B5605}" dt="2025-06-04T08:52:17.040" v="28" actId="20577"/>
        <pc:sldMkLst>
          <pc:docMk/>
          <pc:sldMk cId="0" sldId="300"/>
        </pc:sldMkLst>
        <pc:spChg chg="mod">
          <ac:chgData name="Gera Weiss" userId="f0aa0173-552d-4808-9782-d425e6aaf8d9" providerId="ADAL" clId="{10699DCC-AA87-4408-A94B-0E6DF93B5605}" dt="2025-06-04T08:52:17.040" v="28" actId="20577"/>
          <ac:spMkLst>
            <pc:docMk/>
            <pc:sldMk cId="0" sldId="300"/>
            <ac:spMk id="11" creationId="{00000000-0000-0000-0000-000000000000}"/>
          </ac:spMkLst>
        </pc:spChg>
      </pc:sldChg>
      <pc:sldChg chg="ord">
        <pc:chgData name="Gera Weiss" userId="f0aa0173-552d-4808-9782-d425e6aaf8d9" providerId="ADAL" clId="{10699DCC-AA87-4408-A94B-0E6DF93B5605}" dt="2025-06-09T08:40:46.127" v="666"/>
        <pc:sldMkLst>
          <pc:docMk/>
          <pc:sldMk cId="0" sldId="306"/>
        </pc:sldMkLst>
      </pc:sldChg>
      <pc:sldChg chg="modSp">
        <pc:chgData name="Gera Weiss" userId="f0aa0173-552d-4808-9782-d425e6aaf8d9" providerId="ADAL" clId="{10699DCC-AA87-4408-A94B-0E6DF93B5605}" dt="2025-06-09T08:44:33.687" v="683" actId="20577"/>
        <pc:sldMkLst>
          <pc:docMk/>
          <pc:sldMk cId="0" sldId="308"/>
        </pc:sldMkLst>
        <pc:spChg chg="mod">
          <ac:chgData name="Gera Weiss" userId="f0aa0173-552d-4808-9782-d425e6aaf8d9" providerId="ADAL" clId="{10699DCC-AA87-4408-A94B-0E6DF93B5605}" dt="2025-06-09T08:43:58.026" v="675" actId="20577"/>
          <ac:spMkLst>
            <pc:docMk/>
            <pc:sldMk cId="0" sldId="308"/>
            <ac:spMk id="5" creationId="{00000000-0000-0000-0000-000000000000}"/>
          </ac:spMkLst>
        </pc:spChg>
        <pc:spChg chg="mod">
          <ac:chgData name="Gera Weiss" userId="f0aa0173-552d-4808-9782-d425e6aaf8d9" providerId="ADAL" clId="{10699DCC-AA87-4408-A94B-0E6DF93B5605}" dt="2025-06-09T08:44:33.687" v="683" actId="20577"/>
          <ac:spMkLst>
            <pc:docMk/>
            <pc:sldMk cId="0" sldId="308"/>
            <ac:spMk id="7" creationId="{00000000-0000-0000-0000-000000000000}"/>
          </ac:spMkLst>
        </pc:spChg>
      </pc:sldChg>
      <pc:sldChg chg="modSp ord">
        <pc:chgData name="Gera Weiss" userId="f0aa0173-552d-4808-9782-d425e6aaf8d9" providerId="ADAL" clId="{10699DCC-AA87-4408-A94B-0E6DF93B5605}" dt="2025-06-04T09:02:27.868" v="80" actId="2711"/>
        <pc:sldMkLst>
          <pc:docMk/>
          <pc:sldMk cId="0" sldId="329"/>
        </pc:sldMkLst>
        <pc:spChg chg="mod">
          <ac:chgData name="Gera Weiss" userId="f0aa0173-552d-4808-9782-d425e6aaf8d9" providerId="ADAL" clId="{10699DCC-AA87-4408-A94B-0E6DF93B5605}" dt="2025-06-04T09:02:06.753" v="77" actId="2711"/>
          <ac:spMkLst>
            <pc:docMk/>
            <pc:sldMk cId="0" sldId="329"/>
            <ac:spMk id="2" creationId="{00000000-0000-0000-0000-000000000000}"/>
          </ac:spMkLst>
        </pc:spChg>
        <pc:spChg chg="mod">
          <ac:chgData name="Gera Weiss" userId="f0aa0173-552d-4808-9782-d425e6aaf8d9" providerId="ADAL" clId="{10699DCC-AA87-4408-A94B-0E6DF93B5605}" dt="2025-06-04T09:02:06.753" v="77" actId="2711"/>
          <ac:spMkLst>
            <pc:docMk/>
            <pc:sldMk cId="0" sldId="329"/>
            <ac:spMk id="4" creationId="{00000000-0000-0000-0000-000000000000}"/>
          </ac:spMkLst>
        </pc:spChg>
        <pc:spChg chg="mod">
          <ac:chgData name="Gera Weiss" userId="f0aa0173-552d-4808-9782-d425e6aaf8d9" providerId="ADAL" clId="{10699DCC-AA87-4408-A94B-0E6DF93B5605}" dt="2025-06-04T09:02:06.753" v="77" actId="2711"/>
          <ac:spMkLst>
            <pc:docMk/>
            <pc:sldMk cId="0" sldId="329"/>
            <ac:spMk id="5" creationId="{00000000-0000-0000-0000-000000000000}"/>
          </ac:spMkLst>
        </pc:spChg>
        <pc:graphicFrameChg chg="mod">
          <ac:chgData name="Gera Weiss" userId="f0aa0173-552d-4808-9782-d425e6aaf8d9" providerId="ADAL" clId="{10699DCC-AA87-4408-A94B-0E6DF93B5605}" dt="2025-06-04T09:02:27.868" v="80" actId="2711"/>
          <ac:graphicFrameMkLst>
            <pc:docMk/>
            <pc:sldMk cId="0" sldId="329"/>
            <ac:graphicFrameMk id="6" creationId="{00000000-0000-0000-0000-000000000000}"/>
          </ac:graphicFrameMkLst>
        </pc:graphicFrameChg>
      </pc:sldChg>
      <pc:sldChg chg="del">
        <pc:chgData name="Gera Weiss" userId="f0aa0173-552d-4808-9782-d425e6aaf8d9" providerId="ADAL" clId="{10699DCC-AA87-4408-A94B-0E6DF93B5605}" dt="2025-06-04T08:58:22.976" v="74" actId="47"/>
        <pc:sldMkLst>
          <pc:docMk/>
          <pc:sldMk cId="0" sldId="330"/>
        </pc:sldMkLst>
      </pc:sldChg>
      <pc:sldChg chg="modSp mod">
        <pc:chgData name="Gera Weiss" userId="f0aa0173-552d-4808-9782-d425e6aaf8d9" providerId="ADAL" clId="{10699DCC-AA87-4408-A94B-0E6DF93B5605}" dt="2025-06-04T08:57:42.779" v="70" actId="20577"/>
        <pc:sldMkLst>
          <pc:docMk/>
          <pc:sldMk cId="2525809100" sldId="334"/>
        </pc:sldMkLst>
        <pc:spChg chg="mod">
          <ac:chgData name="Gera Weiss" userId="f0aa0173-552d-4808-9782-d425e6aaf8d9" providerId="ADAL" clId="{10699DCC-AA87-4408-A94B-0E6DF93B5605}" dt="2025-06-04T08:57:42.779" v="70" actId="20577"/>
          <ac:spMkLst>
            <pc:docMk/>
            <pc:sldMk cId="2525809100" sldId="334"/>
            <ac:spMk id="5" creationId="{00000000-0000-0000-0000-000000000000}"/>
          </ac:spMkLst>
        </pc:spChg>
        <pc:spChg chg="mod">
          <ac:chgData name="Gera Weiss" userId="f0aa0173-552d-4808-9782-d425e6aaf8d9" providerId="ADAL" clId="{10699DCC-AA87-4408-A94B-0E6DF93B5605}" dt="2025-06-04T08:57:26.030" v="68" actId="14100"/>
          <ac:spMkLst>
            <pc:docMk/>
            <pc:sldMk cId="2525809100" sldId="334"/>
            <ac:spMk id="10" creationId="{00000000-0000-0000-0000-000000000000}"/>
          </ac:spMkLst>
        </pc:spChg>
      </pc:sldChg>
      <pc:sldChg chg="modSp">
        <pc:chgData name="Gera Weiss" userId="f0aa0173-552d-4808-9782-d425e6aaf8d9" providerId="ADAL" clId="{10699DCC-AA87-4408-A94B-0E6DF93B5605}" dt="2025-06-04T08:49:56.599" v="24" actId="20577"/>
        <pc:sldMkLst>
          <pc:docMk/>
          <pc:sldMk cId="1314638148" sldId="344"/>
        </pc:sldMkLst>
        <pc:spChg chg="mod">
          <ac:chgData name="Gera Weiss" userId="f0aa0173-552d-4808-9782-d425e6aaf8d9" providerId="ADAL" clId="{10699DCC-AA87-4408-A94B-0E6DF93B5605}" dt="2025-06-04T08:49:56.599" v="24" actId="20577"/>
          <ac:spMkLst>
            <pc:docMk/>
            <pc:sldMk cId="1314638148" sldId="344"/>
            <ac:spMk id="5" creationId="{00000000-0000-0000-0000-000000000000}"/>
          </ac:spMkLst>
        </pc:spChg>
      </pc:sldChg>
      <pc:sldChg chg="del">
        <pc:chgData name="Gera Weiss" userId="f0aa0173-552d-4808-9782-d425e6aaf8d9" providerId="ADAL" clId="{10699DCC-AA87-4408-A94B-0E6DF93B5605}" dt="2025-06-09T08:23:10.571" v="663" actId="47"/>
        <pc:sldMkLst>
          <pc:docMk/>
          <pc:sldMk cId="203517298" sldId="345"/>
        </pc:sldMkLst>
      </pc:sldChg>
      <pc:sldChg chg="modSp">
        <pc:chgData name="Gera Weiss" userId="f0aa0173-552d-4808-9782-d425e6aaf8d9" providerId="ADAL" clId="{10699DCC-AA87-4408-A94B-0E6DF93B5605}" dt="2025-06-04T08:53:44.450" v="29" actId="20577"/>
        <pc:sldMkLst>
          <pc:docMk/>
          <pc:sldMk cId="2570330079" sldId="346"/>
        </pc:sldMkLst>
        <pc:spChg chg="mod">
          <ac:chgData name="Gera Weiss" userId="f0aa0173-552d-4808-9782-d425e6aaf8d9" providerId="ADAL" clId="{10699DCC-AA87-4408-A94B-0E6DF93B5605}" dt="2025-06-04T08:53:44.450" v="29" actId="20577"/>
          <ac:spMkLst>
            <pc:docMk/>
            <pc:sldMk cId="2570330079" sldId="346"/>
            <ac:spMk id="66" creationId="{2AD8ECCD-E349-88E2-1C4C-986944E35601}"/>
          </ac:spMkLst>
        </pc:spChg>
      </pc:sldChg>
      <pc:sldChg chg="addSp delSp modSp new del mod">
        <pc:chgData name="Gera Weiss" userId="f0aa0173-552d-4808-9782-d425e6aaf8d9" providerId="ADAL" clId="{10699DCC-AA87-4408-A94B-0E6DF93B5605}" dt="2025-06-09T08:23:12.971" v="664" actId="47"/>
        <pc:sldMkLst>
          <pc:docMk/>
          <pc:sldMk cId="3715455464" sldId="347"/>
        </pc:sldMkLst>
        <pc:spChg chg="del">
          <ac:chgData name="Gera Weiss" userId="f0aa0173-552d-4808-9782-d425e6aaf8d9" providerId="ADAL" clId="{10699DCC-AA87-4408-A94B-0E6DF93B5605}" dt="2025-06-09T08:01:49.457" v="82" actId="22"/>
          <ac:spMkLst>
            <pc:docMk/>
            <pc:sldMk cId="3715455464" sldId="347"/>
            <ac:spMk id="5" creationId="{A16B99D8-FBCD-5003-8621-3B51C61F71D4}"/>
          </ac:spMkLst>
        </pc:spChg>
        <pc:picChg chg="add mod ord">
          <ac:chgData name="Gera Weiss" userId="f0aa0173-552d-4808-9782-d425e6aaf8d9" providerId="ADAL" clId="{10699DCC-AA87-4408-A94B-0E6DF93B5605}" dt="2025-06-09T08:01:52.676" v="83" actId="14100"/>
          <ac:picMkLst>
            <pc:docMk/>
            <pc:sldMk cId="3715455464" sldId="347"/>
            <ac:picMk id="7" creationId="{732C1E42-E272-E729-53C5-BA7ECFAE996D}"/>
          </ac:picMkLst>
        </pc:picChg>
      </pc:sldChg>
      <pc:sldChg chg="addSp delSp modSp add mod">
        <pc:chgData name="Gera Weiss" userId="f0aa0173-552d-4808-9782-d425e6aaf8d9" providerId="ADAL" clId="{10699DCC-AA87-4408-A94B-0E6DF93B5605}" dt="2025-06-09T08:23:00.176" v="662" actId="108"/>
        <pc:sldMkLst>
          <pc:docMk/>
          <pc:sldMk cId="1608954440" sldId="348"/>
        </pc:sldMkLst>
        <pc:spChg chg="mod">
          <ac:chgData name="Gera Weiss" userId="f0aa0173-552d-4808-9782-d425e6aaf8d9" providerId="ADAL" clId="{10699DCC-AA87-4408-A94B-0E6DF93B5605}" dt="2025-06-09T08:04:21.597" v="108" actId="2711"/>
          <ac:spMkLst>
            <pc:docMk/>
            <pc:sldMk cId="1608954440" sldId="348"/>
            <ac:spMk id="2" creationId="{12998B9D-F0A3-D61D-1160-D8346D84729C}"/>
          </ac:spMkLst>
        </pc:spChg>
        <pc:spChg chg="add del mod">
          <ac:chgData name="Gera Weiss" userId="f0aa0173-552d-4808-9782-d425e6aaf8d9" providerId="ADAL" clId="{10699DCC-AA87-4408-A94B-0E6DF93B5605}" dt="2025-06-09T08:02:55.791" v="86"/>
          <ac:spMkLst>
            <pc:docMk/>
            <pc:sldMk cId="1608954440" sldId="348"/>
            <ac:spMk id="6" creationId="{563DB090-34E5-3D78-665D-96D8DE707C17}"/>
          </ac:spMkLst>
        </pc:spChg>
        <pc:spChg chg="add del mod">
          <ac:chgData name="Gera Weiss" userId="f0aa0173-552d-4808-9782-d425e6aaf8d9" providerId="ADAL" clId="{10699DCC-AA87-4408-A94B-0E6DF93B5605}" dt="2025-06-09T08:04:25.947" v="110" actId="478"/>
          <ac:spMkLst>
            <pc:docMk/>
            <pc:sldMk cId="1608954440" sldId="348"/>
            <ac:spMk id="8" creationId="{F9F78E61-1BC7-BE13-B2F4-3B68FC7B9E80}"/>
          </ac:spMkLst>
        </pc:spChg>
        <pc:spChg chg="add del mod">
          <ac:chgData name="Gera Weiss" userId="f0aa0173-552d-4808-9782-d425e6aaf8d9" providerId="ADAL" clId="{10699DCC-AA87-4408-A94B-0E6DF93B5605}" dt="2025-06-09T08:04:27.283" v="111" actId="478"/>
          <ac:spMkLst>
            <pc:docMk/>
            <pc:sldMk cId="1608954440" sldId="348"/>
            <ac:spMk id="9" creationId="{D23C0753-5033-4D83-2035-FF21E9A9FCCE}"/>
          </ac:spMkLst>
        </pc:spChg>
        <pc:spChg chg="add mod">
          <ac:chgData name="Gera Weiss" userId="f0aa0173-552d-4808-9782-d425e6aaf8d9" providerId="ADAL" clId="{10699DCC-AA87-4408-A94B-0E6DF93B5605}" dt="2025-06-09T08:03:57.593" v="97"/>
          <ac:spMkLst>
            <pc:docMk/>
            <pc:sldMk cId="1608954440" sldId="348"/>
            <ac:spMk id="11" creationId="{180653AB-23CB-6ED2-FAF1-367FE4EBADB1}"/>
          </ac:spMkLst>
        </pc:spChg>
        <pc:spChg chg="add mod">
          <ac:chgData name="Gera Weiss" userId="f0aa0173-552d-4808-9782-d425e6aaf8d9" providerId="ADAL" clId="{10699DCC-AA87-4408-A94B-0E6DF93B5605}" dt="2025-06-09T08:03:57.593" v="97"/>
          <ac:spMkLst>
            <pc:docMk/>
            <pc:sldMk cId="1608954440" sldId="348"/>
            <ac:spMk id="12" creationId="{249B7BC2-B5F2-8901-C0DA-9A3C3DAD7376}"/>
          </ac:spMkLst>
        </pc:spChg>
        <pc:spChg chg="add del mod">
          <ac:chgData name="Gera Weiss" userId="f0aa0173-552d-4808-9782-d425e6aaf8d9" providerId="ADAL" clId="{10699DCC-AA87-4408-A94B-0E6DF93B5605}" dt="2025-06-09T08:04:08.427" v="102" actId="478"/>
          <ac:spMkLst>
            <pc:docMk/>
            <pc:sldMk cId="1608954440" sldId="348"/>
            <ac:spMk id="14" creationId="{3F97F7B7-7212-510C-B543-BB68916E153B}"/>
          </ac:spMkLst>
        </pc:spChg>
        <pc:spChg chg="add mod">
          <ac:chgData name="Gera Weiss" userId="f0aa0173-552d-4808-9782-d425e6aaf8d9" providerId="ADAL" clId="{10699DCC-AA87-4408-A94B-0E6DF93B5605}" dt="2025-06-09T08:23:00.176" v="662" actId="108"/>
          <ac:spMkLst>
            <pc:docMk/>
            <pc:sldMk cId="1608954440" sldId="348"/>
            <ac:spMk id="15" creationId="{B5D95E5C-B9B5-DB86-18A7-765FC8DA0FAF}"/>
          </ac:spMkLst>
        </pc:spChg>
        <pc:spChg chg="add mod">
          <ac:chgData name="Gera Weiss" userId="f0aa0173-552d-4808-9782-d425e6aaf8d9" providerId="ADAL" clId="{10699DCC-AA87-4408-A94B-0E6DF93B5605}" dt="2025-06-09T08:21:38.783" v="652" actId="1076"/>
          <ac:spMkLst>
            <pc:docMk/>
            <pc:sldMk cId="1608954440" sldId="348"/>
            <ac:spMk id="17" creationId="{D66DA3F9-DA3A-F69D-6C29-03E764DC8DAC}"/>
          </ac:spMkLst>
        </pc:spChg>
        <pc:picChg chg="del">
          <ac:chgData name="Gera Weiss" userId="f0aa0173-552d-4808-9782-d425e6aaf8d9" providerId="ADAL" clId="{10699DCC-AA87-4408-A94B-0E6DF93B5605}" dt="2025-06-09T08:02:53.119" v="85" actId="478"/>
          <ac:picMkLst>
            <pc:docMk/>
            <pc:sldMk cId="1608954440" sldId="348"/>
            <ac:picMk id="7" creationId="{6CF75C54-A65F-5C04-6628-13053372375B}"/>
          </ac:picMkLst>
        </pc:picChg>
        <pc:picChg chg="add mod">
          <ac:chgData name="Gera Weiss" userId="f0aa0173-552d-4808-9782-d425e6aaf8d9" providerId="ADAL" clId="{10699DCC-AA87-4408-A94B-0E6DF93B5605}" dt="2025-06-09T08:04:01.234" v="98"/>
          <ac:picMkLst>
            <pc:docMk/>
            <pc:sldMk cId="1608954440" sldId="348"/>
            <ac:picMk id="10" creationId="{23812601-960D-A9BF-F3C5-EB81FAA4704B}"/>
          </ac:picMkLst>
        </pc:picChg>
        <pc:picChg chg="add mod modCrop">
          <ac:chgData name="Gera Weiss" userId="f0aa0173-552d-4808-9782-d425e6aaf8d9" providerId="ADAL" clId="{10699DCC-AA87-4408-A94B-0E6DF93B5605}" dt="2025-06-09T08:21:38.783" v="652" actId="1076"/>
          <ac:picMkLst>
            <pc:docMk/>
            <pc:sldMk cId="1608954440" sldId="348"/>
            <ac:picMk id="13" creationId="{55B87107-D385-9A7D-6C7D-07E2D7318D19}"/>
          </ac:picMkLst>
        </pc:picChg>
        <pc:picChg chg="add mod">
          <ac:chgData name="Gera Weiss" userId="f0aa0173-552d-4808-9782-d425e6aaf8d9" providerId="ADAL" clId="{10699DCC-AA87-4408-A94B-0E6DF93B5605}" dt="2025-06-09T08:17:28.642" v="500"/>
          <ac:picMkLst>
            <pc:docMk/>
            <pc:sldMk cId="1608954440" sldId="348"/>
            <ac:picMk id="16" creationId="{2A2E28C0-1B14-39DC-318B-7A66429DB941}"/>
          </ac:picMkLst>
        </pc:picChg>
        <pc:picChg chg="add del mod">
          <ac:chgData name="Gera Weiss" userId="f0aa0173-552d-4808-9782-d425e6aaf8d9" providerId="ADAL" clId="{10699DCC-AA87-4408-A94B-0E6DF93B5605}" dt="2025-06-09T08:04:04.348" v="101" actId="478"/>
          <ac:picMkLst>
            <pc:docMk/>
            <pc:sldMk cId="1608954440" sldId="348"/>
            <ac:picMk id="1026" creationId="{BED81E9C-FECD-D76E-16F7-6C2750C493F0}"/>
          </ac:picMkLst>
        </pc:picChg>
        <pc:picChg chg="add del">
          <ac:chgData name="Gera Weiss" userId="f0aa0173-552d-4808-9782-d425e6aaf8d9" providerId="ADAL" clId="{10699DCC-AA87-4408-A94B-0E6DF93B5605}" dt="2025-06-09T08:11:02.026" v="346" actId="478"/>
          <ac:picMkLst>
            <pc:docMk/>
            <pc:sldMk cId="1608954440" sldId="348"/>
            <ac:picMk id="1028" creationId="{42C0A339-EAEE-6C95-1EB6-882BCBAEDB0E}"/>
          </ac:picMkLst>
        </pc:picChg>
        <pc:picChg chg="add del mod">
          <ac:chgData name="Gera Weiss" userId="f0aa0173-552d-4808-9782-d425e6aaf8d9" providerId="ADAL" clId="{10699DCC-AA87-4408-A94B-0E6DF93B5605}" dt="2025-06-09T08:18:01.926" v="506" actId="478"/>
          <ac:picMkLst>
            <pc:docMk/>
            <pc:sldMk cId="1608954440" sldId="348"/>
            <ac:picMk id="1030" creationId="{B7EBB555-05C9-2DDC-B123-B18F2D2FCFB2}"/>
          </ac:picMkLst>
        </pc:picChg>
        <pc:picChg chg="add mod">
          <ac:chgData name="Gera Weiss" userId="f0aa0173-552d-4808-9782-d425e6aaf8d9" providerId="ADAL" clId="{10699DCC-AA87-4408-A94B-0E6DF93B5605}" dt="2025-06-09T08:21:46.487" v="654" actId="1076"/>
          <ac:picMkLst>
            <pc:docMk/>
            <pc:sldMk cId="1608954440" sldId="348"/>
            <ac:picMk id="1032" creationId="{AD2AB06A-3CAD-904F-7BE3-D4B71B455952}"/>
          </ac:picMkLst>
        </pc:picChg>
      </pc:sldChg>
    </pc:docChg>
  </pc:docChgLst>
  <pc:docChgLst>
    <pc:chgData name="Gera Weiss" userId="f0aa0173-552d-4808-9782-d425e6aaf8d9" providerId="ADAL" clId="{11617CAA-56FB-4150-9AC8-C48290FE2C67}"/>
    <pc:docChg chg="undo custSel addSld delSld modSld modMainMaster">
      <pc:chgData name="Gera Weiss" userId="f0aa0173-552d-4808-9782-d425e6aaf8d9" providerId="ADAL" clId="{11617CAA-56FB-4150-9AC8-C48290FE2C67}" dt="2024-07-07T06:55:18.895" v="2430" actId="1076"/>
      <pc:docMkLst>
        <pc:docMk/>
      </pc:docMkLst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0" sldId="256"/>
        </pc:sldMkLst>
      </pc:sldChg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0" sldId="294"/>
        </pc:sldMkLst>
      </pc:sldChg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0" sldId="296"/>
        </pc:sldMkLst>
      </pc:sldChg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0" sldId="297"/>
        </pc:sldMkLst>
      </pc:sldChg>
      <pc:sldChg chg="mod modTransition modShow">
        <pc:chgData name="Gera Weiss" userId="f0aa0173-552d-4808-9782-d425e6aaf8d9" providerId="ADAL" clId="{11617CAA-56FB-4150-9AC8-C48290FE2C67}" dt="2024-07-07T06:41:24.336" v="2286" actId="729"/>
        <pc:sldMkLst>
          <pc:docMk/>
          <pc:sldMk cId="0" sldId="298"/>
        </pc:sldMkLst>
      </pc:sldChg>
      <pc:sldChg chg="addSp modSp mod modTransition">
        <pc:chgData name="Gera Weiss" userId="f0aa0173-552d-4808-9782-d425e6aaf8d9" providerId="ADAL" clId="{11617CAA-56FB-4150-9AC8-C48290FE2C67}" dt="2024-07-07T06:23:39.790" v="1552" actId="1076"/>
        <pc:sldMkLst>
          <pc:docMk/>
          <pc:sldMk cId="0" sldId="300"/>
        </pc:sldMkLst>
      </pc:sldChg>
      <pc:sldChg chg="addSp delSp modSp del mod modTransition">
        <pc:chgData name="Gera Weiss" userId="f0aa0173-552d-4808-9782-d425e6aaf8d9" providerId="ADAL" clId="{11617CAA-56FB-4150-9AC8-C48290FE2C67}" dt="2024-07-07T06:24:01.592" v="1553" actId="47"/>
        <pc:sldMkLst>
          <pc:docMk/>
          <pc:sldMk cId="0" sldId="302"/>
        </pc:sldMkLst>
      </pc:sldChg>
      <pc:sldChg chg="addSp modSp mod modTransition modAnim">
        <pc:chgData name="Gera Weiss" userId="f0aa0173-552d-4808-9782-d425e6aaf8d9" providerId="ADAL" clId="{11617CAA-56FB-4150-9AC8-C48290FE2C67}" dt="2024-07-07T06:52:37.801" v="2388" actId="20577"/>
        <pc:sldMkLst>
          <pc:docMk/>
          <pc:sldMk cId="0" sldId="303"/>
        </pc:sldMkLst>
      </pc:sldChg>
      <pc:sldChg chg="addSp delSp modSp mod modTransition">
        <pc:chgData name="Gera Weiss" userId="f0aa0173-552d-4808-9782-d425e6aaf8d9" providerId="ADAL" clId="{11617CAA-56FB-4150-9AC8-C48290FE2C67}" dt="2024-07-07T06:54:30.592" v="2412"/>
        <pc:sldMkLst>
          <pc:docMk/>
          <pc:sldMk cId="0" sldId="304"/>
        </pc:sldMkLst>
      </pc:sldChg>
      <pc:sldChg chg="addSp delSp modSp mod modTransition">
        <pc:chgData name="Gera Weiss" userId="f0aa0173-552d-4808-9782-d425e6aaf8d9" providerId="ADAL" clId="{11617CAA-56FB-4150-9AC8-C48290FE2C67}" dt="2024-07-07T06:55:00.003" v="2427" actId="1036"/>
        <pc:sldMkLst>
          <pc:docMk/>
          <pc:sldMk cId="0" sldId="305"/>
        </pc:sldMkLst>
      </pc:sldChg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0" sldId="306"/>
        </pc:sldMkLst>
      </pc:sldChg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0" sldId="307"/>
        </pc:sldMkLst>
      </pc:sldChg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0" sldId="308"/>
        </pc:sldMkLst>
      </pc:sldChg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0" sldId="309"/>
        </pc:sldMkLst>
      </pc:sldChg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0" sldId="313"/>
        </pc:sldMkLst>
      </pc:sldChg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0" sldId="314"/>
        </pc:sldMkLst>
      </pc:sldChg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0" sldId="315"/>
        </pc:sldMkLst>
      </pc:sldChg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0" sldId="316"/>
        </pc:sldMkLst>
      </pc:sldChg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0" sldId="317"/>
        </pc:sldMkLst>
      </pc:sldChg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0" sldId="318"/>
        </pc:sldMkLst>
      </pc:sldChg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0" sldId="319"/>
        </pc:sldMkLst>
      </pc:sldChg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0" sldId="320"/>
        </pc:sldMkLst>
      </pc:sldChg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0" sldId="322"/>
        </pc:sldMkLst>
      </pc:sldChg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0" sldId="323"/>
        </pc:sldMkLst>
      </pc:sldChg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0" sldId="324"/>
        </pc:sldMkLst>
      </pc:sldChg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0" sldId="326"/>
        </pc:sldMkLst>
      </pc:sldChg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0" sldId="327"/>
        </pc:sldMkLst>
      </pc:sldChg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0" sldId="328"/>
        </pc:sldMkLst>
      </pc:sldChg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0" sldId="329"/>
        </pc:sldMkLst>
      </pc:sldChg>
      <pc:sldChg chg="addSp delSp modSp mod modTransition modShow">
        <pc:chgData name="Gera Weiss" userId="f0aa0173-552d-4808-9782-d425e6aaf8d9" providerId="ADAL" clId="{11617CAA-56FB-4150-9AC8-C48290FE2C67}" dt="2024-07-07T06:43:07.977" v="2289" actId="21"/>
        <pc:sldMkLst>
          <pc:docMk/>
          <pc:sldMk cId="0" sldId="330"/>
        </pc:sldMkLst>
      </pc:sldChg>
      <pc:sldChg chg="addSp delSp modSp mod modTransition">
        <pc:chgData name="Gera Weiss" userId="f0aa0173-552d-4808-9782-d425e6aaf8d9" providerId="ADAL" clId="{11617CAA-56FB-4150-9AC8-C48290FE2C67}" dt="2024-07-07T06:46:01.231" v="2301" actId="21"/>
        <pc:sldMkLst>
          <pc:docMk/>
          <pc:sldMk cId="3139211848" sldId="332"/>
        </pc:sldMkLst>
      </pc:sldChg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2525809100" sldId="334"/>
        </pc:sldMkLst>
      </pc:sldChg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1857878229" sldId="335"/>
        </pc:sldMkLst>
      </pc:sldChg>
      <pc:sldChg chg="addSp delSp modSp mod modTransition">
        <pc:chgData name="Gera Weiss" userId="f0aa0173-552d-4808-9782-d425e6aaf8d9" providerId="ADAL" clId="{11617CAA-56FB-4150-9AC8-C48290FE2C67}" dt="2024-07-07T06:55:18.895" v="2430" actId="1076"/>
        <pc:sldMkLst>
          <pc:docMk/>
          <pc:sldMk cId="4085468430" sldId="336"/>
        </pc:sldMkLst>
      </pc:sldChg>
      <pc:sldChg chg="del">
        <pc:chgData name="Gera Weiss" userId="f0aa0173-552d-4808-9782-d425e6aaf8d9" providerId="ADAL" clId="{11617CAA-56FB-4150-9AC8-C48290FE2C67}" dt="2024-06-30T06:28:56.820" v="3" actId="47"/>
        <pc:sldMkLst>
          <pc:docMk/>
          <pc:sldMk cId="1228372518" sldId="337"/>
        </pc:sldMkLst>
      </pc:sldChg>
      <pc:sldChg chg="del">
        <pc:chgData name="Gera Weiss" userId="f0aa0173-552d-4808-9782-d425e6aaf8d9" providerId="ADAL" clId="{11617CAA-56FB-4150-9AC8-C48290FE2C67}" dt="2024-06-30T06:28:36.543" v="2" actId="47"/>
        <pc:sldMkLst>
          <pc:docMk/>
          <pc:sldMk cId="2182859227" sldId="338"/>
        </pc:sldMkLst>
      </pc:sldChg>
      <pc:sldChg chg="modTransition">
        <pc:chgData name="Gera Weiss" userId="f0aa0173-552d-4808-9782-d425e6aaf8d9" providerId="ADAL" clId="{11617CAA-56FB-4150-9AC8-C48290FE2C67}" dt="2024-06-30T06:49:52.615" v="208"/>
        <pc:sldMkLst>
          <pc:docMk/>
          <pc:sldMk cId="3699992765" sldId="339"/>
        </pc:sldMkLst>
      </pc:sldChg>
      <pc:sldChg chg="del">
        <pc:chgData name="Gera Weiss" userId="f0aa0173-552d-4808-9782-d425e6aaf8d9" providerId="ADAL" clId="{11617CAA-56FB-4150-9AC8-C48290FE2C67}" dt="2024-06-30T06:20:28.157" v="0" actId="47"/>
        <pc:sldMkLst>
          <pc:docMk/>
          <pc:sldMk cId="732348787" sldId="341"/>
        </pc:sldMkLst>
      </pc:sldChg>
      <pc:sldChg chg="modSp modTransition">
        <pc:chgData name="Gera Weiss" userId="f0aa0173-552d-4808-9782-d425e6aaf8d9" providerId="ADAL" clId="{11617CAA-56FB-4150-9AC8-C48290FE2C67}" dt="2024-06-30T06:49:52.615" v="208"/>
        <pc:sldMkLst>
          <pc:docMk/>
          <pc:sldMk cId="3056460860" sldId="342"/>
        </pc:sldMkLst>
      </pc:sldChg>
      <pc:sldChg chg="add del">
        <pc:chgData name="Gera Weiss" userId="f0aa0173-552d-4808-9782-d425e6aaf8d9" providerId="ADAL" clId="{11617CAA-56FB-4150-9AC8-C48290FE2C67}" dt="2024-06-30T06:38:36.687" v="7" actId="47"/>
        <pc:sldMkLst>
          <pc:docMk/>
          <pc:sldMk cId="1565586940" sldId="343"/>
        </pc:sldMkLst>
      </pc:sldChg>
      <pc:sldChg chg="addSp delSp modSp add mod modTransition delAnim">
        <pc:chgData name="Gera Weiss" userId="f0aa0173-552d-4808-9782-d425e6aaf8d9" providerId="ADAL" clId="{11617CAA-56FB-4150-9AC8-C48290FE2C67}" dt="2024-06-30T06:59:26.740" v="431" actId="478"/>
        <pc:sldMkLst>
          <pc:docMk/>
          <pc:sldMk cId="1314638148" sldId="344"/>
        </pc:sldMkLst>
      </pc:sldChg>
      <pc:sldChg chg="addSp delSp modSp add mod">
        <pc:chgData name="Gera Weiss" userId="f0aa0173-552d-4808-9782-d425e6aaf8d9" providerId="ADAL" clId="{11617CAA-56FB-4150-9AC8-C48290FE2C67}" dt="2024-07-07T06:06:57.711" v="1268" actId="478"/>
        <pc:sldMkLst>
          <pc:docMk/>
          <pc:sldMk cId="203517298" sldId="345"/>
        </pc:sldMkLst>
      </pc:sldChg>
      <pc:sldChg chg="addSp delSp modSp add mod modAnim">
        <pc:chgData name="Gera Weiss" userId="f0aa0173-552d-4808-9782-d425e6aaf8d9" providerId="ADAL" clId="{11617CAA-56FB-4150-9AC8-C48290FE2C67}" dt="2024-07-07T06:51:04.619" v="2370" actId="207"/>
        <pc:sldMkLst>
          <pc:docMk/>
          <pc:sldMk cId="2570330079" sldId="346"/>
        </pc:sldMkLst>
      </pc:sldChg>
      <pc:sldMasterChg chg="modSldLayout">
        <pc:chgData name="Gera Weiss" userId="f0aa0173-552d-4808-9782-d425e6aaf8d9" providerId="ADAL" clId="{11617CAA-56FB-4150-9AC8-C48290FE2C67}" dt="2024-06-30T06:51:39.947" v="210"/>
        <pc:sldMasterMkLst>
          <pc:docMk/>
          <pc:sldMasterMk cId="0" sldId="2147483708"/>
        </pc:sldMasterMkLst>
        <pc:sldLayoutChg chg="addSp delSp modSp mod">
          <pc:chgData name="Gera Weiss" userId="f0aa0173-552d-4808-9782-d425e6aaf8d9" providerId="ADAL" clId="{11617CAA-56FB-4150-9AC8-C48290FE2C67}" dt="2024-06-30T06:51:39.947" v="210"/>
          <pc:sldLayoutMkLst>
            <pc:docMk/>
            <pc:sldMasterMk cId="0" sldId="2147483708"/>
            <pc:sldLayoutMk cId="0" sldId="2147483710"/>
          </pc:sldLayoutMkLst>
        </pc:sldLayoutChg>
      </pc:sldMasterChg>
    </pc:docChg>
  </pc:docChgLst>
  <pc:docChgLst>
    <pc:chgData name="Gera Weiss" userId="f0aa0173-552d-4808-9782-d425e6aaf8d9" providerId="ADAL" clId="{AD8FE147-1D22-45BE-A7FA-9D065592AF3F}"/>
    <pc:docChg chg="undo custSel delSld modSld sldOrd">
      <pc:chgData name="Gera Weiss" userId="f0aa0173-552d-4808-9782-d425e6aaf8d9" providerId="ADAL" clId="{AD8FE147-1D22-45BE-A7FA-9D065592AF3F}" dt="2024-07-06T19:35:02.049" v="253" actId="2711"/>
      <pc:docMkLst>
        <pc:docMk/>
      </pc:docMkLst>
      <pc:sldChg chg="addSp modSp mod">
        <pc:chgData name="Gera Weiss" userId="f0aa0173-552d-4808-9782-d425e6aaf8d9" providerId="ADAL" clId="{AD8FE147-1D22-45BE-A7FA-9D065592AF3F}" dt="2024-07-06T19:21:25.763" v="236" actId="20577"/>
        <pc:sldMkLst>
          <pc:docMk/>
          <pc:sldMk cId="0" sldId="300"/>
        </pc:sldMkLst>
      </pc:sldChg>
      <pc:sldChg chg="modSp">
        <pc:chgData name="Gera Weiss" userId="f0aa0173-552d-4808-9782-d425e6aaf8d9" providerId="ADAL" clId="{AD8FE147-1D22-45BE-A7FA-9D065592AF3F}" dt="2024-07-06T19:24:45.780" v="246" actId="20577"/>
        <pc:sldMkLst>
          <pc:docMk/>
          <pc:sldMk cId="0" sldId="303"/>
        </pc:sldMkLst>
      </pc:sldChg>
      <pc:sldChg chg="modSp mod">
        <pc:chgData name="Gera Weiss" userId="f0aa0173-552d-4808-9782-d425e6aaf8d9" providerId="ADAL" clId="{AD8FE147-1D22-45BE-A7FA-9D065592AF3F}" dt="2024-07-06T19:25:35.657" v="248" actId="1076"/>
        <pc:sldMkLst>
          <pc:docMk/>
          <pc:sldMk cId="0" sldId="304"/>
        </pc:sldMkLst>
      </pc:sldChg>
      <pc:sldChg chg="modSp mod">
        <pc:chgData name="Gera Weiss" userId="f0aa0173-552d-4808-9782-d425e6aaf8d9" providerId="ADAL" clId="{AD8FE147-1D22-45BE-A7FA-9D065592AF3F}" dt="2024-06-29T21:11:00.737" v="15" actId="207"/>
        <pc:sldMkLst>
          <pc:docMk/>
          <pc:sldMk cId="0" sldId="305"/>
        </pc:sldMkLst>
      </pc:sldChg>
      <pc:sldChg chg="modSp">
        <pc:chgData name="Gera Weiss" userId="f0aa0173-552d-4808-9782-d425e6aaf8d9" providerId="ADAL" clId="{AD8FE147-1D22-45BE-A7FA-9D065592AF3F}" dt="2024-07-06T19:22:08.411" v="239" actId="206"/>
        <pc:sldMkLst>
          <pc:docMk/>
          <pc:sldMk cId="0" sldId="306"/>
        </pc:sldMkLst>
      </pc:sldChg>
      <pc:sldChg chg="mod modShow">
        <pc:chgData name="Gera Weiss" userId="f0aa0173-552d-4808-9782-d425e6aaf8d9" providerId="ADAL" clId="{AD8FE147-1D22-45BE-A7FA-9D065592AF3F}" dt="2024-07-06T19:34:26.784" v="251" actId="729"/>
        <pc:sldMkLst>
          <pc:docMk/>
          <pc:sldMk cId="0" sldId="307"/>
        </pc:sldMkLst>
      </pc:sldChg>
      <pc:sldChg chg="mod modShow">
        <pc:chgData name="Gera Weiss" userId="f0aa0173-552d-4808-9782-d425e6aaf8d9" providerId="ADAL" clId="{AD8FE147-1D22-45BE-A7FA-9D065592AF3F}" dt="2024-07-06T19:34:26.784" v="251" actId="729"/>
        <pc:sldMkLst>
          <pc:docMk/>
          <pc:sldMk cId="0" sldId="314"/>
        </pc:sldMkLst>
      </pc:sldChg>
      <pc:sldChg chg="mod modShow">
        <pc:chgData name="Gera Weiss" userId="f0aa0173-552d-4808-9782-d425e6aaf8d9" providerId="ADAL" clId="{AD8FE147-1D22-45BE-A7FA-9D065592AF3F}" dt="2024-07-06T19:34:26.784" v="251" actId="729"/>
        <pc:sldMkLst>
          <pc:docMk/>
          <pc:sldMk cId="0" sldId="315"/>
        </pc:sldMkLst>
      </pc:sldChg>
      <pc:sldChg chg="mod modShow">
        <pc:chgData name="Gera Weiss" userId="f0aa0173-552d-4808-9782-d425e6aaf8d9" providerId="ADAL" clId="{AD8FE147-1D22-45BE-A7FA-9D065592AF3F}" dt="2024-07-06T19:34:26.784" v="251" actId="729"/>
        <pc:sldMkLst>
          <pc:docMk/>
          <pc:sldMk cId="0" sldId="316"/>
        </pc:sldMkLst>
      </pc:sldChg>
      <pc:sldChg chg="modSp mod modShow">
        <pc:chgData name="Gera Weiss" userId="f0aa0173-552d-4808-9782-d425e6aaf8d9" providerId="ADAL" clId="{AD8FE147-1D22-45BE-A7FA-9D065592AF3F}" dt="2024-07-06T19:34:26.784" v="251" actId="729"/>
        <pc:sldMkLst>
          <pc:docMk/>
          <pc:sldMk cId="0" sldId="317"/>
        </pc:sldMkLst>
      </pc:sldChg>
      <pc:sldChg chg="modSp mod modShow">
        <pc:chgData name="Gera Weiss" userId="f0aa0173-552d-4808-9782-d425e6aaf8d9" providerId="ADAL" clId="{AD8FE147-1D22-45BE-A7FA-9D065592AF3F}" dt="2024-07-06T19:34:26.784" v="251" actId="729"/>
        <pc:sldMkLst>
          <pc:docMk/>
          <pc:sldMk cId="0" sldId="318"/>
        </pc:sldMkLst>
      </pc:sldChg>
      <pc:sldChg chg="modSp mod modShow">
        <pc:chgData name="Gera Weiss" userId="f0aa0173-552d-4808-9782-d425e6aaf8d9" providerId="ADAL" clId="{AD8FE147-1D22-45BE-A7FA-9D065592AF3F}" dt="2024-07-06T19:34:26.784" v="251" actId="729"/>
        <pc:sldMkLst>
          <pc:docMk/>
          <pc:sldMk cId="0" sldId="319"/>
        </pc:sldMkLst>
      </pc:sldChg>
      <pc:sldChg chg="modSp mod modShow">
        <pc:chgData name="Gera Weiss" userId="f0aa0173-552d-4808-9782-d425e6aaf8d9" providerId="ADAL" clId="{AD8FE147-1D22-45BE-A7FA-9D065592AF3F}" dt="2024-07-06T19:34:26.784" v="251" actId="729"/>
        <pc:sldMkLst>
          <pc:docMk/>
          <pc:sldMk cId="0" sldId="320"/>
        </pc:sldMkLst>
      </pc:sldChg>
      <pc:sldChg chg="modSp mod modShow">
        <pc:chgData name="Gera Weiss" userId="f0aa0173-552d-4808-9782-d425e6aaf8d9" providerId="ADAL" clId="{AD8FE147-1D22-45BE-A7FA-9D065592AF3F}" dt="2024-07-06T19:34:26.784" v="251" actId="729"/>
        <pc:sldMkLst>
          <pc:docMk/>
          <pc:sldMk cId="0" sldId="322"/>
        </pc:sldMkLst>
      </pc:sldChg>
      <pc:sldChg chg="modSp mod modShow">
        <pc:chgData name="Gera Weiss" userId="f0aa0173-552d-4808-9782-d425e6aaf8d9" providerId="ADAL" clId="{AD8FE147-1D22-45BE-A7FA-9D065592AF3F}" dt="2024-07-06T19:34:26.784" v="251" actId="729"/>
        <pc:sldMkLst>
          <pc:docMk/>
          <pc:sldMk cId="0" sldId="323"/>
        </pc:sldMkLst>
      </pc:sldChg>
      <pc:sldChg chg="modSp mod">
        <pc:chgData name="Gera Weiss" userId="f0aa0173-552d-4808-9782-d425e6aaf8d9" providerId="ADAL" clId="{AD8FE147-1D22-45BE-A7FA-9D065592AF3F}" dt="2024-07-06T19:34:35.557" v="252" actId="2711"/>
        <pc:sldMkLst>
          <pc:docMk/>
          <pc:sldMk cId="0" sldId="324"/>
        </pc:sldMkLst>
      </pc:sldChg>
      <pc:sldChg chg="modSp mod">
        <pc:chgData name="Gera Weiss" userId="f0aa0173-552d-4808-9782-d425e6aaf8d9" providerId="ADAL" clId="{AD8FE147-1D22-45BE-A7FA-9D065592AF3F}" dt="2024-07-06T19:35:02.049" v="253" actId="2711"/>
        <pc:sldMkLst>
          <pc:docMk/>
          <pc:sldMk cId="0" sldId="326"/>
        </pc:sldMkLst>
      </pc:sldChg>
      <pc:sldChg chg="modSp mod">
        <pc:chgData name="Gera Weiss" userId="f0aa0173-552d-4808-9782-d425e6aaf8d9" providerId="ADAL" clId="{AD8FE147-1D22-45BE-A7FA-9D065592AF3F}" dt="2024-06-29T21:12:28.681" v="18" actId="404"/>
        <pc:sldMkLst>
          <pc:docMk/>
          <pc:sldMk cId="0" sldId="328"/>
        </pc:sldMkLst>
      </pc:sldChg>
      <pc:sldChg chg="modSp mod ord">
        <pc:chgData name="Gera Weiss" userId="f0aa0173-552d-4808-9782-d425e6aaf8d9" providerId="ADAL" clId="{AD8FE147-1D22-45BE-A7FA-9D065592AF3F}" dt="2024-07-06T19:14:19.389" v="95"/>
        <pc:sldMkLst>
          <pc:docMk/>
          <pc:sldMk cId="4085468430" sldId="336"/>
        </pc:sldMkLst>
      </pc:sldChg>
      <pc:sldChg chg="del">
        <pc:chgData name="Gera Weiss" userId="f0aa0173-552d-4808-9782-d425e6aaf8d9" providerId="ADAL" clId="{AD8FE147-1D22-45BE-A7FA-9D065592AF3F}" dt="2024-07-06T19:22:54.619" v="240" actId="47"/>
        <pc:sldMkLst>
          <pc:docMk/>
          <pc:sldMk cId="3699992765" sldId="339"/>
        </pc:sldMkLst>
      </pc:sldChg>
      <pc:sldChg chg="modSp mod modShow">
        <pc:chgData name="Gera Weiss" userId="f0aa0173-552d-4808-9782-d425e6aaf8d9" providerId="ADAL" clId="{AD8FE147-1D22-45BE-A7FA-9D065592AF3F}" dt="2024-06-29T21:03:33.596" v="6" actId="729"/>
        <pc:sldMkLst>
          <pc:docMk/>
          <pc:sldMk cId="732348787" sldId="341"/>
        </pc:sldMkLst>
      </pc:sldChg>
      <pc:sldChg chg="modSp mod">
        <pc:chgData name="Gera Weiss" userId="f0aa0173-552d-4808-9782-d425e6aaf8d9" providerId="ADAL" clId="{AD8FE147-1D22-45BE-A7FA-9D065592AF3F}" dt="2024-06-29T21:05:47.922" v="13" actId="14100"/>
        <pc:sldMkLst>
          <pc:docMk/>
          <pc:sldMk cId="3056460860" sldId="342"/>
        </pc:sldMkLst>
      </pc:sldChg>
      <pc:sldChg chg="modSp mod ord">
        <pc:chgData name="Gera Weiss" userId="f0aa0173-552d-4808-9782-d425e6aaf8d9" providerId="ADAL" clId="{AD8FE147-1D22-45BE-A7FA-9D065592AF3F}" dt="2024-07-06T19:17:41.102" v="98" actId="108"/>
        <pc:sldMkLst>
          <pc:docMk/>
          <pc:sldMk cId="1314638148" sldId="344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7.pn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6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8E5045-F80D-4251-9166-477E54A6FF0C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0C7596-5982-444A-A894-55C290CED637}">
      <dgm:prSet phldrT="[Text]" custT="1"/>
      <dgm:spPr/>
      <dgm:t>
        <a:bodyPr/>
        <a:lstStyle/>
        <a:p>
          <a:pPr algn="ct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תזכורת: בדיקה תכונות בטיחות רגולריות	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B51CD1B6-20CD-4346-A117-9A100D1FE649}" type="parTrans" cxnId="{047B814A-2057-4304-B245-8676AB639859}">
      <dgm:prSet/>
      <dgm:spPr/>
      <dgm:t>
        <a:bodyPr/>
        <a:lstStyle/>
        <a:p>
          <a:pPr algn="ctr"/>
          <a:endParaRPr lang="en-US" sz="1400"/>
        </a:p>
      </dgm:t>
    </dgm:pt>
    <dgm:pt modelId="{47434C3C-211F-4BB7-9D35-8651158F09AD}" type="sibTrans" cxnId="{047B814A-2057-4304-B245-8676AB639859}">
      <dgm:prSet/>
      <dgm:spPr/>
      <dgm:t>
        <a:bodyPr/>
        <a:lstStyle/>
        <a:p>
          <a:pPr algn="ctr"/>
          <a:endParaRPr lang="en-US" sz="1400"/>
        </a:p>
      </dgm:t>
    </dgm:pt>
    <mc:AlternateContent xmlns:mc="http://schemas.openxmlformats.org/markup-compatibility/2006" xmlns:a14="http://schemas.microsoft.com/office/drawing/2010/main">
      <mc:Choice Requires="a14">
        <dgm:pt modelId="{4891CBF0-58E0-4743-A889-2AB25C8F32B7}">
          <dgm:prSet phldrT="[Text]" custT="1"/>
          <dgm:spPr/>
          <dgm:t>
            <a:bodyPr/>
            <a:lstStyle/>
            <a:p>
              <a:pPr algn="ctr" rtl="1"/>
              <a:r>
                <a:rPr lang="he-IL" sz="3200">
                  <a:latin typeface="Gisha" panose="020B0502040204020203" pitchFamily="34" charset="-79"/>
                  <a:cs typeface="Gisha" panose="020B0502040204020203" pitchFamily="34" charset="-79"/>
                </a:rPr>
                <a:t>בדיקת תכונות </a:t>
              </a:r>
              <a14:m>
                <m:oMath xmlns:m="http://schemas.openxmlformats.org/officeDocument/2006/math">
                  <m:r>
                    <a:rPr lang="he-IL" sz="3200" b="0" i="1" dirty="0" smtClean="0">
                      <a:latin typeface="Cambria Math" panose="02040503050406030204" pitchFamily="18" charset="0"/>
                      <a:cs typeface="Gisha" panose="020B0502040204020203" pitchFamily="34" charset="-79"/>
                    </a:rPr>
                    <m:t>𝜔</m:t>
                  </m:r>
                </m:oMath>
              </a14:m>
              <a:r>
                <a:rPr lang="he-IL" sz="3200">
                  <a:latin typeface="Gisha" panose="020B0502040204020203" pitchFamily="34" charset="-79"/>
                  <a:cs typeface="Gisha" panose="020B0502040204020203" pitchFamily="34" charset="-79"/>
                </a:rPr>
                <a:t>-רגולריות</a:t>
              </a:r>
              <a:endParaRPr lang="en-US" sz="3200">
                <a:latin typeface="Gisha" panose="020B0502040204020203" pitchFamily="34" charset="-79"/>
                <a:cs typeface="Gisha" panose="020B0502040204020203" pitchFamily="34" charset="-79"/>
              </a:endParaRPr>
            </a:p>
          </dgm:t>
        </dgm:pt>
      </mc:Choice>
      <mc:Fallback xmlns="">
        <dgm:pt modelId="{4891CBF0-58E0-4743-A889-2AB25C8F32B7}">
          <dgm:prSet phldrT="[Text]" custT="1"/>
          <dgm:spPr/>
          <dgm:t>
            <a:bodyPr/>
            <a:lstStyle/>
            <a:p>
              <a:pPr algn="ctr" rtl="1"/>
              <a:r>
                <a:rPr lang="he-IL" sz="3200">
                  <a:latin typeface="Gisha" panose="020B0502040204020203" pitchFamily="34" charset="-79"/>
                  <a:cs typeface="Gisha" panose="020B0502040204020203" pitchFamily="34" charset="-79"/>
                </a:rPr>
                <a:t>בדיקת תכונות </a:t>
              </a:r>
              <a:r>
                <a:rPr lang="he-IL" sz="3200" b="0" i="0" dirty="0">
                  <a:latin typeface="Cambria Math" panose="02040503050406030204" pitchFamily="18" charset="0"/>
                  <a:cs typeface="Gisha" panose="020B0502040204020203" pitchFamily="34" charset="-79"/>
                </a:rPr>
                <a:t>𝜔</a:t>
              </a:r>
              <a:r>
                <a:rPr lang="he-IL" sz="3200">
                  <a:latin typeface="Gisha" panose="020B0502040204020203" pitchFamily="34" charset="-79"/>
                  <a:cs typeface="Gisha" panose="020B0502040204020203" pitchFamily="34" charset="-79"/>
                </a:rPr>
                <a:t>-רגולריות</a:t>
              </a:r>
              <a:endParaRPr lang="en-US" sz="3200">
                <a:latin typeface="Gisha" panose="020B0502040204020203" pitchFamily="34" charset="-79"/>
                <a:cs typeface="Gisha" panose="020B0502040204020203" pitchFamily="34" charset="-79"/>
              </a:endParaRPr>
            </a:p>
          </dgm:t>
        </dgm:pt>
      </mc:Fallback>
    </mc:AlternateContent>
    <dgm:pt modelId="{FD0429FB-3D8B-434D-8840-FAA329356221}" type="parTrans" cxnId="{9B8FAB70-68EF-4C98-9127-45F444D6502F}">
      <dgm:prSet/>
      <dgm:spPr/>
      <dgm:t>
        <a:bodyPr/>
        <a:lstStyle/>
        <a:p>
          <a:pPr algn="ctr" rtl="1"/>
          <a:endParaRPr lang="he-IL" sz="1400"/>
        </a:p>
      </dgm:t>
    </dgm:pt>
    <dgm:pt modelId="{B2956733-7E18-418B-8B3E-46C1B5A83573}" type="sibTrans" cxnId="{9B8FAB70-68EF-4C98-9127-45F444D6502F}">
      <dgm:prSet/>
      <dgm:spPr/>
      <dgm:t>
        <a:bodyPr/>
        <a:lstStyle/>
        <a:p>
          <a:pPr algn="ctr" rtl="1"/>
          <a:endParaRPr lang="he-IL" sz="1400"/>
        </a:p>
      </dgm:t>
    </dgm:pt>
    <dgm:pt modelId="{7EF6208D-0F18-498F-A4FB-E9613A12DF07}">
      <dgm:prSet phldrT="[Text]" custT="1"/>
      <dgm:spPr/>
      <dgm:t>
        <a:bodyPr/>
        <a:lstStyle/>
        <a:p>
          <a:pPr algn="ct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חיפוש </a:t>
          </a:r>
          <a:r>
            <a:rPr lang="en-US" sz="3200">
              <a:latin typeface="Gisha" panose="020B0502040204020203" pitchFamily="34" charset="-79"/>
              <a:cs typeface="Gisha" panose="020B0502040204020203" pitchFamily="34" charset="-79"/>
            </a:rPr>
            <a:t>DFS</a:t>
          </a:r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 מקונן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1E1EE52F-CF93-47B5-B6A9-29EF4AD0A959}" type="parTrans" cxnId="{CF34ED61-AD57-4BFE-A437-813F450DF30F}">
      <dgm:prSet/>
      <dgm:spPr/>
      <dgm:t>
        <a:bodyPr/>
        <a:lstStyle/>
        <a:p>
          <a:pPr algn="ctr" rtl="1"/>
          <a:endParaRPr lang="he-IL" sz="1400"/>
        </a:p>
      </dgm:t>
    </dgm:pt>
    <dgm:pt modelId="{C765E09D-412F-436F-9945-F3AEF17EF6BB}" type="sibTrans" cxnId="{CF34ED61-AD57-4BFE-A437-813F450DF30F}">
      <dgm:prSet/>
      <dgm:spPr/>
      <dgm:t>
        <a:bodyPr/>
        <a:lstStyle/>
        <a:p>
          <a:pPr algn="ctr" rtl="1"/>
          <a:endParaRPr lang="he-IL" sz="1400"/>
        </a:p>
      </dgm:t>
    </dgm:pt>
    <dgm:pt modelId="{86046EEB-9803-4114-9DA1-8E090D9F62E5}">
      <dgm:prSet custT="1"/>
      <dgm:spPr/>
      <dgm:t>
        <a:bodyPr/>
        <a:lstStyle/>
        <a:p>
          <a:pPr algn="ctr" rtl="1"/>
          <a:r>
            <a:rPr lang="he-IL" sz="1600">
              <a:latin typeface="Gisha" panose="020B0502040204020203" pitchFamily="34" charset="-79"/>
              <a:cs typeface="Gisha" panose="020B0502040204020203" pitchFamily="34" charset="-79"/>
            </a:rPr>
            <a:t>בדיקת תכונות הַתְמָדָה</a:t>
          </a:r>
          <a:endParaRPr lang="en-US" sz="16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E9949BF4-6B78-4691-B866-045BDED0FA0A}" type="parTrans" cxnId="{D9FE42C9-A609-4AF7-AC27-CBCEF41A5DB5}">
      <dgm:prSet/>
      <dgm:spPr/>
      <dgm:t>
        <a:bodyPr/>
        <a:lstStyle/>
        <a:p>
          <a:pPr algn="ctr" rtl="1"/>
          <a:endParaRPr lang="he-IL"/>
        </a:p>
      </dgm:t>
    </dgm:pt>
    <dgm:pt modelId="{25A288BF-E0D0-49FF-B5D7-D19B1E3B84FE}" type="sibTrans" cxnId="{D9FE42C9-A609-4AF7-AC27-CBCEF41A5DB5}">
      <dgm:prSet/>
      <dgm:spPr/>
      <dgm:t>
        <a:bodyPr/>
        <a:lstStyle/>
        <a:p>
          <a:pPr algn="ctr" rtl="1"/>
          <a:endParaRPr lang="he-IL"/>
        </a:p>
      </dgm:t>
    </dgm:pt>
    <dgm:pt modelId="{B46719A2-0A43-4FD2-A103-3E7968AAEC2B}">
      <dgm:prSet phldrT="[Text]" custT="1"/>
      <dgm:spPr/>
      <dgm:t>
        <a:bodyPr/>
        <a:lstStyle/>
        <a:p>
          <a:pPr algn="ct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סיכום תכונות רגולריות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2B6FA85F-B050-4055-9B27-98FC1BA45F34}" type="parTrans" cxnId="{9BEEAB02-311C-4843-BDF2-4DF8893F3ECA}">
      <dgm:prSet/>
      <dgm:spPr/>
      <dgm:t>
        <a:bodyPr/>
        <a:lstStyle/>
        <a:p>
          <a:pPr algn="ctr" rtl="1"/>
          <a:endParaRPr lang="he-IL"/>
        </a:p>
      </dgm:t>
    </dgm:pt>
    <dgm:pt modelId="{57CCC65A-85EB-466B-BB72-D8B969519594}" type="sibTrans" cxnId="{9BEEAB02-311C-4843-BDF2-4DF8893F3ECA}">
      <dgm:prSet/>
      <dgm:spPr/>
      <dgm:t>
        <a:bodyPr/>
        <a:lstStyle/>
        <a:p>
          <a:pPr algn="ctr" rtl="1"/>
          <a:endParaRPr lang="he-IL"/>
        </a:p>
      </dgm:t>
    </dgm:pt>
    <dgm:pt modelId="{F02E3655-86CD-438D-BE01-CAC3892620BC}">
      <dgm:prSet custT="1"/>
      <dgm:spPr/>
      <dgm:t>
        <a:bodyPr/>
        <a:lstStyle/>
        <a:p>
          <a:pPr algn="ctr" rtl="1"/>
          <a:r>
            <a:rPr lang="he-IL" sz="1800">
              <a:latin typeface="Gisha" panose="020B0502040204020203" pitchFamily="34" charset="-79"/>
              <a:cs typeface="Gisha" panose="020B0502040204020203" pitchFamily="34" charset="-79"/>
            </a:rPr>
            <a:t>תכונות הַתְמָדָה (</a:t>
          </a:r>
          <a:r>
            <a:rPr lang="en-US" sz="1600">
              <a:latin typeface="Gisha" panose="020B0502040204020203" pitchFamily="34" charset="-79"/>
              <a:cs typeface="Gisha" panose="020B0502040204020203" pitchFamily="34" charset="-79"/>
            </a:rPr>
            <a:t>persistence</a:t>
          </a:r>
          <a:r>
            <a:rPr lang="he-IL" sz="1800">
              <a:latin typeface="Gisha" panose="020B0502040204020203" pitchFamily="34" charset="-79"/>
              <a:cs typeface="Gisha" panose="020B0502040204020203" pitchFamily="34" charset="-79"/>
            </a:rPr>
            <a:t>)</a:t>
          </a:r>
          <a:endParaRPr lang="en-US" sz="18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9FBFBAA6-8DC7-4FB4-9F05-331FF28EED23}" type="sibTrans" cxnId="{9FDBD0EE-C0DD-46DF-B530-60862FDDD3A2}">
      <dgm:prSet/>
      <dgm:spPr/>
      <dgm:t>
        <a:bodyPr/>
        <a:lstStyle/>
        <a:p>
          <a:pPr algn="ctr" rtl="1"/>
          <a:endParaRPr lang="he-IL"/>
        </a:p>
      </dgm:t>
    </dgm:pt>
    <dgm:pt modelId="{406360AC-B95E-4A60-AF41-4C841AB1ACBD}" type="parTrans" cxnId="{9FDBD0EE-C0DD-46DF-B530-60862FDDD3A2}">
      <dgm:prSet/>
      <dgm:spPr/>
      <dgm:t>
        <a:bodyPr/>
        <a:lstStyle/>
        <a:p>
          <a:pPr algn="ctr" rtl="1"/>
          <a:endParaRPr lang="he-IL"/>
        </a:p>
      </dgm:t>
    </dgm:pt>
    <dgm:pt modelId="{0C129C61-185E-457A-9524-06AB3800F557}">
      <dgm:prSet custT="1"/>
      <dgm:spPr/>
      <dgm:t>
        <a:bodyPr/>
        <a:lstStyle/>
        <a:p>
          <a:pPr algn="ctr" rtl="1"/>
          <a:r>
            <a:rPr lang="he-IL" sz="1600">
              <a:latin typeface="Gisha" panose="020B0502040204020203" pitchFamily="34" charset="-79"/>
              <a:cs typeface="Gisha" panose="020B0502040204020203" pitchFamily="34" charset="-79"/>
            </a:rPr>
            <a:t>רדוקציה לתכונות הַתְמָדָה</a:t>
          </a:r>
          <a:endParaRPr lang="en-US" sz="16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AA959702-56B1-4398-A74A-5FAD93DA78CC}" type="sibTrans" cxnId="{40B80E48-67E8-4158-8637-410197F80594}">
      <dgm:prSet/>
      <dgm:spPr/>
      <dgm:t>
        <a:bodyPr/>
        <a:lstStyle/>
        <a:p>
          <a:pPr algn="ctr" rtl="1"/>
          <a:endParaRPr lang="he-IL"/>
        </a:p>
      </dgm:t>
    </dgm:pt>
    <dgm:pt modelId="{F5BB1DDD-F6EF-487D-9573-076FF6B86BB3}" type="parTrans" cxnId="{40B80E48-67E8-4158-8637-410197F80594}">
      <dgm:prSet/>
      <dgm:spPr/>
      <dgm:t>
        <a:bodyPr/>
        <a:lstStyle/>
        <a:p>
          <a:pPr algn="ctr" rtl="1"/>
          <a:endParaRPr lang="he-IL"/>
        </a:p>
      </dgm:t>
    </dgm:pt>
    <dgm:pt modelId="{A293F87B-A05E-4F78-8FA2-C023B6146175}" type="pres">
      <dgm:prSet presAssocID="{268E5045-F80D-4251-9166-477E54A6FF0C}" presName="Name0" presStyleCnt="0">
        <dgm:presLayoutVars>
          <dgm:dir/>
          <dgm:animLvl val="lvl"/>
          <dgm:resizeHandles val="exact"/>
        </dgm:presLayoutVars>
      </dgm:prSet>
      <dgm:spPr/>
    </dgm:pt>
    <dgm:pt modelId="{A3950667-C39D-4B9C-B8A2-57652244FC7B}" type="pres">
      <dgm:prSet presAssocID="{B46719A2-0A43-4FD2-A103-3E7968AAEC2B}" presName="boxAndChildren" presStyleCnt="0"/>
      <dgm:spPr/>
    </dgm:pt>
    <dgm:pt modelId="{9220FF02-A69B-4E7C-81EA-CDC806211917}" type="pres">
      <dgm:prSet presAssocID="{B46719A2-0A43-4FD2-A103-3E7968AAEC2B}" presName="parentTextBox" presStyleLbl="node1" presStyleIdx="0" presStyleCnt="4"/>
      <dgm:spPr/>
    </dgm:pt>
    <dgm:pt modelId="{CFE8DA41-8013-4CF8-87E6-379A057E3447}" type="pres">
      <dgm:prSet presAssocID="{C765E09D-412F-436F-9945-F3AEF17EF6BB}" presName="sp" presStyleCnt="0"/>
      <dgm:spPr/>
    </dgm:pt>
    <dgm:pt modelId="{70256B97-6F8A-4543-AA3F-7EF910D14775}" type="pres">
      <dgm:prSet presAssocID="{7EF6208D-0F18-498F-A4FB-E9613A12DF07}" presName="arrowAndChildren" presStyleCnt="0"/>
      <dgm:spPr/>
    </dgm:pt>
    <dgm:pt modelId="{2FF61CB8-4EC5-4724-8DE3-B2112D74AC38}" type="pres">
      <dgm:prSet presAssocID="{7EF6208D-0F18-498F-A4FB-E9613A12DF07}" presName="parentTextArrow" presStyleLbl="node1" presStyleIdx="1" presStyleCnt="4" custLinFactNeighborX="485"/>
      <dgm:spPr/>
    </dgm:pt>
    <dgm:pt modelId="{46C80249-1B39-4072-95E2-91BAE5A3DA7B}" type="pres">
      <dgm:prSet presAssocID="{B2956733-7E18-418B-8B3E-46C1B5A83573}" presName="sp" presStyleCnt="0"/>
      <dgm:spPr/>
    </dgm:pt>
    <dgm:pt modelId="{36CF20E3-3702-4E44-BAF0-F3B2D50A9638}" type="pres">
      <dgm:prSet presAssocID="{4891CBF0-58E0-4743-A889-2AB25C8F32B7}" presName="arrowAndChildren" presStyleCnt="0"/>
      <dgm:spPr/>
    </dgm:pt>
    <dgm:pt modelId="{2048711A-0F20-4342-978C-ABDA129A176B}" type="pres">
      <dgm:prSet presAssocID="{4891CBF0-58E0-4743-A889-2AB25C8F32B7}" presName="parentTextArrow" presStyleLbl="node1" presStyleIdx="1" presStyleCnt="4"/>
      <dgm:spPr/>
    </dgm:pt>
    <dgm:pt modelId="{59A114FE-E153-4B44-BA4D-C08E93C22BB5}" type="pres">
      <dgm:prSet presAssocID="{4891CBF0-58E0-4743-A889-2AB25C8F32B7}" presName="arrow" presStyleLbl="node1" presStyleIdx="2" presStyleCnt="4" custLinFactNeighborX="485"/>
      <dgm:spPr/>
    </dgm:pt>
    <dgm:pt modelId="{B221016E-7C61-4E1E-AF12-7746ABAA1797}" type="pres">
      <dgm:prSet presAssocID="{4891CBF0-58E0-4743-A889-2AB25C8F32B7}" presName="descendantArrow" presStyleCnt="0"/>
      <dgm:spPr/>
    </dgm:pt>
    <dgm:pt modelId="{32DAAEC4-2998-4A13-A2BD-EF8D9E36E149}" type="pres">
      <dgm:prSet presAssocID="{86046EEB-9803-4114-9DA1-8E090D9F62E5}" presName="childTextArrow" presStyleLbl="fgAccFollowNode1" presStyleIdx="0" presStyleCnt="3">
        <dgm:presLayoutVars>
          <dgm:bulletEnabled val="1"/>
        </dgm:presLayoutVars>
      </dgm:prSet>
      <dgm:spPr/>
    </dgm:pt>
    <dgm:pt modelId="{85129528-0AD3-4247-8252-79086CC97200}" type="pres">
      <dgm:prSet presAssocID="{0C129C61-185E-457A-9524-06AB3800F557}" presName="childTextArrow" presStyleLbl="fgAccFollowNode1" presStyleIdx="1" presStyleCnt="3">
        <dgm:presLayoutVars>
          <dgm:bulletEnabled val="1"/>
        </dgm:presLayoutVars>
      </dgm:prSet>
      <dgm:spPr/>
    </dgm:pt>
    <dgm:pt modelId="{CDD36E22-B800-4322-8799-AC4C1687B8F7}" type="pres">
      <dgm:prSet presAssocID="{F02E3655-86CD-438D-BE01-CAC3892620BC}" presName="childTextArrow" presStyleLbl="fgAccFollowNode1" presStyleIdx="2" presStyleCnt="3" custScaleX="119921">
        <dgm:presLayoutVars>
          <dgm:bulletEnabled val="1"/>
        </dgm:presLayoutVars>
      </dgm:prSet>
      <dgm:spPr/>
    </dgm:pt>
    <dgm:pt modelId="{44A49635-8067-44C8-B758-6289D6930FC2}" type="pres">
      <dgm:prSet presAssocID="{47434C3C-211F-4BB7-9D35-8651158F09AD}" presName="sp" presStyleCnt="0"/>
      <dgm:spPr/>
    </dgm:pt>
    <dgm:pt modelId="{A17D33B4-19C3-4E80-8A1F-BAEFDF2C9850}" type="pres">
      <dgm:prSet presAssocID="{810C7596-5982-444A-A894-55C290CED637}" presName="arrowAndChildren" presStyleCnt="0"/>
      <dgm:spPr/>
    </dgm:pt>
    <dgm:pt modelId="{000E4A4D-C217-4BE8-BE9D-4B01BACAF3DD}" type="pres">
      <dgm:prSet presAssocID="{810C7596-5982-444A-A894-55C290CED637}" presName="parentTextArrow" presStyleLbl="node1" presStyleIdx="3" presStyleCnt="4"/>
      <dgm:spPr/>
    </dgm:pt>
  </dgm:ptLst>
  <dgm:cxnLst>
    <dgm:cxn modelId="{9BEEAB02-311C-4843-BDF2-4DF8893F3ECA}" srcId="{268E5045-F80D-4251-9166-477E54A6FF0C}" destId="{B46719A2-0A43-4FD2-A103-3E7968AAEC2B}" srcOrd="3" destOrd="0" parTransId="{2B6FA85F-B050-4055-9B27-98FC1BA45F34}" sibTransId="{57CCC65A-85EB-466B-BB72-D8B969519594}"/>
    <dgm:cxn modelId="{539E6804-53BD-4365-905F-2CD3D19B9D78}" type="presOf" srcId="{0C129C61-185E-457A-9524-06AB3800F557}" destId="{85129528-0AD3-4247-8252-79086CC97200}" srcOrd="0" destOrd="0" presId="urn:microsoft.com/office/officeart/2005/8/layout/process4"/>
    <dgm:cxn modelId="{C837651A-485E-4517-B022-57E6D11CB83B}" type="presOf" srcId="{810C7596-5982-444A-A894-55C290CED637}" destId="{000E4A4D-C217-4BE8-BE9D-4B01BACAF3DD}" srcOrd="0" destOrd="0" presId="urn:microsoft.com/office/officeart/2005/8/layout/process4"/>
    <dgm:cxn modelId="{1A0E911A-BEDA-4383-ACB3-C75805B91F7D}" type="presOf" srcId="{F02E3655-86CD-438D-BE01-CAC3892620BC}" destId="{CDD36E22-B800-4322-8799-AC4C1687B8F7}" srcOrd="0" destOrd="0" presId="urn:microsoft.com/office/officeart/2005/8/layout/process4"/>
    <dgm:cxn modelId="{4187013A-566F-4DAC-A7BB-562DA27FF512}" type="presOf" srcId="{B46719A2-0A43-4FD2-A103-3E7968AAEC2B}" destId="{9220FF02-A69B-4E7C-81EA-CDC806211917}" srcOrd="0" destOrd="0" presId="urn:microsoft.com/office/officeart/2005/8/layout/process4"/>
    <dgm:cxn modelId="{CF34ED61-AD57-4BFE-A437-813F450DF30F}" srcId="{268E5045-F80D-4251-9166-477E54A6FF0C}" destId="{7EF6208D-0F18-498F-A4FB-E9613A12DF07}" srcOrd="2" destOrd="0" parTransId="{1E1EE52F-CF93-47B5-B6A9-29EF4AD0A959}" sibTransId="{C765E09D-412F-436F-9945-F3AEF17EF6BB}"/>
    <dgm:cxn modelId="{40B80E48-67E8-4158-8637-410197F80594}" srcId="{4891CBF0-58E0-4743-A889-2AB25C8F32B7}" destId="{0C129C61-185E-457A-9524-06AB3800F557}" srcOrd="1" destOrd="0" parTransId="{F5BB1DDD-F6EF-487D-9573-076FF6B86BB3}" sibTransId="{AA959702-56B1-4398-A74A-5FAD93DA78CC}"/>
    <dgm:cxn modelId="{047B814A-2057-4304-B245-8676AB639859}" srcId="{268E5045-F80D-4251-9166-477E54A6FF0C}" destId="{810C7596-5982-444A-A894-55C290CED637}" srcOrd="0" destOrd="0" parTransId="{B51CD1B6-20CD-4346-A117-9A100D1FE649}" sibTransId="{47434C3C-211F-4BB7-9D35-8651158F09AD}"/>
    <dgm:cxn modelId="{9B8FAB70-68EF-4C98-9127-45F444D6502F}" srcId="{268E5045-F80D-4251-9166-477E54A6FF0C}" destId="{4891CBF0-58E0-4743-A889-2AB25C8F32B7}" srcOrd="1" destOrd="0" parTransId="{FD0429FB-3D8B-434D-8840-FAA329356221}" sibTransId="{B2956733-7E18-418B-8B3E-46C1B5A83573}"/>
    <dgm:cxn modelId="{7AB98F55-F5A2-4C0E-B940-B8E62070EF32}" type="presOf" srcId="{4891CBF0-58E0-4743-A889-2AB25C8F32B7}" destId="{2048711A-0F20-4342-978C-ABDA129A176B}" srcOrd="0" destOrd="0" presId="urn:microsoft.com/office/officeart/2005/8/layout/process4"/>
    <dgm:cxn modelId="{0A56ADA5-FB62-4D44-BFFF-9D5DAD015FB8}" type="presOf" srcId="{86046EEB-9803-4114-9DA1-8E090D9F62E5}" destId="{32DAAEC4-2998-4A13-A2BD-EF8D9E36E149}" srcOrd="0" destOrd="0" presId="urn:microsoft.com/office/officeart/2005/8/layout/process4"/>
    <dgm:cxn modelId="{99B41BAB-EF5C-44F9-90A8-382695D7CB49}" type="presOf" srcId="{4891CBF0-58E0-4743-A889-2AB25C8F32B7}" destId="{59A114FE-E153-4B44-BA4D-C08E93C22BB5}" srcOrd="1" destOrd="0" presId="urn:microsoft.com/office/officeart/2005/8/layout/process4"/>
    <dgm:cxn modelId="{D9FE42C9-A609-4AF7-AC27-CBCEF41A5DB5}" srcId="{4891CBF0-58E0-4743-A889-2AB25C8F32B7}" destId="{86046EEB-9803-4114-9DA1-8E090D9F62E5}" srcOrd="0" destOrd="0" parTransId="{E9949BF4-6B78-4691-B866-045BDED0FA0A}" sibTransId="{25A288BF-E0D0-49FF-B5D7-D19B1E3B84FE}"/>
    <dgm:cxn modelId="{BB8CF7EA-9254-44F7-B42D-59AED88B36C8}" type="presOf" srcId="{7EF6208D-0F18-498F-A4FB-E9613A12DF07}" destId="{2FF61CB8-4EC5-4724-8DE3-B2112D74AC38}" srcOrd="0" destOrd="0" presId="urn:microsoft.com/office/officeart/2005/8/layout/process4"/>
    <dgm:cxn modelId="{9FDBD0EE-C0DD-46DF-B530-60862FDDD3A2}" srcId="{4891CBF0-58E0-4743-A889-2AB25C8F32B7}" destId="{F02E3655-86CD-438D-BE01-CAC3892620BC}" srcOrd="2" destOrd="0" parTransId="{406360AC-B95E-4A60-AF41-4C841AB1ACBD}" sibTransId="{9FBFBAA6-8DC7-4FB4-9F05-331FF28EED23}"/>
    <dgm:cxn modelId="{6FE10BF8-513F-4ABF-81A9-55B2DDFB9E63}" type="presOf" srcId="{268E5045-F80D-4251-9166-477E54A6FF0C}" destId="{A293F87B-A05E-4F78-8FA2-C023B6146175}" srcOrd="0" destOrd="0" presId="urn:microsoft.com/office/officeart/2005/8/layout/process4"/>
    <dgm:cxn modelId="{D65179D5-D230-4A50-80E5-A44DB0A76CF2}" type="presParOf" srcId="{A293F87B-A05E-4F78-8FA2-C023B6146175}" destId="{A3950667-C39D-4B9C-B8A2-57652244FC7B}" srcOrd="0" destOrd="0" presId="urn:microsoft.com/office/officeart/2005/8/layout/process4"/>
    <dgm:cxn modelId="{EABCF79C-BE1E-4F9B-8EFA-2AA68BB94F1F}" type="presParOf" srcId="{A3950667-C39D-4B9C-B8A2-57652244FC7B}" destId="{9220FF02-A69B-4E7C-81EA-CDC806211917}" srcOrd="0" destOrd="0" presId="urn:microsoft.com/office/officeart/2005/8/layout/process4"/>
    <dgm:cxn modelId="{1338C9A0-F4FA-4346-9E2A-497E8DFD6794}" type="presParOf" srcId="{A293F87B-A05E-4F78-8FA2-C023B6146175}" destId="{CFE8DA41-8013-4CF8-87E6-379A057E3447}" srcOrd="1" destOrd="0" presId="urn:microsoft.com/office/officeart/2005/8/layout/process4"/>
    <dgm:cxn modelId="{A7E62C58-1364-43CC-9B98-4830DBDE2749}" type="presParOf" srcId="{A293F87B-A05E-4F78-8FA2-C023B6146175}" destId="{70256B97-6F8A-4543-AA3F-7EF910D14775}" srcOrd="2" destOrd="0" presId="urn:microsoft.com/office/officeart/2005/8/layout/process4"/>
    <dgm:cxn modelId="{8C5FA4BE-98E7-4E6D-9EE2-8CD1CF9FB615}" type="presParOf" srcId="{70256B97-6F8A-4543-AA3F-7EF910D14775}" destId="{2FF61CB8-4EC5-4724-8DE3-B2112D74AC38}" srcOrd="0" destOrd="0" presId="urn:microsoft.com/office/officeart/2005/8/layout/process4"/>
    <dgm:cxn modelId="{292439B9-9F65-4D08-8025-B57EBD8D0732}" type="presParOf" srcId="{A293F87B-A05E-4F78-8FA2-C023B6146175}" destId="{46C80249-1B39-4072-95E2-91BAE5A3DA7B}" srcOrd="3" destOrd="0" presId="urn:microsoft.com/office/officeart/2005/8/layout/process4"/>
    <dgm:cxn modelId="{8799447E-4C59-4B14-BFE1-3BA0A97CD8C4}" type="presParOf" srcId="{A293F87B-A05E-4F78-8FA2-C023B6146175}" destId="{36CF20E3-3702-4E44-BAF0-F3B2D50A9638}" srcOrd="4" destOrd="0" presId="urn:microsoft.com/office/officeart/2005/8/layout/process4"/>
    <dgm:cxn modelId="{4B6FF25D-FFF5-41DD-8007-8EC5E269690E}" type="presParOf" srcId="{36CF20E3-3702-4E44-BAF0-F3B2D50A9638}" destId="{2048711A-0F20-4342-978C-ABDA129A176B}" srcOrd="0" destOrd="0" presId="urn:microsoft.com/office/officeart/2005/8/layout/process4"/>
    <dgm:cxn modelId="{BDC97C43-B436-4A8E-B328-794A2AC249F9}" type="presParOf" srcId="{36CF20E3-3702-4E44-BAF0-F3B2D50A9638}" destId="{59A114FE-E153-4B44-BA4D-C08E93C22BB5}" srcOrd="1" destOrd="0" presId="urn:microsoft.com/office/officeart/2005/8/layout/process4"/>
    <dgm:cxn modelId="{AD69F7DB-13C3-4F66-A1F4-2F39FE37C281}" type="presParOf" srcId="{36CF20E3-3702-4E44-BAF0-F3B2D50A9638}" destId="{B221016E-7C61-4E1E-AF12-7746ABAA1797}" srcOrd="2" destOrd="0" presId="urn:microsoft.com/office/officeart/2005/8/layout/process4"/>
    <dgm:cxn modelId="{E0A7131E-16CF-4CAE-990D-CEC8BB494CDD}" type="presParOf" srcId="{B221016E-7C61-4E1E-AF12-7746ABAA1797}" destId="{32DAAEC4-2998-4A13-A2BD-EF8D9E36E149}" srcOrd="0" destOrd="0" presId="urn:microsoft.com/office/officeart/2005/8/layout/process4"/>
    <dgm:cxn modelId="{CF7ED91C-45D6-4179-BE43-55D289D2DD89}" type="presParOf" srcId="{B221016E-7C61-4E1E-AF12-7746ABAA1797}" destId="{85129528-0AD3-4247-8252-79086CC97200}" srcOrd="1" destOrd="0" presId="urn:microsoft.com/office/officeart/2005/8/layout/process4"/>
    <dgm:cxn modelId="{CF1895F7-48A2-49F2-AD88-5B979A8A1B7C}" type="presParOf" srcId="{B221016E-7C61-4E1E-AF12-7746ABAA1797}" destId="{CDD36E22-B800-4322-8799-AC4C1687B8F7}" srcOrd="2" destOrd="0" presId="urn:microsoft.com/office/officeart/2005/8/layout/process4"/>
    <dgm:cxn modelId="{7A3F1252-F6DD-4C33-8D6A-48AE1BAF1181}" type="presParOf" srcId="{A293F87B-A05E-4F78-8FA2-C023B6146175}" destId="{44A49635-8067-44C8-B758-6289D6930FC2}" srcOrd="5" destOrd="0" presId="urn:microsoft.com/office/officeart/2005/8/layout/process4"/>
    <dgm:cxn modelId="{D23FB411-683D-49AA-8133-AFFDEECC22D3}" type="presParOf" srcId="{A293F87B-A05E-4F78-8FA2-C023B6146175}" destId="{A17D33B4-19C3-4E80-8A1F-BAEFDF2C9850}" srcOrd="6" destOrd="0" presId="urn:microsoft.com/office/officeart/2005/8/layout/process4"/>
    <dgm:cxn modelId="{8EE72F64-A615-4C76-B47A-41D5DCD5CEFC}" type="presParOf" srcId="{A17D33B4-19C3-4E80-8A1F-BAEFDF2C9850}" destId="{000E4A4D-C217-4BE8-BE9D-4B01BACAF3D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8E5045-F80D-4251-9166-477E54A6FF0C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0C7596-5982-444A-A894-55C290CED637}">
      <dgm:prSet phldrT="[Text]" custT="1"/>
      <dgm:spPr/>
      <dgm:t>
        <a:bodyPr/>
        <a:lstStyle/>
        <a:p>
          <a:pPr algn="ct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תזכורת: בדיקה תכונות בטיחות רגולריות	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B51CD1B6-20CD-4346-A117-9A100D1FE649}" type="parTrans" cxnId="{047B814A-2057-4304-B245-8676AB639859}">
      <dgm:prSet/>
      <dgm:spPr/>
      <dgm:t>
        <a:bodyPr/>
        <a:lstStyle/>
        <a:p>
          <a:pPr algn="ctr"/>
          <a:endParaRPr lang="en-US" sz="1400"/>
        </a:p>
      </dgm:t>
    </dgm:pt>
    <dgm:pt modelId="{47434C3C-211F-4BB7-9D35-8651158F09AD}" type="sibTrans" cxnId="{047B814A-2057-4304-B245-8676AB639859}">
      <dgm:prSet/>
      <dgm:spPr/>
      <dgm:t>
        <a:bodyPr/>
        <a:lstStyle/>
        <a:p>
          <a:pPr algn="ctr"/>
          <a:endParaRPr lang="en-US" sz="1400"/>
        </a:p>
      </dgm:t>
    </dgm:pt>
    <dgm:pt modelId="{4891CBF0-58E0-4743-A889-2AB25C8F32B7}">
      <dgm:prSet phldrT="[Text]" custT="1"/>
      <dgm:spPr>
        <a:blipFill>
          <a:blip xmlns:r="http://schemas.openxmlformats.org/officeDocument/2006/relationships" r:embed="rId1"/>
          <a:stretch>
            <a:fillRect t="-8621"/>
          </a:stretch>
        </a:blipFill>
      </dgm:spPr>
      <dgm:t>
        <a:bodyPr/>
        <a:lstStyle/>
        <a:p>
          <a:r>
            <a:rPr lang="LID4096">
              <a:noFill/>
            </a:rPr>
            <a:t> </a:t>
          </a:r>
        </a:p>
      </dgm:t>
    </dgm:pt>
    <dgm:pt modelId="{FD0429FB-3D8B-434D-8840-FAA329356221}" type="parTrans" cxnId="{9B8FAB70-68EF-4C98-9127-45F444D6502F}">
      <dgm:prSet/>
      <dgm:spPr/>
      <dgm:t>
        <a:bodyPr/>
        <a:lstStyle/>
        <a:p>
          <a:pPr algn="ctr" rtl="1"/>
          <a:endParaRPr lang="he-IL" sz="1400"/>
        </a:p>
      </dgm:t>
    </dgm:pt>
    <dgm:pt modelId="{B2956733-7E18-418B-8B3E-46C1B5A83573}" type="sibTrans" cxnId="{9B8FAB70-68EF-4C98-9127-45F444D6502F}">
      <dgm:prSet/>
      <dgm:spPr/>
      <dgm:t>
        <a:bodyPr/>
        <a:lstStyle/>
        <a:p>
          <a:pPr algn="ctr" rtl="1"/>
          <a:endParaRPr lang="he-IL" sz="1400"/>
        </a:p>
      </dgm:t>
    </dgm:pt>
    <dgm:pt modelId="{7EF6208D-0F18-498F-A4FB-E9613A12DF07}">
      <dgm:prSet phldrT="[Text]" custT="1"/>
      <dgm:spPr/>
      <dgm:t>
        <a:bodyPr/>
        <a:lstStyle/>
        <a:p>
          <a:pPr algn="ct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חיפוש </a:t>
          </a:r>
          <a:r>
            <a:rPr lang="en-US" sz="3200">
              <a:latin typeface="Gisha" panose="020B0502040204020203" pitchFamily="34" charset="-79"/>
              <a:cs typeface="Gisha" panose="020B0502040204020203" pitchFamily="34" charset="-79"/>
            </a:rPr>
            <a:t>DFS</a:t>
          </a:r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 מקונן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1E1EE52F-CF93-47B5-B6A9-29EF4AD0A959}" type="parTrans" cxnId="{CF34ED61-AD57-4BFE-A437-813F450DF30F}">
      <dgm:prSet/>
      <dgm:spPr/>
      <dgm:t>
        <a:bodyPr/>
        <a:lstStyle/>
        <a:p>
          <a:pPr algn="ctr" rtl="1"/>
          <a:endParaRPr lang="he-IL" sz="1400"/>
        </a:p>
      </dgm:t>
    </dgm:pt>
    <dgm:pt modelId="{C765E09D-412F-436F-9945-F3AEF17EF6BB}" type="sibTrans" cxnId="{CF34ED61-AD57-4BFE-A437-813F450DF30F}">
      <dgm:prSet/>
      <dgm:spPr/>
      <dgm:t>
        <a:bodyPr/>
        <a:lstStyle/>
        <a:p>
          <a:pPr algn="ctr" rtl="1"/>
          <a:endParaRPr lang="he-IL" sz="1400"/>
        </a:p>
      </dgm:t>
    </dgm:pt>
    <dgm:pt modelId="{86046EEB-9803-4114-9DA1-8E090D9F62E5}">
      <dgm:prSet custT="1"/>
      <dgm:spPr/>
      <dgm:t>
        <a:bodyPr/>
        <a:lstStyle/>
        <a:p>
          <a:pPr algn="ctr" rtl="1"/>
          <a:r>
            <a:rPr lang="he-IL" sz="1600">
              <a:latin typeface="Gisha" panose="020B0502040204020203" pitchFamily="34" charset="-79"/>
              <a:cs typeface="Gisha" panose="020B0502040204020203" pitchFamily="34" charset="-79"/>
            </a:rPr>
            <a:t>בדיקת תכונות הַתְמָדָה</a:t>
          </a:r>
          <a:endParaRPr lang="en-US" sz="16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E9949BF4-6B78-4691-B866-045BDED0FA0A}" type="parTrans" cxnId="{D9FE42C9-A609-4AF7-AC27-CBCEF41A5DB5}">
      <dgm:prSet/>
      <dgm:spPr/>
      <dgm:t>
        <a:bodyPr/>
        <a:lstStyle/>
        <a:p>
          <a:pPr algn="ctr" rtl="1"/>
          <a:endParaRPr lang="he-IL"/>
        </a:p>
      </dgm:t>
    </dgm:pt>
    <dgm:pt modelId="{25A288BF-E0D0-49FF-B5D7-D19B1E3B84FE}" type="sibTrans" cxnId="{D9FE42C9-A609-4AF7-AC27-CBCEF41A5DB5}">
      <dgm:prSet/>
      <dgm:spPr/>
      <dgm:t>
        <a:bodyPr/>
        <a:lstStyle/>
        <a:p>
          <a:pPr algn="ctr" rtl="1"/>
          <a:endParaRPr lang="he-IL"/>
        </a:p>
      </dgm:t>
    </dgm:pt>
    <dgm:pt modelId="{B46719A2-0A43-4FD2-A103-3E7968AAEC2B}">
      <dgm:prSet phldrT="[Text]" custT="1"/>
      <dgm:spPr/>
      <dgm:t>
        <a:bodyPr/>
        <a:lstStyle/>
        <a:p>
          <a:pPr algn="ct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סיכום תכונות רגולריות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2B6FA85F-B050-4055-9B27-98FC1BA45F34}" type="parTrans" cxnId="{9BEEAB02-311C-4843-BDF2-4DF8893F3ECA}">
      <dgm:prSet/>
      <dgm:spPr/>
      <dgm:t>
        <a:bodyPr/>
        <a:lstStyle/>
        <a:p>
          <a:pPr algn="ctr" rtl="1"/>
          <a:endParaRPr lang="he-IL"/>
        </a:p>
      </dgm:t>
    </dgm:pt>
    <dgm:pt modelId="{57CCC65A-85EB-466B-BB72-D8B969519594}" type="sibTrans" cxnId="{9BEEAB02-311C-4843-BDF2-4DF8893F3ECA}">
      <dgm:prSet/>
      <dgm:spPr/>
      <dgm:t>
        <a:bodyPr/>
        <a:lstStyle/>
        <a:p>
          <a:pPr algn="ctr" rtl="1"/>
          <a:endParaRPr lang="he-IL"/>
        </a:p>
      </dgm:t>
    </dgm:pt>
    <dgm:pt modelId="{F02E3655-86CD-438D-BE01-CAC3892620BC}">
      <dgm:prSet custT="1"/>
      <dgm:spPr/>
      <dgm:t>
        <a:bodyPr/>
        <a:lstStyle/>
        <a:p>
          <a:pPr algn="ctr" rtl="1"/>
          <a:r>
            <a:rPr lang="he-IL" sz="1800">
              <a:latin typeface="Gisha" panose="020B0502040204020203" pitchFamily="34" charset="-79"/>
              <a:cs typeface="Gisha" panose="020B0502040204020203" pitchFamily="34" charset="-79"/>
            </a:rPr>
            <a:t>תכונות הַתְמָדָה (</a:t>
          </a:r>
          <a:r>
            <a:rPr lang="en-US" sz="1600">
              <a:latin typeface="Gisha" panose="020B0502040204020203" pitchFamily="34" charset="-79"/>
              <a:cs typeface="Gisha" panose="020B0502040204020203" pitchFamily="34" charset="-79"/>
            </a:rPr>
            <a:t>persistence</a:t>
          </a:r>
          <a:r>
            <a:rPr lang="he-IL" sz="1800">
              <a:latin typeface="Gisha" panose="020B0502040204020203" pitchFamily="34" charset="-79"/>
              <a:cs typeface="Gisha" panose="020B0502040204020203" pitchFamily="34" charset="-79"/>
            </a:rPr>
            <a:t>)</a:t>
          </a:r>
          <a:endParaRPr lang="en-US" sz="18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9FBFBAA6-8DC7-4FB4-9F05-331FF28EED23}" type="sibTrans" cxnId="{9FDBD0EE-C0DD-46DF-B530-60862FDDD3A2}">
      <dgm:prSet/>
      <dgm:spPr/>
      <dgm:t>
        <a:bodyPr/>
        <a:lstStyle/>
        <a:p>
          <a:pPr algn="ctr" rtl="1"/>
          <a:endParaRPr lang="he-IL"/>
        </a:p>
      </dgm:t>
    </dgm:pt>
    <dgm:pt modelId="{406360AC-B95E-4A60-AF41-4C841AB1ACBD}" type="parTrans" cxnId="{9FDBD0EE-C0DD-46DF-B530-60862FDDD3A2}">
      <dgm:prSet/>
      <dgm:spPr/>
      <dgm:t>
        <a:bodyPr/>
        <a:lstStyle/>
        <a:p>
          <a:pPr algn="ctr" rtl="1"/>
          <a:endParaRPr lang="he-IL"/>
        </a:p>
      </dgm:t>
    </dgm:pt>
    <dgm:pt modelId="{0C129C61-185E-457A-9524-06AB3800F557}">
      <dgm:prSet custT="1"/>
      <dgm:spPr/>
      <dgm:t>
        <a:bodyPr/>
        <a:lstStyle/>
        <a:p>
          <a:pPr algn="ctr" rtl="1"/>
          <a:r>
            <a:rPr lang="he-IL" sz="1600">
              <a:latin typeface="Gisha" panose="020B0502040204020203" pitchFamily="34" charset="-79"/>
              <a:cs typeface="Gisha" panose="020B0502040204020203" pitchFamily="34" charset="-79"/>
            </a:rPr>
            <a:t>רדוקציה לתכונות הַתְמָדָה</a:t>
          </a:r>
          <a:endParaRPr lang="en-US" sz="16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AA959702-56B1-4398-A74A-5FAD93DA78CC}" type="sibTrans" cxnId="{40B80E48-67E8-4158-8637-410197F80594}">
      <dgm:prSet/>
      <dgm:spPr/>
      <dgm:t>
        <a:bodyPr/>
        <a:lstStyle/>
        <a:p>
          <a:pPr algn="ctr" rtl="1"/>
          <a:endParaRPr lang="he-IL"/>
        </a:p>
      </dgm:t>
    </dgm:pt>
    <dgm:pt modelId="{F5BB1DDD-F6EF-487D-9573-076FF6B86BB3}" type="parTrans" cxnId="{40B80E48-67E8-4158-8637-410197F80594}">
      <dgm:prSet/>
      <dgm:spPr/>
      <dgm:t>
        <a:bodyPr/>
        <a:lstStyle/>
        <a:p>
          <a:pPr algn="ctr" rtl="1"/>
          <a:endParaRPr lang="he-IL"/>
        </a:p>
      </dgm:t>
    </dgm:pt>
    <dgm:pt modelId="{A293F87B-A05E-4F78-8FA2-C023B6146175}" type="pres">
      <dgm:prSet presAssocID="{268E5045-F80D-4251-9166-477E54A6FF0C}" presName="Name0" presStyleCnt="0">
        <dgm:presLayoutVars>
          <dgm:dir/>
          <dgm:animLvl val="lvl"/>
          <dgm:resizeHandles val="exact"/>
        </dgm:presLayoutVars>
      </dgm:prSet>
      <dgm:spPr/>
    </dgm:pt>
    <dgm:pt modelId="{A3950667-C39D-4B9C-B8A2-57652244FC7B}" type="pres">
      <dgm:prSet presAssocID="{B46719A2-0A43-4FD2-A103-3E7968AAEC2B}" presName="boxAndChildren" presStyleCnt="0"/>
      <dgm:spPr/>
    </dgm:pt>
    <dgm:pt modelId="{9220FF02-A69B-4E7C-81EA-CDC806211917}" type="pres">
      <dgm:prSet presAssocID="{B46719A2-0A43-4FD2-A103-3E7968AAEC2B}" presName="parentTextBox" presStyleLbl="node1" presStyleIdx="0" presStyleCnt="4"/>
      <dgm:spPr/>
    </dgm:pt>
    <dgm:pt modelId="{CFE8DA41-8013-4CF8-87E6-379A057E3447}" type="pres">
      <dgm:prSet presAssocID="{C765E09D-412F-436F-9945-F3AEF17EF6BB}" presName="sp" presStyleCnt="0"/>
      <dgm:spPr/>
    </dgm:pt>
    <dgm:pt modelId="{70256B97-6F8A-4543-AA3F-7EF910D14775}" type="pres">
      <dgm:prSet presAssocID="{7EF6208D-0F18-498F-A4FB-E9613A12DF07}" presName="arrowAndChildren" presStyleCnt="0"/>
      <dgm:spPr/>
    </dgm:pt>
    <dgm:pt modelId="{2FF61CB8-4EC5-4724-8DE3-B2112D74AC38}" type="pres">
      <dgm:prSet presAssocID="{7EF6208D-0F18-498F-A4FB-E9613A12DF07}" presName="parentTextArrow" presStyleLbl="node1" presStyleIdx="1" presStyleCnt="4" custLinFactNeighborX="485"/>
      <dgm:spPr/>
    </dgm:pt>
    <dgm:pt modelId="{46C80249-1B39-4072-95E2-91BAE5A3DA7B}" type="pres">
      <dgm:prSet presAssocID="{B2956733-7E18-418B-8B3E-46C1B5A83573}" presName="sp" presStyleCnt="0"/>
      <dgm:spPr/>
    </dgm:pt>
    <dgm:pt modelId="{36CF20E3-3702-4E44-BAF0-F3B2D50A9638}" type="pres">
      <dgm:prSet presAssocID="{4891CBF0-58E0-4743-A889-2AB25C8F32B7}" presName="arrowAndChildren" presStyleCnt="0"/>
      <dgm:spPr/>
    </dgm:pt>
    <dgm:pt modelId="{2048711A-0F20-4342-978C-ABDA129A176B}" type="pres">
      <dgm:prSet presAssocID="{4891CBF0-58E0-4743-A889-2AB25C8F32B7}" presName="parentTextArrow" presStyleLbl="node1" presStyleIdx="1" presStyleCnt="4"/>
      <dgm:spPr/>
    </dgm:pt>
    <dgm:pt modelId="{59A114FE-E153-4B44-BA4D-C08E93C22BB5}" type="pres">
      <dgm:prSet presAssocID="{4891CBF0-58E0-4743-A889-2AB25C8F32B7}" presName="arrow" presStyleLbl="node1" presStyleIdx="2" presStyleCnt="4" custLinFactNeighborX="485"/>
      <dgm:spPr/>
    </dgm:pt>
    <dgm:pt modelId="{B221016E-7C61-4E1E-AF12-7746ABAA1797}" type="pres">
      <dgm:prSet presAssocID="{4891CBF0-58E0-4743-A889-2AB25C8F32B7}" presName="descendantArrow" presStyleCnt="0"/>
      <dgm:spPr/>
    </dgm:pt>
    <dgm:pt modelId="{32DAAEC4-2998-4A13-A2BD-EF8D9E36E149}" type="pres">
      <dgm:prSet presAssocID="{86046EEB-9803-4114-9DA1-8E090D9F62E5}" presName="childTextArrow" presStyleLbl="fgAccFollowNode1" presStyleIdx="0" presStyleCnt="3">
        <dgm:presLayoutVars>
          <dgm:bulletEnabled val="1"/>
        </dgm:presLayoutVars>
      </dgm:prSet>
      <dgm:spPr/>
    </dgm:pt>
    <dgm:pt modelId="{85129528-0AD3-4247-8252-79086CC97200}" type="pres">
      <dgm:prSet presAssocID="{0C129C61-185E-457A-9524-06AB3800F557}" presName="childTextArrow" presStyleLbl="fgAccFollowNode1" presStyleIdx="1" presStyleCnt="3">
        <dgm:presLayoutVars>
          <dgm:bulletEnabled val="1"/>
        </dgm:presLayoutVars>
      </dgm:prSet>
      <dgm:spPr/>
    </dgm:pt>
    <dgm:pt modelId="{CDD36E22-B800-4322-8799-AC4C1687B8F7}" type="pres">
      <dgm:prSet presAssocID="{F02E3655-86CD-438D-BE01-CAC3892620BC}" presName="childTextArrow" presStyleLbl="fgAccFollowNode1" presStyleIdx="2" presStyleCnt="3" custScaleX="119921">
        <dgm:presLayoutVars>
          <dgm:bulletEnabled val="1"/>
        </dgm:presLayoutVars>
      </dgm:prSet>
      <dgm:spPr/>
    </dgm:pt>
    <dgm:pt modelId="{44A49635-8067-44C8-B758-6289D6930FC2}" type="pres">
      <dgm:prSet presAssocID="{47434C3C-211F-4BB7-9D35-8651158F09AD}" presName="sp" presStyleCnt="0"/>
      <dgm:spPr/>
    </dgm:pt>
    <dgm:pt modelId="{A17D33B4-19C3-4E80-8A1F-BAEFDF2C9850}" type="pres">
      <dgm:prSet presAssocID="{810C7596-5982-444A-A894-55C290CED637}" presName="arrowAndChildren" presStyleCnt="0"/>
      <dgm:spPr/>
    </dgm:pt>
    <dgm:pt modelId="{000E4A4D-C217-4BE8-BE9D-4B01BACAF3DD}" type="pres">
      <dgm:prSet presAssocID="{810C7596-5982-444A-A894-55C290CED637}" presName="parentTextArrow" presStyleLbl="node1" presStyleIdx="3" presStyleCnt="4"/>
      <dgm:spPr/>
    </dgm:pt>
  </dgm:ptLst>
  <dgm:cxnLst>
    <dgm:cxn modelId="{9BEEAB02-311C-4843-BDF2-4DF8893F3ECA}" srcId="{268E5045-F80D-4251-9166-477E54A6FF0C}" destId="{B46719A2-0A43-4FD2-A103-3E7968AAEC2B}" srcOrd="3" destOrd="0" parTransId="{2B6FA85F-B050-4055-9B27-98FC1BA45F34}" sibTransId="{57CCC65A-85EB-466B-BB72-D8B969519594}"/>
    <dgm:cxn modelId="{539E6804-53BD-4365-905F-2CD3D19B9D78}" type="presOf" srcId="{0C129C61-185E-457A-9524-06AB3800F557}" destId="{85129528-0AD3-4247-8252-79086CC97200}" srcOrd="0" destOrd="0" presId="urn:microsoft.com/office/officeart/2005/8/layout/process4"/>
    <dgm:cxn modelId="{C837651A-485E-4517-B022-57E6D11CB83B}" type="presOf" srcId="{810C7596-5982-444A-A894-55C290CED637}" destId="{000E4A4D-C217-4BE8-BE9D-4B01BACAF3DD}" srcOrd="0" destOrd="0" presId="urn:microsoft.com/office/officeart/2005/8/layout/process4"/>
    <dgm:cxn modelId="{1A0E911A-BEDA-4383-ACB3-C75805B91F7D}" type="presOf" srcId="{F02E3655-86CD-438D-BE01-CAC3892620BC}" destId="{CDD36E22-B800-4322-8799-AC4C1687B8F7}" srcOrd="0" destOrd="0" presId="urn:microsoft.com/office/officeart/2005/8/layout/process4"/>
    <dgm:cxn modelId="{4187013A-566F-4DAC-A7BB-562DA27FF512}" type="presOf" srcId="{B46719A2-0A43-4FD2-A103-3E7968AAEC2B}" destId="{9220FF02-A69B-4E7C-81EA-CDC806211917}" srcOrd="0" destOrd="0" presId="urn:microsoft.com/office/officeart/2005/8/layout/process4"/>
    <dgm:cxn modelId="{CF34ED61-AD57-4BFE-A437-813F450DF30F}" srcId="{268E5045-F80D-4251-9166-477E54A6FF0C}" destId="{7EF6208D-0F18-498F-A4FB-E9613A12DF07}" srcOrd="2" destOrd="0" parTransId="{1E1EE52F-CF93-47B5-B6A9-29EF4AD0A959}" sibTransId="{C765E09D-412F-436F-9945-F3AEF17EF6BB}"/>
    <dgm:cxn modelId="{40B80E48-67E8-4158-8637-410197F80594}" srcId="{4891CBF0-58E0-4743-A889-2AB25C8F32B7}" destId="{0C129C61-185E-457A-9524-06AB3800F557}" srcOrd="1" destOrd="0" parTransId="{F5BB1DDD-F6EF-487D-9573-076FF6B86BB3}" sibTransId="{AA959702-56B1-4398-A74A-5FAD93DA78CC}"/>
    <dgm:cxn modelId="{047B814A-2057-4304-B245-8676AB639859}" srcId="{268E5045-F80D-4251-9166-477E54A6FF0C}" destId="{810C7596-5982-444A-A894-55C290CED637}" srcOrd="0" destOrd="0" parTransId="{B51CD1B6-20CD-4346-A117-9A100D1FE649}" sibTransId="{47434C3C-211F-4BB7-9D35-8651158F09AD}"/>
    <dgm:cxn modelId="{9B8FAB70-68EF-4C98-9127-45F444D6502F}" srcId="{268E5045-F80D-4251-9166-477E54A6FF0C}" destId="{4891CBF0-58E0-4743-A889-2AB25C8F32B7}" srcOrd="1" destOrd="0" parTransId="{FD0429FB-3D8B-434D-8840-FAA329356221}" sibTransId="{B2956733-7E18-418B-8B3E-46C1B5A83573}"/>
    <dgm:cxn modelId="{7AB98F55-F5A2-4C0E-B940-B8E62070EF32}" type="presOf" srcId="{4891CBF0-58E0-4743-A889-2AB25C8F32B7}" destId="{2048711A-0F20-4342-978C-ABDA129A176B}" srcOrd="0" destOrd="0" presId="urn:microsoft.com/office/officeart/2005/8/layout/process4"/>
    <dgm:cxn modelId="{0A56ADA5-FB62-4D44-BFFF-9D5DAD015FB8}" type="presOf" srcId="{86046EEB-9803-4114-9DA1-8E090D9F62E5}" destId="{32DAAEC4-2998-4A13-A2BD-EF8D9E36E149}" srcOrd="0" destOrd="0" presId="urn:microsoft.com/office/officeart/2005/8/layout/process4"/>
    <dgm:cxn modelId="{99B41BAB-EF5C-44F9-90A8-382695D7CB49}" type="presOf" srcId="{4891CBF0-58E0-4743-A889-2AB25C8F32B7}" destId="{59A114FE-E153-4B44-BA4D-C08E93C22BB5}" srcOrd="1" destOrd="0" presId="urn:microsoft.com/office/officeart/2005/8/layout/process4"/>
    <dgm:cxn modelId="{D9FE42C9-A609-4AF7-AC27-CBCEF41A5DB5}" srcId="{4891CBF0-58E0-4743-A889-2AB25C8F32B7}" destId="{86046EEB-9803-4114-9DA1-8E090D9F62E5}" srcOrd="0" destOrd="0" parTransId="{E9949BF4-6B78-4691-B866-045BDED0FA0A}" sibTransId="{25A288BF-E0D0-49FF-B5D7-D19B1E3B84FE}"/>
    <dgm:cxn modelId="{BB8CF7EA-9254-44F7-B42D-59AED88B36C8}" type="presOf" srcId="{7EF6208D-0F18-498F-A4FB-E9613A12DF07}" destId="{2FF61CB8-4EC5-4724-8DE3-B2112D74AC38}" srcOrd="0" destOrd="0" presId="urn:microsoft.com/office/officeart/2005/8/layout/process4"/>
    <dgm:cxn modelId="{9FDBD0EE-C0DD-46DF-B530-60862FDDD3A2}" srcId="{4891CBF0-58E0-4743-A889-2AB25C8F32B7}" destId="{F02E3655-86CD-438D-BE01-CAC3892620BC}" srcOrd="2" destOrd="0" parTransId="{406360AC-B95E-4A60-AF41-4C841AB1ACBD}" sibTransId="{9FBFBAA6-8DC7-4FB4-9F05-331FF28EED23}"/>
    <dgm:cxn modelId="{6FE10BF8-513F-4ABF-81A9-55B2DDFB9E63}" type="presOf" srcId="{268E5045-F80D-4251-9166-477E54A6FF0C}" destId="{A293F87B-A05E-4F78-8FA2-C023B6146175}" srcOrd="0" destOrd="0" presId="urn:microsoft.com/office/officeart/2005/8/layout/process4"/>
    <dgm:cxn modelId="{D65179D5-D230-4A50-80E5-A44DB0A76CF2}" type="presParOf" srcId="{A293F87B-A05E-4F78-8FA2-C023B6146175}" destId="{A3950667-C39D-4B9C-B8A2-57652244FC7B}" srcOrd="0" destOrd="0" presId="urn:microsoft.com/office/officeart/2005/8/layout/process4"/>
    <dgm:cxn modelId="{EABCF79C-BE1E-4F9B-8EFA-2AA68BB94F1F}" type="presParOf" srcId="{A3950667-C39D-4B9C-B8A2-57652244FC7B}" destId="{9220FF02-A69B-4E7C-81EA-CDC806211917}" srcOrd="0" destOrd="0" presId="urn:microsoft.com/office/officeart/2005/8/layout/process4"/>
    <dgm:cxn modelId="{1338C9A0-F4FA-4346-9E2A-497E8DFD6794}" type="presParOf" srcId="{A293F87B-A05E-4F78-8FA2-C023B6146175}" destId="{CFE8DA41-8013-4CF8-87E6-379A057E3447}" srcOrd="1" destOrd="0" presId="urn:microsoft.com/office/officeart/2005/8/layout/process4"/>
    <dgm:cxn modelId="{A7E62C58-1364-43CC-9B98-4830DBDE2749}" type="presParOf" srcId="{A293F87B-A05E-4F78-8FA2-C023B6146175}" destId="{70256B97-6F8A-4543-AA3F-7EF910D14775}" srcOrd="2" destOrd="0" presId="urn:microsoft.com/office/officeart/2005/8/layout/process4"/>
    <dgm:cxn modelId="{8C5FA4BE-98E7-4E6D-9EE2-8CD1CF9FB615}" type="presParOf" srcId="{70256B97-6F8A-4543-AA3F-7EF910D14775}" destId="{2FF61CB8-4EC5-4724-8DE3-B2112D74AC38}" srcOrd="0" destOrd="0" presId="urn:microsoft.com/office/officeart/2005/8/layout/process4"/>
    <dgm:cxn modelId="{292439B9-9F65-4D08-8025-B57EBD8D0732}" type="presParOf" srcId="{A293F87B-A05E-4F78-8FA2-C023B6146175}" destId="{46C80249-1B39-4072-95E2-91BAE5A3DA7B}" srcOrd="3" destOrd="0" presId="urn:microsoft.com/office/officeart/2005/8/layout/process4"/>
    <dgm:cxn modelId="{8799447E-4C59-4B14-BFE1-3BA0A97CD8C4}" type="presParOf" srcId="{A293F87B-A05E-4F78-8FA2-C023B6146175}" destId="{36CF20E3-3702-4E44-BAF0-F3B2D50A9638}" srcOrd="4" destOrd="0" presId="urn:microsoft.com/office/officeart/2005/8/layout/process4"/>
    <dgm:cxn modelId="{4B6FF25D-FFF5-41DD-8007-8EC5E269690E}" type="presParOf" srcId="{36CF20E3-3702-4E44-BAF0-F3B2D50A9638}" destId="{2048711A-0F20-4342-978C-ABDA129A176B}" srcOrd="0" destOrd="0" presId="urn:microsoft.com/office/officeart/2005/8/layout/process4"/>
    <dgm:cxn modelId="{BDC97C43-B436-4A8E-B328-794A2AC249F9}" type="presParOf" srcId="{36CF20E3-3702-4E44-BAF0-F3B2D50A9638}" destId="{59A114FE-E153-4B44-BA4D-C08E93C22BB5}" srcOrd="1" destOrd="0" presId="urn:microsoft.com/office/officeart/2005/8/layout/process4"/>
    <dgm:cxn modelId="{AD69F7DB-13C3-4F66-A1F4-2F39FE37C281}" type="presParOf" srcId="{36CF20E3-3702-4E44-BAF0-F3B2D50A9638}" destId="{B221016E-7C61-4E1E-AF12-7746ABAA1797}" srcOrd="2" destOrd="0" presId="urn:microsoft.com/office/officeart/2005/8/layout/process4"/>
    <dgm:cxn modelId="{E0A7131E-16CF-4CAE-990D-CEC8BB494CDD}" type="presParOf" srcId="{B221016E-7C61-4E1E-AF12-7746ABAA1797}" destId="{32DAAEC4-2998-4A13-A2BD-EF8D9E36E149}" srcOrd="0" destOrd="0" presId="urn:microsoft.com/office/officeart/2005/8/layout/process4"/>
    <dgm:cxn modelId="{CF7ED91C-45D6-4179-BE43-55D289D2DD89}" type="presParOf" srcId="{B221016E-7C61-4E1E-AF12-7746ABAA1797}" destId="{85129528-0AD3-4247-8252-79086CC97200}" srcOrd="1" destOrd="0" presId="urn:microsoft.com/office/officeart/2005/8/layout/process4"/>
    <dgm:cxn modelId="{CF1895F7-48A2-49F2-AD88-5B979A8A1B7C}" type="presParOf" srcId="{B221016E-7C61-4E1E-AF12-7746ABAA1797}" destId="{CDD36E22-B800-4322-8799-AC4C1687B8F7}" srcOrd="2" destOrd="0" presId="urn:microsoft.com/office/officeart/2005/8/layout/process4"/>
    <dgm:cxn modelId="{7A3F1252-F6DD-4C33-8D6A-48AE1BAF1181}" type="presParOf" srcId="{A293F87B-A05E-4F78-8FA2-C023B6146175}" destId="{44A49635-8067-44C8-B758-6289D6930FC2}" srcOrd="5" destOrd="0" presId="urn:microsoft.com/office/officeart/2005/8/layout/process4"/>
    <dgm:cxn modelId="{D23FB411-683D-49AA-8133-AFFDEECC22D3}" type="presParOf" srcId="{A293F87B-A05E-4F78-8FA2-C023B6146175}" destId="{A17D33B4-19C3-4E80-8A1F-BAEFDF2C9850}" srcOrd="6" destOrd="0" presId="urn:microsoft.com/office/officeart/2005/8/layout/process4"/>
    <dgm:cxn modelId="{8EE72F64-A615-4C76-B47A-41D5DCD5CEFC}" type="presParOf" srcId="{A17D33B4-19C3-4E80-8A1F-BAEFDF2C9850}" destId="{000E4A4D-C217-4BE8-BE9D-4B01BACAF3D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68E5045-F80D-4251-9166-477E54A6FF0C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0C7596-5982-444A-A894-55C290CED637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ct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בדיקה תכונות בטיחות רגולריות	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B51CD1B6-20CD-4346-A117-9A100D1FE649}" type="parTrans" cxnId="{047B814A-2057-4304-B245-8676AB639859}">
      <dgm:prSet/>
      <dgm:spPr/>
      <dgm:t>
        <a:bodyPr/>
        <a:lstStyle/>
        <a:p>
          <a:pPr algn="ctr"/>
          <a:endParaRPr lang="en-US" sz="1400"/>
        </a:p>
      </dgm:t>
    </dgm:pt>
    <dgm:pt modelId="{47434C3C-211F-4BB7-9D35-8651158F09AD}" type="sibTrans" cxnId="{047B814A-2057-4304-B245-8676AB639859}">
      <dgm:prSet/>
      <dgm:spPr/>
      <dgm:t>
        <a:bodyPr/>
        <a:lstStyle/>
        <a:p>
          <a:pPr algn="ctr"/>
          <a:endParaRPr lang="en-US" sz="1400"/>
        </a:p>
      </dgm:t>
    </dgm:pt>
    <mc:AlternateContent xmlns:mc="http://schemas.openxmlformats.org/markup-compatibility/2006" xmlns:a14="http://schemas.microsoft.com/office/drawing/2010/main">
      <mc:Choice Requires="a14">
        <dgm:pt modelId="{4891CBF0-58E0-4743-A889-2AB25C8F32B7}">
          <dgm:prSet phldrT="[Text]" custT="1"/>
          <dgm:spPr/>
          <dgm:t>
            <a:bodyPr/>
            <a:lstStyle/>
            <a:p>
              <a:pPr algn="ctr" rtl="1"/>
              <a:r>
                <a:rPr lang="he-IL" sz="3200">
                  <a:latin typeface="Gisha" panose="020B0502040204020203" pitchFamily="34" charset="-79"/>
                  <a:cs typeface="Gisha" panose="020B0502040204020203" pitchFamily="34" charset="-79"/>
                </a:rPr>
                <a:t>בדיקת תכונות</a:t>
              </a:r>
              <a14:m>
                <m:oMath xmlns:m="http://schemas.openxmlformats.org/officeDocument/2006/math">
                  <m:r>
                    <a:rPr lang="en-US" sz="3200" b="0" i="1" smtClean="0">
                      <a:latin typeface="Cambria Math" panose="02040503050406030204" pitchFamily="18" charset="0"/>
                      <a:cs typeface="Gisha" panose="020B0502040204020203" pitchFamily="34" charset="-79"/>
                    </a:rPr>
                    <m:t>𝜔</m:t>
                  </m:r>
                </m:oMath>
              </a14:m>
              <a:r>
                <a:rPr lang="en-US" sz="3200">
                  <a:latin typeface="Gisha" panose="020B0502040204020203" pitchFamily="34" charset="-79"/>
                  <a:cs typeface="Gisha" panose="020B0502040204020203" pitchFamily="34" charset="-79"/>
                </a:rPr>
                <a:t> </a:t>
              </a:r>
              <a:r>
                <a:rPr lang="he-IL" sz="3200">
                  <a:latin typeface="Gisha" panose="020B0502040204020203" pitchFamily="34" charset="-79"/>
                  <a:cs typeface="Gisha" panose="020B0502040204020203" pitchFamily="34" charset="-79"/>
                </a:rPr>
                <a:t>-רגולריות</a:t>
              </a:r>
              <a:endParaRPr lang="en-US" sz="3200">
                <a:latin typeface="Gisha" panose="020B0502040204020203" pitchFamily="34" charset="-79"/>
                <a:cs typeface="Gisha" panose="020B0502040204020203" pitchFamily="34" charset="-79"/>
              </a:endParaRPr>
            </a:p>
          </dgm:t>
        </dgm:pt>
      </mc:Choice>
      <mc:Fallback xmlns="">
        <dgm:pt modelId="{4891CBF0-58E0-4743-A889-2AB25C8F32B7}">
          <dgm:prSet phldrT="[Text]" custT="1"/>
          <dgm:spPr/>
          <dgm:t>
            <a:bodyPr/>
            <a:lstStyle/>
            <a:p>
              <a:pPr algn="ctr" rtl="1"/>
              <a:r>
                <a:rPr lang="he-IL" sz="3200">
                  <a:latin typeface="Gisha" panose="020B0502040204020203" pitchFamily="34" charset="-79"/>
                  <a:cs typeface="Gisha" panose="020B0502040204020203" pitchFamily="34" charset="-79"/>
                </a:rPr>
                <a:t>בדיקת תכונות</a:t>
              </a:r>
              <a:r>
                <a:rPr lang="en-US" sz="3200" b="0" i="0">
                  <a:latin typeface="Cambria Math" panose="02040503050406030204" pitchFamily="18" charset="0"/>
                  <a:cs typeface="Gisha" panose="020B0502040204020203" pitchFamily="34" charset="-79"/>
                </a:rPr>
                <a:t>𝜔</a:t>
              </a:r>
              <a:r>
                <a:rPr lang="en-US" sz="3200">
                  <a:latin typeface="Gisha" panose="020B0502040204020203" pitchFamily="34" charset="-79"/>
                  <a:cs typeface="Gisha" panose="020B0502040204020203" pitchFamily="34" charset="-79"/>
                </a:rPr>
                <a:t> </a:t>
              </a:r>
              <a:r>
                <a:rPr lang="he-IL" sz="3200">
                  <a:latin typeface="Gisha" panose="020B0502040204020203" pitchFamily="34" charset="-79"/>
                  <a:cs typeface="Gisha" panose="020B0502040204020203" pitchFamily="34" charset="-79"/>
                </a:rPr>
                <a:t>-רגולריות</a:t>
              </a:r>
              <a:endParaRPr lang="en-US" sz="3200">
                <a:latin typeface="Gisha" panose="020B0502040204020203" pitchFamily="34" charset="-79"/>
                <a:cs typeface="Gisha" panose="020B0502040204020203" pitchFamily="34" charset="-79"/>
              </a:endParaRPr>
            </a:p>
          </dgm:t>
        </dgm:pt>
      </mc:Fallback>
    </mc:AlternateContent>
    <dgm:pt modelId="{FD0429FB-3D8B-434D-8840-FAA329356221}" type="parTrans" cxnId="{9B8FAB70-68EF-4C98-9127-45F444D6502F}">
      <dgm:prSet/>
      <dgm:spPr/>
      <dgm:t>
        <a:bodyPr/>
        <a:lstStyle/>
        <a:p>
          <a:pPr algn="ctr" rtl="1"/>
          <a:endParaRPr lang="he-IL" sz="1400"/>
        </a:p>
      </dgm:t>
    </dgm:pt>
    <dgm:pt modelId="{B2956733-7E18-418B-8B3E-46C1B5A83573}" type="sibTrans" cxnId="{9B8FAB70-68EF-4C98-9127-45F444D6502F}">
      <dgm:prSet/>
      <dgm:spPr/>
      <dgm:t>
        <a:bodyPr/>
        <a:lstStyle/>
        <a:p>
          <a:pPr algn="ctr" rtl="1"/>
          <a:endParaRPr lang="he-IL" sz="1400"/>
        </a:p>
      </dgm:t>
    </dgm:pt>
    <dgm:pt modelId="{7EF6208D-0F18-498F-A4FB-E9613A12DF07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ct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חיפוש </a:t>
          </a:r>
          <a:r>
            <a:rPr lang="en-US" sz="3200">
              <a:latin typeface="Gisha" panose="020B0502040204020203" pitchFamily="34" charset="-79"/>
              <a:cs typeface="Gisha" panose="020B0502040204020203" pitchFamily="34" charset="-79"/>
            </a:rPr>
            <a:t>DFS</a:t>
          </a:r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 מקונן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1E1EE52F-CF93-47B5-B6A9-29EF4AD0A959}" type="parTrans" cxnId="{CF34ED61-AD57-4BFE-A437-813F450DF30F}">
      <dgm:prSet/>
      <dgm:spPr/>
      <dgm:t>
        <a:bodyPr/>
        <a:lstStyle/>
        <a:p>
          <a:pPr algn="ctr" rtl="1"/>
          <a:endParaRPr lang="he-IL" sz="1400"/>
        </a:p>
      </dgm:t>
    </dgm:pt>
    <dgm:pt modelId="{C765E09D-412F-436F-9945-F3AEF17EF6BB}" type="sibTrans" cxnId="{CF34ED61-AD57-4BFE-A437-813F450DF30F}">
      <dgm:prSet/>
      <dgm:spPr/>
      <dgm:t>
        <a:bodyPr/>
        <a:lstStyle/>
        <a:p>
          <a:pPr algn="ctr" rtl="1"/>
          <a:endParaRPr lang="he-IL" sz="1400"/>
        </a:p>
      </dgm:t>
    </dgm:pt>
    <dgm:pt modelId="{86046EEB-9803-4114-9DA1-8E090D9F62E5}">
      <dgm:prSet custT="1"/>
      <dgm:spPr/>
      <dgm:t>
        <a:bodyPr/>
        <a:lstStyle/>
        <a:p>
          <a:pPr algn="ctr" rtl="1"/>
          <a:r>
            <a:rPr lang="he-IL" sz="1800">
              <a:latin typeface="Gisha" panose="020B0502040204020203" pitchFamily="34" charset="-79"/>
              <a:cs typeface="Gisha" panose="020B0502040204020203" pitchFamily="34" charset="-79"/>
            </a:rPr>
            <a:t>בדיקת תכונות הַתְמָדָה</a:t>
          </a:r>
          <a:endParaRPr lang="en-US" sz="18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E9949BF4-6B78-4691-B866-045BDED0FA0A}" type="parTrans" cxnId="{D9FE42C9-A609-4AF7-AC27-CBCEF41A5DB5}">
      <dgm:prSet/>
      <dgm:spPr/>
      <dgm:t>
        <a:bodyPr/>
        <a:lstStyle/>
        <a:p>
          <a:pPr algn="ctr" rtl="1"/>
          <a:endParaRPr lang="he-IL"/>
        </a:p>
      </dgm:t>
    </dgm:pt>
    <dgm:pt modelId="{25A288BF-E0D0-49FF-B5D7-D19B1E3B84FE}" type="sibTrans" cxnId="{D9FE42C9-A609-4AF7-AC27-CBCEF41A5DB5}">
      <dgm:prSet/>
      <dgm:spPr/>
      <dgm:t>
        <a:bodyPr/>
        <a:lstStyle/>
        <a:p>
          <a:pPr algn="ctr" rtl="1"/>
          <a:endParaRPr lang="he-IL"/>
        </a:p>
      </dgm:t>
    </dgm:pt>
    <dgm:pt modelId="{B46719A2-0A43-4FD2-A103-3E7968AAEC2B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ct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סיכום תכונות רגולריות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2B6FA85F-B050-4055-9B27-98FC1BA45F34}" type="parTrans" cxnId="{9BEEAB02-311C-4843-BDF2-4DF8893F3ECA}">
      <dgm:prSet/>
      <dgm:spPr/>
      <dgm:t>
        <a:bodyPr/>
        <a:lstStyle/>
        <a:p>
          <a:pPr algn="ctr" rtl="1"/>
          <a:endParaRPr lang="he-IL"/>
        </a:p>
      </dgm:t>
    </dgm:pt>
    <dgm:pt modelId="{57CCC65A-85EB-466B-BB72-D8B969519594}" type="sibTrans" cxnId="{9BEEAB02-311C-4843-BDF2-4DF8893F3ECA}">
      <dgm:prSet/>
      <dgm:spPr/>
      <dgm:t>
        <a:bodyPr/>
        <a:lstStyle/>
        <a:p>
          <a:pPr algn="ctr" rtl="1"/>
          <a:endParaRPr lang="he-IL"/>
        </a:p>
      </dgm:t>
    </dgm:pt>
    <dgm:pt modelId="{F02E3655-86CD-438D-BE01-CAC3892620BC}">
      <dgm:prSet custT="1"/>
      <dgm:spPr/>
      <dgm:t>
        <a:bodyPr/>
        <a:lstStyle/>
        <a:p>
          <a:pPr algn="ctr" rtl="1"/>
          <a:r>
            <a:rPr lang="he-IL" sz="1800">
              <a:latin typeface="Gisha" panose="020B0502040204020203" pitchFamily="34" charset="-79"/>
              <a:cs typeface="Gisha" panose="020B0502040204020203" pitchFamily="34" charset="-79"/>
            </a:rPr>
            <a:t>תכונות הַתְמָדָה (</a:t>
          </a:r>
          <a:r>
            <a:rPr lang="en-US" sz="1800">
              <a:latin typeface="Gisha" panose="020B0502040204020203" pitchFamily="34" charset="-79"/>
              <a:cs typeface="Gisha" panose="020B0502040204020203" pitchFamily="34" charset="-79"/>
            </a:rPr>
            <a:t>persistence</a:t>
          </a:r>
          <a:r>
            <a:rPr lang="he-IL" sz="1800">
              <a:latin typeface="Gisha" panose="020B0502040204020203" pitchFamily="34" charset="-79"/>
              <a:cs typeface="Gisha" panose="020B0502040204020203" pitchFamily="34" charset="-79"/>
            </a:rPr>
            <a:t>)</a:t>
          </a:r>
          <a:endParaRPr lang="en-US" sz="18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9FBFBAA6-8DC7-4FB4-9F05-331FF28EED23}" type="sibTrans" cxnId="{9FDBD0EE-C0DD-46DF-B530-60862FDDD3A2}">
      <dgm:prSet/>
      <dgm:spPr/>
      <dgm:t>
        <a:bodyPr/>
        <a:lstStyle/>
        <a:p>
          <a:pPr algn="ctr" rtl="1"/>
          <a:endParaRPr lang="he-IL"/>
        </a:p>
      </dgm:t>
    </dgm:pt>
    <dgm:pt modelId="{406360AC-B95E-4A60-AF41-4C841AB1ACBD}" type="parTrans" cxnId="{9FDBD0EE-C0DD-46DF-B530-60862FDDD3A2}">
      <dgm:prSet/>
      <dgm:spPr/>
      <dgm:t>
        <a:bodyPr/>
        <a:lstStyle/>
        <a:p>
          <a:pPr algn="ctr" rtl="1"/>
          <a:endParaRPr lang="he-IL"/>
        </a:p>
      </dgm:t>
    </dgm:pt>
    <dgm:pt modelId="{0C129C61-185E-457A-9524-06AB3800F557}">
      <dgm:prSet custT="1"/>
      <dgm:spPr/>
      <dgm:t>
        <a:bodyPr/>
        <a:lstStyle/>
        <a:p>
          <a:pPr algn="ctr" rtl="1"/>
          <a:r>
            <a:rPr lang="he-IL" sz="1800">
              <a:latin typeface="Gisha" panose="020B0502040204020203" pitchFamily="34" charset="-79"/>
              <a:cs typeface="Gisha" panose="020B0502040204020203" pitchFamily="34" charset="-79"/>
            </a:rPr>
            <a:t>רדוקציה לתכונות הַתְמָדָה</a:t>
          </a:r>
          <a:endParaRPr lang="en-US" sz="18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AA959702-56B1-4398-A74A-5FAD93DA78CC}" type="sibTrans" cxnId="{40B80E48-67E8-4158-8637-410197F80594}">
      <dgm:prSet/>
      <dgm:spPr/>
      <dgm:t>
        <a:bodyPr/>
        <a:lstStyle/>
        <a:p>
          <a:pPr algn="ctr" rtl="1"/>
          <a:endParaRPr lang="he-IL"/>
        </a:p>
      </dgm:t>
    </dgm:pt>
    <dgm:pt modelId="{F5BB1DDD-F6EF-487D-9573-076FF6B86BB3}" type="parTrans" cxnId="{40B80E48-67E8-4158-8637-410197F80594}">
      <dgm:prSet/>
      <dgm:spPr/>
      <dgm:t>
        <a:bodyPr/>
        <a:lstStyle/>
        <a:p>
          <a:pPr algn="ctr" rtl="1"/>
          <a:endParaRPr lang="he-IL"/>
        </a:p>
      </dgm:t>
    </dgm:pt>
    <dgm:pt modelId="{A293F87B-A05E-4F78-8FA2-C023B6146175}" type="pres">
      <dgm:prSet presAssocID="{268E5045-F80D-4251-9166-477E54A6FF0C}" presName="Name0" presStyleCnt="0">
        <dgm:presLayoutVars>
          <dgm:dir/>
          <dgm:animLvl val="lvl"/>
          <dgm:resizeHandles val="exact"/>
        </dgm:presLayoutVars>
      </dgm:prSet>
      <dgm:spPr/>
    </dgm:pt>
    <dgm:pt modelId="{A3950667-C39D-4B9C-B8A2-57652244FC7B}" type="pres">
      <dgm:prSet presAssocID="{B46719A2-0A43-4FD2-A103-3E7968AAEC2B}" presName="boxAndChildren" presStyleCnt="0"/>
      <dgm:spPr/>
    </dgm:pt>
    <dgm:pt modelId="{9220FF02-A69B-4E7C-81EA-CDC806211917}" type="pres">
      <dgm:prSet presAssocID="{B46719A2-0A43-4FD2-A103-3E7968AAEC2B}" presName="parentTextBox" presStyleLbl="node1" presStyleIdx="0" presStyleCnt="4"/>
      <dgm:spPr/>
    </dgm:pt>
    <dgm:pt modelId="{CFE8DA41-8013-4CF8-87E6-379A057E3447}" type="pres">
      <dgm:prSet presAssocID="{C765E09D-412F-436F-9945-F3AEF17EF6BB}" presName="sp" presStyleCnt="0"/>
      <dgm:spPr/>
    </dgm:pt>
    <dgm:pt modelId="{70256B97-6F8A-4543-AA3F-7EF910D14775}" type="pres">
      <dgm:prSet presAssocID="{7EF6208D-0F18-498F-A4FB-E9613A12DF07}" presName="arrowAndChildren" presStyleCnt="0"/>
      <dgm:spPr/>
    </dgm:pt>
    <dgm:pt modelId="{2FF61CB8-4EC5-4724-8DE3-B2112D74AC38}" type="pres">
      <dgm:prSet presAssocID="{7EF6208D-0F18-498F-A4FB-E9613A12DF07}" presName="parentTextArrow" presStyleLbl="node1" presStyleIdx="1" presStyleCnt="4"/>
      <dgm:spPr/>
    </dgm:pt>
    <dgm:pt modelId="{46C80249-1B39-4072-95E2-91BAE5A3DA7B}" type="pres">
      <dgm:prSet presAssocID="{B2956733-7E18-418B-8B3E-46C1B5A83573}" presName="sp" presStyleCnt="0"/>
      <dgm:spPr/>
    </dgm:pt>
    <dgm:pt modelId="{36CF20E3-3702-4E44-BAF0-F3B2D50A9638}" type="pres">
      <dgm:prSet presAssocID="{4891CBF0-58E0-4743-A889-2AB25C8F32B7}" presName="arrowAndChildren" presStyleCnt="0"/>
      <dgm:spPr/>
    </dgm:pt>
    <dgm:pt modelId="{2048711A-0F20-4342-978C-ABDA129A176B}" type="pres">
      <dgm:prSet presAssocID="{4891CBF0-58E0-4743-A889-2AB25C8F32B7}" presName="parentTextArrow" presStyleLbl="node1" presStyleIdx="1" presStyleCnt="4"/>
      <dgm:spPr/>
    </dgm:pt>
    <dgm:pt modelId="{59A114FE-E153-4B44-BA4D-C08E93C22BB5}" type="pres">
      <dgm:prSet presAssocID="{4891CBF0-58E0-4743-A889-2AB25C8F32B7}" presName="arrow" presStyleLbl="node1" presStyleIdx="2" presStyleCnt="4"/>
      <dgm:spPr/>
    </dgm:pt>
    <dgm:pt modelId="{B221016E-7C61-4E1E-AF12-7746ABAA1797}" type="pres">
      <dgm:prSet presAssocID="{4891CBF0-58E0-4743-A889-2AB25C8F32B7}" presName="descendantArrow" presStyleCnt="0"/>
      <dgm:spPr/>
    </dgm:pt>
    <dgm:pt modelId="{32DAAEC4-2998-4A13-A2BD-EF8D9E36E149}" type="pres">
      <dgm:prSet presAssocID="{86046EEB-9803-4114-9DA1-8E090D9F62E5}" presName="childTextArrow" presStyleLbl="fgAccFollowNode1" presStyleIdx="0" presStyleCnt="3">
        <dgm:presLayoutVars>
          <dgm:bulletEnabled val="1"/>
        </dgm:presLayoutVars>
      </dgm:prSet>
      <dgm:spPr/>
    </dgm:pt>
    <dgm:pt modelId="{85129528-0AD3-4247-8252-79086CC97200}" type="pres">
      <dgm:prSet presAssocID="{0C129C61-185E-457A-9524-06AB3800F557}" presName="childTextArrow" presStyleLbl="fgAccFollowNode1" presStyleIdx="1" presStyleCnt="3" custScaleX="120598">
        <dgm:presLayoutVars>
          <dgm:bulletEnabled val="1"/>
        </dgm:presLayoutVars>
      </dgm:prSet>
      <dgm:spPr/>
    </dgm:pt>
    <dgm:pt modelId="{CDD36E22-B800-4322-8799-AC4C1687B8F7}" type="pres">
      <dgm:prSet presAssocID="{F02E3655-86CD-438D-BE01-CAC3892620BC}" presName="childTextArrow" presStyleLbl="fgAccFollowNode1" presStyleIdx="2" presStyleCnt="3" custScaleX="119921">
        <dgm:presLayoutVars>
          <dgm:bulletEnabled val="1"/>
        </dgm:presLayoutVars>
      </dgm:prSet>
      <dgm:spPr/>
    </dgm:pt>
    <dgm:pt modelId="{44A49635-8067-44C8-B758-6289D6930FC2}" type="pres">
      <dgm:prSet presAssocID="{47434C3C-211F-4BB7-9D35-8651158F09AD}" presName="sp" presStyleCnt="0"/>
      <dgm:spPr/>
    </dgm:pt>
    <dgm:pt modelId="{A17D33B4-19C3-4E80-8A1F-BAEFDF2C9850}" type="pres">
      <dgm:prSet presAssocID="{810C7596-5982-444A-A894-55C290CED637}" presName="arrowAndChildren" presStyleCnt="0"/>
      <dgm:spPr/>
    </dgm:pt>
    <dgm:pt modelId="{000E4A4D-C217-4BE8-BE9D-4B01BACAF3DD}" type="pres">
      <dgm:prSet presAssocID="{810C7596-5982-444A-A894-55C290CED637}" presName="parentTextArrow" presStyleLbl="node1" presStyleIdx="3" presStyleCnt="4"/>
      <dgm:spPr/>
    </dgm:pt>
  </dgm:ptLst>
  <dgm:cxnLst>
    <dgm:cxn modelId="{9BEEAB02-311C-4843-BDF2-4DF8893F3ECA}" srcId="{268E5045-F80D-4251-9166-477E54A6FF0C}" destId="{B46719A2-0A43-4FD2-A103-3E7968AAEC2B}" srcOrd="3" destOrd="0" parTransId="{2B6FA85F-B050-4055-9B27-98FC1BA45F34}" sibTransId="{57CCC65A-85EB-466B-BB72-D8B969519594}"/>
    <dgm:cxn modelId="{E3CF301A-136F-45A8-A999-8DF8721AD847}" type="presOf" srcId="{0C129C61-185E-457A-9524-06AB3800F557}" destId="{85129528-0AD3-4247-8252-79086CC97200}" srcOrd="0" destOrd="0" presId="urn:microsoft.com/office/officeart/2005/8/layout/process4"/>
    <dgm:cxn modelId="{40EB2C26-E0C1-49F9-8FE7-333D4B348AC8}" type="presOf" srcId="{7EF6208D-0F18-498F-A4FB-E9613A12DF07}" destId="{2FF61CB8-4EC5-4724-8DE3-B2112D74AC38}" srcOrd="0" destOrd="0" presId="urn:microsoft.com/office/officeart/2005/8/layout/process4"/>
    <dgm:cxn modelId="{49FD862F-5D16-4C93-A505-AC0F6FA386AA}" type="presOf" srcId="{268E5045-F80D-4251-9166-477E54A6FF0C}" destId="{A293F87B-A05E-4F78-8FA2-C023B6146175}" srcOrd="0" destOrd="0" presId="urn:microsoft.com/office/officeart/2005/8/layout/process4"/>
    <dgm:cxn modelId="{CF34ED61-AD57-4BFE-A437-813F450DF30F}" srcId="{268E5045-F80D-4251-9166-477E54A6FF0C}" destId="{7EF6208D-0F18-498F-A4FB-E9613A12DF07}" srcOrd="2" destOrd="0" parTransId="{1E1EE52F-CF93-47B5-B6A9-29EF4AD0A959}" sibTransId="{C765E09D-412F-436F-9945-F3AEF17EF6BB}"/>
    <dgm:cxn modelId="{40B80E48-67E8-4158-8637-410197F80594}" srcId="{4891CBF0-58E0-4743-A889-2AB25C8F32B7}" destId="{0C129C61-185E-457A-9524-06AB3800F557}" srcOrd="1" destOrd="0" parTransId="{F5BB1DDD-F6EF-487D-9573-076FF6B86BB3}" sibTransId="{AA959702-56B1-4398-A74A-5FAD93DA78CC}"/>
    <dgm:cxn modelId="{047B814A-2057-4304-B245-8676AB639859}" srcId="{268E5045-F80D-4251-9166-477E54A6FF0C}" destId="{810C7596-5982-444A-A894-55C290CED637}" srcOrd="0" destOrd="0" parTransId="{B51CD1B6-20CD-4346-A117-9A100D1FE649}" sibTransId="{47434C3C-211F-4BB7-9D35-8651158F09AD}"/>
    <dgm:cxn modelId="{9B8FAB70-68EF-4C98-9127-45F444D6502F}" srcId="{268E5045-F80D-4251-9166-477E54A6FF0C}" destId="{4891CBF0-58E0-4743-A889-2AB25C8F32B7}" srcOrd="1" destOrd="0" parTransId="{FD0429FB-3D8B-434D-8840-FAA329356221}" sibTransId="{B2956733-7E18-418B-8B3E-46C1B5A83573}"/>
    <dgm:cxn modelId="{AF717671-DECD-49A8-B120-BB84AC69009D}" type="presOf" srcId="{4891CBF0-58E0-4743-A889-2AB25C8F32B7}" destId="{59A114FE-E153-4B44-BA4D-C08E93C22BB5}" srcOrd="1" destOrd="0" presId="urn:microsoft.com/office/officeart/2005/8/layout/process4"/>
    <dgm:cxn modelId="{79E2B372-D423-4792-ADEA-534FDDD65F18}" type="presOf" srcId="{F02E3655-86CD-438D-BE01-CAC3892620BC}" destId="{CDD36E22-B800-4322-8799-AC4C1687B8F7}" srcOrd="0" destOrd="0" presId="urn:microsoft.com/office/officeart/2005/8/layout/process4"/>
    <dgm:cxn modelId="{630B3376-208D-4994-B7EF-FCBC2195D26F}" type="presOf" srcId="{86046EEB-9803-4114-9DA1-8E090D9F62E5}" destId="{32DAAEC4-2998-4A13-A2BD-EF8D9E36E149}" srcOrd="0" destOrd="0" presId="urn:microsoft.com/office/officeart/2005/8/layout/process4"/>
    <dgm:cxn modelId="{6522CB9C-69EA-40A4-86FA-BBF65D311042}" type="presOf" srcId="{B46719A2-0A43-4FD2-A103-3E7968AAEC2B}" destId="{9220FF02-A69B-4E7C-81EA-CDC806211917}" srcOrd="0" destOrd="0" presId="urn:microsoft.com/office/officeart/2005/8/layout/process4"/>
    <dgm:cxn modelId="{C8AB3FBE-4266-40FB-A1C1-7CC5E378ECFA}" type="presOf" srcId="{4891CBF0-58E0-4743-A889-2AB25C8F32B7}" destId="{2048711A-0F20-4342-978C-ABDA129A176B}" srcOrd="0" destOrd="0" presId="urn:microsoft.com/office/officeart/2005/8/layout/process4"/>
    <dgm:cxn modelId="{D9FE42C9-A609-4AF7-AC27-CBCEF41A5DB5}" srcId="{4891CBF0-58E0-4743-A889-2AB25C8F32B7}" destId="{86046EEB-9803-4114-9DA1-8E090D9F62E5}" srcOrd="0" destOrd="0" parTransId="{E9949BF4-6B78-4691-B866-045BDED0FA0A}" sibTransId="{25A288BF-E0D0-49FF-B5D7-D19B1E3B84FE}"/>
    <dgm:cxn modelId="{DE46C8CC-9A92-4C5C-890E-055D60E5AA88}" type="presOf" srcId="{810C7596-5982-444A-A894-55C290CED637}" destId="{000E4A4D-C217-4BE8-BE9D-4B01BACAF3DD}" srcOrd="0" destOrd="0" presId="urn:microsoft.com/office/officeart/2005/8/layout/process4"/>
    <dgm:cxn modelId="{9FDBD0EE-C0DD-46DF-B530-60862FDDD3A2}" srcId="{4891CBF0-58E0-4743-A889-2AB25C8F32B7}" destId="{F02E3655-86CD-438D-BE01-CAC3892620BC}" srcOrd="2" destOrd="0" parTransId="{406360AC-B95E-4A60-AF41-4C841AB1ACBD}" sibTransId="{9FBFBAA6-8DC7-4FB4-9F05-331FF28EED23}"/>
    <dgm:cxn modelId="{22C9F88F-CFB0-482D-B081-BDAB8077B80D}" type="presParOf" srcId="{A293F87B-A05E-4F78-8FA2-C023B6146175}" destId="{A3950667-C39D-4B9C-B8A2-57652244FC7B}" srcOrd="0" destOrd="0" presId="urn:microsoft.com/office/officeart/2005/8/layout/process4"/>
    <dgm:cxn modelId="{6C78C0A2-17C4-4064-A54B-B62456E31218}" type="presParOf" srcId="{A3950667-C39D-4B9C-B8A2-57652244FC7B}" destId="{9220FF02-A69B-4E7C-81EA-CDC806211917}" srcOrd="0" destOrd="0" presId="urn:microsoft.com/office/officeart/2005/8/layout/process4"/>
    <dgm:cxn modelId="{87D27CA8-6613-4D0C-B851-DD6BF37A95D4}" type="presParOf" srcId="{A293F87B-A05E-4F78-8FA2-C023B6146175}" destId="{CFE8DA41-8013-4CF8-87E6-379A057E3447}" srcOrd="1" destOrd="0" presId="urn:microsoft.com/office/officeart/2005/8/layout/process4"/>
    <dgm:cxn modelId="{F9118B12-278A-4F99-AC47-65012505E571}" type="presParOf" srcId="{A293F87B-A05E-4F78-8FA2-C023B6146175}" destId="{70256B97-6F8A-4543-AA3F-7EF910D14775}" srcOrd="2" destOrd="0" presId="urn:microsoft.com/office/officeart/2005/8/layout/process4"/>
    <dgm:cxn modelId="{ACB1AD08-7F60-4D7C-B383-DBA5CAB4E578}" type="presParOf" srcId="{70256B97-6F8A-4543-AA3F-7EF910D14775}" destId="{2FF61CB8-4EC5-4724-8DE3-B2112D74AC38}" srcOrd="0" destOrd="0" presId="urn:microsoft.com/office/officeart/2005/8/layout/process4"/>
    <dgm:cxn modelId="{9C776EFE-85DF-43B8-A391-5B613E59F77E}" type="presParOf" srcId="{A293F87B-A05E-4F78-8FA2-C023B6146175}" destId="{46C80249-1B39-4072-95E2-91BAE5A3DA7B}" srcOrd="3" destOrd="0" presId="urn:microsoft.com/office/officeart/2005/8/layout/process4"/>
    <dgm:cxn modelId="{DBC116CA-D427-40C4-B856-8F4CD325A861}" type="presParOf" srcId="{A293F87B-A05E-4F78-8FA2-C023B6146175}" destId="{36CF20E3-3702-4E44-BAF0-F3B2D50A9638}" srcOrd="4" destOrd="0" presId="urn:microsoft.com/office/officeart/2005/8/layout/process4"/>
    <dgm:cxn modelId="{6F661581-4589-4929-AD97-2B6D110E3A5D}" type="presParOf" srcId="{36CF20E3-3702-4E44-BAF0-F3B2D50A9638}" destId="{2048711A-0F20-4342-978C-ABDA129A176B}" srcOrd="0" destOrd="0" presId="urn:microsoft.com/office/officeart/2005/8/layout/process4"/>
    <dgm:cxn modelId="{3B85CD1C-C26A-4D6D-B873-192CFB332121}" type="presParOf" srcId="{36CF20E3-3702-4E44-BAF0-F3B2D50A9638}" destId="{59A114FE-E153-4B44-BA4D-C08E93C22BB5}" srcOrd="1" destOrd="0" presId="urn:microsoft.com/office/officeart/2005/8/layout/process4"/>
    <dgm:cxn modelId="{61AE2E38-7542-4530-807B-FF613C415BF5}" type="presParOf" srcId="{36CF20E3-3702-4E44-BAF0-F3B2D50A9638}" destId="{B221016E-7C61-4E1E-AF12-7746ABAA1797}" srcOrd="2" destOrd="0" presId="urn:microsoft.com/office/officeart/2005/8/layout/process4"/>
    <dgm:cxn modelId="{D42211B5-E837-4E33-840B-776C9C580188}" type="presParOf" srcId="{B221016E-7C61-4E1E-AF12-7746ABAA1797}" destId="{32DAAEC4-2998-4A13-A2BD-EF8D9E36E149}" srcOrd="0" destOrd="0" presId="urn:microsoft.com/office/officeart/2005/8/layout/process4"/>
    <dgm:cxn modelId="{F5DFFFFD-EECA-4F06-A101-C078E8758C9F}" type="presParOf" srcId="{B221016E-7C61-4E1E-AF12-7746ABAA1797}" destId="{85129528-0AD3-4247-8252-79086CC97200}" srcOrd="1" destOrd="0" presId="urn:microsoft.com/office/officeart/2005/8/layout/process4"/>
    <dgm:cxn modelId="{C5D2AF8E-84A8-4520-AAF1-164A5107DAE8}" type="presParOf" srcId="{B221016E-7C61-4E1E-AF12-7746ABAA1797}" destId="{CDD36E22-B800-4322-8799-AC4C1687B8F7}" srcOrd="2" destOrd="0" presId="urn:microsoft.com/office/officeart/2005/8/layout/process4"/>
    <dgm:cxn modelId="{C205ECCB-8D14-4F47-ADCC-8375395274CA}" type="presParOf" srcId="{A293F87B-A05E-4F78-8FA2-C023B6146175}" destId="{44A49635-8067-44C8-B758-6289D6930FC2}" srcOrd="5" destOrd="0" presId="urn:microsoft.com/office/officeart/2005/8/layout/process4"/>
    <dgm:cxn modelId="{1928D41D-5AFE-4E6A-9A54-0A08D40B7495}" type="presParOf" srcId="{A293F87B-A05E-4F78-8FA2-C023B6146175}" destId="{A17D33B4-19C3-4E80-8A1F-BAEFDF2C9850}" srcOrd="6" destOrd="0" presId="urn:microsoft.com/office/officeart/2005/8/layout/process4"/>
    <dgm:cxn modelId="{E4CA9C3C-9267-4B34-9E72-85FBE18F78A2}" type="presParOf" srcId="{A17D33B4-19C3-4E80-8A1F-BAEFDF2C9850}" destId="{000E4A4D-C217-4BE8-BE9D-4B01BACAF3D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68E5045-F80D-4251-9166-477E54A6FF0C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0C7596-5982-444A-A894-55C290CED637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ct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בדיקה תכונות בטיחות רגולריות	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B51CD1B6-20CD-4346-A117-9A100D1FE649}" type="parTrans" cxnId="{047B814A-2057-4304-B245-8676AB639859}">
      <dgm:prSet/>
      <dgm:spPr/>
      <dgm:t>
        <a:bodyPr/>
        <a:lstStyle/>
        <a:p>
          <a:pPr algn="ctr"/>
          <a:endParaRPr lang="en-US" sz="1400"/>
        </a:p>
      </dgm:t>
    </dgm:pt>
    <dgm:pt modelId="{47434C3C-211F-4BB7-9D35-8651158F09AD}" type="sibTrans" cxnId="{047B814A-2057-4304-B245-8676AB639859}">
      <dgm:prSet/>
      <dgm:spPr/>
      <dgm:t>
        <a:bodyPr/>
        <a:lstStyle/>
        <a:p>
          <a:pPr algn="ctr"/>
          <a:endParaRPr lang="en-US" sz="1400"/>
        </a:p>
      </dgm:t>
    </dgm:pt>
    <dgm:pt modelId="{4891CBF0-58E0-4743-A889-2AB25C8F32B7}">
      <dgm:prSet phldrT="[Text]" custT="1"/>
      <dgm:spPr>
        <a:blipFill>
          <a:blip xmlns:r="http://schemas.openxmlformats.org/officeDocument/2006/relationships" r:embed="rId1"/>
          <a:stretch>
            <a:fillRect t="-8621"/>
          </a:stretch>
        </a:blipFill>
      </dgm:spPr>
      <dgm:t>
        <a:bodyPr/>
        <a:lstStyle/>
        <a:p>
          <a:r>
            <a:rPr lang="LID4096">
              <a:noFill/>
            </a:rPr>
            <a:t> </a:t>
          </a:r>
        </a:p>
      </dgm:t>
    </dgm:pt>
    <dgm:pt modelId="{FD0429FB-3D8B-434D-8840-FAA329356221}" type="parTrans" cxnId="{9B8FAB70-68EF-4C98-9127-45F444D6502F}">
      <dgm:prSet/>
      <dgm:spPr/>
      <dgm:t>
        <a:bodyPr/>
        <a:lstStyle/>
        <a:p>
          <a:pPr algn="ctr" rtl="1"/>
          <a:endParaRPr lang="he-IL" sz="1400"/>
        </a:p>
      </dgm:t>
    </dgm:pt>
    <dgm:pt modelId="{B2956733-7E18-418B-8B3E-46C1B5A83573}" type="sibTrans" cxnId="{9B8FAB70-68EF-4C98-9127-45F444D6502F}">
      <dgm:prSet/>
      <dgm:spPr/>
      <dgm:t>
        <a:bodyPr/>
        <a:lstStyle/>
        <a:p>
          <a:pPr algn="ctr" rtl="1"/>
          <a:endParaRPr lang="he-IL" sz="1400"/>
        </a:p>
      </dgm:t>
    </dgm:pt>
    <dgm:pt modelId="{7EF6208D-0F18-498F-A4FB-E9613A12DF07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ct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חיפוש </a:t>
          </a:r>
          <a:r>
            <a:rPr lang="en-US" sz="3200">
              <a:latin typeface="Gisha" panose="020B0502040204020203" pitchFamily="34" charset="-79"/>
              <a:cs typeface="Gisha" panose="020B0502040204020203" pitchFamily="34" charset="-79"/>
            </a:rPr>
            <a:t>DFS</a:t>
          </a:r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 מקונן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1E1EE52F-CF93-47B5-B6A9-29EF4AD0A959}" type="parTrans" cxnId="{CF34ED61-AD57-4BFE-A437-813F450DF30F}">
      <dgm:prSet/>
      <dgm:spPr/>
      <dgm:t>
        <a:bodyPr/>
        <a:lstStyle/>
        <a:p>
          <a:pPr algn="ctr" rtl="1"/>
          <a:endParaRPr lang="he-IL" sz="1400"/>
        </a:p>
      </dgm:t>
    </dgm:pt>
    <dgm:pt modelId="{C765E09D-412F-436F-9945-F3AEF17EF6BB}" type="sibTrans" cxnId="{CF34ED61-AD57-4BFE-A437-813F450DF30F}">
      <dgm:prSet/>
      <dgm:spPr/>
      <dgm:t>
        <a:bodyPr/>
        <a:lstStyle/>
        <a:p>
          <a:pPr algn="ctr" rtl="1"/>
          <a:endParaRPr lang="he-IL" sz="1400"/>
        </a:p>
      </dgm:t>
    </dgm:pt>
    <dgm:pt modelId="{86046EEB-9803-4114-9DA1-8E090D9F62E5}">
      <dgm:prSet custT="1"/>
      <dgm:spPr/>
      <dgm:t>
        <a:bodyPr/>
        <a:lstStyle/>
        <a:p>
          <a:pPr algn="ctr" rtl="1"/>
          <a:r>
            <a:rPr lang="he-IL" sz="1800">
              <a:latin typeface="Gisha" panose="020B0502040204020203" pitchFamily="34" charset="-79"/>
              <a:cs typeface="Gisha" panose="020B0502040204020203" pitchFamily="34" charset="-79"/>
            </a:rPr>
            <a:t>בדיקת תכונות הַתְמָדָה</a:t>
          </a:r>
          <a:endParaRPr lang="en-US" sz="18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E9949BF4-6B78-4691-B866-045BDED0FA0A}" type="parTrans" cxnId="{D9FE42C9-A609-4AF7-AC27-CBCEF41A5DB5}">
      <dgm:prSet/>
      <dgm:spPr/>
      <dgm:t>
        <a:bodyPr/>
        <a:lstStyle/>
        <a:p>
          <a:pPr algn="ctr" rtl="1"/>
          <a:endParaRPr lang="he-IL"/>
        </a:p>
      </dgm:t>
    </dgm:pt>
    <dgm:pt modelId="{25A288BF-E0D0-49FF-B5D7-D19B1E3B84FE}" type="sibTrans" cxnId="{D9FE42C9-A609-4AF7-AC27-CBCEF41A5DB5}">
      <dgm:prSet/>
      <dgm:spPr/>
      <dgm:t>
        <a:bodyPr/>
        <a:lstStyle/>
        <a:p>
          <a:pPr algn="ctr" rtl="1"/>
          <a:endParaRPr lang="he-IL"/>
        </a:p>
      </dgm:t>
    </dgm:pt>
    <dgm:pt modelId="{B46719A2-0A43-4FD2-A103-3E7968AAEC2B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ct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סיכום תכונות רגולריות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2B6FA85F-B050-4055-9B27-98FC1BA45F34}" type="parTrans" cxnId="{9BEEAB02-311C-4843-BDF2-4DF8893F3ECA}">
      <dgm:prSet/>
      <dgm:spPr/>
      <dgm:t>
        <a:bodyPr/>
        <a:lstStyle/>
        <a:p>
          <a:pPr algn="ctr" rtl="1"/>
          <a:endParaRPr lang="he-IL"/>
        </a:p>
      </dgm:t>
    </dgm:pt>
    <dgm:pt modelId="{57CCC65A-85EB-466B-BB72-D8B969519594}" type="sibTrans" cxnId="{9BEEAB02-311C-4843-BDF2-4DF8893F3ECA}">
      <dgm:prSet/>
      <dgm:spPr/>
      <dgm:t>
        <a:bodyPr/>
        <a:lstStyle/>
        <a:p>
          <a:pPr algn="ctr" rtl="1"/>
          <a:endParaRPr lang="he-IL"/>
        </a:p>
      </dgm:t>
    </dgm:pt>
    <dgm:pt modelId="{F02E3655-86CD-438D-BE01-CAC3892620BC}">
      <dgm:prSet custT="1"/>
      <dgm:spPr/>
      <dgm:t>
        <a:bodyPr/>
        <a:lstStyle/>
        <a:p>
          <a:pPr algn="ctr" rtl="1"/>
          <a:r>
            <a:rPr lang="he-IL" sz="1800">
              <a:latin typeface="Gisha" panose="020B0502040204020203" pitchFamily="34" charset="-79"/>
              <a:cs typeface="Gisha" panose="020B0502040204020203" pitchFamily="34" charset="-79"/>
            </a:rPr>
            <a:t>תכונות הַתְמָדָה (</a:t>
          </a:r>
          <a:r>
            <a:rPr lang="en-US" sz="1800">
              <a:latin typeface="Gisha" panose="020B0502040204020203" pitchFamily="34" charset="-79"/>
              <a:cs typeface="Gisha" panose="020B0502040204020203" pitchFamily="34" charset="-79"/>
            </a:rPr>
            <a:t>persistence</a:t>
          </a:r>
          <a:r>
            <a:rPr lang="he-IL" sz="1800">
              <a:latin typeface="Gisha" panose="020B0502040204020203" pitchFamily="34" charset="-79"/>
              <a:cs typeface="Gisha" panose="020B0502040204020203" pitchFamily="34" charset="-79"/>
            </a:rPr>
            <a:t>)</a:t>
          </a:r>
          <a:endParaRPr lang="en-US" sz="18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9FBFBAA6-8DC7-4FB4-9F05-331FF28EED23}" type="sibTrans" cxnId="{9FDBD0EE-C0DD-46DF-B530-60862FDDD3A2}">
      <dgm:prSet/>
      <dgm:spPr/>
      <dgm:t>
        <a:bodyPr/>
        <a:lstStyle/>
        <a:p>
          <a:pPr algn="ctr" rtl="1"/>
          <a:endParaRPr lang="he-IL"/>
        </a:p>
      </dgm:t>
    </dgm:pt>
    <dgm:pt modelId="{406360AC-B95E-4A60-AF41-4C841AB1ACBD}" type="parTrans" cxnId="{9FDBD0EE-C0DD-46DF-B530-60862FDDD3A2}">
      <dgm:prSet/>
      <dgm:spPr/>
      <dgm:t>
        <a:bodyPr/>
        <a:lstStyle/>
        <a:p>
          <a:pPr algn="ctr" rtl="1"/>
          <a:endParaRPr lang="he-IL"/>
        </a:p>
      </dgm:t>
    </dgm:pt>
    <dgm:pt modelId="{0C129C61-185E-457A-9524-06AB3800F557}">
      <dgm:prSet custT="1"/>
      <dgm:spPr/>
      <dgm:t>
        <a:bodyPr/>
        <a:lstStyle/>
        <a:p>
          <a:pPr algn="ctr" rtl="1"/>
          <a:r>
            <a:rPr lang="he-IL" sz="1800">
              <a:latin typeface="Gisha" panose="020B0502040204020203" pitchFamily="34" charset="-79"/>
              <a:cs typeface="Gisha" panose="020B0502040204020203" pitchFamily="34" charset="-79"/>
            </a:rPr>
            <a:t>רדוקציה לתכונות הַתְמָדָה</a:t>
          </a:r>
          <a:endParaRPr lang="en-US" sz="18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AA959702-56B1-4398-A74A-5FAD93DA78CC}" type="sibTrans" cxnId="{40B80E48-67E8-4158-8637-410197F80594}">
      <dgm:prSet/>
      <dgm:spPr/>
      <dgm:t>
        <a:bodyPr/>
        <a:lstStyle/>
        <a:p>
          <a:pPr algn="ctr" rtl="1"/>
          <a:endParaRPr lang="he-IL"/>
        </a:p>
      </dgm:t>
    </dgm:pt>
    <dgm:pt modelId="{F5BB1DDD-F6EF-487D-9573-076FF6B86BB3}" type="parTrans" cxnId="{40B80E48-67E8-4158-8637-410197F80594}">
      <dgm:prSet/>
      <dgm:spPr/>
      <dgm:t>
        <a:bodyPr/>
        <a:lstStyle/>
        <a:p>
          <a:pPr algn="ctr" rtl="1"/>
          <a:endParaRPr lang="he-IL"/>
        </a:p>
      </dgm:t>
    </dgm:pt>
    <dgm:pt modelId="{A293F87B-A05E-4F78-8FA2-C023B6146175}" type="pres">
      <dgm:prSet presAssocID="{268E5045-F80D-4251-9166-477E54A6FF0C}" presName="Name0" presStyleCnt="0">
        <dgm:presLayoutVars>
          <dgm:dir/>
          <dgm:animLvl val="lvl"/>
          <dgm:resizeHandles val="exact"/>
        </dgm:presLayoutVars>
      </dgm:prSet>
      <dgm:spPr/>
    </dgm:pt>
    <dgm:pt modelId="{A3950667-C39D-4B9C-B8A2-57652244FC7B}" type="pres">
      <dgm:prSet presAssocID="{B46719A2-0A43-4FD2-A103-3E7968AAEC2B}" presName="boxAndChildren" presStyleCnt="0"/>
      <dgm:spPr/>
    </dgm:pt>
    <dgm:pt modelId="{9220FF02-A69B-4E7C-81EA-CDC806211917}" type="pres">
      <dgm:prSet presAssocID="{B46719A2-0A43-4FD2-A103-3E7968AAEC2B}" presName="parentTextBox" presStyleLbl="node1" presStyleIdx="0" presStyleCnt="4"/>
      <dgm:spPr/>
    </dgm:pt>
    <dgm:pt modelId="{CFE8DA41-8013-4CF8-87E6-379A057E3447}" type="pres">
      <dgm:prSet presAssocID="{C765E09D-412F-436F-9945-F3AEF17EF6BB}" presName="sp" presStyleCnt="0"/>
      <dgm:spPr/>
    </dgm:pt>
    <dgm:pt modelId="{70256B97-6F8A-4543-AA3F-7EF910D14775}" type="pres">
      <dgm:prSet presAssocID="{7EF6208D-0F18-498F-A4FB-E9613A12DF07}" presName="arrowAndChildren" presStyleCnt="0"/>
      <dgm:spPr/>
    </dgm:pt>
    <dgm:pt modelId="{2FF61CB8-4EC5-4724-8DE3-B2112D74AC38}" type="pres">
      <dgm:prSet presAssocID="{7EF6208D-0F18-498F-A4FB-E9613A12DF07}" presName="parentTextArrow" presStyleLbl="node1" presStyleIdx="1" presStyleCnt="4"/>
      <dgm:spPr/>
    </dgm:pt>
    <dgm:pt modelId="{46C80249-1B39-4072-95E2-91BAE5A3DA7B}" type="pres">
      <dgm:prSet presAssocID="{B2956733-7E18-418B-8B3E-46C1B5A83573}" presName="sp" presStyleCnt="0"/>
      <dgm:spPr/>
    </dgm:pt>
    <dgm:pt modelId="{36CF20E3-3702-4E44-BAF0-F3B2D50A9638}" type="pres">
      <dgm:prSet presAssocID="{4891CBF0-58E0-4743-A889-2AB25C8F32B7}" presName="arrowAndChildren" presStyleCnt="0"/>
      <dgm:spPr/>
    </dgm:pt>
    <dgm:pt modelId="{2048711A-0F20-4342-978C-ABDA129A176B}" type="pres">
      <dgm:prSet presAssocID="{4891CBF0-58E0-4743-A889-2AB25C8F32B7}" presName="parentTextArrow" presStyleLbl="node1" presStyleIdx="1" presStyleCnt="4"/>
      <dgm:spPr/>
    </dgm:pt>
    <dgm:pt modelId="{59A114FE-E153-4B44-BA4D-C08E93C22BB5}" type="pres">
      <dgm:prSet presAssocID="{4891CBF0-58E0-4743-A889-2AB25C8F32B7}" presName="arrow" presStyleLbl="node1" presStyleIdx="2" presStyleCnt="4"/>
      <dgm:spPr/>
    </dgm:pt>
    <dgm:pt modelId="{B221016E-7C61-4E1E-AF12-7746ABAA1797}" type="pres">
      <dgm:prSet presAssocID="{4891CBF0-58E0-4743-A889-2AB25C8F32B7}" presName="descendantArrow" presStyleCnt="0"/>
      <dgm:spPr/>
    </dgm:pt>
    <dgm:pt modelId="{32DAAEC4-2998-4A13-A2BD-EF8D9E36E149}" type="pres">
      <dgm:prSet presAssocID="{86046EEB-9803-4114-9DA1-8E090D9F62E5}" presName="childTextArrow" presStyleLbl="fgAccFollowNode1" presStyleIdx="0" presStyleCnt="3">
        <dgm:presLayoutVars>
          <dgm:bulletEnabled val="1"/>
        </dgm:presLayoutVars>
      </dgm:prSet>
      <dgm:spPr/>
    </dgm:pt>
    <dgm:pt modelId="{85129528-0AD3-4247-8252-79086CC97200}" type="pres">
      <dgm:prSet presAssocID="{0C129C61-185E-457A-9524-06AB3800F557}" presName="childTextArrow" presStyleLbl="fgAccFollowNode1" presStyleIdx="1" presStyleCnt="3" custScaleX="120598">
        <dgm:presLayoutVars>
          <dgm:bulletEnabled val="1"/>
        </dgm:presLayoutVars>
      </dgm:prSet>
      <dgm:spPr/>
    </dgm:pt>
    <dgm:pt modelId="{CDD36E22-B800-4322-8799-AC4C1687B8F7}" type="pres">
      <dgm:prSet presAssocID="{F02E3655-86CD-438D-BE01-CAC3892620BC}" presName="childTextArrow" presStyleLbl="fgAccFollowNode1" presStyleIdx="2" presStyleCnt="3" custScaleX="119921">
        <dgm:presLayoutVars>
          <dgm:bulletEnabled val="1"/>
        </dgm:presLayoutVars>
      </dgm:prSet>
      <dgm:spPr/>
    </dgm:pt>
    <dgm:pt modelId="{44A49635-8067-44C8-B758-6289D6930FC2}" type="pres">
      <dgm:prSet presAssocID="{47434C3C-211F-4BB7-9D35-8651158F09AD}" presName="sp" presStyleCnt="0"/>
      <dgm:spPr/>
    </dgm:pt>
    <dgm:pt modelId="{A17D33B4-19C3-4E80-8A1F-BAEFDF2C9850}" type="pres">
      <dgm:prSet presAssocID="{810C7596-5982-444A-A894-55C290CED637}" presName="arrowAndChildren" presStyleCnt="0"/>
      <dgm:spPr/>
    </dgm:pt>
    <dgm:pt modelId="{000E4A4D-C217-4BE8-BE9D-4B01BACAF3DD}" type="pres">
      <dgm:prSet presAssocID="{810C7596-5982-444A-A894-55C290CED637}" presName="parentTextArrow" presStyleLbl="node1" presStyleIdx="3" presStyleCnt="4"/>
      <dgm:spPr/>
    </dgm:pt>
  </dgm:ptLst>
  <dgm:cxnLst>
    <dgm:cxn modelId="{9BEEAB02-311C-4843-BDF2-4DF8893F3ECA}" srcId="{268E5045-F80D-4251-9166-477E54A6FF0C}" destId="{B46719A2-0A43-4FD2-A103-3E7968AAEC2B}" srcOrd="3" destOrd="0" parTransId="{2B6FA85F-B050-4055-9B27-98FC1BA45F34}" sibTransId="{57CCC65A-85EB-466B-BB72-D8B969519594}"/>
    <dgm:cxn modelId="{E3CF301A-136F-45A8-A999-8DF8721AD847}" type="presOf" srcId="{0C129C61-185E-457A-9524-06AB3800F557}" destId="{85129528-0AD3-4247-8252-79086CC97200}" srcOrd="0" destOrd="0" presId="urn:microsoft.com/office/officeart/2005/8/layout/process4"/>
    <dgm:cxn modelId="{40EB2C26-E0C1-49F9-8FE7-333D4B348AC8}" type="presOf" srcId="{7EF6208D-0F18-498F-A4FB-E9613A12DF07}" destId="{2FF61CB8-4EC5-4724-8DE3-B2112D74AC38}" srcOrd="0" destOrd="0" presId="urn:microsoft.com/office/officeart/2005/8/layout/process4"/>
    <dgm:cxn modelId="{49FD862F-5D16-4C93-A505-AC0F6FA386AA}" type="presOf" srcId="{268E5045-F80D-4251-9166-477E54A6FF0C}" destId="{A293F87B-A05E-4F78-8FA2-C023B6146175}" srcOrd="0" destOrd="0" presId="urn:microsoft.com/office/officeart/2005/8/layout/process4"/>
    <dgm:cxn modelId="{CF34ED61-AD57-4BFE-A437-813F450DF30F}" srcId="{268E5045-F80D-4251-9166-477E54A6FF0C}" destId="{7EF6208D-0F18-498F-A4FB-E9613A12DF07}" srcOrd="2" destOrd="0" parTransId="{1E1EE52F-CF93-47B5-B6A9-29EF4AD0A959}" sibTransId="{C765E09D-412F-436F-9945-F3AEF17EF6BB}"/>
    <dgm:cxn modelId="{40B80E48-67E8-4158-8637-410197F80594}" srcId="{4891CBF0-58E0-4743-A889-2AB25C8F32B7}" destId="{0C129C61-185E-457A-9524-06AB3800F557}" srcOrd="1" destOrd="0" parTransId="{F5BB1DDD-F6EF-487D-9573-076FF6B86BB3}" sibTransId="{AA959702-56B1-4398-A74A-5FAD93DA78CC}"/>
    <dgm:cxn modelId="{047B814A-2057-4304-B245-8676AB639859}" srcId="{268E5045-F80D-4251-9166-477E54A6FF0C}" destId="{810C7596-5982-444A-A894-55C290CED637}" srcOrd="0" destOrd="0" parTransId="{B51CD1B6-20CD-4346-A117-9A100D1FE649}" sibTransId="{47434C3C-211F-4BB7-9D35-8651158F09AD}"/>
    <dgm:cxn modelId="{9B8FAB70-68EF-4C98-9127-45F444D6502F}" srcId="{268E5045-F80D-4251-9166-477E54A6FF0C}" destId="{4891CBF0-58E0-4743-A889-2AB25C8F32B7}" srcOrd="1" destOrd="0" parTransId="{FD0429FB-3D8B-434D-8840-FAA329356221}" sibTransId="{B2956733-7E18-418B-8B3E-46C1B5A83573}"/>
    <dgm:cxn modelId="{AF717671-DECD-49A8-B120-BB84AC69009D}" type="presOf" srcId="{4891CBF0-58E0-4743-A889-2AB25C8F32B7}" destId="{59A114FE-E153-4B44-BA4D-C08E93C22BB5}" srcOrd="1" destOrd="0" presId="urn:microsoft.com/office/officeart/2005/8/layout/process4"/>
    <dgm:cxn modelId="{79E2B372-D423-4792-ADEA-534FDDD65F18}" type="presOf" srcId="{F02E3655-86CD-438D-BE01-CAC3892620BC}" destId="{CDD36E22-B800-4322-8799-AC4C1687B8F7}" srcOrd="0" destOrd="0" presId="urn:microsoft.com/office/officeart/2005/8/layout/process4"/>
    <dgm:cxn modelId="{630B3376-208D-4994-B7EF-FCBC2195D26F}" type="presOf" srcId="{86046EEB-9803-4114-9DA1-8E090D9F62E5}" destId="{32DAAEC4-2998-4A13-A2BD-EF8D9E36E149}" srcOrd="0" destOrd="0" presId="urn:microsoft.com/office/officeart/2005/8/layout/process4"/>
    <dgm:cxn modelId="{6522CB9C-69EA-40A4-86FA-BBF65D311042}" type="presOf" srcId="{B46719A2-0A43-4FD2-A103-3E7968AAEC2B}" destId="{9220FF02-A69B-4E7C-81EA-CDC806211917}" srcOrd="0" destOrd="0" presId="urn:microsoft.com/office/officeart/2005/8/layout/process4"/>
    <dgm:cxn modelId="{C8AB3FBE-4266-40FB-A1C1-7CC5E378ECFA}" type="presOf" srcId="{4891CBF0-58E0-4743-A889-2AB25C8F32B7}" destId="{2048711A-0F20-4342-978C-ABDA129A176B}" srcOrd="0" destOrd="0" presId="urn:microsoft.com/office/officeart/2005/8/layout/process4"/>
    <dgm:cxn modelId="{D9FE42C9-A609-4AF7-AC27-CBCEF41A5DB5}" srcId="{4891CBF0-58E0-4743-A889-2AB25C8F32B7}" destId="{86046EEB-9803-4114-9DA1-8E090D9F62E5}" srcOrd="0" destOrd="0" parTransId="{E9949BF4-6B78-4691-B866-045BDED0FA0A}" sibTransId="{25A288BF-E0D0-49FF-B5D7-D19B1E3B84FE}"/>
    <dgm:cxn modelId="{DE46C8CC-9A92-4C5C-890E-055D60E5AA88}" type="presOf" srcId="{810C7596-5982-444A-A894-55C290CED637}" destId="{000E4A4D-C217-4BE8-BE9D-4B01BACAF3DD}" srcOrd="0" destOrd="0" presId="urn:microsoft.com/office/officeart/2005/8/layout/process4"/>
    <dgm:cxn modelId="{9FDBD0EE-C0DD-46DF-B530-60862FDDD3A2}" srcId="{4891CBF0-58E0-4743-A889-2AB25C8F32B7}" destId="{F02E3655-86CD-438D-BE01-CAC3892620BC}" srcOrd="2" destOrd="0" parTransId="{406360AC-B95E-4A60-AF41-4C841AB1ACBD}" sibTransId="{9FBFBAA6-8DC7-4FB4-9F05-331FF28EED23}"/>
    <dgm:cxn modelId="{22C9F88F-CFB0-482D-B081-BDAB8077B80D}" type="presParOf" srcId="{A293F87B-A05E-4F78-8FA2-C023B6146175}" destId="{A3950667-C39D-4B9C-B8A2-57652244FC7B}" srcOrd="0" destOrd="0" presId="urn:microsoft.com/office/officeart/2005/8/layout/process4"/>
    <dgm:cxn modelId="{6C78C0A2-17C4-4064-A54B-B62456E31218}" type="presParOf" srcId="{A3950667-C39D-4B9C-B8A2-57652244FC7B}" destId="{9220FF02-A69B-4E7C-81EA-CDC806211917}" srcOrd="0" destOrd="0" presId="urn:microsoft.com/office/officeart/2005/8/layout/process4"/>
    <dgm:cxn modelId="{87D27CA8-6613-4D0C-B851-DD6BF37A95D4}" type="presParOf" srcId="{A293F87B-A05E-4F78-8FA2-C023B6146175}" destId="{CFE8DA41-8013-4CF8-87E6-379A057E3447}" srcOrd="1" destOrd="0" presId="urn:microsoft.com/office/officeart/2005/8/layout/process4"/>
    <dgm:cxn modelId="{F9118B12-278A-4F99-AC47-65012505E571}" type="presParOf" srcId="{A293F87B-A05E-4F78-8FA2-C023B6146175}" destId="{70256B97-6F8A-4543-AA3F-7EF910D14775}" srcOrd="2" destOrd="0" presId="urn:microsoft.com/office/officeart/2005/8/layout/process4"/>
    <dgm:cxn modelId="{ACB1AD08-7F60-4D7C-B383-DBA5CAB4E578}" type="presParOf" srcId="{70256B97-6F8A-4543-AA3F-7EF910D14775}" destId="{2FF61CB8-4EC5-4724-8DE3-B2112D74AC38}" srcOrd="0" destOrd="0" presId="urn:microsoft.com/office/officeart/2005/8/layout/process4"/>
    <dgm:cxn modelId="{9C776EFE-85DF-43B8-A391-5B613E59F77E}" type="presParOf" srcId="{A293F87B-A05E-4F78-8FA2-C023B6146175}" destId="{46C80249-1B39-4072-95E2-91BAE5A3DA7B}" srcOrd="3" destOrd="0" presId="urn:microsoft.com/office/officeart/2005/8/layout/process4"/>
    <dgm:cxn modelId="{DBC116CA-D427-40C4-B856-8F4CD325A861}" type="presParOf" srcId="{A293F87B-A05E-4F78-8FA2-C023B6146175}" destId="{36CF20E3-3702-4E44-BAF0-F3B2D50A9638}" srcOrd="4" destOrd="0" presId="urn:microsoft.com/office/officeart/2005/8/layout/process4"/>
    <dgm:cxn modelId="{6F661581-4589-4929-AD97-2B6D110E3A5D}" type="presParOf" srcId="{36CF20E3-3702-4E44-BAF0-F3B2D50A9638}" destId="{2048711A-0F20-4342-978C-ABDA129A176B}" srcOrd="0" destOrd="0" presId="urn:microsoft.com/office/officeart/2005/8/layout/process4"/>
    <dgm:cxn modelId="{3B85CD1C-C26A-4D6D-B873-192CFB332121}" type="presParOf" srcId="{36CF20E3-3702-4E44-BAF0-F3B2D50A9638}" destId="{59A114FE-E153-4B44-BA4D-C08E93C22BB5}" srcOrd="1" destOrd="0" presId="urn:microsoft.com/office/officeart/2005/8/layout/process4"/>
    <dgm:cxn modelId="{61AE2E38-7542-4530-807B-FF613C415BF5}" type="presParOf" srcId="{36CF20E3-3702-4E44-BAF0-F3B2D50A9638}" destId="{B221016E-7C61-4E1E-AF12-7746ABAA1797}" srcOrd="2" destOrd="0" presId="urn:microsoft.com/office/officeart/2005/8/layout/process4"/>
    <dgm:cxn modelId="{D42211B5-E837-4E33-840B-776C9C580188}" type="presParOf" srcId="{B221016E-7C61-4E1E-AF12-7746ABAA1797}" destId="{32DAAEC4-2998-4A13-A2BD-EF8D9E36E149}" srcOrd="0" destOrd="0" presId="urn:microsoft.com/office/officeart/2005/8/layout/process4"/>
    <dgm:cxn modelId="{F5DFFFFD-EECA-4F06-A101-C078E8758C9F}" type="presParOf" srcId="{B221016E-7C61-4E1E-AF12-7746ABAA1797}" destId="{85129528-0AD3-4247-8252-79086CC97200}" srcOrd="1" destOrd="0" presId="urn:microsoft.com/office/officeart/2005/8/layout/process4"/>
    <dgm:cxn modelId="{C5D2AF8E-84A8-4520-AAF1-164A5107DAE8}" type="presParOf" srcId="{B221016E-7C61-4E1E-AF12-7746ABAA1797}" destId="{CDD36E22-B800-4322-8799-AC4C1687B8F7}" srcOrd="2" destOrd="0" presId="urn:microsoft.com/office/officeart/2005/8/layout/process4"/>
    <dgm:cxn modelId="{C205ECCB-8D14-4F47-ADCC-8375395274CA}" type="presParOf" srcId="{A293F87B-A05E-4F78-8FA2-C023B6146175}" destId="{44A49635-8067-44C8-B758-6289D6930FC2}" srcOrd="5" destOrd="0" presId="urn:microsoft.com/office/officeart/2005/8/layout/process4"/>
    <dgm:cxn modelId="{1928D41D-5AFE-4E6A-9A54-0A08D40B7495}" type="presParOf" srcId="{A293F87B-A05E-4F78-8FA2-C023B6146175}" destId="{A17D33B4-19C3-4E80-8A1F-BAEFDF2C9850}" srcOrd="6" destOrd="0" presId="urn:microsoft.com/office/officeart/2005/8/layout/process4"/>
    <dgm:cxn modelId="{E4CA9C3C-9267-4B34-9E72-85FBE18F78A2}" type="presParOf" srcId="{A17D33B4-19C3-4E80-8A1F-BAEFDF2C9850}" destId="{000E4A4D-C217-4BE8-BE9D-4B01BACAF3D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68E5045-F80D-4251-9166-477E54A6FF0C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0C7596-5982-444A-A894-55C290CED637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ct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בדיקה תכונות בטיחות רגולריות	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B51CD1B6-20CD-4346-A117-9A100D1FE649}" type="parTrans" cxnId="{047B814A-2057-4304-B245-8676AB639859}">
      <dgm:prSet/>
      <dgm:spPr/>
      <dgm:t>
        <a:bodyPr/>
        <a:lstStyle/>
        <a:p>
          <a:pPr algn="ctr"/>
          <a:endParaRPr lang="en-US" sz="1400"/>
        </a:p>
      </dgm:t>
    </dgm:pt>
    <dgm:pt modelId="{47434C3C-211F-4BB7-9D35-8651158F09AD}" type="sibTrans" cxnId="{047B814A-2057-4304-B245-8676AB639859}">
      <dgm:prSet/>
      <dgm:spPr/>
      <dgm:t>
        <a:bodyPr/>
        <a:lstStyle/>
        <a:p>
          <a:pPr algn="ctr"/>
          <a:endParaRPr lang="en-US" sz="1400"/>
        </a:p>
      </dgm:t>
    </dgm:pt>
    <dgm:pt modelId="{4891CBF0-58E0-4743-A889-2AB25C8F32B7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ct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בדיקת תכונות </a:t>
          </a:r>
          <a:r>
            <a:rPr lang="en-US" sz="3200">
              <a:latin typeface="Gisha" panose="020B0502040204020203" pitchFamily="34" charset="-79"/>
              <a:cs typeface="Gisha" panose="020B0502040204020203" pitchFamily="34" charset="-79"/>
            </a:rPr>
            <a:t>!</a:t>
          </a:r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-רגולריות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FD0429FB-3D8B-434D-8840-FAA329356221}" type="parTrans" cxnId="{9B8FAB70-68EF-4C98-9127-45F444D6502F}">
      <dgm:prSet/>
      <dgm:spPr/>
      <dgm:t>
        <a:bodyPr/>
        <a:lstStyle/>
        <a:p>
          <a:pPr algn="ctr" rtl="1"/>
          <a:endParaRPr lang="he-IL" sz="1400"/>
        </a:p>
      </dgm:t>
    </dgm:pt>
    <dgm:pt modelId="{B2956733-7E18-418B-8B3E-46C1B5A83573}" type="sibTrans" cxnId="{9B8FAB70-68EF-4C98-9127-45F444D6502F}">
      <dgm:prSet/>
      <dgm:spPr/>
      <dgm:t>
        <a:bodyPr/>
        <a:lstStyle/>
        <a:p>
          <a:pPr algn="ctr" rtl="1"/>
          <a:endParaRPr lang="he-IL" sz="1400"/>
        </a:p>
      </dgm:t>
    </dgm:pt>
    <dgm:pt modelId="{7EF6208D-0F18-498F-A4FB-E9613A12DF07}">
      <dgm:prSet phldrT="[Text]" custT="1"/>
      <dgm:spPr>
        <a:solidFill>
          <a:schemeClr val="accent1"/>
        </a:solidFill>
      </dgm:spPr>
      <dgm:t>
        <a:bodyPr/>
        <a:lstStyle/>
        <a:p>
          <a:pPr algn="ct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חיפוש </a:t>
          </a:r>
          <a:r>
            <a:rPr lang="en-US" sz="3200">
              <a:latin typeface="Gisha" panose="020B0502040204020203" pitchFamily="34" charset="-79"/>
              <a:cs typeface="Gisha" panose="020B0502040204020203" pitchFamily="34" charset="-79"/>
            </a:rPr>
            <a:t>DFS</a:t>
          </a:r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 מקונן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1E1EE52F-CF93-47B5-B6A9-29EF4AD0A959}" type="parTrans" cxnId="{CF34ED61-AD57-4BFE-A437-813F450DF30F}">
      <dgm:prSet/>
      <dgm:spPr/>
      <dgm:t>
        <a:bodyPr/>
        <a:lstStyle/>
        <a:p>
          <a:pPr algn="ctr" rtl="1"/>
          <a:endParaRPr lang="he-IL" sz="1400"/>
        </a:p>
      </dgm:t>
    </dgm:pt>
    <dgm:pt modelId="{C765E09D-412F-436F-9945-F3AEF17EF6BB}" type="sibTrans" cxnId="{CF34ED61-AD57-4BFE-A437-813F450DF30F}">
      <dgm:prSet/>
      <dgm:spPr/>
      <dgm:t>
        <a:bodyPr/>
        <a:lstStyle/>
        <a:p>
          <a:pPr algn="ctr" rtl="1"/>
          <a:endParaRPr lang="he-IL" sz="1400"/>
        </a:p>
      </dgm:t>
    </dgm:pt>
    <dgm:pt modelId="{86046EEB-9803-4114-9DA1-8E090D9F62E5}">
      <dgm:prSet custT="1"/>
      <dgm:spPr/>
      <dgm:t>
        <a:bodyPr/>
        <a:lstStyle/>
        <a:p>
          <a:pPr algn="ctr" rtl="1"/>
          <a:r>
            <a:rPr lang="he-IL" sz="1600">
              <a:latin typeface="Gisha" panose="020B0502040204020203" pitchFamily="34" charset="-79"/>
              <a:cs typeface="Gisha" panose="020B0502040204020203" pitchFamily="34" charset="-79"/>
            </a:rPr>
            <a:t>בדיקת תכונות הַתְמָדָה</a:t>
          </a:r>
          <a:endParaRPr lang="en-US" sz="16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E9949BF4-6B78-4691-B866-045BDED0FA0A}" type="parTrans" cxnId="{D9FE42C9-A609-4AF7-AC27-CBCEF41A5DB5}">
      <dgm:prSet/>
      <dgm:spPr/>
      <dgm:t>
        <a:bodyPr/>
        <a:lstStyle/>
        <a:p>
          <a:pPr algn="ctr" rtl="1"/>
          <a:endParaRPr lang="he-IL"/>
        </a:p>
      </dgm:t>
    </dgm:pt>
    <dgm:pt modelId="{25A288BF-E0D0-49FF-B5D7-D19B1E3B84FE}" type="sibTrans" cxnId="{D9FE42C9-A609-4AF7-AC27-CBCEF41A5DB5}">
      <dgm:prSet/>
      <dgm:spPr/>
      <dgm:t>
        <a:bodyPr/>
        <a:lstStyle/>
        <a:p>
          <a:pPr algn="ctr" rtl="1"/>
          <a:endParaRPr lang="he-IL"/>
        </a:p>
      </dgm:t>
    </dgm:pt>
    <dgm:pt modelId="{B46719A2-0A43-4FD2-A103-3E7968AAEC2B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ct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סיכום תכונות רגולריות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2B6FA85F-B050-4055-9B27-98FC1BA45F34}" type="parTrans" cxnId="{9BEEAB02-311C-4843-BDF2-4DF8893F3ECA}">
      <dgm:prSet/>
      <dgm:spPr/>
      <dgm:t>
        <a:bodyPr/>
        <a:lstStyle/>
        <a:p>
          <a:pPr algn="ctr" rtl="1"/>
          <a:endParaRPr lang="he-IL"/>
        </a:p>
      </dgm:t>
    </dgm:pt>
    <dgm:pt modelId="{57CCC65A-85EB-466B-BB72-D8B969519594}" type="sibTrans" cxnId="{9BEEAB02-311C-4843-BDF2-4DF8893F3ECA}">
      <dgm:prSet/>
      <dgm:spPr/>
      <dgm:t>
        <a:bodyPr/>
        <a:lstStyle/>
        <a:p>
          <a:pPr algn="ctr" rtl="1"/>
          <a:endParaRPr lang="he-IL"/>
        </a:p>
      </dgm:t>
    </dgm:pt>
    <dgm:pt modelId="{F02E3655-86CD-438D-BE01-CAC3892620BC}">
      <dgm:prSet custT="1"/>
      <dgm:spPr/>
      <dgm:t>
        <a:bodyPr/>
        <a:lstStyle/>
        <a:p>
          <a:pPr algn="ctr" rtl="1"/>
          <a:r>
            <a:rPr lang="he-IL" sz="1600">
              <a:latin typeface="Gisha" panose="020B0502040204020203" pitchFamily="34" charset="-79"/>
              <a:cs typeface="Gisha" panose="020B0502040204020203" pitchFamily="34" charset="-79"/>
            </a:rPr>
            <a:t>תכונות הַתְמָדָה (</a:t>
          </a:r>
          <a:r>
            <a:rPr lang="en-US" sz="1600">
              <a:latin typeface="Gisha" panose="020B0502040204020203" pitchFamily="34" charset="-79"/>
              <a:cs typeface="Gisha" panose="020B0502040204020203" pitchFamily="34" charset="-79"/>
            </a:rPr>
            <a:t>persistence</a:t>
          </a:r>
          <a:r>
            <a:rPr lang="he-IL" sz="1600">
              <a:latin typeface="Gisha" panose="020B0502040204020203" pitchFamily="34" charset="-79"/>
              <a:cs typeface="Gisha" panose="020B0502040204020203" pitchFamily="34" charset="-79"/>
            </a:rPr>
            <a:t>)</a:t>
          </a:r>
          <a:endParaRPr lang="en-US" sz="16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9FBFBAA6-8DC7-4FB4-9F05-331FF28EED23}" type="sibTrans" cxnId="{9FDBD0EE-C0DD-46DF-B530-60862FDDD3A2}">
      <dgm:prSet/>
      <dgm:spPr/>
      <dgm:t>
        <a:bodyPr/>
        <a:lstStyle/>
        <a:p>
          <a:pPr algn="ctr" rtl="1"/>
          <a:endParaRPr lang="he-IL"/>
        </a:p>
      </dgm:t>
    </dgm:pt>
    <dgm:pt modelId="{406360AC-B95E-4A60-AF41-4C841AB1ACBD}" type="parTrans" cxnId="{9FDBD0EE-C0DD-46DF-B530-60862FDDD3A2}">
      <dgm:prSet/>
      <dgm:spPr/>
      <dgm:t>
        <a:bodyPr/>
        <a:lstStyle/>
        <a:p>
          <a:pPr algn="ctr" rtl="1"/>
          <a:endParaRPr lang="he-IL"/>
        </a:p>
      </dgm:t>
    </dgm:pt>
    <dgm:pt modelId="{0C129C61-185E-457A-9524-06AB3800F557}">
      <dgm:prSet custT="1"/>
      <dgm:spPr/>
      <dgm:t>
        <a:bodyPr/>
        <a:lstStyle/>
        <a:p>
          <a:pPr algn="ctr" rtl="1"/>
          <a:r>
            <a:rPr lang="he-IL" sz="1600">
              <a:latin typeface="Gisha" panose="020B0502040204020203" pitchFamily="34" charset="-79"/>
              <a:cs typeface="Gisha" panose="020B0502040204020203" pitchFamily="34" charset="-79"/>
            </a:rPr>
            <a:t>רדוקציה לתכונות הַתְמָדָה</a:t>
          </a:r>
          <a:endParaRPr lang="en-US" sz="16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AA959702-56B1-4398-A74A-5FAD93DA78CC}" type="sibTrans" cxnId="{40B80E48-67E8-4158-8637-410197F80594}">
      <dgm:prSet/>
      <dgm:spPr/>
      <dgm:t>
        <a:bodyPr/>
        <a:lstStyle/>
        <a:p>
          <a:pPr algn="ctr" rtl="1"/>
          <a:endParaRPr lang="he-IL"/>
        </a:p>
      </dgm:t>
    </dgm:pt>
    <dgm:pt modelId="{F5BB1DDD-F6EF-487D-9573-076FF6B86BB3}" type="parTrans" cxnId="{40B80E48-67E8-4158-8637-410197F80594}">
      <dgm:prSet/>
      <dgm:spPr/>
      <dgm:t>
        <a:bodyPr/>
        <a:lstStyle/>
        <a:p>
          <a:pPr algn="ctr" rtl="1"/>
          <a:endParaRPr lang="he-IL"/>
        </a:p>
      </dgm:t>
    </dgm:pt>
    <dgm:pt modelId="{A293F87B-A05E-4F78-8FA2-C023B6146175}" type="pres">
      <dgm:prSet presAssocID="{268E5045-F80D-4251-9166-477E54A6FF0C}" presName="Name0" presStyleCnt="0">
        <dgm:presLayoutVars>
          <dgm:dir/>
          <dgm:animLvl val="lvl"/>
          <dgm:resizeHandles val="exact"/>
        </dgm:presLayoutVars>
      </dgm:prSet>
      <dgm:spPr/>
    </dgm:pt>
    <dgm:pt modelId="{A3950667-C39D-4B9C-B8A2-57652244FC7B}" type="pres">
      <dgm:prSet presAssocID="{B46719A2-0A43-4FD2-A103-3E7968AAEC2B}" presName="boxAndChildren" presStyleCnt="0"/>
      <dgm:spPr/>
    </dgm:pt>
    <dgm:pt modelId="{9220FF02-A69B-4E7C-81EA-CDC806211917}" type="pres">
      <dgm:prSet presAssocID="{B46719A2-0A43-4FD2-A103-3E7968AAEC2B}" presName="parentTextBox" presStyleLbl="node1" presStyleIdx="0" presStyleCnt="4"/>
      <dgm:spPr/>
    </dgm:pt>
    <dgm:pt modelId="{CFE8DA41-8013-4CF8-87E6-379A057E3447}" type="pres">
      <dgm:prSet presAssocID="{C765E09D-412F-436F-9945-F3AEF17EF6BB}" presName="sp" presStyleCnt="0"/>
      <dgm:spPr/>
    </dgm:pt>
    <dgm:pt modelId="{70256B97-6F8A-4543-AA3F-7EF910D14775}" type="pres">
      <dgm:prSet presAssocID="{7EF6208D-0F18-498F-A4FB-E9613A12DF07}" presName="arrowAndChildren" presStyleCnt="0"/>
      <dgm:spPr/>
    </dgm:pt>
    <dgm:pt modelId="{2FF61CB8-4EC5-4724-8DE3-B2112D74AC38}" type="pres">
      <dgm:prSet presAssocID="{7EF6208D-0F18-498F-A4FB-E9613A12DF07}" presName="parentTextArrow" presStyleLbl="node1" presStyleIdx="1" presStyleCnt="4"/>
      <dgm:spPr/>
    </dgm:pt>
    <dgm:pt modelId="{46C80249-1B39-4072-95E2-91BAE5A3DA7B}" type="pres">
      <dgm:prSet presAssocID="{B2956733-7E18-418B-8B3E-46C1B5A83573}" presName="sp" presStyleCnt="0"/>
      <dgm:spPr/>
    </dgm:pt>
    <dgm:pt modelId="{36CF20E3-3702-4E44-BAF0-F3B2D50A9638}" type="pres">
      <dgm:prSet presAssocID="{4891CBF0-58E0-4743-A889-2AB25C8F32B7}" presName="arrowAndChildren" presStyleCnt="0"/>
      <dgm:spPr/>
    </dgm:pt>
    <dgm:pt modelId="{2048711A-0F20-4342-978C-ABDA129A176B}" type="pres">
      <dgm:prSet presAssocID="{4891CBF0-58E0-4743-A889-2AB25C8F32B7}" presName="parentTextArrow" presStyleLbl="node1" presStyleIdx="1" presStyleCnt="4"/>
      <dgm:spPr/>
    </dgm:pt>
    <dgm:pt modelId="{59A114FE-E153-4B44-BA4D-C08E93C22BB5}" type="pres">
      <dgm:prSet presAssocID="{4891CBF0-58E0-4743-A889-2AB25C8F32B7}" presName="arrow" presStyleLbl="node1" presStyleIdx="2" presStyleCnt="4"/>
      <dgm:spPr/>
    </dgm:pt>
    <dgm:pt modelId="{B221016E-7C61-4E1E-AF12-7746ABAA1797}" type="pres">
      <dgm:prSet presAssocID="{4891CBF0-58E0-4743-A889-2AB25C8F32B7}" presName="descendantArrow" presStyleCnt="0"/>
      <dgm:spPr/>
    </dgm:pt>
    <dgm:pt modelId="{32DAAEC4-2998-4A13-A2BD-EF8D9E36E149}" type="pres">
      <dgm:prSet presAssocID="{86046EEB-9803-4114-9DA1-8E090D9F62E5}" presName="childTextArrow" presStyleLbl="fgAccFollowNode1" presStyleIdx="0" presStyleCnt="3">
        <dgm:presLayoutVars>
          <dgm:bulletEnabled val="1"/>
        </dgm:presLayoutVars>
      </dgm:prSet>
      <dgm:spPr/>
    </dgm:pt>
    <dgm:pt modelId="{85129528-0AD3-4247-8252-79086CC97200}" type="pres">
      <dgm:prSet presAssocID="{0C129C61-185E-457A-9524-06AB3800F557}" presName="childTextArrow" presStyleLbl="fgAccFollowNode1" presStyleIdx="1" presStyleCnt="3">
        <dgm:presLayoutVars>
          <dgm:bulletEnabled val="1"/>
        </dgm:presLayoutVars>
      </dgm:prSet>
      <dgm:spPr/>
    </dgm:pt>
    <dgm:pt modelId="{CDD36E22-B800-4322-8799-AC4C1687B8F7}" type="pres">
      <dgm:prSet presAssocID="{F02E3655-86CD-438D-BE01-CAC3892620BC}" presName="childTextArrow" presStyleLbl="fgAccFollowNode1" presStyleIdx="2" presStyleCnt="3" custScaleX="119921">
        <dgm:presLayoutVars>
          <dgm:bulletEnabled val="1"/>
        </dgm:presLayoutVars>
      </dgm:prSet>
      <dgm:spPr/>
    </dgm:pt>
    <dgm:pt modelId="{44A49635-8067-44C8-B758-6289D6930FC2}" type="pres">
      <dgm:prSet presAssocID="{47434C3C-211F-4BB7-9D35-8651158F09AD}" presName="sp" presStyleCnt="0"/>
      <dgm:spPr/>
    </dgm:pt>
    <dgm:pt modelId="{A17D33B4-19C3-4E80-8A1F-BAEFDF2C9850}" type="pres">
      <dgm:prSet presAssocID="{810C7596-5982-444A-A894-55C290CED637}" presName="arrowAndChildren" presStyleCnt="0"/>
      <dgm:spPr/>
    </dgm:pt>
    <dgm:pt modelId="{000E4A4D-C217-4BE8-BE9D-4B01BACAF3DD}" type="pres">
      <dgm:prSet presAssocID="{810C7596-5982-444A-A894-55C290CED637}" presName="parentTextArrow" presStyleLbl="node1" presStyleIdx="3" presStyleCnt="4"/>
      <dgm:spPr/>
    </dgm:pt>
  </dgm:ptLst>
  <dgm:cxnLst>
    <dgm:cxn modelId="{9BEEAB02-311C-4843-BDF2-4DF8893F3ECA}" srcId="{268E5045-F80D-4251-9166-477E54A6FF0C}" destId="{B46719A2-0A43-4FD2-A103-3E7968AAEC2B}" srcOrd="3" destOrd="0" parTransId="{2B6FA85F-B050-4055-9B27-98FC1BA45F34}" sibTransId="{57CCC65A-85EB-466B-BB72-D8B969519594}"/>
    <dgm:cxn modelId="{D7658416-D8EE-469F-8601-9904A60A9994}" type="presOf" srcId="{4891CBF0-58E0-4743-A889-2AB25C8F32B7}" destId="{2048711A-0F20-4342-978C-ABDA129A176B}" srcOrd="0" destOrd="0" presId="urn:microsoft.com/office/officeart/2005/8/layout/process4"/>
    <dgm:cxn modelId="{717A4A20-48E7-453C-B625-EA3AC219478B}" type="presOf" srcId="{86046EEB-9803-4114-9DA1-8E090D9F62E5}" destId="{32DAAEC4-2998-4A13-A2BD-EF8D9E36E149}" srcOrd="0" destOrd="0" presId="urn:microsoft.com/office/officeart/2005/8/layout/process4"/>
    <dgm:cxn modelId="{63FD7037-C2DD-4180-9D03-EAAA0D65FDAD}" type="presOf" srcId="{0C129C61-185E-457A-9524-06AB3800F557}" destId="{85129528-0AD3-4247-8252-79086CC97200}" srcOrd="0" destOrd="0" presId="urn:microsoft.com/office/officeart/2005/8/layout/process4"/>
    <dgm:cxn modelId="{EE29B45B-6F01-432E-BCA8-61AB86502715}" type="presOf" srcId="{810C7596-5982-444A-A894-55C290CED637}" destId="{000E4A4D-C217-4BE8-BE9D-4B01BACAF3DD}" srcOrd="0" destOrd="0" presId="urn:microsoft.com/office/officeart/2005/8/layout/process4"/>
    <dgm:cxn modelId="{CF34ED61-AD57-4BFE-A437-813F450DF30F}" srcId="{268E5045-F80D-4251-9166-477E54A6FF0C}" destId="{7EF6208D-0F18-498F-A4FB-E9613A12DF07}" srcOrd="2" destOrd="0" parTransId="{1E1EE52F-CF93-47B5-B6A9-29EF4AD0A959}" sibTransId="{C765E09D-412F-436F-9945-F3AEF17EF6BB}"/>
    <dgm:cxn modelId="{40B80E48-67E8-4158-8637-410197F80594}" srcId="{4891CBF0-58E0-4743-A889-2AB25C8F32B7}" destId="{0C129C61-185E-457A-9524-06AB3800F557}" srcOrd="1" destOrd="0" parTransId="{F5BB1DDD-F6EF-487D-9573-076FF6B86BB3}" sibTransId="{AA959702-56B1-4398-A74A-5FAD93DA78CC}"/>
    <dgm:cxn modelId="{047B814A-2057-4304-B245-8676AB639859}" srcId="{268E5045-F80D-4251-9166-477E54A6FF0C}" destId="{810C7596-5982-444A-A894-55C290CED637}" srcOrd="0" destOrd="0" parTransId="{B51CD1B6-20CD-4346-A117-9A100D1FE649}" sibTransId="{47434C3C-211F-4BB7-9D35-8651158F09AD}"/>
    <dgm:cxn modelId="{9B8FAB70-68EF-4C98-9127-45F444D6502F}" srcId="{268E5045-F80D-4251-9166-477E54A6FF0C}" destId="{4891CBF0-58E0-4743-A889-2AB25C8F32B7}" srcOrd="1" destOrd="0" parTransId="{FD0429FB-3D8B-434D-8840-FAA329356221}" sibTransId="{B2956733-7E18-418B-8B3E-46C1B5A83573}"/>
    <dgm:cxn modelId="{E7232853-C43B-4CB1-A712-924D53AAC6C2}" type="presOf" srcId="{4891CBF0-58E0-4743-A889-2AB25C8F32B7}" destId="{59A114FE-E153-4B44-BA4D-C08E93C22BB5}" srcOrd="1" destOrd="0" presId="urn:microsoft.com/office/officeart/2005/8/layout/process4"/>
    <dgm:cxn modelId="{3E338F76-94AC-40B3-AF1B-830F9D5BC62C}" type="presOf" srcId="{B46719A2-0A43-4FD2-A103-3E7968AAEC2B}" destId="{9220FF02-A69B-4E7C-81EA-CDC806211917}" srcOrd="0" destOrd="0" presId="urn:microsoft.com/office/officeart/2005/8/layout/process4"/>
    <dgm:cxn modelId="{31D0D587-B487-4B68-ABAE-0114AC84D8C8}" type="presOf" srcId="{268E5045-F80D-4251-9166-477E54A6FF0C}" destId="{A293F87B-A05E-4F78-8FA2-C023B6146175}" srcOrd="0" destOrd="0" presId="urn:microsoft.com/office/officeart/2005/8/layout/process4"/>
    <dgm:cxn modelId="{D75C6192-4FAD-4690-9D76-6F43262F0621}" type="presOf" srcId="{7EF6208D-0F18-498F-A4FB-E9613A12DF07}" destId="{2FF61CB8-4EC5-4724-8DE3-B2112D74AC38}" srcOrd="0" destOrd="0" presId="urn:microsoft.com/office/officeart/2005/8/layout/process4"/>
    <dgm:cxn modelId="{BC0740C8-67EA-4FFF-BA65-18072EA23CDD}" type="presOf" srcId="{F02E3655-86CD-438D-BE01-CAC3892620BC}" destId="{CDD36E22-B800-4322-8799-AC4C1687B8F7}" srcOrd="0" destOrd="0" presId="urn:microsoft.com/office/officeart/2005/8/layout/process4"/>
    <dgm:cxn modelId="{D9FE42C9-A609-4AF7-AC27-CBCEF41A5DB5}" srcId="{4891CBF0-58E0-4743-A889-2AB25C8F32B7}" destId="{86046EEB-9803-4114-9DA1-8E090D9F62E5}" srcOrd="0" destOrd="0" parTransId="{E9949BF4-6B78-4691-B866-045BDED0FA0A}" sibTransId="{25A288BF-E0D0-49FF-B5D7-D19B1E3B84FE}"/>
    <dgm:cxn modelId="{9FDBD0EE-C0DD-46DF-B530-60862FDDD3A2}" srcId="{4891CBF0-58E0-4743-A889-2AB25C8F32B7}" destId="{F02E3655-86CD-438D-BE01-CAC3892620BC}" srcOrd="2" destOrd="0" parTransId="{406360AC-B95E-4A60-AF41-4C841AB1ACBD}" sibTransId="{9FBFBAA6-8DC7-4FB4-9F05-331FF28EED23}"/>
    <dgm:cxn modelId="{3890E320-75E2-430C-B720-5FC820A17C90}" type="presParOf" srcId="{A293F87B-A05E-4F78-8FA2-C023B6146175}" destId="{A3950667-C39D-4B9C-B8A2-57652244FC7B}" srcOrd="0" destOrd="0" presId="urn:microsoft.com/office/officeart/2005/8/layout/process4"/>
    <dgm:cxn modelId="{B797D1D9-5390-4D6E-8C0C-FCC78E2B1E03}" type="presParOf" srcId="{A3950667-C39D-4B9C-B8A2-57652244FC7B}" destId="{9220FF02-A69B-4E7C-81EA-CDC806211917}" srcOrd="0" destOrd="0" presId="urn:microsoft.com/office/officeart/2005/8/layout/process4"/>
    <dgm:cxn modelId="{55A29877-68A3-414F-9001-1FA893AF58F2}" type="presParOf" srcId="{A293F87B-A05E-4F78-8FA2-C023B6146175}" destId="{CFE8DA41-8013-4CF8-87E6-379A057E3447}" srcOrd="1" destOrd="0" presId="urn:microsoft.com/office/officeart/2005/8/layout/process4"/>
    <dgm:cxn modelId="{02425B4D-8FFD-41C5-ABFE-91D19DD09AEA}" type="presParOf" srcId="{A293F87B-A05E-4F78-8FA2-C023B6146175}" destId="{70256B97-6F8A-4543-AA3F-7EF910D14775}" srcOrd="2" destOrd="0" presId="urn:microsoft.com/office/officeart/2005/8/layout/process4"/>
    <dgm:cxn modelId="{80F55097-776D-47A5-AEFD-EEBCED7A62DA}" type="presParOf" srcId="{70256B97-6F8A-4543-AA3F-7EF910D14775}" destId="{2FF61CB8-4EC5-4724-8DE3-B2112D74AC38}" srcOrd="0" destOrd="0" presId="urn:microsoft.com/office/officeart/2005/8/layout/process4"/>
    <dgm:cxn modelId="{D2BCD955-80B6-4CC4-9418-DD5DE066AA30}" type="presParOf" srcId="{A293F87B-A05E-4F78-8FA2-C023B6146175}" destId="{46C80249-1B39-4072-95E2-91BAE5A3DA7B}" srcOrd="3" destOrd="0" presId="urn:microsoft.com/office/officeart/2005/8/layout/process4"/>
    <dgm:cxn modelId="{7344484A-AE78-45B6-959B-45F546C4F992}" type="presParOf" srcId="{A293F87B-A05E-4F78-8FA2-C023B6146175}" destId="{36CF20E3-3702-4E44-BAF0-F3B2D50A9638}" srcOrd="4" destOrd="0" presId="urn:microsoft.com/office/officeart/2005/8/layout/process4"/>
    <dgm:cxn modelId="{2D7392DC-41EF-4B45-AEE6-8E82D71E749C}" type="presParOf" srcId="{36CF20E3-3702-4E44-BAF0-F3B2D50A9638}" destId="{2048711A-0F20-4342-978C-ABDA129A176B}" srcOrd="0" destOrd="0" presId="urn:microsoft.com/office/officeart/2005/8/layout/process4"/>
    <dgm:cxn modelId="{1B7CBB20-2741-4277-8CF1-18D583ABF225}" type="presParOf" srcId="{36CF20E3-3702-4E44-BAF0-F3B2D50A9638}" destId="{59A114FE-E153-4B44-BA4D-C08E93C22BB5}" srcOrd="1" destOrd="0" presId="urn:microsoft.com/office/officeart/2005/8/layout/process4"/>
    <dgm:cxn modelId="{50F74491-CF93-413E-98CF-E59DC9DEF82B}" type="presParOf" srcId="{36CF20E3-3702-4E44-BAF0-F3B2D50A9638}" destId="{B221016E-7C61-4E1E-AF12-7746ABAA1797}" srcOrd="2" destOrd="0" presId="urn:microsoft.com/office/officeart/2005/8/layout/process4"/>
    <dgm:cxn modelId="{B38E559F-5148-4F84-B40A-59ADFAA3C2EC}" type="presParOf" srcId="{B221016E-7C61-4E1E-AF12-7746ABAA1797}" destId="{32DAAEC4-2998-4A13-A2BD-EF8D9E36E149}" srcOrd="0" destOrd="0" presId="urn:microsoft.com/office/officeart/2005/8/layout/process4"/>
    <dgm:cxn modelId="{618354A3-D6A2-4238-8593-85F9DDE9C9F2}" type="presParOf" srcId="{B221016E-7C61-4E1E-AF12-7746ABAA1797}" destId="{85129528-0AD3-4247-8252-79086CC97200}" srcOrd="1" destOrd="0" presId="urn:microsoft.com/office/officeart/2005/8/layout/process4"/>
    <dgm:cxn modelId="{3B8F9603-26D3-428D-B81C-6E89B9999851}" type="presParOf" srcId="{B221016E-7C61-4E1E-AF12-7746ABAA1797}" destId="{CDD36E22-B800-4322-8799-AC4C1687B8F7}" srcOrd="2" destOrd="0" presId="urn:microsoft.com/office/officeart/2005/8/layout/process4"/>
    <dgm:cxn modelId="{B18931D1-791E-49C2-B2E2-2FA056BE17D4}" type="presParOf" srcId="{A293F87B-A05E-4F78-8FA2-C023B6146175}" destId="{44A49635-8067-44C8-B758-6289D6930FC2}" srcOrd="5" destOrd="0" presId="urn:microsoft.com/office/officeart/2005/8/layout/process4"/>
    <dgm:cxn modelId="{3EF86E80-5474-4241-9680-0DD37A19B9CA}" type="presParOf" srcId="{A293F87B-A05E-4F78-8FA2-C023B6146175}" destId="{A17D33B4-19C3-4E80-8A1F-BAEFDF2C9850}" srcOrd="6" destOrd="0" presId="urn:microsoft.com/office/officeart/2005/8/layout/process4"/>
    <dgm:cxn modelId="{9DB7B6E9-00DF-46BE-BDE8-87FB6EEDC206}" type="presParOf" srcId="{A17D33B4-19C3-4E80-8A1F-BAEFDF2C9850}" destId="{000E4A4D-C217-4BE8-BE9D-4B01BACAF3D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68E5045-F80D-4251-9166-477E54A6FF0C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0C7596-5982-444A-A894-55C290CED637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ct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בדיקה תכונות בטיחות רגולריות	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B51CD1B6-20CD-4346-A117-9A100D1FE649}" type="parTrans" cxnId="{047B814A-2057-4304-B245-8676AB639859}">
      <dgm:prSet/>
      <dgm:spPr/>
      <dgm:t>
        <a:bodyPr/>
        <a:lstStyle/>
        <a:p>
          <a:pPr algn="ctr"/>
          <a:endParaRPr lang="en-US" sz="1400"/>
        </a:p>
      </dgm:t>
    </dgm:pt>
    <dgm:pt modelId="{47434C3C-211F-4BB7-9D35-8651158F09AD}" type="sibTrans" cxnId="{047B814A-2057-4304-B245-8676AB639859}">
      <dgm:prSet/>
      <dgm:spPr/>
      <dgm:t>
        <a:bodyPr/>
        <a:lstStyle/>
        <a:p>
          <a:pPr algn="ctr"/>
          <a:endParaRPr lang="en-US" sz="1400"/>
        </a:p>
      </dgm:t>
    </dgm:pt>
    <dgm:pt modelId="{4891CBF0-58E0-4743-A889-2AB25C8F32B7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ctr" rtl="1"/>
          <a:r>
            <a:rPr lang="he-IL" sz="3200" dirty="0">
              <a:latin typeface="Gisha" panose="020B0502040204020203" pitchFamily="34" charset="-79"/>
              <a:cs typeface="Gisha" panose="020B0502040204020203" pitchFamily="34" charset="-79"/>
            </a:rPr>
            <a:t>בדיקת תכונות </a:t>
          </a:r>
          <a:r>
            <a:rPr lang="en-US" sz="3200" dirty="0">
              <a:latin typeface="Gisha" panose="020B0502040204020203" pitchFamily="34" charset="-79"/>
              <a:cs typeface="Gisha" panose="020B0502040204020203" pitchFamily="34" charset="-79"/>
            </a:rPr>
            <a:t>!</a:t>
          </a:r>
          <a:r>
            <a:rPr lang="he-IL" sz="3200" dirty="0">
              <a:latin typeface="Gisha" panose="020B0502040204020203" pitchFamily="34" charset="-79"/>
              <a:cs typeface="Gisha" panose="020B0502040204020203" pitchFamily="34" charset="-79"/>
            </a:rPr>
            <a:t>-רגולריות</a:t>
          </a:r>
          <a:endParaRPr lang="en-US" sz="3200" dirty="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FD0429FB-3D8B-434D-8840-FAA329356221}" type="parTrans" cxnId="{9B8FAB70-68EF-4C98-9127-45F444D6502F}">
      <dgm:prSet/>
      <dgm:spPr/>
      <dgm:t>
        <a:bodyPr/>
        <a:lstStyle/>
        <a:p>
          <a:pPr algn="ctr" rtl="1"/>
          <a:endParaRPr lang="he-IL" sz="1400"/>
        </a:p>
      </dgm:t>
    </dgm:pt>
    <dgm:pt modelId="{B2956733-7E18-418B-8B3E-46C1B5A83573}" type="sibTrans" cxnId="{9B8FAB70-68EF-4C98-9127-45F444D6502F}">
      <dgm:prSet/>
      <dgm:spPr/>
      <dgm:t>
        <a:bodyPr/>
        <a:lstStyle/>
        <a:p>
          <a:pPr algn="ctr" rtl="1"/>
          <a:endParaRPr lang="he-IL" sz="1400"/>
        </a:p>
      </dgm:t>
    </dgm:pt>
    <dgm:pt modelId="{7EF6208D-0F18-498F-A4FB-E9613A12DF07}">
      <dgm:prSet phldrT="[Text]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pPr algn="ct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חיפוש </a:t>
          </a:r>
          <a:r>
            <a:rPr lang="en-US" sz="3200">
              <a:latin typeface="Gisha" panose="020B0502040204020203" pitchFamily="34" charset="-79"/>
              <a:cs typeface="Gisha" panose="020B0502040204020203" pitchFamily="34" charset="-79"/>
            </a:rPr>
            <a:t>DFS</a:t>
          </a:r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 מקונן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1E1EE52F-CF93-47B5-B6A9-29EF4AD0A959}" type="parTrans" cxnId="{CF34ED61-AD57-4BFE-A437-813F450DF30F}">
      <dgm:prSet/>
      <dgm:spPr/>
      <dgm:t>
        <a:bodyPr/>
        <a:lstStyle/>
        <a:p>
          <a:pPr algn="ctr" rtl="1"/>
          <a:endParaRPr lang="he-IL" sz="1400"/>
        </a:p>
      </dgm:t>
    </dgm:pt>
    <dgm:pt modelId="{C765E09D-412F-436F-9945-F3AEF17EF6BB}" type="sibTrans" cxnId="{CF34ED61-AD57-4BFE-A437-813F450DF30F}">
      <dgm:prSet/>
      <dgm:spPr/>
      <dgm:t>
        <a:bodyPr/>
        <a:lstStyle/>
        <a:p>
          <a:pPr algn="ctr" rtl="1"/>
          <a:endParaRPr lang="he-IL" sz="1400"/>
        </a:p>
      </dgm:t>
    </dgm:pt>
    <dgm:pt modelId="{86046EEB-9803-4114-9DA1-8E090D9F62E5}">
      <dgm:prSet custT="1"/>
      <dgm:spPr/>
      <dgm:t>
        <a:bodyPr/>
        <a:lstStyle/>
        <a:p>
          <a:pPr algn="ctr" rtl="1"/>
          <a:r>
            <a:rPr lang="he-IL" sz="1800">
              <a:latin typeface="Gisha" panose="020B0502040204020203" pitchFamily="34" charset="-79"/>
              <a:cs typeface="Gisha" panose="020B0502040204020203" pitchFamily="34" charset="-79"/>
            </a:rPr>
            <a:t>בדיקת תכונות הַתְמָדָה</a:t>
          </a:r>
          <a:endParaRPr lang="en-US" sz="1800" dirty="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E9949BF4-6B78-4691-B866-045BDED0FA0A}" type="parTrans" cxnId="{D9FE42C9-A609-4AF7-AC27-CBCEF41A5DB5}">
      <dgm:prSet/>
      <dgm:spPr/>
      <dgm:t>
        <a:bodyPr/>
        <a:lstStyle/>
        <a:p>
          <a:pPr algn="ctr" rtl="1"/>
          <a:endParaRPr lang="he-IL"/>
        </a:p>
      </dgm:t>
    </dgm:pt>
    <dgm:pt modelId="{25A288BF-E0D0-49FF-B5D7-D19B1E3B84FE}" type="sibTrans" cxnId="{D9FE42C9-A609-4AF7-AC27-CBCEF41A5DB5}">
      <dgm:prSet/>
      <dgm:spPr/>
      <dgm:t>
        <a:bodyPr/>
        <a:lstStyle/>
        <a:p>
          <a:pPr algn="ctr" rtl="1"/>
          <a:endParaRPr lang="he-IL"/>
        </a:p>
      </dgm:t>
    </dgm:pt>
    <dgm:pt modelId="{B46719A2-0A43-4FD2-A103-3E7968AAEC2B}">
      <dgm:prSet phldrT="[Text]" custT="1"/>
      <dgm:spPr>
        <a:solidFill>
          <a:schemeClr val="accent1"/>
        </a:solidFill>
      </dgm:spPr>
      <dgm:t>
        <a:bodyPr/>
        <a:lstStyle/>
        <a:p>
          <a:pPr algn="ctr" rtl="1"/>
          <a:r>
            <a:rPr lang="he-IL" sz="3200">
              <a:latin typeface="Gisha" panose="020B0502040204020203" pitchFamily="34" charset="-79"/>
              <a:cs typeface="Gisha" panose="020B0502040204020203" pitchFamily="34" charset="-79"/>
            </a:rPr>
            <a:t>סיכום תכונות רגולריות</a:t>
          </a:r>
          <a:endParaRPr lang="en-US" sz="32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2B6FA85F-B050-4055-9B27-98FC1BA45F34}" type="parTrans" cxnId="{9BEEAB02-311C-4843-BDF2-4DF8893F3ECA}">
      <dgm:prSet/>
      <dgm:spPr/>
      <dgm:t>
        <a:bodyPr/>
        <a:lstStyle/>
        <a:p>
          <a:pPr algn="ctr" rtl="1"/>
          <a:endParaRPr lang="he-IL"/>
        </a:p>
      </dgm:t>
    </dgm:pt>
    <dgm:pt modelId="{57CCC65A-85EB-466B-BB72-D8B969519594}" type="sibTrans" cxnId="{9BEEAB02-311C-4843-BDF2-4DF8893F3ECA}">
      <dgm:prSet/>
      <dgm:spPr/>
      <dgm:t>
        <a:bodyPr/>
        <a:lstStyle/>
        <a:p>
          <a:pPr algn="ctr" rtl="1"/>
          <a:endParaRPr lang="he-IL"/>
        </a:p>
      </dgm:t>
    </dgm:pt>
    <dgm:pt modelId="{F02E3655-86CD-438D-BE01-CAC3892620BC}">
      <dgm:prSet custT="1"/>
      <dgm:spPr/>
      <dgm:t>
        <a:bodyPr/>
        <a:lstStyle/>
        <a:p>
          <a:pPr algn="ctr" rtl="1"/>
          <a:r>
            <a:rPr lang="he-IL" sz="1800">
              <a:latin typeface="Gisha" panose="020B0502040204020203" pitchFamily="34" charset="-79"/>
              <a:cs typeface="Gisha" panose="020B0502040204020203" pitchFamily="34" charset="-79"/>
            </a:rPr>
            <a:t>תכונות הַתְמָדָה (</a:t>
          </a:r>
          <a:r>
            <a:rPr lang="en-US" sz="1800">
              <a:latin typeface="Gisha" panose="020B0502040204020203" pitchFamily="34" charset="-79"/>
              <a:cs typeface="Gisha" panose="020B0502040204020203" pitchFamily="34" charset="-79"/>
            </a:rPr>
            <a:t>persistence</a:t>
          </a:r>
          <a:r>
            <a:rPr lang="he-IL" sz="1800">
              <a:latin typeface="Gisha" panose="020B0502040204020203" pitchFamily="34" charset="-79"/>
              <a:cs typeface="Gisha" panose="020B0502040204020203" pitchFamily="34" charset="-79"/>
            </a:rPr>
            <a:t>)</a:t>
          </a:r>
          <a:endParaRPr lang="en-US" sz="18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9FBFBAA6-8DC7-4FB4-9F05-331FF28EED23}" type="sibTrans" cxnId="{9FDBD0EE-C0DD-46DF-B530-60862FDDD3A2}">
      <dgm:prSet/>
      <dgm:spPr/>
      <dgm:t>
        <a:bodyPr/>
        <a:lstStyle/>
        <a:p>
          <a:pPr algn="ctr" rtl="1"/>
          <a:endParaRPr lang="he-IL"/>
        </a:p>
      </dgm:t>
    </dgm:pt>
    <dgm:pt modelId="{406360AC-B95E-4A60-AF41-4C841AB1ACBD}" type="parTrans" cxnId="{9FDBD0EE-C0DD-46DF-B530-60862FDDD3A2}">
      <dgm:prSet/>
      <dgm:spPr/>
      <dgm:t>
        <a:bodyPr/>
        <a:lstStyle/>
        <a:p>
          <a:pPr algn="ctr" rtl="1"/>
          <a:endParaRPr lang="he-IL"/>
        </a:p>
      </dgm:t>
    </dgm:pt>
    <dgm:pt modelId="{0C129C61-185E-457A-9524-06AB3800F557}">
      <dgm:prSet custT="1"/>
      <dgm:spPr/>
      <dgm:t>
        <a:bodyPr/>
        <a:lstStyle/>
        <a:p>
          <a:pPr algn="ctr" rtl="1"/>
          <a:r>
            <a:rPr lang="he-IL" sz="1800">
              <a:latin typeface="Gisha" panose="020B0502040204020203" pitchFamily="34" charset="-79"/>
              <a:cs typeface="Gisha" panose="020B0502040204020203" pitchFamily="34" charset="-79"/>
            </a:rPr>
            <a:t>רדוקציה לתכונות הַתְמָדָה</a:t>
          </a:r>
          <a:endParaRPr lang="en-US" sz="1800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AA959702-56B1-4398-A74A-5FAD93DA78CC}" type="sibTrans" cxnId="{40B80E48-67E8-4158-8637-410197F80594}">
      <dgm:prSet/>
      <dgm:spPr/>
      <dgm:t>
        <a:bodyPr/>
        <a:lstStyle/>
        <a:p>
          <a:pPr algn="ctr" rtl="1"/>
          <a:endParaRPr lang="he-IL"/>
        </a:p>
      </dgm:t>
    </dgm:pt>
    <dgm:pt modelId="{F5BB1DDD-F6EF-487D-9573-076FF6B86BB3}" type="parTrans" cxnId="{40B80E48-67E8-4158-8637-410197F80594}">
      <dgm:prSet/>
      <dgm:spPr/>
      <dgm:t>
        <a:bodyPr/>
        <a:lstStyle/>
        <a:p>
          <a:pPr algn="ctr" rtl="1"/>
          <a:endParaRPr lang="he-IL"/>
        </a:p>
      </dgm:t>
    </dgm:pt>
    <dgm:pt modelId="{A293F87B-A05E-4F78-8FA2-C023B6146175}" type="pres">
      <dgm:prSet presAssocID="{268E5045-F80D-4251-9166-477E54A6FF0C}" presName="Name0" presStyleCnt="0">
        <dgm:presLayoutVars>
          <dgm:dir/>
          <dgm:animLvl val="lvl"/>
          <dgm:resizeHandles val="exact"/>
        </dgm:presLayoutVars>
      </dgm:prSet>
      <dgm:spPr/>
    </dgm:pt>
    <dgm:pt modelId="{A3950667-C39D-4B9C-B8A2-57652244FC7B}" type="pres">
      <dgm:prSet presAssocID="{B46719A2-0A43-4FD2-A103-3E7968AAEC2B}" presName="boxAndChildren" presStyleCnt="0"/>
      <dgm:spPr/>
    </dgm:pt>
    <dgm:pt modelId="{9220FF02-A69B-4E7C-81EA-CDC806211917}" type="pres">
      <dgm:prSet presAssocID="{B46719A2-0A43-4FD2-A103-3E7968AAEC2B}" presName="parentTextBox" presStyleLbl="node1" presStyleIdx="0" presStyleCnt="4"/>
      <dgm:spPr/>
    </dgm:pt>
    <dgm:pt modelId="{CFE8DA41-8013-4CF8-87E6-379A057E3447}" type="pres">
      <dgm:prSet presAssocID="{C765E09D-412F-436F-9945-F3AEF17EF6BB}" presName="sp" presStyleCnt="0"/>
      <dgm:spPr/>
    </dgm:pt>
    <dgm:pt modelId="{70256B97-6F8A-4543-AA3F-7EF910D14775}" type="pres">
      <dgm:prSet presAssocID="{7EF6208D-0F18-498F-A4FB-E9613A12DF07}" presName="arrowAndChildren" presStyleCnt="0"/>
      <dgm:spPr/>
    </dgm:pt>
    <dgm:pt modelId="{2FF61CB8-4EC5-4724-8DE3-B2112D74AC38}" type="pres">
      <dgm:prSet presAssocID="{7EF6208D-0F18-498F-A4FB-E9613A12DF07}" presName="parentTextArrow" presStyleLbl="node1" presStyleIdx="1" presStyleCnt="4"/>
      <dgm:spPr/>
    </dgm:pt>
    <dgm:pt modelId="{46C80249-1B39-4072-95E2-91BAE5A3DA7B}" type="pres">
      <dgm:prSet presAssocID="{B2956733-7E18-418B-8B3E-46C1B5A83573}" presName="sp" presStyleCnt="0"/>
      <dgm:spPr/>
    </dgm:pt>
    <dgm:pt modelId="{36CF20E3-3702-4E44-BAF0-F3B2D50A9638}" type="pres">
      <dgm:prSet presAssocID="{4891CBF0-58E0-4743-A889-2AB25C8F32B7}" presName="arrowAndChildren" presStyleCnt="0"/>
      <dgm:spPr/>
    </dgm:pt>
    <dgm:pt modelId="{2048711A-0F20-4342-978C-ABDA129A176B}" type="pres">
      <dgm:prSet presAssocID="{4891CBF0-58E0-4743-A889-2AB25C8F32B7}" presName="parentTextArrow" presStyleLbl="node1" presStyleIdx="1" presStyleCnt="4"/>
      <dgm:spPr/>
    </dgm:pt>
    <dgm:pt modelId="{59A114FE-E153-4B44-BA4D-C08E93C22BB5}" type="pres">
      <dgm:prSet presAssocID="{4891CBF0-58E0-4743-A889-2AB25C8F32B7}" presName="arrow" presStyleLbl="node1" presStyleIdx="2" presStyleCnt="4"/>
      <dgm:spPr/>
    </dgm:pt>
    <dgm:pt modelId="{B221016E-7C61-4E1E-AF12-7746ABAA1797}" type="pres">
      <dgm:prSet presAssocID="{4891CBF0-58E0-4743-A889-2AB25C8F32B7}" presName="descendantArrow" presStyleCnt="0"/>
      <dgm:spPr/>
    </dgm:pt>
    <dgm:pt modelId="{32DAAEC4-2998-4A13-A2BD-EF8D9E36E149}" type="pres">
      <dgm:prSet presAssocID="{86046EEB-9803-4114-9DA1-8E090D9F62E5}" presName="childTextArrow" presStyleLbl="fgAccFollowNode1" presStyleIdx="0" presStyleCnt="3">
        <dgm:presLayoutVars>
          <dgm:bulletEnabled val="1"/>
        </dgm:presLayoutVars>
      </dgm:prSet>
      <dgm:spPr/>
    </dgm:pt>
    <dgm:pt modelId="{85129528-0AD3-4247-8252-79086CC97200}" type="pres">
      <dgm:prSet presAssocID="{0C129C61-185E-457A-9524-06AB3800F557}" presName="childTextArrow" presStyleLbl="fgAccFollowNode1" presStyleIdx="1" presStyleCnt="3">
        <dgm:presLayoutVars>
          <dgm:bulletEnabled val="1"/>
        </dgm:presLayoutVars>
      </dgm:prSet>
      <dgm:spPr/>
    </dgm:pt>
    <dgm:pt modelId="{CDD36E22-B800-4322-8799-AC4C1687B8F7}" type="pres">
      <dgm:prSet presAssocID="{F02E3655-86CD-438D-BE01-CAC3892620BC}" presName="childTextArrow" presStyleLbl="fgAccFollowNode1" presStyleIdx="2" presStyleCnt="3">
        <dgm:presLayoutVars>
          <dgm:bulletEnabled val="1"/>
        </dgm:presLayoutVars>
      </dgm:prSet>
      <dgm:spPr/>
    </dgm:pt>
    <dgm:pt modelId="{44A49635-8067-44C8-B758-6289D6930FC2}" type="pres">
      <dgm:prSet presAssocID="{47434C3C-211F-4BB7-9D35-8651158F09AD}" presName="sp" presStyleCnt="0"/>
      <dgm:spPr/>
    </dgm:pt>
    <dgm:pt modelId="{A17D33B4-19C3-4E80-8A1F-BAEFDF2C9850}" type="pres">
      <dgm:prSet presAssocID="{810C7596-5982-444A-A894-55C290CED637}" presName="arrowAndChildren" presStyleCnt="0"/>
      <dgm:spPr/>
    </dgm:pt>
    <dgm:pt modelId="{000E4A4D-C217-4BE8-BE9D-4B01BACAF3DD}" type="pres">
      <dgm:prSet presAssocID="{810C7596-5982-444A-A894-55C290CED637}" presName="parentTextArrow" presStyleLbl="node1" presStyleIdx="3" presStyleCnt="4"/>
      <dgm:spPr/>
    </dgm:pt>
  </dgm:ptLst>
  <dgm:cxnLst>
    <dgm:cxn modelId="{9BEEAB02-311C-4843-BDF2-4DF8893F3ECA}" srcId="{268E5045-F80D-4251-9166-477E54A6FF0C}" destId="{B46719A2-0A43-4FD2-A103-3E7968AAEC2B}" srcOrd="3" destOrd="0" parTransId="{2B6FA85F-B050-4055-9B27-98FC1BA45F34}" sibTransId="{57CCC65A-85EB-466B-BB72-D8B969519594}"/>
    <dgm:cxn modelId="{9309C605-D1A4-4981-BB0B-C7098889077E}" type="presOf" srcId="{4891CBF0-58E0-4743-A889-2AB25C8F32B7}" destId="{2048711A-0F20-4342-978C-ABDA129A176B}" srcOrd="0" destOrd="0" presId="urn:microsoft.com/office/officeart/2005/8/layout/process4"/>
    <dgm:cxn modelId="{1EFBCA31-D159-4B5C-BD78-AD660CA63AAE}" type="presOf" srcId="{4891CBF0-58E0-4743-A889-2AB25C8F32B7}" destId="{59A114FE-E153-4B44-BA4D-C08E93C22BB5}" srcOrd="1" destOrd="0" presId="urn:microsoft.com/office/officeart/2005/8/layout/process4"/>
    <dgm:cxn modelId="{42FE0E35-9DEE-4878-9761-1BC51B26C742}" type="presOf" srcId="{F02E3655-86CD-438D-BE01-CAC3892620BC}" destId="{CDD36E22-B800-4322-8799-AC4C1687B8F7}" srcOrd="0" destOrd="0" presId="urn:microsoft.com/office/officeart/2005/8/layout/process4"/>
    <dgm:cxn modelId="{CF34ED61-AD57-4BFE-A437-813F450DF30F}" srcId="{268E5045-F80D-4251-9166-477E54A6FF0C}" destId="{7EF6208D-0F18-498F-A4FB-E9613A12DF07}" srcOrd="2" destOrd="0" parTransId="{1E1EE52F-CF93-47B5-B6A9-29EF4AD0A959}" sibTransId="{C765E09D-412F-436F-9945-F3AEF17EF6BB}"/>
    <dgm:cxn modelId="{40B80E48-67E8-4158-8637-410197F80594}" srcId="{4891CBF0-58E0-4743-A889-2AB25C8F32B7}" destId="{0C129C61-185E-457A-9524-06AB3800F557}" srcOrd="1" destOrd="0" parTransId="{F5BB1DDD-F6EF-487D-9573-076FF6B86BB3}" sibTransId="{AA959702-56B1-4398-A74A-5FAD93DA78CC}"/>
    <dgm:cxn modelId="{047B814A-2057-4304-B245-8676AB639859}" srcId="{268E5045-F80D-4251-9166-477E54A6FF0C}" destId="{810C7596-5982-444A-A894-55C290CED637}" srcOrd="0" destOrd="0" parTransId="{B51CD1B6-20CD-4346-A117-9A100D1FE649}" sibTransId="{47434C3C-211F-4BB7-9D35-8651158F09AD}"/>
    <dgm:cxn modelId="{AFB3ED4C-6AD6-4308-94C1-AF52DE2925A5}" type="presOf" srcId="{268E5045-F80D-4251-9166-477E54A6FF0C}" destId="{A293F87B-A05E-4F78-8FA2-C023B6146175}" srcOrd="0" destOrd="0" presId="urn:microsoft.com/office/officeart/2005/8/layout/process4"/>
    <dgm:cxn modelId="{9B8FAB70-68EF-4C98-9127-45F444D6502F}" srcId="{268E5045-F80D-4251-9166-477E54A6FF0C}" destId="{4891CBF0-58E0-4743-A889-2AB25C8F32B7}" srcOrd="1" destOrd="0" parTransId="{FD0429FB-3D8B-434D-8840-FAA329356221}" sibTransId="{B2956733-7E18-418B-8B3E-46C1B5A83573}"/>
    <dgm:cxn modelId="{4C5A4F78-E276-44EB-8636-70127D56DF41}" type="presOf" srcId="{B46719A2-0A43-4FD2-A103-3E7968AAEC2B}" destId="{9220FF02-A69B-4E7C-81EA-CDC806211917}" srcOrd="0" destOrd="0" presId="urn:microsoft.com/office/officeart/2005/8/layout/process4"/>
    <dgm:cxn modelId="{4CE42392-7A9F-4EDD-AD69-514C33CA0882}" type="presOf" srcId="{7EF6208D-0F18-498F-A4FB-E9613A12DF07}" destId="{2FF61CB8-4EC5-4724-8DE3-B2112D74AC38}" srcOrd="0" destOrd="0" presId="urn:microsoft.com/office/officeart/2005/8/layout/process4"/>
    <dgm:cxn modelId="{17D67DA6-0211-4109-974A-AC1C308A7B50}" type="presOf" srcId="{0C129C61-185E-457A-9524-06AB3800F557}" destId="{85129528-0AD3-4247-8252-79086CC97200}" srcOrd="0" destOrd="0" presId="urn:microsoft.com/office/officeart/2005/8/layout/process4"/>
    <dgm:cxn modelId="{D9FE42C9-A609-4AF7-AC27-CBCEF41A5DB5}" srcId="{4891CBF0-58E0-4743-A889-2AB25C8F32B7}" destId="{86046EEB-9803-4114-9DA1-8E090D9F62E5}" srcOrd="0" destOrd="0" parTransId="{E9949BF4-6B78-4691-B866-045BDED0FA0A}" sibTransId="{25A288BF-E0D0-49FF-B5D7-D19B1E3B84FE}"/>
    <dgm:cxn modelId="{4DCE99E4-5A94-44EC-BBBA-677B18F7951A}" type="presOf" srcId="{86046EEB-9803-4114-9DA1-8E090D9F62E5}" destId="{32DAAEC4-2998-4A13-A2BD-EF8D9E36E149}" srcOrd="0" destOrd="0" presId="urn:microsoft.com/office/officeart/2005/8/layout/process4"/>
    <dgm:cxn modelId="{9FDBD0EE-C0DD-46DF-B530-60862FDDD3A2}" srcId="{4891CBF0-58E0-4743-A889-2AB25C8F32B7}" destId="{F02E3655-86CD-438D-BE01-CAC3892620BC}" srcOrd="2" destOrd="0" parTransId="{406360AC-B95E-4A60-AF41-4C841AB1ACBD}" sibTransId="{9FBFBAA6-8DC7-4FB4-9F05-331FF28EED23}"/>
    <dgm:cxn modelId="{3156DFFB-EDE5-4CCF-B2F9-B29CF324C85C}" type="presOf" srcId="{810C7596-5982-444A-A894-55C290CED637}" destId="{000E4A4D-C217-4BE8-BE9D-4B01BACAF3DD}" srcOrd="0" destOrd="0" presId="urn:microsoft.com/office/officeart/2005/8/layout/process4"/>
    <dgm:cxn modelId="{4FB5634C-C4F9-49B1-BD65-6A3272F7CC0A}" type="presParOf" srcId="{A293F87B-A05E-4F78-8FA2-C023B6146175}" destId="{A3950667-C39D-4B9C-B8A2-57652244FC7B}" srcOrd="0" destOrd="0" presId="urn:microsoft.com/office/officeart/2005/8/layout/process4"/>
    <dgm:cxn modelId="{09F16FF4-122C-40F3-A9A9-DCF3AD48F3FD}" type="presParOf" srcId="{A3950667-C39D-4B9C-B8A2-57652244FC7B}" destId="{9220FF02-A69B-4E7C-81EA-CDC806211917}" srcOrd="0" destOrd="0" presId="urn:microsoft.com/office/officeart/2005/8/layout/process4"/>
    <dgm:cxn modelId="{375AE440-A325-4725-8A1A-22B4E5374623}" type="presParOf" srcId="{A293F87B-A05E-4F78-8FA2-C023B6146175}" destId="{CFE8DA41-8013-4CF8-87E6-379A057E3447}" srcOrd="1" destOrd="0" presId="urn:microsoft.com/office/officeart/2005/8/layout/process4"/>
    <dgm:cxn modelId="{5CA9A292-E349-44C3-AA68-67081CFDD555}" type="presParOf" srcId="{A293F87B-A05E-4F78-8FA2-C023B6146175}" destId="{70256B97-6F8A-4543-AA3F-7EF910D14775}" srcOrd="2" destOrd="0" presId="urn:microsoft.com/office/officeart/2005/8/layout/process4"/>
    <dgm:cxn modelId="{5D49D565-E9CA-4513-8B73-1753F823AD5A}" type="presParOf" srcId="{70256B97-6F8A-4543-AA3F-7EF910D14775}" destId="{2FF61CB8-4EC5-4724-8DE3-B2112D74AC38}" srcOrd="0" destOrd="0" presId="urn:microsoft.com/office/officeart/2005/8/layout/process4"/>
    <dgm:cxn modelId="{F434A240-5F73-49F7-89D5-3870DA1AB8A7}" type="presParOf" srcId="{A293F87B-A05E-4F78-8FA2-C023B6146175}" destId="{46C80249-1B39-4072-95E2-91BAE5A3DA7B}" srcOrd="3" destOrd="0" presId="urn:microsoft.com/office/officeart/2005/8/layout/process4"/>
    <dgm:cxn modelId="{04579F5E-F226-46B6-8D63-686E4CBF4DDE}" type="presParOf" srcId="{A293F87B-A05E-4F78-8FA2-C023B6146175}" destId="{36CF20E3-3702-4E44-BAF0-F3B2D50A9638}" srcOrd="4" destOrd="0" presId="urn:microsoft.com/office/officeart/2005/8/layout/process4"/>
    <dgm:cxn modelId="{B01270A5-C3D8-4F3C-9B32-176B2D803DF1}" type="presParOf" srcId="{36CF20E3-3702-4E44-BAF0-F3B2D50A9638}" destId="{2048711A-0F20-4342-978C-ABDA129A176B}" srcOrd="0" destOrd="0" presId="urn:microsoft.com/office/officeart/2005/8/layout/process4"/>
    <dgm:cxn modelId="{48C24B7B-A5D9-4925-B654-B2DB5B4CE97B}" type="presParOf" srcId="{36CF20E3-3702-4E44-BAF0-F3B2D50A9638}" destId="{59A114FE-E153-4B44-BA4D-C08E93C22BB5}" srcOrd="1" destOrd="0" presId="urn:microsoft.com/office/officeart/2005/8/layout/process4"/>
    <dgm:cxn modelId="{C05D1743-CBF9-48B3-A6EF-0DAE562B3F15}" type="presParOf" srcId="{36CF20E3-3702-4E44-BAF0-F3B2D50A9638}" destId="{B221016E-7C61-4E1E-AF12-7746ABAA1797}" srcOrd="2" destOrd="0" presId="urn:microsoft.com/office/officeart/2005/8/layout/process4"/>
    <dgm:cxn modelId="{18C38327-E6D6-47E0-B416-20B13F985045}" type="presParOf" srcId="{B221016E-7C61-4E1E-AF12-7746ABAA1797}" destId="{32DAAEC4-2998-4A13-A2BD-EF8D9E36E149}" srcOrd="0" destOrd="0" presId="urn:microsoft.com/office/officeart/2005/8/layout/process4"/>
    <dgm:cxn modelId="{75A011C7-FAB7-4179-9771-30519076F495}" type="presParOf" srcId="{B221016E-7C61-4E1E-AF12-7746ABAA1797}" destId="{85129528-0AD3-4247-8252-79086CC97200}" srcOrd="1" destOrd="0" presId="urn:microsoft.com/office/officeart/2005/8/layout/process4"/>
    <dgm:cxn modelId="{C9901942-3353-4832-B7D0-3EEA17607033}" type="presParOf" srcId="{B221016E-7C61-4E1E-AF12-7746ABAA1797}" destId="{CDD36E22-B800-4322-8799-AC4C1687B8F7}" srcOrd="2" destOrd="0" presId="urn:microsoft.com/office/officeart/2005/8/layout/process4"/>
    <dgm:cxn modelId="{3C2B5606-279C-4A44-AE5B-876CA19C689A}" type="presParOf" srcId="{A293F87B-A05E-4F78-8FA2-C023B6146175}" destId="{44A49635-8067-44C8-B758-6289D6930FC2}" srcOrd="5" destOrd="0" presId="urn:microsoft.com/office/officeart/2005/8/layout/process4"/>
    <dgm:cxn modelId="{622571BA-6B84-49DD-989C-B10C8BC3642A}" type="presParOf" srcId="{A293F87B-A05E-4F78-8FA2-C023B6146175}" destId="{A17D33B4-19C3-4E80-8A1F-BAEFDF2C9850}" srcOrd="6" destOrd="0" presId="urn:microsoft.com/office/officeart/2005/8/layout/process4"/>
    <dgm:cxn modelId="{C82205A2-2DFA-4AF2-BA91-5935BBAC6733}" type="presParOf" srcId="{A17D33B4-19C3-4E80-8A1F-BAEFDF2C9850}" destId="{000E4A4D-C217-4BE8-BE9D-4B01BACAF3D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20FF02-A69B-4E7C-81EA-CDC806211917}">
      <dsp:nvSpPr>
        <dsp:cNvPr id="0" name=""/>
        <dsp:cNvSpPr/>
      </dsp:nvSpPr>
      <dsp:spPr>
        <a:xfrm>
          <a:off x="0" y="4083366"/>
          <a:ext cx="7848600" cy="8933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סיכום תכונות רגולריות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0" y="4083366"/>
        <a:ext cx="7848600" cy="893340"/>
      </dsp:txXfrm>
    </dsp:sp>
    <dsp:sp modelId="{2FF61CB8-4EC5-4724-8DE3-B2112D74AC38}">
      <dsp:nvSpPr>
        <dsp:cNvPr id="0" name=""/>
        <dsp:cNvSpPr/>
      </dsp:nvSpPr>
      <dsp:spPr>
        <a:xfrm rot="10800000">
          <a:off x="0" y="2722808"/>
          <a:ext cx="7848600" cy="1373958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חיפוש </a:t>
          </a:r>
          <a:r>
            <a:rPr lang="en-US" sz="3200" kern="1200">
              <a:latin typeface="Gisha" panose="020B0502040204020203" pitchFamily="34" charset="-79"/>
              <a:cs typeface="Gisha" panose="020B0502040204020203" pitchFamily="34" charset="-79"/>
            </a:rPr>
            <a:t>DFS</a:t>
          </a: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 מקונן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10800000">
        <a:off x="0" y="2722808"/>
        <a:ext cx="7848600" cy="892757"/>
      </dsp:txXfrm>
    </dsp:sp>
    <dsp:sp modelId="{59A114FE-E153-4B44-BA4D-C08E93C22BB5}">
      <dsp:nvSpPr>
        <dsp:cNvPr id="0" name=""/>
        <dsp:cNvSpPr/>
      </dsp:nvSpPr>
      <dsp:spPr>
        <a:xfrm rot="10800000">
          <a:off x="0" y="1362250"/>
          <a:ext cx="7848600" cy="1373958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בדיקת תכונות </a:t>
          </a:r>
          <a14:m xmlns:a14="http://schemas.microsoft.com/office/drawing/2010/main">
            <m:oMath xmlns:m="http://schemas.openxmlformats.org/officeDocument/2006/math">
              <m:r>
                <a:rPr lang="he-IL" sz="3200" b="0" i="1" kern="1200" dirty="0" smtClean="0">
                  <a:latin typeface="Cambria Math" panose="02040503050406030204" pitchFamily="18" charset="0"/>
                  <a:cs typeface="Gisha" panose="020B0502040204020203" pitchFamily="34" charset="-79"/>
                </a:rPr>
                <m:t>𝜔</m:t>
              </m:r>
            </m:oMath>
          </a14:m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-רגולריות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-10800000">
        <a:off x="0" y="1362250"/>
        <a:ext cx="7848600" cy="482259"/>
      </dsp:txXfrm>
    </dsp:sp>
    <dsp:sp modelId="{32DAAEC4-2998-4A13-A2BD-EF8D9E36E149}">
      <dsp:nvSpPr>
        <dsp:cNvPr id="0" name=""/>
        <dsp:cNvSpPr/>
      </dsp:nvSpPr>
      <dsp:spPr>
        <a:xfrm>
          <a:off x="968" y="1844509"/>
          <a:ext cx="2452687" cy="41081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600" kern="1200">
              <a:latin typeface="Gisha" panose="020B0502040204020203" pitchFamily="34" charset="-79"/>
              <a:cs typeface="Gisha" panose="020B0502040204020203" pitchFamily="34" charset="-79"/>
            </a:rPr>
            <a:t>בדיקת תכונות הַתְמָדָה</a:t>
          </a:r>
          <a:endParaRPr lang="en-US" sz="16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968" y="1844509"/>
        <a:ext cx="2452687" cy="410813"/>
      </dsp:txXfrm>
    </dsp:sp>
    <dsp:sp modelId="{85129528-0AD3-4247-8252-79086CC97200}">
      <dsp:nvSpPr>
        <dsp:cNvPr id="0" name=""/>
        <dsp:cNvSpPr/>
      </dsp:nvSpPr>
      <dsp:spPr>
        <a:xfrm>
          <a:off x="2453656" y="1844509"/>
          <a:ext cx="2452687" cy="41081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600" kern="1200">
              <a:latin typeface="Gisha" panose="020B0502040204020203" pitchFamily="34" charset="-79"/>
              <a:cs typeface="Gisha" panose="020B0502040204020203" pitchFamily="34" charset="-79"/>
            </a:rPr>
            <a:t>רדוקציה לתכונות הַתְמָדָה</a:t>
          </a:r>
          <a:endParaRPr lang="en-US" sz="16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2453656" y="1844509"/>
        <a:ext cx="2452687" cy="410813"/>
      </dsp:txXfrm>
    </dsp:sp>
    <dsp:sp modelId="{CDD36E22-B800-4322-8799-AC4C1687B8F7}">
      <dsp:nvSpPr>
        <dsp:cNvPr id="0" name=""/>
        <dsp:cNvSpPr/>
      </dsp:nvSpPr>
      <dsp:spPr>
        <a:xfrm>
          <a:off x="4906343" y="1844509"/>
          <a:ext cx="2941287" cy="41081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>
              <a:latin typeface="Gisha" panose="020B0502040204020203" pitchFamily="34" charset="-79"/>
              <a:cs typeface="Gisha" panose="020B0502040204020203" pitchFamily="34" charset="-79"/>
            </a:rPr>
            <a:t>תכונות הַתְמָדָה (</a:t>
          </a:r>
          <a:r>
            <a:rPr lang="en-US" sz="1600" kern="1200">
              <a:latin typeface="Gisha" panose="020B0502040204020203" pitchFamily="34" charset="-79"/>
              <a:cs typeface="Gisha" panose="020B0502040204020203" pitchFamily="34" charset="-79"/>
            </a:rPr>
            <a:t>persistence</a:t>
          </a:r>
          <a:r>
            <a:rPr lang="he-IL" sz="1800" kern="1200">
              <a:latin typeface="Gisha" panose="020B0502040204020203" pitchFamily="34" charset="-79"/>
              <a:cs typeface="Gisha" panose="020B0502040204020203" pitchFamily="34" charset="-79"/>
            </a:rPr>
            <a:t>)</a:t>
          </a:r>
          <a:endParaRPr lang="en-US" sz="18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4906343" y="1844509"/>
        <a:ext cx="2941287" cy="410813"/>
      </dsp:txXfrm>
    </dsp:sp>
    <dsp:sp modelId="{000E4A4D-C217-4BE8-BE9D-4B01BACAF3DD}">
      <dsp:nvSpPr>
        <dsp:cNvPr id="0" name=""/>
        <dsp:cNvSpPr/>
      </dsp:nvSpPr>
      <dsp:spPr>
        <a:xfrm rot="10800000">
          <a:off x="0" y="1692"/>
          <a:ext cx="7848600" cy="1373958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תזכורת: בדיקה תכונות בטיחות רגולריות	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10800000">
        <a:off x="0" y="1692"/>
        <a:ext cx="7848600" cy="8927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20FF02-A69B-4E7C-81EA-CDC806211917}">
      <dsp:nvSpPr>
        <dsp:cNvPr id="0" name=""/>
        <dsp:cNvSpPr/>
      </dsp:nvSpPr>
      <dsp:spPr>
        <a:xfrm>
          <a:off x="0" y="4083366"/>
          <a:ext cx="7848600" cy="893340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סיכום תכונות רגולריות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0" y="4083366"/>
        <a:ext cx="7848600" cy="893340"/>
      </dsp:txXfrm>
    </dsp:sp>
    <dsp:sp modelId="{2FF61CB8-4EC5-4724-8DE3-B2112D74AC38}">
      <dsp:nvSpPr>
        <dsp:cNvPr id="0" name=""/>
        <dsp:cNvSpPr/>
      </dsp:nvSpPr>
      <dsp:spPr>
        <a:xfrm rot="10800000">
          <a:off x="0" y="2722808"/>
          <a:ext cx="7848600" cy="1373958"/>
        </a:xfrm>
        <a:prstGeom prst="upArrowCallout">
          <a:avLst/>
        </a:prstGeom>
        <a:solidFill>
          <a:schemeClr val="accent1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חיפוש </a:t>
          </a:r>
          <a:r>
            <a:rPr lang="en-US" sz="3200" kern="1200">
              <a:latin typeface="Gisha" panose="020B0502040204020203" pitchFamily="34" charset="-79"/>
              <a:cs typeface="Gisha" panose="020B0502040204020203" pitchFamily="34" charset="-79"/>
            </a:rPr>
            <a:t>DFS</a:t>
          </a: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 מקונן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10800000">
        <a:off x="0" y="2722808"/>
        <a:ext cx="7848600" cy="892757"/>
      </dsp:txXfrm>
    </dsp:sp>
    <dsp:sp modelId="{59A114FE-E153-4B44-BA4D-C08E93C22BB5}">
      <dsp:nvSpPr>
        <dsp:cNvPr id="0" name=""/>
        <dsp:cNvSpPr/>
      </dsp:nvSpPr>
      <dsp:spPr>
        <a:xfrm rot="10800000">
          <a:off x="0" y="1362250"/>
          <a:ext cx="7848600" cy="1373958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בדיקת תכונות</a:t>
          </a:r>
          <a14:m xmlns:a14="http://schemas.microsoft.com/office/drawing/2010/main">
            <m:oMath xmlns:m="http://schemas.openxmlformats.org/officeDocument/2006/math">
              <m:r>
                <a:rPr lang="en-US" sz="3200" b="0" i="1" kern="1200" smtClean="0">
                  <a:latin typeface="Cambria Math" panose="02040503050406030204" pitchFamily="18" charset="0"/>
                  <a:cs typeface="Gisha" panose="020B0502040204020203" pitchFamily="34" charset="-79"/>
                </a:rPr>
                <m:t>𝜔</m:t>
              </m:r>
            </m:oMath>
          </a14:m>
          <a:r>
            <a:rPr lang="en-US" sz="3200" kern="1200">
              <a:latin typeface="Gisha" panose="020B0502040204020203" pitchFamily="34" charset="-79"/>
              <a:cs typeface="Gisha" panose="020B0502040204020203" pitchFamily="34" charset="-79"/>
            </a:rPr>
            <a:t> </a:t>
          </a: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-רגולריות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-10800000">
        <a:off x="0" y="1362250"/>
        <a:ext cx="7848600" cy="482259"/>
      </dsp:txXfrm>
    </dsp:sp>
    <dsp:sp modelId="{32DAAEC4-2998-4A13-A2BD-EF8D9E36E149}">
      <dsp:nvSpPr>
        <dsp:cNvPr id="0" name=""/>
        <dsp:cNvSpPr/>
      </dsp:nvSpPr>
      <dsp:spPr>
        <a:xfrm>
          <a:off x="2837" y="1844509"/>
          <a:ext cx="2303226" cy="41081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>
              <a:latin typeface="Gisha" panose="020B0502040204020203" pitchFamily="34" charset="-79"/>
              <a:cs typeface="Gisha" panose="020B0502040204020203" pitchFamily="34" charset="-79"/>
            </a:rPr>
            <a:t>בדיקת תכונות הַתְמָדָה</a:t>
          </a:r>
          <a:endParaRPr lang="en-US" sz="18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2837" y="1844509"/>
        <a:ext cx="2303226" cy="410813"/>
      </dsp:txXfrm>
    </dsp:sp>
    <dsp:sp modelId="{85129528-0AD3-4247-8252-79086CC97200}">
      <dsp:nvSpPr>
        <dsp:cNvPr id="0" name=""/>
        <dsp:cNvSpPr/>
      </dsp:nvSpPr>
      <dsp:spPr>
        <a:xfrm>
          <a:off x="2306064" y="1844509"/>
          <a:ext cx="2777645" cy="41081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>
              <a:latin typeface="Gisha" panose="020B0502040204020203" pitchFamily="34" charset="-79"/>
              <a:cs typeface="Gisha" panose="020B0502040204020203" pitchFamily="34" charset="-79"/>
            </a:rPr>
            <a:t>רדוקציה לתכונות הַתְמָדָה</a:t>
          </a:r>
          <a:endParaRPr lang="en-US" sz="18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2306064" y="1844509"/>
        <a:ext cx="2777645" cy="410813"/>
      </dsp:txXfrm>
    </dsp:sp>
    <dsp:sp modelId="{CDD36E22-B800-4322-8799-AC4C1687B8F7}">
      <dsp:nvSpPr>
        <dsp:cNvPr id="0" name=""/>
        <dsp:cNvSpPr/>
      </dsp:nvSpPr>
      <dsp:spPr>
        <a:xfrm>
          <a:off x="5083709" y="1844509"/>
          <a:ext cx="2762052" cy="41081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>
              <a:latin typeface="Gisha" panose="020B0502040204020203" pitchFamily="34" charset="-79"/>
              <a:cs typeface="Gisha" panose="020B0502040204020203" pitchFamily="34" charset="-79"/>
            </a:rPr>
            <a:t>תכונות הַתְמָדָה (</a:t>
          </a:r>
          <a:r>
            <a:rPr lang="en-US" sz="1800" kern="1200">
              <a:latin typeface="Gisha" panose="020B0502040204020203" pitchFamily="34" charset="-79"/>
              <a:cs typeface="Gisha" panose="020B0502040204020203" pitchFamily="34" charset="-79"/>
            </a:rPr>
            <a:t>persistence</a:t>
          </a:r>
          <a:r>
            <a:rPr lang="he-IL" sz="1800" kern="1200">
              <a:latin typeface="Gisha" panose="020B0502040204020203" pitchFamily="34" charset="-79"/>
              <a:cs typeface="Gisha" panose="020B0502040204020203" pitchFamily="34" charset="-79"/>
            </a:rPr>
            <a:t>)</a:t>
          </a:r>
          <a:endParaRPr lang="en-US" sz="18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5083709" y="1844509"/>
        <a:ext cx="2762052" cy="410813"/>
      </dsp:txXfrm>
    </dsp:sp>
    <dsp:sp modelId="{000E4A4D-C217-4BE8-BE9D-4B01BACAF3DD}">
      <dsp:nvSpPr>
        <dsp:cNvPr id="0" name=""/>
        <dsp:cNvSpPr/>
      </dsp:nvSpPr>
      <dsp:spPr>
        <a:xfrm rot="10800000">
          <a:off x="0" y="1692"/>
          <a:ext cx="7848600" cy="1373958"/>
        </a:xfrm>
        <a:prstGeom prst="upArrowCallout">
          <a:avLst/>
        </a:prstGeom>
        <a:solidFill>
          <a:schemeClr val="accent1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בדיקה תכונות בטיחות רגולריות	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10800000">
        <a:off x="0" y="1692"/>
        <a:ext cx="7848600" cy="8927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20FF02-A69B-4E7C-81EA-CDC806211917}">
      <dsp:nvSpPr>
        <dsp:cNvPr id="0" name=""/>
        <dsp:cNvSpPr/>
      </dsp:nvSpPr>
      <dsp:spPr>
        <a:xfrm>
          <a:off x="0" y="4083366"/>
          <a:ext cx="7848600" cy="893340"/>
        </a:xfrm>
        <a:prstGeom prst="rect">
          <a:avLst/>
        </a:prstGeom>
        <a:solidFill>
          <a:schemeClr val="accent1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סיכום תכונות רגולריות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0" y="4083366"/>
        <a:ext cx="7848600" cy="893340"/>
      </dsp:txXfrm>
    </dsp:sp>
    <dsp:sp modelId="{2FF61CB8-4EC5-4724-8DE3-B2112D74AC38}">
      <dsp:nvSpPr>
        <dsp:cNvPr id="0" name=""/>
        <dsp:cNvSpPr/>
      </dsp:nvSpPr>
      <dsp:spPr>
        <a:xfrm rot="10800000">
          <a:off x="0" y="2722808"/>
          <a:ext cx="7848600" cy="1373958"/>
        </a:xfrm>
        <a:prstGeom prst="upArrowCallout">
          <a:avLst/>
        </a:prstGeom>
        <a:solidFill>
          <a:schemeClr val="accent1"/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חיפוש </a:t>
          </a:r>
          <a:r>
            <a:rPr lang="en-US" sz="3200" kern="1200">
              <a:latin typeface="Gisha" panose="020B0502040204020203" pitchFamily="34" charset="-79"/>
              <a:cs typeface="Gisha" panose="020B0502040204020203" pitchFamily="34" charset="-79"/>
            </a:rPr>
            <a:t>DFS</a:t>
          </a: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 מקונן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10800000">
        <a:off x="0" y="2722808"/>
        <a:ext cx="7848600" cy="892757"/>
      </dsp:txXfrm>
    </dsp:sp>
    <dsp:sp modelId="{59A114FE-E153-4B44-BA4D-C08E93C22BB5}">
      <dsp:nvSpPr>
        <dsp:cNvPr id="0" name=""/>
        <dsp:cNvSpPr/>
      </dsp:nvSpPr>
      <dsp:spPr>
        <a:xfrm rot="10800000">
          <a:off x="0" y="1362250"/>
          <a:ext cx="7848600" cy="1373958"/>
        </a:xfrm>
        <a:prstGeom prst="upArrowCallout">
          <a:avLst/>
        </a:prstGeom>
        <a:solidFill>
          <a:schemeClr val="accent1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בדיקת תכונות </a:t>
          </a:r>
          <a:r>
            <a:rPr lang="en-US" sz="3200" kern="1200">
              <a:latin typeface="Gisha" panose="020B0502040204020203" pitchFamily="34" charset="-79"/>
              <a:cs typeface="Gisha" panose="020B0502040204020203" pitchFamily="34" charset="-79"/>
            </a:rPr>
            <a:t>!</a:t>
          </a: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-רגולריות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-10800000">
        <a:off x="0" y="1362250"/>
        <a:ext cx="7848600" cy="482259"/>
      </dsp:txXfrm>
    </dsp:sp>
    <dsp:sp modelId="{32DAAEC4-2998-4A13-A2BD-EF8D9E36E149}">
      <dsp:nvSpPr>
        <dsp:cNvPr id="0" name=""/>
        <dsp:cNvSpPr/>
      </dsp:nvSpPr>
      <dsp:spPr>
        <a:xfrm>
          <a:off x="968" y="1844509"/>
          <a:ext cx="2452687" cy="41081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600" kern="1200">
              <a:latin typeface="Gisha" panose="020B0502040204020203" pitchFamily="34" charset="-79"/>
              <a:cs typeface="Gisha" panose="020B0502040204020203" pitchFamily="34" charset="-79"/>
            </a:rPr>
            <a:t>בדיקת תכונות הַתְמָדָה</a:t>
          </a:r>
          <a:endParaRPr lang="en-US" sz="16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968" y="1844509"/>
        <a:ext cx="2452687" cy="410813"/>
      </dsp:txXfrm>
    </dsp:sp>
    <dsp:sp modelId="{85129528-0AD3-4247-8252-79086CC97200}">
      <dsp:nvSpPr>
        <dsp:cNvPr id="0" name=""/>
        <dsp:cNvSpPr/>
      </dsp:nvSpPr>
      <dsp:spPr>
        <a:xfrm>
          <a:off x="2453656" y="1844509"/>
          <a:ext cx="2452687" cy="41081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600" kern="1200">
              <a:latin typeface="Gisha" panose="020B0502040204020203" pitchFamily="34" charset="-79"/>
              <a:cs typeface="Gisha" panose="020B0502040204020203" pitchFamily="34" charset="-79"/>
            </a:rPr>
            <a:t>רדוקציה לתכונות הַתְמָדָה</a:t>
          </a:r>
          <a:endParaRPr lang="en-US" sz="16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2453656" y="1844509"/>
        <a:ext cx="2452687" cy="410813"/>
      </dsp:txXfrm>
    </dsp:sp>
    <dsp:sp modelId="{CDD36E22-B800-4322-8799-AC4C1687B8F7}">
      <dsp:nvSpPr>
        <dsp:cNvPr id="0" name=""/>
        <dsp:cNvSpPr/>
      </dsp:nvSpPr>
      <dsp:spPr>
        <a:xfrm>
          <a:off x="4906343" y="1844509"/>
          <a:ext cx="2941287" cy="41081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600" kern="1200">
              <a:latin typeface="Gisha" panose="020B0502040204020203" pitchFamily="34" charset="-79"/>
              <a:cs typeface="Gisha" panose="020B0502040204020203" pitchFamily="34" charset="-79"/>
            </a:rPr>
            <a:t>תכונות הַתְמָדָה (</a:t>
          </a:r>
          <a:r>
            <a:rPr lang="en-US" sz="1600" kern="1200">
              <a:latin typeface="Gisha" panose="020B0502040204020203" pitchFamily="34" charset="-79"/>
              <a:cs typeface="Gisha" panose="020B0502040204020203" pitchFamily="34" charset="-79"/>
            </a:rPr>
            <a:t>persistence</a:t>
          </a:r>
          <a:r>
            <a:rPr lang="he-IL" sz="1600" kern="1200">
              <a:latin typeface="Gisha" panose="020B0502040204020203" pitchFamily="34" charset="-79"/>
              <a:cs typeface="Gisha" panose="020B0502040204020203" pitchFamily="34" charset="-79"/>
            </a:rPr>
            <a:t>)</a:t>
          </a:r>
          <a:endParaRPr lang="en-US" sz="16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4906343" y="1844509"/>
        <a:ext cx="2941287" cy="410813"/>
      </dsp:txXfrm>
    </dsp:sp>
    <dsp:sp modelId="{000E4A4D-C217-4BE8-BE9D-4B01BACAF3DD}">
      <dsp:nvSpPr>
        <dsp:cNvPr id="0" name=""/>
        <dsp:cNvSpPr/>
      </dsp:nvSpPr>
      <dsp:spPr>
        <a:xfrm rot="10800000">
          <a:off x="0" y="1692"/>
          <a:ext cx="7848600" cy="1373958"/>
        </a:xfrm>
        <a:prstGeom prst="upArrowCallout">
          <a:avLst/>
        </a:prstGeom>
        <a:solidFill>
          <a:schemeClr val="accent1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בדיקה תכונות בטיחות רגולריות	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10800000">
        <a:off x="0" y="1692"/>
        <a:ext cx="7848600" cy="89275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20FF02-A69B-4E7C-81EA-CDC806211917}">
      <dsp:nvSpPr>
        <dsp:cNvPr id="0" name=""/>
        <dsp:cNvSpPr/>
      </dsp:nvSpPr>
      <dsp:spPr>
        <a:xfrm>
          <a:off x="0" y="4083366"/>
          <a:ext cx="7848600" cy="893340"/>
        </a:xfrm>
        <a:prstGeom prst="rect">
          <a:avLst/>
        </a:prstGeom>
        <a:solidFill>
          <a:schemeClr val="accent1"/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סיכום תכונות רגולריות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0" y="4083366"/>
        <a:ext cx="7848600" cy="893340"/>
      </dsp:txXfrm>
    </dsp:sp>
    <dsp:sp modelId="{2FF61CB8-4EC5-4724-8DE3-B2112D74AC38}">
      <dsp:nvSpPr>
        <dsp:cNvPr id="0" name=""/>
        <dsp:cNvSpPr/>
      </dsp:nvSpPr>
      <dsp:spPr>
        <a:xfrm rot="10800000">
          <a:off x="0" y="2722808"/>
          <a:ext cx="7848600" cy="1373958"/>
        </a:xfrm>
        <a:prstGeom prst="upArrowCallout">
          <a:avLst/>
        </a:prstGeom>
        <a:solidFill>
          <a:schemeClr val="accent1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חיפוש </a:t>
          </a:r>
          <a:r>
            <a:rPr lang="en-US" sz="3200" kern="1200">
              <a:latin typeface="Gisha" panose="020B0502040204020203" pitchFamily="34" charset="-79"/>
              <a:cs typeface="Gisha" panose="020B0502040204020203" pitchFamily="34" charset="-79"/>
            </a:rPr>
            <a:t>DFS</a:t>
          </a: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 מקונן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10800000">
        <a:off x="0" y="2722808"/>
        <a:ext cx="7848600" cy="892757"/>
      </dsp:txXfrm>
    </dsp:sp>
    <dsp:sp modelId="{59A114FE-E153-4B44-BA4D-C08E93C22BB5}">
      <dsp:nvSpPr>
        <dsp:cNvPr id="0" name=""/>
        <dsp:cNvSpPr/>
      </dsp:nvSpPr>
      <dsp:spPr>
        <a:xfrm rot="10800000">
          <a:off x="0" y="1362250"/>
          <a:ext cx="7848600" cy="1373958"/>
        </a:xfrm>
        <a:prstGeom prst="upArrowCallout">
          <a:avLst/>
        </a:prstGeom>
        <a:solidFill>
          <a:schemeClr val="accent1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 dirty="0">
              <a:latin typeface="Gisha" panose="020B0502040204020203" pitchFamily="34" charset="-79"/>
              <a:cs typeface="Gisha" panose="020B0502040204020203" pitchFamily="34" charset="-79"/>
            </a:rPr>
            <a:t>בדיקת תכונות </a:t>
          </a:r>
          <a:r>
            <a:rPr lang="en-US" sz="3200" kern="1200" dirty="0">
              <a:latin typeface="Gisha" panose="020B0502040204020203" pitchFamily="34" charset="-79"/>
              <a:cs typeface="Gisha" panose="020B0502040204020203" pitchFamily="34" charset="-79"/>
            </a:rPr>
            <a:t>!</a:t>
          </a:r>
          <a:r>
            <a:rPr lang="he-IL" sz="3200" kern="1200" dirty="0">
              <a:latin typeface="Gisha" panose="020B0502040204020203" pitchFamily="34" charset="-79"/>
              <a:cs typeface="Gisha" panose="020B0502040204020203" pitchFamily="34" charset="-79"/>
            </a:rPr>
            <a:t>-רגולריות</a:t>
          </a:r>
          <a:endParaRPr lang="en-US" sz="3200" kern="1200" dirty="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-10800000">
        <a:off x="0" y="1362250"/>
        <a:ext cx="7848600" cy="482259"/>
      </dsp:txXfrm>
    </dsp:sp>
    <dsp:sp modelId="{32DAAEC4-2998-4A13-A2BD-EF8D9E36E149}">
      <dsp:nvSpPr>
        <dsp:cNvPr id="0" name=""/>
        <dsp:cNvSpPr/>
      </dsp:nvSpPr>
      <dsp:spPr>
        <a:xfrm>
          <a:off x="3832" y="1844509"/>
          <a:ext cx="2613645" cy="41081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>
              <a:latin typeface="Gisha" panose="020B0502040204020203" pitchFamily="34" charset="-79"/>
              <a:cs typeface="Gisha" panose="020B0502040204020203" pitchFamily="34" charset="-79"/>
            </a:rPr>
            <a:t>בדיקת תכונות הַתְמָדָה</a:t>
          </a:r>
          <a:endParaRPr lang="en-US" sz="1800" kern="1200" dirty="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3832" y="1844509"/>
        <a:ext cx="2613645" cy="410813"/>
      </dsp:txXfrm>
    </dsp:sp>
    <dsp:sp modelId="{85129528-0AD3-4247-8252-79086CC97200}">
      <dsp:nvSpPr>
        <dsp:cNvPr id="0" name=""/>
        <dsp:cNvSpPr/>
      </dsp:nvSpPr>
      <dsp:spPr>
        <a:xfrm>
          <a:off x="2617477" y="1844509"/>
          <a:ext cx="2613645" cy="41081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>
              <a:latin typeface="Gisha" panose="020B0502040204020203" pitchFamily="34" charset="-79"/>
              <a:cs typeface="Gisha" panose="020B0502040204020203" pitchFamily="34" charset="-79"/>
            </a:rPr>
            <a:t>רדוקציה לתכונות הַתְמָדָה</a:t>
          </a:r>
          <a:endParaRPr lang="en-US" sz="18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2617477" y="1844509"/>
        <a:ext cx="2613645" cy="410813"/>
      </dsp:txXfrm>
    </dsp:sp>
    <dsp:sp modelId="{CDD36E22-B800-4322-8799-AC4C1687B8F7}">
      <dsp:nvSpPr>
        <dsp:cNvPr id="0" name=""/>
        <dsp:cNvSpPr/>
      </dsp:nvSpPr>
      <dsp:spPr>
        <a:xfrm>
          <a:off x="5231122" y="1844509"/>
          <a:ext cx="2613645" cy="41081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kern="1200">
              <a:latin typeface="Gisha" panose="020B0502040204020203" pitchFamily="34" charset="-79"/>
              <a:cs typeface="Gisha" panose="020B0502040204020203" pitchFamily="34" charset="-79"/>
            </a:rPr>
            <a:t>תכונות הַתְמָדָה (</a:t>
          </a:r>
          <a:r>
            <a:rPr lang="en-US" sz="1800" kern="1200">
              <a:latin typeface="Gisha" panose="020B0502040204020203" pitchFamily="34" charset="-79"/>
              <a:cs typeface="Gisha" panose="020B0502040204020203" pitchFamily="34" charset="-79"/>
            </a:rPr>
            <a:t>persistence</a:t>
          </a:r>
          <a:r>
            <a:rPr lang="he-IL" sz="1800" kern="1200">
              <a:latin typeface="Gisha" panose="020B0502040204020203" pitchFamily="34" charset="-79"/>
              <a:cs typeface="Gisha" panose="020B0502040204020203" pitchFamily="34" charset="-79"/>
            </a:rPr>
            <a:t>)</a:t>
          </a:r>
          <a:endParaRPr lang="en-US" sz="18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5231122" y="1844509"/>
        <a:ext cx="2613645" cy="410813"/>
      </dsp:txXfrm>
    </dsp:sp>
    <dsp:sp modelId="{000E4A4D-C217-4BE8-BE9D-4B01BACAF3DD}">
      <dsp:nvSpPr>
        <dsp:cNvPr id="0" name=""/>
        <dsp:cNvSpPr/>
      </dsp:nvSpPr>
      <dsp:spPr>
        <a:xfrm rot="10800000">
          <a:off x="0" y="1692"/>
          <a:ext cx="7848600" cy="1373958"/>
        </a:xfrm>
        <a:prstGeom prst="upArrowCallout">
          <a:avLst/>
        </a:prstGeom>
        <a:solidFill>
          <a:schemeClr val="accent1">
            <a:lumMod val="20000"/>
            <a:lumOff val="8000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3200" kern="1200">
              <a:latin typeface="Gisha" panose="020B0502040204020203" pitchFamily="34" charset="-79"/>
              <a:cs typeface="Gisha" panose="020B0502040204020203" pitchFamily="34" charset="-79"/>
            </a:rPr>
            <a:t>בדיקה תכונות בטיחות רגולריות	</a:t>
          </a:r>
          <a:endParaRPr lang="en-US" sz="32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 rot="10800000">
        <a:off x="0" y="1692"/>
        <a:ext cx="7848600" cy="8927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E6E06B-AB57-4294-8372-16948D4FAE29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312D5-B96B-4B48-8ADE-466FDF7757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34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46B1D-4663-49B6-B326-245D7D5A3682}" type="datetimeFigureOut">
              <a:rPr lang="en-US" smtClean="0"/>
              <a:pPr/>
              <a:t>6/9/2025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F6944-2FF9-4248-8A94-1C46CD394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754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he-IL" i="1" smtClean="0">
                          <a:latin typeface="Cambria Math"/>
                        </a:rPr>
                        <a:t>Type equation here.</a:t>
                      </a:fld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/>
                <a:r>
                  <a:rPr lang="he-IL" i="0">
                    <a:latin typeface="Cambria Math"/>
                  </a:rPr>
                  <a:t>"Type equation here.</a:t>
                </a:r>
                <a:r>
                  <a:rPr lang="LID4096" i="0">
                    <a:latin typeface="Cambria Math"/>
                  </a:rPr>
                  <a:t>"</a:t>
                </a:r>
                <a:endParaRPr lang="he-IL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F6944-2FF9-4248-8A94-1C46CD394F92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13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989392" y="-499216"/>
            <a:ext cx="2476500" cy="476250"/>
          </a:xfrm>
        </p:spPr>
        <p:txBody>
          <a:bodyPr/>
          <a:lstStyle>
            <a:lvl1pPr algn="ctr">
              <a:defRPr sz="1100"/>
            </a:lvl1pPr>
          </a:lstStyle>
          <a:p>
            <a:r>
              <a:rPr lang="he-IL"/>
              <a:t>עדכון אחרון </a:t>
            </a:r>
            <a:fld id="{7B086AAE-F14E-4B30-87F9-1FD42B9BCCB9}" type="datetime8">
              <a:rPr lang="he-IL" smtClean="0"/>
              <a:pPr/>
              <a:t>09 יוני 25</a:t>
            </a:fld>
            <a:endParaRPr lang="he-IL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43200" y="5791200"/>
            <a:ext cx="39624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/>
          <a:lstStyle>
            <a:lvl1pPr algn="ctr" rtl="1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/>
              <a:pPr/>
              <a:t>09 יוני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 algn="r" rtl="1">
              <a:defRPr/>
            </a:lvl1pPr>
            <a:lvl2pPr algn="r" rtl="1">
              <a:defRPr/>
            </a:lvl2pPr>
            <a:lvl3pPr algn="r" rtl="1">
              <a:defRPr/>
            </a:lvl3pPr>
            <a:lvl4pPr algn="r" rtl="1">
              <a:defRPr/>
            </a:lvl4pPr>
            <a:lvl5pPr algn="r" rtl="1">
              <a:defRPr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3" name="Picture 2" descr="סרט מודעות צהוב – ויקיפדיה">
            <a:extLst>
              <a:ext uri="{FF2B5EF4-FFF2-40B4-BE49-F238E27FC236}">
                <a16:creationId xmlns:a16="http://schemas.microsoft.com/office/drawing/2014/main" id="{0DA8FB75-A32C-BF11-AD9A-A4C3A00E1F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926" y="0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2DB6B-1EA1-4A4B-B47A-2783F935A600}" type="datetime8">
              <a:rPr lang="he-IL" smtClean="0"/>
              <a:pPr/>
              <a:t>09 יוני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960C7-BACF-420D-A557-A385D6297D29}" type="datetime8">
              <a:rPr lang="he-IL" smtClean="0"/>
              <a:pPr/>
              <a:t>09 יוני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9218" name="Picture 2" descr="http://bgu.ac.il/NR/rdonlyres/4E908188-6AC7-4C07-9237-368D40E2EEFB/41075/BGUsig1H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65950" y="-136525"/>
            <a:ext cx="2406650" cy="120332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1B3A8-D963-425B-825B-E4B738A1D92A}" type="datetime8">
              <a:rPr lang="he-IL" smtClean="0"/>
              <a:pPr/>
              <a:t>09 יוני 25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A5639-DD31-47F9-A956-C8B80FFDA535}" type="datetime8">
              <a:rPr lang="he-IL" smtClean="0"/>
              <a:pPr/>
              <a:t>09 יוני 25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FFA75-80ED-4127-A1CE-377B00428A30}" type="datetime8">
              <a:rPr lang="he-IL" smtClean="0"/>
              <a:pPr/>
              <a:t>09 יוני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53C9F-829D-4682-9136-E24C2FE7D8B1}" type="datetime8">
              <a:rPr lang="he-IL" smtClean="0"/>
              <a:pPr/>
              <a:t>09 יוני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7CAF2-89CF-4D7F-8273-32FC35BA221F}" type="datetime8">
              <a:rPr lang="he-IL" smtClean="0"/>
              <a:pPr/>
              <a:t>09 יוני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E686A-5BC9-4572-9309-2F412007C7F4}" type="datetime8">
              <a:rPr lang="he-IL" smtClean="0"/>
              <a:pPr/>
              <a:t>09 יוני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EA3F7-2EBC-40FD-8DA6-2876EEB17265}" type="datetime8">
              <a:rPr lang="he-IL" smtClean="0"/>
              <a:pPr/>
              <a:t>09 יוני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00393D4-FEE5-4B2C-B85E-16899D94FADB}" type="datetime8">
              <a:rPr lang="he-IL" smtClean="0"/>
              <a:pPr/>
              <a:t>09 יוני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6.gif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0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20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28.png"/><Relationship Id="rId7" Type="http://schemas.openxmlformats.org/officeDocument/2006/relationships/image" Target="../media/image35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7.jpe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90.png"/><Relationship Id="rId7" Type="http://schemas.openxmlformats.org/officeDocument/2006/relationships/image" Target="../media/image4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Relationship Id="rId9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3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6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3" Type="http://schemas.openxmlformats.org/officeDocument/2006/relationships/image" Target="../media/image77.png"/><Relationship Id="rId21" Type="http://schemas.openxmlformats.org/officeDocument/2006/relationships/image" Target="../media/image95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17" Type="http://schemas.openxmlformats.org/officeDocument/2006/relationships/image" Target="../media/image91.png"/><Relationship Id="rId2" Type="http://schemas.openxmlformats.org/officeDocument/2006/relationships/image" Target="../media/image76.png"/><Relationship Id="rId16" Type="http://schemas.openxmlformats.org/officeDocument/2006/relationships/image" Target="../media/image90.png"/><Relationship Id="rId20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24" Type="http://schemas.openxmlformats.org/officeDocument/2006/relationships/image" Target="../media/image98.png"/><Relationship Id="rId5" Type="http://schemas.openxmlformats.org/officeDocument/2006/relationships/image" Target="../media/image79.png"/><Relationship Id="rId15" Type="http://schemas.openxmlformats.org/officeDocument/2006/relationships/image" Target="../media/image89.png"/><Relationship Id="rId23" Type="http://schemas.openxmlformats.org/officeDocument/2006/relationships/image" Target="../media/image97.png"/><Relationship Id="rId10" Type="http://schemas.openxmlformats.org/officeDocument/2006/relationships/image" Target="../media/image84.png"/><Relationship Id="rId19" Type="http://schemas.openxmlformats.org/officeDocument/2006/relationships/image" Target="../media/image93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Relationship Id="rId22" Type="http://schemas.openxmlformats.org/officeDocument/2006/relationships/image" Target="../media/image9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18" Type="http://schemas.openxmlformats.org/officeDocument/2006/relationships/image" Target="../media/image115.png"/><Relationship Id="rId26" Type="http://schemas.openxmlformats.org/officeDocument/2006/relationships/image" Target="../media/image123.png"/><Relationship Id="rId3" Type="http://schemas.openxmlformats.org/officeDocument/2006/relationships/image" Target="../media/image100.png"/><Relationship Id="rId21" Type="http://schemas.openxmlformats.org/officeDocument/2006/relationships/image" Target="../media/image118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17" Type="http://schemas.openxmlformats.org/officeDocument/2006/relationships/image" Target="../media/image114.png"/><Relationship Id="rId25" Type="http://schemas.openxmlformats.org/officeDocument/2006/relationships/image" Target="../media/image122.png"/><Relationship Id="rId2" Type="http://schemas.openxmlformats.org/officeDocument/2006/relationships/image" Target="../media/image99.png"/><Relationship Id="rId16" Type="http://schemas.openxmlformats.org/officeDocument/2006/relationships/image" Target="../media/image113.png"/><Relationship Id="rId20" Type="http://schemas.openxmlformats.org/officeDocument/2006/relationships/image" Target="../media/image117.png"/><Relationship Id="rId29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24" Type="http://schemas.openxmlformats.org/officeDocument/2006/relationships/image" Target="../media/image121.png"/><Relationship Id="rId32" Type="http://schemas.openxmlformats.org/officeDocument/2006/relationships/image" Target="../media/image128.png"/><Relationship Id="rId5" Type="http://schemas.openxmlformats.org/officeDocument/2006/relationships/image" Target="../media/image102.png"/><Relationship Id="rId15" Type="http://schemas.openxmlformats.org/officeDocument/2006/relationships/image" Target="../media/image112.png"/><Relationship Id="rId23" Type="http://schemas.openxmlformats.org/officeDocument/2006/relationships/image" Target="../media/image120.png"/><Relationship Id="rId28" Type="http://schemas.openxmlformats.org/officeDocument/2006/relationships/image" Target="../media/image125.png"/><Relationship Id="rId10" Type="http://schemas.openxmlformats.org/officeDocument/2006/relationships/image" Target="../media/image107.png"/><Relationship Id="rId19" Type="http://schemas.openxmlformats.org/officeDocument/2006/relationships/image" Target="../media/image116.png"/><Relationship Id="rId31" Type="http://schemas.openxmlformats.org/officeDocument/2006/relationships/image" Target="../media/image12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Relationship Id="rId14" Type="http://schemas.openxmlformats.org/officeDocument/2006/relationships/image" Target="../media/image111.png"/><Relationship Id="rId22" Type="http://schemas.openxmlformats.org/officeDocument/2006/relationships/image" Target="../media/image119.png"/><Relationship Id="rId27" Type="http://schemas.openxmlformats.org/officeDocument/2006/relationships/image" Target="../media/image124.png"/><Relationship Id="rId30" Type="http://schemas.openxmlformats.org/officeDocument/2006/relationships/image" Target="../media/image9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13" Type="http://schemas.openxmlformats.org/officeDocument/2006/relationships/image" Target="../media/image140.png"/><Relationship Id="rId18" Type="http://schemas.openxmlformats.org/officeDocument/2006/relationships/image" Target="../media/image145.png"/><Relationship Id="rId26" Type="http://schemas.openxmlformats.org/officeDocument/2006/relationships/image" Target="../media/image153.png"/><Relationship Id="rId3" Type="http://schemas.openxmlformats.org/officeDocument/2006/relationships/image" Target="../media/image130.png"/><Relationship Id="rId21" Type="http://schemas.openxmlformats.org/officeDocument/2006/relationships/image" Target="../media/image148.png"/><Relationship Id="rId7" Type="http://schemas.openxmlformats.org/officeDocument/2006/relationships/image" Target="../media/image134.png"/><Relationship Id="rId12" Type="http://schemas.openxmlformats.org/officeDocument/2006/relationships/image" Target="../media/image139.png"/><Relationship Id="rId17" Type="http://schemas.openxmlformats.org/officeDocument/2006/relationships/image" Target="../media/image144.png"/><Relationship Id="rId25" Type="http://schemas.openxmlformats.org/officeDocument/2006/relationships/image" Target="../media/image152.png"/><Relationship Id="rId2" Type="http://schemas.openxmlformats.org/officeDocument/2006/relationships/image" Target="../media/image129.png"/><Relationship Id="rId16" Type="http://schemas.openxmlformats.org/officeDocument/2006/relationships/image" Target="../media/image143.png"/><Relationship Id="rId20" Type="http://schemas.openxmlformats.org/officeDocument/2006/relationships/image" Target="../media/image147.png"/><Relationship Id="rId29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11" Type="http://schemas.openxmlformats.org/officeDocument/2006/relationships/image" Target="../media/image138.png"/><Relationship Id="rId24" Type="http://schemas.openxmlformats.org/officeDocument/2006/relationships/image" Target="../media/image151.png"/><Relationship Id="rId5" Type="http://schemas.openxmlformats.org/officeDocument/2006/relationships/image" Target="../media/image132.png"/><Relationship Id="rId15" Type="http://schemas.openxmlformats.org/officeDocument/2006/relationships/image" Target="../media/image142.png"/><Relationship Id="rId23" Type="http://schemas.openxmlformats.org/officeDocument/2006/relationships/image" Target="../media/image150.png"/><Relationship Id="rId28" Type="http://schemas.openxmlformats.org/officeDocument/2006/relationships/image" Target="../media/image155.png"/><Relationship Id="rId10" Type="http://schemas.openxmlformats.org/officeDocument/2006/relationships/image" Target="../media/image137.png"/><Relationship Id="rId19" Type="http://schemas.openxmlformats.org/officeDocument/2006/relationships/image" Target="../media/image146.png"/><Relationship Id="rId31" Type="http://schemas.openxmlformats.org/officeDocument/2006/relationships/image" Target="../media/image158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Relationship Id="rId14" Type="http://schemas.openxmlformats.org/officeDocument/2006/relationships/image" Target="../media/image141.png"/><Relationship Id="rId22" Type="http://schemas.openxmlformats.org/officeDocument/2006/relationships/image" Target="../media/image149.png"/><Relationship Id="rId27" Type="http://schemas.openxmlformats.org/officeDocument/2006/relationships/image" Target="../media/image154.png"/><Relationship Id="rId30" Type="http://schemas.openxmlformats.org/officeDocument/2006/relationships/image" Target="../media/image15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rtl="1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גרא וייס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המחלקה למדעי המחשב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אוניברסיטת בן-גוריון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ctrTitle"/>
              </p:nvPr>
            </p:nvSpPr>
            <p:spPr/>
            <p:txBody>
              <a:bodyPr/>
              <a:lstStyle/>
              <a:p>
                <a:pPr rtl="1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אימות תכונות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𝜔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-רגולריות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>
            <p:custDataLst>
              <p:tags r:id="rId1"/>
            </p:custDataLst>
          </p:nvPr>
        </p:nvSpPr>
        <p:spPr>
          <a:xfrm>
            <a:off x="0" y="7112000"/>
            <a:ext cx="9144000" cy="923330"/>
          </a:xfrm>
          <a:prstGeom prst="rect">
            <a:avLst/>
          </a:prstGeom>
          <a:noFill/>
        </p:spPr>
        <p:txBody>
          <a:bodyPr vert="horz" rtlCol="1">
            <a:spAutoFit/>
          </a:bodyPr>
          <a:lstStyle/>
          <a:p>
            <a:r>
              <a:rPr lang="en-US" err="1">
                <a:latin typeface="Gisha" panose="020B0502040204020203" pitchFamily="34" charset="-79"/>
                <a:cs typeface="Gisha" panose="020B0502040204020203" pitchFamily="34" charset="-79"/>
              </a:rPr>
              <a:t>TexPoint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 fonts used in EMF. </a:t>
            </a:r>
          </a:p>
          <a:p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Read the TexPoint manual before you delete this box.: AAAAAAAAA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  <a:sym typeface="STMARY10"/>
              </a:rPr>
              <a:t>AAAAAAAAAA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  <a:sym typeface="SYMBOL"/>
              </a:rPr>
              <a:t>AAAAAA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43012" name="Picture 4" descr="http://bgu.ac.il/NR/rdonlyres/4E908188-6AC7-4C07-9237-368D40E2EEFB/41072/BGUlogo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24250" y="4581525"/>
            <a:ext cx="1885950" cy="2428875"/>
          </a:xfrm>
          <a:prstGeom prst="rect">
            <a:avLst/>
          </a:prstGeom>
          <a:noFill/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20646-3111-4D68-A160-C7E5A6B7FF5E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09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63FCD9-8CC9-D91E-9223-FB7EDC31B4C3}"/>
              </a:ext>
            </a:extLst>
          </p:cNvPr>
          <p:cNvSpPr/>
          <p:nvPr/>
        </p:nvSpPr>
        <p:spPr>
          <a:xfrm>
            <a:off x="7989771" y="-55265"/>
            <a:ext cx="10454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0"/>
            <a:r>
              <a:rPr lang="he-IL" sz="54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597</a:t>
            </a:r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6" name="Picture 2" descr="סרט מודעות צהוב – ויקיפדיה">
            <a:extLst>
              <a:ext uri="{FF2B5EF4-FFF2-40B4-BE49-F238E27FC236}">
                <a16:creationId xmlns:a16="http://schemas.microsoft.com/office/drawing/2014/main" id="{7C7C89F2-99DF-67C8-E049-441038AAB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2060" y="252041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047">
        <p159:morph option="byObject"/>
      </p:transition>
    </mc:Choice>
    <mc:Fallback xmlns="">
      <p:transition spd="slow" advTm="1047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ראשי פרקים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3E17-0086-42D2-82FC-3171BCDB0996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09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Diagram 5"/>
              <p:cNvGraphicFramePr/>
              <p:nvPr>
                <p:extLst>
                  <p:ext uri="{D42A27DB-BD31-4B8C-83A1-F6EECF244321}">
                    <p14:modId xmlns:p14="http://schemas.microsoft.com/office/powerpoint/2010/main" val="4116017840"/>
                  </p:ext>
                </p:extLst>
              </p:nvPr>
            </p:nvGraphicFramePr>
            <p:xfrm>
              <a:off x="647700" y="1447800"/>
              <a:ext cx="7848600" cy="49784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6" name="Diagram 5"/>
              <p:cNvGraphicFramePr/>
              <p:nvPr>
                <p:extLst>
                  <p:ext uri="{D42A27DB-BD31-4B8C-83A1-F6EECF244321}">
                    <p14:modId xmlns:p14="http://schemas.microsoft.com/office/powerpoint/2010/main" val="4116017840"/>
                  </p:ext>
                </p:extLst>
              </p:nvPr>
            </p:nvGraphicFramePr>
            <p:xfrm>
              <a:off x="647700" y="1447800"/>
              <a:ext cx="7848600" cy="49784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76200"/>
            <a:ext cx="7772400" cy="1143000"/>
          </a:xfrm>
        </p:spPr>
        <p:txBody>
          <a:bodyPr>
            <a:normAutofit/>
          </a:bodyPr>
          <a:lstStyle/>
          <a:p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תזכורת: אלגוריתם לבדיקת תכונות בטיחות רגולריות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z="1200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09 יוני 25</a:t>
            </a:fld>
            <a:endParaRPr lang="he-IL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z="1200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</a:t>
            </a:fld>
            <a:endParaRPr lang="he-IL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12859" y="1977023"/>
                <a:ext cx="8686800" cy="2209800"/>
              </a:xfrm>
            </p:spPr>
            <p:txBody>
              <a:bodyPr>
                <a:normAutofit/>
              </a:bodyPr>
              <a:lstStyle/>
              <a:p>
                <a:pPr algn="l" rtl="0">
                  <a:spcBef>
                    <a:spcPts val="24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𝑇𝑆</m:t>
                    </m:r>
                    <m:r>
                      <a:rPr lang="en-US" sz="2000" i="1" dirty="0" smtClean="0">
                        <a:latin typeface="Cambria Math"/>
                      </a:rPr>
                      <m:t> ⊨ </m:t>
                    </m:r>
                    <m:r>
                      <a:rPr lang="en-US" sz="2000" i="1" dirty="0" err="1" smtClean="0">
                        <a:latin typeface="Cambria Math"/>
                      </a:rPr>
                      <m:t>𝑃</m:t>
                    </m:r>
                    <m:r>
                      <a:rPr lang="en-US" sz="2000" i="1" baseline="-25000" dirty="0" err="1" smtClean="0">
                        <a:latin typeface="Cambria Math"/>
                      </a:rPr>
                      <m:t>𝑠𝑎𝑓𝑒</m:t>
                    </m:r>
                  </m:oMath>
                </a14:m>
                <a:r>
                  <a:rPr lang="en-US" sz="2000" baseline="-25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</a:rPr>
                      <m:t>⇔</m:t>
                    </m:r>
                  </m:oMath>
                </a14:m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𝑇𝑟𝑎𝑐𝑒𝑠</m:t>
                    </m:r>
                    <m:r>
                      <a:rPr lang="en-US" sz="2000" i="1" baseline="-25000" dirty="0" err="1" smtClean="0">
                        <a:latin typeface="Cambria Math"/>
                      </a:rPr>
                      <m:t>𝑓𝑖𝑛</m:t>
                    </m:r>
                    <m:d>
                      <m:dPr>
                        <m:ctrlP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/>
                          </a:rPr>
                          <m:t>𝑇𝑆</m:t>
                        </m:r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∩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𝐵𝑎𝑑𝑃𝑟𝑒𝑓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err="1" smtClean="0">
                        <a:latin typeface="Cambria Math"/>
                      </a:rPr>
                      <m:t>𝑃</m:t>
                    </m:r>
                    <m:r>
                      <a:rPr lang="en-US" sz="2000" i="1" baseline="-25000" dirty="0" err="1" smtClean="0">
                        <a:latin typeface="Cambria Math"/>
                      </a:rPr>
                      <m:t>𝑠𝑎𝑓𝑒</m:t>
                    </m:r>
                    <m:r>
                      <a:rPr lang="en-US" sz="2000" i="1" dirty="0" smtClean="0">
                        <a:latin typeface="Cambria Math"/>
                      </a:rPr>
                      <m:t>) =</m:t>
                    </m:r>
                    <m:r>
                      <a:rPr lang="en-US" sz="2000" b="0" i="1" dirty="0" smtClean="0">
                        <a:latin typeface="Cambria Math"/>
                      </a:rPr>
                      <m:t>∅</m:t>
                    </m:r>
                  </m:oMath>
                </a14:m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 algn="l" rtl="0">
                  <a:spcBef>
                    <a:spcPts val="2400"/>
                  </a:spcBef>
                  <a:buNone/>
                  <a:tabLst>
                    <a:tab pos="1879600" algn="l"/>
                  </a:tabLst>
                </a:pPr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		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⇔ </m:t>
                    </m:r>
                  </m:oMath>
                </a14:m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𝑇𝑟𝑎𝑐𝑒𝑠</m:t>
                    </m:r>
                    <m:r>
                      <a:rPr lang="en-US" sz="2000" i="1" baseline="-25000" dirty="0" err="1" smtClean="0">
                        <a:latin typeface="Cambria Math"/>
                      </a:rPr>
                      <m:t>𝑓𝑖𝑛</m:t>
                    </m:r>
                    <m:d>
                      <m:dPr>
                        <m:ctrlPr>
                          <a:rPr lang="en-US" sz="2000" i="1" baseline="-2500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/>
                          </a:rPr>
                          <m:t>𝑇𝑆</m:t>
                        </m:r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∩</m:t>
                    </m:r>
                    <m:r>
                      <a:rPr lang="en-US" sz="2000" b="0" i="1" dirty="0" smtClean="0">
                        <a:latin typeface="Cambria Math"/>
                      </a:rPr>
                      <m:t>ℒ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b="0" i="1" dirty="0" smtClean="0">
                        <a:latin typeface="Cambria Math"/>
                      </a:rPr>
                      <m:t>𝒜</m:t>
                    </m:r>
                    <m:r>
                      <a:rPr lang="en-US" sz="2000" i="1" dirty="0" smtClean="0">
                        <a:latin typeface="Cambria Math"/>
                      </a:rPr>
                      <m:t>) =</m:t>
                    </m:r>
                    <m:r>
                      <a:rPr lang="en-US" sz="2000" b="0" i="1" dirty="0" smtClean="0">
                        <a:latin typeface="Cambria Math"/>
                      </a:rPr>
                      <m:t>∅</m:t>
                    </m:r>
                  </m:oMath>
                </a14:m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spcBef>
                    <a:spcPts val="2400"/>
                  </a:spcBef>
                  <a:buNone/>
                  <a:tabLst>
                    <a:tab pos="1879600" algn="l"/>
                  </a:tabLst>
                </a:pPr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		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⇔ </m:t>
                    </m:r>
                  </m:oMath>
                </a14:m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𝑇𝑆</m:t>
                    </m:r>
                    <m:r>
                      <a:rPr lang="en-US" sz="2000" b="0" i="1" dirty="0" smtClean="0">
                        <a:latin typeface="Cambria Math"/>
                      </a:rPr>
                      <m:t>×</m:t>
                    </m:r>
                    <m:r>
                      <a:rPr lang="en-US" sz="2000" b="0" i="1" dirty="0" smtClean="0">
                        <a:latin typeface="Cambria Math"/>
                      </a:rPr>
                      <m:t>𝒜</m:t>
                    </m:r>
                    <m:r>
                      <a:rPr lang="en-US" sz="2000" b="0" i="1" dirty="0" smtClean="0">
                        <a:latin typeface="Cambria Math"/>
                      </a:rPr>
                      <m:t>⊨</m:t>
                    </m:r>
                    <m:limLow>
                      <m:limLow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nor/>
                              </m:rPr>
                              <a:rPr lang="en-US" sz="2000" b="0" i="0" dirty="0" smtClean="0">
                                <a:solidFill>
                                  <a:srgbClr val="0000FF"/>
                                </a:solidFill>
                                <a:latin typeface="Gisha" panose="020B0502040204020203" pitchFamily="34" charset="-79"/>
                                <a:cs typeface="Gisha" panose="020B0502040204020203" pitchFamily="34" charset="-79"/>
                              </a:rPr>
                              <m:t>al</m:t>
                            </m:r>
                            <m:r>
                              <m:rPr>
                                <m:nor/>
                              </m:rPr>
                              <a:rPr lang="en-US" sz="2000" dirty="0">
                                <a:solidFill>
                                  <a:srgbClr val="0000FF"/>
                                </a:solidFill>
                                <a:latin typeface="Gisha" panose="020B0502040204020203" pitchFamily="34" charset="-79"/>
                                <a:cs typeface="Gisha" panose="020B0502040204020203" pitchFamily="34" charset="-79"/>
                              </a:rPr>
                              <m:t>ways</m:t>
                            </m:r>
                            <m:d>
                              <m:dPr>
                                <m:ctrlPr>
                                  <a:rPr lang="en-US" sz="2000" i="1" dirty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⋀"/>
                                    <m:supHide m:val="on"/>
                                    <m:ctrlPr>
                                      <a:rPr lang="en-US" sz="2000" i="1" dirty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sz="2000" i="1" dirty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2000" i="1" dirty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sz="2000" i="1" dirty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sub>
                                  <m:sup/>
                                  <m:e>
                                    <m:r>
                                      <a:rPr lang="en-US" sz="2000" i="1" dirty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¬</m:t>
                                    </m:r>
                                    <m:r>
                                      <a:rPr lang="en-US" sz="2000" i="1" dirty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</m:nary>
                              </m:e>
                            </m:d>
                          </m:e>
                        </m:groupChr>
                      </m:e>
                      <m:lim>
                        <m:r>
                          <m:rPr>
                            <m:nor/>
                          </m:rPr>
                          <a:rPr lang="he-IL" sz="2000" dirty="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תכונת שְׁמוּרָה </m:t>
                        </m:r>
                      </m:lim>
                    </m:limLow>
                  </m:oMath>
                </a14:m>
                <a:endParaRPr lang="he-IL" sz="2000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12859" y="1977023"/>
                <a:ext cx="8686800" cy="22098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075705" y="4948535"/>
                <a:ext cx="7793287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1">
                <a:spAutoFit/>
              </a:bodyPr>
              <a:lstStyle/>
              <a:p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מסקנה: בדיקת תכונת בטיחות רגולרית שקולה לבדיקת שְׁמוּרָה על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𝑇𝑆</m:t>
                    </m:r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/>
                      </a:rPr>
                      <m:t>×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𝒜</m:t>
                    </m:r>
                    <m:r>
                      <a:rPr lang="en-US" sz="2000" i="1" dirty="0" smtClean="0">
                        <a:solidFill>
                          <a:srgbClr val="0000FF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he-IL" sz="2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705" y="4948535"/>
                <a:ext cx="7793287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838200" y="5760143"/>
            <a:ext cx="7696200" cy="400110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1">
            <a:spAutoFit/>
          </a:bodyPr>
          <a:lstStyle/>
          <a:p>
            <a:pPr algn="ctr"/>
            <a:r>
              <a:rPr lang="he-IL" sz="20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משמעות: ניתן לבדוק תכונות בטיחות רגולרית באמצעות </a:t>
            </a:r>
            <a:r>
              <a:rPr lang="en-US" sz="20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DFS </a:t>
            </a:r>
            <a:r>
              <a:rPr lang="he-IL" sz="20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או </a:t>
            </a:r>
            <a:r>
              <a:rPr lang="en-US" sz="20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BFS</a:t>
            </a:r>
            <a:endParaRPr lang="he-IL" sz="2000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597606" y="1245982"/>
                <a:ext cx="4347793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הוא אוטומט כך ש-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</m:d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𝐵𝑎𝑑𝑃𝑟𝑒𝑓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606" y="1245982"/>
                <a:ext cx="4347793" cy="369332"/>
              </a:xfrm>
              <a:prstGeom prst="rect">
                <a:avLst/>
              </a:prstGeom>
              <a:blipFill>
                <a:blip r:embed="rId4"/>
                <a:stretch>
                  <a:fillRect l="-1683" t="-8197" b="-2459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860858" y="4018276"/>
                <a:ext cx="2194656" cy="92333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היא קבוצת המצבים</a:t>
                </a:r>
              </a:p>
              <a:p>
                <a:pPr algn="ctr"/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המקבלים באוטומט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0858" y="4018276"/>
                <a:ext cx="2194656" cy="923330"/>
              </a:xfrm>
              <a:prstGeom prst="rect">
                <a:avLst/>
              </a:prstGeom>
              <a:blipFill>
                <a:blip r:embed="rId5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 7"/>
          <p:cNvSpPr/>
          <p:nvPr/>
        </p:nvSpPr>
        <p:spPr>
          <a:xfrm>
            <a:off x="5257800" y="1646092"/>
            <a:ext cx="3058213" cy="1015263"/>
          </a:xfrm>
          <a:custGeom>
            <a:avLst/>
            <a:gdLst>
              <a:gd name="connsiteX0" fmla="*/ 0 w 2677213"/>
              <a:gd name="connsiteY0" fmla="*/ 1008668 h 1015263"/>
              <a:gd name="connsiteX1" fmla="*/ 593889 w 2677213"/>
              <a:gd name="connsiteY1" fmla="*/ 791851 h 1015263"/>
              <a:gd name="connsiteX2" fmla="*/ 1772239 w 2677213"/>
              <a:gd name="connsiteY2" fmla="*/ 952107 h 1015263"/>
              <a:gd name="connsiteX3" fmla="*/ 2488677 w 2677213"/>
              <a:gd name="connsiteY3" fmla="*/ 933253 h 1015263"/>
              <a:gd name="connsiteX4" fmla="*/ 2677213 w 2677213"/>
              <a:gd name="connsiteY4" fmla="*/ 0 h 1015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77213" h="1015263">
                <a:moveTo>
                  <a:pt x="0" y="1008668"/>
                </a:moveTo>
                <a:cubicBezTo>
                  <a:pt x="149258" y="904973"/>
                  <a:pt x="298516" y="801278"/>
                  <a:pt x="593889" y="791851"/>
                </a:cubicBezTo>
                <a:cubicBezTo>
                  <a:pt x="889262" y="782424"/>
                  <a:pt x="1456441" y="928540"/>
                  <a:pt x="1772239" y="952107"/>
                </a:cubicBezTo>
                <a:cubicBezTo>
                  <a:pt x="2088037" y="975674"/>
                  <a:pt x="2337848" y="1091937"/>
                  <a:pt x="2488677" y="933253"/>
                </a:cubicBezTo>
                <a:cubicBezTo>
                  <a:pt x="2639506" y="774569"/>
                  <a:pt x="2658359" y="387284"/>
                  <a:pt x="2677213" y="0"/>
                </a:cubicBezTo>
              </a:path>
            </a:pathLst>
          </a:custGeom>
          <a:noFill/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600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5562600" y="3571578"/>
            <a:ext cx="1789892" cy="517360"/>
          </a:xfrm>
          <a:custGeom>
            <a:avLst/>
            <a:gdLst>
              <a:gd name="connsiteX0" fmla="*/ 0 w 1244338"/>
              <a:gd name="connsiteY0" fmla="*/ 0 h 443059"/>
              <a:gd name="connsiteX1" fmla="*/ 207390 w 1244338"/>
              <a:gd name="connsiteY1" fmla="*/ 226243 h 443059"/>
              <a:gd name="connsiteX2" fmla="*/ 480767 w 1244338"/>
              <a:gd name="connsiteY2" fmla="*/ 339364 h 443059"/>
              <a:gd name="connsiteX3" fmla="*/ 1065229 w 1244338"/>
              <a:gd name="connsiteY3" fmla="*/ 301657 h 443059"/>
              <a:gd name="connsiteX4" fmla="*/ 1244338 w 1244338"/>
              <a:gd name="connsiteY4" fmla="*/ 443059 h 443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4338" h="443059">
                <a:moveTo>
                  <a:pt x="0" y="0"/>
                </a:moveTo>
                <a:cubicBezTo>
                  <a:pt x="63631" y="84841"/>
                  <a:pt x="127262" y="169682"/>
                  <a:pt x="207390" y="226243"/>
                </a:cubicBezTo>
                <a:cubicBezTo>
                  <a:pt x="287518" y="282804"/>
                  <a:pt x="337794" y="326795"/>
                  <a:pt x="480767" y="339364"/>
                </a:cubicBezTo>
                <a:cubicBezTo>
                  <a:pt x="623740" y="351933"/>
                  <a:pt x="937967" y="284375"/>
                  <a:pt x="1065229" y="301657"/>
                </a:cubicBezTo>
                <a:cubicBezTo>
                  <a:pt x="1192491" y="318939"/>
                  <a:pt x="1218414" y="380999"/>
                  <a:pt x="1244338" y="443059"/>
                </a:cubicBezTo>
              </a:path>
            </a:pathLst>
          </a:custGeom>
          <a:noFill/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600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he-IL" sz="3600">
                    <a:latin typeface="Gisha" panose="020B0502040204020203" pitchFamily="34" charset="-79"/>
                    <a:cs typeface="Gisha" panose="020B0502040204020203" pitchFamily="34" charset="-79"/>
                  </a:rPr>
                  <a:t>תזכורת: תכונה </a:t>
                </a:r>
                <a:r>
                  <a:rPr lang="en-US" sz="3600">
                    <a:latin typeface="Gisha" panose="020B0502040204020203" pitchFamily="34" charset="-79"/>
                    <a:cs typeface="Gisha" panose="020B0502040204020203" pitchFamily="34" charset="-79"/>
                  </a:rPr>
                  <a:t>-</a:t>
                </a:r>
                <a14:m>
                  <m:oMath xmlns:m="http://schemas.openxmlformats.org/officeDocument/2006/math">
                    <m:r>
                      <a:rPr lang="en-US" sz="3600" b="0" i="1" dirty="0" smtClean="0">
                        <a:latin typeface="Cambria Math"/>
                      </a:rPr>
                      <m:t>𝜔</m:t>
                    </m:r>
                  </m:oMath>
                </a14:m>
                <a:r>
                  <a:rPr lang="he-IL" sz="3600">
                    <a:latin typeface="Gisha" panose="020B0502040204020203" pitchFamily="34" charset="-79"/>
                    <a:cs typeface="Gisha" panose="020B0502040204020203" pitchFamily="34" charset="-79"/>
                  </a:rPr>
                  <a:t>רגולריות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542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z="1200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09 יוני 25</a:t>
            </a:fld>
            <a:endParaRPr lang="he-IL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z="1200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4</a:t>
            </a:fld>
            <a:endParaRPr lang="he-IL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600200"/>
                <a:ext cx="8229600" cy="2286000"/>
              </a:xfr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>
                <a:noAutofit/>
              </a:bodyPr>
              <a:lstStyle/>
              <a:p>
                <a:pPr algn="ctr">
                  <a:spcBef>
                    <a:spcPts val="1800"/>
                  </a:spcBef>
                  <a:buNone/>
                </a:pP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תכונת זמן-ליניארי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𝑃</m:t>
                    </m:r>
                  </m:oMath>
                </a14:m>
                <a:r>
                  <a:rPr lang="he-IL" sz="2800" baseline="-25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נקראת </a:t>
                </a:r>
                <a:r>
                  <a:rPr lang="en-US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0000FF"/>
                        </a:solidFill>
                        <a:latin typeface="Cambria Math"/>
                      </a:rPr>
                      <m:t>𝜔</m:t>
                    </m:r>
                  </m:oMath>
                </a14:m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רגולרית</a:t>
                </a:r>
              </a:p>
              <a:p>
                <a:pPr algn="ctr">
                  <a:spcBef>
                    <a:spcPts val="1800"/>
                  </a:spcBef>
                  <a:buNone/>
                </a:pP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אם</a:t>
                </a:r>
              </a:p>
              <a:p>
                <a:pPr algn="ctr">
                  <a:spcBef>
                    <a:spcPts val="1800"/>
                  </a:spcBef>
                  <a:buNone/>
                </a:pP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𝑃</m:t>
                    </m:r>
                  </m:oMath>
                </a14:m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היא </a:t>
                </a:r>
                <a:r>
                  <a:rPr lang="he-IL" sz="2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שפה </a:t>
                </a:r>
                <a:r>
                  <a:rPr lang="en-US" sz="2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𝜔</m:t>
                    </m:r>
                  </m:oMath>
                </a14:m>
                <a:r>
                  <a:rPr lang="he-IL" sz="28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רגולרית </a:t>
                </a:r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(קיים </a:t>
                </a:r>
                <a14:m>
                  <m:oMath xmlns:m="http://schemas.openxmlformats.org/officeDocument/2006/math">
                    <m:r>
                      <a:rPr lang="he-IL" sz="2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כך ש-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sz="2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e-IL" sz="28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)</a:t>
                </a:r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600200"/>
                <a:ext cx="8229600" cy="2286000"/>
              </a:xfr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48000" y="4495800"/>
                <a:ext cx="2550891" cy="730713"/>
              </a:xfrm>
              <a:prstGeom prst="rect">
                <a:avLst/>
              </a:prstGeom>
              <a:solidFill>
                <a:srgbClr val="FFFF99"/>
              </a:solidFill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𝑇𝑆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⊨</m:t>
                              </m:r>
                            </m:e>
                            <m:lim>
                              <m:r>
                                <a:rPr lang="en-US" sz="32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?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𝒜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he-IL" sz="3200" dirty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he-IL" sz="32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4495800"/>
                <a:ext cx="2550891" cy="730713"/>
              </a:xfrm>
              <a:prstGeom prst="rect">
                <a:avLst/>
              </a:prstGeom>
              <a:blipFill>
                <a:blip r:embed="rId4"/>
                <a:stretch>
                  <a:fillRect t="-11765" r="-7656" b="-588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81000" y="5715000"/>
                <a:ext cx="822960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איך נבדוק אם מערכת מעברים מקיימת תכונה </a:t>
                </a:r>
                <a14:m>
                  <m:oMath xmlns:m="http://schemas.openxmlformats.org/officeDocument/2006/math">
                    <m:r>
                      <a:rPr lang="he-IL" sz="2400" i="1">
                        <a:latin typeface="Cambria Math"/>
                      </a:rPr>
                      <m:t>𝜔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-רגולרית?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715000"/>
                <a:ext cx="8229600" cy="461665"/>
              </a:xfrm>
              <a:prstGeom prst="rect">
                <a:avLst/>
              </a:prstGeom>
              <a:blipFill>
                <a:blip r:embed="rId5"/>
                <a:stretch>
                  <a:fillRect t="-12000" b="-28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847" y="300712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תזכורת: הרכבה של מערכת מעברים ואוטומט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09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609600" y="1945124"/>
            <a:ext cx="6248400" cy="2216767"/>
            <a:chOff x="311485" y="2651312"/>
            <a:chExt cx="6248400" cy="22167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/>
                <p:cNvSpPr/>
                <p:nvPr/>
              </p:nvSpPr>
              <p:spPr>
                <a:xfrm>
                  <a:off x="3054685" y="2810679"/>
                  <a:ext cx="533400" cy="5334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𝑞</m:t>
                        </m:r>
                      </m:oMath>
                    </m:oMathPara>
                  </a14:m>
                  <a:endParaRPr lang="he-IL">
                    <a:solidFill>
                      <a:srgbClr val="002060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6" name="Oval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4685" y="2810679"/>
                  <a:ext cx="533400" cy="533400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/>
                <p:cNvSpPr/>
                <p:nvPr/>
              </p:nvSpPr>
              <p:spPr>
                <a:xfrm>
                  <a:off x="6026485" y="2810679"/>
                  <a:ext cx="533400" cy="5334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𝑝</m:t>
                        </m:r>
                      </m:oMath>
                    </m:oMathPara>
                  </a14:m>
                  <a:endParaRPr lang="he-IL">
                    <a:solidFill>
                      <a:srgbClr val="002060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7" name="Oval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26485" y="2810679"/>
                  <a:ext cx="533400" cy="53340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1530685" y="4182279"/>
                  <a:ext cx="1143000" cy="685800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𝑠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0685" y="4182279"/>
                  <a:ext cx="1143000" cy="6858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4273885" y="4162652"/>
                  <a:ext cx="1143000" cy="685800"/>
                </a:xfrm>
                <a:prstGeom prst="rect">
                  <a:avLst/>
                </a:prstGeom>
                <a:solidFill>
                  <a:srgbClr val="FFFF00"/>
                </a:solidFill>
              </p:spPr>
              <p:style>
                <a:lnRef idx="1">
                  <a:schemeClr val="dk1"/>
                </a:lnRef>
                <a:fillRef idx="2">
                  <a:schemeClr val="dk1"/>
                </a:fillRef>
                <a:effectRef idx="1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𝑡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3885" y="4162652"/>
                  <a:ext cx="1143000" cy="6858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/>
            <p:cNvCxnSpPr>
              <a:stCxn id="8" idx="3"/>
              <a:endCxn id="10" idx="1"/>
            </p:cNvCxnSpPr>
            <p:nvPr/>
          </p:nvCxnSpPr>
          <p:spPr>
            <a:xfrm flipV="1">
              <a:off x="2673685" y="4505552"/>
              <a:ext cx="1600200" cy="1962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4" name="Straight Arrow Connector 13"/>
            <p:cNvCxnSpPr>
              <a:stCxn id="6" idx="6"/>
              <a:endCxn id="7" idx="2"/>
            </p:cNvCxnSpPr>
            <p:nvPr/>
          </p:nvCxnSpPr>
          <p:spPr>
            <a:xfrm>
              <a:off x="3588085" y="3077379"/>
              <a:ext cx="243840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4901845" y="3801279"/>
                  <a:ext cx="2471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𝐿</m:t>
                        </m:r>
                        <m:r>
                          <a:rPr lang="en-US" i="1" dirty="0" smtClean="0">
                            <a:latin typeface="Cambria Math"/>
                          </a:rPr>
                          <m:t>(</m:t>
                        </m:r>
                        <m:r>
                          <a:rPr lang="en-US" i="1" dirty="0" smtClean="0">
                            <a:latin typeface="Cambria Math"/>
                          </a:rPr>
                          <m:t>𝑡</m:t>
                        </m:r>
                        <m:r>
                          <a:rPr lang="en-US" i="1" dirty="0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01845" y="3801279"/>
                  <a:ext cx="247184" cy="369332"/>
                </a:xfrm>
                <a:prstGeom prst="rect">
                  <a:avLst/>
                </a:prstGeom>
                <a:blipFill>
                  <a:blip r:embed="rId6"/>
                  <a:stretch>
                    <a:fillRect t="-10000" r="-185366" b="-26667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4474918" y="2651312"/>
                  <a:ext cx="66473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𝐿</m:t>
                        </m:r>
                        <m:r>
                          <a:rPr lang="en-US" i="1" dirty="0" smtClean="0">
                            <a:latin typeface="Cambria Math"/>
                          </a:rPr>
                          <m:t>(</m:t>
                        </m:r>
                        <m:r>
                          <a:rPr lang="en-US" i="1" dirty="0" smtClean="0">
                            <a:latin typeface="Cambria Math"/>
                          </a:rPr>
                          <m:t>𝑡</m:t>
                        </m:r>
                        <m:r>
                          <a:rPr lang="en-US" i="1" dirty="0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74918" y="2651312"/>
                  <a:ext cx="664734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8197" r="-11927" b="-24590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/>
            <p:cNvCxnSpPr>
              <a:stCxn id="15" idx="0"/>
            </p:cNvCxnSpPr>
            <p:nvPr/>
          </p:nvCxnSpPr>
          <p:spPr>
            <a:xfrm flipH="1" flipV="1">
              <a:off x="4815861" y="3180011"/>
              <a:ext cx="209576" cy="621268"/>
            </a:xfrm>
            <a:prstGeom prst="straightConnector1">
              <a:avLst/>
            </a:prstGeom>
            <a:ln w="28575">
              <a:solidFill>
                <a:srgbClr val="0551FB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3258932" y="4182279"/>
                  <a:ext cx="2471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/>
                          </a:rPr>
                          <m:t>𝛼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8932" y="4182279"/>
                  <a:ext cx="247184" cy="369332"/>
                </a:xfrm>
                <a:prstGeom prst="rect">
                  <a:avLst/>
                </a:prstGeom>
                <a:blipFill>
                  <a:blip r:embed="rId8"/>
                  <a:stretch>
                    <a:fillRect t="-8197" r="-80000" b="-24590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/>
            <p:cNvCxnSpPr>
              <a:endCxn id="8" idx="1"/>
            </p:cNvCxnSpPr>
            <p:nvPr/>
          </p:nvCxnSpPr>
          <p:spPr>
            <a:xfrm>
              <a:off x="1387551" y="4505552"/>
              <a:ext cx="143134" cy="1962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2064085" y="3819997"/>
                  <a:ext cx="67986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𝐿</m:t>
                        </m:r>
                        <m:r>
                          <a:rPr lang="en-US" i="1" dirty="0" smtClean="0">
                            <a:latin typeface="Cambria Math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𝑠</m:t>
                        </m:r>
                        <m:r>
                          <a:rPr lang="en-US" i="1" dirty="0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64085" y="3819997"/>
                  <a:ext cx="679866" cy="369332"/>
                </a:xfrm>
                <a:prstGeom prst="rect">
                  <a:avLst/>
                </a:prstGeom>
                <a:blipFill>
                  <a:blip r:embed="rId9"/>
                  <a:stretch>
                    <a:fillRect t="-10000" r="-11712" b="-26667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val 28"/>
                <p:cNvSpPr/>
                <p:nvPr/>
              </p:nvSpPr>
              <p:spPr>
                <a:xfrm>
                  <a:off x="616285" y="2790020"/>
                  <a:ext cx="533400" cy="5334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rgbClr val="002060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9" name="Oval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285" y="2790020"/>
                  <a:ext cx="533400" cy="533400"/>
                </a:xfrm>
                <a:prstGeom prst="ellipse">
                  <a:avLst/>
                </a:prstGeom>
                <a:blipFill>
                  <a:blip r:embed="rId10"/>
                  <a:stretch>
                    <a:fillRect r="-8791" b="-1111"/>
                  </a:stretch>
                </a:blipFill>
                <a:ln w="1905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/>
            <p:cNvCxnSpPr>
              <a:stCxn id="29" idx="6"/>
              <a:endCxn id="6" idx="2"/>
            </p:cNvCxnSpPr>
            <p:nvPr/>
          </p:nvCxnSpPr>
          <p:spPr>
            <a:xfrm>
              <a:off x="1149685" y="3056720"/>
              <a:ext cx="1905000" cy="2065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1781879" y="2662482"/>
                  <a:ext cx="679866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𝐿</m:t>
                        </m:r>
                        <m:r>
                          <a:rPr lang="en-US" i="1" dirty="0" smtClean="0">
                            <a:latin typeface="Cambria Math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/>
                          </a:rPr>
                          <m:t>𝑠</m:t>
                        </m:r>
                        <m:r>
                          <a:rPr lang="en-US" i="1" dirty="0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1879" y="2662482"/>
                  <a:ext cx="679866" cy="369332"/>
                </a:xfrm>
                <a:prstGeom prst="rect">
                  <a:avLst/>
                </a:prstGeom>
                <a:blipFill>
                  <a:blip r:embed="rId11"/>
                  <a:stretch>
                    <a:fillRect t="-9836" r="-11607" b="-24590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Arrow Connector 35"/>
            <p:cNvCxnSpPr>
              <a:cxnSpLocks/>
              <a:stCxn id="25" idx="0"/>
            </p:cNvCxnSpPr>
            <p:nvPr/>
          </p:nvCxnSpPr>
          <p:spPr>
            <a:xfrm flipH="1" flipV="1">
              <a:off x="2216485" y="3164962"/>
              <a:ext cx="187533" cy="655035"/>
            </a:xfrm>
            <a:prstGeom prst="straightConnector1">
              <a:avLst/>
            </a:prstGeom>
            <a:ln w="28575">
              <a:solidFill>
                <a:srgbClr val="0551FB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endCxn id="29" idx="2"/>
            </p:cNvCxnSpPr>
            <p:nvPr/>
          </p:nvCxnSpPr>
          <p:spPr>
            <a:xfrm>
              <a:off x="311485" y="3056720"/>
              <a:ext cx="30480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V="1">
              <a:off x="2673685" y="3344079"/>
              <a:ext cx="533400" cy="845250"/>
            </a:xfrm>
            <a:prstGeom prst="straightConnector1">
              <a:avLst/>
            </a:prstGeom>
            <a:ln w="571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endCxn id="7" idx="3"/>
            </p:cNvCxnSpPr>
            <p:nvPr/>
          </p:nvCxnSpPr>
          <p:spPr>
            <a:xfrm flipV="1">
              <a:off x="5416885" y="3265964"/>
              <a:ext cx="687715" cy="923365"/>
            </a:xfrm>
            <a:prstGeom prst="straightConnector1">
              <a:avLst/>
            </a:prstGeom>
            <a:ln w="57150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667875" y="3635086"/>
                <a:ext cx="209512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מערכת המעברים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875" y="3635086"/>
                <a:ext cx="2095125" cy="369332"/>
              </a:xfrm>
              <a:prstGeom prst="rect">
                <a:avLst/>
              </a:prstGeom>
              <a:blipFill>
                <a:blip r:embed="rId12"/>
                <a:stretch>
                  <a:fillRect l="-4360" t="-8197" r="-2326" b="-2459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7460015" y="2246116"/>
                <a:ext cx="130298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האוטומט </a:t>
                </a:r>
                <a14:m>
                  <m:oMath xmlns:m="http://schemas.openxmlformats.org/officeDocument/2006/math">
                    <m:r>
                      <a:rPr lang="he-IL" b="0" i="1" smtClean="0"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0015" y="2246116"/>
                <a:ext cx="1302985" cy="369332"/>
              </a:xfrm>
              <a:prstGeom prst="rect">
                <a:avLst/>
              </a:prstGeom>
              <a:blipFill>
                <a:blip r:embed="rId13"/>
                <a:stretch>
                  <a:fillRect l="-7944" t="-8197" r="-3738" b="-2459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185948" y="2940601"/>
                <a:ext cx="257705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מערכת המעברים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948" y="2940601"/>
                <a:ext cx="2577052" cy="369332"/>
              </a:xfrm>
              <a:prstGeom prst="rect">
                <a:avLst/>
              </a:prstGeom>
              <a:blipFill>
                <a:blip r:embed="rId14"/>
                <a:stretch>
                  <a:fillRect l="-3310" t="-8197" r="-1891" b="-2459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Image result for following footsteps animated gif"/>
          <p:cNvPicPr>
            <a:picLocks noChangeAspect="1" noChangeArrowheads="1" noCrop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58" y="3309933"/>
            <a:ext cx="1388969" cy="1325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78125" y="5179208"/>
                <a:ext cx="8416120" cy="1200329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כל מילה ב-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𝑇𝑟𝑎𝑐𝑒𝑠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𝑇𝑆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×</m:t>
                        </m:r>
                        <m:r>
                          <a:rPr lang="he-IL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𝒜</m:t>
                        </m:r>
                      </m:e>
                    </m:d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מייצגת ריצה של המערכת וריצה </a:t>
                </a:r>
                <a:r>
                  <a:rPr lang="he-IL" u="sng">
                    <a:latin typeface="Gisha" panose="020B0502040204020203" pitchFamily="34" charset="-79"/>
                    <a:cs typeface="Gisha" panose="020B0502040204020203" pitchFamily="34" charset="-79"/>
                  </a:rPr>
                  <a:t>מסוימת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של האוטומט על עקבות הריצה. כיוון שיכולות להיות כמה ריצות של האוטומט על אותה המילה (הוא לא בהכרח דטרמיניסטי), יכולים להיות כמה רצפי עקבות ב-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𝑇𝑟𝑎𝑐𝑒𝑠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𝑇𝑆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×</m:t>
                        </m:r>
                        <m:r>
                          <a:rPr lang="he-IL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𝒜</m:t>
                        </m:r>
                      </m:e>
                    </m:d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לאותה הריצה של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. יכול להיות שחלקם יהיו "מקבלים" וחלקם לא.</a:t>
                </a:r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25" y="5179208"/>
                <a:ext cx="8416120" cy="120032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6460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ראשי פרקים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3E17-0086-42D2-82FC-3171BCDB0996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09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Diagram 5"/>
              <p:cNvGraphicFramePr/>
              <p:nvPr>
                <p:extLst>
                  <p:ext uri="{D42A27DB-BD31-4B8C-83A1-F6EECF244321}">
                    <p14:modId xmlns:p14="http://schemas.microsoft.com/office/powerpoint/2010/main" val="3489506140"/>
                  </p:ext>
                </p:extLst>
              </p:nvPr>
            </p:nvGraphicFramePr>
            <p:xfrm>
              <a:off x="647700" y="1447800"/>
              <a:ext cx="7848600" cy="49784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6" name="Diagram 5"/>
              <p:cNvGraphicFramePr/>
              <p:nvPr>
                <p:extLst>
                  <p:ext uri="{D42A27DB-BD31-4B8C-83A1-F6EECF244321}">
                    <p14:modId xmlns:p14="http://schemas.microsoft.com/office/powerpoint/2010/main" val="3489506140"/>
                  </p:ext>
                </p:extLst>
              </p:nvPr>
            </p:nvGraphicFramePr>
            <p:xfrm>
              <a:off x="647700" y="1447800"/>
              <a:ext cx="7848600" cy="497840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781306" y="-76200"/>
                <a:ext cx="7772400" cy="1143000"/>
              </a:xfrm>
            </p:spPr>
            <p:txBody>
              <a:bodyPr>
                <a:normAutofit/>
              </a:bodyPr>
              <a:lstStyle/>
              <a:p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רעיון האלגוריתם לבדיקת תכונות </a:t>
                </a:r>
                <a14:m>
                  <m:oMath xmlns:m="http://schemas.openxmlformats.org/officeDocument/2006/math">
                    <m:r>
                      <a:rPr lang="he-IL" sz="3200" b="0" i="1" smtClean="0">
                        <a:latin typeface="Cambria Math"/>
                      </a:rPr>
                      <m:t>𝜔</m:t>
                    </m:r>
                  </m:oMath>
                </a14:m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-רגולריות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81306" y="-76200"/>
                <a:ext cx="7772400" cy="1143000"/>
              </a:xfrm>
              <a:blipFill>
                <a:blip r:embed="rId2"/>
                <a:stretch>
                  <a:fillRect l="-784" b="-1276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z="1200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09 יוני 25</a:t>
            </a:fld>
            <a:endParaRPr lang="he-IL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z="1200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7</a:t>
            </a:fld>
            <a:endParaRPr lang="he-IL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43412" y="1905000"/>
                <a:ext cx="8648188" cy="3048000"/>
              </a:xfrm>
            </p:spPr>
            <p:txBody>
              <a:bodyPr>
                <a:noAutofit/>
              </a:bodyPr>
              <a:lstStyle/>
              <a:p>
                <a:pPr marL="273050" indent="-4763" algn="l" rtl="0">
                  <a:spcBef>
                    <a:spcPts val="2400"/>
                  </a:spcBef>
                  <a:buNone/>
                  <a:tabLst>
                    <a:tab pos="1614488" algn="l"/>
                    <a:tab pos="2328863" algn="l"/>
                  </a:tabLst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𝑇𝑆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</a:rPr>
                      <m:t>𝑃</m:t>
                    </m:r>
                  </m:oMath>
                </a14:m>
                <a:r>
                  <a:rPr lang="en-US" sz="2000" baseline="-25000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⟺</m:t>
                    </m:r>
                  </m:oMath>
                </a14:m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𝑇𝑟𝑎𝑐𝑒𝑠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/>
                          </a:rPr>
                          <m:t>𝑇𝑆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/>
                      </a:rPr>
                      <m:t>⊆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</a:rPr>
                      <m:t>𝑃</m:t>
                    </m:r>
                  </m:oMath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spcBef>
                    <a:spcPts val="2400"/>
                  </a:spcBef>
                  <a:buNone/>
                  <a:tabLst>
                    <a:tab pos="1614488" algn="l"/>
                    <a:tab pos="2328863" algn="l"/>
                  </a:tabLst>
                </a:pP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⟺</m:t>
                    </m:r>
                  </m:oMath>
                </a14:m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𝑇𝑟𝑎𝑐𝑒𝑠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𝑇𝑆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∩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𝐴𝑃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𝜔</m:t>
                            </m:r>
                          </m:sup>
                        </m:sSup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∖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∅</m:t>
                    </m:r>
                  </m:oMath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spcBef>
                    <a:spcPts val="2400"/>
                  </a:spcBef>
                  <a:buNone/>
                  <a:tabLst>
                    <a:tab pos="1614488" algn="l"/>
                    <a:tab pos="2328863" algn="l"/>
                  </a:tabLst>
                </a:pP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⟺</m:t>
                    </m:r>
                  </m:oMath>
                </a14:m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𝑇𝑟𝑎𝑐𝑒𝑠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𝑇𝑆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∩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𝒜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∅</m:t>
                    </m:r>
                  </m:oMath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spcBef>
                    <a:spcPts val="2400"/>
                  </a:spcBef>
                  <a:buNone/>
                  <a:tabLst>
                    <a:tab pos="1614488" algn="l"/>
                    <a:tab pos="2328863" algn="l"/>
                  </a:tabLst>
                </a:pP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⟺</m:t>
                    </m:r>
                  </m:oMath>
                </a14:m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𝑇𝑆</m:t>
                    </m:r>
                    <m:r>
                      <a:rPr lang="en-US" sz="2000" b="0" i="1" smtClean="0">
                        <a:latin typeface="Cambria Math"/>
                      </a:rPr>
                      <m:t>×</m:t>
                    </m:r>
                    <m:r>
                      <a:rPr lang="en-US" sz="2000" b="0" i="1" smtClean="0">
                        <a:latin typeface="Cambria Math"/>
                      </a:rPr>
                      <m:t>𝒜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⊨</m:t>
                    </m:r>
                  </m:oMath>
                </a14:m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sz="18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sz="180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nor/>
                              </m:rPr>
                              <a:rPr lang="en-US" sz="1800" b="0" i="0" dirty="0" smtClean="0">
                                <a:solidFill>
                                  <a:srgbClr val="0000FF"/>
                                </a:solidFill>
                                <a:latin typeface="Gisha" panose="020B0502040204020203" pitchFamily="34" charset="-79"/>
                                <a:cs typeface="Gisha" panose="020B0502040204020203" pitchFamily="34" charset="-79"/>
                              </a:rPr>
                              <m:t>{</m:t>
                            </m:r>
                            <m:r>
                              <a:rPr lang="en-US" sz="18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sz="18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: ∃</m:t>
                            </m:r>
                            <m:r>
                              <a:rPr lang="en-US" sz="18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8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sz="18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18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 . ∀</m:t>
                            </m:r>
                            <m:r>
                              <a:rPr lang="en-US" sz="18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8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sz="18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8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 .</m:t>
                            </m:r>
                            <m:limUpp>
                              <m:limUppPr>
                                <m:ctrlPr>
                                  <a:rPr lang="en-US" sz="18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groupChr>
                                  <m:groupChrPr>
                                    <m:chr m:val="⏞"/>
                                    <m:pos m:val="top"/>
                                    <m:vertJc m:val="bot"/>
                                    <m:ctrlPr>
                                      <a:rPr lang="en-US" sz="1800" b="0" i="1" dirty="0" smtClean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r>
                                      <a:rPr lang="en-US" sz="1800" i="1" dirty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sz="1800" i="1" dirty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 dirty="0">
                                            <a:solidFill>
                                              <a:srgbClr val="0000FF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en-US" sz="1800" i="1" dirty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∩</m:t>
                                    </m:r>
                                    <m:r>
                                      <a:rPr lang="en-US" sz="1800" i="1" dirty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r>
                                      <a:rPr lang="en-US" sz="1800" i="1" dirty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1800" i="1" dirty="0">
                                        <a:solidFill>
                                          <a:srgbClr val="0000F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∅</m:t>
                                    </m:r>
                                  </m:e>
                                </m:groupChr>
                              </m:e>
                              <m:lim>
                                <m:r>
                                  <m:rPr>
                                    <m:nor/>
                                  </m:rPr>
                                  <a:rPr lang="he-IL" sz="1800" b="0" i="0" dirty="0" smtClean="0">
                                    <a:solidFill>
                                      <a:srgbClr val="0000FF"/>
                                    </a:solidFill>
                                    <a:latin typeface="Gisha" panose="020B0502040204020203" pitchFamily="34" charset="-79"/>
                                    <a:cs typeface="Gisha" panose="020B0502040204020203" pitchFamily="34" charset="-79"/>
                                  </a:rPr>
                                  <m:t>תנאי </m:t>
                                </m:r>
                                <m:r>
                                  <m:rPr>
                                    <m:nor/>
                                  </m:rPr>
                                  <a:rPr lang="he-IL" sz="1800" dirty="0">
                                    <a:solidFill>
                                      <a:srgbClr val="0000FF"/>
                                    </a:solidFill>
                                    <a:latin typeface="Gisha" panose="020B0502040204020203" pitchFamily="34" charset="-79"/>
                                    <a:cs typeface="Gisha" panose="020B0502040204020203" pitchFamily="34" charset="-79"/>
                                  </a:rPr>
                                  <m:t>הַתְמָדָה</m:t>
                                </m:r>
                                <m:r>
                                  <m:rPr>
                                    <m:nor/>
                                  </m:rPr>
                                  <a:rPr lang="he-IL" sz="1800" b="0" i="0" dirty="0" smtClean="0">
                                    <a:solidFill>
                                      <a:srgbClr val="0000FF"/>
                                    </a:solidFill>
                                    <a:latin typeface="Gisha" panose="020B0502040204020203" pitchFamily="34" charset="-79"/>
                                    <a:cs typeface="Gisha" panose="020B0502040204020203" pitchFamily="34" charset="-79"/>
                                  </a:rPr>
                                  <m:t> </m:t>
                                </m:r>
                                <m:r>
                                  <a:rPr lang="he-IL" sz="1800" b="0" i="1" dirty="0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lim>
                            </m:limUpp>
                            <m:r>
                              <a:rPr lang="en-US" sz="1800" b="0" i="1" dirty="0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groupChr>
                      </m:e>
                      <m:lim>
                        <m:r>
                          <m:rPr>
                            <m:nor/>
                          </m:rPr>
                          <a:rPr lang="he-IL" sz="2000" dirty="0">
                            <a:solidFill>
                              <a:srgbClr val="0000FF"/>
                            </a:solidFill>
                            <a:latin typeface="Gisha" panose="020B0502040204020203" pitchFamily="34" charset="-79"/>
                            <a:cs typeface="Gisha" panose="020B0502040204020203" pitchFamily="34" charset="-79"/>
                          </a:rPr>
                          <m:t>תכונת הַתְמָדָה</m:t>
                        </m:r>
                      </m:lim>
                    </m:limLow>
                  </m:oMath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43412" y="1905000"/>
                <a:ext cx="8648188" cy="30480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172320" y="1339251"/>
                <a:ext cx="4590680" cy="404983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הוא אוטומט כך ש-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</m:d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𝐴𝑃</m:t>
                                    </m:r>
                                  </m:sup>
                                </m:sSup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∖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320" y="1339251"/>
                <a:ext cx="4590680" cy="404983"/>
              </a:xfrm>
              <a:prstGeom prst="rect">
                <a:avLst/>
              </a:prstGeom>
              <a:blipFill>
                <a:blip r:embed="rId4"/>
                <a:stretch>
                  <a:fillRect l="-1459" t="-4545" b="-1969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85953" y="5181600"/>
                <a:ext cx="7563105" cy="830997"/>
              </a:xfrm>
              <a:prstGeom prst="rect">
                <a:avLst/>
              </a:prstGeom>
              <a:solidFill>
                <a:srgbClr val="FFFF99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ctr"/>
                <a:r>
                  <a:rPr lang="he-IL" sz="2400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מסקנה: בדיקת תכונה </a:t>
                </a:r>
                <a14:m>
                  <m:oMath xmlns:m="http://schemas.openxmlformats.org/officeDocument/2006/math">
                    <m:r>
                      <a:rPr lang="he-IL" sz="2400" b="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he-IL" sz="2400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-רגולרית על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endParaRPr lang="he-IL" sz="2400">
                  <a:solidFill>
                    <a:schemeClr val="accent2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:r>
                  <a:rPr lang="he-IL" sz="2400">
                    <a:solidFill>
                      <a:schemeClr val="accent2">
                        <a:lumMod val="5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שקולה לבדיקת תכונת הַתְמָדָה על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𝑇𝑆</m:t>
                    </m:r>
                    <m:r>
                      <a:rPr lang="en-US" sz="2400" b="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×</m:t>
                    </m:r>
                    <m:r>
                      <a:rPr lang="en-US" sz="2400" b="0" i="1" dirty="0" smtClean="0">
                        <a:solidFill>
                          <a:schemeClr val="accent2">
                            <a:lumMod val="50000"/>
                          </a:schemeClr>
                        </a:solidFill>
                        <a:latin typeface="Cambria Math"/>
                      </a:rPr>
                      <m:t>𝒜</m:t>
                    </m:r>
                  </m:oMath>
                </a14:m>
                <a:endParaRPr lang="he-IL" sz="2400">
                  <a:solidFill>
                    <a:schemeClr val="accent2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953" y="5181600"/>
                <a:ext cx="7563105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 7"/>
          <p:cNvSpPr/>
          <p:nvPr/>
        </p:nvSpPr>
        <p:spPr>
          <a:xfrm>
            <a:off x="5029200" y="1788596"/>
            <a:ext cx="3464351" cy="1488004"/>
          </a:xfrm>
          <a:custGeom>
            <a:avLst/>
            <a:gdLst>
              <a:gd name="connsiteX0" fmla="*/ 0 w 3063712"/>
              <a:gd name="connsiteY0" fmla="*/ 1706252 h 1779895"/>
              <a:gd name="connsiteX1" fmla="*/ 546755 w 3063712"/>
              <a:gd name="connsiteY1" fmla="*/ 1536569 h 1779895"/>
              <a:gd name="connsiteX2" fmla="*/ 2083324 w 3063712"/>
              <a:gd name="connsiteY2" fmla="*/ 1696825 h 1779895"/>
              <a:gd name="connsiteX3" fmla="*/ 3063712 w 3063712"/>
              <a:gd name="connsiteY3" fmla="*/ 0 h 1779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3712" h="1779895">
                <a:moveTo>
                  <a:pt x="0" y="1706252"/>
                </a:moveTo>
                <a:cubicBezTo>
                  <a:pt x="99767" y="1622196"/>
                  <a:pt x="199534" y="1538140"/>
                  <a:pt x="546755" y="1536569"/>
                </a:cubicBezTo>
                <a:cubicBezTo>
                  <a:pt x="893976" y="1534998"/>
                  <a:pt x="1663831" y="1952920"/>
                  <a:pt x="2083324" y="1696825"/>
                </a:cubicBezTo>
                <a:cubicBezTo>
                  <a:pt x="2502817" y="1440730"/>
                  <a:pt x="2783264" y="720365"/>
                  <a:pt x="3063712" y="0"/>
                </a:cubicBezTo>
              </a:path>
            </a:pathLst>
          </a:custGeom>
          <a:noFill/>
          <a:ln w="28575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1599219" y="4515467"/>
            <a:ext cx="7370815" cy="2156777"/>
            <a:chOff x="1599219" y="4515467"/>
            <a:chExt cx="7370815" cy="2156777"/>
          </a:xfrm>
        </p:grpSpPr>
        <p:pic>
          <p:nvPicPr>
            <p:cNvPr id="9" name="Picture 2" descr="MAN WONDERING QUESTION - Jane Jackson Career"/>
            <p:cNvPicPr>
              <a:picLocks noChangeAspect="1" noChangeArrowheads="1"/>
            </p:cNvPicPr>
            <p:nvPr/>
          </p:nvPicPr>
          <p:blipFill>
            <a:blip r:embed="rId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8071" y="4515467"/>
              <a:ext cx="2021963" cy="13479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1599219" y="6302912"/>
                  <a:ext cx="5887061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r>
                    <a:rPr lang="he-IL">
                      <a:solidFill>
                        <a:srgbClr val="FF0000"/>
                      </a:solidFill>
                      <a:latin typeface="Gisha" panose="020B0502040204020203" pitchFamily="34" charset="-79"/>
                      <a:cs typeface="Gisha" panose="020B0502040204020203" pitchFamily="34" charset="-79"/>
                    </a:rPr>
                    <a:t>סטודנט תוהה למה לא השתמשנו באוטומט כך ש-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</m:e>
                      </m:d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a14:m>
                  <a:endPara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9219" y="6302912"/>
                  <a:ext cx="5887061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828" t="-9836" r="-932" b="-24590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Freeform 5"/>
            <p:cNvSpPr/>
            <p:nvPr/>
          </p:nvSpPr>
          <p:spPr>
            <a:xfrm>
              <a:off x="7444596" y="5934974"/>
              <a:ext cx="920493" cy="534837"/>
            </a:xfrm>
            <a:custGeom>
              <a:avLst/>
              <a:gdLst>
                <a:gd name="connsiteX0" fmla="*/ 914400 w 920493"/>
                <a:gd name="connsiteY0" fmla="*/ 0 h 534837"/>
                <a:gd name="connsiteX1" fmla="*/ 785004 w 920493"/>
                <a:gd name="connsiteY1" fmla="*/ 370935 h 534837"/>
                <a:gd name="connsiteX2" fmla="*/ 0 w 920493"/>
                <a:gd name="connsiteY2" fmla="*/ 534837 h 534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0493" h="534837">
                  <a:moveTo>
                    <a:pt x="914400" y="0"/>
                  </a:moveTo>
                  <a:cubicBezTo>
                    <a:pt x="925902" y="140898"/>
                    <a:pt x="937404" y="281796"/>
                    <a:pt x="785004" y="370935"/>
                  </a:cubicBezTo>
                  <a:cubicBezTo>
                    <a:pt x="632604" y="460075"/>
                    <a:pt x="316302" y="497456"/>
                    <a:pt x="0" y="534837"/>
                  </a:cubicBezTo>
                </a:path>
              </a:pathLst>
            </a:custGeom>
            <a:noFill/>
            <a:ln w="28575">
              <a:solidFill>
                <a:schemeClr val="accent1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en-US" sz="16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57878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781306" y="-76200"/>
                <a:ext cx="7772400" cy="1143000"/>
              </a:xfrm>
            </p:spPr>
            <p:txBody>
              <a:bodyPr>
                <a:normAutofit/>
              </a:bodyPr>
              <a:lstStyle/>
              <a:p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רעיון שגוי לבדיקת תכונות </a:t>
                </a:r>
                <a14:m>
                  <m:oMath xmlns:m="http://schemas.openxmlformats.org/officeDocument/2006/math">
                    <m:r>
                      <a:rPr lang="he-IL" sz="3200" b="0" i="1" smtClean="0">
                        <a:latin typeface="Cambria Math"/>
                      </a:rPr>
                      <m:t>𝜔</m:t>
                    </m:r>
                  </m:oMath>
                </a14:m>
                <a:r>
                  <a:rPr lang="he-IL" sz="3200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-רגולריות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81306" y="-76200"/>
                <a:ext cx="7772400" cy="1143000"/>
              </a:xfrm>
              <a:blipFill>
                <a:blip r:embed="rId2"/>
                <a:stretch>
                  <a:fillRect b="-1276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z="1200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09 יוני 25</a:t>
            </a:fld>
            <a:endParaRPr lang="he-IL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z="1200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8</a:t>
            </a:fld>
            <a:endParaRPr lang="he-IL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43412" y="1905000"/>
                <a:ext cx="8648188" cy="3048000"/>
              </a:xfrm>
            </p:spPr>
            <p:txBody>
              <a:bodyPr>
                <a:noAutofit/>
              </a:bodyPr>
              <a:lstStyle/>
              <a:p>
                <a:pPr marL="273050" indent="-4763" algn="l" rtl="0">
                  <a:spcBef>
                    <a:spcPts val="2400"/>
                  </a:spcBef>
                  <a:buNone/>
                  <a:tabLst>
                    <a:tab pos="1614488" algn="l"/>
                    <a:tab pos="2328863" algn="l"/>
                  </a:tabLst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𝑇𝑆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</a:rPr>
                      <m:t>𝑃</m:t>
                    </m:r>
                  </m:oMath>
                </a14:m>
                <a:r>
                  <a:rPr lang="en-US" sz="2000" baseline="-25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  <a:ea typeface="Cambria Math"/>
                      </a:rPr>
                      <m:t>⟺</m:t>
                    </m:r>
                  </m:oMath>
                </a14:m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𝑇𝑟𝑎𝑐𝑒𝑠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smtClean="0">
                            <a:latin typeface="Cambria Math"/>
                          </a:rPr>
                          <m:t>𝑇𝑆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/>
                      </a:rPr>
                      <m:t>⊆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</a:rPr>
                      <m:t>𝑃</m:t>
                    </m:r>
                  </m:oMath>
                </a14:m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spcBef>
                    <a:spcPts val="2400"/>
                  </a:spcBef>
                  <a:buNone/>
                  <a:tabLst>
                    <a:tab pos="1614488" algn="l"/>
                    <a:tab pos="2328863" algn="l"/>
                  </a:tabLst>
                </a:pPr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⟺</m:t>
                    </m:r>
                  </m:oMath>
                </a14:m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𝑇𝑟𝑎𝑐𝑒𝑠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𝑇𝑆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∩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𝐴𝑃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𝜔</m:t>
                            </m:r>
                          </m:sup>
                        </m:sSup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∖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𝑃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∅</m:t>
                    </m:r>
                  </m:oMath>
                </a14:m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spcBef>
                    <a:spcPts val="2400"/>
                  </a:spcBef>
                  <a:buNone/>
                  <a:tabLst>
                    <a:tab pos="1614488" algn="l"/>
                    <a:tab pos="2328863" algn="l"/>
                  </a:tabLst>
                </a:pPr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 Math"/>
                      </a:rPr>
                      <m:t>⟺</m:t>
                    </m:r>
                  </m:oMath>
                </a14:m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𝑇𝑟𝑎𝑐𝑒𝑠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𝑇𝑆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∩</m:t>
                    </m:r>
                    <m:d>
                      <m:d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solidFill>
                                          <a:srgbClr val="FF0000"/>
                                        </a:solidFill>
                                        <a:latin typeface="Cambria Math"/>
                                      </a:rPr>
                                      <m:t>𝐴𝑃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𝜔</m:t>
                            </m:r>
                          </m:sup>
                        </m:sSup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∖</m:t>
                        </m:r>
                        <m:sSub>
                          <m:sSub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ℒ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𝜔</m:t>
                            </m:r>
                          </m:sub>
                        </m:sSub>
                        <m:d>
                          <m:dPr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𝒜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∅</m:t>
                    </m:r>
                  </m:oMath>
                </a14:m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l" rtl="0">
                  <a:spcBef>
                    <a:spcPts val="2400"/>
                  </a:spcBef>
                  <a:buNone/>
                  <a:tabLst>
                    <a:tab pos="1614488" algn="l"/>
                    <a:tab pos="2328863" algn="l"/>
                  </a:tabLst>
                </a:pPr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⇎</m:t>
                    </m:r>
                  </m:oMath>
                </a14:m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𝑇𝑆</m:t>
                    </m:r>
                    <m:r>
                      <a:rPr lang="en-US" sz="2000" b="0" i="1" smtClean="0">
                        <a:latin typeface="Cambria Math"/>
                      </a:rPr>
                      <m:t>×</m:t>
                    </m:r>
                    <m:r>
                      <a:rPr lang="en-US" sz="2000" b="0" i="1" smtClean="0">
                        <a:latin typeface="Cambria Math"/>
                      </a:rPr>
                      <m:t>𝒜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0000FF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{</m:t>
                    </m:r>
                    <m:r>
                      <a:rPr lang="en-US" sz="20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20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∃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such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0" i="0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that</m:t>
                    </m:r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20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0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20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0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i="1" dirty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} 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43412" y="1905000"/>
                <a:ext cx="8648188" cy="3048000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72393" y="1339251"/>
                <a:ext cx="3390607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הוא אוטומט כך ש-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𝒜</m:t>
                        </m:r>
                      </m:e>
                    </m:d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he-IL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393" y="1339251"/>
                <a:ext cx="3390607" cy="369332"/>
              </a:xfrm>
              <a:prstGeom prst="rect">
                <a:avLst/>
              </a:prstGeom>
              <a:blipFill>
                <a:blip r:embed="rId4"/>
                <a:stretch>
                  <a:fillRect l="-2334" t="-10000" b="-26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60196" y="5331883"/>
            <a:ext cx="7563105" cy="461665"/>
          </a:xfrm>
          <a:prstGeom prst="rect">
            <a:avLst/>
          </a:prstGeom>
          <a:solidFill>
            <a:srgbClr val="FFFF9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1">
            <a:spAutoFit/>
          </a:bodyPr>
          <a:lstStyle/>
          <a:p>
            <a:pPr algn="ctr"/>
            <a:r>
              <a:rPr lang="he-IL" sz="2400">
                <a:solidFill>
                  <a:schemeClr val="accent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מסקנה: עדיף להשתמש ברעיון שהוצג בשקף הקודם </a:t>
            </a:r>
            <a:r>
              <a:rPr lang="he-IL" sz="2400">
                <a:solidFill>
                  <a:schemeClr val="accent2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  <a:sym typeface="Wingdings" panose="05000000000000000000" pitchFamily="2" charset="2"/>
              </a:rPr>
              <a:t></a:t>
            </a:r>
            <a:endParaRPr lang="he-IL" sz="2400">
              <a:solidFill>
                <a:schemeClr val="accent2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6096000" y="1788596"/>
            <a:ext cx="2397551" cy="1488004"/>
          </a:xfrm>
          <a:custGeom>
            <a:avLst/>
            <a:gdLst>
              <a:gd name="connsiteX0" fmla="*/ 0 w 3063712"/>
              <a:gd name="connsiteY0" fmla="*/ 1706252 h 1779895"/>
              <a:gd name="connsiteX1" fmla="*/ 546755 w 3063712"/>
              <a:gd name="connsiteY1" fmla="*/ 1536569 h 1779895"/>
              <a:gd name="connsiteX2" fmla="*/ 2083324 w 3063712"/>
              <a:gd name="connsiteY2" fmla="*/ 1696825 h 1779895"/>
              <a:gd name="connsiteX3" fmla="*/ 3063712 w 3063712"/>
              <a:gd name="connsiteY3" fmla="*/ 0 h 1779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3712" h="1779895">
                <a:moveTo>
                  <a:pt x="0" y="1706252"/>
                </a:moveTo>
                <a:cubicBezTo>
                  <a:pt x="99767" y="1622196"/>
                  <a:pt x="199534" y="1538140"/>
                  <a:pt x="546755" y="1536569"/>
                </a:cubicBezTo>
                <a:cubicBezTo>
                  <a:pt x="893976" y="1534998"/>
                  <a:pt x="1663831" y="1952920"/>
                  <a:pt x="2083324" y="1696825"/>
                </a:cubicBezTo>
                <a:cubicBezTo>
                  <a:pt x="2502817" y="1440730"/>
                  <a:pt x="2783264" y="720365"/>
                  <a:pt x="3063712" y="0"/>
                </a:cubicBezTo>
              </a:path>
            </a:pathLst>
          </a:custGeom>
          <a:noFill/>
          <a:ln w="28575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9" name="Picture 2" descr="MAN WONDERING QUESTION - Jane Jackson Career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071" y="4515467"/>
            <a:ext cx="2021963" cy="134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F3F2E16-6F23-C0E6-7C0E-2F8DE2490233}"/>
              </a:ext>
            </a:extLst>
          </p:cNvPr>
          <p:cNvSpPr/>
          <p:nvPr/>
        </p:nvSpPr>
        <p:spPr>
          <a:xfrm>
            <a:off x="2228295" y="4181383"/>
            <a:ext cx="5078027" cy="763479"/>
          </a:xfrm>
          <a:custGeom>
            <a:avLst/>
            <a:gdLst>
              <a:gd name="connsiteX0" fmla="*/ 0 w 5078027"/>
              <a:gd name="connsiteY0" fmla="*/ 0 h 763479"/>
              <a:gd name="connsiteX1" fmla="*/ 248575 w 5078027"/>
              <a:gd name="connsiteY1" fmla="*/ 452761 h 763479"/>
              <a:gd name="connsiteX2" fmla="*/ 5078027 w 5078027"/>
              <a:gd name="connsiteY2" fmla="*/ 763479 h 763479"/>
              <a:gd name="connsiteX0" fmla="*/ 180771 w 5258798"/>
              <a:gd name="connsiteY0" fmla="*/ 0 h 763479"/>
              <a:gd name="connsiteX1" fmla="*/ 429346 w 5258798"/>
              <a:gd name="connsiteY1" fmla="*/ 452761 h 763479"/>
              <a:gd name="connsiteX2" fmla="*/ 5258798 w 5258798"/>
              <a:gd name="connsiteY2" fmla="*/ 763479 h 763479"/>
              <a:gd name="connsiteX0" fmla="*/ 0 w 5078027"/>
              <a:gd name="connsiteY0" fmla="*/ 0 h 763479"/>
              <a:gd name="connsiteX1" fmla="*/ 248575 w 5078027"/>
              <a:gd name="connsiteY1" fmla="*/ 452761 h 763479"/>
              <a:gd name="connsiteX2" fmla="*/ 5078027 w 5078027"/>
              <a:gd name="connsiteY2" fmla="*/ 763479 h 763479"/>
              <a:gd name="connsiteX0" fmla="*/ 0 w 5078027"/>
              <a:gd name="connsiteY0" fmla="*/ 0 h 763479"/>
              <a:gd name="connsiteX1" fmla="*/ 559294 w 5078027"/>
              <a:gd name="connsiteY1" fmla="*/ 514905 h 763479"/>
              <a:gd name="connsiteX2" fmla="*/ 5078027 w 5078027"/>
              <a:gd name="connsiteY2" fmla="*/ 763479 h 763479"/>
              <a:gd name="connsiteX0" fmla="*/ 0 w 5078027"/>
              <a:gd name="connsiteY0" fmla="*/ 0 h 763479"/>
              <a:gd name="connsiteX1" fmla="*/ 559294 w 5078027"/>
              <a:gd name="connsiteY1" fmla="*/ 514905 h 763479"/>
              <a:gd name="connsiteX2" fmla="*/ 5078027 w 5078027"/>
              <a:gd name="connsiteY2" fmla="*/ 763479 h 763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78027" h="763479">
                <a:moveTo>
                  <a:pt x="0" y="0"/>
                </a:moveTo>
                <a:cubicBezTo>
                  <a:pt x="82858" y="150920"/>
                  <a:pt x="59186" y="325516"/>
                  <a:pt x="559294" y="514905"/>
                </a:cubicBezTo>
                <a:cubicBezTo>
                  <a:pt x="1059402" y="704294"/>
                  <a:pt x="3468210" y="659906"/>
                  <a:pt x="5078027" y="763479"/>
                </a:cubicBezTo>
              </a:path>
            </a:pathLst>
          </a:custGeom>
          <a:noFill/>
          <a:ln w="28575">
            <a:solidFill>
              <a:schemeClr val="accent1"/>
            </a:solidFill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 sz="1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500F7B-FAF7-789C-CBC8-60AB096261FA}"/>
              </a:ext>
            </a:extLst>
          </p:cNvPr>
          <p:cNvSpPr txBox="1"/>
          <p:nvPr/>
        </p:nvSpPr>
        <p:spPr>
          <a:xfrm rot="120000">
            <a:off x="3806007" y="4505164"/>
            <a:ext cx="2864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למה הגרירה הזאת לא נכונה?</a:t>
            </a:r>
            <a:endParaRPr lang="en-US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BF959F-F022-ACF9-B148-219CA3BDDFDC}"/>
              </a:ext>
            </a:extLst>
          </p:cNvPr>
          <p:cNvSpPr txBox="1"/>
          <p:nvPr/>
        </p:nvSpPr>
        <p:spPr>
          <a:xfrm>
            <a:off x="1026009" y="4634655"/>
            <a:ext cx="11448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e-IL" sz="1200">
                <a:latin typeface="Gisha" panose="020B0502040204020203" pitchFamily="34" charset="-79"/>
                <a:cs typeface="Gisha" panose="020B0502040204020203" pitchFamily="34" charset="-79"/>
              </a:rPr>
              <a:t>בנו דוגמא נגדית</a:t>
            </a:r>
          </a:p>
        </p:txBody>
      </p:sp>
      <p:pic>
        <p:nvPicPr>
          <p:cNvPr id="24" name="Graphic 23" descr="Owl">
            <a:extLst>
              <a:ext uri="{FF2B5EF4-FFF2-40B4-BE49-F238E27FC236}">
                <a16:creationId xmlns:a16="http://schemas.microsoft.com/office/drawing/2014/main" id="{DC656B3B-8E25-4D2D-F998-A9277D8DFE9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3839" y="4057848"/>
            <a:ext cx="569204" cy="5692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8F8A2D6-35A3-9FD8-CD47-6567BAA1D4B0}"/>
                  </a:ext>
                </a:extLst>
              </p:cNvPr>
              <p:cNvSpPr txBox="1"/>
              <p:nvPr/>
            </p:nvSpPr>
            <p:spPr>
              <a:xfrm>
                <a:off x="152400" y="4919257"/>
                <a:ext cx="32283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he-IL" sz="1200">
                    <a:latin typeface="Gisha" panose="020B0502040204020203" pitchFamily="34" charset="-79"/>
                    <a:cs typeface="Gisha" panose="020B0502040204020203" pitchFamily="34" charset="-79"/>
                  </a:rPr>
                  <a:t>מה אפשר להניח על </a:t>
                </a:r>
                <a14:m>
                  <m:oMath xmlns:m="http://schemas.openxmlformats.org/officeDocument/2006/math">
                    <m:r>
                      <a:rPr lang="he-IL" sz="12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𝒜</m:t>
                    </m:r>
                  </m:oMath>
                </a14:m>
                <a:r>
                  <a:rPr lang="he-IL" sz="1200">
                    <a:latin typeface="Gisha" panose="020B0502040204020203" pitchFamily="34" charset="-79"/>
                    <a:cs typeface="Gisha" panose="020B0502040204020203" pitchFamily="34" charset="-79"/>
                  </a:rPr>
                  <a:t> כדי שהגרירה תהיה נכונה?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8F8A2D6-35A3-9FD8-CD47-6567BAA1D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4919257"/>
                <a:ext cx="3228384" cy="276999"/>
              </a:xfrm>
              <a:prstGeom prst="rect">
                <a:avLst/>
              </a:prstGeom>
              <a:blipFill>
                <a:blip r:embed="rId8"/>
                <a:stretch>
                  <a:fillRect l="-755" t="-2222" b="-1777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46381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87A24-E820-04FF-30C3-BED9CF4C6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98B9D-F0A3-D61D-1160-D8346D847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המחשה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4BE25B-C4B0-E7A2-9755-5226B08E5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09 יוני 25</a:t>
            </a:fld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FF1A7-A1BC-249E-7AE6-86F7C5A3D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9</a:t>
            </a:fld>
            <a:endParaRPr lang="he-IL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B87107-D385-9A7D-6C7D-07E2D7318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6267" b="98400" l="8533" r="90000">
                        <a14:foregroundMark x1="8533" y1="88000" x2="13067" y2="98400"/>
                        <a14:foregroundMark x1="60800" y1="73200" x2="58667" y2="94267"/>
                        <a14:foregroundMark x1="73200" y1="80133" x2="73333" y2="97200"/>
                        <a14:foregroundMark x1="86800" y1="75067" x2="88267" y2="91467"/>
                        <a14:foregroundMark x1="88267" y1="91467" x2="85733" y2="95333"/>
                      </a14:backgroundRemoval>
                    </a14:imgEffect>
                  </a14:imgLayer>
                </a14:imgProps>
              </a:ext>
            </a:extLst>
          </a:blip>
          <a:srcRect t="51533"/>
          <a:stretch>
            <a:fillRect/>
          </a:stretch>
        </p:blipFill>
        <p:spPr>
          <a:xfrm>
            <a:off x="609600" y="1066800"/>
            <a:ext cx="4191000" cy="214151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5D95E5C-B9B5-DB86-18A7-765FC8DA0FAF}"/>
              </a:ext>
            </a:extLst>
          </p:cNvPr>
          <p:cNvSpPr txBox="1"/>
          <p:nvPr/>
        </p:nvSpPr>
        <p:spPr>
          <a:xfrm>
            <a:off x="5187636" y="2027975"/>
            <a:ext cx="370286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אם הכלל הוא שמילה</a:t>
            </a:r>
            <a:r>
              <a:rPr lang="he-IL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לא מקיימת 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את</a:t>
            </a:r>
            <a:r>
              <a:rPr lang="he-IL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התכונה</a:t>
            </a:r>
            <a:r>
              <a:rPr lang="he-IL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 אם יש ריצה אחת עליה שמקבלת</a:t>
            </a:r>
          </a:p>
          <a:p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אז אפשר לקבוע אי-קיום התכונה גם אם מקבלים את החוטים מפוזרים</a:t>
            </a:r>
          </a:p>
          <a:p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אם הכלל הוא שמילה</a:t>
            </a:r>
            <a:r>
              <a:rPr lang="he-IL" dirty="0">
                <a:solidFill>
                  <a:srgbClr val="27B81C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מקיימת 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את</a:t>
            </a:r>
            <a:r>
              <a:rPr lang="he-IL" dirty="0">
                <a:solidFill>
                  <a:srgbClr val="27B81C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התכונה</a:t>
            </a:r>
            <a:r>
              <a:rPr lang="he-IL" dirty="0">
                <a:solidFill>
                  <a:srgbClr val="54874D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אם יש ריצה שמקבלת</a:t>
            </a:r>
          </a:p>
          <a:p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אז לא ניתן לקבוע קיום או אי קיום מתוך בחינת החוטים המפוזרים 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032" name="Picture 8" descr="Generated image">
            <a:extLst>
              <a:ext uri="{FF2B5EF4-FFF2-40B4-BE49-F238E27FC236}">
                <a16:creationId xmlns:a16="http://schemas.microsoft.com/office/drawing/2014/main" id="{AD2AB06A-3CAD-904F-7BE3-D4B71B4559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29753" y1="22754" x2="33073" y2="21387"/>
                        <a14:foregroundMark x1="33073" y1="34375" x2="35677" y2="32910"/>
                        <a14:foregroundMark x1="37891" y1="33398" x2="40951" y2="31543"/>
                        <a14:foregroundMark x1="15299" y1="31055" x2="29557" y2="33887"/>
                        <a14:foregroundMark x1="16146" y1="50098" x2="21419" y2="48242"/>
                        <a14:foregroundMark x1="18359" y1="68652" x2="24740" y2="66406"/>
                        <a14:foregroundMark x1="15951" y1="77930" x2="20117" y2="78906"/>
                        <a14:foregroundMark x1="17513" y1="88184" x2="23828" y2="87305"/>
                        <a14:foregroundMark x1="24740" y1="59375" x2="31250" y2="6084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497" y="4039858"/>
            <a:ext cx="5215186" cy="2141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66DA3F9-DA3A-F69D-6C29-03E764DC8DAC}"/>
              </a:ext>
            </a:extLst>
          </p:cNvPr>
          <p:cNvSpPr txBox="1"/>
          <p:nvPr/>
        </p:nvSpPr>
        <p:spPr>
          <a:xfrm>
            <a:off x="739366" y="3208317"/>
            <a:ext cx="4061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e-IL" sz="1400" dirty="0">
                <a:solidFill>
                  <a:schemeClr val="accent1">
                    <a:lumMod val="5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כל חבילה כאן מייצגת את קבוצת הריצות של האוטומט על מילה מסויימת שמייצרת מערכת המעברים</a:t>
            </a:r>
            <a:endParaRPr lang="en-US" sz="1400" dirty="0">
              <a:solidFill>
                <a:schemeClr val="accent1">
                  <a:lumMod val="5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0895444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6200"/>
            <a:ext cx="7772400" cy="1143000"/>
          </a:xfrm>
        </p:spPr>
        <p:txBody>
          <a:bodyPr>
            <a:normAutofit fontScale="90000"/>
          </a:bodyPr>
          <a:lstStyle/>
          <a:p>
            <a:pPr rtl="0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תכונת הַתְמָדָה</a:t>
            </a:r>
            <a:b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Persistence</a:t>
            </a:r>
            <a:r>
              <a:rPr lang="en-US" i="1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Property</a:t>
            </a:r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981700" y="6858000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09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5343" y="1704680"/>
                <a:ext cx="9067800" cy="4572000"/>
              </a:xfrm>
            </p:spPr>
            <p:txBody>
              <a:bodyPr>
                <a:normAutofit/>
              </a:bodyPr>
              <a:lstStyle/>
              <a:p>
                <a:pPr algn="ctr">
                  <a:buNone/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תכונת הַתְמָדָה מעל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𝐴𝑃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היא תכונת זמן ליניארי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𝑝𝑒𝑟𝑠</m:t>
                        </m:r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 b="0" i="0" dirty="0" smtClean="0">
                                <a:solidFill>
                                  <a:srgbClr val="336600"/>
                                </a:solidFill>
                                <a:latin typeface="Cambria Math"/>
                              </a:rPr>
                              <m:t>Φ</m:t>
                            </m:r>
                          </m:e>
                        </m:d>
                      </m:sub>
                    </m:sSub>
                  </m:oMath>
                </a14:m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buNone/>
                </a:pP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מהצורה </a:t>
                </a:r>
                <a:r>
                  <a:rPr lang="he-IL" sz="2000">
                    <a:solidFill>
                      <a:srgbClr val="C0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"יגיע זמן ממנו והלאה, התנאי </a:t>
                </a:r>
                <a:r>
                  <a:rPr lang="en-US" sz="2000">
                    <a:solidFill>
                      <a:srgbClr val="C0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dirty="0" smtClean="0">
                        <a:solidFill>
                          <a:srgbClr val="339966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Φ</m:t>
                    </m:r>
                  </m:oMath>
                </a14:m>
                <a:r>
                  <a:rPr lang="el-GR" sz="2000">
                    <a:solidFill>
                      <a:srgbClr val="C00000"/>
                    </a:solidFill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solidFill>
                      <a:srgbClr val="C0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יהיה אמת תמיד"</a:t>
                </a:r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עבור </a:t>
                </a:r>
                <a:r>
                  <a:rPr lang="he-IL" sz="20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תנאי מצב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smtClean="0">
                        <a:solidFill>
                          <a:srgbClr val="339966"/>
                        </a:solidFill>
                        <a:latin typeface="Cambria Math"/>
                      </a:rPr>
                      <m:t>Φ</m:t>
                    </m:r>
                  </m:oMath>
                </a14:m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buNone/>
                </a:pPr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buNone/>
                </a:pPr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buNone/>
                </a:pPr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r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dirty="0" smtClean="0">
                              <a:latin typeface="Cambria Math"/>
                            </a:rPr>
                            <m:t>𝑝𝑒𝑟𝑠</m:t>
                          </m:r>
                          <m:d>
                            <m:d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dirty="0" smtClean="0">
                                  <a:solidFill>
                                    <a:srgbClr val="336600"/>
                                  </a:solidFill>
                                  <a:latin typeface="Cambria Math"/>
                                </a:rPr>
                                <m:t>Φ</m:t>
                              </m:r>
                            </m:e>
                          </m:d>
                        </m:sub>
                      </m:sSub>
                      <m:r>
                        <a:rPr lang="en-US" sz="2000" i="1" dirty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: </m:t>
                          </m:r>
                          <m:r>
                            <a:rPr lang="en-US" sz="2000" b="0" i="1" dirty="0" smtClean="0">
                              <a:latin typeface="Cambria Math"/>
                            </a:rPr>
                            <m:t>∃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𝑖</m:t>
                          </m:r>
                          <m:r>
                            <a:rPr lang="en-US" sz="2000" b="0" i="1" dirty="0" smtClean="0">
                              <a:latin typeface="Cambria Math"/>
                            </a:rPr>
                            <m:t>≥</m:t>
                          </m:r>
                          <m:r>
                            <a:rPr lang="en-US" sz="2000" b="0" i="1" dirty="0" smtClean="0">
                              <a:latin typeface="Cambria Math"/>
                            </a:rPr>
                            <m:t>0</m:t>
                          </m:r>
                          <m:r>
                            <a:rPr lang="en-US" sz="2000" b="0" i="1" dirty="0" smtClean="0">
                              <a:latin typeface="Cambria Math"/>
                            </a:rPr>
                            <m:t> . ∀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𝑗</m:t>
                          </m:r>
                          <m:r>
                            <a:rPr lang="en-US" sz="2000" b="0" i="1" dirty="0" smtClean="0">
                              <a:latin typeface="Cambria Math"/>
                            </a:rPr>
                            <m:t>≥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𝑖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 .  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]⊨</m:t>
                          </m:r>
                          <m:r>
                            <m:rPr>
                              <m:sty m:val="p"/>
                            </m:rPr>
                            <a:rPr lang="en-US" sz="2000" b="0" i="0" dirty="0" smtClean="0">
                              <a:solidFill>
                                <a:srgbClr val="336600"/>
                              </a:solidFill>
                              <a:latin typeface="Cambria Math"/>
                            </a:rPr>
                            <m:t>Φ</m:t>
                          </m:r>
                        </m:e>
                      </m:d>
                    </m:oMath>
                  </m:oMathPara>
                </a14:m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>
                  <a:buNone/>
                </a:pP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e-IL" sz="2000" b="0" i="0" dirty="0" smtClean="0">
                        <a:solidFill>
                          <a:srgbClr val="336600"/>
                        </a:solidFill>
                        <a:latin typeface="Cambria Math"/>
                      </a:rPr>
                      <m:t>Φ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נקרא תנאי הַהַתְמָדָה של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000" b="0" i="1" dirty="0" smtClean="0">
                            <a:latin typeface="Cambria Math"/>
                          </a:rPr>
                          <m:t>𝑝𝑒𝑟𝑠</m:t>
                        </m:r>
                        <m:d>
                          <m:d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 b="0" i="0" dirty="0" smtClean="0">
                                <a:solidFill>
                                  <a:srgbClr val="336600"/>
                                </a:solidFill>
                                <a:latin typeface="Cambria Math"/>
                              </a:rPr>
                              <m:t>Φ</m:t>
                            </m:r>
                          </m:e>
                        </m:d>
                      </m:sub>
                    </m:sSub>
                  </m:oMath>
                </a14:m>
                <a:endParaRPr lang="en-US" sz="2000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buNone/>
                </a:pPr>
                <a:endParaRPr lang="en-US" sz="2000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buNone/>
                </a:pPr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"אחרי רישא סופית,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smtClean="0">
                        <a:solidFill>
                          <a:srgbClr val="336600"/>
                        </a:solidFill>
                        <a:latin typeface="Cambria Math"/>
                      </a:rPr>
                      <m:t>Φ</m:t>
                    </m:r>
                  </m:oMath>
                </a14:m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מתקיימת כל הזמן"</a:t>
                </a:r>
              </a:p>
              <a:p>
                <a:pPr algn="ctr">
                  <a:buNone/>
                </a:pPr>
                <a:endParaRPr lang="he-IL" sz="2000" baseline="50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5343" y="1704680"/>
                <a:ext cx="9067800" cy="4572000"/>
              </a:xfrm>
              <a:blipFill>
                <a:blip r:embed="rId2"/>
                <a:stretch>
                  <a:fillRect t="-8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C9823ECB-A6B7-DCD0-13D9-0198BB0D66B1}"/>
              </a:ext>
            </a:extLst>
          </p:cNvPr>
          <p:cNvGrpSpPr/>
          <p:nvPr/>
        </p:nvGrpSpPr>
        <p:grpSpPr>
          <a:xfrm>
            <a:off x="919881" y="5647971"/>
            <a:ext cx="6925558" cy="352455"/>
            <a:chOff x="342508" y="5562600"/>
            <a:chExt cx="8458200" cy="381000"/>
          </a:xfrm>
        </p:grpSpPr>
        <p:sp>
          <p:nvSpPr>
            <p:cNvPr id="6" name="Oval 5"/>
            <p:cNvSpPr/>
            <p:nvPr/>
          </p:nvSpPr>
          <p:spPr>
            <a:xfrm>
              <a:off x="4719627" y="5638800"/>
              <a:ext cx="304800" cy="3048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5552183" y="5638800"/>
              <a:ext cx="304800" cy="3048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384739" y="5638800"/>
              <a:ext cx="304800" cy="3048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7217295" y="5638800"/>
              <a:ext cx="304800" cy="3048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8049848" y="5638800"/>
              <a:ext cx="304800" cy="3048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12" name="Straight Arrow Connector 11"/>
            <p:cNvCxnSpPr>
              <a:stCxn id="6" idx="6"/>
              <a:endCxn id="7" idx="2"/>
            </p:cNvCxnSpPr>
            <p:nvPr/>
          </p:nvCxnSpPr>
          <p:spPr>
            <a:xfrm>
              <a:off x="5024427" y="5791200"/>
              <a:ext cx="52775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7" idx="6"/>
              <a:endCxn id="8" idx="2"/>
            </p:cNvCxnSpPr>
            <p:nvPr/>
          </p:nvCxnSpPr>
          <p:spPr>
            <a:xfrm>
              <a:off x="5856983" y="5791200"/>
              <a:ext cx="52775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6"/>
              <a:endCxn id="9" idx="2"/>
            </p:cNvCxnSpPr>
            <p:nvPr/>
          </p:nvCxnSpPr>
          <p:spPr>
            <a:xfrm>
              <a:off x="6689539" y="5791200"/>
              <a:ext cx="52775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9" idx="6"/>
              <a:endCxn id="10" idx="2"/>
            </p:cNvCxnSpPr>
            <p:nvPr/>
          </p:nvCxnSpPr>
          <p:spPr>
            <a:xfrm>
              <a:off x="7522095" y="5791200"/>
              <a:ext cx="527753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Oval 22"/>
            <p:cNvSpPr/>
            <p:nvPr/>
          </p:nvSpPr>
          <p:spPr>
            <a:xfrm>
              <a:off x="556847" y="5638800"/>
              <a:ext cx="304800" cy="3048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1389403" y="5638800"/>
              <a:ext cx="304800" cy="3048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2221959" y="5638800"/>
              <a:ext cx="304800" cy="3048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3054515" y="5638800"/>
              <a:ext cx="304800" cy="304800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3887071" y="5638800"/>
              <a:ext cx="304800" cy="304800"/>
            </a:xfrm>
            <a:prstGeom prst="ellipse">
              <a:avLst/>
            </a:prstGeom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cxnSp>
          <p:nvCxnSpPr>
            <p:cNvPr id="28" name="Straight Arrow Connector 27"/>
            <p:cNvCxnSpPr>
              <a:endCxn id="23" idx="2"/>
            </p:cNvCxnSpPr>
            <p:nvPr/>
          </p:nvCxnSpPr>
          <p:spPr>
            <a:xfrm>
              <a:off x="342508" y="5791200"/>
              <a:ext cx="214339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24" idx="6"/>
              <a:endCxn id="25" idx="2"/>
            </p:cNvCxnSpPr>
            <p:nvPr/>
          </p:nvCxnSpPr>
          <p:spPr>
            <a:xfrm>
              <a:off x="1694203" y="5791200"/>
              <a:ext cx="52775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25" idx="6"/>
              <a:endCxn id="26" idx="2"/>
            </p:cNvCxnSpPr>
            <p:nvPr/>
          </p:nvCxnSpPr>
          <p:spPr>
            <a:xfrm>
              <a:off x="2526759" y="5791200"/>
              <a:ext cx="52775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26" idx="6"/>
              <a:endCxn id="27" idx="2"/>
            </p:cNvCxnSpPr>
            <p:nvPr/>
          </p:nvCxnSpPr>
          <p:spPr>
            <a:xfrm>
              <a:off x="3359315" y="5791200"/>
              <a:ext cx="52775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27" idx="6"/>
              <a:endCxn id="6" idx="2"/>
            </p:cNvCxnSpPr>
            <p:nvPr/>
          </p:nvCxnSpPr>
          <p:spPr>
            <a:xfrm>
              <a:off x="4191871" y="5791200"/>
              <a:ext cx="52775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8466962" y="5562600"/>
              <a:ext cx="3337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latin typeface="Gisha" panose="020B0502040204020203" pitchFamily="34" charset="-79"/>
                  <a:cs typeface="Gisha" panose="020B0502040204020203" pitchFamily="34" charset="-79"/>
                </a:rPr>
                <a:t>...</a:t>
              </a:r>
            </a:p>
          </p:txBody>
        </p:sp>
        <p:cxnSp>
          <p:nvCxnSpPr>
            <p:cNvPr id="40" name="Straight Arrow Connector 39"/>
            <p:cNvCxnSpPr>
              <a:stCxn id="23" idx="6"/>
              <a:endCxn id="24" idx="2"/>
            </p:cNvCxnSpPr>
            <p:nvPr/>
          </p:nvCxnSpPr>
          <p:spPr>
            <a:xfrm>
              <a:off x="861647" y="5791200"/>
              <a:ext cx="52775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048000" y="6200481"/>
                <a:ext cx="2624436" cy="40011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>
                          <a:latin typeface="Cambria Math" panose="02040503050406030204" pitchFamily="18" charset="0"/>
                          <a:cs typeface="Gisha" panose="020B0502040204020203" pitchFamily="34" charset="-79"/>
                        </a:rPr>
                        <m:t>e</m:t>
                      </m:r>
                      <m:r>
                        <m:rPr>
                          <m:nor/>
                        </m:rPr>
                        <a:rPr lang="en-US" sz="2000" i="0" dirty="0" smtClean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ventually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000" b="0" i="0" dirty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sz="2000" i="0" dirty="0" smtClean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lways</m:t>
                      </m:r>
                      <m:r>
                        <m:rPr>
                          <m:nor/>
                        </m:rPr>
                        <a:rPr lang="en-US" sz="2000" b="0" i="0" dirty="0" smtClean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rgbClr val="336600"/>
                          </a:solidFill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6200481"/>
                <a:ext cx="2624436" cy="400110"/>
              </a:xfrm>
              <a:prstGeom prst="rect">
                <a:avLst/>
              </a:prstGeom>
              <a:blipFill>
                <a:blip r:embed="rId3"/>
                <a:stretch>
                  <a:fillRect t="-7576" r="-3248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Graphic 15" descr="Owl">
            <a:extLst>
              <a:ext uri="{FF2B5EF4-FFF2-40B4-BE49-F238E27FC236}">
                <a16:creationId xmlns:a16="http://schemas.microsoft.com/office/drawing/2014/main" id="{32C42F63-A2AF-0CB6-1441-C2D87A0D58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315" y="3529944"/>
            <a:ext cx="569204" cy="56920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9CCA197-33CC-C3A3-D9B5-E46E757DFF74}"/>
              </a:ext>
            </a:extLst>
          </p:cNvPr>
          <p:cNvSpPr txBox="1"/>
          <p:nvPr/>
        </p:nvSpPr>
        <p:spPr>
          <a:xfrm>
            <a:off x="131744" y="4058754"/>
            <a:ext cx="1648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sz="1200">
                <a:latin typeface="Gisha" panose="020B0502040204020203" pitchFamily="34" charset="-79"/>
                <a:cs typeface="Gisha" panose="020B0502040204020203" pitchFamily="34" charset="-79"/>
              </a:rPr>
              <a:t>האם קיימת תכונה שהיא גם תכונת התמדה וגם תכונת שמורה?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F38EB7B-D70B-3EBD-4E79-13E4F423A30D}"/>
              </a:ext>
            </a:extLst>
          </p:cNvPr>
          <p:cNvGrpSpPr/>
          <p:nvPr/>
        </p:nvGrpSpPr>
        <p:grpSpPr>
          <a:xfrm>
            <a:off x="3048000" y="2667478"/>
            <a:ext cx="3169758" cy="696062"/>
            <a:chOff x="1615845" y="2733934"/>
            <a:chExt cx="6356386" cy="1395828"/>
          </a:xfrm>
        </p:grpSpPr>
        <p:sp>
          <p:nvSpPr>
            <p:cNvPr id="19" name="AutoShape 3">
              <a:extLst>
                <a:ext uri="{FF2B5EF4-FFF2-40B4-BE49-F238E27FC236}">
                  <a16:creationId xmlns:a16="http://schemas.microsoft.com/office/drawing/2014/main" id="{97665C7C-F824-1283-E15C-F4C1588194C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615845" y="2792611"/>
              <a:ext cx="6356386" cy="129610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50800" dist="38081" dir="2700702" rotWithShape="0">
                <a:srgbClr val="000000">
                  <a:alpha val="39999"/>
                </a:srgb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53293164-3FF3-F640-331A-397F93A5F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1088" y="3043238"/>
              <a:ext cx="381000" cy="384175"/>
            </a:xfrm>
            <a:custGeom>
              <a:avLst/>
              <a:gdLst>
                <a:gd name="T0" fmla="*/ 240 w 240"/>
                <a:gd name="T1" fmla="*/ 121 h 242"/>
                <a:gd name="T2" fmla="*/ 231 w 240"/>
                <a:gd name="T3" fmla="*/ 74 h 242"/>
                <a:gd name="T4" fmla="*/ 204 w 240"/>
                <a:gd name="T5" fmla="*/ 35 h 242"/>
                <a:gd name="T6" fmla="*/ 166 w 240"/>
                <a:gd name="T7" fmla="*/ 10 h 242"/>
                <a:gd name="T8" fmla="*/ 120 w 240"/>
                <a:gd name="T9" fmla="*/ 0 h 242"/>
                <a:gd name="T10" fmla="*/ 73 w 240"/>
                <a:gd name="T11" fmla="*/ 10 h 242"/>
                <a:gd name="T12" fmla="*/ 35 w 240"/>
                <a:gd name="T13" fmla="*/ 35 h 242"/>
                <a:gd name="T14" fmla="*/ 9 w 240"/>
                <a:gd name="T15" fmla="*/ 74 h 242"/>
                <a:gd name="T16" fmla="*/ 0 w 240"/>
                <a:gd name="T17" fmla="*/ 121 h 242"/>
                <a:gd name="T18" fmla="*/ 9 w 240"/>
                <a:gd name="T19" fmla="*/ 168 h 242"/>
                <a:gd name="T20" fmla="*/ 35 w 240"/>
                <a:gd name="T21" fmla="*/ 207 h 242"/>
                <a:gd name="T22" fmla="*/ 73 w 240"/>
                <a:gd name="T23" fmla="*/ 233 h 242"/>
                <a:gd name="T24" fmla="*/ 120 w 240"/>
                <a:gd name="T25" fmla="*/ 242 h 242"/>
                <a:gd name="T26" fmla="*/ 166 w 240"/>
                <a:gd name="T27" fmla="*/ 233 h 242"/>
                <a:gd name="T28" fmla="*/ 204 w 240"/>
                <a:gd name="T29" fmla="*/ 207 h 242"/>
                <a:gd name="T30" fmla="*/ 231 w 240"/>
                <a:gd name="T31" fmla="*/ 168 h 242"/>
                <a:gd name="T32" fmla="*/ 240 w 240"/>
                <a:gd name="T33" fmla="*/ 12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0" h="242">
                  <a:moveTo>
                    <a:pt x="240" y="121"/>
                  </a:moveTo>
                  <a:lnTo>
                    <a:pt x="231" y="74"/>
                  </a:lnTo>
                  <a:lnTo>
                    <a:pt x="204" y="35"/>
                  </a:lnTo>
                  <a:lnTo>
                    <a:pt x="166" y="10"/>
                  </a:lnTo>
                  <a:lnTo>
                    <a:pt x="120" y="0"/>
                  </a:lnTo>
                  <a:lnTo>
                    <a:pt x="73" y="10"/>
                  </a:lnTo>
                  <a:lnTo>
                    <a:pt x="35" y="35"/>
                  </a:lnTo>
                  <a:lnTo>
                    <a:pt x="9" y="74"/>
                  </a:lnTo>
                  <a:lnTo>
                    <a:pt x="0" y="121"/>
                  </a:lnTo>
                  <a:lnTo>
                    <a:pt x="9" y="168"/>
                  </a:lnTo>
                  <a:lnTo>
                    <a:pt x="35" y="207"/>
                  </a:lnTo>
                  <a:lnTo>
                    <a:pt x="73" y="233"/>
                  </a:lnTo>
                  <a:lnTo>
                    <a:pt x="120" y="242"/>
                  </a:lnTo>
                  <a:lnTo>
                    <a:pt x="166" y="233"/>
                  </a:lnTo>
                  <a:lnTo>
                    <a:pt x="204" y="207"/>
                  </a:lnTo>
                  <a:lnTo>
                    <a:pt x="231" y="168"/>
                  </a:lnTo>
                  <a:lnTo>
                    <a:pt x="240" y="121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4C1EB13F-5A22-31B2-77D9-99A4E3B81B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8063" y="2970213"/>
              <a:ext cx="382588" cy="385763"/>
            </a:xfrm>
            <a:custGeom>
              <a:avLst/>
              <a:gdLst>
                <a:gd name="T0" fmla="*/ 241 w 241"/>
                <a:gd name="T1" fmla="*/ 121 h 243"/>
                <a:gd name="T2" fmla="*/ 231 w 241"/>
                <a:gd name="T3" fmla="*/ 74 h 243"/>
                <a:gd name="T4" fmla="*/ 205 w 241"/>
                <a:gd name="T5" fmla="*/ 35 h 243"/>
                <a:gd name="T6" fmla="*/ 167 w 241"/>
                <a:gd name="T7" fmla="*/ 9 h 243"/>
                <a:gd name="T8" fmla="*/ 120 w 241"/>
                <a:gd name="T9" fmla="*/ 0 h 243"/>
                <a:gd name="T10" fmla="*/ 73 w 241"/>
                <a:gd name="T11" fmla="*/ 9 h 243"/>
                <a:gd name="T12" fmla="*/ 35 w 241"/>
                <a:gd name="T13" fmla="*/ 35 h 243"/>
                <a:gd name="T14" fmla="*/ 10 w 241"/>
                <a:gd name="T15" fmla="*/ 74 h 243"/>
                <a:gd name="T16" fmla="*/ 0 w 241"/>
                <a:gd name="T17" fmla="*/ 121 h 243"/>
                <a:gd name="T18" fmla="*/ 10 w 241"/>
                <a:gd name="T19" fmla="*/ 168 h 243"/>
                <a:gd name="T20" fmla="*/ 35 w 241"/>
                <a:gd name="T21" fmla="*/ 207 h 243"/>
                <a:gd name="T22" fmla="*/ 73 w 241"/>
                <a:gd name="T23" fmla="*/ 233 h 243"/>
                <a:gd name="T24" fmla="*/ 120 w 241"/>
                <a:gd name="T25" fmla="*/ 243 h 243"/>
                <a:gd name="T26" fmla="*/ 167 w 241"/>
                <a:gd name="T27" fmla="*/ 233 h 243"/>
                <a:gd name="T28" fmla="*/ 205 w 241"/>
                <a:gd name="T29" fmla="*/ 207 h 243"/>
                <a:gd name="T30" fmla="*/ 231 w 241"/>
                <a:gd name="T31" fmla="*/ 168 h 243"/>
                <a:gd name="T32" fmla="*/ 241 w 241"/>
                <a:gd name="T33" fmla="*/ 12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1" h="243">
                  <a:moveTo>
                    <a:pt x="241" y="121"/>
                  </a:moveTo>
                  <a:lnTo>
                    <a:pt x="231" y="74"/>
                  </a:lnTo>
                  <a:lnTo>
                    <a:pt x="205" y="35"/>
                  </a:lnTo>
                  <a:lnTo>
                    <a:pt x="167" y="9"/>
                  </a:lnTo>
                  <a:lnTo>
                    <a:pt x="120" y="0"/>
                  </a:lnTo>
                  <a:lnTo>
                    <a:pt x="73" y="9"/>
                  </a:lnTo>
                  <a:lnTo>
                    <a:pt x="35" y="35"/>
                  </a:lnTo>
                  <a:lnTo>
                    <a:pt x="10" y="74"/>
                  </a:lnTo>
                  <a:lnTo>
                    <a:pt x="0" y="121"/>
                  </a:lnTo>
                  <a:lnTo>
                    <a:pt x="10" y="168"/>
                  </a:lnTo>
                  <a:lnTo>
                    <a:pt x="35" y="207"/>
                  </a:lnTo>
                  <a:lnTo>
                    <a:pt x="73" y="233"/>
                  </a:lnTo>
                  <a:lnTo>
                    <a:pt x="120" y="243"/>
                  </a:lnTo>
                  <a:lnTo>
                    <a:pt x="167" y="233"/>
                  </a:lnTo>
                  <a:lnTo>
                    <a:pt x="205" y="207"/>
                  </a:lnTo>
                  <a:lnTo>
                    <a:pt x="231" y="168"/>
                  </a:lnTo>
                  <a:lnTo>
                    <a:pt x="241" y="121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AA5C3E7B-B5A9-6FF7-95DF-AF5D661EACA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278063" y="2970213"/>
              <a:ext cx="382588" cy="385763"/>
            </a:xfrm>
            <a:custGeom>
              <a:avLst/>
              <a:gdLst>
                <a:gd name="T0" fmla="*/ 227 w 227"/>
                <a:gd name="T1" fmla="*/ 114 h 227"/>
                <a:gd name="T2" fmla="*/ 218 w 227"/>
                <a:gd name="T3" fmla="*/ 158 h 227"/>
                <a:gd name="T4" fmla="*/ 193 w 227"/>
                <a:gd name="T5" fmla="*/ 194 h 227"/>
                <a:gd name="T6" fmla="*/ 157 w 227"/>
                <a:gd name="T7" fmla="*/ 218 h 227"/>
                <a:gd name="T8" fmla="*/ 113 w 227"/>
                <a:gd name="T9" fmla="*/ 227 h 227"/>
                <a:gd name="T10" fmla="*/ 69 w 227"/>
                <a:gd name="T11" fmla="*/ 218 h 227"/>
                <a:gd name="T12" fmla="*/ 33 w 227"/>
                <a:gd name="T13" fmla="*/ 194 h 227"/>
                <a:gd name="T14" fmla="*/ 9 w 227"/>
                <a:gd name="T15" fmla="*/ 158 h 227"/>
                <a:gd name="T16" fmla="*/ 0 w 227"/>
                <a:gd name="T17" fmla="*/ 114 h 227"/>
                <a:gd name="T18" fmla="*/ 9 w 227"/>
                <a:gd name="T19" fmla="*/ 70 h 227"/>
                <a:gd name="T20" fmla="*/ 33 w 227"/>
                <a:gd name="T21" fmla="*/ 34 h 227"/>
                <a:gd name="T22" fmla="*/ 69 w 227"/>
                <a:gd name="T23" fmla="*/ 9 h 227"/>
                <a:gd name="T24" fmla="*/ 113 w 227"/>
                <a:gd name="T25" fmla="*/ 0 h 227"/>
                <a:gd name="T26" fmla="*/ 157 w 227"/>
                <a:gd name="T27" fmla="*/ 9 h 227"/>
                <a:gd name="T28" fmla="*/ 193 w 227"/>
                <a:gd name="T29" fmla="*/ 34 h 227"/>
                <a:gd name="T30" fmla="*/ 218 w 227"/>
                <a:gd name="T31" fmla="*/ 70 h 227"/>
                <a:gd name="T32" fmla="*/ 227 w 227"/>
                <a:gd name="T33" fmla="*/ 114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27">
                  <a:moveTo>
                    <a:pt x="227" y="114"/>
                  </a:moveTo>
                  <a:lnTo>
                    <a:pt x="218" y="158"/>
                  </a:lnTo>
                  <a:lnTo>
                    <a:pt x="193" y="194"/>
                  </a:lnTo>
                  <a:lnTo>
                    <a:pt x="157" y="218"/>
                  </a:lnTo>
                  <a:lnTo>
                    <a:pt x="113" y="227"/>
                  </a:lnTo>
                  <a:lnTo>
                    <a:pt x="69" y="218"/>
                  </a:lnTo>
                  <a:lnTo>
                    <a:pt x="33" y="194"/>
                  </a:lnTo>
                  <a:lnTo>
                    <a:pt x="9" y="158"/>
                  </a:lnTo>
                  <a:lnTo>
                    <a:pt x="0" y="114"/>
                  </a:lnTo>
                  <a:lnTo>
                    <a:pt x="9" y="70"/>
                  </a:lnTo>
                  <a:lnTo>
                    <a:pt x="33" y="34"/>
                  </a:lnTo>
                  <a:lnTo>
                    <a:pt x="69" y="9"/>
                  </a:lnTo>
                  <a:lnTo>
                    <a:pt x="113" y="0"/>
                  </a:lnTo>
                  <a:lnTo>
                    <a:pt x="157" y="9"/>
                  </a:lnTo>
                  <a:lnTo>
                    <a:pt x="193" y="34"/>
                  </a:lnTo>
                  <a:lnTo>
                    <a:pt x="218" y="70"/>
                  </a:lnTo>
                  <a:lnTo>
                    <a:pt x="227" y="1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33" name="Line 8">
              <a:extLst>
                <a:ext uri="{FF2B5EF4-FFF2-40B4-BE49-F238E27FC236}">
                  <a16:creationId xmlns:a16="http://schemas.microsoft.com/office/drawing/2014/main" id="{70928FC7-6DB3-8F7F-031D-3AB48F1FDC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36750" y="3162300"/>
              <a:ext cx="2667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34" name="Freeform 9">
              <a:extLst>
                <a:ext uri="{FF2B5EF4-FFF2-40B4-BE49-F238E27FC236}">
                  <a16:creationId xmlns:a16="http://schemas.microsoft.com/office/drawing/2014/main" id="{699C0860-4F01-B3A7-D893-6F65BC519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2488" y="3117850"/>
              <a:ext cx="107950" cy="88900"/>
            </a:xfrm>
            <a:custGeom>
              <a:avLst/>
              <a:gdLst>
                <a:gd name="T0" fmla="*/ 68 w 68"/>
                <a:gd name="T1" fmla="*/ 28 h 56"/>
                <a:gd name="T2" fmla="*/ 0 w 68"/>
                <a:gd name="T3" fmla="*/ 0 h 56"/>
                <a:gd name="T4" fmla="*/ 20 w 68"/>
                <a:gd name="T5" fmla="*/ 28 h 56"/>
                <a:gd name="T6" fmla="*/ 0 w 68"/>
                <a:gd name="T7" fmla="*/ 56 h 56"/>
                <a:gd name="T8" fmla="*/ 68 w 68"/>
                <a:gd name="T9" fmla="*/ 2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56">
                  <a:moveTo>
                    <a:pt x="68" y="28"/>
                  </a:moveTo>
                  <a:lnTo>
                    <a:pt x="0" y="0"/>
                  </a:lnTo>
                  <a:lnTo>
                    <a:pt x="20" y="28"/>
                  </a:lnTo>
                  <a:lnTo>
                    <a:pt x="0" y="56"/>
                  </a:lnTo>
                  <a:lnTo>
                    <a:pt x="68" y="2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35" name="Freeform 10">
              <a:extLst>
                <a:ext uri="{FF2B5EF4-FFF2-40B4-BE49-F238E27FC236}">
                  <a16:creationId xmlns:a16="http://schemas.microsoft.com/office/drawing/2014/main" id="{EA023E2A-A49A-5D61-9198-7ECE03AA650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122488" y="3117850"/>
              <a:ext cx="107950" cy="88900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9A847DD1-76CC-4F31-BB97-2BF1B1CC9C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4075" y="3043238"/>
              <a:ext cx="382588" cy="384175"/>
            </a:xfrm>
            <a:custGeom>
              <a:avLst/>
              <a:gdLst>
                <a:gd name="T0" fmla="*/ 241 w 241"/>
                <a:gd name="T1" fmla="*/ 121 h 242"/>
                <a:gd name="T2" fmla="*/ 231 w 241"/>
                <a:gd name="T3" fmla="*/ 74 h 242"/>
                <a:gd name="T4" fmla="*/ 206 w 241"/>
                <a:gd name="T5" fmla="*/ 35 h 242"/>
                <a:gd name="T6" fmla="*/ 168 w 241"/>
                <a:gd name="T7" fmla="*/ 10 h 242"/>
                <a:gd name="T8" fmla="*/ 121 w 241"/>
                <a:gd name="T9" fmla="*/ 0 h 242"/>
                <a:gd name="T10" fmla="*/ 73 w 241"/>
                <a:gd name="T11" fmla="*/ 10 h 242"/>
                <a:gd name="T12" fmla="*/ 35 w 241"/>
                <a:gd name="T13" fmla="*/ 35 h 242"/>
                <a:gd name="T14" fmla="*/ 10 w 241"/>
                <a:gd name="T15" fmla="*/ 74 h 242"/>
                <a:gd name="T16" fmla="*/ 0 w 241"/>
                <a:gd name="T17" fmla="*/ 121 h 242"/>
                <a:gd name="T18" fmla="*/ 10 w 241"/>
                <a:gd name="T19" fmla="*/ 168 h 242"/>
                <a:gd name="T20" fmla="*/ 35 w 241"/>
                <a:gd name="T21" fmla="*/ 207 h 242"/>
                <a:gd name="T22" fmla="*/ 73 w 241"/>
                <a:gd name="T23" fmla="*/ 233 h 242"/>
                <a:gd name="T24" fmla="*/ 121 w 241"/>
                <a:gd name="T25" fmla="*/ 242 h 242"/>
                <a:gd name="T26" fmla="*/ 168 w 241"/>
                <a:gd name="T27" fmla="*/ 233 h 242"/>
                <a:gd name="T28" fmla="*/ 206 w 241"/>
                <a:gd name="T29" fmla="*/ 207 h 242"/>
                <a:gd name="T30" fmla="*/ 231 w 241"/>
                <a:gd name="T31" fmla="*/ 168 h 242"/>
                <a:gd name="T32" fmla="*/ 241 w 241"/>
                <a:gd name="T33" fmla="*/ 12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1" h="242">
                  <a:moveTo>
                    <a:pt x="241" y="121"/>
                  </a:moveTo>
                  <a:lnTo>
                    <a:pt x="231" y="74"/>
                  </a:lnTo>
                  <a:lnTo>
                    <a:pt x="206" y="35"/>
                  </a:lnTo>
                  <a:lnTo>
                    <a:pt x="168" y="10"/>
                  </a:lnTo>
                  <a:lnTo>
                    <a:pt x="121" y="0"/>
                  </a:lnTo>
                  <a:lnTo>
                    <a:pt x="73" y="10"/>
                  </a:lnTo>
                  <a:lnTo>
                    <a:pt x="35" y="35"/>
                  </a:lnTo>
                  <a:lnTo>
                    <a:pt x="10" y="74"/>
                  </a:lnTo>
                  <a:lnTo>
                    <a:pt x="0" y="121"/>
                  </a:lnTo>
                  <a:lnTo>
                    <a:pt x="10" y="168"/>
                  </a:lnTo>
                  <a:lnTo>
                    <a:pt x="35" y="207"/>
                  </a:lnTo>
                  <a:lnTo>
                    <a:pt x="73" y="233"/>
                  </a:lnTo>
                  <a:lnTo>
                    <a:pt x="121" y="242"/>
                  </a:lnTo>
                  <a:lnTo>
                    <a:pt x="168" y="233"/>
                  </a:lnTo>
                  <a:lnTo>
                    <a:pt x="206" y="207"/>
                  </a:lnTo>
                  <a:lnTo>
                    <a:pt x="231" y="168"/>
                  </a:lnTo>
                  <a:lnTo>
                    <a:pt x="241" y="121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38" name="Freeform 12">
              <a:extLst>
                <a:ext uri="{FF2B5EF4-FFF2-40B4-BE49-F238E27FC236}">
                  <a16:creationId xmlns:a16="http://schemas.microsoft.com/office/drawing/2014/main" id="{FC272830-9F3E-6B0D-5DF9-593E5CDF1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2638" y="2970213"/>
              <a:ext cx="381000" cy="385763"/>
            </a:xfrm>
            <a:custGeom>
              <a:avLst/>
              <a:gdLst>
                <a:gd name="T0" fmla="*/ 240 w 240"/>
                <a:gd name="T1" fmla="*/ 121 h 243"/>
                <a:gd name="T2" fmla="*/ 231 w 240"/>
                <a:gd name="T3" fmla="*/ 74 h 243"/>
                <a:gd name="T4" fmla="*/ 205 w 240"/>
                <a:gd name="T5" fmla="*/ 35 h 243"/>
                <a:gd name="T6" fmla="*/ 167 w 240"/>
                <a:gd name="T7" fmla="*/ 9 h 243"/>
                <a:gd name="T8" fmla="*/ 120 w 240"/>
                <a:gd name="T9" fmla="*/ 0 h 243"/>
                <a:gd name="T10" fmla="*/ 74 w 240"/>
                <a:gd name="T11" fmla="*/ 9 h 243"/>
                <a:gd name="T12" fmla="*/ 35 w 240"/>
                <a:gd name="T13" fmla="*/ 35 h 243"/>
                <a:gd name="T14" fmla="*/ 9 w 240"/>
                <a:gd name="T15" fmla="*/ 74 h 243"/>
                <a:gd name="T16" fmla="*/ 0 w 240"/>
                <a:gd name="T17" fmla="*/ 121 h 243"/>
                <a:gd name="T18" fmla="*/ 9 w 240"/>
                <a:gd name="T19" fmla="*/ 168 h 243"/>
                <a:gd name="T20" fmla="*/ 35 w 240"/>
                <a:gd name="T21" fmla="*/ 207 h 243"/>
                <a:gd name="T22" fmla="*/ 74 w 240"/>
                <a:gd name="T23" fmla="*/ 233 h 243"/>
                <a:gd name="T24" fmla="*/ 120 w 240"/>
                <a:gd name="T25" fmla="*/ 243 h 243"/>
                <a:gd name="T26" fmla="*/ 167 w 240"/>
                <a:gd name="T27" fmla="*/ 233 h 243"/>
                <a:gd name="T28" fmla="*/ 205 w 240"/>
                <a:gd name="T29" fmla="*/ 207 h 243"/>
                <a:gd name="T30" fmla="*/ 231 w 240"/>
                <a:gd name="T31" fmla="*/ 168 h 243"/>
                <a:gd name="T32" fmla="*/ 240 w 240"/>
                <a:gd name="T33" fmla="*/ 12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0" h="243">
                  <a:moveTo>
                    <a:pt x="240" y="121"/>
                  </a:moveTo>
                  <a:lnTo>
                    <a:pt x="231" y="74"/>
                  </a:lnTo>
                  <a:lnTo>
                    <a:pt x="205" y="35"/>
                  </a:lnTo>
                  <a:lnTo>
                    <a:pt x="167" y="9"/>
                  </a:lnTo>
                  <a:lnTo>
                    <a:pt x="120" y="0"/>
                  </a:lnTo>
                  <a:lnTo>
                    <a:pt x="74" y="9"/>
                  </a:lnTo>
                  <a:lnTo>
                    <a:pt x="35" y="35"/>
                  </a:lnTo>
                  <a:lnTo>
                    <a:pt x="9" y="74"/>
                  </a:lnTo>
                  <a:lnTo>
                    <a:pt x="0" y="121"/>
                  </a:lnTo>
                  <a:lnTo>
                    <a:pt x="9" y="168"/>
                  </a:lnTo>
                  <a:lnTo>
                    <a:pt x="35" y="207"/>
                  </a:lnTo>
                  <a:lnTo>
                    <a:pt x="74" y="233"/>
                  </a:lnTo>
                  <a:lnTo>
                    <a:pt x="120" y="243"/>
                  </a:lnTo>
                  <a:lnTo>
                    <a:pt x="167" y="233"/>
                  </a:lnTo>
                  <a:lnTo>
                    <a:pt x="205" y="207"/>
                  </a:lnTo>
                  <a:lnTo>
                    <a:pt x="231" y="168"/>
                  </a:lnTo>
                  <a:lnTo>
                    <a:pt x="240" y="121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39" name="Freeform 13">
              <a:extLst>
                <a:ext uri="{FF2B5EF4-FFF2-40B4-BE49-F238E27FC236}">
                  <a16:creationId xmlns:a16="http://schemas.microsoft.com/office/drawing/2014/main" id="{0F10DBEA-C6BE-7712-245B-DD79EC64E8F1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592638" y="2970213"/>
              <a:ext cx="381000" cy="385763"/>
            </a:xfrm>
            <a:custGeom>
              <a:avLst/>
              <a:gdLst>
                <a:gd name="T0" fmla="*/ 227 w 227"/>
                <a:gd name="T1" fmla="*/ 114 h 227"/>
                <a:gd name="T2" fmla="*/ 218 w 227"/>
                <a:gd name="T3" fmla="*/ 158 h 227"/>
                <a:gd name="T4" fmla="*/ 194 w 227"/>
                <a:gd name="T5" fmla="*/ 194 h 227"/>
                <a:gd name="T6" fmla="*/ 158 w 227"/>
                <a:gd name="T7" fmla="*/ 218 h 227"/>
                <a:gd name="T8" fmla="*/ 114 w 227"/>
                <a:gd name="T9" fmla="*/ 227 h 227"/>
                <a:gd name="T10" fmla="*/ 70 w 227"/>
                <a:gd name="T11" fmla="*/ 218 h 227"/>
                <a:gd name="T12" fmla="*/ 33 w 227"/>
                <a:gd name="T13" fmla="*/ 194 h 227"/>
                <a:gd name="T14" fmla="*/ 9 w 227"/>
                <a:gd name="T15" fmla="*/ 158 h 227"/>
                <a:gd name="T16" fmla="*/ 0 w 227"/>
                <a:gd name="T17" fmla="*/ 114 h 227"/>
                <a:gd name="T18" fmla="*/ 9 w 227"/>
                <a:gd name="T19" fmla="*/ 70 h 227"/>
                <a:gd name="T20" fmla="*/ 33 w 227"/>
                <a:gd name="T21" fmla="*/ 34 h 227"/>
                <a:gd name="T22" fmla="*/ 70 w 227"/>
                <a:gd name="T23" fmla="*/ 9 h 227"/>
                <a:gd name="T24" fmla="*/ 114 w 227"/>
                <a:gd name="T25" fmla="*/ 0 h 227"/>
                <a:gd name="T26" fmla="*/ 158 w 227"/>
                <a:gd name="T27" fmla="*/ 9 h 227"/>
                <a:gd name="T28" fmla="*/ 194 w 227"/>
                <a:gd name="T29" fmla="*/ 34 h 227"/>
                <a:gd name="T30" fmla="*/ 218 w 227"/>
                <a:gd name="T31" fmla="*/ 70 h 227"/>
                <a:gd name="T32" fmla="*/ 227 w 227"/>
                <a:gd name="T33" fmla="*/ 114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27">
                  <a:moveTo>
                    <a:pt x="227" y="114"/>
                  </a:moveTo>
                  <a:lnTo>
                    <a:pt x="218" y="158"/>
                  </a:lnTo>
                  <a:lnTo>
                    <a:pt x="194" y="194"/>
                  </a:lnTo>
                  <a:lnTo>
                    <a:pt x="158" y="218"/>
                  </a:lnTo>
                  <a:lnTo>
                    <a:pt x="114" y="227"/>
                  </a:lnTo>
                  <a:lnTo>
                    <a:pt x="70" y="218"/>
                  </a:lnTo>
                  <a:lnTo>
                    <a:pt x="33" y="194"/>
                  </a:lnTo>
                  <a:lnTo>
                    <a:pt x="9" y="158"/>
                  </a:lnTo>
                  <a:lnTo>
                    <a:pt x="0" y="114"/>
                  </a:lnTo>
                  <a:lnTo>
                    <a:pt x="9" y="70"/>
                  </a:lnTo>
                  <a:lnTo>
                    <a:pt x="33" y="34"/>
                  </a:lnTo>
                  <a:lnTo>
                    <a:pt x="70" y="9"/>
                  </a:lnTo>
                  <a:lnTo>
                    <a:pt x="114" y="0"/>
                  </a:lnTo>
                  <a:lnTo>
                    <a:pt x="158" y="9"/>
                  </a:lnTo>
                  <a:lnTo>
                    <a:pt x="194" y="34"/>
                  </a:lnTo>
                  <a:lnTo>
                    <a:pt x="218" y="70"/>
                  </a:lnTo>
                  <a:lnTo>
                    <a:pt x="227" y="114"/>
                  </a:lnTo>
                </a:path>
              </a:pathLst>
            </a:custGeom>
            <a:noFill/>
            <a:ln w="46038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41" name="Freeform 14">
              <a:extLst>
                <a:ext uri="{FF2B5EF4-FFF2-40B4-BE49-F238E27FC236}">
                  <a16:creationId xmlns:a16="http://schemas.microsoft.com/office/drawing/2014/main" id="{34B67279-CE9E-00DC-A5DC-83130913CA9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592638" y="2970213"/>
              <a:ext cx="381000" cy="385763"/>
            </a:xfrm>
            <a:custGeom>
              <a:avLst/>
              <a:gdLst>
                <a:gd name="T0" fmla="*/ 227 w 227"/>
                <a:gd name="T1" fmla="*/ 114 h 227"/>
                <a:gd name="T2" fmla="*/ 218 w 227"/>
                <a:gd name="T3" fmla="*/ 158 h 227"/>
                <a:gd name="T4" fmla="*/ 194 w 227"/>
                <a:gd name="T5" fmla="*/ 194 h 227"/>
                <a:gd name="T6" fmla="*/ 158 w 227"/>
                <a:gd name="T7" fmla="*/ 218 h 227"/>
                <a:gd name="T8" fmla="*/ 114 w 227"/>
                <a:gd name="T9" fmla="*/ 227 h 227"/>
                <a:gd name="T10" fmla="*/ 70 w 227"/>
                <a:gd name="T11" fmla="*/ 218 h 227"/>
                <a:gd name="T12" fmla="*/ 33 w 227"/>
                <a:gd name="T13" fmla="*/ 194 h 227"/>
                <a:gd name="T14" fmla="*/ 9 w 227"/>
                <a:gd name="T15" fmla="*/ 158 h 227"/>
                <a:gd name="T16" fmla="*/ 0 w 227"/>
                <a:gd name="T17" fmla="*/ 114 h 227"/>
                <a:gd name="T18" fmla="*/ 9 w 227"/>
                <a:gd name="T19" fmla="*/ 70 h 227"/>
                <a:gd name="T20" fmla="*/ 33 w 227"/>
                <a:gd name="T21" fmla="*/ 34 h 227"/>
                <a:gd name="T22" fmla="*/ 70 w 227"/>
                <a:gd name="T23" fmla="*/ 9 h 227"/>
                <a:gd name="T24" fmla="*/ 114 w 227"/>
                <a:gd name="T25" fmla="*/ 0 h 227"/>
                <a:gd name="T26" fmla="*/ 158 w 227"/>
                <a:gd name="T27" fmla="*/ 9 h 227"/>
                <a:gd name="T28" fmla="*/ 194 w 227"/>
                <a:gd name="T29" fmla="*/ 34 h 227"/>
                <a:gd name="T30" fmla="*/ 218 w 227"/>
                <a:gd name="T31" fmla="*/ 70 h 227"/>
                <a:gd name="T32" fmla="*/ 227 w 227"/>
                <a:gd name="T33" fmla="*/ 114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27">
                  <a:moveTo>
                    <a:pt x="227" y="114"/>
                  </a:moveTo>
                  <a:lnTo>
                    <a:pt x="218" y="158"/>
                  </a:lnTo>
                  <a:lnTo>
                    <a:pt x="194" y="194"/>
                  </a:lnTo>
                  <a:lnTo>
                    <a:pt x="158" y="218"/>
                  </a:lnTo>
                  <a:lnTo>
                    <a:pt x="114" y="227"/>
                  </a:lnTo>
                  <a:lnTo>
                    <a:pt x="70" y="218"/>
                  </a:lnTo>
                  <a:lnTo>
                    <a:pt x="33" y="194"/>
                  </a:lnTo>
                  <a:lnTo>
                    <a:pt x="9" y="158"/>
                  </a:lnTo>
                  <a:lnTo>
                    <a:pt x="0" y="114"/>
                  </a:lnTo>
                  <a:lnTo>
                    <a:pt x="9" y="70"/>
                  </a:lnTo>
                  <a:lnTo>
                    <a:pt x="33" y="34"/>
                  </a:lnTo>
                  <a:lnTo>
                    <a:pt x="70" y="9"/>
                  </a:lnTo>
                  <a:lnTo>
                    <a:pt x="114" y="0"/>
                  </a:lnTo>
                  <a:lnTo>
                    <a:pt x="158" y="9"/>
                  </a:lnTo>
                  <a:lnTo>
                    <a:pt x="194" y="34"/>
                  </a:lnTo>
                  <a:lnTo>
                    <a:pt x="218" y="70"/>
                  </a:lnTo>
                  <a:lnTo>
                    <a:pt x="227" y="114"/>
                  </a:lnTo>
                </a:path>
              </a:pathLst>
            </a:custGeom>
            <a:noFill/>
            <a:ln w="19050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42" name="Freeform 15">
              <a:extLst>
                <a:ext uri="{FF2B5EF4-FFF2-40B4-BE49-F238E27FC236}">
                  <a16:creationId xmlns:a16="http://schemas.microsoft.com/office/drawing/2014/main" id="{05797855-D728-5EDD-8C9F-43D9F4E5A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0238" y="3043238"/>
              <a:ext cx="381000" cy="384175"/>
            </a:xfrm>
            <a:custGeom>
              <a:avLst/>
              <a:gdLst>
                <a:gd name="T0" fmla="*/ 240 w 240"/>
                <a:gd name="T1" fmla="*/ 121 h 242"/>
                <a:gd name="T2" fmla="*/ 231 w 240"/>
                <a:gd name="T3" fmla="*/ 74 h 242"/>
                <a:gd name="T4" fmla="*/ 205 w 240"/>
                <a:gd name="T5" fmla="*/ 35 h 242"/>
                <a:gd name="T6" fmla="*/ 167 w 240"/>
                <a:gd name="T7" fmla="*/ 10 h 242"/>
                <a:gd name="T8" fmla="*/ 120 w 240"/>
                <a:gd name="T9" fmla="*/ 0 h 242"/>
                <a:gd name="T10" fmla="*/ 73 w 240"/>
                <a:gd name="T11" fmla="*/ 10 h 242"/>
                <a:gd name="T12" fmla="*/ 35 w 240"/>
                <a:gd name="T13" fmla="*/ 35 h 242"/>
                <a:gd name="T14" fmla="*/ 9 w 240"/>
                <a:gd name="T15" fmla="*/ 74 h 242"/>
                <a:gd name="T16" fmla="*/ 0 w 240"/>
                <a:gd name="T17" fmla="*/ 121 h 242"/>
                <a:gd name="T18" fmla="*/ 9 w 240"/>
                <a:gd name="T19" fmla="*/ 168 h 242"/>
                <a:gd name="T20" fmla="*/ 35 w 240"/>
                <a:gd name="T21" fmla="*/ 207 h 242"/>
                <a:gd name="T22" fmla="*/ 73 w 240"/>
                <a:gd name="T23" fmla="*/ 233 h 242"/>
                <a:gd name="T24" fmla="*/ 120 w 240"/>
                <a:gd name="T25" fmla="*/ 242 h 242"/>
                <a:gd name="T26" fmla="*/ 167 w 240"/>
                <a:gd name="T27" fmla="*/ 233 h 242"/>
                <a:gd name="T28" fmla="*/ 205 w 240"/>
                <a:gd name="T29" fmla="*/ 207 h 242"/>
                <a:gd name="T30" fmla="*/ 231 w 240"/>
                <a:gd name="T31" fmla="*/ 168 h 242"/>
                <a:gd name="T32" fmla="*/ 240 w 240"/>
                <a:gd name="T33" fmla="*/ 12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0" h="242">
                  <a:moveTo>
                    <a:pt x="240" y="121"/>
                  </a:moveTo>
                  <a:lnTo>
                    <a:pt x="231" y="74"/>
                  </a:lnTo>
                  <a:lnTo>
                    <a:pt x="205" y="35"/>
                  </a:lnTo>
                  <a:lnTo>
                    <a:pt x="167" y="10"/>
                  </a:lnTo>
                  <a:lnTo>
                    <a:pt x="120" y="0"/>
                  </a:lnTo>
                  <a:lnTo>
                    <a:pt x="73" y="10"/>
                  </a:lnTo>
                  <a:lnTo>
                    <a:pt x="35" y="35"/>
                  </a:lnTo>
                  <a:lnTo>
                    <a:pt x="9" y="74"/>
                  </a:lnTo>
                  <a:lnTo>
                    <a:pt x="0" y="121"/>
                  </a:lnTo>
                  <a:lnTo>
                    <a:pt x="9" y="168"/>
                  </a:lnTo>
                  <a:lnTo>
                    <a:pt x="35" y="207"/>
                  </a:lnTo>
                  <a:lnTo>
                    <a:pt x="73" y="233"/>
                  </a:lnTo>
                  <a:lnTo>
                    <a:pt x="120" y="242"/>
                  </a:lnTo>
                  <a:lnTo>
                    <a:pt x="167" y="233"/>
                  </a:lnTo>
                  <a:lnTo>
                    <a:pt x="205" y="207"/>
                  </a:lnTo>
                  <a:lnTo>
                    <a:pt x="231" y="168"/>
                  </a:lnTo>
                  <a:lnTo>
                    <a:pt x="240" y="121"/>
                  </a:lnTo>
                  <a:close/>
                </a:path>
              </a:pathLst>
            </a:custGeom>
            <a:solidFill>
              <a:srgbClr val="808080"/>
            </a:solidFill>
            <a:ln w="0">
              <a:solidFill>
                <a:srgbClr val="80808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43" name="Freeform 16">
              <a:extLst>
                <a:ext uri="{FF2B5EF4-FFF2-40B4-BE49-F238E27FC236}">
                  <a16:creationId xmlns:a16="http://schemas.microsoft.com/office/drawing/2014/main" id="{99A617AA-A30D-9A2E-69C9-0096A9365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7213" y="2970213"/>
              <a:ext cx="382588" cy="385763"/>
            </a:xfrm>
            <a:custGeom>
              <a:avLst/>
              <a:gdLst>
                <a:gd name="T0" fmla="*/ 241 w 241"/>
                <a:gd name="T1" fmla="*/ 121 h 243"/>
                <a:gd name="T2" fmla="*/ 231 w 241"/>
                <a:gd name="T3" fmla="*/ 74 h 243"/>
                <a:gd name="T4" fmla="*/ 206 w 241"/>
                <a:gd name="T5" fmla="*/ 35 h 243"/>
                <a:gd name="T6" fmla="*/ 168 w 241"/>
                <a:gd name="T7" fmla="*/ 9 h 243"/>
                <a:gd name="T8" fmla="*/ 120 w 241"/>
                <a:gd name="T9" fmla="*/ 0 h 243"/>
                <a:gd name="T10" fmla="*/ 73 w 241"/>
                <a:gd name="T11" fmla="*/ 9 h 243"/>
                <a:gd name="T12" fmla="*/ 35 w 241"/>
                <a:gd name="T13" fmla="*/ 35 h 243"/>
                <a:gd name="T14" fmla="*/ 10 w 241"/>
                <a:gd name="T15" fmla="*/ 74 h 243"/>
                <a:gd name="T16" fmla="*/ 0 w 241"/>
                <a:gd name="T17" fmla="*/ 121 h 243"/>
                <a:gd name="T18" fmla="*/ 10 w 241"/>
                <a:gd name="T19" fmla="*/ 168 h 243"/>
                <a:gd name="T20" fmla="*/ 35 w 241"/>
                <a:gd name="T21" fmla="*/ 207 h 243"/>
                <a:gd name="T22" fmla="*/ 73 w 241"/>
                <a:gd name="T23" fmla="*/ 233 h 243"/>
                <a:gd name="T24" fmla="*/ 120 w 241"/>
                <a:gd name="T25" fmla="*/ 243 h 243"/>
                <a:gd name="T26" fmla="*/ 168 w 241"/>
                <a:gd name="T27" fmla="*/ 233 h 243"/>
                <a:gd name="T28" fmla="*/ 206 w 241"/>
                <a:gd name="T29" fmla="*/ 207 h 243"/>
                <a:gd name="T30" fmla="*/ 231 w 241"/>
                <a:gd name="T31" fmla="*/ 168 h 243"/>
                <a:gd name="T32" fmla="*/ 241 w 241"/>
                <a:gd name="T33" fmla="*/ 121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1" h="243">
                  <a:moveTo>
                    <a:pt x="241" y="121"/>
                  </a:moveTo>
                  <a:lnTo>
                    <a:pt x="231" y="74"/>
                  </a:lnTo>
                  <a:lnTo>
                    <a:pt x="206" y="35"/>
                  </a:lnTo>
                  <a:lnTo>
                    <a:pt x="168" y="9"/>
                  </a:lnTo>
                  <a:lnTo>
                    <a:pt x="120" y="0"/>
                  </a:lnTo>
                  <a:lnTo>
                    <a:pt x="73" y="9"/>
                  </a:lnTo>
                  <a:lnTo>
                    <a:pt x="35" y="35"/>
                  </a:lnTo>
                  <a:lnTo>
                    <a:pt x="10" y="74"/>
                  </a:lnTo>
                  <a:lnTo>
                    <a:pt x="0" y="121"/>
                  </a:lnTo>
                  <a:lnTo>
                    <a:pt x="10" y="168"/>
                  </a:lnTo>
                  <a:lnTo>
                    <a:pt x="35" y="207"/>
                  </a:lnTo>
                  <a:lnTo>
                    <a:pt x="73" y="233"/>
                  </a:lnTo>
                  <a:lnTo>
                    <a:pt x="120" y="243"/>
                  </a:lnTo>
                  <a:lnTo>
                    <a:pt x="168" y="233"/>
                  </a:lnTo>
                  <a:lnTo>
                    <a:pt x="206" y="207"/>
                  </a:lnTo>
                  <a:lnTo>
                    <a:pt x="231" y="168"/>
                  </a:lnTo>
                  <a:lnTo>
                    <a:pt x="241" y="121"/>
                  </a:lnTo>
                  <a:close/>
                </a:path>
              </a:pathLst>
            </a:custGeom>
            <a:solidFill>
              <a:srgbClr val="FFFACC"/>
            </a:solidFill>
            <a:ln w="0">
              <a:solidFill>
                <a:srgbClr val="FFFACC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44" name="Freeform 17">
              <a:extLst>
                <a:ext uri="{FF2B5EF4-FFF2-40B4-BE49-F238E27FC236}">
                  <a16:creationId xmlns:a16="http://schemas.microsoft.com/office/drawing/2014/main" id="{C927C3A4-3D6E-0379-4E10-D06D3CCE1CB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07213" y="2970213"/>
              <a:ext cx="382588" cy="385763"/>
            </a:xfrm>
            <a:custGeom>
              <a:avLst/>
              <a:gdLst>
                <a:gd name="T0" fmla="*/ 227 w 227"/>
                <a:gd name="T1" fmla="*/ 114 h 227"/>
                <a:gd name="T2" fmla="*/ 218 w 227"/>
                <a:gd name="T3" fmla="*/ 158 h 227"/>
                <a:gd name="T4" fmla="*/ 194 w 227"/>
                <a:gd name="T5" fmla="*/ 194 h 227"/>
                <a:gd name="T6" fmla="*/ 158 w 227"/>
                <a:gd name="T7" fmla="*/ 218 h 227"/>
                <a:gd name="T8" fmla="*/ 113 w 227"/>
                <a:gd name="T9" fmla="*/ 227 h 227"/>
                <a:gd name="T10" fmla="*/ 69 w 227"/>
                <a:gd name="T11" fmla="*/ 218 h 227"/>
                <a:gd name="T12" fmla="*/ 33 w 227"/>
                <a:gd name="T13" fmla="*/ 194 h 227"/>
                <a:gd name="T14" fmla="*/ 9 w 227"/>
                <a:gd name="T15" fmla="*/ 158 h 227"/>
                <a:gd name="T16" fmla="*/ 0 w 227"/>
                <a:gd name="T17" fmla="*/ 114 h 227"/>
                <a:gd name="T18" fmla="*/ 9 w 227"/>
                <a:gd name="T19" fmla="*/ 70 h 227"/>
                <a:gd name="T20" fmla="*/ 33 w 227"/>
                <a:gd name="T21" fmla="*/ 34 h 227"/>
                <a:gd name="T22" fmla="*/ 69 w 227"/>
                <a:gd name="T23" fmla="*/ 9 h 227"/>
                <a:gd name="T24" fmla="*/ 113 w 227"/>
                <a:gd name="T25" fmla="*/ 0 h 227"/>
                <a:gd name="T26" fmla="*/ 158 w 227"/>
                <a:gd name="T27" fmla="*/ 9 h 227"/>
                <a:gd name="T28" fmla="*/ 194 w 227"/>
                <a:gd name="T29" fmla="*/ 34 h 227"/>
                <a:gd name="T30" fmla="*/ 218 w 227"/>
                <a:gd name="T31" fmla="*/ 70 h 227"/>
                <a:gd name="T32" fmla="*/ 227 w 227"/>
                <a:gd name="T33" fmla="*/ 114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7" h="227">
                  <a:moveTo>
                    <a:pt x="227" y="114"/>
                  </a:moveTo>
                  <a:lnTo>
                    <a:pt x="218" y="158"/>
                  </a:lnTo>
                  <a:lnTo>
                    <a:pt x="194" y="194"/>
                  </a:lnTo>
                  <a:lnTo>
                    <a:pt x="158" y="218"/>
                  </a:lnTo>
                  <a:lnTo>
                    <a:pt x="113" y="227"/>
                  </a:lnTo>
                  <a:lnTo>
                    <a:pt x="69" y="218"/>
                  </a:lnTo>
                  <a:lnTo>
                    <a:pt x="33" y="194"/>
                  </a:lnTo>
                  <a:lnTo>
                    <a:pt x="9" y="158"/>
                  </a:lnTo>
                  <a:lnTo>
                    <a:pt x="0" y="114"/>
                  </a:lnTo>
                  <a:lnTo>
                    <a:pt x="9" y="70"/>
                  </a:lnTo>
                  <a:lnTo>
                    <a:pt x="33" y="34"/>
                  </a:lnTo>
                  <a:lnTo>
                    <a:pt x="69" y="9"/>
                  </a:lnTo>
                  <a:lnTo>
                    <a:pt x="113" y="0"/>
                  </a:lnTo>
                  <a:lnTo>
                    <a:pt x="158" y="9"/>
                  </a:lnTo>
                  <a:lnTo>
                    <a:pt x="194" y="34"/>
                  </a:lnTo>
                  <a:lnTo>
                    <a:pt x="218" y="70"/>
                  </a:lnTo>
                  <a:lnTo>
                    <a:pt x="227" y="11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45" name="Freeform 18">
              <a:extLst>
                <a:ext uri="{FF2B5EF4-FFF2-40B4-BE49-F238E27FC236}">
                  <a16:creationId xmlns:a16="http://schemas.microsoft.com/office/drawing/2014/main" id="{7E81846D-918A-C32E-0D8B-D2FA89A4D86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379663" y="3355975"/>
              <a:ext cx="166688" cy="357188"/>
            </a:xfrm>
            <a:custGeom>
              <a:avLst/>
              <a:gdLst>
                <a:gd name="T0" fmla="*/ 84 w 99"/>
                <a:gd name="T1" fmla="*/ 210 h 210"/>
                <a:gd name="T2" fmla="*/ 99 w 99"/>
                <a:gd name="T3" fmla="*/ 120 h 210"/>
                <a:gd name="T4" fmla="*/ 95 w 99"/>
                <a:gd name="T5" fmla="*/ 56 h 210"/>
                <a:gd name="T6" fmla="*/ 77 w 99"/>
                <a:gd name="T7" fmla="*/ 16 h 210"/>
                <a:gd name="T8" fmla="*/ 52 w 99"/>
                <a:gd name="T9" fmla="*/ 0 h 210"/>
                <a:gd name="T10" fmla="*/ 27 w 99"/>
                <a:gd name="T11" fmla="*/ 8 h 210"/>
                <a:gd name="T12" fmla="*/ 7 w 99"/>
                <a:gd name="T13" fmla="*/ 40 h 210"/>
                <a:gd name="T14" fmla="*/ 0 w 99"/>
                <a:gd name="T15" fmla="*/ 95 h 210"/>
                <a:gd name="T16" fmla="*/ 12 w 99"/>
                <a:gd name="T17" fmla="*/ 172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" h="210">
                  <a:moveTo>
                    <a:pt x="84" y="210"/>
                  </a:moveTo>
                  <a:lnTo>
                    <a:pt x="99" y="120"/>
                  </a:lnTo>
                  <a:lnTo>
                    <a:pt x="95" y="56"/>
                  </a:lnTo>
                  <a:lnTo>
                    <a:pt x="77" y="16"/>
                  </a:lnTo>
                  <a:lnTo>
                    <a:pt x="52" y="0"/>
                  </a:lnTo>
                  <a:lnTo>
                    <a:pt x="27" y="8"/>
                  </a:lnTo>
                  <a:lnTo>
                    <a:pt x="7" y="40"/>
                  </a:lnTo>
                  <a:lnTo>
                    <a:pt x="0" y="95"/>
                  </a:lnTo>
                  <a:lnTo>
                    <a:pt x="12" y="17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46" name="Freeform 19">
              <a:extLst>
                <a:ext uri="{FF2B5EF4-FFF2-40B4-BE49-F238E27FC236}">
                  <a16:creationId xmlns:a16="http://schemas.microsoft.com/office/drawing/2014/main" id="{5A36966A-0407-2362-D289-472CD7C59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6800" y="3395663"/>
              <a:ext cx="84138" cy="115888"/>
            </a:xfrm>
            <a:custGeom>
              <a:avLst/>
              <a:gdLst>
                <a:gd name="T0" fmla="*/ 45 w 53"/>
                <a:gd name="T1" fmla="*/ 0 h 73"/>
                <a:gd name="T2" fmla="*/ 0 w 53"/>
                <a:gd name="T3" fmla="*/ 59 h 73"/>
                <a:gd name="T4" fmla="*/ 32 w 53"/>
                <a:gd name="T5" fmla="*/ 47 h 73"/>
                <a:gd name="T6" fmla="*/ 53 w 53"/>
                <a:gd name="T7" fmla="*/ 73 h 73"/>
                <a:gd name="T8" fmla="*/ 45 w 53"/>
                <a:gd name="T9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73">
                  <a:moveTo>
                    <a:pt x="45" y="0"/>
                  </a:moveTo>
                  <a:lnTo>
                    <a:pt x="0" y="59"/>
                  </a:lnTo>
                  <a:lnTo>
                    <a:pt x="32" y="47"/>
                  </a:lnTo>
                  <a:lnTo>
                    <a:pt x="53" y="7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47" name="Freeform 20">
              <a:extLst>
                <a:ext uri="{FF2B5EF4-FFF2-40B4-BE49-F238E27FC236}">
                  <a16:creationId xmlns:a16="http://schemas.microsoft.com/office/drawing/2014/main" id="{06E0E87D-613B-E581-6330-7FD5558AF87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336800" y="3395663"/>
              <a:ext cx="84138" cy="115888"/>
            </a:xfrm>
            <a:custGeom>
              <a:avLst/>
              <a:gdLst>
                <a:gd name="T0" fmla="*/ 42 w 50"/>
                <a:gd name="T1" fmla="*/ 68 h 68"/>
                <a:gd name="T2" fmla="*/ 0 w 50"/>
                <a:gd name="T3" fmla="*/ 13 h 68"/>
                <a:gd name="T4" fmla="*/ 30 w 50"/>
                <a:gd name="T5" fmla="*/ 24 h 68"/>
                <a:gd name="T6" fmla="*/ 50 w 50"/>
                <a:gd name="T7" fmla="*/ 0 h 68"/>
                <a:gd name="T8" fmla="*/ 42 w 50"/>
                <a:gd name="T9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8">
                  <a:moveTo>
                    <a:pt x="42" y="68"/>
                  </a:moveTo>
                  <a:lnTo>
                    <a:pt x="0" y="13"/>
                  </a:lnTo>
                  <a:lnTo>
                    <a:pt x="30" y="24"/>
                  </a:lnTo>
                  <a:lnTo>
                    <a:pt x="50" y="0"/>
                  </a:lnTo>
                  <a:lnTo>
                    <a:pt x="42" y="6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48" name="Line 25">
              <a:extLst>
                <a:ext uri="{FF2B5EF4-FFF2-40B4-BE49-F238E27FC236}">
                  <a16:creationId xmlns:a16="http://schemas.microsoft.com/office/drawing/2014/main" id="{80F11777-4C11-0197-0CD3-A90388B0CE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7000" y="3162300"/>
              <a:ext cx="184308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49" name="Freeform 26">
              <a:extLst>
                <a:ext uri="{FF2B5EF4-FFF2-40B4-BE49-F238E27FC236}">
                  <a16:creationId xmlns:a16="http://schemas.microsoft.com/office/drawing/2014/main" id="{BC3D501A-C59B-1C4D-BAA3-5B6318DCA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125" y="3117850"/>
              <a:ext cx="107950" cy="88900"/>
            </a:xfrm>
            <a:custGeom>
              <a:avLst/>
              <a:gdLst>
                <a:gd name="T0" fmla="*/ 68 w 68"/>
                <a:gd name="T1" fmla="*/ 28 h 56"/>
                <a:gd name="T2" fmla="*/ 0 w 68"/>
                <a:gd name="T3" fmla="*/ 0 h 56"/>
                <a:gd name="T4" fmla="*/ 19 w 68"/>
                <a:gd name="T5" fmla="*/ 28 h 56"/>
                <a:gd name="T6" fmla="*/ 0 w 68"/>
                <a:gd name="T7" fmla="*/ 56 h 56"/>
                <a:gd name="T8" fmla="*/ 68 w 68"/>
                <a:gd name="T9" fmla="*/ 2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56">
                  <a:moveTo>
                    <a:pt x="68" y="28"/>
                  </a:moveTo>
                  <a:lnTo>
                    <a:pt x="0" y="0"/>
                  </a:lnTo>
                  <a:lnTo>
                    <a:pt x="19" y="28"/>
                  </a:lnTo>
                  <a:lnTo>
                    <a:pt x="0" y="56"/>
                  </a:lnTo>
                  <a:lnTo>
                    <a:pt x="68" y="2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50" name="Freeform 27">
              <a:extLst>
                <a:ext uri="{FF2B5EF4-FFF2-40B4-BE49-F238E27FC236}">
                  <a16:creationId xmlns:a16="http://schemas.microsoft.com/office/drawing/2014/main" id="{10E98522-AD94-CA54-6D74-63F4EBDE18C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429125" y="3117850"/>
              <a:ext cx="107950" cy="88900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28">
                  <a:extLst>
                    <a:ext uri="{FF2B5EF4-FFF2-40B4-BE49-F238E27FC236}">
                      <a16:creationId xmlns:a16="http://schemas.microsoft.com/office/drawing/2014/main" id="{712B1101-76AE-C30D-7265-C8A5D2918F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23650" y="2733934"/>
                  <a:ext cx="382529" cy="4320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0" lang="en-US" altLang="en-US" sz="1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339966"/>
                            </a:solidFill>
                            <a:effectLst/>
                            <a:latin typeface="Cambria Math" panose="02040503050406030204" pitchFamily="18" charset="0"/>
                          </a:rPr>
                          <m:t>Φ</m:t>
                        </m:r>
                      </m:oMath>
                    </m:oMathPara>
                  </a14:m>
                  <a:endParaRPr kumimoji="0" lang="en-US" altLang="en-US" sz="1400" b="0" u="none" strike="noStrike" cap="none" normalizeH="0" baseline="0">
                    <a:ln>
                      <a:noFill/>
                    </a:ln>
                    <a:solidFill>
                      <a:srgbClr val="339966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51" name="Rectangle 28">
                  <a:extLst>
                    <a:ext uri="{FF2B5EF4-FFF2-40B4-BE49-F238E27FC236}">
                      <a16:creationId xmlns:a16="http://schemas.microsoft.com/office/drawing/2014/main" id="{712B1101-76AE-C30D-7265-C8A5D2918F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23650" y="2733934"/>
                  <a:ext cx="382529" cy="432034"/>
                </a:xfrm>
                <a:prstGeom prst="rect">
                  <a:avLst/>
                </a:prstGeom>
                <a:blipFill>
                  <a:blip r:embed="rId6"/>
                  <a:stretch>
                    <a:fillRect l="-19355" r="-19355" b="-857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Freeform 29">
              <a:extLst>
                <a:ext uri="{FF2B5EF4-FFF2-40B4-BE49-F238E27FC236}">
                  <a16:creationId xmlns:a16="http://schemas.microsoft.com/office/drawing/2014/main" id="{F8AD2C3C-21AF-F096-83F6-21B73772A078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692650" y="3365500"/>
              <a:ext cx="169863" cy="357188"/>
            </a:xfrm>
            <a:custGeom>
              <a:avLst/>
              <a:gdLst>
                <a:gd name="T0" fmla="*/ 86 w 101"/>
                <a:gd name="T1" fmla="*/ 210 h 210"/>
                <a:gd name="T2" fmla="*/ 101 w 101"/>
                <a:gd name="T3" fmla="*/ 121 h 210"/>
                <a:gd name="T4" fmla="*/ 96 w 101"/>
                <a:gd name="T5" fmla="*/ 56 h 210"/>
                <a:gd name="T6" fmla="*/ 78 w 101"/>
                <a:gd name="T7" fmla="*/ 16 h 210"/>
                <a:gd name="T8" fmla="*/ 52 w 101"/>
                <a:gd name="T9" fmla="*/ 0 h 210"/>
                <a:gd name="T10" fmla="*/ 27 w 101"/>
                <a:gd name="T11" fmla="*/ 9 h 210"/>
                <a:gd name="T12" fmla="*/ 7 w 101"/>
                <a:gd name="T13" fmla="*/ 40 h 210"/>
                <a:gd name="T14" fmla="*/ 0 w 101"/>
                <a:gd name="T15" fmla="*/ 95 h 210"/>
                <a:gd name="T16" fmla="*/ 11 w 101"/>
                <a:gd name="T17" fmla="*/ 172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" h="210">
                  <a:moveTo>
                    <a:pt x="86" y="210"/>
                  </a:moveTo>
                  <a:lnTo>
                    <a:pt x="101" y="121"/>
                  </a:lnTo>
                  <a:lnTo>
                    <a:pt x="96" y="56"/>
                  </a:lnTo>
                  <a:lnTo>
                    <a:pt x="78" y="16"/>
                  </a:lnTo>
                  <a:lnTo>
                    <a:pt x="52" y="0"/>
                  </a:lnTo>
                  <a:lnTo>
                    <a:pt x="27" y="9"/>
                  </a:lnTo>
                  <a:lnTo>
                    <a:pt x="7" y="40"/>
                  </a:lnTo>
                  <a:lnTo>
                    <a:pt x="0" y="95"/>
                  </a:lnTo>
                  <a:lnTo>
                    <a:pt x="11" y="17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53" name="Freeform 30">
              <a:extLst>
                <a:ext uri="{FF2B5EF4-FFF2-40B4-BE49-F238E27FC236}">
                  <a16:creationId xmlns:a16="http://schemas.microsoft.com/office/drawing/2014/main" id="{F49C055A-17F3-688F-ED98-ABE0A5A8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9788" y="3405188"/>
              <a:ext cx="84138" cy="115888"/>
            </a:xfrm>
            <a:custGeom>
              <a:avLst/>
              <a:gdLst>
                <a:gd name="T0" fmla="*/ 44 w 53"/>
                <a:gd name="T1" fmla="*/ 0 h 73"/>
                <a:gd name="T2" fmla="*/ 0 w 53"/>
                <a:gd name="T3" fmla="*/ 59 h 73"/>
                <a:gd name="T4" fmla="*/ 31 w 53"/>
                <a:gd name="T5" fmla="*/ 47 h 73"/>
                <a:gd name="T6" fmla="*/ 53 w 53"/>
                <a:gd name="T7" fmla="*/ 73 h 73"/>
                <a:gd name="T8" fmla="*/ 44 w 53"/>
                <a:gd name="T9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73">
                  <a:moveTo>
                    <a:pt x="44" y="0"/>
                  </a:moveTo>
                  <a:lnTo>
                    <a:pt x="0" y="59"/>
                  </a:lnTo>
                  <a:lnTo>
                    <a:pt x="31" y="47"/>
                  </a:lnTo>
                  <a:lnTo>
                    <a:pt x="53" y="73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54" name="Freeform 31">
              <a:extLst>
                <a:ext uri="{FF2B5EF4-FFF2-40B4-BE49-F238E27FC236}">
                  <a16:creationId xmlns:a16="http://schemas.microsoft.com/office/drawing/2014/main" id="{DD670C2F-E88A-E36D-CEB7-35F4500527E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649788" y="3405188"/>
              <a:ext cx="84138" cy="115888"/>
            </a:xfrm>
            <a:custGeom>
              <a:avLst/>
              <a:gdLst>
                <a:gd name="T0" fmla="*/ 42 w 50"/>
                <a:gd name="T1" fmla="*/ 68 h 68"/>
                <a:gd name="T2" fmla="*/ 0 w 50"/>
                <a:gd name="T3" fmla="*/ 13 h 68"/>
                <a:gd name="T4" fmla="*/ 30 w 50"/>
                <a:gd name="T5" fmla="*/ 24 h 68"/>
                <a:gd name="T6" fmla="*/ 50 w 50"/>
                <a:gd name="T7" fmla="*/ 0 h 68"/>
                <a:gd name="T8" fmla="*/ 42 w 50"/>
                <a:gd name="T9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8">
                  <a:moveTo>
                    <a:pt x="42" y="68"/>
                  </a:moveTo>
                  <a:lnTo>
                    <a:pt x="0" y="13"/>
                  </a:lnTo>
                  <a:lnTo>
                    <a:pt x="30" y="24"/>
                  </a:lnTo>
                  <a:lnTo>
                    <a:pt x="50" y="0"/>
                  </a:lnTo>
                  <a:lnTo>
                    <a:pt x="42" y="6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55" name="Line 33">
              <a:extLst>
                <a:ext uri="{FF2B5EF4-FFF2-40B4-BE49-F238E27FC236}">
                  <a16:creationId xmlns:a16="http://schemas.microsoft.com/office/drawing/2014/main" id="{312627A7-C0EB-A554-B17D-F06BEBD103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1100" y="3162300"/>
              <a:ext cx="1841500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56" name="Freeform 34">
              <a:extLst>
                <a:ext uri="{FF2B5EF4-FFF2-40B4-BE49-F238E27FC236}">
                  <a16:creationId xmlns:a16="http://schemas.microsoft.com/office/drawing/2014/main" id="{DA67BA6B-F1EE-D463-FEB0-04453AC43BB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1638" y="3117850"/>
              <a:ext cx="107950" cy="88900"/>
            </a:xfrm>
            <a:custGeom>
              <a:avLst/>
              <a:gdLst>
                <a:gd name="T0" fmla="*/ 68 w 68"/>
                <a:gd name="T1" fmla="*/ 28 h 56"/>
                <a:gd name="T2" fmla="*/ 0 w 68"/>
                <a:gd name="T3" fmla="*/ 0 h 56"/>
                <a:gd name="T4" fmla="*/ 20 w 68"/>
                <a:gd name="T5" fmla="*/ 28 h 56"/>
                <a:gd name="T6" fmla="*/ 0 w 68"/>
                <a:gd name="T7" fmla="*/ 56 h 56"/>
                <a:gd name="T8" fmla="*/ 68 w 68"/>
                <a:gd name="T9" fmla="*/ 28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56">
                  <a:moveTo>
                    <a:pt x="68" y="28"/>
                  </a:moveTo>
                  <a:lnTo>
                    <a:pt x="0" y="0"/>
                  </a:lnTo>
                  <a:lnTo>
                    <a:pt x="20" y="28"/>
                  </a:lnTo>
                  <a:lnTo>
                    <a:pt x="0" y="56"/>
                  </a:lnTo>
                  <a:lnTo>
                    <a:pt x="68" y="28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57" name="Freeform 35">
              <a:extLst>
                <a:ext uri="{FF2B5EF4-FFF2-40B4-BE49-F238E27FC236}">
                  <a16:creationId xmlns:a16="http://schemas.microsoft.com/office/drawing/2014/main" id="{38982715-33D2-6BC1-34C3-F74D811D98A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751638" y="3117850"/>
              <a:ext cx="107950" cy="88900"/>
            </a:xfrm>
            <a:custGeom>
              <a:avLst/>
              <a:gdLst>
                <a:gd name="T0" fmla="*/ 64 w 64"/>
                <a:gd name="T1" fmla="*/ 26 h 52"/>
                <a:gd name="T2" fmla="*/ 0 w 64"/>
                <a:gd name="T3" fmla="*/ 52 h 52"/>
                <a:gd name="T4" fmla="*/ 18 w 64"/>
                <a:gd name="T5" fmla="*/ 26 h 52"/>
                <a:gd name="T6" fmla="*/ 0 w 64"/>
                <a:gd name="T7" fmla="*/ 0 h 52"/>
                <a:gd name="T8" fmla="*/ 64 w 64"/>
                <a:gd name="T9" fmla="*/ 26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52">
                  <a:moveTo>
                    <a:pt x="64" y="26"/>
                  </a:moveTo>
                  <a:lnTo>
                    <a:pt x="0" y="52"/>
                  </a:lnTo>
                  <a:lnTo>
                    <a:pt x="18" y="26"/>
                  </a:lnTo>
                  <a:lnTo>
                    <a:pt x="0" y="0"/>
                  </a:lnTo>
                  <a:lnTo>
                    <a:pt x="64" y="26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58" name="Freeform 38">
              <a:extLst>
                <a:ext uri="{FF2B5EF4-FFF2-40B4-BE49-F238E27FC236}">
                  <a16:creationId xmlns:a16="http://schemas.microsoft.com/office/drawing/2014/main" id="{1222AD93-0A07-A49A-FDC7-F7768F8654E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010400" y="3355975"/>
              <a:ext cx="165100" cy="357188"/>
            </a:xfrm>
            <a:custGeom>
              <a:avLst/>
              <a:gdLst>
                <a:gd name="T0" fmla="*/ 83 w 98"/>
                <a:gd name="T1" fmla="*/ 210 h 210"/>
                <a:gd name="T2" fmla="*/ 98 w 98"/>
                <a:gd name="T3" fmla="*/ 120 h 210"/>
                <a:gd name="T4" fmla="*/ 94 w 98"/>
                <a:gd name="T5" fmla="*/ 56 h 210"/>
                <a:gd name="T6" fmla="*/ 76 w 98"/>
                <a:gd name="T7" fmla="*/ 16 h 210"/>
                <a:gd name="T8" fmla="*/ 51 w 98"/>
                <a:gd name="T9" fmla="*/ 0 h 210"/>
                <a:gd name="T10" fmla="*/ 26 w 98"/>
                <a:gd name="T11" fmla="*/ 8 h 210"/>
                <a:gd name="T12" fmla="*/ 6 w 98"/>
                <a:gd name="T13" fmla="*/ 40 h 210"/>
                <a:gd name="T14" fmla="*/ 0 w 98"/>
                <a:gd name="T15" fmla="*/ 95 h 210"/>
                <a:gd name="T16" fmla="*/ 12 w 98"/>
                <a:gd name="T17" fmla="*/ 172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" h="210">
                  <a:moveTo>
                    <a:pt x="83" y="210"/>
                  </a:moveTo>
                  <a:lnTo>
                    <a:pt x="98" y="120"/>
                  </a:lnTo>
                  <a:lnTo>
                    <a:pt x="94" y="56"/>
                  </a:lnTo>
                  <a:lnTo>
                    <a:pt x="76" y="16"/>
                  </a:lnTo>
                  <a:lnTo>
                    <a:pt x="51" y="0"/>
                  </a:lnTo>
                  <a:lnTo>
                    <a:pt x="26" y="8"/>
                  </a:lnTo>
                  <a:lnTo>
                    <a:pt x="6" y="40"/>
                  </a:lnTo>
                  <a:lnTo>
                    <a:pt x="0" y="95"/>
                  </a:lnTo>
                  <a:lnTo>
                    <a:pt x="12" y="17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59" name="Freeform 39">
              <a:extLst>
                <a:ext uri="{FF2B5EF4-FFF2-40B4-BE49-F238E27FC236}">
                  <a16:creationId xmlns:a16="http://schemas.microsoft.com/office/drawing/2014/main" id="{21FF0A37-6E1B-BB1F-2759-492C7C610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5950" y="3395663"/>
              <a:ext cx="84138" cy="115888"/>
            </a:xfrm>
            <a:custGeom>
              <a:avLst/>
              <a:gdLst>
                <a:gd name="T0" fmla="*/ 45 w 53"/>
                <a:gd name="T1" fmla="*/ 0 h 73"/>
                <a:gd name="T2" fmla="*/ 0 w 53"/>
                <a:gd name="T3" fmla="*/ 59 h 73"/>
                <a:gd name="T4" fmla="*/ 32 w 53"/>
                <a:gd name="T5" fmla="*/ 47 h 73"/>
                <a:gd name="T6" fmla="*/ 53 w 53"/>
                <a:gd name="T7" fmla="*/ 73 h 73"/>
                <a:gd name="T8" fmla="*/ 45 w 53"/>
                <a:gd name="T9" fmla="*/ 0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73">
                  <a:moveTo>
                    <a:pt x="45" y="0"/>
                  </a:moveTo>
                  <a:lnTo>
                    <a:pt x="0" y="59"/>
                  </a:lnTo>
                  <a:lnTo>
                    <a:pt x="32" y="47"/>
                  </a:lnTo>
                  <a:lnTo>
                    <a:pt x="53" y="73"/>
                  </a:lnTo>
                  <a:lnTo>
                    <a:pt x="45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60" name="Freeform 40">
              <a:extLst>
                <a:ext uri="{FF2B5EF4-FFF2-40B4-BE49-F238E27FC236}">
                  <a16:creationId xmlns:a16="http://schemas.microsoft.com/office/drawing/2014/main" id="{1360D3F9-E9D4-4E00-CFEE-DBCB1194BAB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965950" y="3395663"/>
              <a:ext cx="84138" cy="115888"/>
            </a:xfrm>
            <a:custGeom>
              <a:avLst/>
              <a:gdLst>
                <a:gd name="T0" fmla="*/ 42 w 50"/>
                <a:gd name="T1" fmla="*/ 68 h 68"/>
                <a:gd name="T2" fmla="*/ 0 w 50"/>
                <a:gd name="T3" fmla="*/ 13 h 68"/>
                <a:gd name="T4" fmla="*/ 30 w 50"/>
                <a:gd name="T5" fmla="*/ 24 h 68"/>
                <a:gd name="T6" fmla="*/ 50 w 50"/>
                <a:gd name="T7" fmla="*/ 0 h 68"/>
                <a:gd name="T8" fmla="*/ 42 w 50"/>
                <a:gd name="T9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68">
                  <a:moveTo>
                    <a:pt x="42" y="68"/>
                  </a:moveTo>
                  <a:lnTo>
                    <a:pt x="0" y="13"/>
                  </a:lnTo>
                  <a:lnTo>
                    <a:pt x="30" y="24"/>
                  </a:lnTo>
                  <a:lnTo>
                    <a:pt x="50" y="0"/>
                  </a:lnTo>
                  <a:lnTo>
                    <a:pt x="42" y="68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Rectangle 28">
                  <a:extLst>
                    <a:ext uri="{FF2B5EF4-FFF2-40B4-BE49-F238E27FC236}">
                      <a16:creationId xmlns:a16="http://schemas.microsoft.com/office/drawing/2014/main" id="{4C5FE0D5-364D-FAD7-FF43-E533666323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751638" y="3619530"/>
                  <a:ext cx="925143" cy="4937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CMMI10" charset="0"/>
                          </a:rPr>
                          <m:t>𝑡𝑟𝑢𝑒</m:t>
                        </m:r>
                      </m:oMath>
                    </m:oMathPara>
                  </a14:m>
                  <a:endPara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1" name="Rectangle 28">
                  <a:extLst>
                    <a:ext uri="{FF2B5EF4-FFF2-40B4-BE49-F238E27FC236}">
                      <a16:creationId xmlns:a16="http://schemas.microsoft.com/office/drawing/2014/main" id="{4C5FE0D5-364D-FAD7-FF43-E533666323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51638" y="3619530"/>
                  <a:ext cx="925143" cy="493752"/>
                </a:xfrm>
                <a:prstGeom prst="rect">
                  <a:avLst/>
                </a:prstGeom>
                <a:blipFill>
                  <a:blip r:embed="rId7"/>
                  <a:stretch>
                    <a:fillRect l="-6579" r="-5263" b="-75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Rectangle 28">
                  <a:extLst>
                    <a:ext uri="{FF2B5EF4-FFF2-40B4-BE49-F238E27FC236}">
                      <a16:creationId xmlns:a16="http://schemas.microsoft.com/office/drawing/2014/main" id="{B58D797D-2C58-7483-92E4-672B3A7DC7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00696" y="3607227"/>
                  <a:ext cx="925143" cy="4937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CMMI10" charset="0"/>
                          </a:rPr>
                          <m:t>𝑡𝑟𝑢𝑒</m:t>
                        </m:r>
                      </m:oMath>
                    </m:oMathPara>
                  </a14:m>
                  <a:endParaRPr kumimoji="0" lang="en-US" altLang="en-US" sz="11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62" name="Rectangle 28">
                  <a:extLst>
                    <a:ext uri="{FF2B5EF4-FFF2-40B4-BE49-F238E27FC236}">
                      <a16:creationId xmlns:a16="http://schemas.microsoft.com/office/drawing/2014/main" id="{B58D797D-2C58-7483-92E4-672B3A7DC79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00696" y="3607227"/>
                  <a:ext cx="925143" cy="493752"/>
                </a:xfrm>
                <a:prstGeom prst="rect">
                  <a:avLst/>
                </a:prstGeom>
                <a:blipFill>
                  <a:blip r:embed="rId8"/>
                  <a:stretch>
                    <a:fillRect l="-8000" r="-5333" b="-75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Rectangle 28">
                  <a:extLst>
                    <a:ext uri="{FF2B5EF4-FFF2-40B4-BE49-F238E27FC236}">
                      <a16:creationId xmlns:a16="http://schemas.microsoft.com/office/drawing/2014/main" id="{7224EF42-65F7-05D5-275E-F2E984EFAD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2487" y="3697727"/>
                  <a:ext cx="382529" cy="43203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0" lang="en-US" altLang="en-US" sz="1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339966"/>
                            </a:solidFill>
                            <a:effectLst/>
                            <a:latin typeface="Cambria Math" panose="02040503050406030204" pitchFamily="18" charset="0"/>
                          </a:rPr>
                          <m:t>Φ</m:t>
                        </m:r>
                      </m:oMath>
                    </m:oMathPara>
                  </a14:m>
                  <a:endParaRPr kumimoji="0" lang="en-US" altLang="en-US" sz="1400" b="0" u="none" strike="noStrike" cap="none" normalizeH="0" baseline="0">
                    <a:ln>
                      <a:noFill/>
                    </a:ln>
                    <a:solidFill>
                      <a:srgbClr val="339966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63" name="Rectangle 28">
                  <a:extLst>
                    <a:ext uri="{FF2B5EF4-FFF2-40B4-BE49-F238E27FC236}">
                      <a16:creationId xmlns:a16="http://schemas.microsoft.com/office/drawing/2014/main" id="{7224EF42-65F7-05D5-275E-F2E984EFAD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62487" y="3697727"/>
                  <a:ext cx="382529" cy="432035"/>
                </a:xfrm>
                <a:prstGeom prst="rect">
                  <a:avLst/>
                </a:prstGeom>
                <a:blipFill>
                  <a:blip r:embed="rId6"/>
                  <a:stretch>
                    <a:fillRect l="-18750" r="-15625" b="-555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Rectangle 28">
                  <a:extLst>
                    <a:ext uri="{FF2B5EF4-FFF2-40B4-BE49-F238E27FC236}">
                      <a16:creationId xmlns:a16="http://schemas.microsoft.com/office/drawing/2014/main" id="{B3CD920B-BFFB-46C4-184F-13A776FFEF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689583" y="2733934"/>
                  <a:ext cx="652550" cy="4320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US" sz="1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339966"/>
                            </a:solidFill>
                            <a:effectLst/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m:rPr>
                            <m:sty m:val="p"/>
                          </m:rPr>
                          <a:rPr kumimoji="0" lang="en-US" altLang="en-US" sz="1400" b="0" i="0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339966"/>
                            </a:solidFill>
                            <a:effectLst/>
                            <a:latin typeface="Cambria Math" panose="02040503050406030204" pitchFamily="18" charset="0"/>
                          </a:rPr>
                          <m:t>Φ</m:t>
                        </m:r>
                      </m:oMath>
                    </m:oMathPara>
                  </a14:m>
                  <a:endParaRPr kumimoji="0" lang="en-US" altLang="en-US" sz="1400" b="0" u="none" strike="noStrike" cap="none" normalizeH="0" baseline="0">
                    <a:ln>
                      <a:noFill/>
                    </a:ln>
                    <a:solidFill>
                      <a:srgbClr val="339966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64" name="Rectangle 28">
                  <a:extLst>
                    <a:ext uri="{FF2B5EF4-FFF2-40B4-BE49-F238E27FC236}">
                      <a16:creationId xmlns:a16="http://schemas.microsoft.com/office/drawing/2014/main" id="{B3CD920B-BFFB-46C4-184F-13A776FFEF6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689583" y="2733934"/>
                  <a:ext cx="652550" cy="432034"/>
                </a:xfrm>
                <a:prstGeom prst="rect">
                  <a:avLst/>
                </a:prstGeom>
                <a:blipFill>
                  <a:blip r:embed="rId9"/>
                  <a:stretch>
                    <a:fillRect l="-1852" r="-9259" b="-857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47" y="-38100"/>
            <a:ext cx="7772400" cy="1143000"/>
          </a:xfrm>
        </p:spPr>
        <p:txBody>
          <a:bodyPr>
            <a:normAutofit/>
          </a:bodyPr>
          <a:lstStyle/>
          <a:p>
            <a:pPr rtl="0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הוכחה שגויה!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981700" y="6858000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09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11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Content Placeholder 65">
                <a:extLst>
                  <a:ext uri="{FF2B5EF4-FFF2-40B4-BE49-F238E27FC236}">
                    <a16:creationId xmlns:a16="http://schemas.microsoft.com/office/drawing/2014/main" id="{2AD8ECCD-E349-88E2-1C4C-986944E3560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81000" y="1320225"/>
                <a:ext cx="8455843" cy="4800600"/>
              </a:xfrm>
            </p:spPr>
            <p:txBody>
              <a:bodyPr>
                <a:noAutofit/>
              </a:bodyPr>
              <a:lstStyle/>
              <a:p>
                <a:pPr marL="0" indent="0">
                  <a:spcAft>
                    <a:spcPts val="600"/>
                  </a:spcAft>
                  <a:buNone/>
                </a:pPr>
                <a:r>
                  <a:rPr lang="he-IL" sz="2400" u="sng" dirty="0">
                    <a:latin typeface="Gisha" panose="020B0502040204020203" pitchFamily="34" charset="-79"/>
                    <a:cs typeface="Gisha" panose="020B0502040204020203" pitchFamily="34" charset="-79"/>
                  </a:rPr>
                  <a:t>טענה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 לא קיימת תכונה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שהיא גם שְׁמוּרָה וגם הַתְמָדָה</a:t>
                </a: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he-IL" sz="2400" u="sng" dirty="0">
                    <a:latin typeface="Gisha" panose="020B0502040204020203" pitchFamily="34" charset="-79"/>
                    <a:cs typeface="Gisha" panose="020B0502040204020203" pitchFamily="34" charset="-79"/>
                  </a:rPr>
                  <a:t>הוכחה</a:t>
                </a: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: </a:t>
                </a:r>
              </a:p>
              <a:p>
                <a:pPr marL="644525" indent="-342900">
                  <a:spcAft>
                    <a:spcPts val="1200"/>
                  </a:spcAft>
                  <a:buFont typeface="Wingdings 2" panose="05020102010507070707" pitchFamily="18" charset="2"/>
                  <a:buChar char=""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נניח ש-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היא תכונת הַתְמָדָה עבור תנאי המצב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Φ</m:t>
                    </m:r>
                  </m:oMath>
                </a14:m>
                <a:endParaRPr lang="he-IL" sz="2400" b="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644525" indent="-342900">
                  <a:spcAft>
                    <a:spcPts val="1200"/>
                  </a:spcAft>
                  <a:buFont typeface="Wingdings 2" panose="05020102010507070707" pitchFamily="18" charset="2"/>
                  <a:buChar char=""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כל מילה  </a:t>
                </a:r>
                <a14:m>
                  <m:oMath xmlns:m="http://schemas.openxmlformats.org/officeDocument/2006/math">
                    <m:r>
                      <a:rPr lang="he-IL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ℒ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¬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Φ</m:t>
                            </m:r>
                          </m:e>
                        </m:d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Φ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𝜔</m:t>
                            </m:r>
                          </m:sup>
                        </m:sSup>
                      </m:e>
                    </m:d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מקיימת את התכונה</a:t>
                </a:r>
              </a:p>
              <a:p>
                <a:pPr marL="644525" indent="-342900">
                  <a:spcAft>
                    <a:spcPts val="1200"/>
                  </a:spcAft>
                  <a:buFont typeface="Wingdings 2" panose="05020102010507070707" pitchFamily="18" charset="2"/>
                  <a:buChar char=""/>
                </a:pPr>
                <a:r>
                  <a:rPr lang="he-IL" sz="2400" dirty="0">
                    <a:solidFill>
                      <a:srgbClr val="C0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נניח בשלילה ש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</m:oMath>
                </a14:m>
                <a:r>
                  <a:rPr lang="en-US" sz="2400" dirty="0">
                    <a:solidFill>
                      <a:srgbClr val="C0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</a:t>
                </a:r>
                <a:r>
                  <a:rPr lang="he-IL" sz="2400" dirty="0">
                    <a:solidFill>
                      <a:srgbClr val="C0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היא גם גם תכונת שְׁמוּרָה עבור תנאי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Φ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′</m:t>
                    </m:r>
                  </m:oMath>
                </a14:m>
                <a:endParaRPr lang="en-US" sz="2400" dirty="0">
                  <a:solidFill>
                    <a:srgbClr val="C0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644525" indent="-342900">
                  <a:spcAft>
                    <a:spcPts val="1200"/>
                  </a:spcAft>
                  <a:buFont typeface="Wingdings 2" panose="05020102010507070707" pitchFamily="18" charset="2"/>
                  <a:buChar char=""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כיוון ש-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מקיימת את התכונה,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′</m:t>
                        </m:r>
                      </m:sup>
                    </m:sSup>
                  </m:oMath>
                </a14:m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644525" indent="-342900">
                  <a:spcAft>
                    <a:spcPts val="1200"/>
                  </a:spcAft>
                  <a:buFont typeface="Wingdings 2" panose="05020102010507070707" pitchFamily="18" charset="2"/>
                  <a:buChar char=""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לפי הנחת השלילה, </a:t>
                </a:r>
                <a14:m>
                  <m:oMath xmlns:m="http://schemas.openxmlformats.org/officeDocument/2006/math">
                    <m:r>
                      <a:rPr lang="he-IL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he-IL" sz="24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𝜔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</m:oMath>
                </a14:m>
                <a:endParaRPr lang="he-IL" sz="2400" b="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644525" indent="-342900">
                  <a:spcAft>
                    <a:spcPts val="1200"/>
                  </a:spcAft>
                  <a:buFont typeface="Wingdings 2" panose="05020102010507070707" pitchFamily="18" charset="2"/>
                  <a:buChar char=""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אבל </a:t>
                </a:r>
                <a14:m>
                  <m:oMath xmlns:m="http://schemas.openxmlformats.org/officeDocument/2006/math">
                    <m:r>
                      <a:rPr lang="he-IL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𝜎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he-IL" sz="24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𝜔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∈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ℒ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¬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  <a:cs typeface="Gisha" panose="020B0502040204020203" pitchFamily="34" charset="-79"/>
                                  </a:rPr>
                                  <m:t>Φ</m:t>
                                </m:r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cs typeface="Gisha" panose="020B0502040204020203" pitchFamily="34" charset="-79"/>
                              </a:rPr>
                              <m:t>𝜔</m:t>
                            </m:r>
                          </m:sup>
                        </m:sSup>
                      </m:e>
                    </m:d>
                  </m:oMath>
                </a14:m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644525" indent="-342900">
                  <a:spcAft>
                    <a:spcPts val="1200"/>
                  </a:spcAft>
                  <a:buFont typeface="Wingdings 2" panose="05020102010507070707" pitchFamily="18" charset="2"/>
                  <a:buChar char=""/>
                </a:pPr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בסתירה להנחה ש-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</m:oMath>
                </a14:m>
                <a:r>
                  <a:rPr lang="he-IL" sz="24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היא תכונת הַתְמָדָה עבור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Φ</m:t>
                    </m:r>
                  </m:oMath>
                </a14:m>
                <a:endParaRPr lang="he-IL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spcAft>
                    <a:spcPts val="600"/>
                  </a:spcAft>
                </a:pPr>
                <a:endParaRPr lang="en-US" sz="24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6" name="Content Placeholder 65">
                <a:extLst>
                  <a:ext uri="{FF2B5EF4-FFF2-40B4-BE49-F238E27FC236}">
                    <a16:creationId xmlns:a16="http://schemas.microsoft.com/office/drawing/2014/main" id="{2AD8ECCD-E349-88E2-1C4C-986944E356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81000" y="1320225"/>
                <a:ext cx="8455843" cy="4800600"/>
              </a:xfrm>
              <a:blipFill>
                <a:blip r:embed="rId2"/>
                <a:stretch>
                  <a:fillRect t="-1144" r="-1081" b="-10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D5072B36-EC7A-E453-22BC-FD678903CC47}"/>
              </a:ext>
            </a:extLst>
          </p:cNvPr>
          <p:cNvSpPr txBox="1"/>
          <p:nvPr/>
        </p:nvSpPr>
        <p:spPr>
          <a:xfrm>
            <a:off x="381000" y="5116556"/>
            <a:ext cx="20329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e-IL" sz="1600">
                <a:latin typeface="Gisha" panose="020B0502040204020203" pitchFamily="34" charset="-79"/>
                <a:cs typeface="Gisha" panose="020B0502040204020203" pitchFamily="34" charset="-79"/>
              </a:rPr>
              <a:t>איפה הטעות בהוכחה?</a:t>
            </a:r>
          </a:p>
          <a:p>
            <a:pPr algn="ctr"/>
            <a:r>
              <a:rPr lang="he-IL" sz="1600">
                <a:latin typeface="Gisha" panose="020B0502040204020203" pitchFamily="34" charset="-79"/>
                <a:cs typeface="Gisha" panose="020B0502040204020203" pitchFamily="34" charset="-79"/>
              </a:rPr>
              <a:t>מצאו דוגמה נגדית</a:t>
            </a:r>
          </a:p>
        </p:txBody>
      </p:sp>
      <p:pic>
        <p:nvPicPr>
          <p:cNvPr id="68" name="Graphic 67" descr="Owl">
            <a:extLst>
              <a:ext uri="{FF2B5EF4-FFF2-40B4-BE49-F238E27FC236}">
                <a16:creationId xmlns:a16="http://schemas.microsoft.com/office/drawing/2014/main" id="{D34B2A2A-C96C-B853-EAF5-491482B2C7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2862" y="4481364"/>
            <a:ext cx="569204" cy="569204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C46E50B5-682A-74E7-C39C-8A3A3CD914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506838"/>
            <a:ext cx="1238916" cy="123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330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3502" y="-123247"/>
            <a:ext cx="7772400" cy="1143000"/>
          </a:xfrm>
        </p:spPr>
        <p:txBody>
          <a:bodyPr>
            <a:normAutofit/>
          </a:bodyPr>
          <a:lstStyle/>
          <a:p>
            <a:r>
              <a:rPr lang="he-IL" sz="3600">
                <a:solidFill>
                  <a:schemeClr val="accent5">
                    <a:lumMod val="7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תכונות הַתְמָדָה הן לא תכונות שְׁמוּרָה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z="1200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09 יוני 25</a:t>
            </a:fld>
            <a:endParaRPr lang="he-IL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z="1200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12</a:t>
            </a:fld>
            <a:endParaRPr lang="he-IL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Oval 5"/>
          <p:cNvSpPr/>
          <p:nvPr/>
        </p:nvSpPr>
        <p:spPr>
          <a:xfrm>
            <a:off x="598098" y="1371600"/>
            <a:ext cx="8164902" cy="434340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20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7" name="Oval 6"/>
          <p:cNvSpPr/>
          <p:nvPr/>
        </p:nvSpPr>
        <p:spPr>
          <a:xfrm>
            <a:off x="4648200" y="2057400"/>
            <a:ext cx="4038600" cy="2971800"/>
          </a:xfrm>
          <a:prstGeom prst="ellipse">
            <a:avLst/>
          </a:prstGeom>
          <a:noFill/>
          <a:ln w="19050">
            <a:solidFill>
              <a:srgbClr val="0000F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 sz="20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878202" y="2304685"/>
                <a:ext cx="1045351" cy="40094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dirty="0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 dirty="0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 dirty="0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 dirty="0" smtClean="0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000" i="1" dirty="0" smtClean="0">
                                      <a:solidFill>
                                        <a:srgbClr val="7030A0"/>
                                      </a:solidFill>
                                      <a:latin typeface="Cambria Math"/>
                                    </a:rPr>
                                    <m:t>𝐴𝑃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000" b="0" i="1" dirty="0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𝜔</m:t>
                          </m:r>
                        </m:sup>
                      </m:sSup>
                    </m:oMath>
                  </m:oMathPara>
                </a14:m>
                <a:endParaRPr lang="he-IL" sz="2000">
                  <a:solidFill>
                    <a:srgbClr val="7030A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202" y="2304685"/>
                <a:ext cx="1045351" cy="400944"/>
              </a:xfrm>
              <a:prstGeom prst="rect">
                <a:avLst/>
              </a:prstGeom>
              <a:blipFill>
                <a:blip r:embed="rId3"/>
                <a:stretch>
                  <a:fillRect t="-7576" r="-9302" b="-2575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683990" y="2197018"/>
            <a:ext cx="2034531" cy="830997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he-IL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תכונות בטיחות</a:t>
            </a:r>
          </a:p>
          <a:p>
            <a:pPr algn="ctr"/>
            <a:r>
              <a:rPr lang="he-IL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רגולריות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92165" y="1828060"/>
                <a:ext cx="1558760" cy="830997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ctr"/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תכונות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-רגולריות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2165" y="1828060"/>
                <a:ext cx="1558760" cy="830997"/>
              </a:xfrm>
              <a:prstGeom prst="rect">
                <a:avLst/>
              </a:prstGeom>
              <a:blipFill>
                <a:blip r:embed="rId4"/>
                <a:stretch>
                  <a:fillRect l="-10547" t="-6618" b="-1544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/>
          <p:cNvSpPr/>
          <p:nvPr/>
        </p:nvSpPr>
        <p:spPr>
          <a:xfrm>
            <a:off x="4659702" y="3290743"/>
            <a:ext cx="2286000" cy="962314"/>
          </a:xfrm>
          <a:prstGeom prst="ellipse">
            <a:avLst/>
          </a:prstGeom>
          <a:noFill/>
          <a:ln w="19050">
            <a:solidFill>
              <a:srgbClr val="0000FF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dk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92376" y="3521339"/>
            <a:ext cx="1941557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4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תכונות שְׁמוּרָה</a:t>
            </a:r>
          </a:p>
        </p:txBody>
      </p:sp>
      <p:sp>
        <p:nvSpPr>
          <p:cNvPr id="13" name="Oval 12"/>
          <p:cNvSpPr/>
          <p:nvPr/>
        </p:nvSpPr>
        <p:spPr>
          <a:xfrm>
            <a:off x="2198298" y="3290743"/>
            <a:ext cx="2438400" cy="96231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dk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345227" y="3510290"/>
            <a:ext cx="2044149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תכונות הַתְמָדָה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520675" y="5908600"/>
                <a:ext cx="6543402" cy="707886"/>
              </a:xfrm>
              <a:prstGeom prst="rect">
                <a:avLst/>
              </a:prstGeom>
              <a:solidFill>
                <a:srgbClr val="FFFF99"/>
              </a:solidFill>
              <a:ln>
                <a:noFill/>
              </a:ln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ctr"/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תכונות הַתְמָדָה ימלאו, עבור תכונות </a:t>
                </a:r>
                <a14:m>
                  <m:oMath xmlns:m="http://schemas.openxmlformats.org/officeDocument/2006/math">
                    <m:r>
                      <a:rPr lang="he-IL" sz="2000" b="0" i="1" smtClean="0">
                        <a:latin typeface="Cambria Math"/>
                      </a:rPr>
                      <m:t>𝜔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-רגולריות, את התפקיד שמילאו תכונות שְׁמוּרָה עבור תכונות בטיחות רגולריות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675" y="5908600"/>
                <a:ext cx="6543402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/>
          <p:cNvSpPr>
            <a:spLocks noChangeAspect="1"/>
          </p:cNvSpPr>
          <p:nvPr/>
        </p:nvSpPr>
        <p:spPr>
          <a:xfrm>
            <a:off x="4603630" y="3676650"/>
            <a:ext cx="98298" cy="98298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18" name="Straight Arrow Connector 17"/>
          <p:cNvCxnSpPr>
            <a:stCxn id="8" idx="2"/>
          </p:cNvCxnSpPr>
          <p:nvPr/>
        </p:nvCxnSpPr>
        <p:spPr>
          <a:xfrm>
            <a:off x="4400878" y="2705629"/>
            <a:ext cx="213200" cy="933085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211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בדיקת הַתְמָדָה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09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13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-152400" y="1295400"/>
                <a:ext cx="8886092" cy="5181600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מטרה: לקבוע אם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he-IL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he-IL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⊭</m:t>
                    </m:r>
                    <m:sSub>
                      <m:sSubPr>
                        <m:ctrlPr>
                          <a:rPr lang="he-IL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𝑝𝑒𝑟𝑠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Φ</m:t>
                            </m:r>
                          </m:e>
                        </m:d>
                      </m:sub>
                    </m:sSub>
                  </m:oMath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  <a:spcAft>
                    <a:spcPts val="1800"/>
                  </a:spcAft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אם יש </a:t>
                </a: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מצב נגיש </a:t>
                </a:r>
                <a:r>
                  <a:rPr lang="en-US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ב-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כך ש-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he-IL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⊭</m:t>
                    </m:r>
                    <m:r>
                      <m:rPr>
                        <m:sty m:val="p"/>
                      </m:rPr>
                      <a:rPr lang="en-US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ו-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sz="2400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נמצא </a:t>
                </a:r>
                <a:r>
                  <a:rPr lang="he-IL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על מעגל</a:t>
                </a: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  <a:spcAft>
                    <a:spcPts val="600"/>
                  </a:spcAft>
                </a:pPr>
                <a:endParaRPr lang="he-IL" sz="2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  <a:spcAft>
                    <a:spcPts val="600"/>
                  </a:spcAft>
                </a:pPr>
                <a:endParaRPr lang="en-US" sz="24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בגלל ש-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נגיש, קיים מקטע מסלול התחלתי המסתיים ב-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בגלל ש-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>
                    <a:solidFill>
                      <a:schemeClr val="tx1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נמצא על מעגל, ה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מקטע יכול להמשך למקטע אינסופי</a:t>
                </a:r>
                <a:endParaRPr lang="he-IL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lnSpc>
                    <a:spcPct val="11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עלולה לבקר במצב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אינסוף פעמים ולכן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he-IL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he-IL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⊭</m:t>
                    </m:r>
                    <m:sSub>
                      <m:sSubPr>
                        <m:ctrlPr>
                          <a:rPr lang="he-IL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𝑝𝑒𝑟𝑠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Φ</m:t>
                            </m:r>
                          </m:e>
                        </m:d>
                      </m:sub>
                    </m:sSub>
                  </m:oMath>
                </a14:m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  <a:p>
                <a:pPr>
                  <a:lnSpc>
                    <a:spcPct val="120000"/>
                  </a:lnSpc>
                  <a:spcBef>
                    <a:spcPts val="1200"/>
                  </a:spcBef>
                  <a:spcAft>
                    <a:spcPts val="600"/>
                  </a:spcAft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אם לא קיים כזה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אז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he-IL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he-IL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𝑝𝑒𝑟𝑠</m:t>
                        </m:r>
                        <m:d>
                          <m:dPr>
                            <m:ctrlPr>
                              <a:rPr lang="en-US" sz="24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Φ</m:t>
                            </m:r>
                          </m:e>
                        </m:d>
                      </m:sub>
                    </m:sSub>
                  </m:oMath>
                </a14:m>
                <a:endParaRPr lang="en-US" sz="2400">
                  <a:solidFill>
                    <a:srgbClr val="0099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-152400" y="1295400"/>
                <a:ext cx="8886092" cy="5181600"/>
              </a:xfrm>
              <a:blipFill>
                <a:blip r:embed="rId2"/>
                <a:stretch>
                  <a:fillRect r="-549" b="-35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/>
          <p:cNvGrpSpPr/>
          <p:nvPr/>
        </p:nvGrpSpPr>
        <p:grpSpPr>
          <a:xfrm>
            <a:off x="2819400" y="2667000"/>
            <a:ext cx="3810000" cy="1219883"/>
            <a:chOff x="1846385" y="2819400"/>
            <a:chExt cx="7139749" cy="2286000"/>
          </a:xfrm>
        </p:grpSpPr>
        <p:sp>
          <p:nvSpPr>
            <p:cNvPr id="28" name="Arc 27"/>
            <p:cNvSpPr/>
            <p:nvPr/>
          </p:nvSpPr>
          <p:spPr>
            <a:xfrm rot="9308863">
              <a:off x="5638800" y="2819400"/>
              <a:ext cx="2209800" cy="2286000"/>
            </a:xfrm>
            <a:prstGeom prst="arc">
              <a:avLst>
                <a:gd name="adj1" fmla="val 49815"/>
                <a:gd name="adj2" fmla="val 21242082"/>
              </a:avLst>
            </a:prstGeom>
            <a:noFill/>
            <a:ln w="38100">
              <a:headEnd type="none" w="med" len="med"/>
              <a:tailEnd type="stealth" w="lg" len="lg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971800" y="3886200"/>
              <a:ext cx="685800" cy="685800"/>
            </a:xfrm>
            <a:prstGeom prst="rect">
              <a:avLst/>
            </a:prstGeom>
            <a:ln w="38100"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396753" y="3832412"/>
              <a:ext cx="685800" cy="685800"/>
            </a:xfrm>
            <a:prstGeom prst="rect">
              <a:avLst/>
            </a:prstGeom>
            <a:ln w="38100"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/>
                <p:cNvSpPr/>
                <p:nvPr/>
              </p:nvSpPr>
              <p:spPr>
                <a:xfrm>
                  <a:off x="7558184" y="3676170"/>
                  <a:ext cx="685800" cy="685800"/>
                </a:xfrm>
                <a:prstGeom prst="rect">
                  <a:avLst/>
                </a:prstGeom>
                <a:ln w="38100"/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sz="200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8184" y="3676170"/>
                  <a:ext cx="685800" cy="6858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7843774" y="4247350"/>
                  <a:ext cx="1142360" cy="7497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oMath>
                    </m:oMathPara>
                  </a14:m>
                  <a:endParaRPr lang="en-US" sz="2000">
                    <a:solidFill>
                      <a:schemeClr val="accent3">
                        <a:lumMod val="50000"/>
                      </a:schemeClr>
                    </a:solidFill>
                    <a:latin typeface="cmr10"/>
                  </a:endParaRPr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3774" y="4247350"/>
                  <a:ext cx="1142360" cy="74978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Freeform 34"/>
            <p:cNvSpPr/>
            <p:nvPr/>
          </p:nvSpPr>
          <p:spPr>
            <a:xfrm>
              <a:off x="1846385" y="3707845"/>
              <a:ext cx="1099038" cy="535550"/>
            </a:xfrm>
            <a:custGeom>
              <a:avLst/>
              <a:gdLst>
                <a:gd name="connsiteX0" fmla="*/ 1099038 w 1099038"/>
                <a:gd name="connsiteY0" fmla="*/ 512463 h 535550"/>
                <a:gd name="connsiteX1" fmla="*/ 624253 w 1099038"/>
                <a:gd name="connsiteY1" fmla="*/ 486086 h 535550"/>
                <a:gd name="connsiteX2" fmla="*/ 290146 w 1099038"/>
                <a:gd name="connsiteY2" fmla="*/ 72847 h 535550"/>
                <a:gd name="connsiteX3" fmla="*/ 0 w 1099038"/>
                <a:gd name="connsiteY3" fmla="*/ 2509 h 53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9038" h="535550">
                  <a:moveTo>
                    <a:pt x="1099038" y="512463"/>
                  </a:moveTo>
                  <a:cubicBezTo>
                    <a:pt x="929053" y="535909"/>
                    <a:pt x="759068" y="559355"/>
                    <a:pt x="624253" y="486086"/>
                  </a:cubicBezTo>
                  <a:cubicBezTo>
                    <a:pt x="489438" y="412817"/>
                    <a:pt x="394188" y="153443"/>
                    <a:pt x="290146" y="72847"/>
                  </a:cubicBezTo>
                  <a:cubicBezTo>
                    <a:pt x="186104" y="-7749"/>
                    <a:pt x="93052" y="-2620"/>
                    <a:pt x="0" y="2509"/>
                  </a:cubicBezTo>
                </a:path>
              </a:pathLst>
            </a:custGeom>
            <a:noFill/>
            <a:ln w="38100">
              <a:headEnd type="stealth" w="lg" len="lg"/>
              <a:tailEnd type="none" w="med" len="med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he-IL" sz="2000">
                <a:solidFill>
                  <a:schemeClr val="tx1"/>
                </a:solidFill>
              </a:endParaRPr>
            </a:p>
          </p:txBody>
        </p:sp>
        <p:sp>
          <p:nvSpPr>
            <p:cNvPr id="36" name="Freeform 35"/>
            <p:cNvSpPr/>
            <p:nvPr/>
          </p:nvSpPr>
          <p:spPr>
            <a:xfrm>
              <a:off x="3648808" y="4176348"/>
              <a:ext cx="1714499" cy="175855"/>
            </a:xfrm>
            <a:custGeom>
              <a:avLst/>
              <a:gdLst>
                <a:gd name="connsiteX0" fmla="*/ 1714500 w 1714500"/>
                <a:gd name="connsiteY0" fmla="*/ 10446 h 186292"/>
                <a:gd name="connsiteX1" fmla="*/ 1512277 w 1714500"/>
                <a:gd name="connsiteY1" fmla="*/ 19238 h 186292"/>
                <a:gd name="connsiteX2" fmla="*/ 1107830 w 1714500"/>
                <a:gd name="connsiteY2" fmla="*/ 186292 h 186292"/>
                <a:gd name="connsiteX3" fmla="*/ 641838 w 1714500"/>
                <a:gd name="connsiteY3" fmla="*/ 19238 h 186292"/>
                <a:gd name="connsiteX4" fmla="*/ 334107 w 1714500"/>
                <a:gd name="connsiteY4" fmla="*/ 54408 h 186292"/>
                <a:gd name="connsiteX5" fmla="*/ 0 w 1714500"/>
                <a:gd name="connsiteY5" fmla="*/ 71992 h 186292"/>
                <a:gd name="connsiteX0" fmla="*/ 1714500 w 1714500"/>
                <a:gd name="connsiteY0" fmla="*/ 1 h 175856"/>
                <a:gd name="connsiteX1" fmla="*/ 1107830 w 1714500"/>
                <a:gd name="connsiteY1" fmla="*/ 175847 h 175856"/>
                <a:gd name="connsiteX2" fmla="*/ 641838 w 1714500"/>
                <a:gd name="connsiteY2" fmla="*/ 8793 h 175856"/>
                <a:gd name="connsiteX3" fmla="*/ 334107 w 1714500"/>
                <a:gd name="connsiteY3" fmla="*/ 43963 h 175856"/>
                <a:gd name="connsiteX4" fmla="*/ 0 w 1714500"/>
                <a:gd name="connsiteY4" fmla="*/ 61547 h 1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4500" h="175856">
                  <a:moveTo>
                    <a:pt x="1714500" y="1"/>
                  </a:moveTo>
                  <a:cubicBezTo>
                    <a:pt x="1588111" y="36636"/>
                    <a:pt x="1286607" y="174382"/>
                    <a:pt x="1107830" y="175847"/>
                  </a:cubicBezTo>
                  <a:cubicBezTo>
                    <a:pt x="929053" y="177312"/>
                    <a:pt x="770792" y="30774"/>
                    <a:pt x="641838" y="8793"/>
                  </a:cubicBezTo>
                  <a:cubicBezTo>
                    <a:pt x="512884" y="-13188"/>
                    <a:pt x="441080" y="35171"/>
                    <a:pt x="334107" y="43963"/>
                  </a:cubicBezTo>
                  <a:cubicBezTo>
                    <a:pt x="227134" y="52755"/>
                    <a:pt x="113567" y="57151"/>
                    <a:pt x="0" y="61547"/>
                  </a:cubicBezTo>
                </a:path>
              </a:pathLst>
            </a:custGeom>
            <a:noFill/>
            <a:ln w="38100">
              <a:headEnd type="stealth" w="lg" len="lg"/>
              <a:tailEnd type="none" w="med" len="med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he-IL" sz="2000">
                <a:solidFill>
                  <a:schemeClr val="tx1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980035" y="3104990"/>
              <a:ext cx="1331351" cy="749786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r"/>
              <a:r>
                <a:rPr lang="he-IL" sz="2000">
                  <a:solidFill>
                    <a:schemeClr val="accent3">
                      <a:lumMod val="50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מעגל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022362" y="3977482"/>
            <a:ext cx="2695045" cy="9219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08247" y="5622994"/>
            <a:ext cx="5777065" cy="5164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10037" y="2545232"/>
            <a:ext cx="4340395" cy="426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6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5436"/>
            <a:ext cx="7772400" cy="1143000"/>
          </a:xfrm>
        </p:spPr>
        <p:txBody>
          <a:bodyPr>
            <a:normAutofit/>
          </a:bodyPr>
          <a:lstStyle/>
          <a:p>
            <a:r>
              <a:rPr lang="he-IL" sz="3200">
                <a:latin typeface="Gisha" panose="020B0502040204020203" pitchFamily="34" charset="-79"/>
                <a:cs typeface="Gisha" panose="020B0502040204020203" pitchFamily="34" charset="-79"/>
              </a:rPr>
              <a:t>תזכורת: מערכת מעברים הנוצרת </a:t>
            </a:r>
            <a:br>
              <a:rPr lang="en-US" sz="320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3200">
                <a:latin typeface="Gisha" panose="020B0502040204020203" pitchFamily="34" charset="-79"/>
                <a:cs typeface="Gisha" panose="020B0502040204020203" pitchFamily="34" charset="-79"/>
              </a:rPr>
              <a:t>מֵהַרְכָּבַת אוטומט עם מערכת מעברים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67500" y="7086599"/>
            <a:ext cx="2476500" cy="476250"/>
          </a:xfrm>
        </p:spPr>
        <p:txBody>
          <a:bodyPr/>
          <a:lstStyle/>
          <a:p>
            <a:fld id="{A7F926B5-663A-4127-A287-7B83208B40AD}" type="datetime8">
              <a:rPr lang="he-IL" sz="1200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09 יוני 25</a:t>
            </a:fld>
            <a:endParaRPr lang="he-IL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z="1200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14</a:t>
            </a:fld>
            <a:endParaRPr lang="he-IL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76200" y="1410876"/>
                <a:ext cx="8610600" cy="5486399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6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עבור מערכת מעברים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𝑇𝑆</m:t>
                    </m:r>
                    <m:r>
                      <m:rPr>
                        <m:nor/>
                      </m:rPr>
                      <a:rPr lang="en-US" sz="2000" i="0" dirty="0"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err="1">
                            <a:latin typeface="Cambria Math"/>
                          </a:rPr>
                          <m:t>𝑆</m:t>
                        </m:r>
                        <m:r>
                          <a:rPr lang="en-US" sz="2000" i="1" dirty="0">
                            <a:latin typeface="Cambria Math"/>
                          </a:rPr>
                          <m:t>, </m:t>
                        </m:r>
                        <m:r>
                          <a:rPr lang="en-US" sz="2000" i="1" dirty="0">
                            <a:latin typeface="Cambria Math"/>
                          </a:rPr>
                          <m:t>𝐴𝑐𝑡</m:t>
                        </m:r>
                        <m:r>
                          <a:rPr lang="en-US" sz="2000" i="1" dirty="0">
                            <a:latin typeface="Cambria Math"/>
                          </a:rPr>
                          <m:t>, →, </m:t>
                        </m:r>
                        <m:r>
                          <a:rPr lang="en-US" sz="2000" i="1" dirty="0">
                            <a:latin typeface="Cambria Math"/>
                          </a:rPr>
                          <m:t>𝐼</m:t>
                        </m:r>
                        <m:r>
                          <a:rPr lang="en-US" sz="2000" i="1" dirty="0">
                            <a:latin typeface="Cambria Math"/>
                          </a:rPr>
                          <m:t>, </m:t>
                        </m:r>
                        <m:r>
                          <a:rPr lang="en-US" sz="2000" i="1" dirty="0">
                            <a:latin typeface="Cambria Math"/>
                          </a:rPr>
                          <m:t>𝐴𝑃</m:t>
                        </m:r>
                        <m:r>
                          <a:rPr lang="en-US" sz="2000" i="1" dirty="0">
                            <a:latin typeface="Cambria Math"/>
                          </a:rPr>
                          <m:t>, </m:t>
                        </m:r>
                        <m:r>
                          <a:rPr lang="en-US" sz="2000" i="1" dirty="0">
                            <a:latin typeface="Cambria Math"/>
                          </a:rPr>
                          <m:t>𝐿</m:t>
                        </m:r>
                      </m:e>
                    </m:d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ואוטומט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𝒜</m:t>
                    </m:r>
                    <m:r>
                      <m:rPr>
                        <m:nor/>
                      </m:rPr>
                      <a:rPr lang="en-US" sz="2000" i="0" dirty="0">
                        <a:latin typeface="Gisha" panose="020B0502040204020203" pitchFamily="34" charset="-79"/>
                        <a:cs typeface="Gisha" panose="020B0502040204020203" pitchFamily="34" charset="-79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err="1">
                            <a:latin typeface="Cambria Math"/>
                          </a:rPr>
                          <m:t>𝑄</m:t>
                        </m:r>
                        <m:r>
                          <a:rPr lang="en-US" sz="2000" i="1" dirty="0">
                            <a:latin typeface="Cambria Math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000" dirty="0">
                            <a:latin typeface="Cambria Math"/>
                          </a:rPr>
                          <m:t>Σ</m:t>
                        </m:r>
                        <m:r>
                          <a:rPr lang="en-US" sz="2000" i="1" dirty="0">
                            <a:latin typeface="Cambria Math"/>
                          </a:rPr>
                          <m:t>, </m:t>
                        </m:r>
                        <m:r>
                          <a:rPr lang="en-US" sz="2000" i="1" dirty="0">
                            <a:latin typeface="Cambria Math"/>
                          </a:rPr>
                          <m:t>𝛿</m:t>
                        </m:r>
                        <m:r>
                          <a:rPr lang="en-US" sz="2000" i="1" dirty="0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sz="2000" i="1" dirty="0">
                            <a:latin typeface="Cambria Math"/>
                          </a:rPr>
                          <m:t>, </m:t>
                        </m:r>
                        <m:r>
                          <a:rPr lang="en-US" sz="2000" i="1" dirty="0" err="1">
                            <a:latin typeface="Cambria Math"/>
                          </a:rPr>
                          <m:t>𝐹</m:t>
                        </m:r>
                      </m:e>
                    </m:d>
                  </m:oMath>
                </a14:m>
                <a:br>
                  <a:rPr lang="en-US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כך ש-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dirty="0">
                        <a:latin typeface="Cambria Math"/>
                      </a:rPr>
                      <m:t>Σ</m:t>
                    </m:r>
                    <m:r>
                      <a:rPr lang="en-US" sz="2000" i="1" dirty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000" i="1" dirty="0">
                            <a:latin typeface="Cambria Math"/>
                          </a:rPr>
                          <m:t>𝐴𝑃</m:t>
                        </m:r>
                      </m:sup>
                    </m:sSup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ו-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/>
                          </a:rPr>
                          <m:t>𝑄</m:t>
                        </m:r>
                      </m:e>
                      <m:sub>
                        <m:r>
                          <a:rPr lang="en-US" sz="2000" i="1" dirty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∩</m:t>
                    </m:r>
                    <m:r>
                      <a:rPr lang="en-US" sz="2000" i="1" dirty="0">
                        <a:latin typeface="Cambria Math"/>
                      </a:rPr>
                      <m:t>𝐹</m:t>
                    </m:r>
                    <m:r>
                      <a:rPr lang="en-US" sz="2000" i="1" dirty="0">
                        <a:latin typeface="Cambria Math"/>
                      </a:rPr>
                      <m:t>=</m:t>
                    </m:r>
                    <m:r>
                      <a:rPr lang="en-US" sz="2000" i="1" dirty="0">
                        <a:latin typeface="Cambria Math"/>
                      </a:rPr>
                      <m:t>∅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הגדרנו מערכת מעברים:</a:t>
                </a:r>
              </a:p>
              <a:p>
                <a:pPr algn="ctr">
                  <a:lnSpc>
                    <a:spcPct val="120000"/>
                  </a:lnSpc>
                  <a:spcBef>
                    <a:spcPts val="1200"/>
                  </a:spcBef>
                  <a:spcAft>
                    <a:spcPts val="1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/>
                        </a:rPr>
                        <m:t>𝑇𝑆</m:t>
                      </m:r>
                      <m:r>
                        <a:rPr lang="en-US" sz="2000" b="0" i="1" dirty="0" smtClean="0">
                          <a:latin typeface="Cambria Math"/>
                        </a:rPr>
                        <m:t>×</m:t>
                      </m:r>
                      <m:r>
                        <a:rPr lang="en-US" sz="2000" b="0" i="1" dirty="0" smtClean="0">
                          <a:latin typeface="Cambria Math"/>
                        </a:rPr>
                        <m:t>𝒜</m:t>
                      </m:r>
                      <m:r>
                        <a:rPr lang="en-US" sz="2000" i="1" dirty="0" smtClean="0">
                          <a:latin typeface="Cambria Math"/>
                        </a:rPr>
                        <m:t> 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𝑆</m:t>
                          </m:r>
                          <m:r>
                            <a:rPr lang="en-US" sz="20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×</m:t>
                          </m:r>
                          <m:r>
                            <a:rPr lang="en-US" sz="2000" b="0" i="1" dirty="0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𝑄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𝐴𝑐𝑡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→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×</m:t>
                              </m:r>
                            </m:sub>
                          </m:sSub>
                          <m:r>
                            <a:rPr lang="en-US" sz="2000" i="1" dirty="0"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×</m:t>
                              </m:r>
                            </m:sub>
                          </m:sSub>
                          <m:r>
                            <a:rPr lang="en-US" sz="2000" i="1" dirty="0">
                              <a:latin typeface="Cambria Math"/>
                            </a:rPr>
                            <m:t>, 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×</m:t>
                              </m:r>
                            </m:sub>
                          </m:sSub>
                          <m:r>
                            <a:rPr lang="en-US" sz="2000" i="1" dirty="0">
                              <a:latin typeface="Cambria Math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 err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000" b="0" i="1" dirty="0" smtClean="0">
                                  <a:latin typeface="Cambria Math"/>
                                </a:rPr>
                                <m:t>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lnSpc>
                    <a:spcPct val="16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he-IL" sz="2000" b="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באשר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𝐴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×</m:t>
                        </m:r>
                      </m:sub>
                    </m:sSub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𝑄</m:t>
                    </m:r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×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𝑠</m:t>
                            </m:r>
                            <m:r>
                              <a:rPr lang="en-US" sz="2000" b="0" i="1" smtClean="0">
                                <a:latin typeface="Cambria Math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/>
                              </a:rPr>
                              <m:t>𝑞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𝑞</m:t>
                        </m:r>
                      </m:e>
                    </m:d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, ו</a:t>
                </a:r>
                <a:r>
                  <a:rPr lang="he-IL" sz="20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יחס המעברים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2000" b="0" i="1" smtClean="0">
                            <a:latin typeface="Cambria Math"/>
                          </a:rPr>
                          <m:t>→</m:t>
                        </m:r>
                      </m:e>
                      <m:sub>
                        <m:r>
                          <a:rPr lang="he-IL" sz="2000" b="0" i="1" smtClean="0">
                            <a:latin typeface="Cambria Math"/>
                          </a:rPr>
                          <m:t>×</m:t>
                        </m:r>
                      </m:sub>
                    </m:sSub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מוגדר ע"י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/>
                            </a:rPr>
                            <m:t>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  ∧   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𝑝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∈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𝛿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𝑞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〈"/>
                              <m:endChr m:val="〉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𝑞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groupChr>
                                <m:groupChrPr>
                                  <m:chr m:val="→"/>
                                  <m:vertJc m:val="bot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𝛼</m:t>
                                  </m:r>
                                </m:e>
                              </m:groupCh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〈</m:t>
                          </m:r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𝑝</m:t>
                          </m:r>
                          <m:r>
                            <a:rPr lang="en-US" sz="2000" b="0" i="1" smtClean="0">
                              <a:latin typeface="Cambria Math"/>
                            </a:rPr>
                            <m:t>〉</m:t>
                          </m:r>
                        </m:den>
                      </m:f>
                    </m:oMath>
                  </m:oMathPara>
                </a14:m>
                <a:endParaRPr lang="he-IL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lnSpc>
                    <a:spcPct val="16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וקבוצת </a:t>
                </a:r>
                <a:r>
                  <a:rPr lang="he-IL" sz="2000" dirty="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מצבי ההתחלה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he-IL" sz="2000" b="0" i="1" smtClean="0">
                            <a:latin typeface="Cambria Math"/>
                          </a:rPr>
                          <m:t>×</m:t>
                        </m:r>
                      </m:sub>
                    </m:sSub>
                  </m:oMath>
                </a14:m>
                <a:r>
                  <a:rPr lang="he-IL" sz="20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מוגדרת ע"י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/>
                            </a:rPr>
                            <m:t>I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/>
                            </a:rPr>
                            <m:t>×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000" b="0" i="0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0000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2000" b="0" i="0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s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2000" b="0" i="0" smtClean="0">
                                      <a:solidFill>
                                        <a:srgbClr val="0000FF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latin typeface="Cambria Math"/>
                                </a:rPr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latin typeface="Cambria Math"/>
                                </a:rPr>
                                <m:t>q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/>
                            </a:rPr>
                            <m:t> :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latin typeface="Cambria Math"/>
                                </a:rPr>
                                <m:t>s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/>
                            </a:rPr>
                            <m:t>∧  ∃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latin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latin typeface="Cambria Math"/>
                                </a:rPr>
                                <m:t>Q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/>
                            </a:rPr>
                            <m:t> .  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/>
                            </a:rPr>
                            <m:t>q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/>
                            </a:rPr>
                            <m:t>∈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/>
                            </a:rPr>
                            <m:t>δ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sz="2000" b="0" i="0" smtClean="0">
                                      <a:latin typeface="Cambria Math"/>
                                    </a:rPr>
                                    <m:t>q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sz="2000" b="0" i="0" smtClean="0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latin typeface="Cambria Math"/>
                                </a:rPr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latin typeface="Cambria Math"/>
                                </a:rPr>
                                <m:t>L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rgbClr val="0000FF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2000" b="0" i="0" smtClean="0">
                                          <a:solidFill>
                                            <a:srgbClr val="0000FF"/>
                                          </a:solidFill>
                                          <a:latin typeface="Cambria Math"/>
                                        </a:rPr>
                                        <m:t>s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sz="2000" b="0" i="0" smtClean="0">
                                          <a:solidFill>
                                            <a:srgbClr val="0000FF"/>
                                          </a:solidFill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he-IL" sz="2000" b="0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 rtl="0">
                  <a:lnSpc>
                    <a:spcPct val="16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0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76200" y="1410876"/>
                <a:ext cx="8610600" cy="5486399"/>
              </a:xfrm>
              <a:blipFill>
                <a:blip r:embed="rId2"/>
                <a:stretch>
                  <a:fillRect r="-7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5809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he-IL" sz="3600">
                    <a:latin typeface="Gisha" panose="020B0502040204020203" pitchFamily="34" charset="-79"/>
                    <a:cs typeface="Gisha" panose="020B0502040204020203" pitchFamily="34" charset="-79"/>
                  </a:rPr>
                  <a:t>משפט: אימות תכונות </a:t>
                </a:r>
                <a14:m>
                  <m:oMath xmlns:m="http://schemas.openxmlformats.org/officeDocument/2006/math">
                    <m:r>
                      <a:rPr lang="he-IL" sz="3600" i="1">
                        <a:latin typeface="Cambria Math"/>
                      </a:rPr>
                      <m:t>𝜔</m:t>
                    </m:r>
                  </m:oMath>
                </a14:m>
                <a:r>
                  <a:rPr lang="he-IL" sz="3600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-רגולרית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542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z="1200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09 יוני 25</a:t>
            </a:fld>
            <a:endParaRPr lang="he-IL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z="1200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15</a:t>
            </a:fld>
            <a:endParaRPr lang="he-IL" sz="12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762000" y="1143000"/>
                <a:ext cx="7696200" cy="4800600"/>
              </a:xfrm>
            </p:spPr>
            <p:txBody>
              <a:bodyPr>
                <a:normAutofit/>
              </a:bodyPr>
              <a:lstStyle/>
              <a:p>
                <a:pPr>
                  <a:buNone/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עבור:</a:t>
                </a:r>
              </a:p>
              <a:p>
                <a:pPr lvl="1"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𝑇𝑆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מערכת מעברים בלי מצבים סופיים מעל  </a:t>
                </a:r>
                <a14:m>
                  <m:oMath xmlns:m="http://schemas.openxmlformats.org/officeDocument/2006/math">
                    <m:r>
                      <a:rPr lang="he-IL" sz="2000" i="1" dirty="0" smtClean="0">
                        <a:latin typeface="Cambria Math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</a:rPr>
                      <m:t>𝐴𝑃</m:t>
                    </m:r>
                  </m:oMath>
                </a14:m>
                <a:endParaRPr lang="en-US" sz="2000" i="1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</a:rPr>
                      <m:t>𝑃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תכונה </a:t>
                </a:r>
                <a14:m>
                  <m:oMath xmlns:m="http://schemas.openxmlformats.org/officeDocument/2006/math">
                    <m:r>
                      <a:rPr lang="he-IL" sz="2000" i="1">
                        <a:latin typeface="Cambria Math"/>
                      </a:rPr>
                      <m:t>𝜔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-רגולרית </a:t>
                </a:r>
                <a:endParaRPr lang="en-US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𝒜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אוטומט בלתי חוסם כך ש-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𝜔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𝒜</m:t>
                        </m:r>
                      </m:e>
                    </m:d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𝐴𝑃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/>
                          </a:rPr>
                          <m:t>𝜔</m:t>
                        </m:r>
                      </m:sup>
                    </m:sSup>
                    <m:r>
                      <a:rPr lang="en-US" sz="2000" b="0" i="1" smtClean="0">
                        <a:latin typeface="Cambria Math"/>
                      </a:rPr>
                      <m:t>∖</m:t>
                    </m:r>
                    <m:r>
                      <a:rPr lang="en-US" sz="2000" b="0" i="1" smtClean="0">
                        <a:latin typeface="Cambria Math"/>
                      </a:rPr>
                      <m:t>𝑃</m:t>
                    </m:r>
                  </m:oMath>
                </a14:m>
                <a:endParaRPr lang="he-IL" sz="2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buNone/>
                </a:pPr>
                <a:r>
                  <a:rPr lang="en-US" sz="2000">
                    <a:latin typeface="Gisha" panose="020B0502040204020203" pitchFamily="34" charset="-79"/>
                    <a:cs typeface="Gisha" panose="020B0502040204020203" pitchFamily="34" charset="-79"/>
                  </a:rPr>
                  <a:t>	</a:t>
                </a:r>
              </a:p>
              <a:p>
                <a:pPr>
                  <a:buNone/>
                </a:pPr>
                <a:r>
                  <a:rPr lang="he-IL" sz="24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התכונות הבאות שקולות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marL="777240" lvl="1" indent="-457200" algn="l" rtl="0">
                  <a:lnSpc>
                    <a:spcPct val="150000"/>
                  </a:lnSpc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TS</m:t>
                    </m:r>
                    <m:r>
                      <a:rPr lang="en-US" b="0" i="0" smtClean="0">
                        <a:latin typeface="Cambria Math"/>
                        <a:ea typeface="Cambria Math"/>
                      </a:rPr>
                      <m:t>⊨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P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777240" lvl="1" indent="-457200" algn="l" rtl="0">
                  <a:lnSpc>
                    <a:spcPct val="150000"/>
                  </a:lnSpc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Traces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TS</m:t>
                        </m:r>
                      </m:e>
                    </m:d>
                    <m:r>
                      <a:rPr lang="en-US" b="0" i="0" smtClean="0">
                        <a:latin typeface="Cambria Math"/>
                      </a:rPr>
                      <m:t>∩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0">
                            <a:latin typeface="Cambria Math"/>
                          </a:rPr>
                          <m:t>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>
                            <a:latin typeface="Cambria Math"/>
                          </a:rPr>
                          <m:t>ω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0">
                            <a:latin typeface="Cambria Math"/>
                          </a:rPr>
                          <m:t>𝒜</m:t>
                        </m:r>
                      </m:e>
                    </m:d>
                    <m:r>
                      <a:rPr lang="en-US" b="0" i="0" smtClean="0">
                        <a:latin typeface="Cambria Math"/>
                      </a:rPr>
                      <m:t>=</m:t>
                    </m:r>
                    <m:r>
                      <a:rPr lang="en-US" b="0" i="0" smtClean="0">
                        <a:latin typeface="Cambria Math"/>
                      </a:rPr>
                      <m:t>∅</m:t>
                    </m:r>
                  </m:oMath>
                </a14:m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777240" lvl="1" indent="-457200" algn="l" rtl="0">
                  <a:lnSpc>
                    <a:spcPct val="150000"/>
                  </a:lnSpc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TS</m:t>
                    </m:r>
                    <m:r>
                      <a:rPr lang="en-US" b="0" i="0" smtClean="0">
                        <a:latin typeface="Cambria Math"/>
                      </a:rPr>
                      <m:t>×</m:t>
                    </m:r>
                    <m:r>
                      <a:rPr lang="en-US" b="0" i="0" smtClean="0">
                        <a:latin typeface="Cambria Math"/>
                      </a:rPr>
                      <m:t>𝒜</m:t>
                    </m:r>
                    <m:r>
                      <a:rPr lang="en-US" b="0" i="0" smtClean="0">
                        <a:latin typeface="Cambria Math"/>
                        <a:ea typeface="Cambria Math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pers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σ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i="0">
                                <a:latin typeface="Cambria Math" panose="02040503050406030204" pitchFamily="18" charset="0"/>
                              </a:rPr>
                              <m:t>F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∅</m:t>
                            </m:r>
                          </m:e>
                        </m:d>
                      </m:sub>
                    </m:sSub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762000" y="1143000"/>
                <a:ext cx="7696200" cy="4800600"/>
              </a:xfrm>
              <a:blipFill>
                <a:blip r:embed="rId3"/>
                <a:stretch>
                  <a:fillRect t="-1144" r="-110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33400" y="6136203"/>
                <a:ext cx="8229600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מסקנה: בדיקת תכונה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𝜔</m:t>
                    </m:r>
                  </m:oMath>
                </a14:m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-רגולרית שקולה לבדיקת תכונת הַתְמָדָה על</a:t>
                </a:r>
                <a:r>
                  <a:rPr lang="en-US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𝑇𝑆×𝒜 </a:t>
                </a:r>
                <a:endParaRPr lang="he-IL" sz="20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6136203"/>
                <a:ext cx="822960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3022DD1-A404-92D3-FE3D-6BDFC0BA5D9D}"/>
              </a:ext>
            </a:extLst>
          </p:cNvPr>
          <p:cNvSpPr txBox="1"/>
          <p:nvPr/>
        </p:nvSpPr>
        <p:spPr>
          <a:xfrm>
            <a:off x="6396494" y="4845143"/>
            <a:ext cx="15969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e-IL" sz="1600">
                <a:latin typeface="Gisha" panose="020B0502040204020203" pitchFamily="34" charset="-79"/>
                <a:cs typeface="Gisha" panose="020B0502040204020203" pitchFamily="34" charset="-79"/>
              </a:rPr>
              <a:t>הוכיחו טענה זאת</a:t>
            </a:r>
          </a:p>
        </p:txBody>
      </p:sp>
      <p:pic>
        <p:nvPicPr>
          <p:cNvPr id="8" name="Graphic 7" descr="Owl">
            <a:extLst>
              <a:ext uri="{FF2B5EF4-FFF2-40B4-BE49-F238E27FC236}">
                <a16:creationId xmlns:a16="http://schemas.microsoft.com/office/drawing/2014/main" id="{E6524F6A-F4A8-024A-8C19-8A18436994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10346" y="4209951"/>
            <a:ext cx="569204" cy="5692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אינסוף פעמים ירוק?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09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16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51578" y="1339334"/>
                <a:ext cx="247183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𝑇𝑆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578" y="1339334"/>
                <a:ext cx="247183" cy="369332"/>
              </a:xfrm>
              <a:prstGeom prst="rect">
                <a:avLst/>
              </a:prstGeom>
              <a:blipFill>
                <a:blip r:embed="rId2"/>
                <a:stretch>
                  <a:fillRect t="-10000" r="-124390" b="-26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949629" y="1343500"/>
                <a:ext cx="247183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/>
                        </a:rPr>
                        <m:t>𝒜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9629" y="1343500"/>
                <a:ext cx="247183" cy="369332"/>
              </a:xfrm>
              <a:prstGeom prst="rect">
                <a:avLst/>
              </a:prstGeom>
              <a:blipFill>
                <a:blip r:embed="rId3"/>
                <a:stretch>
                  <a:fillRect t="-8197" r="-107500" b="-2459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659747" y="3200187"/>
                <a:ext cx="99328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/>
                        </a:rPr>
                        <m:t>𝑇𝑆</m:t>
                      </m:r>
                      <m:r>
                        <a:rPr lang="en-US" b="0" i="1" dirty="0" smtClean="0">
                          <a:latin typeface="Cambria Math"/>
                        </a:rPr>
                        <m:t>×</m:t>
                      </m:r>
                      <m:r>
                        <a:rPr lang="en-US" b="0" i="1" dirty="0" smtClean="0">
                          <a:latin typeface="Cambria Math"/>
                        </a:rPr>
                        <m:t>𝒜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9747" y="3200187"/>
                <a:ext cx="993285" cy="369332"/>
              </a:xfrm>
              <a:prstGeom prst="rect">
                <a:avLst/>
              </a:prstGeom>
              <a:blipFill>
                <a:blip r:embed="rId4"/>
                <a:stretch>
                  <a:fillRect t="-9836" r="-7975" b="-2459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086405" y="1047690"/>
            <a:ext cx="4560865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0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אוטומט למילים שאינן מקיימות את התכונה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524561" y="6248400"/>
                <a:ext cx="3658054" cy="40011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אין מעגל המכיל מצב המתויג ב-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he-IL" sz="2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4561" y="6248400"/>
                <a:ext cx="3658054" cy="400110"/>
              </a:xfrm>
              <a:prstGeom prst="rect">
                <a:avLst/>
              </a:prstGeom>
              <a:blipFill>
                <a:blip r:embed="rId5"/>
                <a:stretch>
                  <a:fillRect l="-2667" t="-7576" r="-1833" b="-2575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339267" y="1905000"/>
                <a:ext cx="595831" cy="50292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i="1">
                  <a:solidFill>
                    <a:schemeClr val="dk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267" y="1905000"/>
                <a:ext cx="595831" cy="5029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066800" y="1905744"/>
                <a:ext cx="595831" cy="50292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dk1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he-IL" i="1">
                  <a:solidFill>
                    <a:schemeClr val="dk1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1905744"/>
                <a:ext cx="595831" cy="5029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endCxn id="15" idx="1"/>
          </p:cNvCxnSpPr>
          <p:nvPr/>
        </p:nvCxnSpPr>
        <p:spPr>
          <a:xfrm>
            <a:off x="739087" y="2157204"/>
            <a:ext cx="32771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1662631" y="2038480"/>
            <a:ext cx="676636" cy="7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1659747" y="2299346"/>
            <a:ext cx="67952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1096491" y="2373868"/>
                <a:ext cx="79149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𝑟𝑒𝑑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491" y="2373868"/>
                <a:ext cx="791499" cy="369332"/>
              </a:xfrm>
              <a:prstGeom prst="rect">
                <a:avLst/>
              </a:prstGeom>
              <a:blipFill>
                <a:blip r:embed="rId8"/>
                <a:stretch>
                  <a:fillRect t="-8197" r="-9231" b="-2459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569637" y="2386435"/>
                <a:ext cx="104304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𝑔𝑟𝑒𝑒𝑛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9637" y="2386435"/>
                <a:ext cx="1043042" cy="369332"/>
              </a:xfrm>
              <a:prstGeom prst="rect">
                <a:avLst/>
              </a:prstGeom>
              <a:blipFill>
                <a:blip r:embed="rId9"/>
                <a:stretch>
                  <a:fillRect t="-8197" r="-7018" b="-2459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/>
          <p:cNvGrpSpPr/>
          <p:nvPr/>
        </p:nvGrpSpPr>
        <p:grpSpPr>
          <a:xfrm>
            <a:off x="1989438" y="3608994"/>
            <a:ext cx="4960405" cy="2567464"/>
            <a:chOff x="-2895600" y="3201909"/>
            <a:chExt cx="4960405" cy="25674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-2679865" y="3586286"/>
                  <a:ext cx="872566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679865" y="3586286"/>
                  <a:ext cx="872566" cy="4572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/>
            <p:cNvCxnSpPr>
              <a:endCxn id="12" idx="1"/>
            </p:cNvCxnSpPr>
            <p:nvPr/>
          </p:nvCxnSpPr>
          <p:spPr>
            <a:xfrm>
              <a:off x="-2895600" y="3814886"/>
              <a:ext cx="215735" cy="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/>
                <p:cNvSpPr/>
                <p:nvPr/>
              </p:nvSpPr>
              <p:spPr>
                <a:xfrm>
                  <a:off x="-2680025" y="4962284"/>
                  <a:ext cx="872566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4" name="Rectangle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680025" y="4962284"/>
                  <a:ext cx="872566" cy="4572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/>
                <p:cNvSpPr/>
                <p:nvPr/>
              </p:nvSpPr>
              <p:spPr>
                <a:xfrm>
                  <a:off x="-743813" y="3581400"/>
                  <a:ext cx="872566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5" name="Rectangle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43813" y="3581400"/>
                  <a:ext cx="872566" cy="4572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/>
                <p:cNvSpPr/>
                <p:nvPr/>
              </p:nvSpPr>
              <p:spPr>
                <a:xfrm>
                  <a:off x="-743813" y="4962284"/>
                  <a:ext cx="872566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43813" y="4962284"/>
                  <a:ext cx="872566" cy="4572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/>
                <p:cNvSpPr/>
                <p:nvPr/>
              </p:nvSpPr>
              <p:spPr>
                <a:xfrm>
                  <a:off x="1192239" y="3586094"/>
                  <a:ext cx="872566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8" name="Rectangle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2239" y="3586094"/>
                  <a:ext cx="872566" cy="45720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/>
                <p:cNvSpPr/>
                <p:nvPr/>
              </p:nvSpPr>
              <p:spPr>
                <a:xfrm>
                  <a:off x="1192239" y="4966978"/>
                  <a:ext cx="872566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0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2239" y="4966978"/>
                  <a:ext cx="872566" cy="45720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/>
            <p:cNvCxnSpPr/>
            <p:nvPr/>
          </p:nvCxnSpPr>
          <p:spPr>
            <a:xfrm flipH="1">
              <a:off x="-2438400" y="4043486"/>
              <a:ext cx="160" cy="918798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 flipV="1">
              <a:off x="-2057400" y="4043486"/>
              <a:ext cx="160" cy="918798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flipV="1">
              <a:off x="-1822276" y="4038600"/>
              <a:ext cx="1058442" cy="923684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endCxn id="25" idx="1"/>
            </p:cNvCxnSpPr>
            <p:nvPr/>
          </p:nvCxnSpPr>
          <p:spPr>
            <a:xfrm>
              <a:off x="-959548" y="3810000"/>
              <a:ext cx="215735" cy="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26" idx="0"/>
              <a:endCxn id="25" idx="2"/>
            </p:cNvCxnSpPr>
            <p:nvPr/>
          </p:nvCxnSpPr>
          <p:spPr>
            <a:xfrm flipV="1">
              <a:off x="-307530" y="4038600"/>
              <a:ext cx="0" cy="923684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>
              <a:off x="148774" y="4038600"/>
              <a:ext cx="1049987" cy="9906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 flipH="1">
              <a:off x="1447640" y="4038600"/>
              <a:ext cx="160" cy="918798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 flipV="1">
              <a:off x="1828640" y="4038600"/>
              <a:ext cx="160" cy="918798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/>
                <p:cNvSpPr txBox="1"/>
                <p:nvPr/>
              </p:nvSpPr>
              <p:spPr>
                <a:xfrm>
                  <a:off x="-631019" y="5400041"/>
                  <a:ext cx="6508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31019" y="5400041"/>
                  <a:ext cx="650884" cy="369332"/>
                </a:xfrm>
                <a:prstGeom prst="rect">
                  <a:avLst/>
                </a:prstGeom>
                <a:blipFill>
                  <a:blip r:embed="rId16"/>
                  <a:stretch>
                    <a:fillRect t="-10000" r="-11215" b="-26667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/>
                <p:cNvSpPr txBox="1"/>
                <p:nvPr/>
              </p:nvSpPr>
              <p:spPr>
                <a:xfrm>
                  <a:off x="1303080" y="5400041"/>
                  <a:ext cx="6508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49" name="TextBox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3080" y="5400041"/>
                  <a:ext cx="650884" cy="369332"/>
                </a:xfrm>
                <a:prstGeom prst="rect">
                  <a:avLst/>
                </a:prstGeom>
                <a:blipFill>
                  <a:blip r:embed="rId17"/>
                  <a:stretch>
                    <a:fillRect t="-10000" r="-12150" b="-26667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/>
                <p:cNvSpPr txBox="1"/>
                <p:nvPr/>
              </p:nvSpPr>
              <p:spPr>
                <a:xfrm>
                  <a:off x="-2565118" y="5400041"/>
                  <a:ext cx="6508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50" name="Text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565118" y="5400041"/>
                  <a:ext cx="650884" cy="369332"/>
                </a:xfrm>
                <a:prstGeom prst="rect">
                  <a:avLst/>
                </a:prstGeom>
                <a:blipFill>
                  <a:blip r:embed="rId18"/>
                  <a:stretch>
                    <a:fillRect t="-10000" r="-12264" b="-26667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/>
                <p:cNvSpPr txBox="1"/>
                <p:nvPr/>
              </p:nvSpPr>
              <p:spPr>
                <a:xfrm>
                  <a:off x="-631019" y="3201909"/>
                  <a:ext cx="6508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51" name="TextBox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31019" y="3201909"/>
                  <a:ext cx="650884" cy="369332"/>
                </a:xfrm>
                <a:prstGeom prst="rect">
                  <a:avLst/>
                </a:prstGeom>
                <a:blipFill>
                  <a:blip r:embed="rId19"/>
                  <a:stretch>
                    <a:fillRect t="-8197" r="-11215" b="-24590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1303080" y="3201909"/>
                  <a:ext cx="6508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3080" y="3201909"/>
                  <a:ext cx="650884" cy="369332"/>
                </a:xfrm>
                <a:prstGeom prst="rect">
                  <a:avLst/>
                </a:prstGeom>
                <a:blipFill>
                  <a:blip r:embed="rId20"/>
                  <a:stretch>
                    <a:fillRect t="-8197" r="-12150" b="-24590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-2565118" y="3201909"/>
                  <a:ext cx="6508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565118" y="3201909"/>
                  <a:ext cx="650884" cy="369332"/>
                </a:xfrm>
                <a:prstGeom prst="rect">
                  <a:avLst/>
                </a:prstGeom>
                <a:blipFill>
                  <a:blip r:embed="rId21"/>
                  <a:stretch>
                    <a:fillRect t="-8197" r="-12264" b="-24590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AutoShape 3">
            <a:extLst>
              <a:ext uri="{FF2B5EF4-FFF2-40B4-BE49-F238E27FC236}">
                <a16:creationId xmlns:a16="http://schemas.microsoft.com/office/drawing/2014/main" id="{24B918F8-1B14-FED4-4927-24CA911D6FD4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4432300" y="1670050"/>
            <a:ext cx="4470400" cy="105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A23B2D17-8B7B-9369-02FB-B777D8178D58}"/>
              </a:ext>
            </a:extLst>
          </p:cNvPr>
          <p:cNvSpPr>
            <a:spLocks/>
          </p:cNvSpPr>
          <p:nvPr/>
        </p:nvSpPr>
        <p:spPr bwMode="auto">
          <a:xfrm>
            <a:off x="4749800" y="1771650"/>
            <a:ext cx="471488" cy="477838"/>
          </a:xfrm>
          <a:custGeom>
            <a:avLst/>
            <a:gdLst>
              <a:gd name="T0" fmla="*/ 297 w 297"/>
              <a:gd name="T1" fmla="*/ 150 h 301"/>
              <a:gd name="T2" fmla="*/ 285 w 297"/>
              <a:gd name="T3" fmla="*/ 91 h 301"/>
              <a:gd name="T4" fmla="*/ 254 w 297"/>
              <a:gd name="T5" fmla="*/ 43 h 301"/>
              <a:gd name="T6" fmla="*/ 206 w 297"/>
              <a:gd name="T7" fmla="*/ 11 h 301"/>
              <a:gd name="T8" fmla="*/ 148 w 297"/>
              <a:gd name="T9" fmla="*/ 0 h 301"/>
              <a:gd name="T10" fmla="*/ 90 w 297"/>
              <a:gd name="T11" fmla="*/ 11 h 301"/>
              <a:gd name="T12" fmla="*/ 42 w 297"/>
              <a:gd name="T13" fmla="*/ 43 h 301"/>
              <a:gd name="T14" fmla="*/ 11 w 297"/>
              <a:gd name="T15" fmla="*/ 91 h 301"/>
              <a:gd name="T16" fmla="*/ 0 w 297"/>
              <a:gd name="T17" fmla="*/ 150 h 301"/>
              <a:gd name="T18" fmla="*/ 11 w 297"/>
              <a:gd name="T19" fmla="*/ 209 h 301"/>
              <a:gd name="T20" fmla="*/ 42 w 297"/>
              <a:gd name="T21" fmla="*/ 257 h 301"/>
              <a:gd name="T22" fmla="*/ 90 w 297"/>
              <a:gd name="T23" fmla="*/ 289 h 301"/>
              <a:gd name="T24" fmla="*/ 148 w 297"/>
              <a:gd name="T25" fmla="*/ 301 h 301"/>
              <a:gd name="T26" fmla="*/ 206 w 297"/>
              <a:gd name="T27" fmla="*/ 289 h 301"/>
              <a:gd name="T28" fmla="*/ 254 w 297"/>
              <a:gd name="T29" fmla="*/ 257 h 301"/>
              <a:gd name="T30" fmla="*/ 285 w 297"/>
              <a:gd name="T31" fmla="*/ 209 h 301"/>
              <a:gd name="T32" fmla="*/ 297 w 297"/>
              <a:gd name="T33" fmla="*/ 150 h 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97" h="301">
                <a:moveTo>
                  <a:pt x="297" y="150"/>
                </a:moveTo>
                <a:lnTo>
                  <a:pt x="285" y="91"/>
                </a:lnTo>
                <a:lnTo>
                  <a:pt x="254" y="43"/>
                </a:lnTo>
                <a:lnTo>
                  <a:pt x="206" y="11"/>
                </a:lnTo>
                <a:lnTo>
                  <a:pt x="148" y="0"/>
                </a:lnTo>
                <a:lnTo>
                  <a:pt x="90" y="11"/>
                </a:lnTo>
                <a:lnTo>
                  <a:pt x="42" y="43"/>
                </a:lnTo>
                <a:lnTo>
                  <a:pt x="11" y="91"/>
                </a:lnTo>
                <a:lnTo>
                  <a:pt x="0" y="150"/>
                </a:lnTo>
                <a:lnTo>
                  <a:pt x="11" y="209"/>
                </a:lnTo>
                <a:lnTo>
                  <a:pt x="42" y="257"/>
                </a:lnTo>
                <a:lnTo>
                  <a:pt x="90" y="289"/>
                </a:lnTo>
                <a:lnTo>
                  <a:pt x="148" y="301"/>
                </a:lnTo>
                <a:lnTo>
                  <a:pt x="206" y="289"/>
                </a:lnTo>
                <a:lnTo>
                  <a:pt x="254" y="257"/>
                </a:lnTo>
                <a:lnTo>
                  <a:pt x="285" y="209"/>
                </a:lnTo>
                <a:lnTo>
                  <a:pt x="297" y="150"/>
                </a:lnTo>
                <a:close/>
              </a:path>
            </a:pathLst>
          </a:custGeom>
          <a:solidFill>
            <a:srgbClr val="808080"/>
          </a:solidFill>
          <a:ln w="0">
            <a:solidFill>
              <a:srgbClr val="80808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B94F032A-1384-A47D-794C-A129F33DDB8A}"/>
              </a:ext>
            </a:extLst>
          </p:cNvPr>
          <p:cNvSpPr>
            <a:spLocks/>
          </p:cNvSpPr>
          <p:nvPr/>
        </p:nvSpPr>
        <p:spPr bwMode="auto">
          <a:xfrm>
            <a:off x="4699000" y="1719263"/>
            <a:ext cx="471488" cy="479425"/>
          </a:xfrm>
          <a:custGeom>
            <a:avLst/>
            <a:gdLst>
              <a:gd name="T0" fmla="*/ 297 w 297"/>
              <a:gd name="T1" fmla="*/ 151 h 302"/>
              <a:gd name="T2" fmla="*/ 286 w 297"/>
              <a:gd name="T3" fmla="*/ 92 h 302"/>
              <a:gd name="T4" fmla="*/ 254 w 297"/>
              <a:gd name="T5" fmla="*/ 44 h 302"/>
              <a:gd name="T6" fmla="*/ 207 w 297"/>
              <a:gd name="T7" fmla="*/ 11 h 302"/>
              <a:gd name="T8" fmla="*/ 149 w 297"/>
              <a:gd name="T9" fmla="*/ 0 h 302"/>
              <a:gd name="T10" fmla="*/ 90 w 297"/>
              <a:gd name="T11" fmla="*/ 11 h 302"/>
              <a:gd name="T12" fmla="*/ 43 w 297"/>
              <a:gd name="T13" fmla="*/ 44 h 302"/>
              <a:gd name="T14" fmla="*/ 12 w 297"/>
              <a:gd name="T15" fmla="*/ 92 h 302"/>
              <a:gd name="T16" fmla="*/ 0 w 297"/>
              <a:gd name="T17" fmla="*/ 151 h 302"/>
              <a:gd name="T18" fmla="*/ 12 w 297"/>
              <a:gd name="T19" fmla="*/ 210 h 302"/>
              <a:gd name="T20" fmla="*/ 43 w 297"/>
              <a:gd name="T21" fmla="*/ 258 h 302"/>
              <a:gd name="T22" fmla="*/ 90 w 297"/>
              <a:gd name="T23" fmla="*/ 290 h 302"/>
              <a:gd name="T24" fmla="*/ 149 w 297"/>
              <a:gd name="T25" fmla="*/ 302 h 302"/>
              <a:gd name="T26" fmla="*/ 207 w 297"/>
              <a:gd name="T27" fmla="*/ 290 h 302"/>
              <a:gd name="T28" fmla="*/ 254 w 297"/>
              <a:gd name="T29" fmla="*/ 258 h 302"/>
              <a:gd name="T30" fmla="*/ 286 w 297"/>
              <a:gd name="T31" fmla="*/ 210 h 302"/>
              <a:gd name="T32" fmla="*/ 297 w 297"/>
              <a:gd name="T33" fmla="*/ 151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97" h="302">
                <a:moveTo>
                  <a:pt x="297" y="151"/>
                </a:moveTo>
                <a:lnTo>
                  <a:pt x="286" y="92"/>
                </a:lnTo>
                <a:lnTo>
                  <a:pt x="254" y="44"/>
                </a:lnTo>
                <a:lnTo>
                  <a:pt x="207" y="11"/>
                </a:lnTo>
                <a:lnTo>
                  <a:pt x="149" y="0"/>
                </a:lnTo>
                <a:lnTo>
                  <a:pt x="90" y="11"/>
                </a:lnTo>
                <a:lnTo>
                  <a:pt x="43" y="44"/>
                </a:lnTo>
                <a:lnTo>
                  <a:pt x="12" y="92"/>
                </a:lnTo>
                <a:lnTo>
                  <a:pt x="0" y="151"/>
                </a:lnTo>
                <a:lnTo>
                  <a:pt x="12" y="210"/>
                </a:lnTo>
                <a:lnTo>
                  <a:pt x="43" y="258"/>
                </a:lnTo>
                <a:lnTo>
                  <a:pt x="90" y="290"/>
                </a:lnTo>
                <a:lnTo>
                  <a:pt x="149" y="302"/>
                </a:lnTo>
                <a:lnTo>
                  <a:pt x="207" y="290"/>
                </a:lnTo>
                <a:lnTo>
                  <a:pt x="254" y="258"/>
                </a:lnTo>
                <a:lnTo>
                  <a:pt x="286" y="210"/>
                </a:lnTo>
                <a:lnTo>
                  <a:pt x="297" y="151"/>
                </a:lnTo>
                <a:close/>
              </a:path>
            </a:pathLst>
          </a:custGeom>
          <a:solidFill>
            <a:srgbClr val="FFFACC"/>
          </a:solidFill>
          <a:ln w="0">
            <a:solidFill>
              <a:srgbClr val="FFFACC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DBE8B97A-60FE-8B15-52B8-3F0CA99D9E57}"/>
              </a:ext>
            </a:extLst>
          </p:cNvPr>
          <p:cNvSpPr>
            <a:spLocks/>
          </p:cNvSpPr>
          <p:nvPr/>
        </p:nvSpPr>
        <p:spPr bwMode="auto">
          <a:xfrm flipV="1">
            <a:off x="4699000" y="1719263"/>
            <a:ext cx="471488" cy="479425"/>
          </a:xfrm>
          <a:custGeom>
            <a:avLst/>
            <a:gdLst>
              <a:gd name="T0" fmla="*/ 402 w 402"/>
              <a:gd name="T1" fmla="*/ 201 h 402"/>
              <a:gd name="T2" fmla="*/ 386 w 402"/>
              <a:gd name="T3" fmla="*/ 280 h 402"/>
              <a:gd name="T4" fmla="*/ 343 w 402"/>
              <a:gd name="T5" fmla="*/ 344 h 402"/>
              <a:gd name="T6" fmla="*/ 280 w 402"/>
              <a:gd name="T7" fmla="*/ 387 h 402"/>
              <a:gd name="T8" fmla="*/ 201 w 402"/>
              <a:gd name="T9" fmla="*/ 402 h 402"/>
              <a:gd name="T10" fmla="*/ 122 w 402"/>
              <a:gd name="T11" fmla="*/ 387 h 402"/>
              <a:gd name="T12" fmla="*/ 59 w 402"/>
              <a:gd name="T13" fmla="*/ 344 h 402"/>
              <a:gd name="T14" fmla="*/ 16 w 402"/>
              <a:gd name="T15" fmla="*/ 280 h 402"/>
              <a:gd name="T16" fmla="*/ 0 w 402"/>
              <a:gd name="T17" fmla="*/ 201 h 402"/>
              <a:gd name="T18" fmla="*/ 16 w 402"/>
              <a:gd name="T19" fmla="*/ 123 h 402"/>
              <a:gd name="T20" fmla="*/ 59 w 402"/>
              <a:gd name="T21" fmla="*/ 59 h 402"/>
              <a:gd name="T22" fmla="*/ 122 w 402"/>
              <a:gd name="T23" fmla="*/ 16 h 402"/>
              <a:gd name="T24" fmla="*/ 201 w 402"/>
              <a:gd name="T25" fmla="*/ 0 h 402"/>
              <a:gd name="T26" fmla="*/ 280 w 402"/>
              <a:gd name="T27" fmla="*/ 16 h 402"/>
              <a:gd name="T28" fmla="*/ 343 w 402"/>
              <a:gd name="T29" fmla="*/ 59 h 402"/>
              <a:gd name="T30" fmla="*/ 386 w 402"/>
              <a:gd name="T31" fmla="*/ 123 h 402"/>
              <a:gd name="T32" fmla="*/ 402 w 402"/>
              <a:gd name="T33" fmla="*/ 201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2" h="402">
                <a:moveTo>
                  <a:pt x="402" y="201"/>
                </a:moveTo>
                <a:lnTo>
                  <a:pt x="386" y="280"/>
                </a:lnTo>
                <a:lnTo>
                  <a:pt x="343" y="344"/>
                </a:lnTo>
                <a:lnTo>
                  <a:pt x="280" y="387"/>
                </a:lnTo>
                <a:lnTo>
                  <a:pt x="201" y="402"/>
                </a:lnTo>
                <a:lnTo>
                  <a:pt x="122" y="387"/>
                </a:lnTo>
                <a:lnTo>
                  <a:pt x="59" y="344"/>
                </a:lnTo>
                <a:lnTo>
                  <a:pt x="16" y="280"/>
                </a:lnTo>
                <a:lnTo>
                  <a:pt x="0" y="201"/>
                </a:lnTo>
                <a:lnTo>
                  <a:pt x="16" y="123"/>
                </a:lnTo>
                <a:lnTo>
                  <a:pt x="59" y="59"/>
                </a:lnTo>
                <a:lnTo>
                  <a:pt x="122" y="16"/>
                </a:lnTo>
                <a:lnTo>
                  <a:pt x="201" y="0"/>
                </a:lnTo>
                <a:lnTo>
                  <a:pt x="280" y="16"/>
                </a:lnTo>
                <a:lnTo>
                  <a:pt x="343" y="59"/>
                </a:lnTo>
                <a:lnTo>
                  <a:pt x="386" y="123"/>
                </a:lnTo>
                <a:lnTo>
                  <a:pt x="402" y="201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Rectangle 8">
            <a:extLst>
              <a:ext uri="{FF2B5EF4-FFF2-40B4-BE49-F238E27FC236}">
                <a16:creationId xmlns:a16="http://schemas.microsoft.com/office/drawing/2014/main" id="{20FF2203-AA2D-2392-EF7D-B99B42CD1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0763" y="1771650"/>
            <a:ext cx="2111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MI10" charset="0"/>
                <a:cs typeface="CMMI10" charset="0"/>
              </a:rPr>
              <a:t>q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 9">
            <a:extLst>
              <a:ext uri="{FF2B5EF4-FFF2-40B4-BE49-F238E27FC236}">
                <a16:creationId xmlns:a16="http://schemas.microsoft.com/office/drawing/2014/main" id="{1D10B8A3-4AA0-6DF0-9512-B0A164A7E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5538" y="1871663"/>
            <a:ext cx="144463" cy="19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7" charset="0"/>
                <a:cs typeface="CMR7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Line 10">
            <a:extLst>
              <a:ext uri="{FF2B5EF4-FFF2-40B4-BE49-F238E27FC236}">
                <a16:creationId xmlns:a16="http://schemas.microsoft.com/office/drawing/2014/main" id="{3AC1E75E-F5AF-C748-E190-A49EB77C3B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9288" y="1958975"/>
            <a:ext cx="1873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6" name="Freeform 11">
            <a:extLst>
              <a:ext uri="{FF2B5EF4-FFF2-40B4-BE49-F238E27FC236}">
                <a16:creationId xmlns:a16="http://schemas.microsoft.com/office/drawing/2014/main" id="{A0AE8E1C-5D12-4198-3F88-FE32887A56D8}"/>
              </a:ext>
            </a:extLst>
          </p:cNvPr>
          <p:cNvSpPr>
            <a:spLocks/>
          </p:cNvSpPr>
          <p:nvPr/>
        </p:nvSpPr>
        <p:spPr bwMode="auto">
          <a:xfrm>
            <a:off x="4591050" y="1928813"/>
            <a:ext cx="74613" cy="61913"/>
          </a:xfrm>
          <a:custGeom>
            <a:avLst/>
            <a:gdLst>
              <a:gd name="T0" fmla="*/ 47 w 47"/>
              <a:gd name="T1" fmla="*/ 19 h 39"/>
              <a:gd name="T2" fmla="*/ 0 w 47"/>
              <a:gd name="T3" fmla="*/ 0 h 39"/>
              <a:gd name="T4" fmla="*/ 13 w 47"/>
              <a:gd name="T5" fmla="*/ 19 h 39"/>
              <a:gd name="T6" fmla="*/ 0 w 47"/>
              <a:gd name="T7" fmla="*/ 39 h 39"/>
              <a:gd name="T8" fmla="*/ 47 w 47"/>
              <a:gd name="T9" fmla="*/ 1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" h="39">
                <a:moveTo>
                  <a:pt x="47" y="19"/>
                </a:moveTo>
                <a:lnTo>
                  <a:pt x="0" y="0"/>
                </a:lnTo>
                <a:lnTo>
                  <a:pt x="13" y="19"/>
                </a:lnTo>
                <a:lnTo>
                  <a:pt x="0" y="39"/>
                </a:lnTo>
                <a:lnTo>
                  <a:pt x="47" y="1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7" name="Freeform 12">
            <a:extLst>
              <a:ext uri="{FF2B5EF4-FFF2-40B4-BE49-F238E27FC236}">
                <a16:creationId xmlns:a16="http://schemas.microsoft.com/office/drawing/2014/main" id="{F0501754-89DD-BA7D-FE5B-8E322D4F8259}"/>
              </a:ext>
            </a:extLst>
          </p:cNvPr>
          <p:cNvSpPr>
            <a:spLocks/>
          </p:cNvSpPr>
          <p:nvPr/>
        </p:nvSpPr>
        <p:spPr bwMode="auto">
          <a:xfrm flipV="1">
            <a:off x="4591050" y="1928813"/>
            <a:ext cx="74613" cy="61913"/>
          </a:xfrm>
          <a:custGeom>
            <a:avLst/>
            <a:gdLst>
              <a:gd name="T0" fmla="*/ 64 w 64"/>
              <a:gd name="T1" fmla="*/ 26 h 52"/>
              <a:gd name="T2" fmla="*/ 0 w 64"/>
              <a:gd name="T3" fmla="*/ 52 h 52"/>
              <a:gd name="T4" fmla="*/ 18 w 64"/>
              <a:gd name="T5" fmla="*/ 26 h 52"/>
              <a:gd name="T6" fmla="*/ 0 w 64"/>
              <a:gd name="T7" fmla="*/ 0 h 52"/>
              <a:gd name="T8" fmla="*/ 64 w 64"/>
              <a:gd name="T9" fmla="*/ 26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4" h="52">
                <a:moveTo>
                  <a:pt x="64" y="26"/>
                </a:moveTo>
                <a:lnTo>
                  <a:pt x="0" y="52"/>
                </a:lnTo>
                <a:lnTo>
                  <a:pt x="18" y="26"/>
                </a:lnTo>
                <a:lnTo>
                  <a:pt x="0" y="0"/>
                </a:lnTo>
                <a:lnTo>
                  <a:pt x="64" y="26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9" name="Freeform 13">
            <a:extLst>
              <a:ext uri="{FF2B5EF4-FFF2-40B4-BE49-F238E27FC236}">
                <a16:creationId xmlns:a16="http://schemas.microsoft.com/office/drawing/2014/main" id="{92C27AB8-7D49-33DA-C065-09C1D3FAD887}"/>
              </a:ext>
            </a:extLst>
          </p:cNvPr>
          <p:cNvSpPr>
            <a:spLocks/>
          </p:cNvSpPr>
          <p:nvPr/>
        </p:nvSpPr>
        <p:spPr bwMode="auto">
          <a:xfrm>
            <a:off x="6570663" y="1771650"/>
            <a:ext cx="473075" cy="477838"/>
          </a:xfrm>
          <a:custGeom>
            <a:avLst/>
            <a:gdLst>
              <a:gd name="T0" fmla="*/ 298 w 298"/>
              <a:gd name="T1" fmla="*/ 150 h 301"/>
              <a:gd name="T2" fmla="*/ 286 w 298"/>
              <a:gd name="T3" fmla="*/ 91 h 301"/>
              <a:gd name="T4" fmla="*/ 254 w 298"/>
              <a:gd name="T5" fmla="*/ 43 h 301"/>
              <a:gd name="T6" fmla="*/ 208 w 298"/>
              <a:gd name="T7" fmla="*/ 11 h 301"/>
              <a:gd name="T8" fmla="*/ 149 w 298"/>
              <a:gd name="T9" fmla="*/ 0 h 301"/>
              <a:gd name="T10" fmla="*/ 91 w 298"/>
              <a:gd name="T11" fmla="*/ 11 h 301"/>
              <a:gd name="T12" fmla="*/ 44 w 298"/>
              <a:gd name="T13" fmla="*/ 43 h 301"/>
              <a:gd name="T14" fmla="*/ 12 w 298"/>
              <a:gd name="T15" fmla="*/ 91 h 301"/>
              <a:gd name="T16" fmla="*/ 0 w 298"/>
              <a:gd name="T17" fmla="*/ 150 h 301"/>
              <a:gd name="T18" fmla="*/ 12 w 298"/>
              <a:gd name="T19" fmla="*/ 209 h 301"/>
              <a:gd name="T20" fmla="*/ 44 w 298"/>
              <a:gd name="T21" fmla="*/ 257 h 301"/>
              <a:gd name="T22" fmla="*/ 91 w 298"/>
              <a:gd name="T23" fmla="*/ 289 h 301"/>
              <a:gd name="T24" fmla="*/ 149 w 298"/>
              <a:gd name="T25" fmla="*/ 301 h 301"/>
              <a:gd name="T26" fmla="*/ 208 w 298"/>
              <a:gd name="T27" fmla="*/ 289 h 301"/>
              <a:gd name="T28" fmla="*/ 254 w 298"/>
              <a:gd name="T29" fmla="*/ 257 h 301"/>
              <a:gd name="T30" fmla="*/ 286 w 298"/>
              <a:gd name="T31" fmla="*/ 209 h 301"/>
              <a:gd name="T32" fmla="*/ 298 w 298"/>
              <a:gd name="T33" fmla="*/ 150 h 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98" h="301">
                <a:moveTo>
                  <a:pt x="298" y="150"/>
                </a:moveTo>
                <a:lnTo>
                  <a:pt x="286" y="91"/>
                </a:lnTo>
                <a:lnTo>
                  <a:pt x="254" y="43"/>
                </a:lnTo>
                <a:lnTo>
                  <a:pt x="208" y="11"/>
                </a:lnTo>
                <a:lnTo>
                  <a:pt x="149" y="0"/>
                </a:lnTo>
                <a:lnTo>
                  <a:pt x="91" y="11"/>
                </a:lnTo>
                <a:lnTo>
                  <a:pt x="44" y="43"/>
                </a:lnTo>
                <a:lnTo>
                  <a:pt x="12" y="91"/>
                </a:lnTo>
                <a:lnTo>
                  <a:pt x="0" y="150"/>
                </a:lnTo>
                <a:lnTo>
                  <a:pt x="12" y="209"/>
                </a:lnTo>
                <a:lnTo>
                  <a:pt x="44" y="257"/>
                </a:lnTo>
                <a:lnTo>
                  <a:pt x="91" y="289"/>
                </a:lnTo>
                <a:lnTo>
                  <a:pt x="149" y="301"/>
                </a:lnTo>
                <a:lnTo>
                  <a:pt x="208" y="289"/>
                </a:lnTo>
                <a:lnTo>
                  <a:pt x="254" y="257"/>
                </a:lnTo>
                <a:lnTo>
                  <a:pt x="286" y="209"/>
                </a:lnTo>
                <a:lnTo>
                  <a:pt x="298" y="150"/>
                </a:lnTo>
                <a:close/>
              </a:path>
            </a:pathLst>
          </a:custGeom>
          <a:solidFill>
            <a:srgbClr val="808080"/>
          </a:solidFill>
          <a:ln w="0">
            <a:solidFill>
              <a:srgbClr val="80808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1" name="Freeform 14">
            <a:extLst>
              <a:ext uri="{FF2B5EF4-FFF2-40B4-BE49-F238E27FC236}">
                <a16:creationId xmlns:a16="http://schemas.microsoft.com/office/drawing/2014/main" id="{F00B2AFE-D486-B168-C470-39C5D514AA28}"/>
              </a:ext>
            </a:extLst>
          </p:cNvPr>
          <p:cNvSpPr>
            <a:spLocks/>
          </p:cNvSpPr>
          <p:nvPr/>
        </p:nvSpPr>
        <p:spPr bwMode="auto">
          <a:xfrm>
            <a:off x="6521450" y="1719263"/>
            <a:ext cx="471488" cy="479425"/>
          </a:xfrm>
          <a:custGeom>
            <a:avLst/>
            <a:gdLst>
              <a:gd name="T0" fmla="*/ 297 w 297"/>
              <a:gd name="T1" fmla="*/ 151 h 302"/>
              <a:gd name="T2" fmla="*/ 285 w 297"/>
              <a:gd name="T3" fmla="*/ 92 h 302"/>
              <a:gd name="T4" fmla="*/ 254 w 297"/>
              <a:gd name="T5" fmla="*/ 44 h 302"/>
              <a:gd name="T6" fmla="*/ 207 w 297"/>
              <a:gd name="T7" fmla="*/ 11 h 302"/>
              <a:gd name="T8" fmla="*/ 148 w 297"/>
              <a:gd name="T9" fmla="*/ 0 h 302"/>
              <a:gd name="T10" fmla="*/ 91 w 297"/>
              <a:gd name="T11" fmla="*/ 11 h 302"/>
              <a:gd name="T12" fmla="*/ 43 w 297"/>
              <a:gd name="T13" fmla="*/ 44 h 302"/>
              <a:gd name="T14" fmla="*/ 11 w 297"/>
              <a:gd name="T15" fmla="*/ 92 h 302"/>
              <a:gd name="T16" fmla="*/ 0 w 297"/>
              <a:gd name="T17" fmla="*/ 151 h 302"/>
              <a:gd name="T18" fmla="*/ 11 w 297"/>
              <a:gd name="T19" fmla="*/ 210 h 302"/>
              <a:gd name="T20" fmla="*/ 43 w 297"/>
              <a:gd name="T21" fmla="*/ 258 h 302"/>
              <a:gd name="T22" fmla="*/ 91 w 297"/>
              <a:gd name="T23" fmla="*/ 290 h 302"/>
              <a:gd name="T24" fmla="*/ 148 w 297"/>
              <a:gd name="T25" fmla="*/ 302 h 302"/>
              <a:gd name="T26" fmla="*/ 207 w 297"/>
              <a:gd name="T27" fmla="*/ 290 h 302"/>
              <a:gd name="T28" fmla="*/ 254 w 297"/>
              <a:gd name="T29" fmla="*/ 258 h 302"/>
              <a:gd name="T30" fmla="*/ 285 w 297"/>
              <a:gd name="T31" fmla="*/ 210 h 302"/>
              <a:gd name="T32" fmla="*/ 297 w 297"/>
              <a:gd name="T33" fmla="*/ 151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97" h="302">
                <a:moveTo>
                  <a:pt x="297" y="151"/>
                </a:moveTo>
                <a:lnTo>
                  <a:pt x="285" y="92"/>
                </a:lnTo>
                <a:lnTo>
                  <a:pt x="254" y="44"/>
                </a:lnTo>
                <a:lnTo>
                  <a:pt x="207" y="11"/>
                </a:lnTo>
                <a:lnTo>
                  <a:pt x="148" y="0"/>
                </a:lnTo>
                <a:lnTo>
                  <a:pt x="91" y="11"/>
                </a:lnTo>
                <a:lnTo>
                  <a:pt x="43" y="44"/>
                </a:lnTo>
                <a:lnTo>
                  <a:pt x="11" y="92"/>
                </a:lnTo>
                <a:lnTo>
                  <a:pt x="0" y="151"/>
                </a:lnTo>
                <a:lnTo>
                  <a:pt x="11" y="210"/>
                </a:lnTo>
                <a:lnTo>
                  <a:pt x="43" y="258"/>
                </a:lnTo>
                <a:lnTo>
                  <a:pt x="91" y="290"/>
                </a:lnTo>
                <a:lnTo>
                  <a:pt x="148" y="302"/>
                </a:lnTo>
                <a:lnTo>
                  <a:pt x="207" y="290"/>
                </a:lnTo>
                <a:lnTo>
                  <a:pt x="254" y="258"/>
                </a:lnTo>
                <a:lnTo>
                  <a:pt x="285" y="210"/>
                </a:lnTo>
                <a:lnTo>
                  <a:pt x="297" y="151"/>
                </a:lnTo>
                <a:close/>
              </a:path>
            </a:pathLst>
          </a:custGeom>
          <a:solidFill>
            <a:srgbClr val="FFFACC"/>
          </a:solidFill>
          <a:ln w="0">
            <a:solidFill>
              <a:srgbClr val="FFFACC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2" name="Freeform 15">
            <a:extLst>
              <a:ext uri="{FF2B5EF4-FFF2-40B4-BE49-F238E27FC236}">
                <a16:creationId xmlns:a16="http://schemas.microsoft.com/office/drawing/2014/main" id="{EBEBBA5F-72A8-41D2-58AF-58CDACA0D40C}"/>
              </a:ext>
            </a:extLst>
          </p:cNvPr>
          <p:cNvSpPr>
            <a:spLocks/>
          </p:cNvSpPr>
          <p:nvPr/>
        </p:nvSpPr>
        <p:spPr bwMode="auto">
          <a:xfrm flipV="1">
            <a:off x="6521450" y="1719263"/>
            <a:ext cx="471488" cy="479425"/>
          </a:xfrm>
          <a:custGeom>
            <a:avLst/>
            <a:gdLst>
              <a:gd name="T0" fmla="*/ 402 w 402"/>
              <a:gd name="T1" fmla="*/ 201 h 402"/>
              <a:gd name="T2" fmla="*/ 386 w 402"/>
              <a:gd name="T3" fmla="*/ 280 h 402"/>
              <a:gd name="T4" fmla="*/ 344 w 402"/>
              <a:gd name="T5" fmla="*/ 344 h 402"/>
              <a:gd name="T6" fmla="*/ 280 w 402"/>
              <a:gd name="T7" fmla="*/ 387 h 402"/>
              <a:gd name="T8" fmla="*/ 201 w 402"/>
              <a:gd name="T9" fmla="*/ 402 h 402"/>
              <a:gd name="T10" fmla="*/ 123 w 402"/>
              <a:gd name="T11" fmla="*/ 387 h 402"/>
              <a:gd name="T12" fmla="*/ 59 w 402"/>
              <a:gd name="T13" fmla="*/ 344 h 402"/>
              <a:gd name="T14" fmla="*/ 16 w 402"/>
              <a:gd name="T15" fmla="*/ 280 h 402"/>
              <a:gd name="T16" fmla="*/ 0 w 402"/>
              <a:gd name="T17" fmla="*/ 201 h 402"/>
              <a:gd name="T18" fmla="*/ 16 w 402"/>
              <a:gd name="T19" fmla="*/ 123 h 402"/>
              <a:gd name="T20" fmla="*/ 59 w 402"/>
              <a:gd name="T21" fmla="*/ 59 h 402"/>
              <a:gd name="T22" fmla="*/ 123 w 402"/>
              <a:gd name="T23" fmla="*/ 16 h 402"/>
              <a:gd name="T24" fmla="*/ 201 w 402"/>
              <a:gd name="T25" fmla="*/ 0 h 402"/>
              <a:gd name="T26" fmla="*/ 280 w 402"/>
              <a:gd name="T27" fmla="*/ 16 h 402"/>
              <a:gd name="T28" fmla="*/ 344 w 402"/>
              <a:gd name="T29" fmla="*/ 59 h 402"/>
              <a:gd name="T30" fmla="*/ 386 w 402"/>
              <a:gd name="T31" fmla="*/ 123 h 402"/>
              <a:gd name="T32" fmla="*/ 402 w 402"/>
              <a:gd name="T33" fmla="*/ 201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2" h="402">
                <a:moveTo>
                  <a:pt x="402" y="201"/>
                </a:moveTo>
                <a:lnTo>
                  <a:pt x="386" y="280"/>
                </a:lnTo>
                <a:lnTo>
                  <a:pt x="344" y="344"/>
                </a:lnTo>
                <a:lnTo>
                  <a:pt x="280" y="387"/>
                </a:lnTo>
                <a:lnTo>
                  <a:pt x="201" y="402"/>
                </a:lnTo>
                <a:lnTo>
                  <a:pt x="123" y="387"/>
                </a:lnTo>
                <a:lnTo>
                  <a:pt x="59" y="344"/>
                </a:lnTo>
                <a:lnTo>
                  <a:pt x="16" y="280"/>
                </a:lnTo>
                <a:lnTo>
                  <a:pt x="0" y="201"/>
                </a:lnTo>
                <a:lnTo>
                  <a:pt x="16" y="123"/>
                </a:lnTo>
                <a:lnTo>
                  <a:pt x="59" y="59"/>
                </a:lnTo>
                <a:lnTo>
                  <a:pt x="123" y="16"/>
                </a:lnTo>
                <a:lnTo>
                  <a:pt x="201" y="0"/>
                </a:lnTo>
                <a:lnTo>
                  <a:pt x="280" y="16"/>
                </a:lnTo>
                <a:lnTo>
                  <a:pt x="344" y="59"/>
                </a:lnTo>
                <a:lnTo>
                  <a:pt x="386" y="123"/>
                </a:lnTo>
                <a:lnTo>
                  <a:pt x="402" y="201"/>
                </a:lnTo>
              </a:path>
            </a:pathLst>
          </a:custGeom>
          <a:noFill/>
          <a:ln w="3175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" name="Freeform 16">
            <a:extLst>
              <a:ext uri="{FF2B5EF4-FFF2-40B4-BE49-F238E27FC236}">
                <a16:creationId xmlns:a16="http://schemas.microsoft.com/office/drawing/2014/main" id="{3D70595A-6AA2-4D37-A72B-F023EB009493}"/>
              </a:ext>
            </a:extLst>
          </p:cNvPr>
          <p:cNvSpPr>
            <a:spLocks/>
          </p:cNvSpPr>
          <p:nvPr/>
        </p:nvSpPr>
        <p:spPr bwMode="auto">
          <a:xfrm flipV="1">
            <a:off x="6521450" y="1719263"/>
            <a:ext cx="471488" cy="479425"/>
          </a:xfrm>
          <a:custGeom>
            <a:avLst/>
            <a:gdLst>
              <a:gd name="T0" fmla="*/ 402 w 402"/>
              <a:gd name="T1" fmla="*/ 201 h 402"/>
              <a:gd name="T2" fmla="*/ 386 w 402"/>
              <a:gd name="T3" fmla="*/ 280 h 402"/>
              <a:gd name="T4" fmla="*/ 344 w 402"/>
              <a:gd name="T5" fmla="*/ 344 h 402"/>
              <a:gd name="T6" fmla="*/ 280 w 402"/>
              <a:gd name="T7" fmla="*/ 387 h 402"/>
              <a:gd name="T8" fmla="*/ 201 w 402"/>
              <a:gd name="T9" fmla="*/ 402 h 402"/>
              <a:gd name="T10" fmla="*/ 123 w 402"/>
              <a:gd name="T11" fmla="*/ 387 h 402"/>
              <a:gd name="T12" fmla="*/ 59 w 402"/>
              <a:gd name="T13" fmla="*/ 344 h 402"/>
              <a:gd name="T14" fmla="*/ 16 w 402"/>
              <a:gd name="T15" fmla="*/ 280 h 402"/>
              <a:gd name="T16" fmla="*/ 0 w 402"/>
              <a:gd name="T17" fmla="*/ 201 h 402"/>
              <a:gd name="T18" fmla="*/ 16 w 402"/>
              <a:gd name="T19" fmla="*/ 123 h 402"/>
              <a:gd name="T20" fmla="*/ 59 w 402"/>
              <a:gd name="T21" fmla="*/ 59 h 402"/>
              <a:gd name="T22" fmla="*/ 123 w 402"/>
              <a:gd name="T23" fmla="*/ 16 h 402"/>
              <a:gd name="T24" fmla="*/ 201 w 402"/>
              <a:gd name="T25" fmla="*/ 0 h 402"/>
              <a:gd name="T26" fmla="*/ 280 w 402"/>
              <a:gd name="T27" fmla="*/ 16 h 402"/>
              <a:gd name="T28" fmla="*/ 344 w 402"/>
              <a:gd name="T29" fmla="*/ 59 h 402"/>
              <a:gd name="T30" fmla="*/ 386 w 402"/>
              <a:gd name="T31" fmla="*/ 123 h 402"/>
              <a:gd name="T32" fmla="*/ 402 w 402"/>
              <a:gd name="T33" fmla="*/ 201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2" h="402">
                <a:moveTo>
                  <a:pt x="402" y="201"/>
                </a:moveTo>
                <a:lnTo>
                  <a:pt x="386" y="280"/>
                </a:lnTo>
                <a:lnTo>
                  <a:pt x="344" y="344"/>
                </a:lnTo>
                <a:lnTo>
                  <a:pt x="280" y="387"/>
                </a:lnTo>
                <a:lnTo>
                  <a:pt x="201" y="402"/>
                </a:lnTo>
                <a:lnTo>
                  <a:pt x="123" y="387"/>
                </a:lnTo>
                <a:lnTo>
                  <a:pt x="59" y="344"/>
                </a:lnTo>
                <a:lnTo>
                  <a:pt x="16" y="280"/>
                </a:lnTo>
                <a:lnTo>
                  <a:pt x="0" y="201"/>
                </a:lnTo>
                <a:lnTo>
                  <a:pt x="16" y="123"/>
                </a:lnTo>
                <a:lnTo>
                  <a:pt x="59" y="59"/>
                </a:lnTo>
                <a:lnTo>
                  <a:pt x="123" y="16"/>
                </a:lnTo>
                <a:lnTo>
                  <a:pt x="201" y="0"/>
                </a:lnTo>
                <a:lnTo>
                  <a:pt x="280" y="16"/>
                </a:lnTo>
                <a:lnTo>
                  <a:pt x="344" y="59"/>
                </a:lnTo>
                <a:lnTo>
                  <a:pt x="386" y="123"/>
                </a:lnTo>
                <a:lnTo>
                  <a:pt x="402" y="201"/>
                </a:lnTo>
              </a:path>
            </a:pathLst>
          </a:custGeom>
          <a:noFill/>
          <a:ln w="14288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" name="Rectangle 17">
            <a:extLst>
              <a:ext uri="{FF2B5EF4-FFF2-40B4-BE49-F238E27FC236}">
                <a16:creationId xmlns:a16="http://schemas.microsoft.com/office/drawing/2014/main" id="{9D01F154-6876-2564-17A2-2F5890926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1625" y="1771650"/>
            <a:ext cx="2111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MMI10" charset="0"/>
              </a:rPr>
              <a:t>q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" name="Rectangle 18">
            <a:extLst>
              <a:ext uri="{FF2B5EF4-FFF2-40B4-BE49-F238E27FC236}">
                <a16:creationId xmlns:a16="http://schemas.microsoft.com/office/drawing/2014/main" id="{0F755653-A6C4-C04D-0F49-68C630FAF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6400" y="1871663"/>
            <a:ext cx="144463" cy="19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MR7" charset="0"/>
              </a:rPr>
              <a:t>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" name="Freeform 19">
            <a:extLst>
              <a:ext uri="{FF2B5EF4-FFF2-40B4-BE49-F238E27FC236}">
                <a16:creationId xmlns:a16="http://schemas.microsoft.com/office/drawing/2014/main" id="{95195836-B2B5-6E63-5ED0-C662FBCF6081}"/>
              </a:ext>
            </a:extLst>
          </p:cNvPr>
          <p:cNvSpPr>
            <a:spLocks/>
          </p:cNvSpPr>
          <p:nvPr/>
        </p:nvSpPr>
        <p:spPr bwMode="auto">
          <a:xfrm>
            <a:off x="8393113" y="1771650"/>
            <a:ext cx="473075" cy="477838"/>
          </a:xfrm>
          <a:custGeom>
            <a:avLst/>
            <a:gdLst>
              <a:gd name="T0" fmla="*/ 298 w 298"/>
              <a:gd name="T1" fmla="*/ 150 h 301"/>
              <a:gd name="T2" fmla="*/ 287 w 298"/>
              <a:gd name="T3" fmla="*/ 91 h 301"/>
              <a:gd name="T4" fmla="*/ 255 w 298"/>
              <a:gd name="T5" fmla="*/ 43 h 301"/>
              <a:gd name="T6" fmla="*/ 208 w 298"/>
              <a:gd name="T7" fmla="*/ 11 h 301"/>
              <a:gd name="T8" fmla="*/ 149 w 298"/>
              <a:gd name="T9" fmla="*/ 0 h 301"/>
              <a:gd name="T10" fmla="*/ 91 w 298"/>
              <a:gd name="T11" fmla="*/ 11 h 301"/>
              <a:gd name="T12" fmla="*/ 44 w 298"/>
              <a:gd name="T13" fmla="*/ 43 h 301"/>
              <a:gd name="T14" fmla="*/ 12 w 298"/>
              <a:gd name="T15" fmla="*/ 91 h 301"/>
              <a:gd name="T16" fmla="*/ 0 w 298"/>
              <a:gd name="T17" fmla="*/ 150 h 301"/>
              <a:gd name="T18" fmla="*/ 12 w 298"/>
              <a:gd name="T19" fmla="*/ 209 h 301"/>
              <a:gd name="T20" fmla="*/ 44 w 298"/>
              <a:gd name="T21" fmla="*/ 257 h 301"/>
              <a:gd name="T22" fmla="*/ 91 w 298"/>
              <a:gd name="T23" fmla="*/ 289 h 301"/>
              <a:gd name="T24" fmla="*/ 149 w 298"/>
              <a:gd name="T25" fmla="*/ 301 h 301"/>
              <a:gd name="T26" fmla="*/ 208 w 298"/>
              <a:gd name="T27" fmla="*/ 289 h 301"/>
              <a:gd name="T28" fmla="*/ 255 w 298"/>
              <a:gd name="T29" fmla="*/ 257 h 301"/>
              <a:gd name="T30" fmla="*/ 287 w 298"/>
              <a:gd name="T31" fmla="*/ 209 h 301"/>
              <a:gd name="T32" fmla="*/ 298 w 298"/>
              <a:gd name="T33" fmla="*/ 150 h 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98" h="301">
                <a:moveTo>
                  <a:pt x="298" y="150"/>
                </a:moveTo>
                <a:lnTo>
                  <a:pt x="287" y="91"/>
                </a:lnTo>
                <a:lnTo>
                  <a:pt x="255" y="43"/>
                </a:lnTo>
                <a:lnTo>
                  <a:pt x="208" y="11"/>
                </a:lnTo>
                <a:lnTo>
                  <a:pt x="149" y="0"/>
                </a:lnTo>
                <a:lnTo>
                  <a:pt x="91" y="11"/>
                </a:lnTo>
                <a:lnTo>
                  <a:pt x="44" y="43"/>
                </a:lnTo>
                <a:lnTo>
                  <a:pt x="12" y="91"/>
                </a:lnTo>
                <a:lnTo>
                  <a:pt x="0" y="150"/>
                </a:lnTo>
                <a:lnTo>
                  <a:pt x="12" y="209"/>
                </a:lnTo>
                <a:lnTo>
                  <a:pt x="44" y="257"/>
                </a:lnTo>
                <a:lnTo>
                  <a:pt x="91" y="289"/>
                </a:lnTo>
                <a:lnTo>
                  <a:pt x="149" y="301"/>
                </a:lnTo>
                <a:lnTo>
                  <a:pt x="208" y="289"/>
                </a:lnTo>
                <a:lnTo>
                  <a:pt x="255" y="257"/>
                </a:lnTo>
                <a:lnTo>
                  <a:pt x="287" y="209"/>
                </a:lnTo>
                <a:lnTo>
                  <a:pt x="298" y="150"/>
                </a:lnTo>
                <a:close/>
              </a:path>
            </a:pathLst>
          </a:custGeom>
          <a:solidFill>
            <a:srgbClr val="808080"/>
          </a:solidFill>
          <a:ln w="0">
            <a:solidFill>
              <a:srgbClr val="80808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Freeform 20">
            <a:extLst>
              <a:ext uri="{FF2B5EF4-FFF2-40B4-BE49-F238E27FC236}">
                <a16:creationId xmlns:a16="http://schemas.microsoft.com/office/drawing/2014/main" id="{733F5729-983B-CA67-643C-819EFA260C7B}"/>
              </a:ext>
            </a:extLst>
          </p:cNvPr>
          <p:cNvSpPr>
            <a:spLocks/>
          </p:cNvSpPr>
          <p:nvPr/>
        </p:nvSpPr>
        <p:spPr bwMode="auto">
          <a:xfrm>
            <a:off x="8342313" y="1719263"/>
            <a:ext cx="473075" cy="479425"/>
          </a:xfrm>
          <a:custGeom>
            <a:avLst/>
            <a:gdLst>
              <a:gd name="T0" fmla="*/ 298 w 298"/>
              <a:gd name="T1" fmla="*/ 151 h 302"/>
              <a:gd name="T2" fmla="*/ 287 w 298"/>
              <a:gd name="T3" fmla="*/ 92 h 302"/>
              <a:gd name="T4" fmla="*/ 255 w 298"/>
              <a:gd name="T5" fmla="*/ 44 h 302"/>
              <a:gd name="T6" fmla="*/ 208 w 298"/>
              <a:gd name="T7" fmla="*/ 11 h 302"/>
              <a:gd name="T8" fmla="*/ 149 w 298"/>
              <a:gd name="T9" fmla="*/ 0 h 302"/>
              <a:gd name="T10" fmla="*/ 92 w 298"/>
              <a:gd name="T11" fmla="*/ 11 h 302"/>
              <a:gd name="T12" fmla="*/ 44 w 298"/>
              <a:gd name="T13" fmla="*/ 44 h 302"/>
              <a:gd name="T14" fmla="*/ 12 w 298"/>
              <a:gd name="T15" fmla="*/ 92 h 302"/>
              <a:gd name="T16" fmla="*/ 0 w 298"/>
              <a:gd name="T17" fmla="*/ 151 h 302"/>
              <a:gd name="T18" fmla="*/ 12 w 298"/>
              <a:gd name="T19" fmla="*/ 210 h 302"/>
              <a:gd name="T20" fmla="*/ 44 w 298"/>
              <a:gd name="T21" fmla="*/ 258 h 302"/>
              <a:gd name="T22" fmla="*/ 92 w 298"/>
              <a:gd name="T23" fmla="*/ 290 h 302"/>
              <a:gd name="T24" fmla="*/ 149 w 298"/>
              <a:gd name="T25" fmla="*/ 302 h 302"/>
              <a:gd name="T26" fmla="*/ 208 w 298"/>
              <a:gd name="T27" fmla="*/ 290 h 302"/>
              <a:gd name="T28" fmla="*/ 255 w 298"/>
              <a:gd name="T29" fmla="*/ 258 h 302"/>
              <a:gd name="T30" fmla="*/ 287 w 298"/>
              <a:gd name="T31" fmla="*/ 210 h 302"/>
              <a:gd name="T32" fmla="*/ 298 w 298"/>
              <a:gd name="T33" fmla="*/ 151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98" h="302">
                <a:moveTo>
                  <a:pt x="298" y="151"/>
                </a:moveTo>
                <a:lnTo>
                  <a:pt x="287" y="92"/>
                </a:lnTo>
                <a:lnTo>
                  <a:pt x="255" y="44"/>
                </a:lnTo>
                <a:lnTo>
                  <a:pt x="208" y="11"/>
                </a:lnTo>
                <a:lnTo>
                  <a:pt x="149" y="0"/>
                </a:lnTo>
                <a:lnTo>
                  <a:pt x="92" y="11"/>
                </a:lnTo>
                <a:lnTo>
                  <a:pt x="44" y="44"/>
                </a:lnTo>
                <a:lnTo>
                  <a:pt x="12" y="92"/>
                </a:lnTo>
                <a:lnTo>
                  <a:pt x="0" y="151"/>
                </a:lnTo>
                <a:lnTo>
                  <a:pt x="12" y="210"/>
                </a:lnTo>
                <a:lnTo>
                  <a:pt x="44" y="258"/>
                </a:lnTo>
                <a:lnTo>
                  <a:pt x="92" y="290"/>
                </a:lnTo>
                <a:lnTo>
                  <a:pt x="149" y="302"/>
                </a:lnTo>
                <a:lnTo>
                  <a:pt x="208" y="290"/>
                </a:lnTo>
                <a:lnTo>
                  <a:pt x="255" y="258"/>
                </a:lnTo>
                <a:lnTo>
                  <a:pt x="287" y="210"/>
                </a:lnTo>
                <a:lnTo>
                  <a:pt x="298" y="151"/>
                </a:lnTo>
                <a:close/>
              </a:path>
            </a:pathLst>
          </a:custGeom>
          <a:solidFill>
            <a:srgbClr val="FFFACC"/>
          </a:solidFill>
          <a:ln w="0">
            <a:solidFill>
              <a:srgbClr val="FFFACC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8" name="Freeform 21">
            <a:extLst>
              <a:ext uri="{FF2B5EF4-FFF2-40B4-BE49-F238E27FC236}">
                <a16:creationId xmlns:a16="http://schemas.microsoft.com/office/drawing/2014/main" id="{360BC4E6-06DD-1CB0-C1BE-2842A3140A0A}"/>
              </a:ext>
            </a:extLst>
          </p:cNvPr>
          <p:cNvSpPr>
            <a:spLocks/>
          </p:cNvSpPr>
          <p:nvPr/>
        </p:nvSpPr>
        <p:spPr bwMode="auto">
          <a:xfrm flipV="1">
            <a:off x="8342313" y="1719263"/>
            <a:ext cx="473075" cy="479425"/>
          </a:xfrm>
          <a:custGeom>
            <a:avLst/>
            <a:gdLst>
              <a:gd name="T0" fmla="*/ 402 w 402"/>
              <a:gd name="T1" fmla="*/ 201 h 402"/>
              <a:gd name="T2" fmla="*/ 387 w 402"/>
              <a:gd name="T3" fmla="*/ 280 h 402"/>
              <a:gd name="T4" fmla="*/ 344 w 402"/>
              <a:gd name="T5" fmla="*/ 344 h 402"/>
              <a:gd name="T6" fmla="*/ 280 w 402"/>
              <a:gd name="T7" fmla="*/ 387 h 402"/>
              <a:gd name="T8" fmla="*/ 201 w 402"/>
              <a:gd name="T9" fmla="*/ 402 h 402"/>
              <a:gd name="T10" fmla="*/ 123 w 402"/>
              <a:gd name="T11" fmla="*/ 387 h 402"/>
              <a:gd name="T12" fmla="*/ 59 w 402"/>
              <a:gd name="T13" fmla="*/ 344 h 402"/>
              <a:gd name="T14" fmla="*/ 16 w 402"/>
              <a:gd name="T15" fmla="*/ 280 h 402"/>
              <a:gd name="T16" fmla="*/ 0 w 402"/>
              <a:gd name="T17" fmla="*/ 201 h 402"/>
              <a:gd name="T18" fmla="*/ 16 w 402"/>
              <a:gd name="T19" fmla="*/ 123 h 402"/>
              <a:gd name="T20" fmla="*/ 59 w 402"/>
              <a:gd name="T21" fmla="*/ 59 h 402"/>
              <a:gd name="T22" fmla="*/ 123 w 402"/>
              <a:gd name="T23" fmla="*/ 16 h 402"/>
              <a:gd name="T24" fmla="*/ 201 w 402"/>
              <a:gd name="T25" fmla="*/ 0 h 402"/>
              <a:gd name="T26" fmla="*/ 280 w 402"/>
              <a:gd name="T27" fmla="*/ 16 h 402"/>
              <a:gd name="T28" fmla="*/ 344 w 402"/>
              <a:gd name="T29" fmla="*/ 59 h 402"/>
              <a:gd name="T30" fmla="*/ 387 w 402"/>
              <a:gd name="T31" fmla="*/ 123 h 402"/>
              <a:gd name="T32" fmla="*/ 402 w 402"/>
              <a:gd name="T33" fmla="*/ 201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2" h="402">
                <a:moveTo>
                  <a:pt x="402" y="201"/>
                </a:moveTo>
                <a:lnTo>
                  <a:pt x="387" y="280"/>
                </a:lnTo>
                <a:lnTo>
                  <a:pt x="344" y="344"/>
                </a:lnTo>
                <a:lnTo>
                  <a:pt x="280" y="387"/>
                </a:lnTo>
                <a:lnTo>
                  <a:pt x="201" y="402"/>
                </a:lnTo>
                <a:lnTo>
                  <a:pt x="123" y="387"/>
                </a:lnTo>
                <a:lnTo>
                  <a:pt x="59" y="344"/>
                </a:lnTo>
                <a:lnTo>
                  <a:pt x="16" y="280"/>
                </a:lnTo>
                <a:lnTo>
                  <a:pt x="0" y="201"/>
                </a:lnTo>
                <a:lnTo>
                  <a:pt x="16" y="123"/>
                </a:lnTo>
                <a:lnTo>
                  <a:pt x="59" y="59"/>
                </a:lnTo>
                <a:lnTo>
                  <a:pt x="123" y="16"/>
                </a:lnTo>
                <a:lnTo>
                  <a:pt x="201" y="0"/>
                </a:lnTo>
                <a:lnTo>
                  <a:pt x="280" y="16"/>
                </a:lnTo>
                <a:lnTo>
                  <a:pt x="344" y="59"/>
                </a:lnTo>
                <a:lnTo>
                  <a:pt x="387" y="123"/>
                </a:lnTo>
                <a:lnTo>
                  <a:pt x="402" y="201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9" name="Rectangle 22">
            <a:extLst>
              <a:ext uri="{FF2B5EF4-FFF2-40B4-BE49-F238E27FC236}">
                <a16:creationId xmlns:a16="http://schemas.microsoft.com/office/drawing/2014/main" id="{E22ED64B-88E4-6B0E-32EF-BCA30EBB0B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4075" y="1771650"/>
            <a:ext cx="2111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MI10" charset="0"/>
              </a:rPr>
              <a:t>q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0" name="Rectangle 23">
            <a:extLst>
              <a:ext uri="{FF2B5EF4-FFF2-40B4-BE49-F238E27FC236}">
                <a16:creationId xmlns:a16="http://schemas.microsoft.com/office/drawing/2014/main" id="{3611D400-F64A-5B13-48DB-9B10E1C15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8850" y="1871663"/>
            <a:ext cx="144463" cy="19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7" charset="0"/>
              </a:rPr>
              <a:t>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" name="Freeform 24">
            <a:extLst>
              <a:ext uri="{FF2B5EF4-FFF2-40B4-BE49-F238E27FC236}">
                <a16:creationId xmlns:a16="http://schemas.microsoft.com/office/drawing/2014/main" id="{BD37E943-647A-4EB4-517B-ECF05117A7D6}"/>
              </a:ext>
            </a:extLst>
          </p:cNvPr>
          <p:cNvSpPr>
            <a:spLocks/>
          </p:cNvSpPr>
          <p:nvPr/>
        </p:nvSpPr>
        <p:spPr bwMode="auto">
          <a:xfrm flipV="1">
            <a:off x="4843463" y="2195513"/>
            <a:ext cx="173038" cy="293688"/>
          </a:xfrm>
          <a:custGeom>
            <a:avLst/>
            <a:gdLst>
              <a:gd name="T0" fmla="*/ 130 w 147"/>
              <a:gd name="T1" fmla="*/ 246 h 246"/>
              <a:gd name="T2" fmla="*/ 147 w 147"/>
              <a:gd name="T3" fmla="*/ 140 h 246"/>
              <a:gd name="T4" fmla="*/ 138 w 147"/>
              <a:gd name="T5" fmla="*/ 65 h 246"/>
              <a:gd name="T6" fmla="*/ 111 w 147"/>
              <a:gd name="T7" fmla="*/ 18 h 246"/>
              <a:gd name="T8" fmla="*/ 76 w 147"/>
              <a:gd name="T9" fmla="*/ 0 h 246"/>
              <a:gd name="T10" fmla="*/ 40 w 147"/>
              <a:gd name="T11" fmla="*/ 11 h 246"/>
              <a:gd name="T12" fmla="*/ 12 w 147"/>
              <a:gd name="T13" fmla="*/ 49 h 246"/>
              <a:gd name="T14" fmla="*/ 0 w 147"/>
              <a:gd name="T15" fmla="*/ 115 h 246"/>
              <a:gd name="T16" fmla="*/ 14 w 147"/>
              <a:gd name="T17" fmla="*/ 207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7" h="246">
                <a:moveTo>
                  <a:pt x="130" y="246"/>
                </a:moveTo>
                <a:lnTo>
                  <a:pt x="147" y="140"/>
                </a:lnTo>
                <a:lnTo>
                  <a:pt x="138" y="65"/>
                </a:lnTo>
                <a:lnTo>
                  <a:pt x="111" y="18"/>
                </a:lnTo>
                <a:lnTo>
                  <a:pt x="76" y="0"/>
                </a:lnTo>
                <a:lnTo>
                  <a:pt x="40" y="11"/>
                </a:lnTo>
                <a:lnTo>
                  <a:pt x="12" y="49"/>
                </a:lnTo>
                <a:lnTo>
                  <a:pt x="0" y="115"/>
                </a:lnTo>
                <a:lnTo>
                  <a:pt x="14" y="207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Freeform 25">
            <a:extLst>
              <a:ext uri="{FF2B5EF4-FFF2-40B4-BE49-F238E27FC236}">
                <a16:creationId xmlns:a16="http://schemas.microsoft.com/office/drawing/2014/main" id="{192449D4-8A04-E788-9804-195A593B0BCD}"/>
              </a:ext>
            </a:extLst>
          </p:cNvPr>
          <p:cNvSpPr>
            <a:spLocks/>
          </p:cNvSpPr>
          <p:nvPr/>
        </p:nvSpPr>
        <p:spPr bwMode="auto">
          <a:xfrm>
            <a:off x="4816475" y="2222500"/>
            <a:ext cx="58738" cy="82550"/>
          </a:xfrm>
          <a:custGeom>
            <a:avLst/>
            <a:gdLst>
              <a:gd name="T0" fmla="*/ 31 w 37"/>
              <a:gd name="T1" fmla="*/ 0 h 52"/>
              <a:gd name="T2" fmla="*/ 0 w 37"/>
              <a:gd name="T3" fmla="*/ 41 h 52"/>
              <a:gd name="T4" fmla="*/ 22 w 37"/>
              <a:gd name="T5" fmla="*/ 34 h 52"/>
              <a:gd name="T6" fmla="*/ 37 w 37"/>
              <a:gd name="T7" fmla="*/ 52 h 52"/>
              <a:gd name="T8" fmla="*/ 31 w 37"/>
              <a:gd name="T9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" h="52">
                <a:moveTo>
                  <a:pt x="31" y="0"/>
                </a:moveTo>
                <a:lnTo>
                  <a:pt x="0" y="41"/>
                </a:lnTo>
                <a:lnTo>
                  <a:pt x="22" y="34"/>
                </a:lnTo>
                <a:lnTo>
                  <a:pt x="37" y="52"/>
                </a:lnTo>
                <a:lnTo>
                  <a:pt x="31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3" name="Freeform 26">
            <a:extLst>
              <a:ext uri="{FF2B5EF4-FFF2-40B4-BE49-F238E27FC236}">
                <a16:creationId xmlns:a16="http://schemas.microsoft.com/office/drawing/2014/main" id="{FC01D2FC-69F3-ED67-540A-6ECFDDFD6108}"/>
              </a:ext>
            </a:extLst>
          </p:cNvPr>
          <p:cNvSpPr>
            <a:spLocks/>
          </p:cNvSpPr>
          <p:nvPr/>
        </p:nvSpPr>
        <p:spPr bwMode="auto">
          <a:xfrm flipV="1">
            <a:off x="4816475" y="2222500"/>
            <a:ext cx="58738" cy="82550"/>
          </a:xfrm>
          <a:custGeom>
            <a:avLst/>
            <a:gdLst>
              <a:gd name="T0" fmla="*/ 42 w 50"/>
              <a:gd name="T1" fmla="*/ 69 h 69"/>
              <a:gd name="T2" fmla="*/ 0 w 50"/>
              <a:gd name="T3" fmla="*/ 14 h 69"/>
              <a:gd name="T4" fmla="*/ 30 w 50"/>
              <a:gd name="T5" fmla="*/ 24 h 69"/>
              <a:gd name="T6" fmla="*/ 50 w 50"/>
              <a:gd name="T7" fmla="*/ 0 h 69"/>
              <a:gd name="T8" fmla="*/ 42 w 50"/>
              <a:gd name="T9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" h="69">
                <a:moveTo>
                  <a:pt x="42" y="69"/>
                </a:moveTo>
                <a:lnTo>
                  <a:pt x="0" y="14"/>
                </a:lnTo>
                <a:lnTo>
                  <a:pt x="30" y="24"/>
                </a:lnTo>
                <a:lnTo>
                  <a:pt x="50" y="0"/>
                </a:lnTo>
                <a:lnTo>
                  <a:pt x="42" y="69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4" name="Rectangle 27">
            <a:extLst>
              <a:ext uri="{FF2B5EF4-FFF2-40B4-BE49-F238E27FC236}">
                <a16:creationId xmlns:a16="http://schemas.microsoft.com/office/drawing/2014/main" id="{3153271A-53AC-7BD4-7FBC-7E5E5CAD4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5988" y="2466975"/>
            <a:ext cx="152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10" charset="0"/>
                <a:cs typeface="CMR10" charset="0"/>
              </a:rPr>
              <a:t>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5" name="Rectangle 28">
            <a:extLst>
              <a:ext uri="{FF2B5EF4-FFF2-40B4-BE49-F238E27FC236}">
                <a16:creationId xmlns:a16="http://schemas.microsoft.com/office/drawing/2014/main" id="{704E5493-3271-D52B-6854-25C92C455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8063" y="2466975"/>
            <a:ext cx="1651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10" charset="0"/>
              </a:rPr>
              <a:t>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" name="Rectangle 29">
            <a:extLst>
              <a:ext uri="{FF2B5EF4-FFF2-40B4-BE49-F238E27FC236}">
                <a16:creationId xmlns:a16="http://schemas.microsoft.com/office/drawing/2014/main" id="{C31FE010-040F-2AAC-2A84-7F75EDB79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0138" y="2466975"/>
            <a:ext cx="2111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10" charset="0"/>
              </a:rPr>
              <a:t>u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7" name="Rectangle 30">
            <a:extLst>
              <a:ext uri="{FF2B5EF4-FFF2-40B4-BE49-F238E27FC236}">
                <a16:creationId xmlns:a16="http://schemas.microsoft.com/office/drawing/2014/main" id="{0FFEA979-BE88-B0C3-9736-AFFA96DBD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8725" y="2466975"/>
            <a:ext cx="2111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10" charset="0"/>
              </a:rPr>
              <a:t>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8" name="Line 31">
            <a:extLst>
              <a:ext uri="{FF2B5EF4-FFF2-40B4-BE49-F238E27FC236}">
                <a16:creationId xmlns:a16="http://schemas.microsoft.com/office/drawing/2014/main" id="{96500F9D-2F45-62BA-E283-26810B3C18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5250" y="1958975"/>
            <a:ext cx="1287463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" name="Freeform 32">
            <a:extLst>
              <a:ext uri="{FF2B5EF4-FFF2-40B4-BE49-F238E27FC236}">
                <a16:creationId xmlns:a16="http://schemas.microsoft.com/office/drawing/2014/main" id="{DF9D6FB2-4DD5-4C5B-37A8-0669F5E4F850}"/>
              </a:ext>
            </a:extLst>
          </p:cNvPr>
          <p:cNvSpPr>
            <a:spLocks/>
          </p:cNvSpPr>
          <p:nvPr/>
        </p:nvSpPr>
        <p:spPr bwMode="auto">
          <a:xfrm>
            <a:off x="6405563" y="1928813"/>
            <a:ext cx="74613" cy="61913"/>
          </a:xfrm>
          <a:custGeom>
            <a:avLst/>
            <a:gdLst>
              <a:gd name="T0" fmla="*/ 47 w 47"/>
              <a:gd name="T1" fmla="*/ 19 h 39"/>
              <a:gd name="T2" fmla="*/ 0 w 47"/>
              <a:gd name="T3" fmla="*/ 0 h 39"/>
              <a:gd name="T4" fmla="*/ 13 w 47"/>
              <a:gd name="T5" fmla="*/ 19 h 39"/>
              <a:gd name="T6" fmla="*/ 0 w 47"/>
              <a:gd name="T7" fmla="*/ 39 h 39"/>
              <a:gd name="T8" fmla="*/ 47 w 47"/>
              <a:gd name="T9" fmla="*/ 1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" h="39">
                <a:moveTo>
                  <a:pt x="47" y="19"/>
                </a:moveTo>
                <a:lnTo>
                  <a:pt x="0" y="0"/>
                </a:lnTo>
                <a:lnTo>
                  <a:pt x="13" y="19"/>
                </a:lnTo>
                <a:lnTo>
                  <a:pt x="0" y="39"/>
                </a:lnTo>
                <a:lnTo>
                  <a:pt x="47" y="1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0" name="Freeform 33">
            <a:extLst>
              <a:ext uri="{FF2B5EF4-FFF2-40B4-BE49-F238E27FC236}">
                <a16:creationId xmlns:a16="http://schemas.microsoft.com/office/drawing/2014/main" id="{9E5E7A42-9BB5-91D1-AA0E-4BE904F35937}"/>
              </a:ext>
            </a:extLst>
          </p:cNvPr>
          <p:cNvSpPr>
            <a:spLocks/>
          </p:cNvSpPr>
          <p:nvPr/>
        </p:nvSpPr>
        <p:spPr bwMode="auto">
          <a:xfrm flipV="1">
            <a:off x="6405563" y="1928813"/>
            <a:ext cx="74613" cy="61913"/>
          </a:xfrm>
          <a:custGeom>
            <a:avLst/>
            <a:gdLst>
              <a:gd name="T0" fmla="*/ 64 w 64"/>
              <a:gd name="T1" fmla="*/ 26 h 52"/>
              <a:gd name="T2" fmla="*/ 0 w 64"/>
              <a:gd name="T3" fmla="*/ 52 h 52"/>
              <a:gd name="T4" fmla="*/ 18 w 64"/>
              <a:gd name="T5" fmla="*/ 26 h 52"/>
              <a:gd name="T6" fmla="*/ 0 w 64"/>
              <a:gd name="T7" fmla="*/ 0 h 52"/>
              <a:gd name="T8" fmla="*/ 64 w 64"/>
              <a:gd name="T9" fmla="*/ 26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4" h="52">
                <a:moveTo>
                  <a:pt x="64" y="26"/>
                </a:moveTo>
                <a:lnTo>
                  <a:pt x="0" y="52"/>
                </a:lnTo>
                <a:lnTo>
                  <a:pt x="18" y="26"/>
                </a:lnTo>
                <a:lnTo>
                  <a:pt x="0" y="0"/>
                </a:lnTo>
                <a:lnTo>
                  <a:pt x="64" y="26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7" name="Freeform 40">
            <a:extLst>
              <a:ext uri="{FF2B5EF4-FFF2-40B4-BE49-F238E27FC236}">
                <a16:creationId xmlns:a16="http://schemas.microsoft.com/office/drawing/2014/main" id="{EBBC9E41-2F24-AC02-3A7B-8D315D3E7723}"/>
              </a:ext>
            </a:extLst>
          </p:cNvPr>
          <p:cNvSpPr>
            <a:spLocks/>
          </p:cNvSpPr>
          <p:nvPr/>
        </p:nvSpPr>
        <p:spPr bwMode="auto">
          <a:xfrm flipV="1">
            <a:off x="6664325" y="2201863"/>
            <a:ext cx="177800" cy="301625"/>
          </a:xfrm>
          <a:custGeom>
            <a:avLst/>
            <a:gdLst>
              <a:gd name="T0" fmla="*/ 134 w 151"/>
              <a:gd name="T1" fmla="*/ 252 h 252"/>
              <a:gd name="T2" fmla="*/ 151 w 151"/>
              <a:gd name="T3" fmla="*/ 144 h 252"/>
              <a:gd name="T4" fmla="*/ 141 w 151"/>
              <a:gd name="T5" fmla="*/ 66 h 252"/>
              <a:gd name="T6" fmla="*/ 114 w 151"/>
              <a:gd name="T7" fmla="*/ 18 h 252"/>
              <a:gd name="T8" fmla="*/ 78 w 151"/>
              <a:gd name="T9" fmla="*/ 0 h 252"/>
              <a:gd name="T10" fmla="*/ 41 w 151"/>
              <a:gd name="T11" fmla="*/ 11 h 252"/>
              <a:gd name="T12" fmla="*/ 12 w 151"/>
              <a:gd name="T13" fmla="*/ 50 h 252"/>
              <a:gd name="T14" fmla="*/ 0 w 151"/>
              <a:gd name="T15" fmla="*/ 118 h 252"/>
              <a:gd name="T16" fmla="*/ 14 w 151"/>
              <a:gd name="T17" fmla="*/ 213 h 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1" h="252">
                <a:moveTo>
                  <a:pt x="134" y="252"/>
                </a:moveTo>
                <a:lnTo>
                  <a:pt x="151" y="144"/>
                </a:lnTo>
                <a:lnTo>
                  <a:pt x="141" y="66"/>
                </a:lnTo>
                <a:lnTo>
                  <a:pt x="114" y="18"/>
                </a:lnTo>
                <a:lnTo>
                  <a:pt x="78" y="0"/>
                </a:lnTo>
                <a:lnTo>
                  <a:pt x="41" y="11"/>
                </a:lnTo>
                <a:lnTo>
                  <a:pt x="12" y="50"/>
                </a:lnTo>
                <a:lnTo>
                  <a:pt x="0" y="118"/>
                </a:lnTo>
                <a:lnTo>
                  <a:pt x="14" y="213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8" name="Freeform 41">
            <a:extLst>
              <a:ext uri="{FF2B5EF4-FFF2-40B4-BE49-F238E27FC236}">
                <a16:creationId xmlns:a16="http://schemas.microsoft.com/office/drawing/2014/main" id="{CB2E423B-9CD5-A271-6AB7-5745CCD95834}"/>
              </a:ext>
            </a:extLst>
          </p:cNvPr>
          <p:cNvSpPr>
            <a:spLocks/>
          </p:cNvSpPr>
          <p:nvPr/>
        </p:nvSpPr>
        <p:spPr bwMode="auto">
          <a:xfrm>
            <a:off x="6637338" y="2230438"/>
            <a:ext cx="58738" cy="80963"/>
          </a:xfrm>
          <a:custGeom>
            <a:avLst/>
            <a:gdLst>
              <a:gd name="T0" fmla="*/ 30 w 37"/>
              <a:gd name="T1" fmla="*/ 0 h 51"/>
              <a:gd name="T2" fmla="*/ 0 w 37"/>
              <a:gd name="T3" fmla="*/ 41 h 51"/>
              <a:gd name="T4" fmla="*/ 21 w 37"/>
              <a:gd name="T5" fmla="*/ 33 h 51"/>
              <a:gd name="T6" fmla="*/ 37 w 37"/>
              <a:gd name="T7" fmla="*/ 51 h 51"/>
              <a:gd name="T8" fmla="*/ 30 w 37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" h="51">
                <a:moveTo>
                  <a:pt x="30" y="0"/>
                </a:moveTo>
                <a:lnTo>
                  <a:pt x="0" y="41"/>
                </a:lnTo>
                <a:lnTo>
                  <a:pt x="21" y="33"/>
                </a:lnTo>
                <a:lnTo>
                  <a:pt x="37" y="51"/>
                </a:lnTo>
                <a:lnTo>
                  <a:pt x="3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9" name="Freeform 42">
            <a:extLst>
              <a:ext uri="{FF2B5EF4-FFF2-40B4-BE49-F238E27FC236}">
                <a16:creationId xmlns:a16="http://schemas.microsoft.com/office/drawing/2014/main" id="{6F68BAE7-D2D0-E20C-1834-F33BDC7D7976}"/>
              </a:ext>
            </a:extLst>
          </p:cNvPr>
          <p:cNvSpPr>
            <a:spLocks/>
          </p:cNvSpPr>
          <p:nvPr/>
        </p:nvSpPr>
        <p:spPr bwMode="auto">
          <a:xfrm flipV="1">
            <a:off x="6637338" y="2230438"/>
            <a:ext cx="58738" cy="80963"/>
          </a:xfrm>
          <a:custGeom>
            <a:avLst/>
            <a:gdLst>
              <a:gd name="T0" fmla="*/ 41 w 50"/>
              <a:gd name="T1" fmla="*/ 69 h 69"/>
              <a:gd name="T2" fmla="*/ 0 w 50"/>
              <a:gd name="T3" fmla="*/ 14 h 69"/>
              <a:gd name="T4" fmla="*/ 29 w 50"/>
              <a:gd name="T5" fmla="*/ 24 h 69"/>
              <a:gd name="T6" fmla="*/ 50 w 50"/>
              <a:gd name="T7" fmla="*/ 0 h 69"/>
              <a:gd name="T8" fmla="*/ 41 w 50"/>
              <a:gd name="T9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" h="69">
                <a:moveTo>
                  <a:pt x="41" y="69"/>
                </a:moveTo>
                <a:lnTo>
                  <a:pt x="0" y="14"/>
                </a:lnTo>
                <a:lnTo>
                  <a:pt x="29" y="24"/>
                </a:lnTo>
                <a:lnTo>
                  <a:pt x="50" y="0"/>
                </a:lnTo>
                <a:lnTo>
                  <a:pt x="41" y="69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6" name="Line 49">
            <a:extLst>
              <a:ext uri="{FF2B5EF4-FFF2-40B4-BE49-F238E27FC236}">
                <a16:creationId xmlns:a16="http://schemas.microsoft.com/office/drawing/2014/main" id="{C99291B0-A8B8-E15F-6359-2964438D0D6B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5638" y="1958975"/>
            <a:ext cx="128587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7" name="Freeform 50">
            <a:extLst>
              <a:ext uri="{FF2B5EF4-FFF2-40B4-BE49-F238E27FC236}">
                <a16:creationId xmlns:a16="http://schemas.microsoft.com/office/drawing/2014/main" id="{E2420BA5-B640-5916-08E1-B12619D870A1}"/>
              </a:ext>
            </a:extLst>
          </p:cNvPr>
          <p:cNvSpPr>
            <a:spLocks/>
          </p:cNvSpPr>
          <p:nvPr/>
        </p:nvSpPr>
        <p:spPr bwMode="auto">
          <a:xfrm>
            <a:off x="8234363" y="1928813"/>
            <a:ext cx="76200" cy="61913"/>
          </a:xfrm>
          <a:custGeom>
            <a:avLst/>
            <a:gdLst>
              <a:gd name="T0" fmla="*/ 48 w 48"/>
              <a:gd name="T1" fmla="*/ 19 h 39"/>
              <a:gd name="T2" fmla="*/ 0 w 48"/>
              <a:gd name="T3" fmla="*/ 0 h 39"/>
              <a:gd name="T4" fmla="*/ 14 w 48"/>
              <a:gd name="T5" fmla="*/ 19 h 39"/>
              <a:gd name="T6" fmla="*/ 0 w 48"/>
              <a:gd name="T7" fmla="*/ 39 h 39"/>
              <a:gd name="T8" fmla="*/ 48 w 48"/>
              <a:gd name="T9" fmla="*/ 1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" h="39">
                <a:moveTo>
                  <a:pt x="48" y="19"/>
                </a:moveTo>
                <a:lnTo>
                  <a:pt x="0" y="0"/>
                </a:lnTo>
                <a:lnTo>
                  <a:pt x="14" y="19"/>
                </a:lnTo>
                <a:lnTo>
                  <a:pt x="0" y="39"/>
                </a:lnTo>
                <a:lnTo>
                  <a:pt x="48" y="1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" name="Freeform 51">
            <a:extLst>
              <a:ext uri="{FF2B5EF4-FFF2-40B4-BE49-F238E27FC236}">
                <a16:creationId xmlns:a16="http://schemas.microsoft.com/office/drawing/2014/main" id="{FB7DCD38-4089-31A4-0140-40F473FEF40C}"/>
              </a:ext>
            </a:extLst>
          </p:cNvPr>
          <p:cNvSpPr>
            <a:spLocks/>
          </p:cNvSpPr>
          <p:nvPr/>
        </p:nvSpPr>
        <p:spPr bwMode="auto">
          <a:xfrm flipV="1">
            <a:off x="8234363" y="1928813"/>
            <a:ext cx="76200" cy="61913"/>
          </a:xfrm>
          <a:custGeom>
            <a:avLst/>
            <a:gdLst>
              <a:gd name="T0" fmla="*/ 64 w 64"/>
              <a:gd name="T1" fmla="*/ 26 h 52"/>
              <a:gd name="T2" fmla="*/ 0 w 64"/>
              <a:gd name="T3" fmla="*/ 52 h 52"/>
              <a:gd name="T4" fmla="*/ 18 w 64"/>
              <a:gd name="T5" fmla="*/ 26 h 52"/>
              <a:gd name="T6" fmla="*/ 0 w 64"/>
              <a:gd name="T7" fmla="*/ 0 h 52"/>
              <a:gd name="T8" fmla="*/ 64 w 64"/>
              <a:gd name="T9" fmla="*/ 26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4" h="52">
                <a:moveTo>
                  <a:pt x="64" y="26"/>
                </a:moveTo>
                <a:lnTo>
                  <a:pt x="0" y="52"/>
                </a:lnTo>
                <a:lnTo>
                  <a:pt x="18" y="26"/>
                </a:lnTo>
                <a:lnTo>
                  <a:pt x="0" y="0"/>
                </a:lnTo>
                <a:lnTo>
                  <a:pt x="64" y="26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4" name="Freeform 57">
            <a:extLst>
              <a:ext uri="{FF2B5EF4-FFF2-40B4-BE49-F238E27FC236}">
                <a16:creationId xmlns:a16="http://schemas.microsoft.com/office/drawing/2014/main" id="{CE09CA7A-59F7-50AE-7793-A90F38B8ECBA}"/>
              </a:ext>
            </a:extLst>
          </p:cNvPr>
          <p:cNvSpPr>
            <a:spLocks/>
          </p:cNvSpPr>
          <p:nvPr/>
        </p:nvSpPr>
        <p:spPr bwMode="auto">
          <a:xfrm flipV="1">
            <a:off x="8489950" y="2195513"/>
            <a:ext cx="171450" cy="293688"/>
          </a:xfrm>
          <a:custGeom>
            <a:avLst/>
            <a:gdLst>
              <a:gd name="T0" fmla="*/ 129 w 146"/>
              <a:gd name="T1" fmla="*/ 246 h 246"/>
              <a:gd name="T2" fmla="*/ 146 w 146"/>
              <a:gd name="T3" fmla="*/ 140 h 246"/>
              <a:gd name="T4" fmla="*/ 137 w 146"/>
              <a:gd name="T5" fmla="*/ 65 h 246"/>
              <a:gd name="T6" fmla="*/ 110 w 146"/>
              <a:gd name="T7" fmla="*/ 18 h 246"/>
              <a:gd name="T8" fmla="*/ 75 w 146"/>
              <a:gd name="T9" fmla="*/ 0 h 246"/>
              <a:gd name="T10" fmla="*/ 39 w 146"/>
              <a:gd name="T11" fmla="*/ 11 h 246"/>
              <a:gd name="T12" fmla="*/ 11 w 146"/>
              <a:gd name="T13" fmla="*/ 49 h 246"/>
              <a:gd name="T14" fmla="*/ 0 w 146"/>
              <a:gd name="T15" fmla="*/ 115 h 246"/>
              <a:gd name="T16" fmla="*/ 13 w 146"/>
              <a:gd name="T17" fmla="*/ 207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6" h="246">
                <a:moveTo>
                  <a:pt x="129" y="246"/>
                </a:moveTo>
                <a:lnTo>
                  <a:pt x="146" y="140"/>
                </a:lnTo>
                <a:lnTo>
                  <a:pt x="137" y="65"/>
                </a:lnTo>
                <a:lnTo>
                  <a:pt x="110" y="18"/>
                </a:lnTo>
                <a:lnTo>
                  <a:pt x="75" y="0"/>
                </a:lnTo>
                <a:lnTo>
                  <a:pt x="39" y="11"/>
                </a:lnTo>
                <a:lnTo>
                  <a:pt x="11" y="49"/>
                </a:lnTo>
                <a:lnTo>
                  <a:pt x="0" y="115"/>
                </a:lnTo>
                <a:lnTo>
                  <a:pt x="13" y="207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Freeform 58">
            <a:extLst>
              <a:ext uri="{FF2B5EF4-FFF2-40B4-BE49-F238E27FC236}">
                <a16:creationId xmlns:a16="http://schemas.microsoft.com/office/drawing/2014/main" id="{1618B3CF-C4E7-09A3-0849-5622939977B3}"/>
              </a:ext>
            </a:extLst>
          </p:cNvPr>
          <p:cNvSpPr>
            <a:spLocks/>
          </p:cNvSpPr>
          <p:nvPr/>
        </p:nvSpPr>
        <p:spPr bwMode="auto">
          <a:xfrm>
            <a:off x="8461375" y="2222500"/>
            <a:ext cx="58738" cy="82550"/>
          </a:xfrm>
          <a:custGeom>
            <a:avLst/>
            <a:gdLst>
              <a:gd name="T0" fmla="*/ 31 w 37"/>
              <a:gd name="T1" fmla="*/ 0 h 52"/>
              <a:gd name="T2" fmla="*/ 0 w 37"/>
              <a:gd name="T3" fmla="*/ 41 h 52"/>
              <a:gd name="T4" fmla="*/ 22 w 37"/>
              <a:gd name="T5" fmla="*/ 34 h 52"/>
              <a:gd name="T6" fmla="*/ 37 w 37"/>
              <a:gd name="T7" fmla="*/ 52 h 52"/>
              <a:gd name="T8" fmla="*/ 31 w 37"/>
              <a:gd name="T9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" h="52">
                <a:moveTo>
                  <a:pt x="31" y="0"/>
                </a:moveTo>
                <a:lnTo>
                  <a:pt x="0" y="41"/>
                </a:lnTo>
                <a:lnTo>
                  <a:pt x="22" y="34"/>
                </a:lnTo>
                <a:lnTo>
                  <a:pt x="37" y="52"/>
                </a:lnTo>
                <a:lnTo>
                  <a:pt x="31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6" name="Freeform 59">
            <a:extLst>
              <a:ext uri="{FF2B5EF4-FFF2-40B4-BE49-F238E27FC236}">
                <a16:creationId xmlns:a16="http://schemas.microsoft.com/office/drawing/2014/main" id="{02A7A7CD-7855-F332-B645-0D5454DB3BF8}"/>
              </a:ext>
            </a:extLst>
          </p:cNvPr>
          <p:cNvSpPr>
            <a:spLocks/>
          </p:cNvSpPr>
          <p:nvPr/>
        </p:nvSpPr>
        <p:spPr bwMode="auto">
          <a:xfrm flipV="1">
            <a:off x="8461375" y="2222500"/>
            <a:ext cx="58738" cy="82550"/>
          </a:xfrm>
          <a:custGeom>
            <a:avLst/>
            <a:gdLst>
              <a:gd name="T0" fmla="*/ 42 w 50"/>
              <a:gd name="T1" fmla="*/ 69 h 69"/>
              <a:gd name="T2" fmla="*/ 0 w 50"/>
              <a:gd name="T3" fmla="*/ 14 h 69"/>
              <a:gd name="T4" fmla="*/ 30 w 50"/>
              <a:gd name="T5" fmla="*/ 24 h 69"/>
              <a:gd name="T6" fmla="*/ 50 w 50"/>
              <a:gd name="T7" fmla="*/ 0 h 69"/>
              <a:gd name="T8" fmla="*/ 42 w 50"/>
              <a:gd name="T9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" h="69">
                <a:moveTo>
                  <a:pt x="42" y="69"/>
                </a:moveTo>
                <a:lnTo>
                  <a:pt x="0" y="14"/>
                </a:lnTo>
                <a:lnTo>
                  <a:pt x="30" y="24"/>
                </a:lnTo>
                <a:lnTo>
                  <a:pt x="50" y="0"/>
                </a:lnTo>
                <a:lnTo>
                  <a:pt x="42" y="69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" name="Rectangle 60">
            <a:extLst>
              <a:ext uri="{FF2B5EF4-FFF2-40B4-BE49-F238E27FC236}">
                <a16:creationId xmlns:a16="http://schemas.microsoft.com/office/drawing/2014/main" id="{6620242B-A751-F3AB-0DCB-CAB5CC9CE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0888" y="2466975"/>
            <a:ext cx="152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10" charset="0"/>
              </a:rPr>
              <a:t>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8" name="Rectangle 61">
            <a:extLst>
              <a:ext uri="{FF2B5EF4-FFF2-40B4-BE49-F238E27FC236}">
                <a16:creationId xmlns:a16="http://schemas.microsoft.com/office/drawing/2014/main" id="{F4138EA8-7FC9-E84C-8D8C-5F59CB0BD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2963" y="2466975"/>
            <a:ext cx="1651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10" charset="0"/>
              </a:rPr>
              <a:t>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9" name="Rectangle 62">
            <a:extLst>
              <a:ext uri="{FF2B5EF4-FFF2-40B4-BE49-F238E27FC236}">
                <a16:creationId xmlns:a16="http://schemas.microsoft.com/office/drawing/2014/main" id="{C9114CA8-3F6B-8ED3-56DC-4CBBB64A7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5038" y="2466975"/>
            <a:ext cx="2111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10" charset="0"/>
              </a:rPr>
              <a:t>u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0" name="Rectangle 63">
            <a:extLst>
              <a:ext uri="{FF2B5EF4-FFF2-40B4-BE49-F238E27FC236}">
                <a16:creationId xmlns:a16="http://schemas.microsoft.com/office/drawing/2014/main" id="{E3154A79-F224-9363-9C43-8A40716F4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3625" y="2466975"/>
            <a:ext cx="2111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10" charset="0"/>
              </a:rPr>
              <a:t>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5388352-7CF3-E569-BF1B-80739032CAB6}"/>
                  </a:ext>
                </a:extLst>
              </p:cNvPr>
              <p:cNvSpPr txBox="1"/>
              <p:nvPr/>
            </p:nvSpPr>
            <p:spPr>
              <a:xfrm>
                <a:off x="5387309" y="1568547"/>
                <a:ext cx="8725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𝑔𝑟𝑒𝑒𝑛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5388352-7CF3-E569-BF1B-80739032C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309" y="1568547"/>
                <a:ext cx="872566" cy="369332"/>
              </a:xfrm>
              <a:prstGeom prst="rect">
                <a:avLst/>
              </a:prstGeom>
              <a:blipFill>
                <a:blip r:embed="rId22"/>
                <a:stretch>
                  <a:fillRect r="-9790" b="-327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F97FD8A-AD78-11E0-1C35-9DF1D3864B21}"/>
                  </a:ext>
                </a:extLst>
              </p:cNvPr>
              <p:cNvSpPr txBox="1"/>
              <p:nvPr/>
            </p:nvSpPr>
            <p:spPr>
              <a:xfrm>
                <a:off x="6171172" y="2484063"/>
                <a:ext cx="8725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𝑔𝑟𝑒𝑒𝑛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8F97FD8A-AD78-11E0-1C35-9DF1D3864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1172" y="2484063"/>
                <a:ext cx="872566" cy="369332"/>
              </a:xfrm>
              <a:prstGeom prst="rect">
                <a:avLst/>
              </a:prstGeom>
              <a:blipFill>
                <a:blip r:embed="rId23"/>
                <a:stretch>
                  <a:fillRect r="-9790" b="-327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BA5C45E6-77B6-809C-8FD7-4A60BD1A54EA}"/>
                  </a:ext>
                </a:extLst>
              </p:cNvPr>
              <p:cNvSpPr txBox="1"/>
              <p:nvPr/>
            </p:nvSpPr>
            <p:spPr>
              <a:xfrm>
                <a:off x="7157429" y="1586984"/>
                <a:ext cx="8725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𝑔𝑟𝑒𝑒𝑛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BA5C45E6-77B6-809C-8FD7-4A60BD1A5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7429" y="1586984"/>
                <a:ext cx="872566" cy="369332"/>
              </a:xfrm>
              <a:prstGeom prst="rect">
                <a:avLst/>
              </a:prstGeom>
              <a:blipFill>
                <a:blip r:embed="rId24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דוגמה: אינסוף פעמים ירוק?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09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26478" y="1160348"/>
                <a:ext cx="247183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𝑇𝑆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78" y="1160348"/>
                <a:ext cx="247183" cy="369332"/>
              </a:xfrm>
              <a:prstGeom prst="rect">
                <a:avLst/>
              </a:prstGeom>
              <a:blipFill>
                <a:blip r:embed="rId2"/>
                <a:stretch>
                  <a:fillRect t="-8197" r="-121951" b="-2459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553417" y="1207776"/>
                <a:ext cx="247183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/>
                        </a:rPr>
                        <m:t>𝒜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417" y="1207776"/>
                <a:ext cx="247183" cy="369332"/>
              </a:xfrm>
              <a:prstGeom prst="rect">
                <a:avLst/>
              </a:prstGeom>
              <a:blipFill>
                <a:blip r:embed="rId3"/>
                <a:stretch>
                  <a:fillRect t="-8197" r="-102439" b="-2459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447854" y="3088634"/>
                <a:ext cx="247183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/>
                        </a:rPr>
                        <m:t>𝑇𝑆</m:t>
                      </m:r>
                      <m:r>
                        <a:rPr lang="en-US" b="0" i="1" dirty="0" smtClean="0">
                          <a:latin typeface="Cambria Math"/>
                        </a:rPr>
                        <m:t>×</m:t>
                      </m:r>
                      <m:r>
                        <a:rPr lang="en-US" b="0" i="1" dirty="0" smtClean="0">
                          <a:latin typeface="Cambria Math"/>
                        </a:rPr>
                        <m:t>𝒜</m:t>
                      </m:r>
                    </m:oMath>
                  </m:oMathPara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54" y="3088634"/>
                <a:ext cx="247183" cy="369332"/>
              </a:xfrm>
              <a:prstGeom prst="rect">
                <a:avLst/>
              </a:prstGeom>
              <a:blipFill>
                <a:blip r:embed="rId4"/>
                <a:stretch>
                  <a:fillRect t="-10000" r="-322500" b="-26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357736" y="6324600"/>
                <a:ext cx="4103688" cy="40011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he-IL" sz="2000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יש מעגל נגיש המכיל מצב המתויג ב-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endParaRPr lang="he-IL" sz="200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7736" y="6324600"/>
                <a:ext cx="4103688" cy="400110"/>
              </a:xfrm>
              <a:prstGeom prst="rect">
                <a:avLst/>
              </a:prstGeom>
              <a:blipFill>
                <a:blip r:embed="rId5"/>
                <a:stretch>
                  <a:fillRect l="-2526" t="-9231" r="-1486" b="-26154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/>
          <p:cNvGrpSpPr/>
          <p:nvPr/>
        </p:nvGrpSpPr>
        <p:grpSpPr>
          <a:xfrm>
            <a:off x="2068208" y="2884220"/>
            <a:ext cx="5555511" cy="3493532"/>
            <a:chOff x="-2895600" y="1750642"/>
            <a:chExt cx="5555511" cy="40808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/>
                <p:cNvSpPr/>
                <p:nvPr/>
              </p:nvSpPr>
              <p:spPr>
                <a:xfrm>
                  <a:off x="-2679865" y="3586286"/>
                  <a:ext cx="872566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5" name="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679865" y="3586286"/>
                  <a:ext cx="872566" cy="4572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/>
            <p:cNvCxnSpPr>
              <a:endCxn id="15" idx="1"/>
            </p:cNvCxnSpPr>
            <p:nvPr/>
          </p:nvCxnSpPr>
          <p:spPr>
            <a:xfrm>
              <a:off x="-2895600" y="3814886"/>
              <a:ext cx="215735" cy="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/>
                <p:cNvSpPr/>
                <p:nvPr/>
              </p:nvSpPr>
              <p:spPr>
                <a:xfrm>
                  <a:off x="-2680025" y="4962284"/>
                  <a:ext cx="872566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7" name="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680025" y="4962284"/>
                  <a:ext cx="872566" cy="4572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/>
                <p:cNvSpPr/>
                <p:nvPr/>
              </p:nvSpPr>
              <p:spPr>
                <a:xfrm>
                  <a:off x="-743813" y="3581400"/>
                  <a:ext cx="872566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8" name="Rectangle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43813" y="3581400"/>
                  <a:ext cx="872566" cy="4572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/>
                <p:cNvSpPr/>
                <p:nvPr/>
              </p:nvSpPr>
              <p:spPr>
                <a:xfrm>
                  <a:off x="-743813" y="4962284"/>
                  <a:ext cx="872566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9" name="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43813" y="4962284"/>
                  <a:ext cx="872566" cy="4572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/>
                <p:cNvSpPr/>
                <p:nvPr/>
              </p:nvSpPr>
              <p:spPr>
                <a:xfrm>
                  <a:off x="1192239" y="3586094"/>
                  <a:ext cx="872566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2239" y="3586094"/>
                  <a:ext cx="872566" cy="4572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/>
                <p:cNvSpPr/>
                <p:nvPr/>
              </p:nvSpPr>
              <p:spPr>
                <a:xfrm>
                  <a:off x="1192239" y="4966978"/>
                  <a:ext cx="872566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2239" y="4966978"/>
                  <a:ext cx="872566" cy="4572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/>
            <p:cNvCxnSpPr/>
            <p:nvPr/>
          </p:nvCxnSpPr>
          <p:spPr>
            <a:xfrm flipH="1">
              <a:off x="-2438400" y="4043486"/>
              <a:ext cx="160" cy="918798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-2057400" y="4043486"/>
              <a:ext cx="160" cy="918798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V="1">
              <a:off x="-1822276" y="4038600"/>
              <a:ext cx="1058442" cy="923684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endCxn id="18" idx="1"/>
            </p:cNvCxnSpPr>
            <p:nvPr/>
          </p:nvCxnSpPr>
          <p:spPr>
            <a:xfrm>
              <a:off x="-959548" y="3810000"/>
              <a:ext cx="215735" cy="0"/>
            </a:xfrm>
            <a:prstGeom prst="straightConnector1">
              <a:avLst/>
            </a:prstGeom>
            <a:ln>
              <a:solidFill>
                <a:srgbClr val="0551FB"/>
              </a:solidFill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9" idx="0"/>
              <a:endCxn id="18" idx="2"/>
            </p:cNvCxnSpPr>
            <p:nvPr/>
          </p:nvCxnSpPr>
          <p:spPr>
            <a:xfrm flipV="1">
              <a:off x="-307530" y="4038600"/>
              <a:ext cx="0" cy="923684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148774" y="4038600"/>
              <a:ext cx="1049987" cy="9906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H="1">
              <a:off x="1447640" y="4038600"/>
              <a:ext cx="160" cy="918798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V="1">
              <a:off x="1828640" y="4038600"/>
              <a:ext cx="160" cy="918798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-631019" y="5400041"/>
                  <a:ext cx="649280" cy="431419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31019" y="5400041"/>
                  <a:ext cx="649280" cy="431419"/>
                </a:xfrm>
                <a:prstGeom prst="rect">
                  <a:avLst/>
                </a:prstGeom>
                <a:blipFill>
                  <a:blip r:embed="rId12"/>
                  <a:stretch>
                    <a:fillRect t="-10000" r="-11321" b="-26667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1303080" y="5400041"/>
                  <a:ext cx="654603" cy="431419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3080" y="5400041"/>
                  <a:ext cx="654603" cy="431419"/>
                </a:xfrm>
                <a:prstGeom prst="rect">
                  <a:avLst/>
                </a:prstGeom>
                <a:blipFill>
                  <a:blip r:embed="rId13"/>
                  <a:stretch>
                    <a:fillRect t="-10000" r="-13084" b="-26667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-2565118" y="5400041"/>
                  <a:ext cx="654603" cy="431419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565118" y="5400041"/>
                  <a:ext cx="654603" cy="431419"/>
                </a:xfrm>
                <a:prstGeom prst="rect">
                  <a:avLst/>
                </a:prstGeom>
                <a:blipFill>
                  <a:blip r:embed="rId14"/>
                  <a:stretch>
                    <a:fillRect t="-10000" r="-12037" b="-26667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73745" y="3606841"/>
                  <a:ext cx="649280" cy="431419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45" y="3606841"/>
                  <a:ext cx="649280" cy="431419"/>
                </a:xfrm>
                <a:prstGeom prst="rect">
                  <a:avLst/>
                </a:prstGeom>
                <a:blipFill>
                  <a:blip r:embed="rId15"/>
                  <a:stretch>
                    <a:fillRect t="-10000" r="-11215" b="-26667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2005308" y="3596147"/>
                  <a:ext cx="654603" cy="431419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5308" y="3596147"/>
                  <a:ext cx="654603" cy="431419"/>
                </a:xfrm>
                <a:prstGeom prst="rect">
                  <a:avLst/>
                </a:prstGeom>
                <a:blipFill>
                  <a:blip r:embed="rId16"/>
                  <a:stretch>
                    <a:fillRect t="-8197" r="-12037" b="-24590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-1903947" y="3627777"/>
                  <a:ext cx="654603" cy="431419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903947" y="3627777"/>
                  <a:ext cx="654603" cy="431419"/>
                </a:xfrm>
                <a:prstGeom prst="rect">
                  <a:avLst/>
                </a:prstGeom>
                <a:blipFill>
                  <a:blip r:embed="rId17"/>
                  <a:stretch>
                    <a:fillRect t="-10000" r="-12150" b="-26667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/>
                <p:cNvSpPr/>
                <p:nvPr/>
              </p:nvSpPr>
              <p:spPr>
                <a:xfrm>
                  <a:off x="-2627164" y="2178298"/>
                  <a:ext cx="872566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7" name="Rectangle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627164" y="2178298"/>
                  <a:ext cx="872566" cy="45720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/>
                <p:cNvSpPr/>
                <p:nvPr/>
              </p:nvSpPr>
              <p:spPr>
                <a:xfrm>
                  <a:off x="-690952" y="2178298"/>
                  <a:ext cx="872566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8" name="Rect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90952" y="2178298"/>
                  <a:ext cx="872566" cy="45720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/>
                <p:cNvSpPr/>
                <p:nvPr/>
              </p:nvSpPr>
              <p:spPr>
                <a:xfrm>
                  <a:off x="1245100" y="2182992"/>
                  <a:ext cx="872566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39" name="Rectangle 3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5100" y="2182992"/>
                  <a:ext cx="872566" cy="45720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/>
            <p:cNvCxnSpPr/>
            <p:nvPr/>
          </p:nvCxnSpPr>
          <p:spPr>
            <a:xfrm flipH="1">
              <a:off x="-2426421" y="2652443"/>
              <a:ext cx="160" cy="918798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V="1">
              <a:off x="-2045421" y="2652443"/>
              <a:ext cx="160" cy="918798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>
              <a:off x="1447800" y="2641198"/>
              <a:ext cx="160" cy="918798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V="1">
              <a:off x="1828800" y="2641198"/>
              <a:ext cx="160" cy="918798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>
            <a:xfrm flipV="1">
              <a:off x="-1802255" y="2635498"/>
              <a:ext cx="1129346" cy="950788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/>
            <p:nvPr/>
          </p:nvCxnSpPr>
          <p:spPr>
            <a:xfrm>
              <a:off x="-1791385" y="2652443"/>
              <a:ext cx="1047572" cy="969066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/>
            <p:nvPr/>
          </p:nvCxnSpPr>
          <p:spPr>
            <a:xfrm flipH="1">
              <a:off x="-532037" y="2651585"/>
              <a:ext cx="160" cy="918798"/>
            </a:xfrm>
            <a:prstGeom prst="straightConnector1">
              <a:avLst/>
            </a:prstGeom>
            <a:ln>
              <a:solidFill>
                <a:srgbClr val="0551FB"/>
              </a:solidFill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/>
            <p:nvPr/>
          </p:nvCxnSpPr>
          <p:spPr>
            <a:xfrm flipV="1">
              <a:off x="-151037" y="2640568"/>
              <a:ext cx="160" cy="918798"/>
            </a:xfrm>
            <a:prstGeom prst="straightConnector1">
              <a:avLst/>
            </a:prstGeom>
            <a:ln>
              <a:solidFill>
                <a:srgbClr val="0551FB"/>
              </a:solidFill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/>
                <p:cNvSpPr txBox="1"/>
                <p:nvPr/>
              </p:nvSpPr>
              <p:spPr>
                <a:xfrm>
                  <a:off x="-634573" y="1750642"/>
                  <a:ext cx="649280" cy="431419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81" name="Text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34573" y="1750642"/>
                  <a:ext cx="649280" cy="431419"/>
                </a:xfrm>
                <a:prstGeom prst="rect">
                  <a:avLst/>
                </a:prstGeom>
                <a:blipFill>
                  <a:blip r:embed="rId21"/>
                  <a:stretch>
                    <a:fillRect t="-8197" r="-11215" b="-24590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1340623" y="1750642"/>
                  <a:ext cx="654603" cy="431419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82" name="TextBox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0623" y="1750642"/>
                  <a:ext cx="654603" cy="431419"/>
                </a:xfrm>
                <a:prstGeom prst="rect">
                  <a:avLst/>
                </a:prstGeom>
                <a:blipFill>
                  <a:blip r:embed="rId22"/>
                  <a:stretch>
                    <a:fillRect t="-8197" r="-12037" b="-24590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/>
                <p:cNvSpPr txBox="1"/>
                <p:nvPr/>
              </p:nvSpPr>
              <p:spPr>
                <a:xfrm>
                  <a:off x="-2568672" y="1750642"/>
                  <a:ext cx="654603" cy="431419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83" name="TextBox 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568672" y="1750642"/>
                  <a:ext cx="654603" cy="431419"/>
                </a:xfrm>
                <a:prstGeom prst="rect">
                  <a:avLst/>
                </a:prstGeom>
                <a:blipFill>
                  <a:blip r:embed="rId23"/>
                  <a:stretch>
                    <a:fillRect t="-8197" r="-12150" b="-24590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6" name="Group 95"/>
          <p:cNvGrpSpPr/>
          <p:nvPr/>
        </p:nvGrpSpPr>
        <p:grpSpPr>
          <a:xfrm>
            <a:off x="581659" y="1336720"/>
            <a:ext cx="3317239" cy="1110394"/>
            <a:chOff x="-2534786" y="4225898"/>
            <a:chExt cx="3317239" cy="11103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Rectangle 83"/>
                <p:cNvSpPr/>
                <p:nvPr/>
              </p:nvSpPr>
              <p:spPr>
                <a:xfrm>
                  <a:off x="-2458854" y="4444505"/>
                  <a:ext cx="577189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84" name="Rectangle 8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458854" y="4444505"/>
                  <a:ext cx="577189" cy="45720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Rectangle 84"/>
                <p:cNvSpPr/>
                <p:nvPr/>
              </p:nvSpPr>
              <p:spPr>
                <a:xfrm>
                  <a:off x="-1126795" y="4444505"/>
                  <a:ext cx="577189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85" name="Rectangle 8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126795" y="4444505"/>
                  <a:ext cx="577189" cy="45720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Rectangle 85"/>
                <p:cNvSpPr/>
                <p:nvPr/>
              </p:nvSpPr>
              <p:spPr>
                <a:xfrm>
                  <a:off x="205264" y="4444505"/>
                  <a:ext cx="577189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86" name="Rectangle 8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264" y="4444505"/>
                  <a:ext cx="577189" cy="45720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Straight Arrow Connector 86"/>
            <p:cNvCxnSpPr/>
            <p:nvPr/>
          </p:nvCxnSpPr>
          <p:spPr>
            <a:xfrm>
              <a:off x="-1881665" y="4550678"/>
              <a:ext cx="754870" cy="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 flipH="1">
              <a:off x="-1881665" y="4800600"/>
              <a:ext cx="754870" cy="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3" name="Straight Arrow Connector 92"/>
            <p:cNvCxnSpPr/>
            <p:nvPr/>
          </p:nvCxnSpPr>
          <p:spPr>
            <a:xfrm flipH="1">
              <a:off x="-549606" y="4550678"/>
              <a:ext cx="754870" cy="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-549606" y="4800600"/>
              <a:ext cx="754870" cy="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 rot="5400000">
              <a:off x="-946068" y="4333766"/>
              <a:ext cx="215735" cy="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/>
                <p:cNvSpPr txBox="1"/>
                <p:nvPr/>
              </p:nvSpPr>
              <p:spPr>
                <a:xfrm>
                  <a:off x="-1191194" y="4966960"/>
                  <a:ext cx="705986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92" name="TextBox 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191194" y="4966960"/>
                  <a:ext cx="705986" cy="369332"/>
                </a:xfrm>
                <a:prstGeom prst="rect">
                  <a:avLst/>
                </a:prstGeom>
                <a:blipFill>
                  <a:blip r:embed="rId27"/>
                  <a:stretch>
                    <a:fillRect l="-3448" t="-10000" r="-17241" b="-26667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/>
                <p:cNvSpPr txBox="1"/>
                <p:nvPr/>
              </p:nvSpPr>
              <p:spPr>
                <a:xfrm>
                  <a:off x="0" y="4966960"/>
                  <a:ext cx="705986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𝑔𝑟𝑒𝑒𝑛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97" name="TextBox 9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4966960"/>
                  <a:ext cx="705986" cy="369332"/>
                </a:xfrm>
                <a:prstGeom prst="rect">
                  <a:avLst/>
                </a:prstGeom>
                <a:blipFill>
                  <a:blip r:embed="rId28"/>
                  <a:stretch>
                    <a:fillRect l="-2586" t="-10000" r="-53448" b="-26667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/>
                <p:cNvSpPr txBox="1"/>
                <p:nvPr/>
              </p:nvSpPr>
              <p:spPr>
                <a:xfrm>
                  <a:off x="-2534786" y="4953000"/>
                  <a:ext cx="705986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he-IL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534786" y="4953000"/>
                  <a:ext cx="705986" cy="369332"/>
                </a:xfrm>
                <a:prstGeom prst="rect">
                  <a:avLst/>
                </a:prstGeom>
                <a:blipFill>
                  <a:blip r:embed="rId29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0" name="TextBox 99"/>
          <p:cNvSpPr txBox="1"/>
          <p:nvPr/>
        </p:nvSpPr>
        <p:spPr>
          <a:xfrm>
            <a:off x="4467405" y="990600"/>
            <a:ext cx="4560865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0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אוטומט למילים שאינן מקיימות את התכונה</a:t>
            </a: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AEE32946-7D84-ED5A-614D-FC5D3814D901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4432300" y="1594634"/>
            <a:ext cx="4470400" cy="105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59D14D7-948B-5BCA-03BB-3C97A8723648}"/>
              </a:ext>
            </a:extLst>
          </p:cNvPr>
          <p:cNvSpPr>
            <a:spLocks/>
          </p:cNvSpPr>
          <p:nvPr/>
        </p:nvSpPr>
        <p:spPr bwMode="auto">
          <a:xfrm>
            <a:off x="4749800" y="1696234"/>
            <a:ext cx="471488" cy="477838"/>
          </a:xfrm>
          <a:custGeom>
            <a:avLst/>
            <a:gdLst>
              <a:gd name="T0" fmla="*/ 297 w 297"/>
              <a:gd name="T1" fmla="*/ 150 h 301"/>
              <a:gd name="T2" fmla="*/ 285 w 297"/>
              <a:gd name="T3" fmla="*/ 91 h 301"/>
              <a:gd name="T4" fmla="*/ 254 w 297"/>
              <a:gd name="T5" fmla="*/ 43 h 301"/>
              <a:gd name="T6" fmla="*/ 206 w 297"/>
              <a:gd name="T7" fmla="*/ 11 h 301"/>
              <a:gd name="T8" fmla="*/ 148 w 297"/>
              <a:gd name="T9" fmla="*/ 0 h 301"/>
              <a:gd name="T10" fmla="*/ 90 w 297"/>
              <a:gd name="T11" fmla="*/ 11 h 301"/>
              <a:gd name="T12" fmla="*/ 42 w 297"/>
              <a:gd name="T13" fmla="*/ 43 h 301"/>
              <a:gd name="T14" fmla="*/ 11 w 297"/>
              <a:gd name="T15" fmla="*/ 91 h 301"/>
              <a:gd name="T16" fmla="*/ 0 w 297"/>
              <a:gd name="T17" fmla="*/ 150 h 301"/>
              <a:gd name="T18" fmla="*/ 11 w 297"/>
              <a:gd name="T19" fmla="*/ 209 h 301"/>
              <a:gd name="T20" fmla="*/ 42 w 297"/>
              <a:gd name="T21" fmla="*/ 257 h 301"/>
              <a:gd name="T22" fmla="*/ 90 w 297"/>
              <a:gd name="T23" fmla="*/ 289 h 301"/>
              <a:gd name="T24" fmla="*/ 148 w 297"/>
              <a:gd name="T25" fmla="*/ 301 h 301"/>
              <a:gd name="T26" fmla="*/ 206 w 297"/>
              <a:gd name="T27" fmla="*/ 289 h 301"/>
              <a:gd name="T28" fmla="*/ 254 w 297"/>
              <a:gd name="T29" fmla="*/ 257 h 301"/>
              <a:gd name="T30" fmla="*/ 285 w 297"/>
              <a:gd name="T31" fmla="*/ 209 h 301"/>
              <a:gd name="T32" fmla="*/ 297 w 297"/>
              <a:gd name="T33" fmla="*/ 150 h 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97" h="301">
                <a:moveTo>
                  <a:pt x="297" y="150"/>
                </a:moveTo>
                <a:lnTo>
                  <a:pt x="285" y="91"/>
                </a:lnTo>
                <a:lnTo>
                  <a:pt x="254" y="43"/>
                </a:lnTo>
                <a:lnTo>
                  <a:pt x="206" y="11"/>
                </a:lnTo>
                <a:lnTo>
                  <a:pt x="148" y="0"/>
                </a:lnTo>
                <a:lnTo>
                  <a:pt x="90" y="11"/>
                </a:lnTo>
                <a:lnTo>
                  <a:pt x="42" y="43"/>
                </a:lnTo>
                <a:lnTo>
                  <a:pt x="11" y="91"/>
                </a:lnTo>
                <a:lnTo>
                  <a:pt x="0" y="150"/>
                </a:lnTo>
                <a:lnTo>
                  <a:pt x="11" y="209"/>
                </a:lnTo>
                <a:lnTo>
                  <a:pt x="42" y="257"/>
                </a:lnTo>
                <a:lnTo>
                  <a:pt x="90" y="289"/>
                </a:lnTo>
                <a:lnTo>
                  <a:pt x="148" y="301"/>
                </a:lnTo>
                <a:lnTo>
                  <a:pt x="206" y="289"/>
                </a:lnTo>
                <a:lnTo>
                  <a:pt x="254" y="257"/>
                </a:lnTo>
                <a:lnTo>
                  <a:pt x="285" y="209"/>
                </a:lnTo>
                <a:lnTo>
                  <a:pt x="297" y="150"/>
                </a:lnTo>
                <a:close/>
              </a:path>
            </a:pathLst>
          </a:custGeom>
          <a:solidFill>
            <a:srgbClr val="808080"/>
          </a:solidFill>
          <a:ln w="0">
            <a:solidFill>
              <a:srgbClr val="80808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D4566E93-D039-EE75-D5CB-05BE5856BF34}"/>
              </a:ext>
            </a:extLst>
          </p:cNvPr>
          <p:cNvSpPr>
            <a:spLocks/>
          </p:cNvSpPr>
          <p:nvPr/>
        </p:nvSpPr>
        <p:spPr bwMode="auto">
          <a:xfrm>
            <a:off x="4699000" y="1643847"/>
            <a:ext cx="471488" cy="479425"/>
          </a:xfrm>
          <a:custGeom>
            <a:avLst/>
            <a:gdLst>
              <a:gd name="T0" fmla="*/ 297 w 297"/>
              <a:gd name="T1" fmla="*/ 151 h 302"/>
              <a:gd name="T2" fmla="*/ 286 w 297"/>
              <a:gd name="T3" fmla="*/ 92 h 302"/>
              <a:gd name="T4" fmla="*/ 254 w 297"/>
              <a:gd name="T5" fmla="*/ 44 h 302"/>
              <a:gd name="T6" fmla="*/ 207 w 297"/>
              <a:gd name="T7" fmla="*/ 11 h 302"/>
              <a:gd name="T8" fmla="*/ 149 w 297"/>
              <a:gd name="T9" fmla="*/ 0 h 302"/>
              <a:gd name="T10" fmla="*/ 90 w 297"/>
              <a:gd name="T11" fmla="*/ 11 h 302"/>
              <a:gd name="T12" fmla="*/ 43 w 297"/>
              <a:gd name="T13" fmla="*/ 44 h 302"/>
              <a:gd name="T14" fmla="*/ 12 w 297"/>
              <a:gd name="T15" fmla="*/ 92 h 302"/>
              <a:gd name="T16" fmla="*/ 0 w 297"/>
              <a:gd name="T17" fmla="*/ 151 h 302"/>
              <a:gd name="T18" fmla="*/ 12 w 297"/>
              <a:gd name="T19" fmla="*/ 210 h 302"/>
              <a:gd name="T20" fmla="*/ 43 w 297"/>
              <a:gd name="T21" fmla="*/ 258 h 302"/>
              <a:gd name="T22" fmla="*/ 90 w 297"/>
              <a:gd name="T23" fmla="*/ 290 h 302"/>
              <a:gd name="T24" fmla="*/ 149 w 297"/>
              <a:gd name="T25" fmla="*/ 302 h 302"/>
              <a:gd name="T26" fmla="*/ 207 w 297"/>
              <a:gd name="T27" fmla="*/ 290 h 302"/>
              <a:gd name="T28" fmla="*/ 254 w 297"/>
              <a:gd name="T29" fmla="*/ 258 h 302"/>
              <a:gd name="T30" fmla="*/ 286 w 297"/>
              <a:gd name="T31" fmla="*/ 210 h 302"/>
              <a:gd name="T32" fmla="*/ 297 w 297"/>
              <a:gd name="T33" fmla="*/ 151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97" h="302">
                <a:moveTo>
                  <a:pt x="297" y="151"/>
                </a:moveTo>
                <a:lnTo>
                  <a:pt x="286" y="92"/>
                </a:lnTo>
                <a:lnTo>
                  <a:pt x="254" y="44"/>
                </a:lnTo>
                <a:lnTo>
                  <a:pt x="207" y="11"/>
                </a:lnTo>
                <a:lnTo>
                  <a:pt x="149" y="0"/>
                </a:lnTo>
                <a:lnTo>
                  <a:pt x="90" y="11"/>
                </a:lnTo>
                <a:lnTo>
                  <a:pt x="43" y="44"/>
                </a:lnTo>
                <a:lnTo>
                  <a:pt x="12" y="92"/>
                </a:lnTo>
                <a:lnTo>
                  <a:pt x="0" y="151"/>
                </a:lnTo>
                <a:lnTo>
                  <a:pt x="12" y="210"/>
                </a:lnTo>
                <a:lnTo>
                  <a:pt x="43" y="258"/>
                </a:lnTo>
                <a:lnTo>
                  <a:pt x="90" y="290"/>
                </a:lnTo>
                <a:lnTo>
                  <a:pt x="149" y="302"/>
                </a:lnTo>
                <a:lnTo>
                  <a:pt x="207" y="290"/>
                </a:lnTo>
                <a:lnTo>
                  <a:pt x="254" y="258"/>
                </a:lnTo>
                <a:lnTo>
                  <a:pt x="286" y="210"/>
                </a:lnTo>
                <a:lnTo>
                  <a:pt x="297" y="151"/>
                </a:lnTo>
                <a:close/>
              </a:path>
            </a:pathLst>
          </a:custGeom>
          <a:solidFill>
            <a:srgbClr val="FFFACC"/>
          </a:solidFill>
          <a:ln w="0">
            <a:solidFill>
              <a:srgbClr val="FFFACC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DF6EE936-A23B-3FBA-6EEA-099FF4CB7611}"/>
              </a:ext>
            </a:extLst>
          </p:cNvPr>
          <p:cNvSpPr>
            <a:spLocks/>
          </p:cNvSpPr>
          <p:nvPr/>
        </p:nvSpPr>
        <p:spPr bwMode="auto">
          <a:xfrm flipV="1">
            <a:off x="4699000" y="1643847"/>
            <a:ext cx="471488" cy="479425"/>
          </a:xfrm>
          <a:custGeom>
            <a:avLst/>
            <a:gdLst>
              <a:gd name="T0" fmla="*/ 402 w 402"/>
              <a:gd name="T1" fmla="*/ 201 h 402"/>
              <a:gd name="T2" fmla="*/ 386 w 402"/>
              <a:gd name="T3" fmla="*/ 280 h 402"/>
              <a:gd name="T4" fmla="*/ 343 w 402"/>
              <a:gd name="T5" fmla="*/ 344 h 402"/>
              <a:gd name="T6" fmla="*/ 280 w 402"/>
              <a:gd name="T7" fmla="*/ 387 h 402"/>
              <a:gd name="T8" fmla="*/ 201 w 402"/>
              <a:gd name="T9" fmla="*/ 402 h 402"/>
              <a:gd name="T10" fmla="*/ 122 w 402"/>
              <a:gd name="T11" fmla="*/ 387 h 402"/>
              <a:gd name="T12" fmla="*/ 59 w 402"/>
              <a:gd name="T13" fmla="*/ 344 h 402"/>
              <a:gd name="T14" fmla="*/ 16 w 402"/>
              <a:gd name="T15" fmla="*/ 280 h 402"/>
              <a:gd name="T16" fmla="*/ 0 w 402"/>
              <a:gd name="T17" fmla="*/ 201 h 402"/>
              <a:gd name="T18" fmla="*/ 16 w 402"/>
              <a:gd name="T19" fmla="*/ 123 h 402"/>
              <a:gd name="T20" fmla="*/ 59 w 402"/>
              <a:gd name="T21" fmla="*/ 59 h 402"/>
              <a:gd name="T22" fmla="*/ 122 w 402"/>
              <a:gd name="T23" fmla="*/ 16 h 402"/>
              <a:gd name="T24" fmla="*/ 201 w 402"/>
              <a:gd name="T25" fmla="*/ 0 h 402"/>
              <a:gd name="T26" fmla="*/ 280 w 402"/>
              <a:gd name="T27" fmla="*/ 16 h 402"/>
              <a:gd name="T28" fmla="*/ 343 w 402"/>
              <a:gd name="T29" fmla="*/ 59 h 402"/>
              <a:gd name="T30" fmla="*/ 386 w 402"/>
              <a:gd name="T31" fmla="*/ 123 h 402"/>
              <a:gd name="T32" fmla="*/ 402 w 402"/>
              <a:gd name="T33" fmla="*/ 201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2" h="402">
                <a:moveTo>
                  <a:pt x="402" y="201"/>
                </a:moveTo>
                <a:lnTo>
                  <a:pt x="386" y="280"/>
                </a:lnTo>
                <a:lnTo>
                  <a:pt x="343" y="344"/>
                </a:lnTo>
                <a:lnTo>
                  <a:pt x="280" y="387"/>
                </a:lnTo>
                <a:lnTo>
                  <a:pt x="201" y="402"/>
                </a:lnTo>
                <a:lnTo>
                  <a:pt x="122" y="387"/>
                </a:lnTo>
                <a:lnTo>
                  <a:pt x="59" y="344"/>
                </a:lnTo>
                <a:lnTo>
                  <a:pt x="16" y="280"/>
                </a:lnTo>
                <a:lnTo>
                  <a:pt x="0" y="201"/>
                </a:lnTo>
                <a:lnTo>
                  <a:pt x="16" y="123"/>
                </a:lnTo>
                <a:lnTo>
                  <a:pt x="59" y="59"/>
                </a:lnTo>
                <a:lnTo>
                  <a:pt x="122" y="16"/>
                </a:lnTo>
                <a:lnTo>
                  <a:pt x="201" y="0"/>
                </a:lnTo>
                <a:lnTo>
                  <a:pt x="280" y="16"/>
                </a:lnTo>
                <a:lnTo>
                  <a:pt x="343" y="59"/>
                </a:lnTo>
                <a:lnTo>
                  <a:pt x="386" y="123"/>
                </a:lnTo>
                <a:lnTo>
                  <a:pt x="402" y="201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8680BF13-D72C-7BE9-8663-A1BF43528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0763" y="1696234"/>
            <a:ext cx="2111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MI10" charset="0"/>
                <a:cs typeface="CMMI10" charset="0"/>
              </a:rPr>
              <a:t>q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Rectangle 9">
            <a:extLst>
              <a:ext uri="{FF2B5EF4-FFF2-40B4-BE49-F238E27FC236}">
                <a16:creationId xmlns:a16="http://schemas.microsoft.com/office/drawing/2014/main" id="{D06614BF-5A3B-BB02-8C92-001C17B3F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5538" y="1796247"/>
            <a:ext cx="144463" cy="19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7" charset="0"/>
                <a:cs typeface="CMR7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Line 10">
            <a:extLst>
              <a:ext uri="{FF2B5EF4-FFF2-40B4-BE49-F238E27FC236}">
                <a16:creationId xmlns:a16="http://schemas.microsoft.com/office/drawing/2014/main" id="{55653140-D4DB-49D9-D5B3-011674E8AC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9288" y="1883559"/>
            <a:ext cx="1873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Freeform 11">
            <a:extLst>
              <a:ext uri="{FF2B5EF4-FFF2-40B4-BE49-F238E27FC236}">
                <a16:creationId xmlns:a16="http://schemas.microsoft.com/office/drawing/2014/main" id="{DB0D5721-8F85-DE05-07FE-2AA36D50ED79}"/>
              </a:ext>
            </a:extLst>
          </p:cNvPr>
          <p:cNvSpPr>
            <a:spLocks/>
          </p:cNvSpPr>
          <p:nvPr/>
        </p:nvSpPr>
        <p:spPr bwMode="auto">
          <a:xfrm>
            <a:off x="4591050" y="1853397"/>
            <a:ext cx="74613" cy="61913"/>
          </a:xfrm>
          <a:custGeom>
            <a:avLst/>
            <a:gdLst>
              <a:gd name="T0" fmla="*/ 47 w 47"/>
              <a:gd name="T1" fmla="*/ 19 h 39"/>
              <a:gd name="T2" fmla="*/ 0 w 47"/>
              <a:gd name="T3" fmla="*/ 0 h 39"/>
              <a:gd name="T4" fmla="*/ 13 w 47"/>
              <a:gd name="T5" fmla="*/ 19 h 39"/>
              <a:gd name="T6" fmla="*/ 0 w 47"/>
              <a:gd name="T7" fmla="*/ 39 h 39"/>
              <a:gd name="T8" fmla="*/ 47 w 47"/>
              <a:gd name="T9" fmla="*/ 1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" h="39">
                <a:moveTo>
                  <a:pt x="47" y="19"/>
                </a:moveTo>
                <a:lnTo>
                  <a:pt x="0" y="0"/>
                </a:lnTo>
                <a:lnTo>
                  <a:pt x="13" y="19"/>
                </a:lnTo>
                <a:lnTo>
                  <a:pt x="0" y="39"/>
                </a:lnTo>
                <a:lnTo>
                  <a:pt x="47" y="1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Freeform 12">
            <a:extLst>
              <a:ext uri="{FF2B5EF4-FFF2-40B4-BE49-F238E27FC236}">
                <a16:creationId xmlns:a16="http://schemas.microsoft.com/office/drawing/2014/main" id="{B1916187-FB30-BE1D-DB7B-A19306906831}"/>
              </a:ext>
            </a:extLst>
          </p:cNvPr>
          <p:cNvSpPr>
            <a:spLocks/>
          </p:cNvSpPr>
          <p:nvPr/>
        </p:nvSpPr>
        <p:spPr bwMode="auto">
          <a:xfrm flipV="1">
            <a:off x="4591050" y="1853397"/>
            <a:ext cx="74613" cy="61913"/>
          </a:xfrm>
          <a:custGeom>
            <a:avLst/>
            <a:gdLst>
              <a:gd name="T0" fmla="*/ 64 w 64"/>
              <a:gd name="T1" fmla="*/ 26 h 52"/>
              <a:gd name="T2" fmla="*/ 0 w 64"/>
              <a:gd name="T3" fmla="*/ 52 h 52"/>
              <a:gd name="T4" fmla="*/ 18 w 64"/>
              <a:gd name="T5" fmla="*/ 26 h 52"/>
              <a:gd name="T6" fmla="*/ 0 w 64"/>
              <a:gd name="T7" fmla="*/ 0 h 52"/>
              <a:gd name="T8" fmla="*/ 64 w 64"/>
              <a:gd name="T9" fmla="*/ 26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4" h="52">
                <a:moveTo>
                  <a:pt x="64" y="26"/>
                </a:moveTo>
                <a:lnTo>
                  <a:pt x="0" y="52"/>
                </a:lnTo>
                <a:lnTo>
                  <a:pt x="18" y="26"/>
                </a:lnTo>
                <a:lnTo>
                  <a:pt x="0" y="0"/>
                </a:lnTo>
                <a:lnTo>
                  <a:pt x="64" y="26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Freeform 13">
            <a:extLst>
              <a:ext uri="{FF2B5EF4-FFF2-40B4-BE49-F238E27FC236}">
                <a16:creationId xmlns:a16="http://schemas.microsoft.com/office/drawing/2014/main" id="{2B4702D5-1FE6-32E7-EF92-F9871DEE59C9}"/>
              </a:ext>
            </a:extLst>
          </p:cNvPr>
          <p:cNvSpPr>
            <a:spLocks/>
          </p:cNvSpPr>
          <p:nvPr/>
        </p:nvSpPr>
        <p:spPr bwMode="auto">
          <a:xfrm>
            <a:off x="6570663" y="1696234"/>
            <a:ext cx="473075" cy="477838"/>
          </a:xfrm>
          <a:custGeom>
            <a:avLst/>
            <a:gdLst>
              <a:gd name="T0" fmla="*/ 298 w 298"/>
              <a:gd name="T1" fmla="*/ 150 h 301"/>
              <a:gd name="T2" fmla="*/ 286 w 298"/>
              <a:gd name="T3" fmla="*/ 91 h 301"/>
              <a:gd name="T4" fmla="*/ 254 w 298"/>
              <a:gd name="T5" fmla="*/ 43 h 301"/>
              <a:gd name="T6" fmla="*/ 208 w 298"/>
              <a:gd name="T7" fmla="*/ 11 h 301"/>
              <a:gd name="T8" fmla="*/ 149 w 298"/>
              <a:gd name="T9" fmla="*/ 0 h 301"/>
              <a:gd name="T10" fmla="*/ 91 w 298"/>
              <a:gd name="T11" fmla="*/ 11 h 301"/>
              <a:gd name="T12" fmla="*/ 44 w 298"/>
              <a:gd name="T13" fmla="*/ 43 h 301"/>
              <a:gd name="T14" fmla="*/ 12 w 298"/>
              <a:gd name="T15" fmla="*/ 91 h 301"/>
              <a:gd name="T16" fmla="*/ 0 w 298"/>
              <a:gd name="T17" fmla="*/ 150 h 301"/>
              <a:gd name="T18" fmla="*/ 12 w 298"/>
              <a:gd name="T19" fmla="*/ 209 h 301"/>
              <a:gd name="T20" fmla="*/ 44 w 298"/>
              <a:gd name="T21" fmla="*/ 257 h 301"/>
              <a:gd name="T22" fmla="*/ 91 w 298"/>
              <a:gd name="T23" fmla="*/ 289 h 301"/>
              <a:gd name="T24" fmla="*/ 149 w 298"/>
              <a:gd name="T25" fmla="*/ 301 h 301"/>
              <a:gd name="T26" fmla="*/ 208 w 298"/>
              <a:gd name="T27" fmla="*/ 289 h 301"/>
              <a:gd name="T28" fmla="*/ 254 w 298"/>
              <a:gd name="T29" fmla="*/ 257 h 301"/>
              <a:gd name="T30" fmla="*/ 286 w 298"/>
              <a:gd name="T31" fmla="*/ 209 h 301"/>
              <a:gd name="T32" fmla="*/ 298 w 298"/>
              <a:gd name="T33" fmla="*/ 150 h 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98" h="301">
                <a:moveTo>
                  <a:pt x="298" y="150"/>
                </a:moveTo>
                <a:lnTo>
                  <a:pt x="286" y="91"/>
                </a:lnTo>
                <a:lnTo>
                  <a:pt x="254" y="43"/>
                </a:lnTo>
                <a:lnTo>
                  <a:pt x="208" y="11"/>
                </a:lnTo>
                <a:lnTo>
                  <a:pt x="149" y="0"/>
                </a:lnTo>
                <a:lnTo>
                  <a:pt x="91" y="11"/>
                </a:lnTo>
                <a:lnTo>
                  <a:pt x="44" y="43"/>
                </a:lnTo>
                <a:lnTo>
                  <a:pt x="12" y="91"/>
                </a:lnTo>
                <a:lnTo>
                  <a:pt x="0" y="150"/>
                </a:lnTo>
                <a:lnTo>
                  <a:pt x="12" y="209"/>
                </a:lnTo>
                <a:lnTo>
                  <a:pt x="44" y="257"/>
                </a:lnTo>
                <a:lnTo>
                  <a:pt x="91" y="289"/>
                </a:lnTo>
                <a:lnTo>
                  <a:pt x="149" y="301"/>
                </a:lnTo>
                <a:lnTo>
                  <a:pt x="208" y="289"/>
                </a:lnTo>
                <a:lnTo>
                  <a:pt x="254" y="257"/>
                </a:lnTo>
                <a:lnTo>
                  <a:pt x="286" y="209"/>
                </a:lnTo>
                <a:lnTo>
                  <a:pt x="298" y="150"/>
                </a:lnTo>
                <a:close/>
              </a:path>
            </a:pathLst>
          </a:custGeom>
          <a:solidFill>
            <a:srgbClr val="808080"/>
          </a:solidFill>
          <a:ln w="0">
            <a:solidFill>
              <a:srgbClr val="80808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Freeform 14">
            <a:extLst>
              <a:ext uri="{FF2B5EF4-FFF2-40B4-BE49-F238E27FC236}">
                <a16:creationId xmlns:a16="http://schemas.microsoft.com/office/drawing/2014/main" id="{21992CC3-7279-B2C6-E531-C21C1BED452C}"/>
              </a:ext>
            </a:extLst>
          </p:cNvPr>
          <p:cNvSpPr>
            <a:spLocks/>
          </p:cNvSpPr>
          <p:nvPr/>
        </p:nvSpPr>
        <p:spPr bwMode="auto">
          <a:xfrm>
            <a:off x="6521450" y="1643847"/>
            <a:ext cx="471488" cy="479425"/>
          </a:xfrm>
          <a:custGeom>
            <a:avLst/>
            <a:gdLst>
              <a:gd name="T0" fmla="*/ 297 w 297"/>
              <a:gd name="T1" fmla="*/ 151 h 302"/>
              <a:gd name="T2" fmla="*/ 285 w 297"/>
              <a:gd name="T3" fmla="*/ 92 h 302"/>
              <a:gd name="T4" fmla="*/ 254 w 297"/>
              <a:gd name="T5" fmla="*/ 44 h 302"/>
              <a:gd name="T6" fmla="*/ 207 w 297"/>
              <a:gd name="T7" fmla="*/ 11 h 302"/>
              <a:gd name="T8" fmla="*/ 148 w 297"/>
              <a:gd name="T9" fmla="*/ 0 h 302"/>
              <a:gd name="T10" fmla="*/ 91 w 297"/>
              <a:gd name="T11" fmla="*/ 11 h 302"/>
              <a:gd name="T12" fmla="*/ 43 w 297"/>
              <a:gd name="T13" fmla="*/ 44 h 302"/>
              <a:gd name="T14" fmla="*/ 11 w 297"/>
              <a:gd name="T15" fmla="*/ 92 h 302"/>
              <a:gd name="T16" fmla="*/ 0 w 297"/>
              <a:gd name="T17" fmla="*/ 151 h 302"/>
              <a:gd name="T18" fmla="*/ 11 w 297"/>
              <a:gd name="T19" fmla="*/ 210 h 302"/>
              <a:gd name="T20" fmla="*/ 43 w 297"/>
              <a:gd name="T21" fmla="*/ 258 h 302"/>
              <a:gd name="T22" fmla="*/ 91 w 297"/>
              <a:gd name="T23" fmla="*/ 290 h 302"/>
              <a:gd name="T24" fmla="*/ 148 w 297"/>
              <a:gd name="T25" fmla="*/ 302 h 302"/>
              <a:gd name="T26" fmla="*/ 207 w 297"/>
              <a:gd name="T27" fmla="*/ 290 h 302"/>
              <a:gd name="T28" fmla="*/ 254 w 297"/>
              <a:gd name="T29" fmla="*/ 258 h 302"/>
              <a:gd name="T30" fmla="*/ 285 w 297"/>
              <a:gd name="T31" fmla="*/ 210 h 302"/>
              <a:gd name="T32" fmla="*/ 297 w 297"/>
              <a:gd name="T33" fmla="*/ 151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97" h="302">
                <a:moveTo>
                  <a:pt x="297" y="151"/>
                </a:moveTo>
                <a:lnTo>
                  <a:pt x="285" y="92"/>
                </a:lnTo>
                <a:lnTo>
                  <a:pt x="254" y="44"/>
                </a:lnTo>
                <a:lnTo>
                  <a:pt x="207" y="11"/>
                </a:lnTo>
                <a:lnTo>
                  <a:pt x="148" y="0"/>
                </a:lnTo>
                <a:lnTo>
                  <a:pt x="91" y="11"/>
                </a:lnTo>
                <a:lnTo>
                  <a:pt x="43" y="44"/>
                </a:lnTo>
                <a:lnTo>
                  <a:pt x="11" y="92"/>
                </a:lnTo>
                <a:lnTo>
                  <a:pt x="0" y="151"/>
                </a:lnTo>
                <a:lnTo>
                  <a:pt x="11" y="210"/>
                </a:lnTo>
                <a:lnTo>
                  <a:pt x="43" y="258"/>
                </a:lnTo>
                <a:lnTo>
                  <a:pt x="91" y="290"/>
                </a:lnTo>
                <a:lnTo>
                  <a:pt x="148" y="302"/>
                </a:lnTo>
                <a:lnTo>
                  <a:pt x="207" y="290"/>
                </a:lnTo>
                <a:lnTo>
                  <a:pt x="254" y="258"/>
                </a:lnTo>
                <a:lnTo>
                  <a:pt x="285" y="210"/>
                </a:lnTo>
                <a:lnTo>
                  <a:pt x="297" y="151"/>
                </a:lnTo>
                <a:close/>
              </a:path>
            </a:pathLst>
          </a:custGeom>
          <a:solidFill>
            <a:srgbClr val="FFFACC"/>
          </a:solidFill>
          <a:ln w="0">
            <a:solidFill>
              <a:srgbClr val="FFFACC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Freeform 15">
            <a:extLst>
              <a:ext uri="{FF2B5EF4-FFF2-40B4-BE49-F238E27FC236}">
                <a16:creationId xmlns:a16="http://schemas.microsoft.com/office/drawing/2014/main" id="{10EDE824-16FE-8A44-43C1-77E30BD34B1B}"/>
              </a:ext>
            </a:extLst>
          </p:cNvPr>
          <p:cNvSpPr>
            <a:spLocks/>
          </p:cNvSpPr>
          <p:nvPr/>
        </p:nvSpPr>
        <p:spPr bwMode="auto">
          <a:xfrm flipV="1">
            <a:off x="6521450" y="1643847"/>
            <a:ext cx="471488" cy="479425"/>
          </a:xfrm>
          <a:custGeom>
            <a:avLst/>
            <a:gdLst>
              <a:gd name="T0" fmla="*/ 402 w 402"/>
              <a:gd name="T1" fmla="*/ 201 h 402"/>
              <a:gd name="T2" fmla="*/ 386 w 402"/>
              <a:gd name="T3" fmla="*/ 280 h 402"/>
              <a:gd name="T4" fmla="*/ 344 w 402"/>
              <a:gd name="T5" fmla="*/ 344 h 402"/>
              <a:gd name="T6" fmla="*/ 280 w 402"/>
              <a:gd name="T7" fmla="*/ 387 h 402"/>
              <a:gd name="T8" fmla="*/ 201 w 402"/>
              <a:gd name="T9" fmla="*/ 402 h 402"/>
              <a:gd name="T10" fmla="*/ 123 w 402"/>
              <a:gd name="T11" fmla="*/ 387 h 402"/>
              <a:gd name="T12" fmla="*/ 59 w 402"/>
              <a:gd name="T13" fmla="*/ 344 h 402"/>
              <a:gd name="T14" fmla="*/ 16 w 402"/>
              <a:gd name="T15" fmla="*/ 280 h 402"/>
              <a:gd name="T16" fmla="*/ 0 w 402"/>
              <a:gd name="T17" fmla="*/ 201 h 402"/>
              <a:gd name="T18" fmla="*/ 16 w 402"/>
              <a:gd name="T19" fmla="*/ 123 h 402"/>
              <a:gd name="T20" fmla="*/ 59 w 402"/>
              <a:gd name="T21" fmla="*/ 59 h 402"/>
              <a:gd name="T22" fmla="*/ 123 w 402"/>
              <a:gd name="T23" fmla="*/ 16 h 402"/>
              <a:gd name="T24" fmla="*/ 201 w 402"/>
              <a:gd name="T25" fmla="*/ 0 h 402"/>
              <a:gd name="T26" fmla="*/ 280 w 402"/>
              <a:gd name="T27" fmla="*/ 16 h 402"/>
              <a:gd name="T28" fmla="*/ 344 w 402"/>
              <a:gd name="T29" fmla="*/ 59 h 402"/>
              <a:gd name="T30" fmla="*/ 386 w 402"/>
              <a:gd name="T31" fmla="*/ 123 h 402"/>
              <a:gd name="T32" fmla="*/ 402 w 402"/>
              <a:gd name="T33" fmla="*/ 201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2" h="402">
                <a:moveTo>
                  <a:pt x="402" y="201"/>
                </a:moveTo>
                <a:lnTo>
                  <a:pt x="386" y="280"/>
                </a:lnTo>
                <a:lnTo>
                  <a:pt x="344" y="344"/>
                </a:lnTo>
                <a:lnTo>
                  <a:pt x="280" y="387"/>
                </a:lnTo>
                <a:lnTo>
                  <a:pt x="201" y="402"/>
                </a:lnTo>
                <a:lnTo>
                  <a:pt x="123" y="387"/>
                </a:lnTo>
                <a:lnTo>
                  <a:pt x="59" y="344"/>
                </a:lnTo>
                <a:lnTo>
                  <a:pt x="16" y="280"/>
                </a:lnTo>
                <a:lnTo>
                  <a:pt x="0" y="201"/>
                </a:lnTo>
                <a:lnTo>
                  <a:pt x="16" y="123"/>
                </a:lnTo>
                <a:lnTo>
                  <a:pt x="59" y="59"/>
                </a:lnTo>
                <a:lnTo>
                  <a:pt x="123" y="16"/>
                </a:lnTo>
                <a:lnTo>
                  <a:pt x="201" y="0"/>
                </a:lnTo>
                <a:lnTo>
                  <a:pt x="280" y="16"/>
                </a:lnTo>
                <a:lnTo>
                  <a:pt x="344" y="59"/>
                </a:lnTo>
                <a:lnTo>
                  <a:pt x="386" y="123"/>
                </a:lnTo>
                <a:lnTo>
                  <a:pt x="402" y="201"/>
                </a:lnTo>
              </a:path>
            </a:pathLst>
          </a:custGeom>
          <a:noFill/>
          <a:ln w="3175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Freeform 16">
            <a:extLst>
              <a:ext uri="{FF2B5EF4-FFF2-40B4-BE49-F238E27FC236}">
                <a16:creationId xmlns:a16="http://schemas.microsoft.com/office/drawing/2014/main" id="{873AE9AB-AE09-9B2E-A346-A3F0F13C4E14}"/>
              </a:ext>
            </a:extLst>
          </p:cNvPr>
          <p:cNvSpPr>
            <a:spLocks/>
          </p:cNvSpPr>
          <p:nvPr/>
        </p:nvSpPr>
        <p:spPr bwMode="auto">
          <a:xfrm flipV="1">
            <a:off x="6521450" y="1643847"/>
            <a:ext cx="471488" cy="479425"/>
          </a:xfrm>
          <a:custGeom>
            <a:avLst/>
            <a:gdLst>
              <a:gd name="T0" fmla="*/ 402 w 402"/>
              <a:gd name="T1" fmla="*/ 201 h 402"/>
              <a:gd name="T2" fmla="*/ 386 w 402"/>
              <a:gd name="T3" fmla="*/ 280 h 402"/>
              <a:gd name="T4" fmla="*/ 344 w 402"/>
              <a:gd name="T5" fmla="*/ 344 h 402"/>
              <a:gd name="T6" fmla="*/ 280 w 402"/>
              <a:gd name="T7" fmla="*/ 387 h 402"/>
              <a:gd name="T8" fmla="*/ 201 w 402"/>
              <a:gd name="T9" fmla="*/ 402 h 402"/>
              <a:gd name="T10" fmla="*/ 123 w 402"/>
              <a:gd name="T11" fmla="*/ 387 h 402"/>
              <a:gd name="T12" fmla="*/ 59 w 402"/>
              <a:gd name="T13" fmla="*/ 344 h 402"/>
              <a:gd name="T14" fmla="*/ 16 w 402"/>
              <a:gd name="T15" fmla="*/ 280 h 402"/>
              <a:gd name="T16" fmla="*/ 0 w 402"/>
              <a:gd name="T17" fmla="*/ 201 h 402"/>
              <a:gd name="T18" fmla="*/ 16 w 402"/>
              <a:gd name="T19" fmla="*/ 123 h 402"/>
              <a:gd name="T20" fmla="*/ 59 w 402"/>
              <a:gd name="T21" fmla="*/ 59 h 402"/>
              <a:gd name="T22" fmla="*/ 123 w 402"/>
              <a:gd name="T23" fmla="*/ 16 h 402"/>
              <a:gd name="T24" fmla="*/ 201 w 402"/>
              <a:gd name="T25" fmla="*/ 0 h 402"/>
              <a:gd name="T26" fmla="*/ 280 w 402"/>
              <a:gd name="T27" fmla="*/ 16 h 402"/>
              <a:gd name="T28" fmla="*/ 344 w 402"/>
              <a:gd name="T29" fmla="*/ 59 h 402"/>
              <a:gd name="T30" fmla="*/ 386 w 402"/>
              <a:gd name="T31" fmla="*/ 123 h 402"/>
              <a:gd name="T32" fmla="*/ 402 w 402"/>
              <a:gd name="T33" fmla="*/ 201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2" h="402">
                <a:moveTo>
                  <a:pt x="402" y="201"/>
                </a:moveTo>
                <a:lnTo>
                  <a:pt x="386" y="280"/>
                </a:lnTo>
                <a:lnTo>
                  <a:pt x="344" y="344"/>
                </a:lnTo>
                <a:lnTo>
                  <a:pt x="280" y="387"/>
                </a:lnTo>
                <a:lnTo>
                  <a:pt x="201" y="402"/>
                </a:lnTo>
                <a:lnTo>
                  <a:pt x="123" y="387"/>
                </a:lnTo>
                <a:lnTo>
                  <a:pt x="59" y="344"/>
                </a:lnTo>
                <a:lnTo>
                  <a:pt x="16" y="280"/>
                </a:lnTo>
                <a:lnTo>
                  <a:pt x="0" y="201"/>
                </a:lnTo>
                <a:lnTo>
                  <a:pt x="16" y="123"/>
                </a:lnTo>
                <a:lnTo>
                  <a:pt x="59" y="59"/>
                </a:lnTo>
                <a:lnTo>
                  <a:pt x="123" y="16"/>
                </a:lnTo>
                <a:lnTo>
                  <a:pt x="201" y="0"/>
                </a:lnTo>
                <a:lnTo>
                  <a:pt x="280" y="16"/>
                </a:lnTo>
                <a:lnTo>
                  <a:pt x="344" y="59"/>
                </a:lnTo>
                <a:lnTo>
                  <a:pt x="386" y="123"/>
                </a:lnTo>
                <a:lnTo>
                  <a:pt x="402" y="201"/>
                </a:lnTo>
              </a:path>
            </a:pathLst>
          </a:custGeom>
          <a:noFill/>
          <a:ln w="14288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Rectangle 17">
            <a:extLst>
              <a:ext uri="{FF2B5EF4-FFF2-40B4-BE49-F238E27FC236}">
                <a16:creationId xmlns:a16="http://schemas.microsoft.com/office/drawing/2014/main" id="{E0025982-135A-6B1F-AF79-27CF7AD3E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1625" y="1696234"/>
            <a:ext cx="2111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MMI10" charset="0"/>
              </a:rPr>
              <a:t>q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" name="Rectangle 18">
            <a:extLst>
              <a:ext uri="{FF2B5EF4-FFF2-40B4-BE49-F238E27FC236}">
                <a16:creationId xmlns:a16="http://schemas.microsoft.com/office/drawing/2014/main" id="{F2495926-6F5E-DE6D-A1E6-D12C91294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6400" y="1796247"/>
            <a:ext cx="144463" cy="19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MR7" charset="0"/>
              </a:rPr>
              <a:t>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4" name="Freeform 19">
            <a:extLst>
              <a:ext uri="{FF2B5EF4-FFF2-40B4-BE49-F238E27FC236}">
                <a16:creationId xmlns:a16="http://schemas.microsoft.com/office/drawing/2014/main" id="{F96C8852-DA79-A624-9351-5F200F39107B}"/>
              </a:ext>
            </a:extLst>
          </p:cNvPr>
          <p:cNvSpPr>
            <a:spLocks/>
          </p:cNvSpPr>
          <p:nvPr/>
        </p:nvSpPr>
        <p:spPr bwMode="auto">
          <a:xfrm>
            <a:off x="8393113" y="1696234"/>
            <a:ext cx="473075" cy="477838"/>
          </a:xfrm>
          <a:custGeom>
            <a:avLst/>
            <a:gdLst>
              <a:gd name="T0" fmla="*/ 298 w 298"/>
              <a:gd name="T1" fmla="*/ 150 h 301"/>
              <a:gd name="T2" fmla="*/ 287 w 298"/>
              <a:gd name="T3" fmla="*/ 91 h 301"/>
              <a:gd name="T4" fmla="*/ 255 w 298"/>
              <a:gd name="T5" fmla="*/ 43 h 301"/>
              <a:gd name="T6" fmla="*/ 208 w 298"/>
              <a:gd name="T7" fmla="*/ 11 h 301"/>
              <a:gd name="T8" fmla="*/ 149 w 298"/>
              <a:gd name="T9" fmla="*/ 0 h 301"/>
              <a:gd name="T10" fmla="*/ 91 w 298"/>
              <a:gd name="T11" fmla="*/ 11 h 301"/>
              <a:gd name="T12" fmla="*/ 44 w 298"/>
              <a:gd name="T13" fmla="*/ 43 h 301"/>
              <a:gd name="T14" fmla="*/ 12 w 298"/>
              <a:gd name="T15" fmla="*/ 91 h 301"/>
              <a:gd name="T16" fmla="*/ 0 w 298"/>
              <a:gd name="T17" fmla="*/ 150 h 301"/>
              <a:gd name="T18" fmla="*/ 12 w 298"/>
              <a:gd name="T19" fmla="*/ 209 h 301"/>
              <a:gd name="T20" fmla="*/ 44 w 298"/>
              <a:gd name="T21" fmla="*/ 257 h 301"/>
              <a:gd name="T22" fmla="*/ 91 w 298"/>
              <a:gd name="T23" fmla="*/ 289 h 301"/>
              <a:gd name="T24" fmla="*/ 149 w 298"/>
              <a:gd name="T25" fmla="*/ 301 h 301"/>
              <a:gd name="T26" fmla="*/ 208 w 298"/>
              <a:gd name="T27" fmla="*/ 289 h 301"/>
              <a:gd name="T28" fmla="*/ 255 w 298"/>
              <a:gd name="T29" fmla="*/ 257 h 301"/>
              <a:gd name="T30" fmla="*/ 287 w 298"/>
              <a:gd name="T31" fmla="*/ 209 h 301"/>
              <a:gd name="T32" fmla="*/ 298 w 298"/>
              <a:gd name="T33" fmla="*/ 150 h 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98" h="301">
                <a:moveTo>
                  <a:pt x="298" y="150"/>
                </a:moveTo>
                <a:lnTo>
                  <a:pt x="287" y="91"/>
                </a:lnTo>
                <a:lnTo>
                  <a:pt x="255" y="43"/>
                </a:lnTo>
                <a:lnTo>
                  <a:pt x="208" y="11"/>
                </a:lnTo>
                <a:lnTo>
                  <a:pt x="149" y="0"/>
                </a:lnTo>
                <a:lnTo>
                  <a:pt x="91" y="11"/>
                </a:lnTo>
                <a:lnTo>
                  <a:pt x="44" y="43"/>
                </a:lnTo>
                <a:lnTo>
                  <a:pt x="12" y="91"/>
                </a:lnTo>
                <a:lnTo>
                  <a:pt x="0" y="150"/>
                </a:lnTo>
                <a:lnTo>
                  <a:pt x="12" y="209"/>
                </a:lnTo>
                <a:lnTo>
                  <a:pt x="44" y="257"/>
                </a:lnTo>
                <a:lnTo>
                  <a:pt x="91" y="289"/>
                </a:lnTo>
                <a:lnTo>
                  <a:pt x="149" y="301"/>
                </a:lnTo>
                <a:lnTo>
                  <a:pt x="208" y="289"/>
                </a:lnTo>
                <a:lnTo>
                  <a:pt x="255" y="257"/>
                </a:lnTo>
                <a:lnTo>
                  <a:pt x="287" y="209"/>
                </a:lnTo>
                <a:lnTo>
                  <a:pt x="298" y="150"/>
                </a:lnTo>
                <a:close/>
              </a:path>
            </a:pathLst>
          </a:custGeom>
          <a:solidFill>
            <a:srgbClr val="808080"/>
          </a:solidFill>
          <a:ln w="0">
            <a:solidFill>
              <a:srgbClr val="80808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Freeform 20">
            <a:extLst>
              <a:ext uri="{FF2B5EF4-FFF2-40B4-BE49-F238E27FC236}">
                <a16:creationId xmlns:a16="http://schemas.microsoft.com/office/drawing/2014/main" id="{034BA4E4-525A-932E-FC3E-28D5A31E8128}"/>
              </a:ext>
            </a:extLst>
          </p:cNvPr>
          <p:cNvSpPr>
            <a:spLocks/>
          </p:cNvSpPr>
          <p:nvPr/>
        </p:nvSpPr>
        <p:spPr bwMode="auto">
          <a:xfrm>
            <a:off x="8342313" y="1643847"/>
            <a:ext cx="473075" cy="479425"/>
          </a:xfrm>
          <a:custGeom>
            <a:avLst/>
            <a:gdLst>
              <a:gd name="T0" fmla="*/ 298 w 298"/>
              <a:gd name="T1" fmla="*/ 151 h 302"/>
              <a:gd name="T2" fmla="*/ 287 w 298"/>
              <a:gd name="T3" fmla="*/ 92 h 302"/>
              <a:gd name="T4" fmla="*/ 255 w 298"/>
              <a:gd name="T5" fmla="*/ 44 h 302"/>
              <a:gd name="T6" fmla="*/ 208 w 298"/>
              <a:gd name="T7" fmla="*/ 11 h 302"/>
              <a:gd name="T8" fmla="*/ 149 w 298"/>
              <a:gd name="T9" fmla="*/ 0 h 302"/>
              <a:gd name="T10" fmla="*/ 92 w 298"/>
              <a:gd name="T11" fmla="*/ 11 h 302"/>
              <a:gd name="T12" fmla="*/ 44 w 298"/>
              <a:gd name="T13" fmla="*/ 44 h 302"/>
              <a:gd name="T14" fmla="*/ 12 w 298"/>
              <a:gd name="T15" fmla="*/ 92 h 302"/>
              <a:gd name="T16" fmla="*/ 0 w 298"/>
              <a:gd name="T17" fmla="*/ 151 h 302"/>
              <a:gd name="T18" fmla="*/ 12 w 298"/>
              <a:gd name="T19" fmla="*/ 210 h 302"/>
              <a:gd name="T20" fmla="*/ 44 w 298"/>
              <a:gd name="T21" fmla="*/ 258 h 302"/>
              <a:gd name="T22" fmla="*/ 92 w 298"/>
              <a:gd name="T23" fmla="*/ 290 h 302"/>
              <a:gd name="T24" fmla="*/ 149 w 298"/>
              <a:gd name="T25" fmla="*/ 302 h 302"/>
              <a:gd name="T26" fmla="*/ 208 w 298"/>
              <a:gd name="T27" fmla="*/ 290 h 302"/>
              <a:gd name="T28" fmla="*/ 255 w 298"/>
              <a:gd name="T29" fmla="*/ 258 h 302"/>
              <a:gd name="T30" fmla="*/ 287 w 298"/>
              <a:gd name="T31" fmla="*/ 210 h 302"/>
              <a:gd name="T32" fmla="*/ 298 w 298"/>
              <a:gd name="T33" fmla="*/ 151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98" h="302">
                <a:moveTo>
                  <a:pt x="298" y="151"/>
                </a:moveTo>
                <a:lnTo>
                  <a:pt x="287" y="92"/>
                </a:lnTo>
                <a:lnTo>
                  <a:pt x="255" y="44"/>
                </a:lnTo>
                <a:lnTo>
                  <a:pt x="208" y="11"/>
                </a:lnTo>
                <a:lnTo>
                  <a:pt x="149" y="0"/>
                </a:lnTo>
                <a:lnTo>
                  <a:pt x="92" y="11"/>
                </a:lnTo>
                <a:lnTo>
                  <a:pt x="44" y="44"/>
                </a:lnTo>
                <a:lnTo>
                  <a:pt x="12" y="92"/>
                </a:lnTo>
                <a:lnTo>
                  <a:pt x="0" y="151"/>
                </a:lnTo>
                <a:lnTo>
                  <a:pt x="12" y="210"/>
                </a:lnTo>
                <a:lnTo>
                  <a:pt x="44" y="258"/>
                </a:lnTo>
                <a:lnTo>
                  <a:pt x="92" y="290"/>
                </a:lnTo>
                <a:lnTo>
                  <a:pt x="149" y="302"/>
                </a:lnTo>
                <a:lnTo>
                  <a:pt x="208" y="290"/>
                </a:lnTo>
                <a:lnTo>
                  <a:pt x="255" y="258"/>
                </a:lnTo>
                <a:lnTo>
                  <a:pt x="287" y="210"/>
                </a:lnTo>
                <a:lnTo>
                  <a:pt x="298" y="151"/>
                </a:lnTo>
                <a:close/>
              </a:path>
            </a:pathLst>
          </a:custGeom>
          <a:solidFill>
            <a:srgbClr val="FFFACC"/>
          </a:solidFill>
          <a:ln w="0">
            <a:solidFill>
              <a:srgbClr val="FFFACC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Freeform 21">
            <a:extLst>
              <a:ext uri="{FF2B5EF4-FFF2-40B4-BE49-F238E27FC236}">
                <a16:creationId xmlns:a16="http://schemas.microsoft.com/office/drawing/2014/main" id="{9DA98522-E1DD-0D68-7657-F0A143F36CEA}"/>
              </a:ext>
            </a:extLst>
          </p:cNvPr>
          <p:cNvSpPr>
            <a:spLocks/>
          </p:cNvSpPr>
          <p:nvPr/>
        </p:nvSpPr>
        <p:spPr bwMode="auto">
          <a:xfrm flipV="1">
            <a:off x="8342313" y="1643847"/>
            <a:ext cx="473075" cy="479425"/>
          </a:xfrm>
          <a:custGeom>
            <a:avLst/>
            <a:gdLst>
              <a:gd name="T0" fmla="*/ 402 w 402"/>
              <a:gd name="T1" fmla="*/ 201 h 402"/>
              <a:gd name="T2" fmla="*/ 387 w 402"/>
              <a:gd name="T3" fmla="*/ 280 h 402"/>
              <a:gd name="T4" fmla="*/ 344 w 402"/>
              <a:gd name="T5" fmla="*/ 344 h 402"/>
              <a:gd name="T6" fmla="*/ 280 w 402"/>
              <a:gd name="T7" fmla="*/ 387 h 402"/>
              <a:gd name="T8" fmla="*/ 201 w 402"/>
              <a:gd name="T9" fmla="*/ 402 h 402"/>
              <a:gd name="T10" fmla="*/ 123 w 402"/>
              <a:gd name="T11" fmla="*/ 387 h 402"/>
              <a:gd name="T12" fmla="*/ 59 w 402"/>
              <a:gd name="T13" fmla="*/ 344 h 402"/>
              <a:gd name="T14" fmla="*/ 16 w 402"/>
              <a:gd name="T15" fmla="*/ 280 h 402"/>
              <a:gd name="T16" fmla="*/ 0 w 402"/>
              <a:gd name="T17" fmla="*/ 201 h 402"/>
              <a:gd name="T18" fmla="*/ 16 w 402"/>
              <a:gd name="T19" fmla="*/ 123 h 402"/>
              <a:gd name="T20" fmla="*/ 59 w 402"/>
              <a:gd name="T21" fmla="*/ 59 h 402"/>
              <a:gd name="T22" fmla="*/ 123 w 402"/>
              <a:gd name="T23" fmla="*/ 16 h 402"/>
              <a:gd name="T24" fmla="*/ 201 w 402"/>
              <a:gd name="T25" fmla="*/ 0 h 402"/>
              <a:gd name="T26" fmla="*/ 280 w 402"/>
              <a:gd name="T27" fmla="*/ 16 h 402"/>
              <a:gd name="T28" fmla="*/ 344 w 402"/>
              <a:gd name="T29" fmla="*/ 59 h 402"/>
              <a:gd name="T30" fmla="*/ 387 w 402"/>
              <a:gd name="T31" fmla="*/ 123 h 402"/>
              <a:gd name="T32" fmla="*/ 402 w 402"/>
              <a:gd name="T33" fmla="*/ 201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2" h="402">
                <a:moveTo>
                  <a:pt x="402" y="201"/>
                </a:moveTo>
                <a:lnTo>
                  <a:pt x="387" y="280"/>
                </a:lnTo>
                <a:lnTo>
                  <a:pt x="344" y="344"/>
                </a:lnTo>
                <a:lnTo>
                  <a:pt x="280" y="387"/>
                </a:lnTo>
                <a:lnTo>
                  <a:pt x="201" y="402"/>
                </a:lnTo>
                <a:lnTo>
                  <a:pt x="123" y="387"/>
                </a:lnTo>
                <a:lnTo>
                  <a:pt x="59" y="344"/>
                </a:lnTo>
                <a:lnTo>
                  <a:pt x="16" y="280"/>
                </a:lnTo>
                <a:lnTo>
                  <a:pt x="0" y="201"/>
                </a:lnTo>
                <a:lnTo>
                  <a:pt x="16" y="123"/>
                </a:lnTo>
                <a:lnTo>
                  <a:pt x="59" y="59"/>
                </a:lnTo>
                <a:lnTo>
                  <a:pt x="123" y="16"/>
                </a:lnTo>
                <a:lnTo>
                  <a:pt x="201" y="0"/>
                </a:lnTo>
                <a:lnTo>
                  <a:pt x="280" y="16"/>
                </a:lnTo>
                <a:lnTo>
                  <a:pt x="344" y="59"/>
                </a:lnTo>
                <a:lnTo>
                  <a:pt x="387" y="123"/>
                </a:lnTo>
                <a:lnTo>
                  <a:pt x="402" y="201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44E7C09B-00B4-2CB6-C833-1D9066076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4075" y="1696234"/>
            <a:ext cx="2111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MI10" charset="0"/>
              </a:rPr>
              <a:t>q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8" name="Rectangle 23">
            <a:extLst>
              <a:ext uri="{FF2B5EF4-FFF2-40B4-BE49-F238E27FC236}">
                <a16:creationId xmlns:a16="http://schemas.microsoft.com/office/drawing/2014/main" id="{D20EEE11-EE33-13B2-BA41-BD7E95FD8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8850" y="1796247"/>
            <a:ext cx="144463" cy="19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7" charset="0"/>
              </a:rPr>
              <a:t>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9" name="Freeform 24">
            <a:extLst>
              <a:ext uri="{FF2B5EF4-FFF2-40B4-BE49-F238E27FC236}">
                <a16:creationId xmlns:a16="http://schemas.microsoft.com/office/drawing/2014/main" id="{0251DC3E-A31C-FBAB-2754-6DC4AEDA5C1E}"/>
              </a:ext>
            </a:extLst>
          </p:cNvPr>
          <p:cNvSpPr>
            <a:spLocks/>
          </p:cNvSpPr>
          <p:nvPr/>
        </p:nvSpPr>
        <p:spPr bwMode="auto">
          <a:xfrm flipV="1">
            <a:off x="4843463" y="2120097"/>
            <a:ext cx="173038" cy="293688"/>
          </a:xfrm>
          <a:custGeom>
            <a:avLst/>
            <a:gdLst>
              <a:gd name="T0" fmla="*/ 130 w 147"/>
              <a:gd name="T1" fmla="*/ 246 h 246"/>
              <a:gd name="T2" fmla="*/ 147 w 147"/>
              <a:gd name="T3" fmla="*/ 140 h 246"/>
              <a:gd name="T4" fmla="*/ 138 w 147"/>
              <a:gd name="T5" fmla="*/ 65 h 246"/>
              <a:gd name="T6" fmla="*/ 111 w 147"/>
              <a:gd name="T7" fmla="*/ 18 h 246"/>
              <a:gd name="T8" fmla="*/ 76 w 147"/>
              <a:gd name="T9" fmla="*/ 0 h 246"/>
              <a:gd name="T10" fmla="*/ 40 w 147"/>
              <a:gd name="T11" fmla="*/ 11 h 246"/>
              <a:gd name="T12" fmla="*/ 12 w 147"/>
              <a:gd name="T13" fmla="*/ 49 h 246"/>
              <a:gd name="T14" fmla="*/ 0 w 147"/>
              <a:gd name="T15" fmla="*/ 115 h 246"/>
              <a:gd name="T16" fmla="*/ 14 w 147"/>
              <a:gd name="T17" fmla="*/ 207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7" h="246">
                <a:moveTo>
                  <a:pt x="130" y="246"/>
                </a:moveTo>
                <a:lnTo>
                  <a:pt x="147" y="140"/>
                </a:lnTo>
                <a:lnTo>
                  <a:pt x="138" y="65"/>
                </a:lnTo>
                <a:lnTo>
                  <a:pt x="111" y="18"/>
                </a:lnTo>
                <a:lnTo>
                  <a:pt x="76" y="0"/>
                </a:lnTo>
                <a:lnTo>
                  <a:pt x="40" y="11"/>
                </a:lnTo>
                <a:lnTo>
                  <a:pt x="12" y="49"/>
                </a:lnTo>
                <a:lnTo>
                  <a:pt x="0" y="115"/>
                </a:lnTo>
                <a:lnTo>
                  <a:pt x="14" y="207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Freeform 25">
            <a:extLst>
              <a:ext uri="{FF2B5EF4-FFF2-40B4-BE49-F238E27FC236}">
                <a16:creationId xmlns:a16="http://schemas.microsoft.com/office/drawing/2014/main" id="{ADA7F425-E66D-5780-3849-0D9187ABAD91}"/>
              </a:ext>
            </a:extLst>
          </p:cNvPr>
          <p:cNvSpPr>
            <a:spLocks/>
          </p:cNvSpPr>
          <p:nvPr/>
        </p:nvSpPr>
        <p:spPr bwMode="auto">
          <a:xfrm>
            <a:off x="4816475" y="2147084"/>
            <a:ext cx="58738" cy="82550"/>
          </a:xfrm>
          <a:custGeom>
            <a:avLst/>
            <a:gdLst>
              <a:gd name="T0" fmla="*/ 31 w 37"/>
              <a:gd name="T1" fmla="*/ 0 h 52"/>
              <a:gd name="T2" fmla="*/ 0 w 37"/>
              <a:gd name="T3" fmla="*/ 41 h 52"/>
              <a:gd name="T4" fmla="*/ 22 w 37"/>
              <a:gd name="T5" fmla="*/ 34 h 52"/>
              <a:gd name="T6" fmla="*/ 37 w 37"/>
              <a:gd name="T7" fmla="*/ 52 h 52"/>
              <a:gd name="T8" fmla="*/ 31 w 37"/>
              <a:gd name="T9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" h="52">
                <a:moveTo>
                  <a:pt x="31" y="0"/>
                </a:moveTo>
                <a:lnTo>
                  <a:pt x="0" y="41"/>
                </a:lnTo>
                <a:lnTo>
                  <a:pt x="22" y="34"/>
                </a:lnTo>
                <a:lnTo>
                  <a:pt x="37" y="52"/>
                </a:lnTo>
                <a:lnTo>
                  <a:pt x="31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Freeform 26">
            <a:extLst>
              <a:ext uri="{FF2B5EF4-FFF2-40B4-BE49-F238E27FC236}">
                <a16:creationId xmlns:a16="http://schemas.microsoft.com/office/drawing/2014/main" id="{BF81FD5F-1AFC-4832-F068-5017573D2F54}"/>
              </a:ext>
            </a:extLst>
          </p:cNvPr>
          <p:cNvSpPr>
            <a:spLocks/>
          </p:cNvSpPr>
          <p:nvPr/>
        </p:nvSpPr>
        <p:spPr bwMode="auto">
          <a:xfrm flipV="1">
            <a:off x="4816475" y="2147084"/>
            <a:ext cx="58738" cy="82550"/>
          </a:xfrm>
          <a:custGeom>
            <a:avLst/>
            <a:gdLst>
              <a:gd name="T0" fmla="*/ 42 w 50"/>
              <a:gd name="T1" fmla="*/ 69 h 69"/>
              <a:gd name="T2" fmla="*/ 0 w 50"/>
              <a:gd name="T3" fmla="*/ 14 h 69"/>
              <a:gd name="T4" fmla="*/ 30 w 50"/>
              <a:gd name="T5" fmla="*/ 24 h 69"/>
              <a:gd name="T6" fmla="*/ 50 w 50"/>
              <a:gd name="T7" fmla="*/ 0 h 69"/>
              <a:gd name="T8" fmla="*/ 42 w 50"/>
              <a:gd name="T9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" h="69">
                <a:moveTo>
                  <a:pt x="42" y="69"/>
                </a:moveTo>
                <a:lnTo>
                  <a:pt x="0" y="14"/>
                </a:lnTo>
                <a:lnTo>
                  <a:pt x="30" y="24"/>
                </a:lnTo>
                <a:lnTo>
                  <a:pt x="50" y="0"/>
                </a:lnTo>
                <a:lnTo>
                  <a:pt x="42" y="69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Rectangle 27">
            <a:extLst>
              <a:ext uri="{FF2B5EF4-FFF2-40B4-BE49-F238E27FC236}">
                <a16:creationId xmlns:a16="http://schemas.microsoft.com/office/drawing/2014/main" id="{30307BDE-D266-1B69-311C-1A0943F4A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5988" y="2391559"/>
            <a:ext cx="152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10" charset="0"/>
                <a:cs typeface="CMR10" charset="0"/>
              </a:rPr>
              <a:t>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" name="Rectangle 28">
            <a:extLst>
              <a:ext uri="{FF2B5EF4-FFF2-40B4-BE49-F238E27FC236}">
                <a16:creationId xmlns:a16="http://schemas.microsoft.com/office/drawing/2014/main" id="{4DECFC55-DE4D-97BC-8A63-ACBC1F09F5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8063" y="2391559"/>
            <a:ext cx="1651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10" charset="0"/>
              </a:rPr>
              <a:t>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Rectangle 29">
            <a:extLst>
              <a:ext uri="{FF2B5EF4-FFF2-40B4-BE49-F238E27FC236}">
                <a16:creationId xmlns:a16="http://schemas.microsoft.com/office/drawing/2014/main" id="{6FA8DFCB-1CF0-27F6-3805-DF18CBF84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0138" y="2391559"/>
            <a:ext cx="2111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10" charset="0"/>
              </a:rPr>
              <a:t>u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5" name="Rectangle 30">
            <a:extLst>
              <a:ext uri="{FF2B5EF4-FFF2-40B4-BE49-F238E27FC236}">
                <a16:creationId xmlns:a16="http://schemas.microsoft.com/office/drawing/2014/main" id="{9CA2948F-5F4D-87FB-B650-7E7DC6917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8725" y="2391559"/>
            <a:ext cx="2111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10" charset="0"/>
              </a:rPr>
              <a:t>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" name="Line 31">
            <a:extLst>
              <a:ext uri="{FF2B5EF4-FFF2-40B4-BE49-F238E27FC236}">
                <a16:creationId xmlns:a16="http://schemas.microsoft.com/office/drawing/2014/main" id="{DE07786F-FE3E-9A5E-161F-3AB2D2A6CF7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5250" y="1883559"/>
            <a:ext cx="1287463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" name="Freeform 32">
            <a:extLst>
              <a:ext uri="{FF2B5EF4-FFF2-40B4-BE49-F238E27FC236}">
                <a16:creationId xmlns:a16="http://schemas.microsoft.com/office/drawing/2014/main" id="{95E7C4AA-DDB1-00D4-802A-3B38DD11CAA0}"/>
              </a:ext>
            </a:extLst>
          </p:cNvPr>
          <p:cNvSpPr>
            <a:spLocks/>
          </p:cNvSpPr>
          <p:nvPr/>
        </p:nvSpPr>
        <p:spPr bwMode="auto">
          <a:xfrm>
            <a:off x="6405563" y="1853397"/>
            <a:ext cx="74613" cy="61913"/>
          </a:xfrm>
          <a:custGeom>
            <a:avLst/>
            <a:gdLst>
              <a:gd name="T0" fmla="*/ 47 w 47"/>
              <a:gd name="T1" fmla="*/ 19 h 39"/>
              <a:gd name="T2" fmla="*/ 0 w 47"/>
              <a:gd name="T3" fmla="*/ 0 h 39"/>
              <a:gd name="T4" fmla="*/ 13 w 47"/>
              <a:gd name="T5" fmla="*/ 19 h 39"/>
              <a:gd name="T6" fmla="*/ 0 w 47"/>
              <a:gd name="T7" fmla="*/ 39 h 39"/>
              <a:gd name="T8" fmla="*/ 47 w 47"/>
              <a:gd name="T9" fmla="*/ 1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" h="39">
                <a:moveTo>
                  <a:pt x="47" y="19"/>
                </a:moveTo>
                <a:lnTo>
                  <a:pt x="0" y="0"/>
                </a:lnTo>
                <a:lnTo>
                  <a:pt x="13" y="19"/>
                </a:lnTo>
                <a:lnTo>
                  <a:pt x="0" y="39"/>
                </a:lnTo>
                <a:lnTo>
                  <a:pt x="47" y="1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" name="Freeform 33">
            <a:extLst>
              <a:ext uri="{FF2B5EF4-FFF2-40B4-BE49-F238E27FC236}">
                <a16:creationId xmlns:a16="http://schemas.microsoft.com/office/drawing/2014/main" id="{6BBC2BC9-DDD7-B54E-F6D8-E16A7F001D11}"/>
              </a:ext>
            </a:extLst>
          </p:cNvPr>
          <p:cNvSpPr>
            <a:spLocks/>
          </p:cNvSpPr>
          <p:nvPr/>
        </p:nvSpPr>
        <p:spPr bwMode="auto">
          <a:xfrm flipV="1">
            <a:off x="6405563" y="1853397"/>
            <a:ext cx="74613" cy="61913"/>
          </a:xfrm>
          <a:custGeom>
            <a:avLst/>
            <a:gdLst>
              <a:gd name="T0" fmla="*/ 64 w 64"/>
              <a:gd name="T1" fmla="*/ 26 h 52"/>
              <a:gd name="T2" fmla="*/ 0 w 64"/>
              <a:gd name="T3" fmla="*/ 52 h 52"/>
              <a:gd name="T4" fmla="*/ 18 w 64"/>
              <a:gd name="T5" fmla="*/ 26 h 52"/>
              <a:gd name="T6" fmla="*/ 0 w 64"/>
              <a:gd name="T7" fmla="*/ 0 h 52"/>
              <a:gd name="T8" fmla="*/ 64 w 64"/>
              <a:gd name="T9" fmla="*/ 26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4" h="52">
                <a:moveTo>
                  <a:pt x="64" y="26"/>
                </a:moveTo>
                <a:lnTo>
                  <a:pt x="0" y="52"/>
                </a:lnTo>
                <a:lnTo>
                  <a:pt x="18" y="26"/>
                </a:lnTo>
                <a:lnTo>
                  <a:pt x="0" y="0"/>
                </a:lnTo>
                <a:lnTo>
                  <a:pt x="64" y="26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" name="Freeform 40">
            <a:extLst>
              <a:ext uri="{FF2B5EF4-FFF2-40B4-BE49-F238E27FC236}">
                <a16:creationId xmlns:a16="http://schemas.microsoft.com/office/drawing/2014/main" id="{A809D804-5387-2748-8A17-F9BFD2C9FA4D}"/>
              </a:ext>
            </a:extLst>
          </p:cNvPr>
          <p:cNvSpPr>
            <a:spLocks/>
          </p:cNvSpPr>
          <p:nvPr/>
        </p:nvSpPr>
        <p:spPr bwMode="auto">
          <a:xfrm flipV="1">
            <a:off x="6664325" y="2126447"/>
            <a:ext cx="177800" cy="301625"/>
          </a:xfrm>
          <a:custGeom>
            <a:avLst/>
            <a:gdLst>
              <a:gd name="T0" fmla="*/ 134 w 151"/>
              <a:gd name="T1" fmla="*/ 252 h 252"/>
              <a:gd name="T2" fmla="*/ 151 w 151"/>
              <a:gd name="T3" fmla="*/ 144 h 252"/>
              <a:gd name="T4" fmla="*/ 141 w 151"/>
              <a:gd name="T5" fmla="*/ 66 h 252"/>
              <a:gd name="T6" fmla="*/ 114 w 151"/>
              <a:gd name="T7" fmla="*/ 18 h 252"/>
              <a:gd name="T8" fmla="*/ 78 w 151"/>
              <a:gd name="T9" fmla="*/ 0 h 252"/>
              <a:gd name="T10" fmla="*/ 41 w 151"/>
              <a:gd name="T11" fmla="*/ 11 h 252"/>
              <a:gd name="T12" fmla="*/ 12 w 151"/>
              <a:gd name="T13" fmla="*/ 50 h 252"/>
              <a:gd name="T14" fmla="*/ 0 w 151"/>
              <a:gd name="T15" fmla="*/ 118 h 252"/>
              <a:gd name="T16" fmla="*/ 14 w 151"/>
              <a:gd name="T17" fmla="*/ 213 h 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1" h="252">
                <a:moveTo>
                  <a:pt x="134" y="252"/>
                </a:moveTo>
                <a:lnTo>
                  <a:pt x="151" y="144"/>
                </a:lnTo>
                <a:lnTo>
                  <a:pt x="141" y="66"/>
                </a:lnTo>
                <a:lnTo>
                  <a:pt x="114" y="18"/>
                </a:lnTo>
                <a:lnTo>
                  <a:pt x="78" y="0"/>
                </a:lnTo>
                <a:lnTo>
                  <a:pt x="41" y="11"/>
                </a:lnTo>
                <a:lnTo>
                  <a:pt x="12" y="50"/>
                </a:lnTo>
                <a:lnTo>
                  <a:pt x="0" y="118"/>
                </a:lnTo>
                <a:lnTo>
                  <a:pt x="14" y="213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0" name="Freeform 41">
            <a:extLst>
              <a:ext uri="{FF2B5EF4-FFF2-40B4-BE49-F238E27FC236}">
                <a16:creationId xmlns:a16="http://schemas.microsoft.com/office/drawing/2014/main" id="{A75C7E36-CF50-5B53-DD45-C50A0C50118E}"/>
              </a:ext>
            </a:extLst>
          </p:cNvPr>
          <p:cNvSpPr>
            <a:spLocks/>
          </p:cNvSpPr>
          <p:nvPr/>
        </p:nvSpPr>
        <p:spPr bwMode="auto">
          <a:xfrm>
            <a:off x="6637338" y="2155022"/>
            <a:ext cx="58738" cy="80963"/>
          </a:xfrm>
          <a:custGeom>
            <a:avLst/>
            <a:gdLst>
              <a:gd name="T0" fmla="*/ 30 w 37"/>
              <a:gd name="T1" fmla="*/ 0 h 51"/>
              <a:gd name="T2" fmla="*/ 0 w 37"/>
              <a:gd name="T3" fmla="*/ 41 h 51"/>
              <a:gd name="T4" fmla="*/ 21 w 37"/>
              <a:gd name="T5" fmla="*/ 33 h 51"/>
              <a:gd name="T6" fmla="*/ 37 w 37"/>
              <a:gd name="T7" fmla="*/ 51 h 51"/>
              <a:gd name="T8" fmla="*/ 30 w 37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" h="51">
                <a:moveTo>
                  <a:pt x="30" y="0"/>
                </a:moveTo>
                <a:lnTo>
                  <a:pt x="0" y="41"/>
                </a:lnTo>
                <a:lnTo>
                  <a:pt x="21" y="33"/>
                </a:lnTo>
                <a:lnTo>
                  <a:pt x="37" y="51"/>
                </a:lnTo>
                <a:lnTo>
                  <a:pt x="3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" name="Freeform 42">
            <a:extLst>
              <a:ext uri="{FF2B5EF4-FFF2-40B4-BE49-F238E27FC236}">
                <a16:creationId xmlns:a16="http://schemas.microsoft.com/office/drawing/2014/main" id="{4606CE49-7A84-C490-13ED-8599CC440126}"/>
              </a:ext>
            </a:extLst>
          </p:cNvPr>
          <p:cNvSpPr>
            <a:spLocks/>
          </p:cNvSpPr>
          <p:nvPr/>
        </p:nvSpPr>
        <p:spPr bwMode="auto">
          <a:xfrm flipV="1">
            <a:off x="6637338" y="2155022"/>
            <a:ext cx="58738" cy="80963"/>
          </a:xfrm>
          <a:custGeom>
            <a:avLst/>
            <a:gdLst>
              <a:gd name="T0" fmla="*/ 41 w 50"/>
              <a:gd name="T1" fmla="*/ 69 h 69"/>
              <a:gd name="T2" fmla="*/ 0 w 50"/>
              <a:gd name="T3" fmla="*/ 14 h 69"/>
              <a:gd name="T4" fmla="*/ 29 w 50"/>
              <a:gd name="T5" fmla="*/ 24 h 69"/>
              <a:gd name="T6" fmla="*/ 50 w 50"/>
              <a:gd name="T7" fmla="*/ 0 h 69"/>
              <a:gd name="T8" fmla="*/ 41 w 50"/>
              <a:gd name="T9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" h="69">
                <a:moveTo>
                  <a:pt x="41" y="69"/>
                </a:moveTo>
                <a:lnTo>
                  <a:pt x="0" y="14"/>
                </a:lnTo>
                <a:lnTo>
                  <a:pt x="29" y="24"/>
                </a:lnTo>
                <a:lnTo>
                  <a:pt x="50" y="0"/>
                </a:lnTo>
                <a:lnTo>
                  <a:pt x="41" y="69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" name="Line 49">
            <a:extLst>
              <a:ext uri="{FF2B5EF4-FFF2-40B4-BE49-F238E27FC236}">
                <a16:creationId xmlns:a16="http://schemas.microsoft.com/office/drawing/2014/main" id="{D9F1385B-B772-91C6-3CD5-EDA1AD6CD9B2}"/>
              </a:ext>
            </a:extLst>
          </p:cNvPr>
          <p:cNvSpPr>
            <a:spLocks noChangeShapeType="1"/>
          </p:cNvSpPr>
          <p:nvPr/>
        </p:nvSpPr>
        <p:spPr bwMode="auto">
          <a:xfrm>
            <a:off x="7005638" y="1883559"/>
            <a:ext cx="128587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3" name="Freeform 50">
            <a:extLst>
              <a:ext uri="{FF2B5EF4-FFF2-40B4-BE49-F238E27FC236}">
                <a16:creationId xmlns:a16="http://schemas.microsoft.com/office/drawing/2014/main" id="{E971CFAC-18A1-5243-0270-05B6C4E92BE7}"/>
              </a:ext>
            </a:extLst>
          </p:cNvPr>
          <p:cNvSpPr>
            <a:spLocks/>
          </p:cNvSpPr>
          <p:nvPr/>
        </p:nvSpPr>
        <p:spPr bwMode="auto">
          <a:xfrm>
            <a:off x="8234363" y="1853397"/>
            <a:ext cx="76200" cy="61913"/>
          </a:xfrm>
          <a:custGeom>
            <a:avLst/>
            <a:gdLst>
              <a:gd name="T0" fmla="*/ 48 w 48"/>
              <a:gd name="T1" fmla="*/ 19 h 39"/>
              <a:gd name="T2" fmla="*/ 0 w 48"/>
              <a:gd name="T3" fmla="*/ 0 h 39"/>
              <a:gd name="T4" fmla="*/ 14 w 48"/>
              <a:gd name="T5" fmla="*/ 19 h 39"/>
              <a:gd name="T6" fmla="*/ 0 w 48"/>
              <a:gd name="T7" fmla="*/ 39 h 39"/>
              <a:gd name="T8" fmla="*/ 48 w 48"/>
              <a:gd name="T9" fmla="*/ 1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" h="39">
                <a:moveTo>
                  <a:pt x="48" y="19"/>
                </a:moveTo>
                <a:lnTo>
                  <a:pt x="0" y="0"/>
                </a:lnTo>
                <a:lnTo>
                  <a:pt x="14" y="19"/>
                </a:lnTo>
                <a:lnTo>
                  <a:pt x="0" y="39"/>
                </a:lnTo>
                <a:lnTo>
                  <a:pt x="48" y="1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5" name="Freeform 51">
            <a:extLst>
              <a:ext uri="{FF2B5EF4-FFF2-40B4-BE49-F238E27FC236}">
                <a16:creationId xmlns:a16="http://schemas.microsoft.com/office/drawing/2014/main" id="{BEF6338A-F9EF-240B-E65D-3348FC27021B}"/>
              </a:ext>
            </a:extLst>
          </p:cNvPr>
          <p:cNvSpPr>
            <a:spLocks/>
          </p:cNvSpPr>
          <p:nvPr/>
        </p:nvSpPr>
        <p:spPr bwMode="auto">
          <a:xfrm flipV="1">
            <a:off x="8234363" y="1853397"/>
            <a:ext cx="76200" cy="61913"/>
          </a:xfrm>
          <a:custGeom>
            <a:avLst/>
            <a:gdLst>
              <a:gd name="T0" fmla="*/ 64 w 64"/>
              <a:gd name="T1" fmla="*/ 26 h 52"/>
              <a:gd name="T2" fmla="*/ 0 w 64"/>
              <a:gd name="T3" fmla="*/ 52 h 52"/>
              <a:gd name="T4" fmla="*/ 18 w 64"/>
              <a:gd name="T5" fmla="*/ 26 h 52"/>
              <a:gd name="T6" fmla="*/ 0 w 64"/>
              <a:gd name="T7" fmla="*/ 0 h 52"/>
              <a:gd name="T8" fmla="*/ 64 w 64"/>
              <a:gd name="T9" fmla="*/ 26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4" h="52">
                <a:moveTo>
                  <a:pt x="64" y="26"/>
                </a:moveTo>
                <a:lnTo>
                  <a:pt x="0" y="52"/>
                </a:lnTo>
                <a:lnTo>
                  <a:pt x="18" y="26"/>
                </a:lnTo>
                <a:lnTo>
                  <a:pt x="0" y="0"/>
                </a:lnTo>
                <a:lnTo>
                  <a:pt x="64" y="26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7" name="Freeform 57">
            <a:extLst>
              <a:ext uri="{FF2B5EF4-FFF2-40B4-BE49-F238E27FC236}">
                <a16:creationId xmlns:a16="http://schemas.microsoft.com/office/drawing/2014/main" id="{4E54B991-DDEF-8A0E-565C-4D81B834F184}"/>
              </a:ext>
            </a:extLst>
          </p:cNvPr>
          <p:cNvSpPr>
            <a:spLocks/>
          </p:cNvSpPr>
          <p:nvPr/>
        </p:nvSpPr>
        <p:spPr bwMode="auto">
          <a:xfrm flipV="1">
            <a:off x="8489950" y="2120097"/>
            <a:ext cx="171450" cy="293688"/>
          </a:xfrm>
          <a:custGeom>
            <a:avLst/>
            <a:gdLst>
              <a:gd name="T0" fmla="*/ 129 w 146"/>
              <a:gd name="T1" fmla="*/ 246 h 246"/>
              <a:gd name="T2" fmla="*/ 146 w 146"/>
              <a:gd name="T3" fmla="*/ 140 h 246"/>
              <a:gd name="T4" fmla="*/ 137 w 146"/>
              <a:gd name="T5" fmla="*/ 65 h 246"/>
              <a:gd name="T6" fmla="*/ 110 w 146"/>
              <a:gd name="T7" fmla="*/ 18 h 246"/>
              <a:gd name="T8" fmla="*/ 75 w 146"/>
              <a:gd name="T9" fmla="*/ 0 h 246"/>
              <a:gd name="T10" fmla="*/ 39 w 146"/>
              <a:gd name="T11" fmla="*/ 11 h 246"/>
              <a:gd name="T12" fmla="*/ 11 w 146"/>
              <a:gd name="T13" fmla="*/ 49 h 246"/>
              <a:gd name="T14" fmla="*/ 0 w 146"/>
              <a:gd name="T15" fmla="*/ 115 h 246"/>
              <a:gd name="T16" fmla="*/ 13 w 146"/>
              <a:gd name="T17" fmla="*/ 207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6" h="246">
                <a:moveTo>
                  <a:pt x="129" y="246"/>
                </a:moveTo>
                <a:lnTo>
                  <a:pt x="146" y="140"/>
                </a:lnTo>
                <a:lnTo>
                  <a:pt x="137" y="65"/>
                </a:lnTo>
                <a:lnTo>
                  <a:pt x="110" y="18"/>
                </a:lnTo>
                <a:lnTo>
                  <a:pt x="75" y="0"/>
                </a:lnTo>
                <a:lnTo>
                  <a:pt x="39" y="11"/>
                </a:lnTo>
                <a:lnTo>
                  <a:pt x="11" y="49"/>
                </a:lnTo>
                <a:lnTo>
                  <a:pt x="0" y="115"/>
                </a:lnTo>
                <a:lnTo>
                  <a:pt x="13" y="207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8" name="Freeform 58">
            <a:extLst>
              <a:ext uri="{FF2B5EF4-FFF2-40B4-BE49-F238E27FC236}">
                <a16:creationId xmlns:a16="http://schemas.microsoft.com/office/drawing/2014/main" id="{043FDDC2-411F-177B-606F-8873D39B48B3}"/>
              </a:ext>
            </a:extLst>
          </p:cNvPr>
          <p:cNvSpPr>
            <a:spLocks/>
          </p:cNvSpPr>
          <p:nvPr/>
        </p:nvSpPr>
        <p:spPr bwMode="auto">
          <a:xfrm>
            <a:off x="8461375" y="2147084"/>
            <a:ext cx="58738" cy="82550"/>
          </a:xfrm>
          <a:custGeom>
            <a:avLst/>
            <a:gdLst>
              <a:gd name="T0" fmla="*/ 31 w 37"/>
              <a:gd name="T1" fmla="*/ 0 h 52"/>
              <a:gd name="T2" fmla="*/ 0 w 37"/>
              <a:gd name="T3" fmla="*/ 41 h 52"/>
              <a:gd name="T4" fmla="*/ 22 w 37"/>
              <a:gd name="T5" fmla="*/ 34 h 52"/>
              <a:gd name="T6" fmla="*/ 37 w 37"/>
              <a:gd name="T7" fmla="*/ 52 h 52"/>
              <a:gd name="T8" fmla="*/ 31 w 37"/>
              <a:gd name="T9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" h="52">
                <a:moveTo>
                  <a:pt x="31" y="0"/>
                </a:moveTo>
                <a:lnTo>
                  <a:pt x="0" y="41"/>
                </a:lnTo>
                <a:lnTo>
                  <a:pt x="22" y="34"/>
                </a:lnTo>
                <a:lnTo>
                  <a:pt x="37" y="52"/>
                </a:lnTo>
                <a:lnTo>
                  <a:pt x="31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" name="Freeform 59">
            <a:extLst>
              <a:ext uri="{FF2B5EF4-FFF2-40B4-BE49-F238E27FC236}">
                <a16:creationId xmlns:a16="http://schemas.microsoft.com/office/drawing/2014/main" id="{E08EDF79-0E81-B7F0-2611-42274C4F69BC}"/>
              </a:ext>
            </a:extLst>
          </p:cNvPr>
          <p:cNvSpPr>
            <a:spLocks/>
          </p:cNvSpPr>
          <p:nvPr/>
        </p:nvSpPr>
        <p:spPr bwMode="auto">
          <a:xfrm flipV="1">
            <a:off x="8461375" y="2147084"/>
            <a:ext cx="58738" cy="82550"/>
          </a:xfrm>
          <a:custGeom>
            <a:avLst/>
            <a:gdLst>
              <a:gd name="T0" fmla="*/ 42 w 50"/>
              <a:gd name="T1" fmla="*/ 69 h 69"/>
              <a:gd name="T2" fmla="*/ 0 w 50"/>
              <a:gd name="T3" fmla="*/ 14 h 69"/>
              <a:gd name="T4" fmla="*/ 30 w 50"/>
              <a:gd name="T5" fmla="*/ 24 h 69"/>
              <a:gd name="T6" fmla="*/ 50 w 50"/>
              <a:gd name="T7" fmla="*/ 0 h 69"/>
              <a:gd name="T8" fmla="*/ 42 w 50"/>
              <a:gd name="T9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" h="69">
                <a:moveTo>
                  <a:pt x="42" y="69"/>
                </a:moveTo>
                <a:lnTo>
                  <a:pt x="0" y="14"/>
                </a:lnTo>
                <a:lnTo>
                  <a:pt x="30" y="24"/>
                </a:lnTo>
                <a:lnTo>
                  <a:pt x="50" y="0"/>
                </a:lnTo>
                <a:lnTo>
                  <a:pt x="42" y="69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" name="Rectangle 60">
            <a:extLst>
              <a:ext uri="{FF2B5EF4-FFF2-40B4-BE49-F238E27FC236}">
                <a16:creationId xmlns:a16="http://schemas.microsoft.com/office/drawing/2014/main" id="{A31325E3-A47D-0D51-08C5-8ED9BF5E5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0888" y="2391559"/>
            <a:ext cx="152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10" charset="0"/>
              </a:rPr>
              <a:t>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1" name="Rectangle 61">
            <a:extLst>
              <a:ext uri="{FF2B5EF4-FFF2-40B4-BE49-F238E27FC236}">
                <a16:creationId xmlns:a16="http://schemas.microsoft.com/office/drawing/2014/main" id="{39A937BE-8C75-1F5A-E445-DB2B8ECA8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2963" y="2391559"/>
            <a:ext cx="1651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10" charset="0"/>
              </a:rPr>
              <a:t>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9" name="Rectangle 62">
            <a:extLst>
              <a:ext uri="{FF2B5EF4-FFF2-40B4-BE49-F238E27FC236}">
                <a16:creationId xmlns:a16="http://schemas.microsoft.com/office/drawing/2014/main" id="{4D5B2FEA-A8FE-3C17-14FE-5B48C5DF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5038" y="2391559"/>
            <a:ext cx="2111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10" charset="0"/>
              </a:rPr>
              <a:t>u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Rectangle 63">
            <a:extLst>
              <a:ext uri="{FF2B5EF4-FFF2-40B4-BE49-F238E27FC236}">
                <a16:creationId xmlns:a16="http://schemas.microsoft.com/office/drawing/2014/main" id="{5AE023FD-2C6F-1B62-2A63-02C519F14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3625" y="2391559"/>
            <a:ext cx="2111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10" charset="0"/>
              </a:rPr>
              <a:t>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AD1E7CB-9853-0805-7F2E-DA50AFB45AE3}"/>
                  </a:ext>
                </a:extLst>
              </p:cNvPr>
              <p:cNvSpPr txBox="1"/>
              <p:nvPr/>
            </p:nvSpPr>
            <p:spPr>
              <a:xfrm>
                <a:off x="5387309" y="1568547"/>
                <a:ext cx="8725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𝑔𝑟𝑒𝑒𝑛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AD1E7CB-9853-0805-7F2E-DA50AFB45A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7309" y="1568547"/>
                <a:ext cx="872566" cy="369332"/>
              </a:xfrm>
              <a:prstGeom prst="rect">
                <a:avLst/>
              </a:prstGeom>
              <a:blipFill>
                <a:blip r:embed="rId30"/>
                <a:stretch>
                  <a:fillRect r="-9790" b="-327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FF9A77BE-7BBD-1B2E-5ED4-4F6C2EFD1292}"/>
                  </a:ext>
                </a:extLst>
              </p:cNvPr>
              <p:cNvSpPr txBox="1"/>
              <p:nvPr/>
            </p:nvSpPr>
            <p:spPr>
              <a:xfrm>
                <a:off x="6171172" y="2408647"/>
                <a:ext cx="8725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𝑔𝑟𝑒𝑒𝑛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FF9A77BE-7BBD-1B2E-5ED4-4F6C2EFD1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1172" y="2408647"/>
                <a:ext cx="872566" cy="369332"/>
              </a:xfrm>
              <a:prstGeom prst="rect">
                <a:avLst/>
              </a:prstGeom>
              <a:blipFill>
                <a:blip r:embed="rId31"/>
                <a:stretch>
                  <a:fillRect r="-9790" b="-327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68966BAD-0C5B-F67A-52CA-B9CDD90407CE}"/>
                  </a:ext>
                </a:extLst>
              </p:cNvPr>
              <p:cNvSpPr txBox="1"/>
              <p:nvPr/>
            </p:nvSpPr>
            <p:spPr>
              <a:xfrm>
                <a:off x="7157429" y="1558703"/>
                <a:ext cx="8725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𝑔𝑟𝑒𝑒𝑛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68966BAD-0C5B-F67A-52CA-B9CDD90407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7429" y="1558703"/>
                <a:ext cx="872566" cy="369332"/>
              </a:xfrm>
              <a:prstGeom prst="rect">
                <a:avLst/>
              </a:prstGeom>
              <a:blipFill>
                <a:blip r:embed="rId32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149" y="18454"/>
            <a:ext cx="7772400" cy="1143000"/>
          </a:xfrm>
        </p:spPr>
        <p:txBody>
          <a:bodyPr>
            <a:noAutofit/>
          </a:bodyPr>
          <a:lstStyle/>
          <a:p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למה לא להשתמש באוטומט למילים המקיימות את התכונה?</a:t>
            </a:r>
            <a:b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דוגמה: </a:t>
            </a: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לאחר זמן סופי מפסיקים להדליק ירוק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09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18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60700" y="1541348"/>
                <a:ext cx="512961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𝑇𝑆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700" y="1541348"/>
                <a:ext cx="512961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337588" y="1588776"/>
                <a:ext cx="46301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/>
                        </a:rPr>
                        <m:t>𝒜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7588" y="1588776"/>
                <a:ext cx="46301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00149" y="3469634"/>
                <a:ext cx="994888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/>
                        </a:rPr>
                        <m:t>𝑇𝑆</m:t>
                      </m:r>
                      <m:r>
                        <a:rPr lang="en-US" b="0" i="1" dirty="0" smtClean="0">
                          <a:latin typeface="Cambria Math"/>
                        </a:rPr>
                        <m:t>×</m:t>
                      </m:r>
                      <m:r>
                        <a:rPr lang="en-US" b="0" i="1" dirty="0" smtClean="0">
                          <a:latin typeface="Cambria Math"/>
                        </a:rPr>
                        <m:t>𝒜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49" y="3469634"/>
                <a:ext cx="99488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/>
          <p:cNvGrpSpPr/>
          <p:nvPr/>
        </p:nvGrpSpPr>
        <p:grpSpPr>
          <a:xfrm>
            <a:off x="2068208" y="3265220"/>
            <a:ext cx="5551792" cy="3440380"/>
            <a:chOff x="-2895600" y="1750642"/>
            <a:chExt cx="5551792" cy="40187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/>
                <p:cNvSpPr/>
                <p:nvPr/>
              </p:nvSpPr>
              <p:spPr>
                <a:xfrm>
                  <a:off x="-2679865" y="3586286"/>
                  <a:ext cx="872566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5" name="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679865" y="3586286"/>
                  <a:ext cx="872566" cy="45720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/>
            <p:cNvCxnSpPr>
              <a:endCxn id="15" idx="1"/>
            </p:cNvCxnSpPr>
            <p:nvPr/>
          </p:nvCxnSpPr>
          <p:spPr>
            <a:xfrm>
              <a:off x="-2895600" y="3814886"/>
              <a:ext cx="215735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/>
                <p:cNvSpPr/>
                <p:nvPr/>
              </p:nvSpPr>
              <p:spPr>
                <a:xfrm>
                  <a:off x="-2680025" y="4962284"/>
                  <a:ext cx="872566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680025" y="4962284"/>
                  <a:ext cx="872566" cy="45720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/>
                <p:cNvSpPr/>
                <p:nvPr/>
              </p:nvSpPr>
              <p:spPr>
                <a:xfrm>
                  <a:off x="-743813" y="3581400"/>
                  <a:ext cx="872566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Rectangle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43813" y="3581400"/>
                  <a:ext cx="872566" cy="45720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/>
                <p:cNvSpPr/>
                <p:nvPr/>
              </p:nvSpPr>
              <p:spPr>
                <a:xfrm>
                  <a:off x="-743813" y="4962284"/>
                  <a:ext cx="872566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9" name="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743813" y="4962284"/>
                  <a:ext cx="872566" cy="4572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/>
                <p:cNvSpPr/>
                <p:nvPr/>
              </p:nvSpPr>
              <p:spPr>
                <a:xfrm>
                  <a:off x="1192239" y="3586094"/>
                  <a:ext cx="872566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0" name="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2239" y="3586094"/>
                  <a:ext cx="872566" cy="4572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/>
                <p:cNvSpPr/>
                <p:nvPr/>
              </p:nvSpPr>
              <p:spPr>
                <a:xfrm>
                  <a:off x="1192239" y="4966978"/>
                  <a:ext cx="872566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2" name="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2239" y="4966978"/>
                  <a:ext cx="872566" cy="4572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Arrow Connector 22"/>
            <p:cNvCxnSpPr/>
            <p:nvPr/>
          </p:nvCxnSpPr>
          <p:spPr>
            <a:xfrm flipH="1">
              <a:off x="-2438400" y="4043486"/>
              <a:ext cx="160" cy="91879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flipV="1">
              <a:off x="-2057400" y="4043486"/>
              <a:ext cx="160" cy="91879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flipV="1">
              <a:off x="-1822276" y="4038600"/>
              <a:ext cx="1058442" cy="923684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>
              <a:endCxn id="18" idx="1"/>
            </p:cNvCxnSpPr>
            <p:nvPr/>
          </p:nvCxnSpPr>
          <p:spPr>
            <a:xfrm>
              <a:off x="-959548" y="3810000"/>
              <a:ext cx="215735" cy="0"/>
            </a:xfrm>
            <a:prstGeom prst="straightConnector1">
              <a:avLst/>
            </a:prstGeom>
            <a:ln>
              <a:solidFill>
                <a:srgbClr val="0551FB"/>
              </a:solidFill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9" idx="0"/>
              <a:endCxn id="18" idx="2"/>
            </p:cNvCxnSpPr>
            <p:nvPr/>
          </p:nvCxnSpPr>
          <p:spPr>
            <a:xfrm flipV="1">
              <a:off x="-307530" y="4038600"/>
              <a:ext cx="0" cy="923684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148774" y="4038600"/>
              <a:ext cx="1049987" cy="9906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H="1">
              <a:off x="1447640" y="4038600"/>
              <a:ext cx="160" cy="91879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V="1">
              <a:off x="1828640" y="4038600"/>
              <a:ext cx="160" cy="91879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-631019" y="5400041"/>
                  <a:ext cx="6508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31019" y="5400041"/>
                  <a:ext cx="650884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32692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1303080" y="5400041"/>
                  <a:ext cx="6508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3080" y="5400041"/>
                  <a:ext cx="650884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32692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-2565118" y="5400041"/>
                  <a:ext cx="6508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565118" y="5400041"/>
                  <a:ext cx="650884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32692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73745" y="3606841"/>
                  <a:ext cx="6508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45" y="3606841"/>
                  <a:ext cx="650884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32692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2005308" y="3596146"/>
                  <a:ext cx="6508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5308" y="3596146"/>
                  <a:ext cx="650884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32692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-1903947" y="3627777"/>
                  <a:ext cx="6508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903947" y="3627777"/>
                  <a:ext cx="650884" cy="369332"/>
                </a:xfrm>
                <a:prstGeom prst="rect">
                  <a:avLst/>
                </a:prstGeom>
                <a:blipFill>
                  <a:blip r:embed="rId16"/>
                  <a:stretch>
                    <a:fillRect b="-32692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/>
                <p:cNvSpPr/>
                <p:nvPr/>
              </p:nvSpPr>
              <p:spPr>
                <a:xfrm>
                  <a:off x="-2627164" y="2178298"/>
                  <a:ext cx="872566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ectangle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627164" y="2178298"/>
                  <a:ext cx="872566" cy="45720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/>
                <p:cNvSpPr/>
                <p:nvPr/>
              </p:nvSpPr>
              <p:spPr>
                <a:xfrm>
                  <a:off x="-690952" y="2178298"/>
                  <a:ext cx="872566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8" name="Rect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90952" y="2178298"/>
                  <a:ext cx="872566" cy="45720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/>
                <p:cNvSpPr/>
                <p:nvPr/>
              </p:nvSpPr>
              <p:spPr>
                <a:xfrm>
                  <a:off x="1245100" y="2182992"/>
                  <a:ext cx="872566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" name="Rectangle 3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5100" y="2182992"/>
                  <a:ext cx="872566" cy="45720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/>
            <p:cNvCxnSpPr/>
            <p:nvPr/>
          </p:nvCxnSpPr>
          <p:spPr>
            <a:xfrm flipH="1">
              <a:off x="-2426421" y="2652443"/>
              <a:ext cx="160" cy="918798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V="1">
              <a:off x="-2045421" y="2652443"/>
              <a:ext cx="160" cy="918798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 flipH="1">
              <a:off x="1447800" y="2641198"/>
              <a:ext cx="160" cy="91879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V="1">
              <a:off x="1828800" y="2641198"/>
              <a:ext cx="160" cy="91879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4" name="Straight Arrow Connector 73"/>
            <p:cNvCxnSpPr/>
            <p:nvPr/>
          </p:nvCxnSpPr>
          <p:spPr>
            <a:xfrm flipV="1">
              <a:off x="-1802255" y="2635498"/>
              <a:ext cx="1129346" cy="95078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/>
            <p:nvPr/>
          </p:nvCxnSpPr>
          <p:spPr>
            <a:xfrm>
              <a:off x="-1791385" y="2652443"/>
              <a:ext cx="1047572" cy="96906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/>
            <p:nvPr/>
          </p:nvCxnSpPr>
          <p:spPr>
            <a:xfrm flipH="1">
              <a:off x="-532037" y="2651585"/>
              <a:ext cx="160" cy="918798"/>
            </a:xfrm>
            <a:prstGeom prst="straightConnector1">
              <a:avLst/>
            </a:prstGeom>
            <a:ln>
              <a:solidFill>
                <a:srgbClr val="0551FB"/>
              </a:solidFill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/>
            <p:nvPr/>
          </p:nvCxnSpPr>
          <p:spPr>
            <a:xfrm flipV="1">
              <a:off x="-151037" y="2640568"/>
              <a:ext cx="160" cy="918798"/>
            </a:xfrm>
            <a:prstGeom prst="straightConnector1">
              <a:avLst/>
            </a:prstGeom>
            <a:ln>
              <a:solidFill>
                <a:srgbClr val="0551FB"/>
              </a:solidFill>
              <a:headEnd type="none" w="med" len="med"/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/>
                <p:cNvSpPr txBox="1"/>
                <p:nvPr/>
              </p:nvSpPr>
              <p:spPr>
                <a:xfrm>
                  <a:off x="-634573" y="1750642"/>
                  <a:ext cx="6508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81" name="Text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34573" y="1750642"/>
                  <a:ext cx="650884" cy="369332"/>
                </a:xfrm>
                <a:prstGeom prst="rect">
                  <a:avLst/>
                </a:prstGeom>
                <a:blipFill>
                  <a:blip r:embed="rId20"/>
                  <a:stretch>
                    <a:fillRect b="-32692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1340623" y="1750642"/>
                  <a:ext cx="6508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82" name="TextBox 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0623" y="1750642"/>
                  <a:ext cx="650884" cy="369332"/>
                </a:xfrm>
                <a:prstGeom prst="rect">
                  <a:avLst/>
                </a:prstGeom>
                <a:blipFill>
                  <a:blip r:embed="rId21"/>
                  <a:stretch>
                    <a:fillRect b="-32692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TextBox 82"/>
                <p:cNvSpPr txBox="1"/>
                <p:nvPr/>
              </p:nvSpPr>
              <p:spPr>
                <a:xfrm>
                  <a:off x="-2568672" y="1750642"/>
                  <a:ext cx="65088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83" name="TextBox 8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568672" y="1750642"/>
                  <a:ext cx="650884" cy="369332"/>
                </a:xfrm>
                <a:prstGeom prst="rect">
                  <a:avLst/>
                </a:prstGeom>
                <a:blipFill>
                  <a:blip r:embed="rId22"/>
                  <a:stretch>
                    <a:fillRect b="-32692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6" name="Group 95"/>
          <p:cNvGrpSpPr/>
          <p:nvPr/>
        </p:nvGrpSpPr>
        <p:grpSpPr>
          <a:xfrm>
            <a:off x="581659" y="1717720"/>
            <a:ext cx="3317239" cy="1110394"/>
            <a:chOff x="-2534786" y="4225898"/>
            <a:chExt cx="3317239" cy="11103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Rectangle 83"/>
                <p:cNvSpPr/>
                <p:nvPr/>
              </p:nvSpPr>
              <p:spPr>
                <a:xfrm>
                  <a:off x="-2458854" y="4444505"/>
                  <a:ext cx="577189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4" name="Rectangle 8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458854" y="4444505"/>
                  <a:ext cx="577189" cy="45720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Rectangle 84"/>
                <p:cNvSpPr/>
                <p:nvPr/>
              </p:nvSpPr>
              <p:spPr>
                <a:xfrm>
                  <a:off x="-1126795" y="4444505"/>
                  <a:ext cx="577189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5" name="Rectangle 8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126795" y="4444505"/>
                  <a:ext cx="577189" cy="457200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Rectangle 85"/>
                <p:cNvSpPr/>
                <p:nvPr/>
              </p:nvSpPr>
              <p:spPr>
                <a:xfrm>
                  <a:off x="205264" y="4444505"/>
                  <a:ext cx="577189" cy="45720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bg2">
                                    <a:lumMod val="1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bg2">
                        <a:lumMod val="1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86" name="Rectangle 8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264" y="4444505"/>
                  <a:ext cx="577189" cy="45720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Straight Arrow Connector 86"/>
            <p:cNvCxnSpPr/>
            <p:nvPr/>
          </p:nvCxnSpPr>
          <p:spPr>
            <a:xfrm>
              <a:off x="-1881665" y="4550678"/>
              <a:ext cx="754870" cy="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 flipH="1">
              <a:off x="-1881665" y="4800600"/>
              <a:ext cx="754870" cy="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3" name="Straight Arrow Connector 92"/>
            <p:cNvCxnSpPr/>
            <p:nvPr/>
          </p:nvCxnSpPr>
          <p:spPr>
            <a:xfrm flipH="1">
              <a:off x="-549606" y="4550678"/>
              <a:ext cx="754870" cy="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-549606" y="4800600"/>
              <a:ext cx="754870" cy="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 rot="5400000">
              <a:off x="-946068" y="4333766"/>
              <a:ext cx="215735" cy="0"/>
            </a:xfrm>
            <a:prstGeom prst="straightConnector1">
              <a:avLst/>
            </a:prstGeom>
            <a:ln w="12700">
              <a:headEnd type="none" w="med" len="med"/>
              <a:tailEnd type="triangle" w="med" len="med"/>
            </a:ln>
            <a:effectLst/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/>
                <p:cNvSpPr txBox="1"/>
                <p:nvPr/>
              </p:nvSpPr>
              <p:spPr>
                <a:xfrm>
                  <a:off x="-1191194" y="4966960"/>
                  <a:ext cx="705986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92" name="TextBox 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191194" y="4966960"/>
                  <a:ext cx="705986" cy="369332"/>
                </a:xfrm>
                <a:prstGeom prst="rect">
                  <a:avLst/>
                </a:prstGeom>
                <a:blipFill>
                  <a:blip r:embed="rId26"/>
                  <a:stretch>
                    <a:fillRect l="-3448" r="-5172" b="-13115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/>
                <p:cNvSpPr txBox="1"/>
                <p:nvPr/>
              </p:nvSpPr>
              <p:spPr>
                <a:xfrm>
                  <a:off x="0" y="4966960"/>
                  <a:ext cx="705986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𝑔𝑟𝑒𝑒𝑛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97" name="TextBox 9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4966960"/>
                  <a:ext cx="705986" cy="369332"/>
                </a:xfrm>
                <a:prstGeom prst="rect">
                  <a:avLst/>
                </a:prstGeom>
                <a:blipFill>
                  <a:blip r:embed="rId27"/>
                  <a:stretch>
                    <a:fillRect l="-2586" r="-41379" b="-13115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/>
                <p:cNvSpPr txBox="1"/>
                <p:nvPr/>
              </p:nvSpPr>
              <p:spPr>
                <a:xfrm>
                  <a:off x="-2534786" y="4953000"/>
                  <a:ext cx="705986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{}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98" name="TextBox 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534786" y="4953000"/>
                  <a:ext cx="705986" cy="369332"/>
                </a:xfrm>
                <a:prstGeom prst="rect">
                  <a:avLst/>
                </a:prstGeom>
                <a:blipFill>
                  <a:blip r:embed="rId28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0" name="TextBox 99"/>
          <p:cNvSpPr txBox="1"/>
          <p:nvPr/>
        </p:nvSpPr>
        <p:spPr>
          <a:xfrm>
            <a:off x="4953458" y="1295400"/>
            <a:ext cx="4086376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אוטומט למילים המקיימות את התכונה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099" y="4114800"/>
            <a:ext cx="1318104" cy="147732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1">
            <a:spAutoFit/>
          </a:bodyPr>
          <a:lstStyle/>
          <a:p>
            <a:pPr algn="ctr"/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קיום ריצה שאינה מקבלת לא אומר שיש "באג"</a:t>
            </a:r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3DDEE764-7AA6-5F60-D764-3B8170AD1CFB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4624743" y="1754380"/>
            <a:ext cx="4470400" cy="105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F0EF4A0C-6FF2-BE4D-610B-742B21545E87}"/>
              </a:ext>
            </a:extLst>
          </p:cNvPr>
          <p:cNvSpPr>
            <a:spLocks/>
          </p:cNvSpPr>
          <p:nvPr/>
        </p:nvSpPr>
        <p:spPr bwMode="auto">
          <a:xfrm>
            <a:off x="4942243" y="1855980"/>
            <a:ext cx="471488" cy="477838"/>
          </a:xfrm>
          <a:custGeom>
            <a:avLst/>
            <a:gdLst>
              <a:gd name="T0" fmla="*/ 297 w 297"/>
              <a:gd name="T1" fmla="*/ 150 h 301"/>
              <a:gd name="T2" fmla="*/ 285 w 297"/>
              <a:gd name="T3" fmla="*/ 91 h 301"/>
              <a:gd name="T4" fmla="*/ 254 w 297"/>
              <a:gd name="T5" fmla="*/ 43 h 301"/>
              <a:gd name="T6" fmla="*/ 206 w 297"/>
              <a:gd name="T7" fmla="*/ 11 h 301"/>
              <a:gd name="T8" fmla="*/ 148 w 297"/>
              <a:gd name="T9" fmla="*/ 0 h 301"/>
              <a:gd name="T10" fmla="*/ 90 w 297"/>
              <a:gd name="T11" fmla="*/ 11 h 301"/>
              <a:gd name="T12" fmla="*/ 42 w 297"/>
              <a:gd name="T13" fmla="*/ 43 h 301"/>
              <a:gd name="T14" fmla="*/ 11 w 297"/>
              <a:gd name="T15" fmla="*/ 91 h 301"/>
              <a:gd name="T16" fmla="*/ 0 w 297"/>
              <a:gd name="T17" fmla="*/ 150 h 301"/>
              <a:gd name="T18" fmla="*/ 11 w 297"/>
              <a:gd name="T19" fmla="*/ 209 h 301"/>
              <a:gd name="T20" fmla="*/ 42 w 297"/>
              <a:gd name="T21" fmla="*/ 257 h 301"/>
              <a:gd name="T22" fmla="*/ 90 w 297"/>
              <a:gd name="T23" fmla="*/ 289 h 301"/>
              <a:gd name="T24" fmla="*/ 148 w 297"/>
              <a:gd name="T25" fmla="*/ 301 h 301"/>
              <a:gd name="T26" fmla="*/ 206 w 297"/>
              <a:gd name="T27" fmla="*/ 289 h 301"/>
              <a:gd name="T28" fmla="*/ 254 w 297"/>
              <a:gd name="T29" fmla="*/ 257 h 301"/>
              <a:gd name="T30" fmla="*/ 285 w 297"/>
              <a:gd name="T31" fmla="*/ 209 h 301"/>
              <a:gd name="T32" fmla="*/ 297 w 297"/>
              <a:gd name="T33" fmla="*/ 150 h 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97" h="301">
                <a:moveTo>
                  <a:pt x="297" y="150"/>
                </a:moveTo>
                <a:lnTo>
                  <a:pt x="285" y="91"/>
                </a:lnTo>
                <a:lnTo>
                  <a:pt x="254" y="43"/>
                </a:lnTo>
                <a:lnTo>
                  <a:pt x="206" y="11"/>
                </a:lnTo>
                <a:lnTo>
                  <a:pt x="148" y="0"/>
                </a:lnTo>
                <a:lnTo>
                  <a:pt x="90" y="11"/>
                </a:lnTo>
                <a:lnTo>
                  <a:pt x="42" y="43"/>
                </a:lnTo>
                <a:lnTo>
                  <a:pt x="11" y="91"/>
                </a:lnTo>
                <a:lnTo>
                  <a:pt x="0" y="150"/>
                </a:lnTo>
                <a:lnTo>
                  <a:pt x="11" y="209"/>
                </a:lnTo>
                <a:lnTo>
                  <a:pt x="42" y="257"/>
                </a:lnTo>
                <a:lnTo>
                  <a:pt x="90" y="289"/>
                </a:lnTo>
                <a:lnTo>
                  <a:pt x="148" y="301"/>
                </a:lnTo>
                <a:lnTo>
                  <a:pt x="206" y="289"/>
                </a:lnTo>
                <a:lnTo>
                  <a:pt x="254" y="257"/>
                </a:lnTo>
                <a:lnTo>
                  <a:pt x="285" y="209"/>
                </a:lnTo>
                <a:lnTo>
                  <a:pt x="297" y="150"/>
                </a:lnTo>
                <a:close/>
              </a:path>
            </a:pathLst>
          </a:custGeom>
          <a:solidFill>
            <a:srgbClr val="808080"/>
          </a:solidFill>
          <a:ln w="0">
            <a:solidFill>
              <a:srgbClr val="80808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34851F44-606F-2CE2-3FEF-2A6149AEC2A7}"/>
              </a:ext>
            </a:extLst>
          </p:cNvPr>
          <p:cNvSpPr>
            <a:spLocks/>
          </p:cNvSpPr>
          <p:nvPr/>
        </p:nvSpPr>
        <p:spPr bwMode="auto">
          <a:xfrm>
            <a:off x="4891443" y="1803593"/>
            <a:ext cx="471488" cy="479425"/>
          </a:xfrm>
          <a:custGeom>
            <a:avLst/>
            <a:gdLst>
              <a:gd name="T0" fmla="*/ 297 w 297"/>
              <a:gd name="T1" fmla="*/ 151 h 302"/>
              <a:gd name="T2" fmla="*/ 286 w 297"/>
              <a:gd name="T3" fmla="*/ 92 h 302"/>
              <a:gd name="T4" fmla="*/ 254 w 297"/>
              <a:gd name="T5" fmla="*/ 44 h 302"/>
              <a:gd name="T6" fmla="*/ 207 w 297"/>
              <a:gd name="T7" fmla="*/ 11 h 302"/>
              <a:gd name="T8" fmla="*/ 149 w 297"/>
              <a:gd name="T9" fmla="*/ 0 h 302"/>
              <a:gd name="T10" fmla="*/ 90 w 297"/>
              <a:gd name="T11" fmla="*/ 11 h 302"/>
              <a:gd name="T12" fmla="*/ 43 w 297"/>
              <a:gd name="T13" fmla="*/ 44 h 302"/>
              <a:gd name="T14" fmla="*/ 12 w 297"/>
              <a:gd name="T15" fmla="*/ 92 h 302"/>
              <a:gd name="T16" fmla="*/ 0 w 297"/>
              <a:gd name="T17" fmla="*/ 151 h 302"/>
              <a:gd name="T18" fmla="*/ 12 w 297"/>
              <a:gd name="T19" fmla="*/ 210 h 302"/>
              <a:gd name="T20" fmla="*/ 43 w 297"/>
              <a:gd name="T21" fmla="*/ 258 h 302"/>
              <a:gd name="T22" fmla="*/ 90 w 297"/>
              <a:gd name="T23" fmla="*/ 290 h 302"/>
              <a:gd name="T24" fmla="*/ 149 w 297"/>
              <a:gd name="T25" fmla="*/ 302 h 302"/>
              <a:gd name="T26" fmla="*/ 207 w 297"/>
              <a:gd name="T27" fmla="*/ 290 h 302"/>
              <a:gd name="T28" fmla="*/ 254 w 297"/>
              <a:gd name="T29" fmla="*/ 258 h 302"/>
              <a:gd name="T30" fmla="*/ 286 w 297"/>
              <a:gd name="T31" fmla="*/ 210 h 302"/>
              <a:gd name="T32" fmla="*/ 297 w 297"/>
              <a:gd name="T33" fmla="*/ 151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97" h="302">
                <a:moveTo>
                  <a:pt x="297" y="151"/>
                </a:moveTo>
                <a:lnTo>
                  <a:pt x="286" y="92"/>
                </a:lnTo>
                <a:lnTo>
                  <a:pt x="254" y="44"/>
                </a:lnTo>
                <a:lnTo>
                  <a:pt x="207" y="11"/>
                </a:lnTo>
                <a:lnTo>
                  <a:pt x="149" y="0"/>
                </a:lnTo>
                <a:lnTo>
                  <a:pt x="90" y="11"/>
                </a:lnTo>
                <a:lnTo>
                  <a:pt x="43" y="44"/>
                </a:lnTo>
                <a:lnTo>
                  <a:pt x="12" y="92"/>
                </a:lnTo>
                <a:lnTo>
                  <a:pt x="0" y="151"/>
                </a:lnTo>
                <a:lnTo>
                  <a:pt x="12" y="210"/>
                </a:lnTo>
                <a:lnTo>
                  <a:pt x="43" y="258"/>
                </a:lnTo>
                <a:lnTo>
                  <a:pt x="90" y="290"/>
                </a:lnTo>
                <a:lnTo>
                  <a:pt x="149" y="302"/>
                </a:lnTo>
                <a:lnTo>
                  <a:pt x="207" y="290"/>
                </a:lnTo>
                <a:lnTo>
                  <a:pt x="254" y="258"/>
                </a:lnTo>
                <a:lnTo>
                  <a:pt x="286" y="210"/>
                </a:lnTo>
                <a:lnTo>
                  <a:pt x="297" y="151"/>
                </a:lnTo>
                <a:close/>
              </a:path>
            </a:pathLst>
          </a:custGeom>
          <a:solidFill>
            <a:srgbClr val="FFFACC"/>
          </a:solidFill>
          <a:ln w="0">
            <a:solidFill>
              <a:srgbClr val="FFFACC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B619645E-E6C5-7173-78E1-C076C9876F82}"/>
              </a:ext>
            </a:extLst>
          </p:cNvPr>
          <p:cNvSpPr>
            <a:spLocks/>
          </p:cNvSpPr>
          <p:nvPr/>
        </p:nvSpPr>
        <p:spPr bwMode="auto">
          <a:xfrm flipV="1">
            <a:off x="4891443" y="1803593"/>
            <a:ext cx="471488" cy="479425"/>
          </a:xfrm>
          <a:custGeom>
            <a:avLst/>
            <a:gdLst>
              <a:gd name="T0" fmla="*/ 402 w 402"/>
              <a:gd name="T1" fmla="*/ 201 h 402"/>
              <a:gd name="T2" fmla="*/ 386 w 402"/>
              <a:gd name="T3" fmla="*/ 280 h 402"/>
              <a:gd name="T4" fmla="*/ 343 w 402"/>
              <a:gd name="T5" fmla="*/ 344 h 402"/>
              <a:gd name="T6" fmla="*/ 280 w 402"/>
              <a:gd name="T7" fmla="*/ 387 h 402"/>
              <a:gd name="T8" fmla="*/ 201 w 402"/>
              <a:gd name="T9" fmla="*/ 402 h 402"/>
              <a:gd name="T10" fmla="*/ 122 w 402"/>
              <a:gd name="T11" fmla="*/ 387 h 402"/>
              <a:gd name="T12" fmla="*/ 59 w 402"/>
              <a:gd name="T13" fmla="*/ 344 h 402"/>
              <a:gd name="T14" fmla="*/ 16 w 402"/>
              <a:gd name="T15" fmla="*/ 280 h 402"/>
              <a:gd name="T16" fmla="*/ 0 w 402"/>
              <a:gd name="T17" fmla="*/ 201 h 402"/>
              <a:gd name="T18" fmla="*/ 16 w 402"/>
              <a:gd name="T19" fmla="*/ 123 h 402"/>
              <a:gd name="T20" fmla="*/ 59 w 402"/>
              <a:gd name="T21" fmla="*/ 59 h 402"/>
              <a:gd name="T22" fmla="*/ 122 w 402"/>
              <a:gd name="T23" fmla="*/ 16 h 402"/>
              <a:gd name="T24" fmla="*/ 201 w 402"/>
              <a:gd name="T25" fmla="*/ 0 h 402"/>
              <a:gd name="T26" fmla="*/ 280 w 402"/>
              <a:gd name="T27" fmla="*/ 16 h 402"/>
              <a:gd name="T28" fmla="*/ 343 w 402"/>
              <a:gd name="T29" fmla="*/ 59 h 402"/>
              <a:gd name="T30" fmla="*/ 386 w 402"/>
              <a:gd name="T31" fmla="*/ 123 h 402"/>
              <a:gd name="T32" fmla="*/ 402 w 402"/>
              <a:gd name="T33" fmla="*/ 201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2" h="402">
                <a:moveTo>
                  <a:pt x="402" y="201"/>
                </a:moveTo>
                <a:lnTo>
                  <a:pt x="386" y="280"/>
                </a:lnTo>
                <a:lnTo>
                  <a:pt x="343" y="344"/>
                </a:lnTo>
                <a:lnTo>
                  <a:pt x="280" y="387"/>
                </a:lnTo>
                <a:lnTo>
                  <a:pt x="201" y="402"/>
                </a:lnTo>
                <a:lnTo>
                  <a:pt x="122" y="387"/>
                </a:lnTo>
                <a:lnTo>
                  <a:pt x="59" y="344"/>
                </a:lnTo>
                <a:lnTo>
                  <a:pt x="16" y="280"/>
                </a:lnTo>
                <a:lnTo>
                  <a:pt x="0" y="201"/>
                </a:lnTo>
                <a:lnTo>
                  <a:pt x="16" y="123"/>
                </a:lnTo>
                <a:lnTo>
                  <a:pt x="59" y="59"/>
                </a:lnTo>
                <a:lnTo>
                  <a:pt x="122" y="16"/>
                </a:lnTo>
                <a:lnTo>
                  <a:pt x="201" y="0"/>
                </a:lnTo>
                <a:lnTo>
                  <a:pt x="280" y="16"/>
                </a:lnTo>
                <a:lnTo>
                  <a:pt x="343" y="59"/>
                </a:lnTo>
                <a:lnTo>
                  <a:pt x="386" y="123"/>
                </a:lnTo>
                <a:lnTo>
                  <a:pt x="402" y="201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93986EA3-37BA-E1DE-0351-6326F1A0D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3206" y="1855980"/>
            <a:ext cx="2111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MI10" charset="0"/>
                <a:cs typeface="CMMI10" charset="0"/>
              </a:rPr>
              <a:t>q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Rectangle 9">
            <a:extLst>
              <a:ext uri="{FF2B5EF4-FFF2-40B4-BE49-F238E27FC236}">
                <a16:creationId xmlns:a16="http://schemas.microsoft.com/office/drawing/2014/main" id="{006F4004-C172-3894-4CBF-AB0745168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7981" y="1955993"/>
            <a:ext cx="144463" cy="19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7" charset="0"/>
                <a:cs typeface="CMR7" charset="0"/>
              </a:rPr>
              <a:t>0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Line 10">
            <a:extLst>
              <a:ext uri="{FF2B5EF4-FFF2-40B4-BE49-F238E27FC236}">
                <a16:creationId xmlns:a16="http://schemas.microsoft.com/office/drawing/2014/main" id="{224A6CD8-2B37-A588-DEA3-06E56F23CA2D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1731" y="2043305"/>
            <a:ext cx="1873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Freeform 11">
            <a:extLst>
              <a:ext uri="{FF2B5EF4-FFF2-40B4-BE49-F238E27FC236}">
                <a16:creationId xmlns:a16="http://schemas.microsoft.com/office/drawing/2014/main" id="{9D6BDB6A-87FD-CF33-54F7-865A2E4D2C26}"/>
              </a:ext>
            </a:extLst>
          </p:cNvPr>
          <p:cNvSpPr>
            <a:spLocks/>
          </p:cNvSpPr>
          <p:nvPr/>
        </p:nvSpPr>
        <p:spPr bwMode="auto">
          <a:xfrm>
            <a:off x="4783493" y="2013143"/>
            <a:ext cx="74613" cy="61913"/>
          </a:xfrm>
          <a:custGeom>
            <a:avLst/>
            <a:gdLst>
              <a:gd name="T0" fmla="*/ 47 w 47"/>
              <a:gd name="T1" fmla="*/ 19 h 39"/>
              <a:gd name="T2" fmla="*/ 0 w 47"/>
              <a:gd name="T3" fmla="*/ 0 h 39"/>
              <a:gd name="T4" fmla="*/ 13 w 47"/>
              <a:gd name="T5" fmla="*/ 19 h 39"/>
              <a:gd name="T6" fmla="*/ 0 w 47"/>
              <a:gd name="T7" fmla="*/ 39 h 39"/>
              <a:gd name="T8" fmla="*/ 47 w 47"/>
              <a:gd name="T9" fmla="*/ 1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" h="39">
                <a:moveTo>
                  <a:pt x="47" y="19"/>
                </a:moveTo>
                <a:lnTo>
                  <a:pt x="0" y="0"/>
                </a:lnTo>
                <a:lnTo>
                  <a:pt x="13" y="19"/>
                </a:lnTo>
                <a:lnTo>
                  <a:pt x="0" y="39"/>
                </a:lnTo>
                <a:lnTo>
                  <a:pt x="47" y="1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Freeform 12">
            <a:extLst>
              <a:ext uri="{FF2B5EF4-FFF2-40B4-BE49-F238E27FC236}">
                <a16:creationId xmlns:a16="http://schemas.microsoft.com/office/drawing/2014/main" id="{7E3F2949-6104-B0D8-52C9-8FA741639DFC}"/>
              </a:ext>
            </a:extLst>
          </p:cNvPr>
          <p:cNvSpPr>
            <a:spLocks/>
          </p:cNvSpPr>
          <p:nvPr/>
        </p:nvSpPr>
        <p:spPr bwMode="auto">
          <a:xfrm flipV="1">
            <a:off x="4783493" y="2013143"/>
            <a:ext cx="74613" cy="61913"/>
          </a:xfrm>
          <a:custGeom>
            <a:avLst/>
            <a:gdLst>
              <a:gd name="T0" fmla="*/ 64 w 64"/>
              <a:gd name="T1" fmla="*/ 26 h 52"/>
              <a:gd name="T2" fmla="*/ 0 w 64"/>
              <a:gd name="T3" fmla="*/ 52 h 52"/>
              <a:gd name="T4" fmla="*/ 18 w 64"/>
              <a:gd name="T5" fmla="*/ 26 h 52"/>
              <a:gd name="T6" fmla="*/ 0 w 64"/>
              <a:gd name="T7" fmla="*/ 0 h 52"/>
              <a:gd name="T8" fmla="*/ 64 w 64"/>
              <a:gd name="T9" fmla="*/ 26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4" h="52">
                <a:moveTo>
                  <a:pt x="64" y="26"/>
                </a:moveTo>
                <a:lnTo>
                  <a:pt x="0" y="52"/>
                </a:lnTo>
                <a:lnTo>
                  <a:pt x="18" y="26"/>
                </a:lnTo>
                <a:lnTo>
                  <a:pt x="0" y="0"/>
                </a:lnTo>
                <a:lnTo>
                  <a:pt x="64" y="26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Freeform 13">
            <a:extLst>
              <a:ext uri="{FF2B5EF4-FFF2-40B4-BE49-F238E27FC236}">
                <a16:creationId xmlns:a16="http://schemas.microsoft.com/office/drawing/2014/main" id="{7EAE8DE2-0C79-1A6B-2246-120AF601A87B}"/>
              </a:ext>
            </a:extLst>
          </p:cNvPr>
          <p:cNvSpPr>
            <a:spLocks/>
          </p:cNvSpPr>
          <p:nvPr/>
        </p:nvSpPr>
        <p:spPr bwMode="auto">
          <a:xfrm>
            <a:off x="6763106" y="1855980"/>
            <a:ext cx="473075" cy="477838"/>
          </a:xfrm>
          <a:custGeom>
            <a:avLst/>
            <a:gdLst>
              <a:gd name="T0" fmla="*/ 298 w 298"/>
              <a:gd name="T1" fmla="*/ 150 h 301"/>
              <a:gd name="T2" fmla="*/ 286 w 298"/>
              <a:gd name="T3" fmla="*/ 91 h 301"/>
              <a:gd name="T4" fmla="*/ 254 w 298"/>
              <a:gd name="T5" fmla="*/ 43 h 301"/>
              <a:gd name="T6" fmla="*/ 208 w 298"/>
              <a:gd name="T7" fmla="*/ 11 h 301"/>
              <a:gd name="T8" fmla="*/ 149 w 298"/>
              <a:gd name="T9" fmla="*/ 0 h 301"/>
              <a:gd name="T10" fmla="*/ 91 w 298"/>
              <a:gd name="T11" fmla="*/ 11 h 301"/>
              <a:gd name="T12" fmla="*/ 44 w 298"/>
              <a:gd name="T13" fmla="*/ 43 h 301"/>
              <a:gd name="T14" fmla="*/ 12 w 298"/>
              <a:gd name="T15" fmla="*/ 91 h 301"/>
              <a:gd name="T16" fmla="*/ 0 w 298"/>
              <a:gd name="T17" fmla="*/ 150 h 301"/>
              <a:gd name="T18" fmla="*/ 12 w 298"/>
              <a:gd name="T19" fmla="*/ 209 h 301"/>
              <a:gd name="T20" fmla="*/ 44 w 298"/>
              <a:gd name="T21" fmla="*/ 257 h 301"/>
              <a:gd name="T22" fmla="*/ 91 w 298"/>
              <a:gd name="T23" fmla="*/ 289 h 301"/>
              <a:gd name="T24" fmla="*/ 149 w 298"/>
              <a:gd name="T25" fmla="*/ 301 h 301"/>
              <a:gd name="T26" fmla="*/ 208 w 298"/>
              <a:gd name="T27" fmla="*/ 289 h 301"/>
              <a:gd name="T28" fmla="*/ 254 w 298"/>
              <a:gd name="T29" fmla="*/ 257 h 301"/>
              <a:gd name="T30" fmla="*/ 286 w 298"/>
              <a:gd name="T31" fmla="*/ 209 h 301"/>
              <a:gd name="T32" fmla="*/ 298 w 298"/>
              <a:gd name="T33" fmla="*/ 150 h 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98" h="301">
                <a:moveTo>
                  <a:pt x="298" y="150"/>
                </a:moveTo>
                <a:lnTo>
                  <a:pt x="286" y="91"/>
                </a:lnTo>
                <a:lnTo>
                  <a:pt x="254" y="43"/>
                </a:lnTo>
                <a:lnTo>
                  <a:pt x="208" y="11"/>
                </a:lnTo>
                <a:lnTo>
                  <a:pt x="149" y="0"/>
                </a:lnTo>
                <a:lnTo>
                  <a:pt x="91" y="11"/>
                </a:lnTo>
                <a:lnTo>
                  <a:pt x="44" y="43"/>
                </a:lnTo>
                <a:lnTo>
                  <a:pt x="12" y="91"/>
                </a:lnTo>
                <a:lnTo>
                  <a:pt x="0" y="150"/>
                </a:lnTo>
                <a:lnTo>
                  <a:pt x="12" y="209"/>
                </a:lnTo>
                <a:lnTo>
                  <a:pt x="44" y="257"/>
                </a:lnTo>
                <a:lnTo>
                  <a:pt x="91" y="289"/>
                </a:lnTo>
                <a:lnTo>
                  <a:pt x="149" y="301"/>
                </a:lnTo>
                <a:lnTo>
                  <a:pt x="208" y="289"/>
                </a:lnTo>
                <a:lnTo>
                  <a:pt x="254" y="257"/>
                </a:lnTo>
                <a:lnTo>
                  <a:pt x="286" y="209"/>
                </a:lnTo>
                <a:lnTo>
                  <a:pt x="298" y="150"/>
                </a:lnTo>
                <a:close/>
              </a:path>
            </a:pathLst>
          </a:custGeom>
          <a:solidFill>
            <a:srgbClr val="808080"/>
          </a:solidFill>
          <a:ln w="0">
            <a:solidFill>
              <a:srgbClr val="80808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Freeform 14">
            <a:extLst>
              <a:ext uri="{FF2B5EF4-FFF2-40B4-BE49-F238E27FC236}">
                <a16:creationId xmlns:a16="http://schemas.microsoft.com/office/drawing/2014/main" id="{E2293632-1944-F21B-8C07-AC94546A5BF2}"/>
              </a:ext>
            </a:extLst>
          </p:cNvPr>
          <p:cNvSpPr>
            <a:spLocks/>
          </p:cNvSpPr>
          <p:nvPr/>
        </p:nvSpPr>
        <p:spPr bwMode="auto">
          <a:xfrm>
            <a:off x="6713893" y="1803593"/>
            <a:ext cx="471488" cy="479425"/>
          </a:xfrm>
          <a:custGeom>
            <a:avLst/>
            <a:gdLst>
              <a:gd name="T0" fmla="*/ 297 w 297"/>
              <a:gd name="T1" fmla="*/ 151 h 302"/>
              <a:gd name="T2" fmla="*/ 285 w 297"/>
              <a:gd name="T3" fmla="*/ 92 h 302"/>
              <a:gd name="T4" fmla="*/ 254 w 297"/>
              <a:gd name="T5" fmla="*/ 44 h 302"/>
              <a:gd name="T6" fmla="*/ 207 w 297"/>
              <a:gd name="T7" fmla="*/ 11 h 302"/>
              <a:gd name="T8" fmla="*/ 148 w 297"/>
              <a:gd name="T9" fmla="*/ 0 h 302"/>
              <a:gd name="T10" fmla="*/ 91 w 297"/>
              <a:gd name="T11" fmla="*/ 11 h 302"/>
              <a:gd name="T12" fmla="*/ 43 w 297"/>
              <a:gd name="T13" fmla="*/ 44 h 302"/>
              <a:gd name="T14" fmla="*/ 11 w 297"/>
              <a:gd name="T15" fmla="*/ 92 h 302"/>
              <a:gd name="T16" fmla="*/ 0 w 297"/>
              <a:gd name="T17" fmla="*/ 151 h 302"/>
              <a:gd name="T18" fmla="*/ 11 w 297"/>
              <a:gd name="T19" fmla="*/ 210 h 302"/>
              <a:gd name="T20" fmla="*/ 43 w 297"/>
              <a:gd name="T21" fmla="*/ 258 h 302"/>
              <a:gd name="T22" fmla="*/ 91 w 297"/>
              <a:gd name="T23" fmla="*/ 290 h 302"/>
              <a:gd name="T24" fmla="*/ 148 w 297"/>
              <a:gd name="T25" fmla="*/ 302 h 302"/>
              <a:gd name="T26" fmla="*/ 207 w 297"/>
              <a:gd name="T27" fmla="*/ 290 h 302"/>
              <a:gd name="T28" fmla="*/ 254 w 297"/>
              <a:gd name="T29" fmla="*/ 258 h 302"/>
              <a:gd name="T30" fmla="*/ 285 w 297"/>
              <a:gd name="T31" fmla="*/ 210 h 302"/>
              <a:gd name="T32" fmla="*/ 297 w 297"/>
              <a:gd name="T33" fmla="*/ 151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97" h="302">
                <a:moveTo>
                  <a:pt x="297" y="151"/>
                </a:moveTo>
                <a:lnTo>
                  <a:pt x="285" y="92"/>
                </a:lnTo>
                <a:lnTo>
                  <a:pt x="254" y="44"/>
                </a:lnTo>
                <a:lnTo>
                  <a:pt x="207" y="11"/>
                </a:lnTo>
                <a:lnTo>
                  <a:pt x="148" y="0"/>
                </a:lnTo>
                <a:lnTo>
                  <a:pt x="91" y="11"/>
                </a:lnTo>
                <a:lnTo>
                  <a:pt x="43" y="44"/>
                </a:lnTo>
                <a:lnTo>
                  <a:pt x="11" y="92"/>
                </a:lnTo>
                <a:lnTo>
                  <a:pt x="0" y="151"/>
                </a:lnTo>
                <a:lnTo>
                  <a:pt x="11" y="210"/>
                </a:lnTo>
                <a:lnTo>
                  <a:pt x="43" y="258"/>
                </a:lnTo>
                <a:lnTo>
                  <a:pt x="91" y="290"/>
                </a:lnTo>
                <a:lnTo>
                  <a:pt x="148" y="302"/>
                </a:lnTo>
                <a:lnTo>
                  <a:pt x="207" y="290"/>
                </a:lnTo>
                <a:lnTo>
                  <a:pt x="254" y="258"/>
                </a:lnTo>
                <a:lnTo>
                  <a:pt x="285" y="210"/>
                </a:lnTo>
                <a:lnTo>
                  <a:pt x="297" y="151"/>
                </a:lnTo>
                <a:close/>
              </a:path>
            </a:pathLst>
          </a:custGeom>
          <a:solidFill>
            <a:srgbClr val="FFFACC"/>
          </a:solidFill>
          <a:ln w="0">
            <a:solidFill>
              <a:srgbClr val="FFFACC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Freeform 15">
            <a:extLst>
              <a:ext uri="{FF2B5EF4-FFF2-40B4-BE49-F238E27FC236}">
                <a16:creationId xmlns:a16="http://schemas.microsoft.com/office/drawing/2014/main" id="{91419849-E338-2BBD-FE5A-9AB785E8FA82}"/>
              </a:ext>
            </a:extLst>
          </p:cNvPr>
          <p:cNvSpPr>
            <a:spLocks/>
          </p:cNvSpPr>
          <p:nvPr/>
        </p:nvSpPr>
        <p:spPr bwMode="auto">
          <a:xfrm flipV="1">
            <a:off x="6713893" y="1803593"/>
            <a:ext cx="471488" cy="479425"/>
          </a:xfrm>
          <a:custGeom>
            <a:avLst/>
            <a:gdLst>
              <a:gd name="T0" fmla="*/ 402 w 402"/>
              <a:gd name="T1" fmla="*/ 201 h 402"/>
              <a:gd name="T2" fmla="*/ 386 w 402"/>
              <a:gd name="T3" fmla="*/ 280 h 402"/>
              <a:gd name="T4" fmla="*/ 344 w 402"/>
              <a:gd name="T5" fmla="*/ 344 h 402"/>
              <a:gd name="T6" fmla="*/ 280 w 402"/>
              <a:gd name="T7" fmla="*/ 387 h 402"/>
              <a:gd name="T8" fmla="*/ 201 w 402"/>
              <a:gd name="T9" fmla="*/ 402 h 402"/>
              <a:gd name="T10" fmla="*/ 123 w 402"/>
              <a:gd name="T11" fmla="*/ 387 h 402"/>
              <a:gd name="T12" fmla="*/ 59 w 402"/>
              <a:gd name="T13" fmla="*/ 344 h 402"/>
              <a:gd name="T14" fmla="*/ 16 w 402"/>
              <a:gd name="T15" fmla="*/ 280 h 402"/>
              <a:gd name="T16" fmla="*/ 0 w 402"/>
              <a:gd name="T17" fmla="*/ 201 h 402"/>
              <a:gd name="T18" fmla="*/ 16 w 402"/>
              <a:gd name="T19" fmla="*/ 123 h 402"/>
              <a:gd name="T20" fmla="*/ 59 w 402"/>
              <a:gd name="T21" fmla="*/ 59 h 402"/>
              <a:gd name="T22" fmla="*/ 123 w 402"/>
              <a:gd name="T23" fmla="*/ 16 h 402"/>
              <a:gd name="T24" fmla="*/ 201 w 402"/>
              <a:gd name="T25" fmla="*/ 0 h 402"/>
              <a:gd name="T26" fmla="*/ 280 w 402"/>
              <a:gd name="T27" fmla="*/ 16 h 402"/>
              <a:gd name="T28" fmla="*/ 344 w 402"/>
              <a:gd name="T29" fmla="*/ 59 h 402"/>
              <a:gd name="T30" fmla="*/ 386 w 402"/>
              <a:gd name="T31" fmla="*/ 123 h 402"/>
              <a:gd name="T32" fmla="*/ 402 w 402"/>
              <a:gd name="T33" fmla="*/ 201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2" h="402">
                <a:moveTo>
                  <a:pt x="402" y="201"/>
                </a:moveTo>
                <a:lnTo>
                  <a:pt x="386" y="280"/>
                </a:lnTo>
                <a:lnTo>
                  <a:pt x="344" y="344"/>
                </a:lnTo>
                <a:lnTo>
                  <a:pt x="280" y="387"/>
                </a:lnTo>
                <a:lnTo>
                  <a:pt x="201" y="402"/>
                </a:lnTo>
                <a:lnTo>
                  <a:pt x="123" y="387"/>
                </a:lnTo>
                <a:lnTo>
                  <a:pt x="59" y="344"/>
                </a:lnTo>
                <a:lnTo>
                  <a:pt x="16" y="280"/>
                </a:lnTo>
                <a:lnTo>
                  <a:pt x="0" y="201"/>
                </a:lnTo>
                <a:lnTo>
                  <a:pt x="16" y="123"/>
                </a:lnTo>
                <a:lnTo>
                  <a:pt x="59" y="59"/>
                </a:lnTo>
                <a:lnTo>
                  <a:pt x="123" y="16"/>
                </a:lnTo>
                <a:lnTo>
                  <a:pt x="201" y="0"/>
                </a:lnTo>
                <a:lnTo>
                  <a:pt x="280" y="16"/>
                </a:lnTo>
                <a:lnTo>
                  <a:pt x="344" y="59"/>
                </a:lnTo>
                <a:lnTo>
                  <a:pt x="386" y="123"/>
                </a:lnTo>
                <a:lnTo>
                  <a:pt x="402" y="201"/>
                </a:lnTo>
              </a:path>
            </a:pathLst>
          </a:custGeom>
          <a:noFill/>
          <a:ln w="31750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1" name="Freeform 16">
            <a:extLst>
              <a:ext uri="{FF2B5EF4-FFF2-40B4-BE49-F238E27FC236}">
                <a16:creationId xmlns:a16="http://schemas.microsoft.com/office/drawing/2014/main" id="{3E6E6B9D-CFB4-C89D-7C10-06FF20101C9C}"/>
              </a:ext>
            </a:extLst>
          </p:cNvPr>
          <p:cNvSpPr>
            <a:spLocks/>
          </p:cNvSpPr>
          <p:nvPr/>
        </p:nvSpPr>
        <p:spPr bwMode="auto">
          <a:xfrm flipV="1">
            <a:off x="6713893" y="1803593"/>
            <a:ext cx="471488" cy="479425"/>
          </a:xfrm>
          <a:custGeom>
            <a:avLst/>
            <a:gdLst>
              <a:gd name="T0" fmla="*/ 402 w 402"/>
              <a:gd name="T1" fmla="*/ 201 h 402"/>
              <a:gd name="T2" fmla="*/ 386 w 402"/>
              <a:gd name="T3" fmla="*/ 280 h 402"/>
              <a:gd name="T4" fmla="*/ 344 w 402"/>
              <a:gd name="T5" fmla="*/ 344 h 402"/>
              <a:gd name="T6" fmla="*/ 280 w 402"/>
              <a:gd name="T7" fmla="*/ 387 h 402"/>
              <a:gd name="T8" fmla="*/ 201 w 402"/>
              <a:gd name="T9" fmla="*/ 402 h 402"/>
              <a:gd name="T10" fmla="*/ 123 w 402"/>
              <a:gd name="T11" fmla="*/ 387 h 402"/>
              <a:gd name="T12" fmla="*/ 59 w 402"/>
              <a:gd name="T13" fmla="*/ 344 h 402"/>
              <a:gd name="T14" fmla="*/ 16 w 402"/>
              <a:gd name="T15" fmla="*/ 280 h 402"/>
              <a:gd name="T16" fmla="*/ 0 w 402"/>
              <a:gd name="T17" fmla="*/ 201 h 402"/>
              <a:gd name="T18" fmla="*/ 16 w 402"/>
              <a:gd name="T19" fmla="*/ 123 h 402"/>
              <a:gd name="T20" fmla="*/ 59 w 402"/>
              <a:gd name="T21" fmla="*/ 59 h 402"/>
              <a:gd name="T22" fmla="*/ 123 w 402"/>
              <a:gd name="T23" fmla="*/ 16 h 402"/>
              <a:gd name="T24" fmla="*/ 201 w 402"/>
              <a:gd name="T25" fmla="*/ 0 h 402"/>
              <a:gd name="T26" fmla="*/ 280 w 402"/>
              <a:gd name="T27" fmla="*/ 16 h 402"/>
              <a:gd name="T28" fmla="*/ 344 w 402"/>
              <a:gd name="T29" fmla="*/ 59 h 402"/>
              <a:gd name="T30" fmla="*/ 386 w 402"/>
              <a:gd name="T31" fmla="*/ 123 h 402"/>
              <a:gd name="T32" fmla="*/ 402 w 402"/>
              <a:gd name="T33" fmla="*/ 201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2" h="402">
                <a:moveTo>
                  <a:pt x="402" y="201"/>
                </a:moveTo>
                <a:lnTo>
                  <a:pt x="386" y="280"/>
                </a:lnTo>
                <a:lnTo>
                  <a:pt x="344" y="344"/>
                </a:lnTo>
                <a:lnTo>
                  <a:pt x="280" y="387"/>
                </a:lnTo>
                <a:lnTo>
                  <a:pt x="201" y="402"/>
                </a:lnTo>
                <a:lnTo>
                  <a:pt x="123" y="387"/>
                </a:lnTo>
                <a:lnTo>
                  <a:pt x="59" y="344"/>
                </a:lnTo>
                <a:lnTo>
                  <a:pt x="16" y="280"/>
                </a:lnTo>
                <a:lnTo>
                  <a:pt x="0" y="201"/>
                </a:lnTo>
                <a:lnTo>
                  <a:pt x="16" y="123"/>
                </a:lnTo>
                <a:lnTo>
                  <a:pt x="59" y="59"/>
                </a:lnTo>
                <a:lnTo>
                  <a:pt x="123" y="16"/>
                </a:lnTo>
                <a:lnTo>
                  <a:pt x="201" y="0"/>
                </a:lnTo>
                <a:lnTo>
                  <a:pt x="280" y="16"/>
                </a:lnTo>
                <a:lnTo>
                  <a:pt x="344" y="59"/>
                </a:lnTo>
                <a:lnTo>
                  <a:pt x="386" y="123"/>
                </a:lnTo>
                <a:lnTo>
                  <a:pt x="402" y="201"/>
                </a:lnTo>
              </a:path>
            </a:pathLst>
          </a:custGeom>
          <a:noFill/>
          <a:ln w="14288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2" name="Rectangle 17">
            <a:extLst>
              <a:ext uri="{FF2B5EF4-FFF2-40B4-BE49-F238E27FC236}">
                <a16:creationId xmlns:a16="http://schemas.microsoft.com/office/drawing/2014/main" id="{AD7D3428-141F-5DD0-8851-2B790CEF1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4068" y="1855980"/>
            <a:ext cx="2111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MMI10" charset="0"/>
              </a:rPr>
              <a:t>q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" name="Rectangle 18">
            <a:extLst>
              <a:ext uri="{FF2B5EF4-FFF2-40B4-BE49-F238E27FC236}">
                <a16:creationId xmlns:a16="http://schemas.microsoft.com/office/drawing/2014/main" id="{D93A1652-52B1-37CB-3449-C57C46136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843" y="1955993"/>
            <a:ext cx="144463" cy="19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MR7" charset="0"/>
              </a:rPr>
              <a:t>1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4" name="Freeform 19">
            <a:extLst>
              <a:ext uri="{FF2B5EF4-FFF2-40B4-BE49-F238E27FC236}">
                <a16:creationId xmlns:a16="http://schemas.microsoft.com/office/drawing/2014/main" id="{FB8EB3E8-A5E4-7F83-1B39-E2E48C9911A1}"/>
              </a:ext>
            </a:extLst>
          </p:cNvPr>
          <p:cNvSpPr>
            <a:spLocks/>
          </p:cNvSpPr>
          <p:nvPr/>
        </p:nvSpPr>
        <p:spPr bwMode="auto">
          <a:xfrm>
            <a:off x="8585556" y="1855980"/>
            <a:ext cx="473075" cy="477838"/>
          </a:xfrm>
          <a:custGeom>
            <a:avLst/>
            <a:gdLst>
              <a:gd name="T0" fmla="*/ 298 w 298"/>
              <a:gd name="T1" fmla="*/ 150 h 301"/>
              <a:gd name="T2" fmla="*/ 287 w 298"/>
              <a:gd name="T3" fmla="*/ 91 h 301"/>
              <a:gd name="T4" fmla="*/ 255 w 298"/>
              <a:gd name="T5" fmla="*/ 43 h 301"/>
              <a:gd name="T6" fmla="*/ 208 w 298"/>
              <a:gd name="T7" fmla="*/ 11 h 301"/>
              <a:gd name="T8" fmla="*/ 149 w 298"/>
              <a:gd name="T9" fmla="*/ 0 h 301"/>
              <a:gd name="T10" fmla="*/ 91 w 298"/>
              <a:gd name="T11" fmla="*/ 11 h 301"/>
              <a:gd name="T12" fmla="*/ 44 w 298"/>
              <a:gd name="T13" fmla="*/ 43 h 301"/>
              <a:gd name="T14" fmla="*/ 12 w 298"/>
              <a:gd name="T15" fmla="*/ 91 h 301"/>
              <a:gd name="T16" fmla="*/ 0 w 298"/>
              <a:gd name="T17" fmla="*/ 150 h 301"/>
              <a:gd name="T18" fmla="*/ 12 w 298"/>
              <a:gd name="T19" fmla="*/ 209 h 301"/>
              <a:gd name="T20" fmla="*/ 44 w 298"/>
              <a:gd name="T21" fmla="*/ 257 h 301"/>
              <a:gd name="T22" fmla="*/ 91 w 298"/>
              <a:gd name="T23" fmla="*/ 289 h 301"/>
              <a:gd name="T24" fmla="*/ 149 w 298"/>
              <a:gd name="T25" fmla="*/ 301 h 301"/>
              <a:gd name="T26" fmla="*/ 208 w 298"/>
              <a:gd name="T27" fmla="*/ 289 h 301"/>
              <a:gd name="T28" fmla="*/ 255 w 298"/>
              <a:gd name="T29" fmla="*/ 257 h 301"/>
              <a:gd name="T30" fmla="*/ 287 w 298"/>
              <a:gd name="T31" fmla="*/ 209 h 301"/>
              <a:gd name="T32" fmla="*/ 298 w 298"/>
              <a:gd name="T33" fmla="*/ 150 h 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98" h="301">
                <a:moveTo>
                  <a:pt x="298" y="150"/>
                </a:moveTo>
                <a:lnTo>
                  <a:pt x="287" y="91"/>
                </a:lnTo>
                <a:lnTo>
                  <a:pt x="255" y="43"/>
                </a:lnTo>
                <a:lnTo>
                  <a:pt x="208" y="11"/>
                </a:lnTo>
                <a:lnTo>
                  <a:pt x="149" y="0"/>
                </a:lnTo>
                <a:lnTo>
                  <a:pt x="91" y="11"/>
                </a:lnTo>
                <a:lnTo>
                  <a:pt x="44" y="43"/>
                </a:lnTo>
                <a:lnTo>
                  <a:pt x="12" y="91"/>
                </a:lnTo>
                <a:lnTo>
                  <a:pt x="0" y="150"/>
                </a:lnTo>
                <a:lnTo>
                  <a:pt x="12" y="209"/>
                </a:lnTo>
                <a:lnTo>
                  <a:pt x="44" y="257"/>
                </a:lnTo>
                <a:lnTo>
                  <a:pt x="91" y="289"/>
                </a:lnTo>
                <a:lnTo>
                  <a:pt x="149" y="301"/>
                </a:lnTo>
                <a:lnTo>
                  <a:pt x="208" y="289"/>
                </a:lnTo>
                <a:lnTo>
                  <a:pt x="255" y="257"/>
                </a:lnTo>
                <a:lnTo>
                  <a:pt x="287" y="209"/>
                </a:lnTo>
                <a:lnTo>
                  <a:pt x="298" y="150"/>
                </a:lnTo>
                <a:close/>
              </a:path>
            </a:pathLst>
          </a:custGeom>
          <a:solidFill>
            <a:srgbClr val="808080"/>
          </a:solidFill>
          <a:ln w="0">
            <a:solidFill>
              <a:srgbClr val="80808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5" name="Freeform 20">
            <a:extLst>
              <a:ext uri="{FF2B5EF4-FFF2-40B4-BE49-F238E27FC236}">
                <a16:creationId xmlns:a16="http://schemas.microsoft.com/office/drawing/2014/main" id="{EC4EF26A-CBE7-95BE-1166-855C4D487481}"/>
              </a:ext>
            </a:extLst>
          </p:cNvPr>
          <p:cNvSpPr>
            <a:spLocks/>
          </p:cNvSpPr>
          <p:nvPr/>
        </p:nvSpPr>
        <p:spPr bwMode="auto">
          <a:xfrm>
            <a:off x="8534756" y="1803593"/>
            <a:ext cx="473075" cy="479425"/>
          </a:xfrm>
          <a:custGeom>
            <a:avLst/>
            <a:gdLst>
              <a:gd name="T0" fmla="*/ 298 w 298"/>
              <a:gd name="T1" fmla="*/ 151 h 302"/>
              <a:gd name="T2" fmla="*/ 287 w 298"/>
              <a:gd name="T3" fmla="*/ 92 h 302"/>
              <a:gd name="T4" fmla="*/ 255 w 298"/>
              <a:gd name="T5" fmla="*/ 44 h 302"/>
              <a:gd name="T6" fmla="*/ 208 w 298"/>
              <a:gd name="T7" fmla="*/ 11 h 302"/>
              <a:gd name="T8" fmla="*/ 149 w 298"/>
              <a:gd name="T9" fmla="*/ 0 h 302"/>
              <a:gd name="T10" fmla="*/ 92 w 298"/>
              <a:gd name="T11" fmla="*/ 11 h 302"/>
              <a:gd name="T12" fmla="*/ 44 w 298"/>
              <a:gd name="T13" fmla="*/ 44 h 302"/>
              <a:gd name="T14" fmla="*/ 12 w 298"/>
              <a:gd name="T15" fmla="*/ 92 h 302"/>
              <a:gd name="T16" fmla="*/ 0 w 298"/>
              <a:gd name="T17" fmla="*/ 151 h 302"/>
              <a:gd name="T18" fmla="*/ 12 w 298"/>
              <a:gd name="T19" fmla="*/ 210 h 302"/>
              <a:gd name="T20" fmla="*/ 44 w 298"/>
              <a:gd name="T21" fmla="*/ 258 h 302"/>
              <a:gd name="T22" fmla="*/ 92 w 298"/>
              <a:gd name="T23" fmla="*/ 290 h 302"/>
              <a:gd name="T24" fmla="*/ 149 w 298"/>
              <a:gd name="T25" fmla="*/ 302 h 302"/>
              <a:gd name="T26" fmla="*/ 208 w 298"/>
              <a:gd name="T27" fmla="*/ 290 h 302"/>
              <a:gd name="T28" fmla="*/ 255 w 298"/>
              <a:gd name="T29" fmla="*/ 258 h 302"/>
              <a:gd name="T30" fmla="*/ 287 w 298"/>
              <a:gd name="T31" fmla="*/ 210 h 302"/>
              <a:gd name="T32" fmla="*/ 298 w 298"/>
              <a:gd name="T33" fmla="*/ 151 h 3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98" h="302">
                <a:moveTo>
                  <a:pt x="298" y="151"/>
                </a:moveTo>
                <a:lnTo>
                  <a:pt x="287" y="92"/>
                </a:lnTo>
                <a:lnTo>
                  <a:pt x="255" y="44"/>
                </a:lnTo>
                <a:lnTo>
                  <a:pt x="208" y="11"/>
                </a:lnTo>
                <a:lnTo>
                  <a:pt x="149" y="0"/>
                </a:lnTo>
                <a:lnTo>
                  <a:pt x="92" y="11"/>
                </a:lnTo>
                <a:lnTo>
                  <a:pt x="44" y="44"/>
                </a:lnTo>
                <a:lnTo>
                  <a:pt x="12" y="92"/>
                </a:lnTo>
                <a:lnTo>
                  <a:pt x="0" y="151"/>
                </a:lnTo>
                <a:lnTo>
                  <a:pt x="12" y="210"/>
                </a:lnTo>
                <a:lnTo>
                  <a:pt x="44" y="258"/>
                </a:lnTo>
                <a:lnTo>
                  <a:pt x="92" y="290"/>
                </a:lnTo>
                <a:lnTo>
                  <a:pt x="149" y="302"/>
                </a:lnTo>
                <a:lnTo>
                  <a:pt x="208" y="290"/>
                </a:lnTo>
                <a:lnTo>
                  <a:pt x="255" y="258"/>
                </a:lnTo>
                <a:lnTo>
                  <a:pt x="287" y="210"/>
                </a:lnTo>
                <a:lnTo>
                  <a:pt x="298" y="151"/>
                </a:lnTo>
                <a:close/>
              </a:path>
            </a:pathLst>
          </a:custGeom>
          <a:solidFill>
            <a:srgbClr val="FFFACC"/>
          </a:solidFill>
          <a:ln w="0">
            <a:solidFill>
              <a:srgbClr val="FFFACC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6" name="Freeform 21">
            <a:extLst>
              <a:ext uri="{FF2B5EF4-FFF2-40B4-BE49-F238E27FC236}">
                <a16:creationId xmlns:a16="http://schemas.microsoft.com/office/drawing/2014/main" id="{5AF806A3-330B-0791-6A55-E719081CC6E4}"/>
              </a:ext>
            </a:extLst>
          </p:cNvPr>
          <p:cNvSpPr>
            <a:spLocks/>
          </p:cNvSpPr>
          <p:nvPr/>
        </p:nvSpPr>
        <p:spPr bwMode="auto">
          <a:xfrm flipV="1">
            <a:off x="8534756" y="1803593"/>
            <a:ext cx="473075" cy="479425"/>
          </a:xfrm>
          <a:custGeom>
            <a:avLst/>
            <a:gdLst>
              <a:gd name="T0" fmla="*/ 402 w 402"/>
              <a:gd name="T1" fmla="*/ 201 h 402"/>
              <a:gd name="T2" fmla="*/ 387 w 402"/>
              <a:gd name="T3" fmla="*/ 280 h 402"/>
              <a:gd name="T4" fmla="*/ 344 w 402"/>
              <a:gd name="T5" fmla="*/ 344 h 402"/>
              <a:gd name="T6" fmla="*/ 280 w 402"/>
              <a:gd name="T7" fmla="*/ 387 h 402"/>
              <a:gd name="T8" fmla="*/ 201 w 402"/>
              <a:gd name="T9" fmla="*/ 402 h 402"/>
              <a:gd name="T10" fmla="*/ 123 w 402"/>
              <a:gd name="T11" fmla="*/ 387 h 402"/>
              <a:gd name="T12" fmla="*/ 59 w 402"/>
              <a:gd name="T13" fmla="*/ 344 h 402"/>
              <a:gd name="T14" fmla="*/ 16 w 402"/>
              <a:gd name="T15" fmla="*/ 280 h 402"/>
              <a:gd name="T16" fmla="*/ 0 w 402"/>
              <a:gd name="T17" fmla="*/ 201 h 402"/>
              <a:gd name="T18" fmla="*/ 16 w 402"/>
              <a:gd name="T19" fmla="*/ 123 h 402"/>
              <a:gd name="T20" fmla="*/ 59 w 402"/>
              <a:gd name="T21" fmla="*/ 59 h 402"/>
              <a:gd name="T22" fmla="*/ 123 w 402"/>
              <a:gd name="T23" fmla="*/ 16 h 402"/>
              <a:gd name="T24" fmla="*/ 201 w 402"/>
              <a:gd name="T25" fmla="*/ 0 h 402"/>
              <a:gd name="T26" fmla="*/ 280 w 402"/>
              <a:gd name="T27" fmla="*/ 16 h 402"/>
              <a:gd name="T28" fmla="*/ 344 w 402"/>
              <a:gd name="T29" fmla="*/ 59 h 402"/>
              <a:gd name="T30" fmla="*/ 387 w 402"/>
              <a:gd name="T31" fmla="*/ 123 h 402"/>
              <a:gd name="T32" fmla="*/ 402 w 402"/>
              <a:gd name="T33" fmla="*/ 201 h 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2" h="402">
                <a:moveTo>
                  <a:pt x="402" y="201"/>
                </a:moveTo>
                <a:lnTo>
                  <a:pt x="387" y="280"/>
                </a:lnTo>
                <a:lnTo>
                  <a:pt x="344" y="344"/>
                </a:lnTo>
                <a:lnTo>
                  <a:pt x="280" y="387"/>
                </a:lnTo>
                <a:lnTo>
                  <a:pt x="201" y="402"/>
                </a:lnTo>
                <a:lnTo>
                  <a:pt x="123" y="387"/>
                </a:lnTo>
                <a:lnTo>
                  <a:pt x="59" y="344"/>
                </a:lnTo>
                <a:lnTo>
                  <a:pt x="16" y="280"/>
                </a:lnTo>
                <a:lnTo>
                  <a:pt x="0" y="201"/>
                </a:lnTo>
                <a:lnTo>
                  <a:pt x="16" y="123"/>
                </a:lnTo>
                <a:lnTo>
                  <a:pt x="59" y="59"/>
                </a:lnTo>
                <a:lnTo>
                  <a:pt x="123" y="16"/>
                </a:lnTo>
                <a:lnTo>
                  <a:pt x="201" y="0"/>
                </a:lnTo>
                <a:lnTo>
                  <a:pt x="280" y="16"/>
                </a:lnTo>
                <a:lnTo>
                  <a:pt x="344" y="59"/>
                </a:lnTo>
                <a:lnTo>
                  <a:pt x="387" y="123"/>
                </a:lnTo>
                <a:lnTo>
                  <a:pt x="402" y="201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D5D17E7-0029-66BD-5BAE-980DD7C42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6518" y="1855980"/>
            <a:ext cx="2111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MI10" charset="0"/>
              </a:rPr>
              <a:t>q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8" name="Rectangle 23">
            <a:extLst>
              <a:ext uri="{FF2B5EF4-FFF2-40B4-BE49-F238E27FC236}">
                <a16:creationId xmlns:a16="http://schemas.microsoft.com/office/drawing/2014/main" id="{80758BF1-DF9C-20FB-F3FA-2032564D7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1293" y="1955993"/>
            <a:ext cx="144463" cy="19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7" charset="0"/>
              </a:rPr>
              <a:t>2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9" name="Freeform 24">
            <a:extLst>
              <a:ext uri="{FF2B5EF4-FFF2-40B4-BE49-F238E27FC236}">
                <a16:creationId xmlns:a16="http://schemas.microsoft.com/office/drawing/2014/main" id="{50B4813D-558A-C5F1-4135-38155DAAD934}"/>
              </a:ext>
            </a:extLst>
          </p:cNvPr>
          <p:cNvSpPr>
            <a:spLocks/>
          </p:cNvSpPr>
          <p:nvPr/>
        </p:nvSpPr>
        <p:spPr bwMode="auto">
          <a:xfrm flipV="1">
            <a:off x="5035906" y="2279843"/>
            <a:ext cx="173038" cy="293688"/>
          </a:xfrm>
          <a:custGeom>
            <a:avLst/>
            <a:gdLst>
              <a:gd name="T0" fmla="*/ 130 w 147"/>
              <a:gd name="T1" fmla="*/ 246 h 246"/>
              <a:gd name="T2" fmla="*/ 147 w 147"/>
              <a:gd name="T3" fmla="*/ 140 h 246"/>
              <a:gd name="T4" fmla="*/ 138 w 147"/>
              <a:gd name="T5" fmla="*/ 65 h 246"/>
              <a:gd name="T6" fmla="*/ 111 w 147"/>
              <a:gd name="T7" fmla="*/ 18 h 246"/>
              <a:gd name="T8" fmla="*/ 76 w 147"/>
              <a:gd name="T9" fmla="*/ 0 h 246"/>
              <a:gd name="T10" fmla="*/ 40 w 147"/>
              <a:gd name="T11" fmla="*/ 11 h 246"/>
              <a:gd name="T12" fmla="*/ 12 w 147"/>
              <a:gd name="T13" fmla="*/ 49 h 246"/>
              <a:gd name="T14" fmla="*/ 0 w 147"/>
              <a:gd name="T15" fmla="*/ 115 h 246"/>
              <a:gd name="T16" fmla="*/ 14 w 147"/>
              <a:gd name="T17" fmla="*/ 207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7" h="246">
                <a:moveTo>
                  <a:pt x="130" y="246"/>
                </a:moveTo>
                <a:lnTo>
                  <a:pt x="147" y="140"/>
                </a:lnTo>
                <a:lnTo>
                  <a:pt x="138" y="65"/>
                </a:lnTo>
                <a:lnTo>
                  <a:pt x="111" y="18"/>
                </a:lnTo>
                <a:lnTo>
                  <a:pt x="76" y="0"/>
                </a:lnTo>
                <a:lnTo>
                  <a:pt x="40" y="11"/>
                </a:lnTo>
                <a:lnTo>
                  <a:pt x="12" y="49"/>
                </a:lnTo>
                <a:lnTo>
                  <a:pt x="0" y="115"/>
                </a:lnTo>
                <a:lnTo>
                  <a:pt x="14" y="207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0" name="Freeform 25">
            <a:extLst>
              <a:ext uri="{FF2B5EF4-FFF2-40B4-BE49-F238E27FC236}">
                <a16:creationId xmlns:a16="http://schemas.microsoft.com/office/drawing/2014/main" id="{0D6C1E0C-7037-53B7-7998-DD9A2AE4A64C}"/>
              </a:ext>
            </a:extLst>
          </p:cNvPr>
          <p:cNvSpPr>
            <a:spLocks/>
          </p:cNvSpPr>
          <p:nvPr/>
        </p:nvSpPr>
        <p:spPr bwMode="auto">
          <a:xfrm>
            <a:off x="5008918" y="2306830"/>
            <a:ext cx="58738" cy="82550"/>
          </a:xfrm>
          <a:custGeom>
            <a:avLst/>
            <a:gdLst>
              <a:gd name="T0" fmla="*/ 31 w 37"/>
              <a:gd name="T1" fmla="*/ 0 h 52"/>
              <a:gd name="T2" fmla="*/ 0 w 37"/>
              <a:gd name="T3" fmla="*/ 41 h 52"/>
              <a:gd name="T4" fmla="*/ 22 w 37"/>
              <a:gd name="T5" fmla="*/ 34 h 52"/>
              <a:gd name="T6" fmla="*/ 37 w 37"/>
              <a:gd name="T7" fmla="*/ 52 h 52"/>
              <a:gd name="T8" fmla="*/ 31 w 37"/>
              <a:gd name="T9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" h="52">
                <a:moveTo>
                  <a:pt x="31" y="0"/>
                </a:moveTo>
                <a:lnTo>
                  <a:pt x="0" y="41"/>
                </a:lnTo>
                <a:lnTo>
                  <a:pt x="22" y="34"/>
                </a:lnTo>
                <a:lnTo>
                  <a:pt x="37" y="52"/>
                </a:lnTo>
                <a:lnTo>
                  <a:pt x="31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Freeform 26">
            <a:extLst>
              <a:ext uri="{FF2B5EF4-FFF2-40B4-BE49-F238E27FC236}">
                <a16:creationId xmlns:a16="http://schemas.microsoft.com/office/drawing/2014/main" id="{7C864A87-8097-49EB-E92D-216B3539210B}"/>
              </a:ext>
            </a:extLst>
          </p:cNvPr>
          <p:cNvSpPr>
            <a:spLocks/>
          </p:cNvSpPr>
          <p:nvPr/>
        </p:nvSpPr>
        <p:spPr bwMode="auto">
          <a:xfrm flipV="1">
            <a:off x="5008918" y="2306830"/>
            <a:ext cx="58738" cy="82550"/>
          </a:xfrm>
          <a:custGeom>
            <a:avLst/>
            <a:gdLst>
              <a:gd name="T0" fmla="*/ 42 w 50"/>
              <a:gd name="T1" fmla="*/ 69 h 69"/>
              <a:gd name="T2" fmla="*/ 0 w 50"/>
              <a:gd name="T3" fmla="*/ 14 h 69"/>
              <a:gd name="T4" fmla="*/ 30 w 50"/>
              <a:gd name="T5" fmla="*/ 24 h 69"/>
              <a:gd name="T6" fmla="*/ 50 w 50"/>
              <a:gd name="T7" fmla="*/ 0 h 69"/>
              <a:gd name="T8" fmla="*/ 42 w 50"/>
              <a:gd name="T9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" h="69">
                <a:moveTo>
                  <a:pt x="42" y="69"/>
                </a:moveTo>
                <a:lnTo>
                  <a:pt x="0" y="14"/>
                </a:lnTo>
                <a:lnTo>
                  <a:pt x="30" y="24"/>
                </a:lnTo>
                <a:lnTo>
                  <a:pt x="50" y="0"/>
                </a:lnTo>
                <a:lnTo>
                  <a:pt x="42" y="69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2" name="Rectangle 27">
            <a:extLst>
              <a:ext uri="{FF2B5EF4-FFF2-40B4-BE49-F238E27FC236}">
                <a16:creationId xmlns:a16="http://schemas.microsoft.com/office/drawing/2014/main" id="{DEE53C40-7A44-9284-E05D-A8556D492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8431" y="2551305"/>
            <a:ext cx="152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10" charset="0"/>
                <a:cs typeface="CMR10" charset="0"/>
              </a:rPr>
              <a:t>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" name="Rectangle 28">
            <a:extLst>
              <a:ext uri="{FF2B5EF4-FFF2-40B4-BE49-F238E27FC236}">
                <a16:creationId xmlns:a16="http://schemas.microsoft.com/office/drawing/2014/main" id="{2F9D6F0E-FA79-F056-E556-CA8CADC1F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506" y="2551305"/>
            <a:ext cx="1651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10" charset="0"/>
              </a:rPr>
              <a:t>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4" name="Rectangle 29">
            <a:extLst>
              <a:ext uri="{FF2B5EF4-FFF2-40B4-BE49-F238E27FC236}">
                <a16:creationId xmlns:a16="http://schemas.microsoft.com/office/drawing/2014/main" id="{79FEAEEF-1D5A-3CC2-9B6D-3883A6A46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2581" y="2551305"/>
            <a:ext cx="2111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10" charset="0"/>
              </a:rPr>
              <a:t>u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5" name="Rectangle 30">
            <a:extLst>
              <a:ext uri="{FF2B5EF4-FFF2-40B4-BE49-F238E27FC236}">
                <a16:creationId xmlns:a16="http://schemas.microsoft.com/office/drawing/2014/main" id="{D808C300-6CB5-0B37-89A2-5A32938C7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1168" y="2551305"/>
            <a:ext cx="2111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10" charset="0"/>
              </a:rPr>
              <a:t>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6" name="Line 31">
            <a:extLst>
              <a:ext uri="{FF2B5EF4-FFF2-40B4-BE49-F238E27FC236}">
                <a16:creationId xmlns:a16="http://schemas.microsoft.com/office/drawing/2014/main" id="{F4EACE14-A0B5-A449-99D0-FCE6562B15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7693" y="2043305"/>
            <a:ext cx="1287463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7" name="Freeform 32">
            <a:extLst>
              <a:ext uri="{FF2B5EF4-FFF2-40B4-BE49-F238E27FC236}">
                <a16:creationId xmlns:a16="http://schemas.microsoft.com/office/drawing/2014/main" id="{A92B2CFA-3F14-AF15-3DF9-F62F17CBBF10}"/>
              </a:ext>
            </a:extLst>
          </p:cNvPr>
          <p:cNvSpPr>
            <a:spLocks/>
          </p:cNvSpPr>
          <p:nvPr/>
        </p:nvSpPr>
        <p:spPr bwMode="auto">
          <a:xfrm>
            <a:off x="6598006" y="2013143"/>
            <a:ext cx="74613" cy="61913"/>
          </a:xfrm>
          <a:custGeom>
            <a:avLst/>
            <a:gdLst>
              <a:gd name="T0" fmla="*/ 47 w 47"/>
              <a:gd name="T1" fmla="*/ 19 h 39"/>
              <a:gd name="T2" fmla="*/ 0 w 47"/>
              <a:gd name="T3" fmla="*/ 0 h 39"/>
              <a:gd name="T4" fmla="*/ 13 w 47"/>
              <a:gd name="T5" fmla="*/ 19 h 39"/>
              <a:gd name="T6" fmla="*/ 0 w 47"/>
              <a:gd name="T7" fmla="*/ 39 h 39"/>
              <a:gd name="T8" fmla="*/ 47 w 47"/>
              <a:gd name="T9" fmla="*/ 1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7" h="39">
                <a:moveTo>
                  <a:pt x="47" y="19"/>
                </a:moveTo>
                <a:lnTo>
                  <a:pt x="0" y="0"/>
                </a:lnTo>
                <a:lnTo>
                  <a:pt x="13" y="19"/>
                </a:lnTo>
                <a:lnTo>
                  <a:pt x="0" y="39"/>
                </a:lnTo>
                <a:lnTo>
                  <a:pt x="47" y="1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" name="Freeform 33">
            <a:extLst>
              <a:ext uri="{FF2B5EF4-FFF2-40B4-BE49-F238E27FC236}">
                <a16:creationId xmlns:a16="http://schemas.microsoft.com/office/drawing/2014/main" id="{00D6E90B-286E-2C5B-CA27-ED2682654343}"/>
              </a:ext>
            </a:extLst>
          </p:cNvPr>
          <p:cNvSpPr>
            <a:spLocks/>
          </p:cNvSpPr>
          <p:nvPr/>
        </p:nvSpPr>
        <p:spPr bwMode="auto">
          <a:xfrm flipV="1">
            <a:off x="6598006" y="2013143"/>
            <a:ext cx="74613" cy="61913"/>
          </a:xfrm>
          <a:custGeom>
            <a:avLst/>
            <a:gdLst>
              <a:gd name="T0" fmla="*/ 64 w 64"/>
              <a:gd name="T1" fmla="*/ 26 h 52"/>
              <a:gd name="T2" fmla="*/ 0 w 64"/>
              <a:gd name="T3" fmla="*/ 52 h 52"/>
              <a:gd name="T4" fmla="*/ 18 w 64"/>
              <a:gd name="T5" fmla="*/ 26 h 52"/>
              <a:gd name="T6" fmla="*/ 0 w 64"/>
              <a:gd name="T7" fmla="*/ 0 h 52"/>
              <a:gd name="T8" fmla="*/ 64 w 64"/>
              <a:gd name="T9" fmla="*/ 26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4" h="52">
                <a:moveTo>
                  <a:pt x="64" y="26"/>
                </a:moveTo>
                <a:lnTo>
                  <a:pt x="0" y="52"/>
                </a:lnTo>
                <a:lnTo>
                  <a:pt x="18" y="26"/>
                </a:lnTo>
                <a:lnTo>
                  <a:pt x="0" y="0"/>
                </a:lnTo>
                <a:lnTo>
                  <a:pt x="64" y="26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9" name="Freeform 40">
            <a:extLst>
              <a:ext uri="{FF2B5EF4-FFF2-40B4-BE49-F238E27FC236}">
                <a16:creationId xmlns:a16="http://schemas.microsoft.com/office/drawing/2014/main" id="{AD729B5D-C2C8-2500-FABA-84D7E9BD8E69}"/>
              </a:ext>
            </a:extLst>
          </p:cNvPr>
          <p:cNvSpPr>
            <a:spLocks/>
          </p:cNvSpPr>
          <p:nvPr/>
        </p:nvSpPr>
        <p:spPr bwMode="auto">
          <a:xfrm flipV="1">
            <a:off x="6856768" y="2286193"/>
            <a:ext cx="177800" cy="301625"/>
          </a:xfrm>
          <a:custGeom>
            <a:avLst/>
            <a:gdLst>
              <a:gd name="T0" fmla="*/ 134 w 151"/>
              <a:gd name="T1" fmla="*/ 252 h 252"/>
              <a:gd name="T2" fmla="*/ 151 w 151"/>
              <a:gd name="T3" fmla="*/ 144 h 252"/>
              <a:gd name="T4" fmla="*/ 141 w 151"/>
              <a:gd name="T5" fmla="*/ 66 h 252"/>
              <a:gd name="T6" fmla="*/ 114 w 151"/>
              <a:gd name="T7" fmla="*/ 18 h 252"/>
              <a:gd name="T8" fmla="*/ 78 w 151"/>
              <a:gd name="T9" fmla="*/ 0 h 252"/>
              <a:gd name="T10" fmla="*/ 41 w 151"/>
              <a:gd name="T11" fmla="*/ 11 h 252"/>
              <a:gd name="T12" fmla="*/ 12 w 151"/>
              <a:gd name="T13" fmla="*/ 50 h 252"/>
              <a:gd name="T14" fmla="*/ 0 w 151"/>
              <a:gd name="T15" fmla="*/ 118 h 252"/>
              <a:gd name="T16" fmla="*/ 14 w 151"/>
              <a:gd name="T17" fmla="*/ 213 h 2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1" h="252">
                <a:moveTo>
                  <a:pt x="134" y="252"/>
                </a:moveTo>
                <a:lnTo>
                  <a:pt x="151" y="144"/>
                </a:lnTo>
                <a:lnTo>
                  <a:pt x="141" y="66"/>
                </a:lnTo>
                <a:lnTo>
                  <a:pt x="114" y="18"/>
                </a:lnTo>
                <a:lnTo>
                  <a:pt x="78" y="0"/>
                </a:lnTo>
                <a:lnTo>
                  <a:pt x="41" y="11"/>
                </a:lnTo>
                <a:lnTo>
                  <a:pt x="12" y="50"/>
                </a:lnTo>
                <a:lnTo>
                  <a:pt x="0" y="118"/>
                </a:lnTo>
                <a:lnTo>
                  <a:pt x="14" y="213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0" name="Freeform 41">
            <a:extLst>
              <a:ext uri="{FF2B5EF4-FFF2-40B4-BE49-F238E27FC236}">
                <a16:creationId xmlns:a16="http://schemas.microsoft.com/office/drawing/2014/main" id="{0A86D066-DB65-AA98-93E5-E99D72195702}"/>
              </a:ext>
            </a:extLst>
          </p:cNvPr>
          <p:cNvSpPr>
            <a:spLocks/>
          </p:cNvSpPr>
          <p:nvPr/>
        </p:nvSpPr>
        <p:spPr bwMode="auto">
          <a:xfrm>
            <a:off x="6829781" y="2314768"/>
            <a:ext cx="58738" cy="80963"/>
          </a:xfrm>
          <a:custGeom>
            <a:avLst/>
            <a:gdLst>
              <a:gd name="T0" fmla="*/ 30 w 37"/>
              <a:gd name="T1" fmla="*/ 0 h 51"/>
              <a:gd name="T2" fmla="*/ 0 w 37"/>
              <a:gd name="T3" fmla="*/ 41 h 51"/>
              <a:gd name="T4" fmla="*/ 21 w 37"/>
              <a:gd name="T5" fmla="*/ 33 h 51"/>
              <a:gd name="T6" fmla="*/ 37 w 37"/>
              <a:gd name="T7" fmla="*/ 51 h 51"/>
              <a:gd name="T8" fmla="*/ 30 w 37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" h="51">
                <a:moveTo>
                  <a:pt x="30" y="0"/>
                </a:moveTo>
                <a:lnTo>
                  <a:pt x="0" y="41"/>
                </a:lnTo>
                <a:lnTo>
                  <a:pt x="21" y="33"/>
                </a:lnTo>
                <a:lnTo>
                  <a:pt x="37" y="51"/>
                </a:lnTo>
                <a:lnTo>
                  <a:pt x="30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1" name="Freeform 42">
            <a:extLst>
              <a:ext uri="{FF2B5EF4-FFF2-40B4-BE49-F238E27FC236}">
                <a16:creationId xmlns:a16="http://schemas.microsoft.com/office/drawing/2014/main" id="{57CF6F57-D790-234A-1EA5-3F6401837CBE}"/>
              </a:ext>
            </a:extLst>
          </p:cNvPr>
          <p:cNvSpPr>
            <a:spLocks/>
          </p:cNvSpPr>
          <p:nvPr/>
        </p:nvSpPr>
        <p:spPr bwMode="auto">
          <a:xfrm flipV="1">
            <a:off x="6829781" y="2314768"/>
            <a:ext cx="58738" cy="80963"/>
          </a:xfrm>
          <a:custGeom>
            <a:avLst/>
            <a:gdLst>
              <a:gd name="T0" fmla="*/ 41 w 50"/>
              <a:gd name="T1" fmla="*/ 69 h 69"/>
              <a:gd name="T2" fmla="*/ 0 w 50"/>
              <a:gd name="T3" fmla="*/ 14 h 69"/>
              <a:gd name="T4" fmla="*/ 29 w 50"/>
              <a:gd name="T5" fmla="*/ 24 h 69"/>
              <a:gd name="T6" fmla="*/ 50 w 50"/>
              <a:gd name="T7" fmla="*/ 0 h 69"/>
              <a:gd name="T8" fmla="*/ 41 w 50"/>
              <a:gd name="T9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" h="69">
                <a:moveTo>
                  <a:pt x="41" y="69"/>
                </a:moveTo>
                <a:lnTo>
                  <a:pt x="0" y="14"/>
                </a:lnTo>
                <a:lnTo>
                  <a:pt x="29" y="24"/>
                </a:lnTo>
                <a:lnTo>
                  <a:pt x="50" y="0"/>
                </a:lnTo>
                <a:lnTo>
                  <a:pt x="41" y="69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2" name="Line 49">
            <a:extLst>
              <a:ext uri="{FF2B5EF4-FFF2-40B4-BE49-F238E27FC236}">
                <a16:creationId xmlns:a16="http://schemas.microsoft.com/office/drawing/2014/main" id="{79CC34D0-09C3-94F9-1286-555AA1DE23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8081" y="2043305"/>
            <a:ext cx="128587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3" name="Freeform 50">
            <a:extLst>
              <a:ext uri="{FF2B5EF4-FFF2-40B4-BE49-F238E27FC236}">
                <a16:creationId xmlns:a16="http://schemas.microsoft.com/office/drawing/2014/main" id="{80E7A0FA-7029-0E36-94C1-A4B410DF9E6C}"/>
              </a:ext>
            </a:extLst>
          </p:cNvPr>
          <p:cNvSpPr>
            <a:spLocks/>
          </p:cNvSpPr>
          <p:nvPr/>
        </p:nvSpPr>
        <p:spPr bwMode="auto">
          <a:xfrm>
            <a:off x="8426806" y="2013143"/>
            <a:ext cx="76200" cy="61913"/>
          </a:xfrm>
          <a:custGeom>
            <a:avLst/>
            <a:gdLst>
              <a:gd name="T0" fmla="*/ 48 w 48"/>
              <a:gd name="T1" fmla="*/ 19 h 39"/>
              <a:gd name="T2" fmla="*/ 0 w 48"/>
              <a:gd name="T3" fmla="*/ 0 h 39"/>
              <a:gd name="T4" fmla="*/ 14 w 48"/>
              <a:gd name="T5" fmla="*/ 19 h 39"/>
              <a:gd name="T6" fmla="*/ 0 w 48"/>
              <a:gd name="T7" fmla="*/ 39 h 39"/>
              <a:gd name="T8" fmla="*/ 48 w 48"/>
              <a:gd name="T9" fmla="*/ 19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" h="39">
                <a:moveTo>
                  <a:pt x="48" y="19"/>
                </a:moveTo>
                <a:lnTo>
                  <a:pt x="0" y="0"/>
                </a:lnTo>
                <a:lnTo>
                  <a:pt x="14" y="19"/>
                </a:lnTo>
                <a:lnTo>
                  <a:pt x="0" y="39"/>
                </a:lnTo>
                <a:lnTo>
                  <a:pt x="48" y="1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5" name="Freeform 51">
            <a:extLst>
              <a:ext uri="{FF2B5EF4-FFF2-40B4-BE49-F238E27FC236}">
                <a16:creationId xmlns:a16="http://schemas.microsoft.com/office/drawing/2014/main" id="{D2D05B1F-3F77-1572-C54F-74C4875C38D4}"/>
              </a:ext>
            </a:extLst>
          </p:cNvPr>
          <p:cNvSpPr>
            <a:spLocks/>
          </p:cNvSpPr>
          <p:nvPr/>
        </p:nvSpPr>
        <p:spPr bwMode="auto">
          <a:xfrm flipV="1">
            <a:off x="8426806" y="2013143"/>
            <a:ext cx="76200" cy="61913"/>
          </a:xfrm>
          <a:custGeom>
            <a:avLst/>
            <a:gdLst>
              <a:gd name="T0" fmla="*/ 64 w 64"/>
              <a:gd name="T1" fmla="*/ 26 h 52"/>
              <a:gd name="T2" fmla="*/ 0 w 64"/>
              <a:gd name="T3" fmla="*/ 52 h 52"/>
              <a:gd name="T4" fmla="*/ 18 w 64"/>
              <a:gd name="T5" fmla="*/ 26 h 52"/>
              <a:gd name="T6" fmla="*/ 0 w 64"/>
              <a:gd name="T7" fmla="*/ 0 h 52"/>
              <a:gd name="T8" fmla="*/ 64 w 64"/>
              <a:gd name="T9" fmla="*/ 26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4" h="52">
                <a:moveTo>
                  <a:pt x="64" y="26"/>
                </a:moveTo>
                <a:lnTo>
                  <a:pt x="0" y="52"/>
                </a:lnTo>
                <a:lnTo>
                  <a:pt x="18" y="26"/>
                </a:lnTo>
                <a:lnTo>
                  <a:pt x="0" y="0"/>
                </a:lnTo>
                <a:lnTo>
                  <a:pt x="64" y="26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7" name="Freeform 57">
            <a:extLst>
              <a:ext uri="{FF2B5EF4-FFF2-40B4-BE49-F238E27FC236}">
                <a16:creationId xmlns:a16="http://schemas.microsoft.com/office/drawing/2014/main" id="{7DCA5DC2-4555-19AB-7BD7-136C19860CFE}"/>
              </a:ext>
            </a:extLst>
          </p:cNvPr>
          <p:cNvSpPr>
            <a:spLocks/>
          </p:cNvSpPr>
          <p:nvPr/>
        </p:nvSpPr>
        <p:spPr bwMode="auto">
          <a:xfrm flipV="1">
            <a:off x="8682393" y="2279843"/>
            <a:ext cx="171450" cy="293688"/>
          </a:xfrm>
          <a:custGeom>
            <a:avLst/>
            <a:gdLst>
              <a:gd name="T0" fmla="*/ 129 w 146"/>
              <a:gd name="T1" fmla="*/ 246 h 246"/>
              <a:gd name="T2" fmla="*/ 146 w 146"/>
              <a:gd name="T3" fmla="*/ 140 h 246"/>
              <a:gd name="T4" fmla="*/ 137 w 146"/>
              <a:gd name="T5" fmla="*/ 65 h 246"/>
              <a:gd name="T6" fmla="*/ 110 w 146"/>
              <a:gd name="T7" fmla="*/ 18 h 246"/>
              <a:gd name="T8" fmla="*/ 75 w 146"/>
              <a:gd name="T9" fmla="*/ 0 h 246"/>
              <a:gd name="T10" fmla="*/ 39 w 146"/>
              <a:gd name="T11" fmla="*/ 11 h 246"/>
              <a:gd name="T12" fmla="*/ 11 w 146"/>
              <a:gd name="T13" fmla="*/ 49 h 246"/>
              <a:gd name="T14" fmla="*/ 0 w 146"/>
              <a:gd name="T15" fmla="*/ 115 h 246"/>
              <a:gd name="T16" fmla="*/ 13 w 146"/>
              <a:gd name="T17" fmla="*/ 207 h 2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6" h="246">
                <a:moveTo>
                  <a:pt x="129" y="246"/>
                </a:moveTo>
                <a:lnTo>
                  <a:pt x="146" y="140"/>
                </a:lnTo>
                <a:lnTo>
                  <a:pt x="137" y="65"/>
                </a:lnTo>
                <a:lnTo>
                  <a:pt x="110" y="18"/>
                </a:lnTo>
                <a:lnTo>
                  <a:pt x="75" y="0"/>
                </a:lnTo>
                <a:lnTo>
                  <a:pt x="39" y="11"/>
                </a:lnTo>
                <a:lnTo>
                  <a:pt x="11" y="49"/>
                </a:lnTo>
                <a:lnTo>
                  <a:pt x="0" y="115"/>
                </a:lnTo>
                <a:lnTo>
                  <a:pt x="13" y="207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8" name="Freeform 58">
            <a:extLst>
              <a:ext uri="{FF2B5EF4-FFF2-40B4-BE49-F238E27FC236}">
                <a16:creationId xmlns:a16="http://schemas.microsoft.com/office/drawing/2014/main" id="{F20BC780-9F11-EBE3-8531-31D0EBB98886}"/>
              </a:ext>
            </a:extLst>
          </p:cNvPr>
          <p:cNvSpPr>
            <a:spLocks/>
          </p:cNvSpPr>
          <p:nvPr/>
        </p:nvSpPr>
        <p:spPr bwMode="auto">
          <a:xfrm>
            <a:off x="8653818" y="2306830"/>
            <a:ext cx="58738" cy="82550"/>
          </a:xfrm>
          <a:custGeom>
            <a:avLst/>
            <a:gdLst>
              <a:gd name="T0" fmla="*/ 31 w 37"/>
              <a:gd name="T1" fmla="*/ 0 h 52"/>
              <a:gd name="T2" fmla="*/ 0 w 37"/>
              <a:gd name="T3" fmla="*/ 41 h 52"/>
              <a:gd name="T4" fmla="*/ 22 w 37"/>
              <a:gd name="T5" fmla="*/ 34 h 52"/>
              <a:gd name="T6" fmla="*/ 37 w 37"/>
              <a:gd name="T7" fmla="*/ 52 h 52"/>
              <a:gd name="T8" fmla="*/ 31 w 37"/>
              <a:gd name="T9" fmla="*/ 0 h 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7" h="52">
                <a:moveTo>
                  <a:pt x="31" y="0"/>
                </a:moveTo>
                <a:lnTo>
                  <a:pt x="0" y="41"/>
                </a:lnTo>
                <a:lnTo>
                  <a:pt x="22" y="34"/>
                </a:lnTo>
                <a:lnTo>
                  <a:pt x="37" y="52"/>
                </a:lnTo>
                <a:lnTo>
                  <a:pt x="31" y="0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8" name="Freeform 59">
            <a:extLst>
              <a:ext uri="{FF2B5EF4-FFF2-40B4-BE49-F238E27FC236}">
                <a16:creationId xmlns:a16="http://schemas.microsoft.com/office/drawing/2014/main" id="{FF2C5E6A-3F26-9684-304D-0FFE49E461DB}"/>
              </a:ext>
            </a:extLst>
          </p:cNvPr>
          <p:cNvSpPr>
            <a:spLocks/>
          </p:cNvSpPr>
          <p:nvPr/>
        </p:nvSpPr>
        <p:spPr bwMode="auto">
          <a:xfrm flipV="1">
            <a:off x="8653818" y="2306830"/>
            <a:ext cx="58738" cy="82550"/>
          </a:xfrm>
          <a:custGeom>
            <a:avLst/>
            <a:gdLst>
              <a:gd name="T0" fmla="*/ 42 w 50"/>
              <a:gd name="T1" fmla="*/ 69 h 69"/>
              <a:gd name="T2" fmla="*/ 0 w 50"/>
              <a:gd name="T3" fmla="*/ 14 h 69"/>
              <a:gd name="T4" fmla="*/ 30 w 50"/>
              <a:gd name="T5" fmla="*/ 24 h 69"/>
              <a:gd name="T6" fmla="*/ 50 w 50"/>
              <a:gd name="T7" fmla="*/ 0 h 69"/>
              <a:gd name="T8" fmla="*/ 42 w 50"/>
              <a:gd name="T9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0" h="69">
                <a:moveTo>
                  <a:pt x="42" y="69"/>
                </a:moveTo>
                <a:lnTo>
                  <a:pt x="0" y="14"/>
                </a:lnTo>
                <a:lnTo>
                  <a:pt x="30" y="24"/>
                </a:lnTo>
                <a:lnTo>
                  <a:pt x="50" y="0"/>
                </a:lnTo>
                <a:lnTo>
                  <a:pt x="42" y="69"/>
                </a:lnTo>
              </a:path>
            </a:pathLst>
          </a:custGeom>
          <a:noFill/>
          <a:ln w="952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9" name="Rectangle 60">
            <a:extLst>
              <a:ext uri="{FF2B5EF4-FFF2-40B4-BE49-F238E27FC236}">
                <a16:creationId xmlns:a16="http://schemas.microsoft.com/office/drawing/2014/main" id="{67742567-F2CD-B149-E9CA-65B076D58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3331" y="2551305"/>
            <a:ext cx="152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10" charset="0"/>
              </a:rPr>
              <a:t>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1" name="Rectangle 61">
            <a:extLst>
              <a:ext uri="{FF2B5EF4-FFF2-40B4-BE49-F238E27FC236}">
                <a16:creationId xmlns:a16="http://schemas.microsoft.com/office/drawing/2014/main" id="{1A24F636-D9B8-D232-6216-AC6A4444D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5406" y="2551305"/>
            <a:ext cx="1651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10" charset="0"/>
              </a:rPr>
              <a:t>r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9" name="Rectangle 62">
            <a:extLst>
              <a:ext uri="{FF2B5EF4-FFF2-40B4-BE49-F238E27FC236}">
                <a16:creationId xmlns:a16="http://schemas.microsoft.com/office/drawing/2014/main" id="{8B54BF01-7A13-F222-882A-599E776F0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7481" y="2551305"/>
            <a:ext cx="2111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10" charset="0"/>
              </a:rPr>
              <a:t>u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Rectangle 63">
            <a:extLst>
              <a:ext uri="{FF2B5EF4-FFF2-40B4-BE49-F238E27FC236}">
                <a16:creationId xmlns:a16="http://schemas.microsoft.com/office/drawing/2014/main" id="{BA4151DA-0F8E-C5FD-D989-DDECC2CE4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6068" y="2551305"/>
            <a:ext cx="211138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algn="l" rtl="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MR10" charset="0"/>
              </a:rPr>
              <a:t>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317F2BB-CE84-7AF2-51B7-672BC448A165}"/>
                  </a:ext>
                </a:extLst>
              </p:cNvPr>
              <p:cNvSpPr txBox="1"/>
              <p:nvPr/>
            </p:nvSpPr>
            <p:spPr>
              <a:xfrm>
                <a:off x="5579752" y="1652877"/>
                <a:ext cx="8725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𝑔𝑟𝑒𝑒𝑛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7317F2BB-CE84-7AF2-51B7-672BC448A1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752" y="1652877"/>
                <a:ext cx="872566" cy="369332"/>
              </a:xfrm>
              <a:prstGeom prst="rect">
                <a:avLst/>
              </a:prstGeom>
              <a:blipFill>
                <a:blip r:embed="rId29"/>
                <a:stretch>
                  <a:fillRect r="-9790" b="-327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3B057E38-209B-114F-89F2-F6335BD062CA}"/>
                  </a:ext>
                </a:extLst>
              </p:cNvPr>
              <p:cNvSpPr txBox="1"/>
              <p:nvPr/>
            </p:nvSpPr>
            <p:spPr>
              <a:xfrm>
                <a:off x="6363615" y="2568393"/>
                <a:ext cx="8725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𝑔𝑟𝑒𝑒𝑛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3B057E38-209B-114F-89F2-F6335BD06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3615" y="2568393"/>
                <a:ext cx="872566" cy="369332"/>
              </a:xfrm>
              <a:prstGeom prst="rect">
                <a:avLst/>
              </a:prstGeom>
              <a:blipFill>
                <a:blip r:embed="rId30"/>
                <a:stretch>
                  <a:fillRect r="-9790" b="-327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10B1055-A63F-E199-17CB-20965E7EBEEE}"/>
                  </a:ext>
                </a:extLst>
              </p:cNvPr>
              <p:cNvSpPr txBox="1"/>
              <p:nvPr/>
            </p:nvSpPr>
            <p:spPr>
              <a:xfrm>
                <a:off x="7349872" y="1671314"/>
                <a:ext cx="8725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𝑔𝑟𝑒𝑒𝑛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10B1055-A63F-E199-17CB-20965E7EBE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9872" y="1671314"/>
                <a:ext cx="872566" cy="369332"/>
              </a:xfrm>
              <a:prstGeom prst="rect">
                <a:avLst/>
              </a:prstGeom>
              <a:blipFill>
                <a:blip r:embed="rId31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5468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בדיקת הַתְמָדָה וזיהוי מעגלים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09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19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עבור:</a:t>
                </a:r>
              </a:p>
              <a:p>
                <a:pPr lvl="1"/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מערכת מעברים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he-IL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מעל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בלי מצבים סוֹפָנִיִּים</a:t>
                </a:r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/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ביטוי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e-IL" b="0" i="0" dirty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 בתחשיב פסוקים מעל </a:t>
                </a:r>
                <a14:m>
                  <m:oMath xmlns:m="http://schemas.openxmlformats.org/officeDocument/2006/math">
                    <m:r>
                      <a:rPr lang="he-IL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he-IL" dirty="0">
                    <a:latin typeface="Gisha" panose="020B0502040204020203" pitchFamily="34" charset="-79"/>
                    <a:cs typeface="Gisha" panose="020B0502040204020203" pitchFamily="34" charset="-79"/>
                  </a:rPr>
                  <a:t>(פסוק מצב)</a:t>
                </a:r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320040" lvl="1" indent="0">
                  <a:buNone/>
                </a:pPr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t="-1467" r="-1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81000" y="3581400"/>
                <a:ext cx="8382000" cy="190212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he-IL" sz="28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⊨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e</m:t>
                      </m:r>
                      <m:r>
                        <m:rPr>
                          <m:nor/>
                        </m:rPr>
                        <a:rPr lang="en-US" sz="2800" b="0" i="0" smtClean="0">
                          <a:solidFill>
                            <a:srgbClr val="0000FF"/>
                          </a:solidFill>
                          <a:latin typeface="Gisha" panose="020B0502040204020203" pitchFamily="34" charset="-79"/>
                          <a:ea typeface="Cambria Math" panose="02040503050406030204" pitchFamily="18" charset="0"/>
                          <a:cs typeface="Gisha" panose="020B0502040204020203" pitchFamily="34" charset="-79"/>
                        </a:rPr>
                        <m:t>ventually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800" b="0" i="0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US" sz="2800" b="0" i="0" smtClean="0">
                              <a:solidFill>
                                <a:srgbClr val="0000FF"/>
                              </a:solidFill>
                              <a:latin typeface="Gisha" panose="020B0502040204020203" pitchFamily="34" charset="-79"/>
                              <a:ea typeface="Cambria Math" panose="02040503050406030204" pitchFamily="18" charset="0"/>
                              <a:cs typeface="Gisha" panose="020B0502040204020203" pitchFamily="34" charset="-79"/>
                            </a:rPr>
                            <m:t>lways</m:t>
                          </m:r>
                          <m:d>
                            <m:dPr>
                              <m:ctrlPr>
                                <a:rPr lang="en-US" sz="2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Φ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800" baseline="-25000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spcBef>
                    <a:spcPts val="1800"/>
                  </a:spcBef>
                  <a:spcAft>
                    <a:spcPts val="1800"/>
                  </a:spcAft>
                </a:pPr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אם ורק אם</a:t>
                </a:r>
                <a:endParaRPr lang="he-IL" sz="2800" dirty="0">
                  <a:solidFill>
                    <a:srgbClr val="0000F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∄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𝑅𝑒𝑎𝑐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𝑇𝑆</m:t>
                          </m:r>
                        </m:e>
                      </m:d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.  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⊭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∧  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𝑃𝑜𝑠</m:t>
                      </m:r>
                      <m:sSup>
                        <m:sSupPr>
                          <m:ctrlP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581400"/>
                <a:ext cx="8382000" cy="19021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ראשי פרקים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3E17-0086-42D2-82FC-3171BCDB0996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09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20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4119317846"/>
              </p:ext>
            </p:extLst>
          </p:nvPr>
        </p:nvGraphicFramePr>
        <p:xfrm>
          <a:off x="647700" y="1447800"/>
          <a:ext cx="7848600" cy="497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זיהוי מעגלים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09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21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81000" y="914400"/>
                <a:ext cx="8305800" cy="5867400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60000"/>
                  </a:lnSpc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איך נבדוק אם קיים מעגל נגיש המכיל מצב-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¬</m:t>
                    </m:r>
                    <m:r>
                      <m:rPr>
                        <m:sty m:val="p"/>
                      </m:rPr>
                      <a:rPr lang="he-IL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?</a:t>
                </a:r>
              </a:p>
              <a:p>
                <a:pPr>
                  <a:lnSpc>
                    <a:spcPct val="160000"/>
                  </a:lnSpc>
                  <a:spcBef>
                    <a:spcPts val="600"/>
                  </a:spcBef>
                </a:pP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אפשרות ראשונה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חישוב רכיבי הקשירות החזקים בגרף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lnSpc>
                    <a:spcPct val="16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בדיקה אם קיים רכיב קשירות חזק לא טריוויאלי נגיש ממצב התחלתי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ומכיל מצב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¬</m:t>
                    </m:r>
                    <m:r>
                      <m:rPr>
                        <m:sty m:val="p"/>
                      </m:rPr>
                      <a:rPr lang="he-IL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endParaRPr lang="en-US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lnSpc>
                    <a:spcPct val="16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התכונה "לבסוף תמיד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e-IL" b="0" i="0" dirty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" נפסלת אם ורק אם נמצא כזה רכיב</a:t>
                </a:r>
              </a:p>
              <a:p>
                <a:pPr>
                  <a:lnSpc>
                    <a:spcPct val="160000"/>
                  </a:lnSpc>
                  <a:spcBef>
                    <a:spcPts val="600"/>
                  </a:spcBef>
                </a:pPr>
                <a:r>
                  <a:rPr lang="he-IL">
                    <a:solidFill>
                      <a:srgbClr val="0000F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אפשרות שנייה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: 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שימוש באלגוריתם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DFS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מקונן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מתאים יותר לאימות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on-the-fly</a:t>
                </a: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>
                  <a:lnSpc>
                    <a:spcPct val="160000"/>
                  </a:lnSpc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קל יותר לייצר דוגמאות נגדיות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81000" y="914400"/>
                <a:ext cx="8305800" cy="5867400"/>
              </a:xfrm>
              <a:blipFill>
                <a:blip r:embed="rId2"/>
                <a:stretch>
                  <a:fillRect l="-294" r="-110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382000" cy="1143000"/>
          </a:xfrm>
        </p:spPr>
        <p:txBody>
          <a:bodyPr/>
          <a:lstStyle/>
          <a:p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DFS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דו-שלבי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701865" y="7086600"/>
            <a:ext cx="2670735" cy="476250"/>
          </a:xfrm>
        </p:spPr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09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45141" y="381000"/>
            <a:ext cx="493059" cy="457200"/>
          </a:xfrm>
        </p:spPr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533400" y="1676400"/>
                <a:ext cx="8382000" cy="4572000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מצא את כל מצבי ה-</a:t>
                </a:r>
                <a:r>
                  <a:rPr lang="en-US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¬</m:t>
                    </m:r>
                    <m:r>
                      <m:rPr>
                        <m:sty m:val="p"/>
                      </m:rPr>
                      <a:rPr lang="en-US" b="0" i="0" dirty="0" smtClean="0">
                        <a:solidFill>
                          <a:srgbClr val="FF0000"/>
                        </a:solidFill>
                        <a:latin typeface="Cambria Math"/>
                      </a:rPr>
                      <m:t>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הנגישים ממצב התחלתי כלשהו</a:t>
                </a:r>
              </a:p>
              <a:p>
                <a:pPr marL="788670" lvl="1" indent="-514350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מתבצע ע"י חיפוש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DFS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רגיל</a:t>
                </a:r>
              </a:p>
              <a:p>
                <a:pPr marL="788670" lvl="1" indent="-514350"/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עבור כל מצב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/>
                      </a:rPr>
                      <m:t>¬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FF0000"/>
                        </a:solidFill>
                        <a:latin typeface="Cambria Math"/>
                      </a:rPr>
                      <m:t>Φ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נגיש, בדוק אם הוא שייך למעגל</a:t>
                </a:r>
              </a:p>
              <a:p>
                <a:pPr marL="788670" lvl="1" indent="-514350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התחל חיפוש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DFS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מ-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𝑠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788670" lvl="1" indent="-514350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לכל מצב נגיש מ-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, בדוק האם יש קשת "</a:t>
                </a:r>
                <a:r>
                  <a:rPr lang="he-IL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חוזרת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" ל-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𝑠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514350" indent="-514350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סיבוכיות זמן: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marL="788670" lvl="1" indent="-514350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באשר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הוא מספר המצבים ו-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מספר המעברים</a:t>
                </a:r>
              </a:p>
              <a:p>
                <a:pPr marL="788670" lvl="1" indent="-514350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חלקים הנגישים דרך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𝐾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מצבי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FF0000"/>
                        </a:solidFill>
                        <a:latin typeface="Cambria Math"/>
                      </a:rPr>
                      <m:t>¬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FF0000"/>
                        </a:solidFill>
                        <a:latin typeface="Cambria Math"/>
                      </a:rPr>
                      <m:t>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ייסרקו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𝐾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פעמים 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533400" y="1676400"/>
                <a:ext cx="8382000" cy="4572000"/>
              </a:xfrm>
              <a:blipFill>
                <a:blip r:embed="rId2"/>
                <a:stretch>
                  <a:fillRect t="-1333" r="-94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המחשה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09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23</a:t>
            </a:fld>
            <a:endParaRPr lang="he-IL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981201"/>
            <a:ext cx="8796095" cy="3657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DFS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דו-שלבי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09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t="-3244"/>
          <a:stretch>
            <a:fillRect/>
          </a:stretch>
        </p:blipFill>
        <p:spPr bwMode="auto">
          <a:xfrm>
            <a:off x="531138" y="2895600"/>
            <a:ext cx="8199232" cy="343531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74707" y="1512838"/>
                <a:ext cx="8112094" cy="1138838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קלט: מערכת מעברים סופית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𝑇𝑆</m:t>
                    </m:r>
                  </m:oMath>
                </a14:m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בלי מצבים ללא מוצא ופסוק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he-IL" sz="2400" dirty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פלט: 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“</a:t>
                </a:r>
                <a:r>
                  <a:rPr lang="en-US" sz="2400">
                    <a:solidFill>
                      <a:srgbClr val="00CC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yes</a:t>
                </a:r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”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 אם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⊨</m:t>
                    </m:r>
                  </m:oMath>
                </a14:m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“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𝐸𝑣𝑒𝑛𝑡𝑢𝑎𝑙𝑙𝑦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𝐴𝑙𝑙𝑤𝑎𝑦𝑠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he-IL" sz="2400" b="0" i="0" dirty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” 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, אחרת "</a:t>
                </a:r>
                <a:r>
                  <a:rPr lang="en-US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no</a:t>
                </a: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"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707" y="1512838"/>
                <a:ext cx="8112094" cy="1138838"/>
              </a:xfrm>
              <a:prstGeom prst="rect">
                <a:avLst/>
              </a:prstGeom>
              <a:blipFill>
                <a:blip r:embed="rId3"/>
                <a:stretch>
                  <a:fillRect l="-1202" r="-1202" b="-1123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מציאת מצבי </a:t>
                </a:r>
                <a14:m>
                  <m:oMath xmlns:m="http://schemas.openxmlformats.org/officeDocument/2006/math">
                    <m:r>
                      <a:rPr lang="he-IL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¬</m:t>
                    </m:r>
                    <m:r>
                      <m:rPr>
                        <m:sty m:val="p"/>
                      </m:rPr>
                      <a:rPr lang="he-IL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b="-1861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09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25</a:t>
            </a:fld>
            <a:endParaRPr lang="he-IL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1828800"/>
            <a:ext cx="8227036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92378" y="5791200"/>
                <a:ext cx="4514441" cy="52322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חיפוש </a:t>
                </a:r>
                <a:r>
                  <a:rPr lang="en-US" sz="2800">
                    <a:latin typeface="Gisha" panose="020B0502040204020203" pitchFamily="34" charset="-79"/>
                    <a:cs typeface="Gisha" panose="020B0502040204020203" pitchFamily="34" charset="-79"/>
                  </a:rPr>
                  <a:t>DFS</a:t>
                </a:r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רגיל של מצבי </a:t>
                </a:r>
                <a14:m>
                  <m:oMath xmlns:m="http://schemas.openxmlformats.org/officeDocument/2006/math">
                    <m:r>
                      <a:rPr lang="he-IL" sz="28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¬</m:t>
                    </m:r>
                    <m:r>
                      <m:rPr>
                        <m:sty m:val="p"/>
                      </m:rPr>
                      <a:rPr lang="he-IL" sz="28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Φ</m:t>
                    </m:r>
                  </m:oMath>
                </a14:m>
                <a:r>
                  <a:rPr lang="he-IL" sz="28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378" y="5791200"/>
                <a:ext cx="4514441" cy="523220"/>
              </a:xfrm>
              <a:prstGeom prst="rect">
                <a:avLst/>
              </a:prstGeom>
              <a:blipFill>
                <a:blip r:embed="rId4"/>
                <a:stretch>
                  <a:fillRect l="-3914" t="-12791" r="-2699" b="-3023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זיהוי מעגלים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09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26</a:t>
            </a:fld>
            <a:endParaRPr lang="he-IL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905000"/>
            <a:ext cx="788898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762000" y="3505200"/>
            <a:ext cx="7467600" cy="15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חיפוש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DFS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מקונן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09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27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381000" y="1600200"/>
            <a:ext cx="8382000" cy="4572000"/>
          </a:xfrm>
        </p:spPr>
        <p:txBody>
          <a:bodyPr>
            <a:normAutofit fontScale="92500"/>
          </a:bodyPr>
          <a:lstStyle/>
          <a:p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רעיון: ביצוע שני חיפושי 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DFS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 באופן </a:t>
            </a:r>
            <a:r>
              <a:rPr lang="he-IL" sz="2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שזור</a:t>
            </a:r>
          </a:p>
          <a:p>
            <a:pPr lvl="1"/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ה-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DFS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 החיצוני משמש למציאת על מצבי  ה-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 :©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הנגישים</a:t>
            </a:r>
          </a:p>
          <a:p>
            <a:pPr lvl="1"/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ה-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DFS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 הפנימי מחפש קשתות חוזרות המובילות למצב </a:t>
            </a:r>
          </a:p>
          <a:p>
            <a:pPr>
              <a:spcBef>
                <a:spcPts val="3600"/>
              </a:spcBef>
            </a:pPr>
            <a:r>
              <a:rPr lang="he-IL" sz="2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חיפוש </a:t>
            </a:r>
            <a:r>
              <a:rPr lang="en-US" sz="2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DFS</a:t>
            </a:r>
            <a:r>
              <a:rPr lang="he-IL" sz="2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 מקונן</a:t>
            </a:r>
          </a:p>
          <a:p>
            <a:pPr lvl="1"/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על פריסה מלאה של מצב 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:©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 ב-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DFS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 החיצוני, התחל 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DFS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 פנימי</a:t>
            </a:r>
          </a:p>
          <a:p>
            <a:pPr lvl="1"/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ב-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DFS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 הפנימי, בקר בכל המצבים הנגישים מ-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s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 שלא נסרקו עדיין ב-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DFS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 הפנימי</a:t>
            </a:r>
          </a:p>
          <a:p>
            <a:pPr lvl="1"/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לא נמצאו קשתות חוזרות ל-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s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? המשך את ה-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DFS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 החיצוני (חפש את מצב ה-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 :©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הבא)</a:t>
            </a:r>
          </a:p>
          <a:p>
            <a:pPr>
              <a:spcBef>
                <a:spcPts val="3600"/>
              </a:spcBef>
            </a:pPr>
            <a:r>
              <a:rPr lang="he-IL" sz="2000">
                <a:solidFill>
                  <a:srgbClr val="0000F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בניית דוגמאות נגדיות: 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שרשור תוכן מחסניות ה-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DFS</a:t>
            </a:r>
            <a:endParaRPr lang="he-IL" sz="2000">
              <a:latin typeface="Gisha" panose="020B0502040204020203" pitchFamily="34" charset="-79"/>
              <a:cs typeface="Gisha" panose="020B0502040204020203" pitchFamily="34" charset="-79"/>
            </a:endParaRPr>
          </a:p>
          <a:p>
            <a:pPr lvl="1"/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מחסנית של ה-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DFS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 החיצוני = מסלול ממצב התחלתי ל-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s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 (בסדר הפוך)</a:t>
            </a:r>
          </a:p>
          <a:p>
            <a:pPr lvl="1"/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מחסנית של ה-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DFS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 ה0פנימי = מעגל מ-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s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 לעצמו (בסדר הפוך)</a:t>
            </a:r>
          </a:p>
          <a:p>
            <a:endParaRPr lang="he-IL" sz="20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ה-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DFS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החיצוני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09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28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7646" y="2807328"/>
            <a:ext cx="8607754" cy="3517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089219" y="1371600"/>
            <a:ext cx="7826181" cy="115416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קלט: מערכת מעברים סופית </a:t>
            </a:r>
            <a:r>
              <a:rPr lang="en-US" sz="2400">
                <a:latin typeface="cmmi10"/>
              </a:rPr>
              <a:t>TS</a:t>
            </a:r>
            <a:r>
              <a:rPr lang="he-IL" sz="2400">
                <a:latin typeface="cmmi10"/>
              </a:rPr>
              <a:t>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בלי מצבים ללא מוצא ופסוק </a:t>
            </a:r>
            <a:r>
              <a:rPr lang="he-IL" sz="2400">
                <a:latin typeface="cmr10"/>
              </a:rPr>
              <a:t>©</a:t>
            </a:r>
          </a:p>
          <a:p>
            <a:pPr>
              <a:lnSpc>
                <a:spcPct val="150000"/>
              </a:lnSpc>
            </a:pP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פלט</a:t>
            </a:r>
            <a:r>
              <a:rPr lang="he-IL" sz="2400">
                <a:latin typeface="cmr10"/>
              </a:rPr>
              <a:t>: </a:t>
            </a:r>
            <a:r>
              <a:rPr lang="en-US" sz="2400">
                <a:latin typeface="cmr10"/>
              </a:rPr>
              <a:t>“</a:t>
            </a:r>
            <a:r>
              <a:rPr lang="en-US" sz="2400">
                <a:latin typeface="Franklin Gothic Book"/>
              </a:rPr>
              <a:t>yes</a:t>
            </a:r>
            <a:r>
              <a:rPr lang="en-US" sz="2400">
                <a:latin typeface="cmr10"/>
              </a:rPr>
              <a:t>”</a:t>
            </a:r>
            <a:r>
              <a:rPr lang="he-IL" sz="2400">
                <a:latin typeface="cmr10"/>
              </a:rPr>
              <a:t>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אם</a:t>
            </a:r>
            <a:r>
              <a:rPr lang="he-IL" sz="2400">
                <a:latin typeface="cmr10"/>
              </a:rPr>
              <a:t> </a:t>
            </a:r>
            <a:r>
              <a:rPr lang="en-US" sz="2400">
                <a:latin typeface="cmmi10"/>
              </a:rPr>
              <a:t>TS</a:t>
            </a:r>
            <a:r>
              <a:rPr lang="en-US" sz="2400">
                <a:latin typeface="cmr10"/>
              </a:rPr>
              <a:t> </a:t>
            </a:r>
            <a:r>
              <a:rPr lang="en-US" sz="2400">
                <a:latin typeface="msam10"/>
              </a:rPr>
              <a:t>²</a:t>
            </a:r>
            <a:r>
              <a:rPr lang="en-US" sz="2400">
                <a:latin typeface="cmr10"/>
              </a:rPr>
              <a:t> “</a:t>
            </a:r>
            <a:r>
              <a:rPr lang="en-US" sz="2400">
                <a:latin typeface="Franklin Gothic Book"/>
              </a:rPr>
              <a:t>Eventually(</a:t>
            </a:r>
            <a:r>
              <a:rPr lang="en-US" sz="2400" err="1">
                <a:latin typeface="Franklin Gothic Book"/>
              </a:rPr>
              <a:t>Allways</a:t>
            </a:r>
            <a:r>
              <a:rPr lang="en-US" sz="2400">
                <a:latin typeface="Franklin Gothic Book"/>
              </a:rPr>
              <a:t>(</a:t>
            </a:r>
            <a:r>
              <a:rPr lang="en-US" sz="2400">
                <a:latin typeface="cmr10"/>
              </a:rPr>
              <a:t>©))” </a:t>
            </a:r>
            <a:r>
              <a:rPr lang="he-IL" sz="2400">
                <a:latin typeface="cmr10"/>
              </a:rPr>
              <a:t>,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אחרת</a:t>
            </a:r>
            <a:r>
              <a:rPr lang="he-IL" sz="2400">
                <a:latin typeface="cmr10"/>
              </a:rPr>
              <a:t> "</a:t>
            </a:r>
            <a:r>
              <a:rPr lang="en-US" sz="2400">
                <a:latin typeface="Franklin Gothic Book"/>
              </a:rPr>
              <a:t>no</a:t>
            </a:r>
            <a:r>
              <a:rPr lang="he-IL" sz="2400">
                <a:latin typeface="cmr10"/>
              </a:rPr>
              <a:t>"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המשך...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09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29</a:t>
            </a:fld>
            <a:endParaRPr lang="he-IL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200" y="1676400"/>
            <a:ext cx="8640000" cy="4753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דוגמה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09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30</a:t>
            </a:fld>
            <a:endParaRPr lang="he-IL"/>
          </a:p>
        </p:txBody>
      </p:sp>
      <p:pic>
        <p:nvPicPr>
          <p:cNvPr id="8" name="Picture 7" descr="TP_tmp.emf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 bwMode="auto">
          <a:xfrm>
            <a:off x="1066800" y="228600"/>
            <a:ext cx="1828800" cy="1828800"/>
          </a:xfrm>
          <a:prstGeom prst="rect">
            <a:avLst/>
          </a:prstGeom>
          <a:solidFill>
            <a:schemeClr val="bg1"/>
          </a:solidFill>
          <a:ln/>
          <a:effectLst>
            <a:outerShdw blurRad="50800" dist="38063" dir="2701407" rotWithShape="0">
              <a:srgbClr val="000000">
                <a:alpha val="40000"/>
              </a:srgbClr>
            </a:outerShdw>
          </a:effectLst>
        </p:spPr>
      </p:pic>
      <p:sp>
        <p:nvSpPr>
          <p:cNvPr id="10" name="Content Placeholder 4"/>
          <p:cNvSpPr>
            <a:spLocks noGrp="1"/>
          </p:cNvSpPr>
          <p:nvPr>
            <p:ph sz="quarter" idx="1"/>
          </p:nvPr>
        </p:nvSpPr>
        <p:spPr>
          <a:xfrm>
            <a:off x="533400" y="1676400"/>
            <a:ext cx="8382000" cy="4191000"/>
          </a:xfrm>
        </p:spPr>
        <p:txBody>
          <a:bodyPr>
            <a:noAutofit/>
          </a:bodyPr>
          <a:lstStyle/>
          <a:p>
            <a:pPr>
              <a:spcBef>
                <a:spcPts val="1800"/>
              </a:spcBef>
            </a:pPr>
            <a:r>
              <a:rPr lang="en-US" sz="2000"/>
              <a:t> 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נניח</a:t>
            </a:r>
            <a:r>
              <a:rPr lang="he-IL" sz="2000"/>
              <a:t>: </a:t>
            </a:r>
            <a:r>
              <a:rPr lang="en-US" sz="2000">
                <a:latin typeface="cmmi10"/>
              </a:rPr>
              <a:t>s</a:t>
            </a:r>
            <a:r>
              <a:rPr lang="en-US" sz="2000" baseline="-25000">
                <a:latin typeface="cmr10"/>
              </a:rPr>
              <a:t>0</a:t>
            </a:r>
            <a:r>
              <a:rPr lang="en-US" sz="2000"/>
              <a:t> </a:t>
            </a:r>
            <a:r>
              <a:rPr lang="en-US" sz="2000">
                <a:latin typeface="msam10"/>
              </a:rPr>
              <a:t>²</a:t>
            </a:r>
            <a:r>
              <a:rPr lang="en-US" sz="2000"/>
              <a:t> </a:t>
            </a:r>
            <a:r>
              <a:rPr lang="en-US" sz="2000">
                <a:latin typeface="cmr10"/>
              </a:rPr>
              <a:t>©, </a:t>
            </a:r>
            <a:r>
              <a:rPr lang="en-US" sz="2000">
                <a:latin typeface="cmmi10"/>
              </a:rPr>
              <a:t>s</a:t>
            </a:r>
            <a:r>
              <a:rPr lang="en-US" sz="2000" baseline="-25000">
                <a:latin typeface="cmr10"/>
              </a:rPr>
              <a:t>3</a:t>
            </a:r>
            <a:r>
              <a:rPr lang="en-US" sz="2000"/>
              <a:t> </a:t>
            </a:r>
            <a:r>
              <a:rPr lang="en-US" sz="2000">
                <a:latin typeface="msam10"/>
              </a:rPr>
              <a:t>²</a:t>
            </a:r>
            <a:r>
              <a:rPr lang="en-US" sz="2000"/>
              <a:t> </a:t>
            </a:r>
            <a:r>
              <a:rPr lang="en-US" sz="2000">
                <a:latin typeface="cmr10"/>
              </a:rPr>
              <a:t>©  </a:t>
            </a:r>
            <a:r>
              <a:rPr lang="he-IL" sz="2000">
                <a:latin typeface="cmr10"/>
              </a:rPr>
              <a:t>  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אבל</a:t>
            </a:r>
            <a:r>
              <a:rPr lang="he-IL" sz="2000">
                <a:latin typeface="cmr10"/>
              </a:rPr>
              <a:t>   </a:t>
            </a:r>
            <a:r>
              <a:rPr lang="en-US" sz="2000">
                <a:latin typeface="cmmi10"/>
              </a:rPr>
              <a:t>s</a:t>
            </a:r>
            <a:r>
              <a:rPr lang="en-US" sz="2000" baseline="-25000">
                <a:latin typeface="cmr10"/>
              </a:rPr>
              <a:t>1</a:t>
            </a:r>
            <a:r>
              <a:rPr lang="en-US" sz="2000"/>
              <a:t> </a:t>
            </a:r>
            <a:r>
              <a:rPr lang="en-US" sz="2000">
                <a:latin typeface="msbm10"/>
              </a:rPr>
              <a:t>2</a:t>
            </a:r>
            <a:r>
              <a:rPr lang="en-US" sz="2000"/>
              <a:t> </a:t>
            </a:r>
            <a:r>
              <a:rPr lang="en-US" sz="2000">
                <a:latin typeface="cmr10"/>
              </a:rPr>
              <a:t>©, </a:t>
            </a:r>
            <a:r>
              <a:rPr lang="en-US" sz="2000">
                <a:latin typeface="cmmi10"/>
              </a:rPr>
              <a:t>s</a:t>
            </a:r>
            <a:r>
              <a:rPr lang="en-US" sz="2000" baseline="-25000">
                <a:latin typeface="cmr10"/>
              </a:rPr>
              <a:t>2</a:t>
            </a:r>
            <a:r>
              <a:rPr lang="en-US" sz="2000"/>
              <a:t> </a:t>
            </a:r>
            <a:r>
              <a:rPr lang="en-US" sz="2000">
                <a:latin typeface="msbm10"/>
              </a:rPr>
              <a:t>2</a:t>
            </a:r>
            <a:r>
              <a:rPr lang="en-US" sz="2000"/>
              <a:t> </a:t>
            </a:r>
            <a:r>
              <a:rPr lang="en-US" sz="2000">
                <a:latin typeface="cmr10"/>
              </a:rPr>
              <a:t>©</a:t>
            </a:r>
          </a:p>
          <a:p>
            <a:pPr>
              <a:spcBef>
                <a:spcPts val="1800"/>
              </a:spcBef>
            </a:pP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נתאר את התסריט ש-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s</a:t>
            </a:r>
            <a:r>
              <a:rPr lang="en-US" sz="2000" baseline="-25000">
                <a:latin typeface="Gisha" panose="020B0502040204020203" pitchFamily="34" charset="-79"/>
                <a:cs typeface="Gisha" panose="020B0502040204020203" pitchFamily="34" charset="-79"/>
              </a:rPr>
              <a:t>2</a:t>
            </a:r>
            <a:r>
              <a:rPr lang="he-IL" sz="2000" baseline="-25000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נבחר כעוקב הראשון של </a:t>
            </a:r>
            <a:r>
              <a:rPr lang="en-US" sz="2000">
                <a:latin typeface="cmmi10"/>
              </a:rPr>
              <a:t>s</a:t>
            </a:r>
            <a:r>
              <a:rPr lang="en-US" sz="2000" baseline="-25000">
                <a:latin typeface="cmr10"/>
              </a:rPr>
              <a:t>0</a:t>
            </a:r>
            <a:r>
              <a:rPr lang="he-IL" sz="2000" baseline="-25000">
                <a:latin typeface="cmr10"/>
              </a:rPr>
              <a:t> </a:t>
            </a:r>
            <a:r>
              <a:rPr lang="he-IL" sz="2000"/>
              <a:t>–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בודקים</a:t>
            </a:r>
            <a:r>
              <a:rPr lang="he-IL" sz="2000"/>
              <a:t> 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את</a:t>
            </a:r>
            <a:r>
              <a:rPr lang="he-IL" sz="2000"/>
              <a:t> </a:t>
            </a:r>
            <a:r>
              <a:rPr lang="en-US" sz="2000">
                <a:latin typeface="cmmi10"/>
              </a:rPr>
              <a:t>s</a:t>
            </a:r>
            <a:r>
              <a:rPr lang="en-US" sz="2000" baseline="-25000">
                <a:latin typeface="cmr10"/>
              </a:rPr>
              <a:t>2</a:t>
            </a:r>
            <a:r>
              <a:rPr lang="he-IL" sz="2000" baseline="-25000">
                <a:latin typeface="cmr10"/>
              </a:rPr>
              <a:t> 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בלולאה</a:t>
            </a:r>
            <a:r>
              <a:rPr lang="he-IL" sz="2000"/>
              <a:t> 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החיצונית</a:t>
            </a:r>
            <a:r>
              <a:rPr lang="he-IL" sz="2000"/>
              <a:t> 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לפני</a:t>
            </a:r>
            <a:r>
              <a:rPr lang="he-IL" sz="2000"/>
              <a:t> 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שבודקים את </a:t>
            </a:r>
            <a:r>
              <a:rPr lang="en-US" sz="2000">
                <a:latin typeface="cmmi10"/>
              </a:rPr>
              <a:t>s</a:t>
            </a:r>
            <a:r>
              <a:rPr lang="en-US" sz="2000" baseline="-25000">
                <a:latin typeface="cmr10"/>
              </a:rPr>
              <a:t>1</a:t>
            </a:r>
          </a:p>
          <a:p>
            <a:pPr>
              <a:spcBef>
                <a:spcPts val="1800"/>
              </a:spcBef>
            </a:pP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הסדר במחסנית </a:t>
            </a:r>
            <a:r>
              <a:rPr lang="en-US" sz="2000">
                <a:latin typeface="cmmi10"/>
              </a:rPr>
              <a:t>U</a:t>
            </a:r>
            <a:r>
              <a:rPr lang="he-IL" sz="2000">
                <a:latin typeface="cmmi10"/>
              </a:rPr>
              <a:t> 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הוא</a:t>
            </a:r>
            <a:r>
              <a:rPr lang="he-IL" sz="2000">
                <a:latin typeface="cmmi10"/>
              </a:rPr>
              <a:t> </a:t>
            </a:r>
            <a:r>
              <a:rPr lang="en-US" sz="2000">
                <a:latin typeface="cmsy10"/>
              </a:rPr>
              <a:t>h</a:t>
            </a:r>
            <a:r>
              <a:rPr lang="en-US" sz="2000">
                <a:latin typeface="cmmi10"/>
              </a:rPr>
              <a:t>s</a:t>
            </a:r>
            <a:r>
              <a:rPr lang="en-US" sz="2000" baseline="-25000">
                <a:latin typeface="cmr10"/>
              </a:rPr>
              <a:t>1</a:t>
            </a:r>
            <a:r>
              <a:rPr lang="en-US" sz="2000">
                <a:latin typeface="cmr10"/>
              </a:rPr>
              <a:t>,</a:t>
            </a:r>
            <a:r>
              <a:rPr lang="en-US" sz="2000">
                <a:latin typeface="cmmi10"/>
              </a:rPr>
              <a:t> s</a:t>
            </a:r>
            <a:r>
              <a:rPr lang="en-US" sz="2000" baseline="-25000">
                <a:latin typeface="cmr10"/>
              </a:rPr>
              <a:t>3</a:t>
            </a:r>
            <a:r>
              <a:rPr lang="en-US" sz="2000">
                <a:latin typeface="cmr10"/>
              </a:rPr>
              <a:t>,</a:t>
            </a:r>
            <a:r>
              <a:rPr lang="en-US" sz="2000">
                <a:latin typeface="cmmi10"/>
              </a:rPr>
              <a:t> s</a:t>
            </a:r>
            <a:r>
              <a:rPr lang="en-US" sz="2000" baseline="-25000">
                <a:latin typeface="cmr10"/>
              </a:rPr>
              <a:t>2</a:t>
            </a:r>
            <a:r>
              <a:rPr lang="en-US" sz="2000">
                <a:latin typeface="cmr10"/>
              </a:rPr>
              <a:t>,</a:t>
            </a:r>
            <a:r>
              <a:rPr lang="en-US" sz="2000">
                <a:latin typeface="cmmi10"/>
              </a:rPr>
              <a:t> s</a:t>
            </a:r>
            <a:r>
              <a:rPr lang="en-US" sz="2000" baseline="-25000">
                <a:latin typeface="cmr10"/>
              </a:rPr>
              <a:t>0</a:t>
            </a:r>
            <a:r>
              <a:rPr lang="en-US" sz="2000">
                <a:latin typeface="cmsy10"/>
              </a:rPr>
              <a:t>i </a:t>
            </a:r>
            <a:r>
              <a:rPr lang="he-IL" sz="2000">
                <a:latin typeface="cmsy10"/>
              </a:rPr>
              <a:t> (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ראש המחסנית ראשון</a:t>
            </a:r>
            <a:r>
              <a:rPr lang="he-IL" sz="2000">
                <a:latin typeface="cmsy10"/>
              </a:rPr>
              <a:t>)</a:t>
            </a:r>
          </a:p>
          <a:p>
            <a:pPr>
              <a:spcBef>
                <a:spcPts val="1800"/>
              </a:spcBef>
            </a:pP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החיפוש הפנימי בודק אם </a:t>
            </a:r>
            <a:r>
              <a:rPr lang="en-US" sz="2000">
                <a:latin typeface="Franklin Gothic Book"/>
              </a:rPr>
              <a:t>Post</a:t>
            </a:r>
            <a:r>
              <a:rPr lang="en-US" sz="2000">
                <a:latin typeface="cmr10"/>
              </a:rPr>
              <a:t>(</a:t>
            </a:r>
            <a:r>
              <a:rPr lang="en-US" sz="2000">
                <a:latin typeface="cmmi10"/>
              </a:rPr>
              <a:t>s</a:t>
            </a:r>
            <a:r>
              <a:rPr lang="en-US" sz="2000" baseline="-25000">
                <a:latin typeface="cmr10"/>
              </a:rPr>
              <a:t>1</a:t>
            </a:r>
            <a:r>
              <a:rPr lang="en-US" sz="2000">
                <a:latin typeface="cmr10"/>
              </a:rPr>
              <a:t>) </a:t>
            </a:r>
            <a:r>
              <a:rPr lang="en-US" sz="2000">
                <a:latin typeface="cmsy10"/>
              </a:rPr>
              <a:t>µ</a:t>
            </a:r>
            <a:r>
              <a:rPr lang="en-US" sz="2000">
                <a:latin typeface="cmr10"/>
              </a:rPr>
              <a:t> </a:t>
            </a:r>
            <a:r>
              <a:rPr lang="en-US" sz="2000">
                <a:latin typeface="cmmi10"/>
              </a:rPr>
              <a:t>R</a:t>
            </a:r>
            <a:r>
              <a:rPr lang="en-US" sz="2000">
                <a:latin typeface="cmr10"/>
              </a:rPr>
              <a:t> = </a:t>
            </a:r>
            <a:r>
              <a:rPr lang="en-US" sz="2000">
                <a:latin typeface="cmmi10"/>
              </a:rPr>
              <a:t>S</a:t>
            </a:r>
          </a:p>
          <a:p>
            <a:pPr>
              <a:spcBef>
                <a:spcPts val="1800"/>
              </a:spcBef>
            </a:pP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כיוון ש-</a:t>
            </a:r>
            <a:r>
              <a:rPr lang="en-US" sz="2000">
                <a:latin typeface="cmmi10"/>
              </a:rPr>
              <a:t>s</a:t>
            </a:r>
            <a:r>
              <a:rPr lang="en-US" sz="2000" baseline="-25000">
                <a:latin typeface="cmr10"/>
              </a:rPr>
              <a:t>1</a:t>
            </a:r>
            <a:r>
              <a:rPr lang="en-US" sz="2000"/>
              <a:t> </a:t>
            </a:r>
            <a:r>
              <a:rPr lang="en-US" sz="2000">
                <a:latin typeface="msbm10"/>
              </a:rPr>
              <a:t>2</a:t>
            </a:r>
            <a:r>
              <a:rPr lang="en-US" sz="2000"/>
              <a:t> </a:t>
            </a:r>
            <a:r>
              <a:rPr lang="en-US" sz="2000">
                <a:latin typeface="cmr10"/>
              </a:rPr>
              <a:t>©</a:t>
            </a:r>
            <a:r>
              <a:rPr lang="he-IL" sz="2000">
                <a:latin typeface="cmr10"/>
              </a:rPr>
              <a:t>, 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קוראים ל-</a:t>
            </a:r>
            <a:r>
              <a:rPr lang="en-US" sz="2000">
                <a:latin typeface="Franklin Gothic Book"/>
              </a:rPr>
              <a:t>cycle-check</a:t>
            </a:r>
            <a:r>
              <a:rPr lang="en-US" sz="2000">
                <a:latin typeface="cmr10"/>
              </a:rPr>
              <a:t>(</a:t>
            </a:r>
            <a:r>
              <a:rPr lang="en-US" sz="2000">
                <a:latin typeface="cmmi10"/>
              </a:rPr>
              <a:t>s</a:t>
            </a:r>
            <a:r>
              <a:rPr lang="en-US" sz="2000" baseline="-25000">
                <a:latin typeface="cmr10"/>
              </a:rPr>
              <a:t>1</a:t>
            </a:r>
            <a:r>
              <a:rPr lang="en-US" sz="2000">
                <a:latin typeface="cmr10"/>
              </a:rPr>
              <a:t>)</a:t>
            </a:r>
            <a:r>
              <a:rPr lang="he-IL" sz="2000">
                <a:latin typeface="cmr10"/>
              </a:rPr>
              <a:t> 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ו</a:t>
            </a:r>
            <a:r>
              <a:rPr lang="he-IL" sz="2000">
                <a:latin typeface="cmr10"/>
              </a:rPr>
              <a:t> </a:t>
            </a:r>
            <a:r>
              <a:rPr lang="en-US" sz="2000">
                <a:latin typeface="cmmi10"/>
              </a:rPr>
              <a:t>s</a:t>
            </a:r>
            <a:r>
              <a:rPr lang="en-US" sz="2000" baseline="-25000">
                <a:latin typeface="cmr10"/>
              </a:rPr>
              <a:t>1</a:t>
            </a:r>
            <a:r>
              <a:rPr lang="he-IL" sz="2000"/>
              <a:t> 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נמחק מהמחסנית</a:t>
            </a:r>
          </a:p>
          <a:p>
            <a:pPr>
              <a:spcBef>
                <a:spcPts val="1800"/>
              </a:spcBef>
            </a:pP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המעגל</a:t>
            </a:r>
            <a:r>
              <a:rPr lang="he-IL" sz="2000">
                <a:latin typeface="cmr10"/>
              </a:rPr>
              <a:t> </a:t>
            </a:r>
            <a:r>
              <a:rPr lang="en-US" sz="2000">
                <a:latin typeface="cmmi10"/>
              </a:rPr>
              <a:t>s</a:t>
            </a:r>
            <a:r>
              <a:rPr lang="en-US" sz="2000" baseline="-25000">
                <a:latin typeface="cmr10"/>
              </a:rPr>
              <a:t>1 </a:t>
            </a:r>
            <a:r>
              <a:rPr lang="en-US" sz="2000">
                <a:latin typeface="Symbol"/>
                <a:sym typeface="Symbol"/>
              </a:rPr>
              <a:t> </a:t>
            </a:r>
            <a:r>
              <a:rPr lang="en-US" sz="2000">
                <a:latin typeface="cmmi10"/>
              </a:rPr>
              <a:t>s</a:t>
            </a:r>
            <a:r>
              <a:rPr lang="en-US" sz="2000" baseline="-25000">
                <a:latin typeface="cmr10"/>
              </a:rPr>
              <a:t>3</a:t>
            </a:r>
            <a:r>
              <a:rPr lang="en-US" sz="2000">
                <a:latin typeface="cmr10"/>
              </a:rPr>
              <a:t> </a:t>
            </a:r>
            <a:r>
              <a:rPr lang="en-US" sz="2000">
                <a:latin typeface="Symbol"/>
                <a:sym typeface="Symbol"/>
              </a:rPr>
              <a:t></a:t>
            </a:r>
            <a:r>
              <a:rPr lang="en-US" sz="2000">
                <a:latin typeface="cmr10"/>
              </a:rPr>
              <a:t> </a:t>
            </a:r>
            <a:r>
              <a:rPr lang="en-US" sz="2000">
                <a:latin typeface="cmmi10"/>
              </a:rPr>
              <a:t>s</a:t>
            </a:r>
            <a:r>
              <a:rPr lang="en-US" sz="2000" baseline="-25000">
                <a:latin typeface="cmr10"/>
              </a:rPr>
              <a:t>1</a:t>
            </a:r>
            <a:r>
              <a:rPr lang="he-IL" sz="2000"/>
              <a:t> 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מתגלה</a:t>
            </a:r>
            <a:r>
              <a:rPr lang="he-IL" sz="2000"/>
              <a:t>,</a:t>
            </a:r>
            <a:r>
              <a:rPr lang="en-US" sz="2000"/>
              <a:t> </a:t>
            </a:r>
            <a:r>
              <a:rPr lang="he-IL" sz="2000"/>
              <a:t> 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ו</a:t>
            </a:r>
            <a:r>
              <a:rPr lang="he-IL" sz="2000"/>
              <a:t> </a:t>
            </a:r>
            <a:r>
              <a:rPr lang="en-US" sz="2000">
                <a:latin typeface="Franklin Gothic Book"/>
              </a:rPr>
              <a:t>cycle-check</a:t>
            </a:r>
            <a:r>
              <a:rPr lang="en-US" sz="2000">
                <a:latin typeface="cmr10"/>
              </a:rPr>
              <a:t>(</a:t>
            </a:r>
            <a:r>
              <a:rPr lang="en-US" sz="2000">
                <a:latin typeface="cmmi10"/>
              </a:rPr>
              <a:t>s</a:t>
            </a:r>
            <a:r>
              <a:rPr lang="en-US" sz="2000" baseline="-25000">
                <a:latin typeface="cmr10"/>
              </a:rPr>
              <a:t>1</a:t>
            </a:r>
            <a:r>
              <a:rPr lang="en-US" sz="2000">
                <a:latin typeface="cmr10"/>
              </a:rPr>
              <a:t>)</a:t>
            </a:r>
            <a:r>
              <a:rPr lang="he-IL" sz="2000">
                <a:latin typeface="cmr10"/>
              </a:rPr>
              <a:t> 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מחזיר</a:t>
            </a:r>
            <a:r>
              <a:rPr lang="he-IL" sz="2000">
                <a:latin typeface="cmr10"/>
              </a:rPr>
              <a:t> </a:t>
            </a:r>
            <a:r>
              <a:rPr lang="en-US" sz="2000">
                <a:latin typeface="cmr10"/>
              </a:rPr>
              <a:t>true</a:t>
            </a:r>
          </a:p>
          <a:p>
            <a:pPr>
              <a:spcBef>
                <a:spcPts val="1800"/>
              </a:spcBef>
            </a:pPr>
            <a:r>
              <a:rPr lang="en-US" sz="2000">
                <a:latin typeface="Franklin Gothic Book"/>
              </a:rPr>
              <a:t>reachable-cycle </a:t>
            </a:r>
            <a:r>
              <a:rPr lang="en-US" sz="2000">
                <a:latin typeface="cmr10"/>
              </a:rPr>
              <a:t>(</a:t>
            </a:r>
            <a:r>
              <a:rPr lang="en-US" sz="2000">
                <a:latin typeface="cmmi10"/>
              </a:rPr>
              <a:t>s</a:t>
            </a:r>
            <a:r>
              <a:rPr lang="en-US" sz="2000" baseline="-25000">
                <a:latin typeface="cmr10"/>
              </a:rPr>
              <a:t>0</a:t>
            </a:r>
            <a:r>
              <a:rPr lang="en-US" sz="2000">
                <a:latin typeface="cmr10"/>
              </a:rPr>
              <a:t>)</a:t>
            </a:r>
            <a:r>
              <a:rPr lang="he-IL" sz="2000">
                <a:latin typeface="cmr10"/>
              </a:rPr>
              <a:t> 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מסתיים במסקנה שהדוגמה הופרה</a:t>
            </a:r>
          </a:p>
          <a:p>
            <a:pPr>
              <a:spcBef>
                <a:spcPts val="1800"/>
              </a:spcBef>
            </a:pP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דוגמה נגדית מתקבלת משרשור </a:t>
            </a:r>
            <a:r>
              <a:rPr lang="en-US" sz="2000">
                <a:latin typeface="cmmi10"/>
              </a:rPr>
              <a:t>V</a:t>
            </a:r>
            <a:r>
              <a:rPr lang="en-US" sz="2000">
                <a:latin typeface="cmr10"/>
              </a:rPr>
              <a:t>=</a:t>
            </a:r>
            <a:r>
              <a:rPr lang="en-US" sz="2000">
                <a:latin typeface="cmsy10"/>
              </a:rPr>
              <a:t>h</a:t>
            </a:r>
            <a:r>
              <a:rPr lang="en-US" sz="2000">
                <a:latin typeface="cmmi10"/>
              </a:rPr>
              <a:t>s</a:t>
            </a:r>
            <a:r>
              <a:rPr lang="en-US" sz="2000" baseline="-25000">
                <a:latin typeface="cmr10"/>
              </a:rPr>
              <a:t>1</a:t>
            </a:r>
            <a:r>
              <a:rPr lang="en-US" sz="2000">
                <a:latin typeface="cmr10"/>
              </a:rPr>
              <a:t>,</a:t>
            </a:r>
            <a:r>
              <a:rPr lang="en-US" sz="2000">
                <a:latin typeface="cmmi10"/>
              </a:rPr>
              <a:t> s</a:t>
            </a:r>
            <a:r>
              <a:rPr lang="en-US" sz="2000" baseline="-25000">
                <a:latin typeface="cmr10"/>
              </a:rPr>
              <a:t>3</a:t>
            </a:r>
            <a:r>
              <a:rPr lang="en-US" sz="2000">
                <a:latin typeface="cmr10"/>
              </a:rPr>
              <a:t>,</a:t>
            </a:r>
            <a:r>
              <a:rPr lang="en-US" sz="2000">
                <a:latin typeface="cmmi10"/>
              </a:rPr>
              <a:t> s</a:t>
            </a:r>
            <a:r>
              <a:rPr lang="en-US" sz="2000" baseline="-25000">
                <a:latin typeface="cmr10"/>
              </a:rPr>
              <a:t>1</a:t>
            </a:r>
            <a:r>
              <a:rPr lang="en-US" sz="2000">
                <a:latin typeface="cmsy10"/>
              </a:rPr>
              <a:t>i </a:t>
            </a:r>
            <a:r>
              <a:rPr lang="he-IL" sz="2000">
                <a:latin typeface="cmsy10"/>
              </a:rPr>
              <a:t> ו-</a:t>
            </a:r>
            <a:r>
              <a:rPr lang="en-US" sz="2000">
                <a:latin typeface="cmsy10"/>
              </a:rPr>
              <a:t> </a:t>
            </a:r>
            <a:r>
              <a:rPr lang="en-US" sz="2000">
                <a:latin typeface="cmmi10"/>
              </a:rPr>
              <a:t>U</a:t>
            </a:r>
            <a:r>
              <a:rPr lang="en-US" sz="2000">
                <a:latin typeface="cmr10"/>
              </a:rPr>
              <a:t>=</a:t>
            </a:r>
            <a:r>
              <a:rPr lang="en-US" sz="2000">
                <a:latin typeface="cmsy10"/>
              </a:rPr>
              <a:t>h</a:t>
            </a:r>
            <a:r>
              <a:rPr lang="en-US" sz="2000">
                <a:latin typeface="cmmi10"/>
              </a:rPr>
              <a:t>s</a:t>
            </a:r>
            <a:r>
              <a:rPr lang="en-US" sz="2000" baseline="-25000">
                <a:latin typeface="cmr10"/>
              </a:rPr>
              <a:t>3</a:t>
            </a:r>
            <a:r>
              <a:rPr lang="en-US" sz="2000">
                <a:latin typeface="cmr10"/>
              </a:rPr>
              <a:t>,</a:t>
            </a:r>
            <a:r>
              <a:rPr lang="en-US" sz="2000">
                <a:latin typeface="cmmi10"/>
              </a:rPr>
              <a:t> s</a:t>
            </a:r>
            <a:r>
              <a:rPr lang="en-US" sz="2000" baseline="-25000">
                <a:latin typeface="cmr10"/>
              </a:rPr>
              <a:t>2</a:t>
            </a:r>
            <a:r>
              <a:rPr lang="en-US" sz="2000">
                <a:latin typeface="cmr10"/>
              </a:rPr>
              <a:t>,</a:t>
            </a:r>
            <a:r>
              <a:rPr lang="en-US" sz="2000">
                <a:latin typeface="cmmi10"/>
              </a:rPr>
              <a:t> s</a:t>
            </a:r>
            <a:r>
              <a:rPr lang="en-US" sz="2000" baseline="-25000">
                <a:latin typeface="cmr10"/>
              </a:rPr>
              <a:t>0</a:t>
            </a:r>
            <a:r>
              <a:rPr lang="en-US" sz="2000">
                <a:latin typeface="cmsy10"/>
              </a:rPr>
              <a:t>i</a:t>
            </a:r>
          </a:p>
          <a:p>
            <a:pPr>
              <a:spcBef>
                <a:spcPts val="1800"/>
              </a:spcBef>
            </a:pP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הדוגמה הנגדית היא המסלול </a:t>
            </a:r>
            <a:r>
              <a:rPr lang="en-US" sz="2000">
                <a:latin typeface="cmmi10"/>
              </a:rPr>
              <a:t>s</a:t>
            </a:r>
            <a:r>
              <a:rPr lang="en-US" sz="2000" baseline="-25000">
                <a:latin typeface="cmr10"/>
              </a:rPr>
              <a:t>0</a:t>
            </a:r>
            <a:r>
              <a:rPr lang="en-US" sz="2000">
                <a:latin typeface="cmr10"/>
              </a:rPr>
              <a:t>, </a:t>
            </a:r>
            <a:r>
              <a:rPr lang="en-US" sz="2000">
                <a:latin typeface="cmmi10"/>
              </a:rPr>
              <a:t>s</a:t>
            </a:r>
            <a:r>
              <a:rPr lang="en-US" sz="2000" baseline="-25000">
                <a:latin typeface="cmr10"/>
              </a:rPr>
              <a:t>2</a:t>
            </a:r>
            <a:r>
              <a:rPr lang="en-US" sz="2000">
                <a:latin typeface="cmr10"/>
              </a:rPr>
              <a:t>, </a:t>
            </a:r>
            <a:r>
              <a:rPr lang="en-US" sz="2000">
                <a:latin typeface="cmmi10"/>
              </a:rPr>
              <a:t>s</a:t>
            </a:r>
            <a:r>
              <a:rPr lang="en-US" sz="2000" baseline="-25000">
                <a:latin typeface="cmr10"/>
              </a:rPr>
              <a:t>3</a:t>
            </a:r>
            <a:r>
              <a:rPr lang="en-US" sz="2000">
                <a:latin typeface="cmr10"/>
              </a:rPr>
              <a:t>, </a:t>
            </a:r>
            <a:r>
              <a:rPr lang="en-US" sz="2000">
                <a:latin typeface="cmmi10"/>
              </a:rPr>
              <a:t>s</a:t>
            </a:r>
            <a:r>
              <a:rPr lang="en-US" sz="2000" baseline="-25000">
                <a:latin typeface="cmr10"/>
              </a:rPr>
              <a:t>1</a:t>
            </a:r>
            <a:r>
              <a:rPr lang="en-US" sz="2000">
                <a:latin typeface="cmr10"/>
              </a:rPr>
              <a:t>, </a:t>
            </a:r>
            <a:r>
              <a:rPr lang="en-US" sz="2000">
                <a:latin typeface="cmmi10"/>
              </a:rPr>
              <a:t>s</a:t>
            </a:r>
            <a:r>
              <a:rPr lang="en-US" sz="2000" baseline="-25000">
                <a:latin typeface="cmr10"/>
              </a:rPr>
              <a:t>3</a:t>
            </a:r>
            <a:endParaRPr lang="he-IL" sz="2000">
              <a:latin typeface="cmr1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14400" y="4724400"/>
            <a:ext cx="7620000" cy="685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נכונות </a:t>
            </a:r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DFS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מקונן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09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31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pPr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עבור:</a:t>
                </a:r>
              </a:p>
              <a:p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מערכת מעברים סופית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מעל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𝐴𝑃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בלי מצבים ללא מוצא</a:t>
                </a:r>
              </a:p>
              <a:p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תכונת הַתְמָדָה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  <m:r>
                      <a:rPr lang="en-US" i="1" baseline="-25000" dirty="0" err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𝑝𝑒𝑟𝑠</m:t>
                    </m:r>
                  </m:oMath>
                </a14:m>
                <a:endParaRPr lang="he-IL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>
                  <a:buNone/>
                </a:pP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אלגוריתם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DFS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מקונן מחזיר "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no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" אם ורק אם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𝑇𝑆</m:t>
                    </m:r>
                    <m:r>
                      <a:rPr lang="he-IL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𝑃</m:t>
                    </m:r>
                    <m:r>
                      <a:rPr lang="en-US" i="1" baseline="-25000" dirty="0" err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𝑝𝑒𝑟𝑠</m:t>
                    </m:r>
                  </m:oMath>
                </a14:m>
                <a:endParaRPr lang="he-IL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78" t="-1467" r="-141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סיבוכיות זמן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/>
              <a:pPr/>
              <a:t>09 יוני 25</a:t>
            </a:fld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32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71450" y="2895600"/>
                <a:ext cx="8786636" cy="251626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he-IL" sz="2700" err="1">
                    <a:latin typeface="Gisha" panose="020B0502040204020203" pitchFamily="34" charset="-79"/>
                    <a:cs typeface="Gisha" panose="020B0502040204020203" pitchFamily="34" charset="-79"/>
                  </a:rPr>
                  <a:t>סיבוכיות</a:t>
                </a:r>
                <a:r>
                  <a:rPr lang="he-IL" sz="2700">
                    <a:latin typeface="Gisha" panose="020B0502040204020203" pitchFamily="34" charset="-79"/>
                    <a:cs typeface="Gisha" panose="020B0502040204020203" pitchFamily="34" charset="-79"/>
                  </a:rPr>
                  <a:t> זמן הריצה של אלגוריתם </a:t>
                </a:r>
                <a:r>
                  <a:rPr lang="en-US" sz="2700">
                    <a:latin typeface="Gisha" panose="020B0502040204020203" pitchFamily="34" charset="-79"/>
                    <a:cs typeface="Gisha" panose="020B0502040204020203" pitchFamily="34" charset="-79"/>
                  </a:rPr>
                  <a:t>DFS</a:t>
                </a:r>
                <a:r>
                  <a:rPr lang="he-IL" sz="2700">
                    <a:latin typeface="Gisha" panose="020B0502040204020203" pitchFamily="34" charset="-79"/>
                    <a:cs typeface="Gisha" panose="020B0502040204020203" pitchFamily="34" charset="-79"/>
                  </a:rPr>
                  <a:t> מקונן היא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sz="2700">
                    <a:latin typeface="cmsy10"/>
                  </a:rPr>
                  <a:t>O</a:t>
                </a:r>
                <a:r>
                  <a:rPr lang="en-US" sz="2700">
                    <a:latin typeface="cmr10"/>
                  </a:rPr>
                  <a:t>(</a:t>
                </a:r>
                <a:r>
                  <a:rPr lang="en-US" sz="2700" err="1">
                    <a:latin typeface="cmmi10"/>
                  </a:rPr>
                  <a:t>N</a:t>
                </a:r>
                <a:r>
                  <a:rPr lang="en-US" sz="2700" err="1">
                    <a:latin typeface="cmsy10"/>
                  </a:rPr>
                  <a:t>¢j</a:t>
                </a:r>
                <a:r>
                  <a:rPr lang="en-US" sz="2700" err="1">
                    <a:latin typeface="cmr10"/>
                  </a:rPr>
                  <a:t>©</a:t>
                </a:r>
                <a:r>
                  <a:rPr lang="en-US" sz="2700" err="1">
                    <a:latin typeface="cmsy10"/>
                  </a:rPr>
                  <a:t>j</a:t>
                </a:r>
                <a:r>
                  <a:rPr lang="en-US" sz="2700">
                    <a:latin typeface="cmr10"/>
                  </a:rPr>
                  <a:t>+(</a:t>
                </a:r>
                <a:r>
                  <a:rPr lang="en-US" sz="2700">
                    <a:latin typeface="cmmi10"/>
                  </a:rPr>
                  <a:t>N</a:t>
                </a:r>
                <a:r>
                  <a:rPr lang="en-US" sz="2700">
                    <a:latin typeface="cmr10"/>
                  </a:rPr>
                  <a:t>+</a:t>
                </a:r>
                <a:r>
                  <a:rPr lang="en-US" sz="2700">
                    <a:latin typeface="cmmi10"/>
                  </a:rPr>
                  <a:t>M</a:t>
                </a:r>
                <a:r>
                  <a:rPr lang="en-US" sz="2700">
                    <a:latin typeface="cmr10"/>
                  </a:rPr>
                  <a:t>))</a:t>
                </a:r>
                <a:endParaRPr lang="he-IL" sz="2700">
                  <a:latin typeface="cmr10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he-IL" sz="2700">
                    <a:latin typeface="Gisha" panose="020B0502040204020203" pitchFamily="34" charset="-79"/>
                    <a:cs typeface="Gisha" panose="020B0502040204020203" pitchFamily="34" charset="-79"/>
                  </a:rPr>
                  <a:t>באשר 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𝑁</m:t>
                    </m:r>
                  </m:oMath>
                </a14:m>
                <a:r>
                  <a:rPr lang="he-IL" sz="2700">
                    <a:latin typeface="Gisha" panose="020B0502040204020203" pitchFamily="34" charset="-79"/>
                    <a:cs typeface="Gisha" panose="020B0502040204020203" pitchFamily="34" charset="-79"/>
                  </a:rPr>
                  <a:t> הוא מספר המצבים הנגישים ב-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𝑇𝑆</m:t>
                    </m:r>
                  </m:oMath>
                </a14:m>
                <a:r>
                  <a:rPr lang="he-IL" sz="2700">
                    <a:latin typeface="Gisha" panose="020B0502040204020203" pitchFamily="34" charset="-79"/>
                    <a:cs typeface="Gisha" panose="020B0502040204020203" pitchFamily="34" charset="-79"/>
                  </a:rPr>
                  <a:t> ו-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𝑀</m:t>
                    </m:r>
                  </m:oMath>
                </a14:m>
                <a:r>
                  <a:rPr lang="he-IL" sz="2700">
                    <a:latin typeface="Gisha" panose="020B0502040204020203" pitchFamily="34" charset="-79"/>
                    <a:cs typeface="Gisha" panose="020B0502040204020203" pitchFamily="34" charset="-79"/>
                  </a:rPr>
                  <a:t> מספר המעברים הנגישים ב-</a:t>
                </a:r>
                <a14:m>
                  <m:oMath xmlns:m="http://schemas.openxmlformats.org/officeDocument/2006/math">
                    <m:r>
                      <a:rPr lang="en-US" sz="270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𝑇𝑆</m:t>
                    </m:r>
                  </m:oMath>
                </a14:m>
                <a:endParaRPr lang="he-IL" sz="27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450" y="2895600"/>
                <a:ext cx="8786636" cy="25162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ראשי פרקים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53E17-0086-42D2-82FC-3171BCDB0996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09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33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391442849"/>
              </p:ext>
            </p:extLst>
          </p:nvPr>
        </p:nvGraphicFramePr>
        <p:xfrm>
          <a:off x="647700" y="1447800"/>
          <a:ext cx="7848600" cy="497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סיכום תכונות רגולריות (1)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09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34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שפות המתקבלות ע"י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NFA/DFA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= שפות רגולריות</a:t>
                </a:r>
              </a:p>
              <a:p>
                <a:pPr lvl="1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משמשות לתיאור רישות רעות של תכונות בטיחות רגולריות</a:t>
                </a:r>
              </a:p>
              <a:p>
                <a:pPr lvl="1"/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בדיקת תכונות בטיחות רגולריות = בדיקת שמורה על מכפלה</a:t>
                </a:r>
              </a:p>
              <a:p>
                <a:pPr lvl="1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"אף פעם לא לבקר מצב מקבל" של ה-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DFA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עבור הרישות הרעות</a:t>
                </a:r>
              </a:p>
              <a:p>
                <a:pPr lvl="1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מסתכם בפיתרון בעיית נגישות באמצעות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DFS</a:t>
                </a: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/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שפות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-רגולריות הן קבוצות של מילים אינסופיות</a:t>
                </a:r>
              </a:p>
              <a:p>
                <a:pPr lvl="1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ניתנות לתיאור ע"י ביטויים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-רגולריים</a:t>
                </a:r>
              </a:p>
              <a:p>
                <a:pPr lvl="1"/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שפות המתקבלות ע"י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= שפות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-רגולריות</a:t>
                </a:r>
              </a:p>
              <a:p>
                <a:pPr lvl="1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משמשות לתיאור תכונות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-רגולריות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1333" t="-2000" r="-627" b="-13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סיכום תכונות רגולריות (2)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926B5-663A-4127-A287-7B83208B40AD}" type="datetime8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09 יוני 25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pPr/>
              <a:t>35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81000" y="1447800"/>
                <a:ext cx="8305800" cy="495300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DBA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הם בעלי יכולת תיאור פחותה מאשר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lvl="1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לדוגמה: אי אפשר לתאר תכונות הַתְמָדָה כמו "בסופו של דבר תמיד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"</a:t>
                </a:r>
              </a:p>
              <a:p>
                <a:pPr lvl="1"/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GNBA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דורשים אינסוף ביקורים בכל אחת מהקבוצות המקבלות</a:t>
                </a:r>
              </a:p>
              <a:p>
                <a:pPr lvl="1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השפות המתקבלות ע"י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GNBA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= שפות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-רגולריות</a:t>
                </a:r>
              </a:p>
              <a:p>
                <a:pPr lvl="1"/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בדיקת תכונה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-רגולרית = בדיקת תכונת הַתְמָדָה על מכפלה</a:t>
                </a:r>
              </a:p>
              <a:p>
                <a:pPr lvl="1"/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ל-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NBA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של המשלים: "בסופו של דבר, אף פעם לא מצב מקבל"</a:t>
                </a:r>
              </a:p>
              <a:p>
                <a:pPr lvl="1"/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תכונות הַתְמָדָה ניתנות לבדיקה בזמן ליניארי באמצעות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DFS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מקונן</a:t>
                </a:r>
              </a:p>
              <a:p>
                <a:endParaRPr lang="he-IL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DFS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מקונן =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DFS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עבור מצבי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¬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נגישים + </a:t>
                </a:r>
                <a:r>
                  <a:rPr lang="en-US">
                    <a:latin typeface="Gisha" panose="020B0502040204020203" pitchFamily="34" charset="-79"/>
                    <a:cs typeface="Gisha" panose="020B0502040204020203" pitchFamily="34" charset="-79"/>
                  </a:rPr>
                  <a:t>DFS</a:t>
                </a:r>
                <a:r>
                  <a:rPr lang="he-IL">
                    <a:latin typeface="Gisha" panose="020B0502040204020203" pitchFamily="34" charset="-79"/>
                    <a:cs typeface="Gisha" panose="020B0502040204020203" pitchFamily="34" charset="-79"/>
                  </a:rPr>
                  <a:t> לזיהוי מעגלים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81000" y="1447800"/>
                <a:ext cx="8305800" cy="4953000"/>
              </a:xfrm>
              <a:blipFill>
                <a:blip r:embed="rId2"/>
                <a:stretch>
                  <a:fillRect l="-1909" t="-1847" r="-58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ADMINISTRATOR@3HZWZZR6INUPNVTI" val="3557"/>
  <p:tag name="FIRSTGERAW@YFUXXLKFUVWYY57I" val="3555"/>
  <p:tag name="DEFAULTDISPLAYSOURCE" val="\documentclass{article}\pagestyle{empty}&#10;&#10;\begin{document}&#10;&#10;\end{document}&#10;"/>
  <p:tag name="EMBEDFONTS" val="1"/>
  <p:tag name="FIRSTUSER@YFBVXUQFUVWYY57I" val="359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DDENFONTSHAPE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&#10;\usepackage{amsmath}&#10;&#10;%%%%%%%% Packages for drawing diagrams %%%%%%%%%%%%%%%&#10;\usepackage{tikz,ifthen}&#10;\usetikzlibrary{arrows,trees,backgrounds,automata,shapes,decorations,plotmarks,fit,calc,positioning,shadows}&#10;\tikzstyle{block}=[rectangle, draw, thin, inner sep=3pt, text centered, drop shadow, fill=orange!20!yellow!20] &#10;\tikzstyle{pre}=[&lt;-,shorten &lt;=1pt,&gt;=stealth']&#10;\tikzstyle{post}=[-&gt;,shorten &gt;=1pt,&gt;=stealth'] &#10;\tikzstyle{bi}=[&lt;-&gt;,shorten &gt;=1pt,shorten &lt;=1pt,&gt;=stealth'] &#10;\tikzstyle{every initial by arrow}=[initial text={},initial distance=1em,post]&#10;\tikzstyle{every state}=[minimum size=0.4cm,drop shadow,fill=orange!20!yellow!20]&#10;\tikzstyle{transition}= [post,shorten &gt;=1pt,node distance=2cm, inner sep=2pt,bend angle=20]&#10;%%%%%%%% Package for drawing diagrams %%%%%%%%%%%%%%%&#10;&#10;\begin{document} &#10;&#10;&#10;\begin{tikzpicture} &#10; \node[state, initial left] (s0)                {$s_0$};&#10; \node[state]   (s1)  at ($(s0)+(1,-1)$)   {$s_1$};&#10; \node[state]   (s2)  at ($(s0)+(-1,-1)$)  {$s_2$};&#10; \node[state]   (s3)  at ($(s0)+(0,-2)$)  {$s_3$};&#10;&#10;&#10;&#10;&#10;\path [transition]&#10;   (s0)  edge   (s1)&#10;   (s0)  edge   (s2)&#10;   (s2)  edge    (s3)&#10;&#10;&#10;   (s3)  edge [bend left]   (s1)&#10;   (s1) edge [bend left]   (s3)&#10;&#10; ;&#10;                 &#10;\end{tikzpicture}&#10;&#10;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ORIGWIDTH" val="82"/>
  <p:tag name="PICTUREFILESIZE" val="1125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116</TotalTime>
  <Words>2213</Words>
  <Application>Microsoft Office PowerPoint</Application>
  <PresentationFormat>On-screen Show (4:3)</PresentationFormat>
  <Paragraphs>473</Paragraphs>
  <Slides>35</Slides>
  <Notes>1</Notes>
  <HiddenSlides>10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53" baseType="lpstr">
      <vt:lpstr>Aharoni</vt:lpstr>
      <vt:lpstr>Arial</vt:lpstr>
      <vt:lpstr>Calibri</vt:lpstr>
      <vt:lpstr>Cambria Math</vt:lpstr>
      <vt:lpstr>CMMI10</vt:lpstr>
      <vt:lpstr>CMMI10</vt:lpstr>
      <vt:lpstr>cmr10</vt:lpstr>
      <vt:lpstr>cmr10</vt:lpstr>
      <vt:lpstr>CMR7</vt:lpstr>
      <vt:lpstr>cmsy10</vt:lpstr>
      <vt:lpstr>Franklin Gothic Book</vt:lpstr>
      <vt:lpstr>Gisha</vt:lpstr>
      <vt:lpstr>msam10</vt:lpstr>
      <vt:lpstr>msbm10</vt:lpstr>
      <vt:lpstr>Perpetua</vt:lpstr>
      <vt:lpstr>Symbol</vt:lpstr>
      <vt:lpstr>Wingdings 2</vt:lpstr>
      <vt:lpstr>Equity</vt:lpstr>
      <vt:lpstr>אימות תכונות ω-רגולריות</vt:lpstr>
      <vt:lpstr>ראשי פרקים</vt:lpstr>
      <vt:lpstr>תזכורת: אלגוריתם לבדיקת תכונות בטיחות רגולריות</vt:lpstr>
      <vt:lpstr>תזכורת: תכונה -ωרגולריות</vt:lpstr>
      <vt:lpstr>תזכורת: הרכבה של מערכת מעברים ואוטומט</vt:lpstr>
      <vt:lpstr>ראשי פרקים</vt:lpstr>
      <vt:lpstr>רעיון האלגוריתם לבדיקת תכונות ω-רגולריות</vt:lpstr>
      <vt:lpstr>רעיון שגוי לבדיקת תכונות ω-רגולריות</vt:lpstr>
      <vt:lpstr>המחשה</vt:lpstr>
      <vt:lpstr>תכונת הַתְמָדָה Persistence Property</vt:lpstr>
      <vt:lpstr>הוכחה שגויה!</vt:lpstr>
      <vt:lpstr>תכונות הַתְמָדָה הן לא תכונות שְׁמוּרָה</vt:lpstr>
      <vt:lpstr>בדיקת הַתְמָדָה</vt:lpstr>
      <vt:lpstr>תזכורת: מערכת מעברים הנוצרת  מֵהַרְכָּבַת אוטומט עם מערכת מעברים</vt:lpstr>
      <vt:lpstr>משפט: אימות תכונות ω-רגולרית</vt:lpstr>
      <vt:lpstr>דוגמה: אינסוף פעמים ירוק?</vt:lpstr>
      <vt:lpstr>דוגמה: אינסוף פעמים ירוק?</vt:lpstr>
      <vt:lpstr>למה לא להשתמש באוטומט למילים המקיימות את התכונה? דוגמה: לאחר זמן סופי מפסיקים להדליק ירוק</vt:lpstr>
      <vt:lpstr>בדיקת הַתְמָדָה וזיהוי מעגלים</vt:lpstr>
      <vt:lpstr>ראשי פרקים</vt:lpstr>
      <vt:lpstr>זיהוי מעגלים</vt:lpstr>
      <vt:lpstr>DFS דו-שלבי</vt:lpstr>
      <vt:lpstr>המחשה</vt:lpstr>
      <vt:lpstr>DFS דו-שלבי</vt:lpstr>
      <vt:lpstr>מציאת מצבי ¬Φ  </vt:lpstr>
      <vt:lpstr>זיהוי מעגלים</vt:lpstr>
      <vt:lpstr>חיפוש DFS מקונן</vt:lpstr>
      <vt:lpstr>ה-DFS החיצוני</vt:lpstr>
      <vt:lpstr>המשך...</vt:lpstr>
      <vt:lpstr>דוגמה</vt:lpstr>
      <vt:lpstr>נכונות DFS מקונן</vt:lpstr>
      <vt:lpstr>סיבוכיות זמן</vt:lpstr>
      <vt:lpstr>ראשי פרקים</vt:lpstr>
      <vt:lpstr>סיכום תכונות רגולריות (1)</vt:lpstr>
      <vt:lpstr>סיכום תכונות רגולריות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מקביליות</dc:title>
  <dc:creator>John Doil</dc:creator>
  <cp:lastModifiedBy>Gera Weiss</cp:lastModifiedBy>
  <cp:revision>1</cp:revision>
  <cp:lastPrinted>2012-01-17T10:57:12Z</cp:lastPrinted>
  <dcterms:created xsi:type="dcterms:W3CDTF">2009-09-27T20:49:26Z</dcterms:created>
  <dcterms:modified xsi:type="dcterms:W3CDTF">2025-06-09T08:44:38Z</dcterms:modified>
</cp:coreProperties>
</file>